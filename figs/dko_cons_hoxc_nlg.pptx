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224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93792"/>
              <a:ext cx="9004821" cy="34946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87144" y="397479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05560" y="3222173"/>
              <a:ext cx="6666" cy="8988"/>
            </a:xfrm>
            <a:custGeom>
              <a:avLst/>
              <a:pathLst>
                <a:path w="6666" h="8988">
                  <a:moveTo>
                    <a:pt x="0" y="8988"/>
                  </a:moveTo>
                  <a:lnTo>
                    <a:pt x="5" y="2786"/>
                  </a:lnTo>
                  <a:lnTo>
                    <a:pt x="192" y="2158"/>
                  </a:lnTo>
                  <a:lnTo>
                    <a:pt x="379" y="1549"/>
                  </a:lnTo>
                  <a:lnTo>
                    <a:pt x="566" y="1149"/>
                  </a:lnTo>
                  <a:lnTo>
                    <a:pt x="753" y="960"/>
                  </a:lnTo>
                  <a:lnTo>
                    <a:pt x="939" y="707"/>
                  </a:lnTo>
                  <a:lnTo>
                    <a:pt x="1126" y="452"/>
                  </a:lnTo>
                  <a:lnTo>
                    <a:pt x="1313" y="274"/>
                  </a:lnTo>
                  <a:lnTo>
                    <a:pt x="1500" y="155"/>
                  </a:lnTo>
                  <a:lnTo>
                    <a:pt x="1687" y="31"/>
                  </a:lnTo>
                  <a:lnTo>
                    <a:pt x="1874" y="30"/>
                  </a:lnTo>
                  <a:lnTo>
                    <a:pt x="2061" y="44"/>
                  </a:lnTo>
                  <a:lnTo>
                    <a:pt x="2248" y="58"/>
                  </a:lnTo>
                  <a:lnTo>
                    <a:pt x="2435" y="72"/>
                  </a:lnTo>
                  <a:lnTo>
                    <a:pt x="2622" y="0"/>
                  </a:lnTo>
                  <a:lnTo>
                    <a:pt x="2809" y="83"/>
                  </a:lnTo>
                  <a:lnTo>
                    <a:pt x="2996" y="169"/>
                  </a:lnTo>
                  <a:lnTo>
                    <a:pt x="3182" y="280"/>
                  </a:lnTo>
                  <a:lnTo>
                    <a:pt x="3369" y="418"/>
                  </a:lnTo>
                  <a:lnTo>
                    <a:pt x="3556" y="537"/>
                  </a:lnTo>
                  <a:lnTo>
                    <a:pt x="3743" y="659"/>
                  </a:lnTo>
                  <a:lnTo>
                    <a:pt x="3930" y="704"/>
                  </a:lnTo>
                  <a:lnTo>
                    <a:pt x="4117" y="749"/>
                  </a:lnTo>
                  <a:lnTo>
                    <a:pt x="4304" y="763"/>
                  </a:lnTo>
                  <a:lnTo>
                    <a:pt x="4491" y="802"/>
                  </a:lnTo>
                  <a:lnTo>
                    <a:pt x="4678" y="1043"/>
                  </a:lnTo>
                  <a:lnTo>
                    <a:pt x="4865" y="1389"/>
                  </a:lnTo>
                  <a:lnTo>
                    <a:pt x="5052" y="1851"/>
                  </a:lnTo>
                  <a:lnTo>
                    <a:pt x="5239" y="2389"/>
                  </a:lnTo>
                  <a:lnTo>
                    <a:pt x="5426" y="3042"/>
                  </a:lnTo>
                  <a:lnTo>
                    <a:pt x="5612" y="3702"/>
                  </a:lnTo>
                  <a:lnTo>
                    <a:pt x="5799" y="4320"/>
                  </a:lnTo>
                  <a:lnTo>
                    <a:pt x="5986" y="5178"/>
                  </a:lnTo>
                  <a:lnTo>
                    <a:pt x="6173" y="6070"/>
                  </a:lnTo>
                  <a:lnTo>
                    <a:pt x="6360" y="7130"/>
                  </a:lnTo>
                  <a:lnTo>
                    <a:pt x="6547" y="8189"/>
                  </a:lnTo>
                  <a:lnTo>
                    <a:pt x="6666" y="898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38777" y="3212864"/>
              <a:ext cx="57475" cy="18297"/>
            </a:xfrm>
            <a:custGeom>
              <a:avLst/>
              <a:pathLst>
                <a:path w="57475" h="18297">
                  <a:moveTo>
                    <a:pt x="0" y="18297"/>
                  </a:moveTo>
                  <a:lnTo>
                    <a:pt x="59" y="18241"/>
                  </a:lnTo>
                  <a:lnTo>
                    <a:pt x="246" y="18065"/>
                  </a:lnTo>
                  <a:lnTo>
                    <a:pt x="433" y="17889"/>
                  </a:lnTo>
                  <a:lnTo>
                    <a:pt x="620" y="17713"/>
                  </a:lnTo>
                  <a:lnTo>
                    <a:pt x="807" y="17537"/>
                  </a:lnTo>
                  <a:lnTo>
                    <a:pt x="994" y="17361"/>
                  </a:lnTo>
                  <a:lnTo>
                    <a:pt x="1181" y="17221"/>
                  </a:lnTo>
                  <a:lnTo>
                    <a:pt x="1368" y="17010"/>
                  </a:lnTo>
                  <a:lnTo>
                    <a:pt x="1555" y="16622"/>
                  </a:lnTo>
                  <a:lnTo>
                    <a:pt x="1742" y="16232"/>
                  </a:lnTo>
                  <a:lnTo>
                    <a:pt x="1929" y="15838"/>
                  </a:lnTo>
                  <a:lnTo>
                    <a:pt x="2116" y="15672"/>
                  </a:lnTo>
                  <a:lnTo>
                    <a:pt x="2303" y="15522"/>
                  </a:lnTo>
                  <a:lnTo>
                    <a:pt x="2489" y="15372"/>
                  </a:lnTo>
                  <a:lnTo>
                    <a:pt x="2676" y="15183"/>
                  </a:lnTo>
                  <a:lnTo>
                    <a:pt x="2863" y="15022"/>
                  </a:lnTo>
                  <a:lnTo>
                    <a:pt x="3050" y="14991"/>
                  </a:lnTo>
                  <a:lnTo>
                    <a:pt x="3237" y="15105"/>
                  </a:lnTo>
                  <a:lnTo>
                    <a:pt x="3424" y="15230"/>
                  </a:lnTo>
                  <a:lnTo>
                    <a:pt x="3611" y="15356"/>
                  </a:lnTo>
                  <a:lnTo>
                    <a:pt x="3798" y="15481"/>
                  </a:lnTo>
                  <a:lnTo>
                    <a:pt x="3985" y="15584"/>
                  </a:lnTo>
                  <a:lnTo>
                    <a:pt x="4172" y="15735"/>
                  </a:lnTo>
                  <a:lnTo>
                    <a:pt x="4359" y="16054"/>
                  </a:lnTo>
                  <a:lnTo>
                    <a:pt x="4546" y="16385"/>
                  </a:lnTo>
                  <a:lnTo>
                    <a:pt x="4733" y="16596"/>
                  </a:lnTo>
                  <a:lnTo>
                    <a:pt x="4919" y="16737"/>
                  </a:lnTo>
                  <a:lnTo>
                    <a:pt x="5106" y="16990"/>
                  </a:lnTo>
                  <a:lnTo>
                    <a:pt x="5293" y="17291"/>
                  </a:lnTo>
                  <a:lnTo>
                    <a:pt x="5480" y="17515"/>
                  </a:lnTo>
                  <a:lnTo>
                    <a:pt x="5667" y="17670"/>
                  </a:lnTo>
                  <a:lnTo>
                    <a:pt x="5854" y="17814"/>
                  </a:lnTo>
                  <a:lnTo>
                    <a:pt x="6041" y="17829"/>
                  </a:lnTo>
                  <a:lnTo>
                    <a:pt x="6228" y="17829"/>
                  </a:lnTo>
                  <a:lnTo>
                    <a:pt x="6415" y="17829"/>
                  </a:lnTo>
                  <a:lnTo>
                    <a:pt x="6602" y="17829"/>
                  </a:lnTo>
                  <a:lnTo>
                    <a:pt x="6789" y="17829"/>
                  </a:lnTo>
                  <a:lnTo>
                    <a:pt x="6976" y="17829"/>
                  </a:lnTo>
                  <a:lnTo>
                    <a:pt x="7162" y="17829"/>
                  </a:lnTo>
                  <a:lnTo>
                    <a:pt x="7349" y="17829"/>
                  </a:lnTo>
                  <a:lnTo>
                    <a:pt x="7536" y="17829"/>
                  </a:lnTo>
                  <a:lnTo>
                    <a:pt x="7723" y="17790"/>
                  </a:lnTo>
                  <a:lnTo>
                    <a:pt x="7910" y="17509"/>
                  </a:lnTo>
                  <a:lnTo>
                    <a:pt x="8097" y="17160"/>
                  </a:lnTo>
                  <a:lnTo>
                    <a:pt x="8284" y="16823"/>
                  </a:lnTo>
                  <a:lnTo>
                    <a:pt x="8471" y="16478"/>
                  </a:lnTo>
                  <a:lnTo>
                    <a:pt x="8658" y="16037"/>
                  </a:lnTo>
                  <a:lnTo>
                    <a:pt x="8845" y="15410"/>
                  </a:lnTo>
                  <a:lnTo>
                    <a:pt x="9032" y="14727"/>
                  </a:lnTo>
                  <a:lnTo>
                    <a:pt x="9219" y="14037"/>
                  </a:lnTo>
                  <a:lnTo>
                    <a:pt x="9406" y="13348"/>
                  </a:lnTo>
                  <a:lnTo>
                    <a:pt x="9592" y="12659"/>
                  </a:lnTo>
                  <a:lnTo>
                    <a:pt x="9779" y="11970"/>
                  </a:lnTo>
                  <a:lnTo>
                    <a:pt x="9966" y="11281"/>
                  </a:lnTo>
                  <a:lnTo>
                    <a:pt x="10153" y="10592"/>
                  </a:lnTo>
                  <a:lnTo>
                    <a:pt x="10340" y="9903"/>
                  </a:lnTo>
                  <a:lnTo>
                    <a:pt x="10527" y="9243"/>
                  </a:lnTo>
                  <a:lnTo>
                    <a:pt x="10714" y="8777"/>
                  </a:lnTo>
                  <a:lnTo>
                    <a:pt x="10901" y="8329"/>
                  </a:lnTo>
                  <a:lnTo>
                    <a:pt x="11088" y="7881"/>
                  </a:lnTo>
                  <a:lnTo>
                    <a:pt x="11275" y="7478"/>
                  </a:lnTo>
                  <a:lnTo>
                    <a:pt x="11462" y="7186"/>
                  </a:lnTo>
                  <a:lnTo>
                    <a:pt x="11649" y="7051"/>
                  </a:lnTo>
                  <a:lnTo>
                    <a:pt x="11835" y="6907"/>
                  </a:lnTo>
                  <a:lnTo>
                    <a:pt x="12022" y="6907"/>
                  </a:lnTo>
                  <a:lnTo>
                    <a:pt x="12209" y="6907"/>
                  </a:lnTo>
                  <a:lnTo>
                    <a:pt x="12396" y="6907"/>
                  </a:lnTo>
                  <a:lnTo>
                    <a:pt x="12583" y="6907"/>
                  </a:lnTo>
                  <a:lnTo>
                    <a:pt x="12770" y="6907"/>
                  </a:lnTo>
                  <a:lnTo>
                    <a:pt x="12957" y="6907"/>
                  </a:lnTo>
                  <a:lnTo>
                    <a:pt x="13144" y="6907"/>
                  </a:lnTo>
                  <a:lnTo>
                    <a:pt x="13331" y="6907"/>
                  </a:lnTo>
                  <a:lnTo>
                    <a:pt x="13518" y="6907"/>
                  </a:lnTo>
                  <a:lnTo>
                    <a:pt x="13705" y="6907"/>
                  </a:lnTo>
                  <a:lnTo>
                    <a:pt x="13892" y="6907"/>
                  </a:lnTo>
                  <a:lnTo>
                    <a:pt x="14079" y="6907"/>
                  </a:lnTo>
                  <a:lnTo>
                    <a:pt x="14265" y="6907"/>
                  </a:lnTo>
                  <a:lnTo>
                    <a:pt x="14452" y="6907"/>
                  </a:lnTo>
                  <a:lnTo>
                    <a:pt x="14639" y="6907"/>
                  </a:lnTo>
                  <a:lnTo>
                    <a:pt x="14826" y="6907"/>
                  </a:lnTo>
                  <a:lnTo>
                    <a:pt x="15013" y="6907"/>
                  </a:lnTo>
                  <a:lnTo>
                    <a:pt x="15200" y="6907"/>
                  </a:lnTo>
                  <a:lnTo>
                    <a:pt x="15387" y="6907"/>
                  </a:lnTo>
                  <a:lnTo>
                    <a:pt x="15574" y="6907"/>
                  </a:lnTo>
                  <a:lnTo>
                    <a:pt x="15761" y="6907"/>
                  </a:lnTo>
                  <a:lnTo>
                    <a:pt x="15948" y="6907"/>
                  </a:lnTo>
                  <a:lnTo>
                    <a:pt x="16135" y="7061"/>
                  </a:lnTo>
                  <a:lnTo>
                    <a:pt x="16322" y="7215"/>
                  </a:lnTo>
                  <a:lnTo>
                    <a:pt x="16509" y="7368"/>
                  </a:lnTo>
                  <a:lnTo>
                    <a:pt x="16695" y="7413"/>
                  </a:lnTo>
                  <a:lnTo>
                    <a:pt x="16882" y="7459"/>
                  </a:lnTo>
                  <a:lnTo>
                    <a:pt x="17069" y="7504"/>
                  </a:lnTo>
                  <a:lnTo>
                    <a:pt x="17256" y="7549"/>
                  </a:lnTo>
                  <a:lnTo>
                    <a:pt x="17443" y="7594"/>
                  </a:lnTo>
                  <a:lnTo>
                    <a:pt x="17630" y="7639"/>
                  </a:lnTo>
                  <a:lnTo>
                    <a:pt x="17817" y="7684"/>
                  </a:lnTo>
                  <a:lnTo>
                    <a:pt x="18004" y="7571"/>
                  </a:lnTo>
                  <a:lnTo>
                    <a:pt x="18191" y="7327"/>
                  </a:lnTo>
                  <a:lnTo>
                    <a:pt x="18378" y="7084"/>
                  </a:lnTo>
                  <a:lnTo>
                    <a:pt x="18565" y="6840"/>
                  </a:lnTo>
                  <a:lnTo>
                    <a:pt x="18752" y="6597"/>
                  </a:lnTo>
                  <a:lnTo>
                    <a:pt x="18938" y="6300"/>
                  </a:lnTo>
                  <a:lnTo>
                    <a:pt x="19125" y="5987"/>
                  </a:lnTo>
                  <a:lnTo>
                    <a:pt x="19312" y="5504"/>
                  </a:lnTo>
                  <a:lnTo>
                    <a:pt x="19499" y="5152"/>
                  </a:lnTo>
                  <a:lnTo>
                    <a:pt x="19686" y="4721"/>
                  </a:lnTo>
                  <a:lnTo>
                    <a:pt x="19873" y="4193"/>
                  </a:lnTo>
                  <a:lnTo>
                    <a:pt x="20060" y="3665"/>
                  </a:lnTo>
                  <a:lnTo>
                    <a:pt x="20247" y="3138"/>
                  </a:lnTo>
                  <a:lnTo>
                    <a:pt x="20434" y="2610"/>
                  </a:lnTo>
                  <a:lnTo>
                    <a:pt x="20621" y="2082"/>
                  </a:lnTo>
                  <a:lnTo>
                    <a:pt x="20808" y="1748"/>
                  </a:lnTo>
                  <a:lnTo>
                    <a:pt x="20995" y="1572"/>
                  </a:lnTo>
                  <a:lnTo>
                    <a:pt x="21182" y="1396"/>
                  </a:lnTo>
                  <a:lnTo>
                    <a:pt x="21368" y="1081"/>
                  </a:lnTo>
                  <a:lnTo>
                    <a:pt x="21555" y="1070"/>
                  </a:lnTo>
                  <a:lnTo>
                    <a:pt x="21742" y="950"/>
                  </a:lnTo>
                  <a:lnTo>
                    <a:pt x="21929" y="836"/>
                  </a:lnTo>
                  <a:lnTo>
                    <a:pt x="22116" y="775"/>
                  </a:lnTo>
                  <a:lnTo>
                    <a:pt x="22303" y="713"/>
                  </a:lnTo>
                  <a:lnTo>
                    <a:pt x="22490" y="700"/>
                  </a:lnTo>
                  <a:lnTo>
                    <a:pt x="22677" y="744"/>
                  </a:lnTo>
                  <a:lnTo>
                    <a:pt x="22864" y="788"/>
                  </a:lnTo>
                  <a:lnTo>
                    <a:pt x="23051" y="832"/>
                  </a:lnTo>
                  <a:lnTo>
                    <a:pt x="23238" y="876"/>
                  </a:lnTo>
                  <a:lnTo>
                    <a:pt x="23425" y="920"/>
                  </a:lnTo>
                  <a:lnTo>
                    <a:pt x="23612" y="965"/>
                  </a:lnTo>
                  <a:lnTo>
                    <a:pt x="23798" y="1009"/>
                  </a:lnTo>
                  <a:lnTo>
                    <a:pt x="23985" y="1053"/>
                  </a:lnTo>
                  <a:lnTo>
                    <a:pt x="24172" y="1099"/>
                  </a:lnTo>
                  <a:lnTo>
                    <a:pt x="24359" y="1173"/>
                  </a:lnTo>
                  <a:lnTo>
                    <a:pt x="24546" y="1197"/>
                  </a:lnTo>
                  <a:lnTo>
                    <a:pt x="24733" y="1335"/>
                  </a:lnTo>
                  <a:lnTo>
                    <a:pt x="24920" y="1586"/>
                  </a:lnTo>
                  <a:lnTo>
                    <a:pt x="25107" y="1906"/>
                  </a:lnTo>
                  <a:lnTo>
                    <a:pt x="25294" y="2235"/>
                  </a:lnTo>
                  <a:lnTo>
                    <a:pt x="25481" y="2601"/>
                  </a:lnTo>
                  <a:lnTo>
                    <a:pt x="25668" y="2799"/>
                  </a:lnTo>
                  <a:lnTo>
                    <a:pt x="25855" y="2943"/>
                  </a:lnTo>
                  <a:lnTo>
                    <a:pt x="26041" y="3087"/>
                  </a:lnTo>
                  <a:lnTo>
                    <a:pt x="26228" y="3108"/>
                  </a:lnTo>
                  <a:lnTo>
                    <a:pt x="26415" y="3122"/>
                  </a:lnTo>
                  <a:lnTo>
                    <a:pt x="26602" y="3136"/>
                  </a:lnTo>
                  <a:lnTo>
                    <a:pt x="26789" y="3244"/>
                  </a:lnTo>
                  <a:lnTo>
                    <a:pt x="26976" y="3384"/>
                  </a:lnTo>
                  <a:lnTo>
                    <a:pt x="27163" y="3523"/>
                  </a:lnTo>
                  <a:lnTo>
                    <a:pt x="27350" y="3663"/>
                  </a:lnTo>
                  <a:lnTo>
                    <a:pt x="27537" y="3803"/>
                  </a:lnTo>
                  <a:lnTo>
                    <a:pt x="27724" y="3873"/>
                  </a:lnTo>
                  <a:lnTo>
                    <a:pt x="27911" y="3878"/>
                  </a:lnTo>
                  <a:lnTo>
                    <a:pt x="28098" y="3846"/>
                  </a:lnTo>
                  <a:lnTo>
                    <a:pt x="28285" y="3670"/>
                  </a:lnTo>
                  <a:lnTo>
                    <a:pt x="28471" y="3502"/>
                  </a:lnTo>
                  <a:lnTo>
                    <a:pt x="28658" y="3456"/>
                  </a:lnTo>
                  <a:lnTo>
                    <a:pt x="28845" y="3411"/>
                  </a:lnTo>
                  <a:lnTo>
                    <a:pt x="29032" y="3377"/>
                  </a:lnTo>
                  <a:lnTo>
                    <a:pt x="29219" y="3373"/>
                  </a:lnTo>
                  <a:lnTo>
                    <a:pt x="29406" y="3370"/>
                  </a:lnTo>
                  <a:lnTo>
                    <a:pt x="29593" y="3253"/>
                  </a:lnTo>
                  <a:lnTo>
                    <a:pt x="29780" y="3100"/>
                  </a:lnTo>
                  <a:lnTo>
                    <a:pt x="29967" y="2946"/>
                  </a:lnTo>
                  <a:lnTo>
                    <a:pt x="30154" y="2792"/>
                  </a:lnTo>
                  <a:lnTo>
                    <a:pt x="30341" y="2638"/>
                  </a:lnTo>
                  <a:lnTo>
                    <a:pt x="30528" y="2484"/>
                  </a:lnTo>
                  <a:lnTo>
                    <a:pt x="30714" y="2331"/>
                  </a:lnTo>
                  <a:lnTo>
                    <a:pt x="30901" y="2177"/>
                  </a:lnTo>
                  <a:lnTo>
                    <a:pt x="31088" y="1987"/>
                  </a:lnTo>
                  <a:lnTo>
                    <a:pt x="31275" y="1798"/>
                  </a:lnTo>
                  <a:lnTo>
                    <a:pt x="31462" y="1608"/>
                  </a:lnTo>
                  <a:lnTo>
                    <a:pt x="31649" y="1428"/>
                  </a:lnTo>
                  <a:lnTo>
                    <a:pt x="31836" y="1342"/>
                  </a:lnTo>
                  <a:lnTo>
                    <a:pt x="32023" y="1224"/>
                  </a:lnTo>
                  <a:lnTo>
                    <a:pt x="32210" y="1044"/>
                  </a:lnTo>
                  <a:lnTo>
                    <a:pt x="32397" y="865"/>
                  </a:lnTo>
                  <a:lnTo>
                    <a:pt x="32584" y="510"/>
                  </a:lnTo>
                  <a:lnTo>
                    <a:pt x="32771" y="267"/>
                  </a:lnTo>
                  <a:lnTo>
                    <a:pt x="32958" y="145"/>
                  </a:lnTo>
                  <a:lnTo>
                    <a:pt x="33144" y="50"/>
                  </a:lnTo>
                  <a:lnTo>
                    <a:pt x="33331" y="0"/>
                  </a:lnTo>
                  <a:lnTo>
                    <a:pt x="33518" y="93"/>
                  </a:lnTo>
                  <a:lnTo>
                    <a:pt x="33705" y="242"/>
                  </a:lnTo>
                  <a:lnTo>
                    <a:pt x="33892" y="675"/>
                  </a:lnTo>
                  <a:lnTo>
                    <a:pt x="34079" y="1144"/>
                  </a:lnTo>
                  <a:lnTo>
                    <a:pt x="34266" y="1613"/>
                  </a:lnTo>
                  <a:lnTo>
                    <a:pt x="34453" y="2082"/>
                  </a:lnTo>
                  <a:lnTo>
                    <a:pt x="34640" y="2486"/>
                  </a:lnTo>
                  <a:lnTo>
                    <a:pt x="34827" y="3034"/>
                  </a:lnTo>
                  <a:lnTo>
                    <a:pt x="35014" y="3678"/>
                  </a:lnTo>
                  <a:lnTo>
                    <a:pt x="35201" y="4323"/>
                  </a:lnTo>
                  <a:lnTo>
                    <a:pt x="35388" y="5144"/>
                  </a:lnTo>
                  <a:lnTo>
                    <a:pt x="35574" y="5857"/>
                  </a:lnTo>
                  <a:lnTo>
                    <a:pt x="35761" y="6454"/>
                  </a:lnTo>
                  <a:lnTo>
                    <a:pt x="35948" y="7052"/>
                  </a:lnTo>
                  <a:lnTo>
                    <a:pt x="36135" y="7589"/>
                  </a:lnTo>
                  <a:lnTo>
                    <a:pt x="36322" y="7967"/>
                  </a:lnTo>
                  <a:lnTo>
                    <a:pt x="36509" y="8319"/>
                  </a:lnTo>
                  <a:lnTo>
                    <a:pt x="36696" y="8539"/>
                  </a:lnTo>
                  <a:lnTo>
                    <a:pt x="36883" y="8574"/>
                  </a:lnTo>
                  <a:lnTo>
                    <a:pt x="37070" y="8574"/>
                  </a:lnTo>
                  <a:lnTo>
                    <a:pt x="37257" y="8574"/>
                  </a:lnTo>
                  <a:lnTo>
                    <a:pt x="37444" y="8574"/>
                  </a:lnTo>
                  <a:lnTo>
                    <a:pt x="37631" y="8574"/>
                  </a:lnTo>
                  <a:lnTo>
                    <a:pt x="37817" y="8574"/>
                  </a:lnTo>
                  <a:lnTo>
                    <a:pt x="38004" y="8574"/>
                  </a:lnTo>
                  <a:lnTo>
                    <a:pt x="38191" y="8565"/>
                  </a:lnTo>
                  <a:lnTo>
                    <a:pt x="38378" y="8390"/>
                  </a:lnTo>
                  <a:lnTo>
                    <a:pt x="38565" y="8214"/>
                  </a:lnTo>
                  <a:lnTo>
                    <a:pt x="38752" y="8038"/>
                  </a:lnTo>
                  <a:lnTo>
                    <a:pt x="38939" y="8029"/>
                  </a:lnTo>
                  <a:lnTo>
                    <a:pt x="39126" y="8214"/>
                  </a:lnTo>
                  <a:lnTo>
                    <a:pt x="39313" y="8419"/>
                  </a:lnTo>
                  <a:lnTo>
                    <a:pt x="39500" y="8672"/>
                  </a:lnTo>
                  <a:lnTo>
                    <a:pt x="39687" y="9040"/>
                  </a:lnTo>
                  <a:lnTo>
                    <a:pt x="39874" y="9437"/>
                  </a:lnTo>
                  <a:lnTo>
                    <a:pt x="40061" y="9936"/>
                  </a:lnTo>
                  <a:lnTo>
                    <a:pt x="40247" y="10376"/>
                  </a:lnTo>
                  <a:lnTo>
                    <a:pt x="40434" y="10662"/>
                  </a:lnTo>
                  <a:lnTo>
                    <a:pt x="40621" y="10997"/>
                  </a:lnTo>
                  <a:lnTo>
                    <a:pt x="40808" y="11384"/>
                  </a:lnTo>
                  <a:lnTo>
                    <a:pt x="40995" y="11831"/>
                  </a:lnTo>
                  <a:lnTo>
                    <a:pt x="41182" y="12361"/>
                  </a:lnTo>
                  <a:lnTo>
                    <a:pt x="41369" y="12890"/>
                  </a:lnTo>
                  <a:lnTo>
                    <a:pt x="41556" y="13420"/>
                  </a:lnTo>
                  <a:lnTo>
                    <a:pt x="41743" y="13770"/>
                  </a:lnTo>
                  <a:lnTo>
                    <a:pt x="41930" y="14036"/>
                  </a:lnTo>
                  <a:lnTo>
                    <a:pt x="42117" y="14302"/>
                  </a:lnTo>
                  <a:lnTo>
                    <a:pt x="42304" y="14263"/>
                  </a:lnTo>
                  <a:lnTo>
                    <a:pt x="42490" y="14134"/>
                  </a:lnTo>
                  <a:lnTo>
                    <a:pt x="42677" y="13968"/>
                  </a:lnTo>
                  <a:lnTo>
                    <a:pt x="42864" y="13765"/>
                  </a:lnTo>
                  <a:lnTo>
                    <a:pt x="43051" y="13506"/>
                  </a:lnTo>
                  <a:lnTo>
                    <a:pt x="43238" y="13288"/>
                  </a:lnTo>
                  <a:lnTo>
                    <a:pt x="43425" y="13021"/>
                  </a:lnTo>
                  <a:lnTo>
                    <a:pt x="43612" y="12443"/>
                  </a:lnTo>
                  <a:lnTo>
                    <a:pt x="43799" y="11550"/>
                  </a:lnTo>
                  <a:lnTo>
                    <a:pt x="43986" y="10657"/>
                  </a:lnTo>
                  <a:lnTo>
                    <a:pt x="44173" y="10004"/>
                  </a:lnTo>
                  <a:lnTo>
                    <a:pt x="44360" y="9367"/>
                  </a:lnTo>
                  <a:lnTo>
                    <a:pt x="44547" y="8811"/>
                  </a:lnTo>
                  <a:lnTo>
                    <a:pt x="44734" y="8378"/>
                  </a:lnTo>
                  <a:lnTo>
                    <a:pt x="44920" y="7945"/>
                  </a:lnTo>
                  <a:lnTo>
                    <a:pt x="45107" y="7731"/>
                  </a:lnTo>
                  <a:lnTo>
                    <a:pt x="45294" y="7774"/>
                  </a:lnTo>
                  <a:lnTo>
                    <a:pt x="45481" y="7756"/>
                  </a:lnTo>
                  <a:lnTo>
                    <a:pt x="45668" y="7717"/>
                  </a:lnTo>
                  <a:lnTo>
                    <a:pt x="45855" y="7809"/>
                  </a:lnTo>
                  <a:lnTo>
                    <a:pt x="46042" y="8007"/>
                  </a:lnTo>
                  <a:lnTo>
                    <a:pt x="46229" y="8257"/>
                  </a:lnTo>
                  <a:lnTo>
                    <a:pt x="46416" y="8546"/>
                  </a:lnTo>
                  <a:lnTo>
                    <a:pt x="46603" y="8835"/>
                  </a:lnTo>
                  <a:lnTo>
                    <a:pt x="46790" y="9123"/>
                  </a:lnTo>
                  <a:lnTo>
                    <a:pt x="46977" y="9365"/>
                  </a:lnTo>
                  <a:lnTo>
                    <a:pt x="47164" y="9592"/>
                  </a:lnTo>
                  <a:lnTo>
                    <a:pt x="47350" y="9628"/>
                  </a:lnTo>
                  <a:lnTo>
                    <a:pt x="47537" y="9664"/>
                  </a:lnTo>
                  <a:lnTo>
                    <a:pt x="47724" y="9700"/>
                  </a:lnTo>
                  <a:lnTo>
                    <a:pt x="47911" y="9708"/>
                  </a:lnTo>
                  <a:lnTo>
                    <a:pt x="48098" y="9634"/>
                  </a:lnTo>
                  <a:lnTo>
                    <a:pt x="48285" y="9702"/>
                  </a:lnTo>
                  <a:lnTo>
                    <a:pt x="48472" y="9848"/>
                  </a:lnTo>
                  <a:lnTo>
                    <a:pt x="48659" y="9950"/>
                  </a:lnTo>
                  <a:lnTo>
                    <a:pt x="48846" y="9947"/>
                  </a:lnTo>
                  <a:lnTo>
                    <a:pt x="49033" y="9902"/>
                  </a:lnTo>
                  <a:lnTo>
                    <a:pt x="49220" y="9902"/>
                  </a:lnTo>
                  <a:lnTo>
                    <a:pt x="49407" y="9902"/>
                  </a:lnTo>
                  <a:lnTo>
                    <a:pt x="49593" y="9902"/>
                  </a:lnTo>
                  <a:lnTo>
                    <a:pt x="49780" y="9902"/>
                  </a:lnTo>
                  <a:lnTo>
                    <a:pt x="49967" y="9902"/>
                  </a:lnTo>
                  <a:lnTo>
                    <a:pt x="50154" y="9902"/>
                  </a:lnTo>
                  <a:lnTo>
                    <a:pt x="50341" y="9902"/>
                  </a:lnTo>
                  <a:lnTo>
                    <a:pt x="50528" y="9902"/>
                  </a:lnTo>
                  <a:lnTo>
                    <a:pt x="50715" y="9902"/>
                  </a:lnTo>
                  <a:lnTo>
                    <a:pt x="50902" y="9902"/>
                  </a:lnTo>
                  <a:lnTo>
                    <a:pt x="51089" y="9902"/>
                  </a:lnTo>
                  <a:lnTo>
                    <a:pt x="51276" y="9902"/>
                  </a:lnTo>
                  <a:lnTo>
                    <a:pt x="51463" y="9902"/>
                  </a:lnTo>
                  <a:lnTo>
                    <a:pt x="51650" y="9902"/>
                  </a:lnTo>
                  <a:lnTo>
                    <a:pt x="51837" y="9902"/>
                  </a:lnTo>
                  <a:lnTo>
                    <a:pt x="52023" y="9902"/>
                  </a:lnTo>
                  <a:lnTo>
                    <a:pt x="52210" y="9902"/>
                  </a:lnTo>
                  <a:lnTo>
                    <a:pt x="52397" y="9902"/>
                  </a:lnTo>
                  <a:lnTo>
                    <a:pt x="52584" y="9902"/>
                  </a:lnTo>
                  <a:lnTo>
                    <a:pt x="52771" y="9902"/>
                  </a:lnTo>
                  <a:lnTo>
                    <a:pt x="52958" y="9902"/>
                  </a:lnTo>
                  <a:lnTo>
                    <a:pt x="53145" y="9902"/>
                  </a:lnTo>
                  <a:lnTo>
                    <a:pt x="53332" y="9902"/>
                  </a:lnTo>
                  <a:lnTo>
                    <a:pt x="53519" y="9887"/>
                  </a:lnTo>
                  <a:lnTo>
                    <a:pt x="53706" y="9887"/>
                  </a:lnTo>
                  <a:lnTo>
                    <a:pt x="53893" y="9923"/>
                  </a:lnTo>
                  <a:lnTo>
                    <a:pt x="54080" y="10067"/>
                  </a:lnTo>
                  <a:lnTo>
                    <a:pt x="54267" y="10299"/>
                  </a:lnTo>
                  <a:lnTo>
                    <a:pt x="54453" y="10555"/>
                  </a:lnTo>
                  <a:lnTo>
                    <a:pt x="54640" y="10811"/>
                  </a:lnTo>
                  <a:lnTo>
                    <a:pt x="54827" y="11068"/>
                  </a:lnTo>
                  <a:lnTo>
                    <a:pt x="55014" y="11324"/>
                  </a:lnTo>
                  <a:lnTo>
                    <a:pt x="55201" y="11580"/>
                  </a:lnTo>
                  <a:lnTo>
                    <a:pt x="55388" y="11995"/>
                  </a:lnTo>
                  <a:lnTo>
                    <a:pt x="55575" y="12539"/>
                  </a:lnTo>
                  <a:lnTo>
                    <a:pt x="55762" y="13084"/>
                  </a:lnTo>
                  <a:lnTo>
                    <a:pt x="55949" y="13629"/>
                  </a:lnTo>
                  <a:lnTo>
                    <a:pt x="56136" y="14174"/>
                  </a:lnTo>
                  <a:lnTo>
                    <a:pt x="56323" y="14766"/>
                  </a:lnTo>
                  <a:lnTo>
                    <a:pt x="56510" y="15356"/>
                  </a:lnTo>
                  <a:lnTo>
                    <a:pt x="56696" y="16029"/>
                  </a:lnTo>
                  <a:lnTo>
                    <a:pt x="56883" y="16570"/>
                  </a:lnTo>
                  <a:lnTo>
                    <a:pt x="57070" y="17155"/>
                  </a:lnTo>
                  <a:lnTo>
                    <a:pt x="57257" y="17683"/>
                  </a:lnTo>
                  <a:lnTo>
                    <a:pt x="57444" y="18211"/>
                  </a:lnTo>
                  <a:lnTo>
                    <a:pt x="57475" y="1829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8988" y="3209660"/>
              <a:ext cx="66017" cy="21501"/>
            </a:xfrm>
            <a:custGeom>
              <a:avLst/>
              <a:pathLst>
                <a:path w="66017" h="21501">
                  <a:moveTo>
                    <a:pt x="0" y="21501"/>
                  </a:moveTo>
                  <a:lnTo>
                    <a:pt x="37" y="21416"/>
                  </a:lnTo>
                  <a:lnTo>
                    <a:pt x="224" y="20994"/>
                  </a:lnTo>
                  <a:lnTo>
                    <a:pt x="411" y="20573"/>
                  </a:lnTo>
                  <a:lnTo>
                    <a:pt x="598" y="20152"/>
                  </a:lnTo>
                  <a:lnTo>
                    <a:pt x="785" y="19731"/>
                  </a:lnTo>
                  <a:lnTo>
                    <a:pt x="972" y="19309"/>
                  </a:lnTo>
                  <a:lnTo>
                    <a:pt x="1159" y="18888"/>
                  </a:lnTo>
                  <a:lnTo>
                    <a:pt x="1346" y="18467"/>
                  </a:lnTo>
                  <a:lnTo>
                    <a:pt x="1533" y="18091"/>
                  </a:lnTo>
                  <a:lnTo>
                    <a:pt x="1720" y="17790"/>
                  </a:lnTo>
                  <a:lnTo>
                    <a:pt x="1906" y="17513"/>
                  </a:lnTo>
                  <a:lnTo>
                    <a:pt x="2093" y="17359"/>
                  </a:lnTo>
                  <a:lnTo>
                    <a:pt x="2280" y="17215"/>
                  </a:lnTo>
                  <a:lnTo>
                    <a:pt x="2467" y="17061"/>
                  </a:lnTo>
                  <a:lnTo>
                    <a:pt x="2654" y="16872"/>
                  </a:lnTo>
                  <a:lnTo>
                    <a:pt x="2841" y="16682"/>
                  </a:lnTo>
                  <a:lnTo>
                    <a:pt x="3028" y="16493"/>
                  </a:lnTo>
                  <a:lnTo>
                    <a:pt x="3215" y="16303"/>
                  </a:lnTo>
                  <a:lnTo>
                    <a:pt x="3402" y="16114"/>
                  </a:lnTo>
                  <a:lnTo>
                    <a:pt x="3589" y="15924"/>
                  </a:lnTo>
                  <a:lnTo>
                    <a:pt x="3776" y="15735"/>
                  </a:lnTo>
                  <a:lnTo>
                    <a:pt x="3963" y="15545"/>
                  </a:lnTo>
                  <a:lnTo>
                    <a:pt x="4149" y="15356"/>
                  </a:lnTo>
                  <a:lnTo>
                    <a:pt x="4336" y="15166"/>
                  </a:lnTo>
                  <a:lnTo>
                    <a:pt x="4523" y="14977"/>
                  </a:lnTo>
                  <a:lnTo>
                    <a:pt x="4710" y="14779"/>
                  </a:lnTo>
                  <a:lnTo>
                    <a:pt x="4897" y="14569"/>
                  </a:lnTo>
                  <a:lnTo>
                    <a:pt x="5084" y="14242"/>
                  </a:lnTo>
                  <a:lnTo>
                    <a:pt x="5271" y="13951"/>
                  </a:lnTo>
                  <a:lnTo>
                    <a:pt x="5458" y="13852"/>
                  </a:lnTo>
                  <a:lnTo>
                    <a:pt x="5645" y="13753"/>
                  </a:lnTo>
                  <a:lnTo>
                    <a:pt x="5832" y="13771"/>
                  </a:lnTo>
                  <a:lnTo>
                    <a:pt x="6019" y="13813"/>
                  </a:lnTo>
                  <a:lnTo>
                    <a:pt x="6206" y="13843"/>
                  </a:lnTo>
                  <a:lnTo>
                    <a:pt x="6393" y="13767"/>
                  </a:lnTo>
                  <a:lnTo>
                    <a:pt x="6579" y="13653"/>
                  </a:lnTo>
                  <a:lnTo>
                    <a:pt x="6766" y="13452"/>
                  </a:lnTo>
                  <a:lnTo>
                    <a:pt x="6953" y="13250"/>
                  </a:lnTo>
                  <a:lnTo>
                    <a:pt x="7140" y="13049"/>
                  </a:lnTo>
                  <a:lnTo>
                    <a:pt x="7327" y="12847"/>
                  </a:lnTo>
                  <a:lnTo>
                    <a:pt x="7514" y="12652"/>
                  </a:lnTo>
                  <a:lnTo>
                    <a:pt x="7701" y="12576"/>
                  </a:lnTo>
                  <a:lnTo>
                    <a:pt x="7888" y="12618"/>
                  </a:lnTo>
                  <a:lnTo>
                    <a:pt x="8075" y="12636"/>
                  </a:lnTo>
                  <a:lnTo>
                    <a:pt x="8262" y="12654"/>
                  </a:lnTo>
                  <a:lnTo>
                    <a:pt x="8449" y="12696"/>
                  </a:lnTo>
                  <a:lnTo>
                    <a:pt x="8636" y="12738"/>
                  </a:lnTo>
                  <a:lnTo>
                    <a:pt x="8823" y="12667"/>
                  </a:lnTo>
                  <a:lnTo>
                    <a:pt x="9009" y="12568"/>
                  </a:lnTo>
                  <a:lnTo>
                    <a:pt x="9196" y="12569"/>
                  </a:lnTo>
                  <a:lnTo>
                    <a:pt x="9383" y="12544"/>
                  </a:lnTo>
                  <a:lnTo>
                    <a:pt x="9570" y="12621"/>
                  </a:lnTo>
                  <a:lnTo>
                    <a:pt x="9757" y="12874"/>
                  </a:lnTo>
                  <a:lnTo>
                    <a:pt x="9944" y="13126"/>
                  </a:lnTo>
                  <a:lnTo>
                    <a:pt x="10131" y="13379"/>
                  </a:lnTo>
                  <a:lnTo>
                    <a:pt x="10318" y="13632"/>
                  </a:lnTo>
                  <a:lnTo>
                    <a:pt x="10505" y="13884"/>
                  </a:lnTo>
                  <a:lnTo>
                    <a:pt x="10692" y="14137"/>
                  </a:lnTo>
                  <a:lnTo>
                    <a:pt x="10879" y="14389"/>
                  </a:lnTo>
                  <a:lnTo>
                    <a:pt x="11066" y="14630"/>
                  </a:lnTo>
                  <a:lnTo>
                    <a:pt x="11252" y="14835"/>
                  </a:lnTo>
                  <a:lnTo>
                    <a:pt x="11439" y="15013"/>
                  </a:lnTo>
                  <a:lnTo>
                    <a:pt x="11626" y="15171"/>
                  </a:lnTo>
                  <a:lnTo>
                    <a:pt x="11813" y="15347"/>
                  </a:lnTo>
                  <a:lnTo>
                    <a:pt x="12000" y="15426"/>
                  </a:lnTo>
                  <a:lnTo>
                    <a:pt x="12187" y="15602"/>
                  </a:lnTo>
                  <a:lnTo>
                    <a:pt x="12374" y="15778"/>
                  </a:lnTo>
                  <a:lnTo>
                    <a:pt x="12561" y="15778"/>
                  </a:lnTo>
                  <a:lnTo>
                    <a:pt x="12748" y="15778"/>
                  </a:lnTo>
                  <a:lnTo>
                    <a:pt x="12935" y="15778"/>
                  </a:lnTo>
                  <a:lnTo>
                    <a:pt x="13122" y="15778"/>
                  </a:lnTo>
                  <a:lnTo>
                    <a:pt x="13309" y="15778"/>
                  </a:lnTo>
                  <a:lnTo>
                    <a:pt x="13496" y="15778"/>
                  </a:lnTo>
                  <a:lnTo>
                    <a:pt x="13682" y="15761"/>
                  </a:lnTo>
                  <a:lnTo>
                    <a:pt x="13869" y="15435"/>
                  </a:lnTo>
                  <a:lnTo>
                    <a:pt x="14056" y="15224"/>
                  </a:lnTo>
                  <a:lnTo>
                    <a:pt x="14243" y="14925"/>
                  </a:lnTo>
                  <a:lnTo>
                    <a:pt x="14430" y="14573"/>
                  </a:lnTo>
                  <a:lnTo>
                    <a:pt x="14617" y="14221"/>
                  </a:lnTo>
                  <a:lnTo>
                    <a:pt x="14804" y="13869"/>
                  </a:lnTo>
                  <a:lnTo>
                    <a:pt x="14991" y="13518"/>
                  </a:lnTo>
                  <a:lnTo>
                    <a:pt x="15178" y="13166"/>
                  </a:lnTo>
                  <a:lnTo>
                    <a:pt x="15365" y="12805"/>
                  </a:lnTo>
                  <a:lnTo>
                    <a:pt x="15552" y="12453"/>
                  </a:lnTo>
                  <a:lnTo>
                    <a:pt x="15739" y="12101"/>
                  </a:lnTo>
                  <a:lnTo>
                    <a:pt x="15926" y="11750"/>
                  </a:lnTo>
                  <a:lnTo>
                    <a:pt x="16112" y="11398"/>
                  </a:lnTo>
                  <a:lnTo>
                    <a:pt x="16299" y="10861"/>
                  </a:lnTo>
                  <a:lnTo>
                    <a:pt x="16486" y="10542"/>
                  </a:lnTo>
                  <a:lnTo>
                    <a:pt x="16673" y="10471"/>
                  </a:lnTo>
                  <a:lnTo>
                    <a:pt x="16860" y="10344"/>
                  </a:lnTo>
                  <a:lnTo>
                    <a:pt x="17047" y="10300"/>
                  </a:lnTo>
                  <a:lnTo>
                    <a:pt x="17234" y="10198"/>
                  </a:lnTo>
                  <a:lnTo>
                    <a:pt x="17421" y="10156"/>
                  </a:lnTo>
                  <a:lnTo>
                    <a:pt x="17608" y="10135"/>
                  </a:lnTo>
                  <a:lnTo>
                    <a:pt x="17795" y="10021"/>
                  </a:lnTo>
                  <a:lnTo>
                    <a:pt x="17982" y="9854"/>
                  </a:lnTo>
                  <a:lnTo>
                    <a:pt x="18169" y="9643"/>
                  </a:lnTo>
                  <a:lnTo>
                    <a:pt x="18355" y="9479"/>
                  </a:lnTo>
                  <a:lnTo>
                    <a:pt x="18542" y="9314"/>
                  </a:lnTo>
                  <a:lnTo>
                    <a:pt x="18729" y="9150"/>
                  </a:lnTo>
                  <a:lnTo>
                    <a:pt x="18916" y="8999"/>
                  </a:lnTo>
                  <a:lnTo>
                    <a:pt x="19103" y="8922"/>
                  </a:lnTo>
                  <a:lnTo>
                    <a:pt x="19290" y="8836"/>
                  </a:lnTo>
                  <a:lnTo>
                    <a:pt x="19477" y="8895"/>
                  </a:lnTo>
                  <a:lnTo>
                    <a:pt x="19664" y="9005"/>
                  </a:lnTo>
                  <a:lnTo>
                    <a:pt x="19851" y="8981"/>
                  </a:lnTo>
                  <a:lnTo>
                    <a:pt x="20038" y="8994"/>
                  </a:lnTo>
                  <a:lnTo>
                    <a:pt x="20225" y="9064"/>
                  </a:lnTo>
                  <a:lnTo>
                    <a:pt x="20412" y="9092"/>
                  </a:lnTo>
                  <a:lnTo>
                    <a:pt x="20599" y="9170"/>
                  </a:lnTo>
                  <a:lnTo>
                    <a:pt x="20785" y="9558"/>
                  </a:lnTo>
                  <a:lnTo>
                    <a:pt x="20972" y="10262"/>
                  </a:lnTo>
                  <a:lnTo>
                    <a:pt x="21159" y="10965"/>
                  </a:lnTo>
                  <a:lnTo>
                    <a:pt x="21346" y="11429"/>
                  </a:lnTo>
                  <a:lnTo>
                    <a:pt x="21533" y="11877"/>
                  </a:lnTo>
                  <a:lnTo>
                    <a:pt x="21720" y="12243"/>
                  </a:lnTo>
                  <a:lnTo>
                    <a:pt x="21907" y="12486"/>
                  </a:lnTo>
                  <a:lnTo>
                    <a:pt x="22094" y="12730"/>
                  </a:lnTo>
                  <a:lnTo>
                    <a:pt x="22281" y="12793"/>
                  </a:lnTo>
                  <a:lnTo>
                    <a:pt x="22468" y="12842"/>
                  </a:lnTo>
                  <a:lnTo>
                    <a:pt x="22655" y="13020"/>
                  </a:lnTo>
                  <a:lnTo>
                    <a:pt x="22842" y="13206"/>
                  </a:lnTo>
                  <a:lnTo>
                    <a:pt x="23028" y="13305"/>
                  </a:lnTo>
                  <a:lnTo>
                    <a:pt x="23215" y="13404"/>
                  </a:lnTo>
                  <a:lnTo>
                    <a:pt x="23402" y="13389"/>
                  </a:lnTo>
                  <a:lnTo>
                    <a:pt x="23589" y="13286"/>
                  </a:lnTo>
                  <a:lnTo>
                    <a:pt x="23776" y="13033"/>
                  </a:lnTo>
                  <a:lnTo>
                    <a:pt x="23963" y="12781"/>
                  </a:lnTo>
                  <a:lnTo>
                    <a:pt x="24150" y="12576"/>
                  </a:lnTo>
                  <a:lnTo>
                    <a:pt x="24337" y="12384"/>
                  </a:lnTo>
                  <a:lnTo>
                    <a:pt x="24524" y="12384"/>
                  </a:lnTo>
                  <a:lnTo>
                    <a:pt x="24711" y="12384"/>
                  </a:lnTo>
                  <a:lnTo>
                    <a:pt x="24898" y="12384"/>
                  </a:lnTo>
                  <a:lnTo>
                    <a:pt x="25085" y="12322"/>
                  </a:lnTo>
                  <a:lnTo>
                    <a:pt x="25272" y="12032"/>
                  </a:lnTo>
                  <a:lnTo>
                    <a:pt x="25458" y="11584"/>
                  </a:lnTo>
                  <a:lnTo>
                    <a:pt x="25645" y="11056"/>
                  </a:lnTo>
                  <a:lnTo>
                    <a:pt x="25832" y="10396"/>
                  </a:lnTo>
                  <a:lnTo>
                    <a:pt x="26019" y="9693"/>
                  </a:lnTo>
                  <a:lnTo>
                    <a:pt x="26206" y="9103"/>
                  </a:lnTo>
                  <a:lnTo>
                    <a:pt x="26393" y="8461"/>
                  </a:lnTo>
                  <a:lnTo>
                    <a:pt x="26580" y="7933"/>
                  </a:lnTo>
                  <a:lnTo>
                    <a:pt x="26767" y="7282"/>
                  </a:lnTo>
                  <a:lnTo>
                    <a:pt x="26954" y="6579"/>
                  </a:lnTo>
                  <a:lnTo>
                    <a:pt x="27141" y="5875"/>
                  </a:lnTo>
                  <a:lnTo>
                    <a:pt x="27328" y="5171"/>
                  </a:lnTo>
                  <a:lnTo>
                    <a:pt x="27515" y="4468"/>
                  </a:lnTo>
                  <a:lnTo>
                    <a:pt x="27702" y="3764"/>
                  </a:lnTo>
                  <a:lnTo>
                    <a:pt x="27888" y="3122"/>
                  </a:lnTo>
                  <a:lnTo>
                    <a:pt x="28075" y="2594"/>
                  </a:lnTo>
                  <a:lnTo>
                    <a:pt x="28262" y="2067"/>
                  </a:lnTo>
                  <a:lnTo>
                    <a:pt x="28449" y="1539"/>
                  </a:lnTo>
                  <a:lnTo>
                    <a:pt x="28636" y="1143"/>
                  </a:lnTo>
                  <a:lnTo>
                    <a:pt x="28823" y="791"/>
                  </a:lnTo>
                  <a:lnTo>
                    <a:pt x="29010" y="439"/>
                  </a:lnTo>
                  <a:lnTo>
                    <a:pt x="29197" y="228"/>
                  </a:lnTo>
                  <a:lnTo>
                    <a:pt x="29384" y="52"/>
                  </a:lnTo>
                  <a:lnTo>
                    <a:pt x="29571" y="0"/>
                  </a:lnTo>
                  <a:lnTo>
                    <a:pt x="29758" y="0"/>
                  </a:lnTo>
                  <a:lnTo>
                    <a:pt x="29945" y="277"/>
                  </a:lnTo>
                  <a:lnTo>
                    <a:pt x="30131" y="685"/>
                  </a:lnTo>
                  <a:lnTo>
                    <a:pt x="30318" y="1129"/>
                  </a:lnTo>
                  <a:lnTo>
                    <a:pt x="30505" y="1414"/>
                  </a:lnTo>
                  <a:lnTo>
                    <a:pt x="30692" y="1649"/>
                  </a:lnTo>
                  <a:lnTo>
                    <a:pt x="30879" y="1860"/>
                  </a:lnTo>
                  <a:lnTo>
                    <a:pt x="31066" y="2036"/>
                  </a:lnTo>
                  <a:lnTo>
                    <a:pt x="31253" y="2212"/>
                  </a:lnTo>
                  <a:lnTo>
                    <a:pt x="31440" y="2300"/>
                  </a:lnTo>
                  <a:lnTo>
                    <a:pt x="31627" y="2364"/>
                  </a:lnTo>
                  <a:lnTo>
                    <a:pt x="31814" y="2428"/>
                  </a:lnTo>
                  <a:lnTo>
                    <a:pt x="32001" y="2493"/>
                  </a:lnTo>
                  <a:lnTo>
                    <a:pt x="32188" y="2557"/>
                  </a:lnTo>
                  <a:lnTo>
                    <a:pt x="32375" y="2621"/>
                  </a:lnTo>
                  <a:lnTo>
                    <a:pt x="32561" y="2685"/>
                  </a:lnTo>
                  <a:lnTo>
                    <a:pt x="32748" y="2749"/>
                  </a:lnTo>
                  <a:lnTo>
                    <a:pt x="32935" y="2794"/>
                  </a:lnTo>
                  <a:lnTo>
                    <a:pt x="33122" y="2792"/>
                  </a:lnTo>
                  <a:lnTo>
                    <a:pt x="33309" y="2932"/>
                  </a:lnTo>
                  <a:lnTo>
                    <a:pt x="33496" y="2995"/>
                  </a:lnTo>
                  <a:lnTo>
                    <a:pt x="33683" y="2872"/>
                  </a:lnTo>
                  <a:lnTo>
                    <a:pt x="33870" y="2836"/>
                  </a:lnTo>
                  <a:lnTo>
                    <a:pt x="34057" y="2800"/>
                  </a:lnTo>
                  <a:lnTo>
                    <a:pt x="34244" y="2800"/>
                  </a:lnTo>
                  <a:lnTo>
                    <a:pt x="34431" y="2954"/>
                  </a:lnTo>
                  <a:lnTo>
                    <a:pt x="34618" y="3108"/>
                  </a:lnTo>
                  <a:lnTo>
                    <a:pt x="34805" y="3262"/>
                  </a:lnTo>
                  <a:lnTo>
                    <a:pt x="34991" y="3416"/>
                  </a:lnTo>
                  <a:lnTo>
                    <a:pt x="35178" y="3569"/>
                  </a:lnTo>
                  <a:lnTo>
                    <a:pt x="35365" y="3723"/>
                  </a:lnTo>
                  <a:lnTo>
                    <a:pt x="35552" y="3862"/>
                  </a:lnTo>
                  <a:lnTo>
                    <a:pt x="35739" y="3862"/>
                  </a:lnTo>
                  <a:lnTo>
                    <a:pt x="35926" y="3862"/>
                  </a:lnTo>
                  <a:lnTo>
                    <a:pt x="36113" y="3862"/>
                  </a:lnTo>
                  <a:lnTo>
                    <a:pt x="36300" y="3862"/>
                  </a:lnTo>
                  <a:lnTo>
                    <a:pt x="36487" y="3862"/>
                  </a:lnTo>
                  <a:lnTo>
                    <a:pt x="36674" y="3862"/>
                  </a:lnTo>
                  <a:lnTo>
                    <a:pt x="36861" y="3862"/>
                  </a:lnTo>
                  <a:lnTo>
                    <a:pt x="37048" y="3862"/>
                  </a:lnTo>
                  <a:lnTo>
                    <a:pt x="37234" y="3862"/>
                  </a:lnTo>
                  <a:lnTo>
                    <a:pt x="37421" y="3862"/>
                  </a:lnTo>
                  <a:lnTo>
                    <a:pt x="37608" y="3862"/>
                  </a:lnTo>
                  <a:lnTo>
                    <a:pt x="37795" y="3862"/>
                  </a:lnTo>
                  <a:lnTo>
                    <a:pt x="37982" y="3862"/>
                  </a:lnTo>
                  <a:lnTo>
                    <a:pt x="38169" y="3862"/>
                  </a:lnTo>
                  <a:lnTo>
                    <a:pt x="38356" y="3862"/>
                  </a:lnTo>
                  <a:lnTo>
                    <a:pt x="38543" y="3862"/>
                  </a:lnTo>
                  <a:lnTo>
                    <a:pt x="38730" y="3862"/>
                  </a:lnTo>
                  <a:lnTo>
                    <a:pt x="38917" y="3862"/>
                  </a:lnTo>
                  <a:lnTo>
                    <a:pt x="39104" y="3862"/>
                  </a:lnTo>
                  <a:lnTo>
                    <a:pt x="39291" y="3862"/>
                  </a:lnTo>
                  <a:lnTo>
                    <a:pt x="39478" y="3862"/>
                  </a:lnTo>
                  <a:lnTo>
                    <a:pt x="39664" y="3862"/>
                  </a:lnTo>
                  <a:lnTo>
                    <a:pt x="39851" y="3862"/>
                  </a:lnTo>
                  <a:lnTo>
                    <a:pt x="40038" y="3862"/>
                  </a:lnTo>
                  <a:lnTo>
                    <a:pt x="40225" y="3862"/>
                  </a:lnTo>
                  <a:lnTo>
                    <a:pt x="40412" y="3862"/>
                  </a:lnTo>
                  <a:lnTo>
                    <a:pt x="40599" y="3862"/>
                  </a:lnTo>
                  <a:lnTo>
                    <a:pt x="40786" y="3850"/>
                  </a:lnTo>
                  <a:lnTo>
                    <a:pt x="40973" y="3853"/>
                  </a:lnTo>
                  <a:lnTo>
                    <a:pt x="41160" y="3800"/>
                  </a:lnTo>
                  <a:lnTo>
                    <a:pt x="41347" y="3701"/>
                  </a:lnTo>
                  <a:lnTo>
                    <a:pt x="41534" y="3602"/>
                  </a:lnTo>
                  <a:lnTo>
                    <a:pt x="41721" y="3502"/>
                  </a:lnTo>
                  <a:lnTo>
                    <a:pt x="41907" y="3403"/>
                  </a:lnTo>
                  <a:lnTo>
                    <a:pt x="42094" y="3313"/>
                  </a:lnTo>
                  <a:lnTo>
                    <a:pt x="42281" y="3234"/>
                  </a:lnTo>
                  <a:lnTo>
                    <a:pt x="42468" y="3281"/>
                  </a:lnTo>
                  <a:lnTo>
                    <a:pt x="42655" y="3329"/>
                  </a:lnTo>
                  <a:lnTo>
                    <a:pt x="42842" y="3329"/>
                  </a:lnTo>
                  <a:lnTo>
                    <a:pt x="43029" y="3329"/>
                  </a:lnTo>
                  <a:lnTo>
                    <a:pt x="43216" y="3212"/>
                  </a:lnTo>
                  <a:lnTo>
                    <a:pt x="43403" y="3070"/>
                  </a:lnTo>
                  <a:lnTo>
                    <a:pt x="43590" y="3068"/>
                  </a:lnTo>
                  <a:lnTo>
                    <a:pt x="43777" y="3147"/>
                  </a:lnTo>
                  <a:lnTo>
                    <a:pt x="43964" y="3333"/>
                  </a:lnTo>
                  <a:lnTo>
                    <a:pt x="44151" y="3535"/>
                  </a:lnTo>
                  <a:lnTo>
                    <a:pt x="44337" y="3736"/>
                  </a:lnTo>
                  <a:lnTo>
                    <a:pt x="44524" y="3938"/>
                  </a:lnTo>
                  <a:lnTo>
                    <a:pt x="44711" y="4139"/>
                  </a:lnTo>
                  <a:lnTo>
                    <a:pt x="44898" y="4335"/>
                  </a:lnTo>
                  <a:lnTo>
                    <a:pt x="45085" y="4410"/>
                  </a:lnTo>
                  <a:lnTo>
                    <a:pt x="45272" y="4368"/>
                  </a:lnTo>
                  <a:lnTo>
                    <a:pt x="45459" y="4350"/>
                  </a:lnTo>
                  <a:lnTo>
                    <a:pt x="45646" y="4271"/>
                  </a:lnTo>
                  <a:lnTo>
                    <a:pt x="45833" y="4053"/>
                  </a:lnTo>
                  <a:lnTo>
                    <a:pt x="46020" y="3835"/>
                  </a:lnTo>
                  <a:lnTo>
                    <a:pt x="46207" y="3730"/>
                  </a:lnTo>
                  <a:lnTo>
                    <a:pt x="46394" y="3530"/>
                  </a:lnTo>
                  <a:lnTo>
                    <a:pt x="46581" y="3292"/>
                  </a:lnTo>
                  <a:lnTo>
                    <a:pt x="46767" y="3140"/>
                  </a:lnTo>
                  <a:lnTo>
                    <a:pt x="46954" y="2888"/>
                  </a:lnTo>
                  <a:lnTo>
                    <a:pt x="47141" y="2635"/>
                  </a:lnTo>
                  <a:lnTo>
                    <a:pt x="47328" y="2382"/>
                  </a:lnTo>
                  <a:lnTo>
                    <a:pt x="47515" y="2130"/>
                  </a:lnTo>
                  <a:lnTo>
                    <a:pt x="47702" y="1877"/>
                  </a:lnTo>
                  <a:lnTo>
                    <a:pt x="47889" y="1624"/>
                  </a:lnTo>
                  <a:lnTo>
                    <a:pt x="48076" y="1372"/>
                  </a:lnTo>
                  <a:lnTo>
                    <a:pt x="48263" y="1359"/>
                  </a:lnTo>
                  <a:lnTo>
                    <a:pt x="48450" y="1422"/>
                  </a:lnTo>
                  <a:lnTo>
                    <a:pt x="48637" y="1717"/>
                  </a:lnTo>
                  <a:lnTo>
                    <a:pt x="48824" y="2059"/>
                  </a:lnTo>
                  <a:lnTo>
                    <a:pt x="49010" y="2428"/>
                  </a:lnTo>
                  <a:lnTo>
                    <a:pt x="49197" y="2868"/>
                  </a:lnTo>
                  <a:lnTo>
                    <a:pt x="49384" y="3328"/>
                  </a:lnTo>
                  <a:lnTo>
                    <a:pt x="49571" y="3629"/>
                  </a:lnTo>
                  <a:lnTo>
                    <a:pt x="49758" y="3930"/>
                  </a:lnTo>
                  <a:lnTo>
                    <a:pt x="49945" y="4231"/>
                  </a:lnTo>
                  <a:lnTo>
                    <a:pt x="50132" y="4533"/>
                  </a:lnTo>
                  <a:lnTo>
                    <a:pt x="50319" y="4834"/>
                  </a:lnTo>
                  <a:lnTo>
                    <a:pt x="50506" y="5135"/>
                  </a:lnTo>
                  <a:lnTo>
                    <a:pt x="50693" y="5436"/>
                  </a:lnTo>
                  <a:lnTo>
                    <a:pt x="50880" y="5738"/>
                  </a:lnTo>
                  <a:lnTo>
                    <a:pt x="51067" y="6032"/>
                  </a:lnTo>
                  <a:lnTo>
                    <a:pt x="51254" y="6547"/>
                  </a:lnTo>
                  <a:lnTo>
                    <a:pt x="51440" y="7053"/>
                  </a:lnTo>
                  <a:lnTo>
                    <a:pt x="51627" y="7661"/>
                  </a:lnTo>
                  <a:lnTo>
                    <a:pt x="51814" y="8189"/>
                  </a:lnTo>
                  <a:lnTo>
                    <a:pt x="52001" y="8717"/>
                  </a:lnTo>
                  <a:lnTo>
                    <a:pt x="52188" y="9245"/>
                  </a:lnTo>
                  <a:lnTo>
                    <a:pt x="52375" y="9764"/>
                  </a:lnTo>
                  <a:lnTo>
                    <a:pt x="52562" y="10295"/>
                  </a:lnTo>
                  <a:lnTo>
                    <a:pt x="52749" y="10844"/>
                  </a:lnTo>
                  <a:lnTo>
                    <a:pt x="52936" y="11582"/>
                  </a:lnTo>
                  <a:lnTo>
                    <a:pt x="53123" y="12331"/>
                  </a:lnTo>
                  <a:lnTo>
                    <a:pt x="53310" y="13079"/>
                  </a:lnTo>
                  <a:lnTo>
                    <a:pt x="53497" y="13828"/>
                  </a:lnTo>
                  <a:lnTo>
                    <a:pt x="53684" y="14577"/>
                  </a:lnTo>
                  <a:lnTo>
                    <a:pt x="53870" y="15052"/>
                  </a:lnTo>
                  <a:lnTo>
                    <a:pt x="54057" y="15122"/>
                  </a:lnTo>
                  <a:lnTo>
                    <a:pt x="54244" y="15134"/>
                  </a:lnTo>
                  <a:lnTo>
                    <a:pt x="54431" y="15033"/>
                  </a:lnTo>
                  <a:lnTo>
                    <a:pt x="54618" y="14889"/>
                  </a:lnTo>
                  <a:lnTo>
                    <a:pt x="54805" y="14745"/>
                  </a:lnTo>
                  <a:lnTo>
                    <a:pt x="54992" y="14600"/>
                  </a:lnTo>
                  <a:lnTo>
                    <a:pt x="55179" y="14463"/>
                  </a:lnTo>
                  <a:lnTo>
                    <a:pt x="55366" y="14422"/>
                  </a:lnTo>
                  <a:lnTo>
                    <a:pt x="55553" y="14366"/>
                  </a:lnTo>
                  <a:lnTo>
                    <a:pt x="55740" y="14156"/>
                  </a:lnTo>
                  <a:lnTo>
                    <a:pt x="55927" y="13791"/>
                  </a:lnTo>
                  <a:lnTo>
                    <a:pt x="56113" y="13425"/>
                  </a:lnTo>
                  <a:lnTo>
                    <a:pt x="56300" y="13060"/>
                  </a:lnTo>
                  <a:lnTo>
                    <a:pt x="56487" y="12694"/>
                  </a:lnTo>
                  <a:lnTo>
                    <a:pt x="56674" y="12382"/>
                  </a:lnTo>
                  <a:lnTo>
                    <a:pt x="56861" y="12228"/>
                  </a:lnTo>
                  <a:lnTo>
                    <a:pt x="57048" y="12095"/>
                  </a:lnTo>
                  <a:lnTo>
                    <a:pt x="57235" y="12095"/>
                  </a:lnTo>
                  <a:lnTo>
                    <a:pt x="57422" y="12095"/>
                  </a:lnTo>
                  <a:lnTo>
                    <a:pt x="57609" y="12095"/>
                  </a:lnTo>
                  <a:lnTo>
                    <a:pt x="57796" y="12095"/>
                  </a:lnTo>
                  <a:lnTo>
                    <a:pt x="57983" y="12095"/>
                  </a:lnTo>
                  <a:lnTo>
                    <a:pt x="58170" y="12095"/>
                  </a:lnTo>
                  <a:lnTo>
                    <a:pt x="58357" y="12095"/>
                  </a:lnTo>
                  <a:lnTo>
                    <a:pt x="58543" y="12095"/>
                  </a:lnTo>
                  <a:lnTo>
                    <a:pt x="58730" y="12095"/>
                  </a:lnTo>
                  <a:lnTo>
                    <a:pt x="58917" y="12095"/>
                  </a:lnTo>
                  <a:lnTo>
                    <a:pt x="59104" y="12095"/>
                  </a:lnTo>
                  <a:lnTo>
                    <a:pt x="59291" y="12095"/>
                  </a:lnTo>
                  <a:lnTo>
                    <a:pt x="59478" y="12095"/>
                  </a:lnTo>
                  <a:lnTo>
                    <a:pt x="59665" y="12095"/>
                  </a:lnTo>
                  <a:lnTo>
                    <a:pt x="59852" y="12095"/>
                  </a:lnTo>
                  <a:lnTo>
                    <a:pt x="60039" y="12095"/>
                  </a:lnTo>
                  <a:lnTo>
                    <a:pt x="60226" y="12095"/>
                  </a:lnTo>
                  <a:lnTo>
                    <a:pt x="60413" y="12095"/>
                  </a:lnTo>
                  <a:lnTo>
                    <a:pt x="60600" y="12095"/>
                  </a:lnTo>
                  <a:lnTo>
                    <a:pt x="60786" y="12209"/>
                  </a:lnTo>
                  <a:lnTo>
                    <a:pt x="60973" y="12412"/>
                  </a:lnTo>
                  <a:lnTo>
                    <a:pt x="61160" y="12763"/>
                  </a:lnTo>
                  <a:lnTo>
                    <a:pt x="61347" y="13115"/>
                  </a:lnTo>
                  <a:lnTo>
                    <a:pt x="61534" y="13467"/>
                  </a:lnTo>
                  <a:lnTo>
                    <a:pt x="61721" y="13819"/>
                  </a:lnTo>
                  <a:lnTo>
                    <a:pt x="61908" y="14171"/>
                  </a:lnTo>
                  <a:lnTo>
                    <a:pt x="62095" y="14391"/>
                  </a:lnTo>
                  <a:lnTo>
                    <a:pt x="62282" y="14566"/>
                  </a:lnTo>
                  <a:lnTo>
                    <a:pt x="62469" y="14804"/>
                  </a:lnTo>
                  <a:lnTo>
                    <a:pt x="62656" y="15156"/>
                  </a:lnTo>
                  <a:lnTo>
                    <a:pt x="62843" y="15508"/>
                  </a:lnTo>
                  <a:lnTo>
                    <a:pt x="63030" y="15859"/>
                  </a:lnTo>
                  <a:lnTo>
                    <a:pt x="63216" y="16238"/>
                  </a:lnTo>
                  <a:lnTo>
                    <a:pt x="63403" y="16590"/>
                  </a:lnTo>
                  <a:lnTo>
                    <a:pt x="63590" y="16827"/>
                  </a:lnTo>
                  <a:lnTo>
                    <a:pt x="63777" y="17117"/>
                  </a:lnTo>
                  <a:lnTo>
                    <a:pt x="63964" y="17293"/>
                  </a:lnTo>
                  <a:lnTo>
                    <a:pt x="64151" y="17592"/>
                  </a:lnTo>
                  <a:lnTo>
                    <a:pt x="64338" y="17944"/>
                  </a:lnTo>
                  <a:lnTo>
                    <a:pt x="64525" y="18296"/>
                  </a:lnTo>
                  <a:lnTo>
                    <a:pt x="64712" y="18648"/>
                  </a:lnTo>
                  <a:lnTo>
                    <a:pt x="64899" y="19132"/>
                  </a:lnTo>
                  <a:lnTo>
                    <a:pt x="65086" y="19659"/>
                  </a:lnTo>
                  <a:lnTo>
                    <a:pt x="65273" y="20125"/>
                  </a:lnTo>
                  <a:lnTo>
                    <a:pt x="65460" y="20477"/>
                  </a:lnTo>
                  <a:lnTo>
                    <a:pt x="65646" y="20829"/>
                  </a:lnTo>
                  <a:lnTo>
                    <a:pt x="65833" y="21181"/>
                  </a:lnTo>
                  <a:lnTo>
                    <a:pt x="66017" y="2150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05063" y="3222592"/>
              <a:ext cx="26402" cy="8569"/>
            </a:xfrm>
            <a:custGeom>
              <a:avLst/>
              <a:pathLst>
                <a:path w="26402" h="8569">
                  <a:moveTo>
                    <a:pt x="0" y="8569"/>
                  </a:moveTo>
                  <a:lnTo>
                    <a:pt x="134" y="8079"/>
                  </a:lnTo>
                  <a:lnTo>
                    <a:pt x="320" y="7409"/>
                  </a:lnTo>
                  <a:lnTo>
                    <a:pt x="507" y="6787"/>
                  </a:lnTo>
                  <a:lnTo>
                    <a:pt x="694" y="6164"/>
                  </a:lnTo>
                  <a:lnTo>
                    <a:pt x="881" y="5657"/>
                  </a:lnTo>
                  <a:lnTo>
                    <a:pt x="1068" y="5255"/>
                  </a:lnTo>
                  <a:lnTo>
                    <a:pt x="1255" y="4805"/>
                  </a:lnTo>
                  <a:lnTo>
                    <a:pt x="1442" y="4403"/>
                  </a:lnTo>
                  <a:lnTo>
                    <a:pt x="1629" y="4058"/>
                  </a:lnTo>
                  <a:lnTo>
                    <a:pt x="1816" y="3692"/>
                  </a:lnTo>
                  <a:lnTo>
                    <a:pt x="2003" y="3338"/>
                  </a:lnTo>
                  <a:lnTo>
                    <a:pt x="2190" y="3083"/>
                  </a:lnTo>
                  <a:lnTo>
                    <a:pt x="2377" y="2957"/>
                  </a:lnTo>
                  <a:lnTo>
                    <a:pt x="2563" y="2882"/>
                  </a:lnTo>
                  <a:lnTo>
                    <a:pt x="2750" y="2924"/>
                  </a:lnTo>
                  <a:lnTo>
                    <a:pt x="2937" y="3068"/>
                  </a:lnTo>
                  <a:lnTo>
                    <a:pt x="3124" y="3213"/>
                  </a:lnTo>
                  <a:lnTo>
                    <a:pt x="3311" y="3267"/>
                  </a:lnTo>
                  <a:lnTo>
                    <a:pt x="3498" y="3278"/>
                  </a:lnTo>
                  <a:lnTo>
                    <a:pt x="3685" y="3177"/>
                  </a:lnTo>
                  <a:lnTo>
                    <a:pt x="3872" y="3068"/>
                  </a:lnTo>
                  <a:lnTo>
                    <a:pt x="4059" y="3114"/>
                  </a:lnTo>
                  <a:lnTo>
                    <a:pt x="4246" y="3036"/>
                  </a:lnTo>
                  <a:lnTo>
                    <a:pt x="4433" y="2937"/>
                  </a:lnTo>
                  <a:lnTo>
                    <a:pt x="4620" y="2838"/>
                  </a:lnTo>
                  <a:lnTo>
                    <a:pt x="4807" y="2738"/>
                  </a:lnTo>
                  <a:lnTo>
                    <a:pt x="4993" y="2639"/>
                  </a:lnTo>
                  <a:lnTo>
                    <a:pt x="5180" y="2540"/>
                  </a:lnTo>
                  <a:lnTo>
                    <a:pt x="5367" y="2441"/>
                  </a:lnTo>
                  <a:lnTo>
                    <a:pt x="5554" y="2342"/>
                  </a:lnTo>
                  <a:lnTo>
                    <a:pt x="5741" y="2243"/>
                  </a:lnTo>
                  <a:lnTo>
                    <a:pt x="5928" y="2143"/>
                  </a:lnTo>
                  <a:lnTo>
                    <a:pt x="6115" y="2168"/>
                  </a:lnTo>
                  <a:lnTo>
                    <a:pt x="6302" y="2032"/>
                  </a:lnTo>
                  <a:lnTo>
                    <a:pt x="6489" y="1789"/>
                  </a:lnTo>
                  <a:lnTo>
                    <a:pt x="6676" y="1545"/>
                  </a:lnTo>
                  <a:lnTo>
                    <a:pt x="6863" y="1302"/>
                  </a:lnTo>
                  <a:lnTo>
                    <a:pt x="7050" y="1181"/>
                  </a:lnTo>
                  <a:lnTo>
                    <a:pt x="7236" y="1082"/>
                  </a:lnTo>
                  <a:lnTo>
                    <a:pt x="7423" y="983"/>
                  </a:lnTo>
                  <a:lnTo>
                    <a:pt x="7610" y="883"/>
                  </a:lnTo>
                  <a:lnTo>
                    <a:pt x="7797" y="784"/>
                  </a:lnTo>
                  <a:lnTo>
                    <a:pt x="7984" y="685"/>
                  </a:lnTo>
                  <a:lnTo>
                    <a:pt x="8171" y="586"/>
                  </a:lnTo>
                  <a:lnTo>
                    <a:pt x="8358" y="487"/>
                  </a:lnTo>
                  <a:lnTo>
                    <a:pt x="8545" y="375"/>
                  </a:lnTo>
                  <a:lnTo>
                    <a:pt x="8732" y="229"/>
                  </a:lnTo>
                  <a:lnTo>
                    <a:pt x="8919" y="131"/>
                  </a:lnTo>
                  <a:lnTo>
                    <a:pt x="9106" y="0"/>
                  </a:lnTo>
                  <a:lnTo>
                    <a:pt x="9293" y="0"/>
                  </a:lnTo>
                  <a:lnTo>
                    <a:pt x="9480" y="0"/>
                  </a:lnTo>
                  <a:lnTo>
                    <a:pt x="9666" y="0"/>
                  </a:lnTo>
                  <a:lnTo>
                    <a:pt x="9853" y="0"/>
                  </a:lnTo>
                  <a:lnTo>
                    <a:pt x="10040" y="0"/>
                  </a:lnTo>
                  <a:lnTo>
                    <a:pt x="10227" y="0"/>
                  </a:lnTo>
                  <a:lnTo>
                    <a:pt x="10414" y="0"/>
                  </a:lnTo>
                  <a:lnTo>
                    <a:pt x="10601" y="0"/>
                  </a:lnTo>
                  <a:lnTo>
                    <a:pt x="10788" y="0"/>
                  </a:lnTo>
                  <a:lnTo>
                    <a:pt x="10975" y="0"/>
                  </a:lnTo>
                  <a:lnTo>
                    <a:pt x="11162" y="0"/>
                  </a:lnTo>
                  <a:lnTo>
                    <a:pt x="11349" y="0"/>
                  </a:lnTo>
                  <a:lnTo>
                    <a:pt x="11536" y="0"/>
                  </a:lnTo>
                  <a:lnTo>
                    <a:pt x="11723" y="0"/>
                  </a:lnTo>
                  <a:lnTo>
                    <a:pt x="11910" y="0"/>
                  </a:lnTo>
                  <a:lnTo>
                    <a:pt x="12096" y="0"/>
                  </a:lnTo>
                  <a:lnTo>
                    <a:pt x="12283" y="52"/>
                  </a:lnTo>
                  <a:lnTo>
                    <a:pt x="12470" y="228"/>
                  </a:lnTo>
                  <a:lnTo>
                    <a:pt x="12657" y="404"/>
                  </a:lnTo>
                  <a:lnTo>
                    <a:pt x="12844" y="580"/>
                  </a:lnTo>
                  <a:lnTo>
                    <a:pt x="13031" y="910"/>
                  </a:lnTo>
                  <a:lnTo>
                    <a:pt x="13218" y="1113"/>
                  </a:lnTo>
                  <a:lnTo>
                    <a:pt x="13405" y="1411"/>
                  </a:lnTo>
                  <a:lnTo>
                    <a:pt x="13592" y="1564"/>
                  </a:lnTo>
                  <a:lnTo>
                    <a:pt x="13779" y="1760"/>
                  </a:lnTo>
                  <a:lnTo>
                    <a:pt x="13966" y="2086"/>
                  </a:lnTo>
                  <a:lnTo>
                    <a:pt x="14153" y="2413"/>
                  </a:lnTo>
                  <a:lnTo>
                    <a:pt x="14339" y="2740"/>
                  </a:lnTo>
                  <a:lnTo>
                    <a:pt x="14526" y="3068"/>
                  </a:lnTo>
                  <a:lnTo>
                    <a:pt x="14713" y="3395"/>
                  </a:lnTo>
                  <a:lnTo>
                    <a:pt x="14900" y="3722"/>
                  </a:lnTo>
                  <a:lnTo>
                    <a:pt x="15087" y="4012"/>
                  </a:lnTo>
                  <a:lnTo>
                    <a:pt x="15274" y="4213"/>
                  </a:lnTo>
                  <a:lnTo>
                    <a:pt x="15461" y="4415"/>
                  </a:lnTo>
                  <a:lnTo>
                    <a:pt x="15648" y="4616"/>
                  </a:lnTo>
                  <a:lnTo>
                    <a:pt x="15835" y="4655"/>
                  </a:lnTo>
                  <a:lnTo>
                    <a:pt x="16022" y="4689"/>
                  </a:lnTo>
                  <a:lnTo>
                    <a:pt x="16209" y="4616"/>
                  </a:lnTo>
                  <a:lnTo>
                    <a:pt x="16396" y="4637"/>
                  </a:lnTo>
                  <a:lnTo>
                    <a:pt x="16583" y="4594"/>
                  </a:lnTo>
                  <a:lnTo>
                    <a:pt x="16769" y="4548"/>
                  </a:lnTo>
                  <a:lnTo>
                    <a:pt x="16956" y="4359"/>
                  </a:lnTo>
                  <a:lnTo>
                    <a:pt x="17143" y="4169"/>
                  </a:lnTo>
                  <a:lnTo>
                    <a:pt x="17330" y="3980"/>
                  </a:lnTo>
                  <a:lnTo>
                    <a:pt x="17517" y="3790"/>
                  </a:lnTo>
                  <a:lnTo>
                    <a:pt x="17704" y="3740"/>
                  </a:lnTo>
                  <a:lnTo>
                    <a:pt x="17891" y="3704"/>
                  </a:lnTo>
                  <a:lnTo>
                    <a:pt x="18078" y="3695"/>
                  </a:lnTo>
                  <a:lnTo>
                    <a:pt x="18265" y="3695"/>
                  </a:lnTo>
                  <a:lnTo>
                    <a:pt x="18452" y="3690"/>
                  </a:lnTo>
                  <a:lnTo>
                    <a:pt x="18639" y="3581"/>
                  </a:lnTo>
                  <a:lnTo>
                    <a:pt x="18826" y="3555"/>
                  </a:lnTo>
                  <a:lnTo>
                    <a:pt x="19013" y="3803"/>
                  </a:lnTo>
                  <a:lnTo>
                    <a:pt x="19199" y="4055"/>
                  </a:lnTo>
                  <a:lnTo>
                    <a:pt x="19386" y="4442"/>
                  </a:lnTo>
                  <a:lnTo>
                    <a:pt x="19573" y="4806"/>
                  </a:lnTo>
                  <a:lnTo>
                    <a:pt x="19760" y="5170"/>
                  </a:lnTo>
                  <a:lnTo>
                    <a:pt x="19947" y="5534"/>
                  </a:lnTo>
                  <a:lnTo>
                    <a:pt x="20134" y="5825"/>
                  </a:lnTo>
                  <a:lnTo>
                    <a:pt x="20321" y="6116"/>
                  </a:lnTo>
                  <a:lnTo>
                    <a:pt x="20508" y="6405"/>
                  </a:lnTo>
                  <a:lnTo>
                    <a:pt x="20695" y="6694"/>
                  </a:lnTo>
                  <a:lnTo>
                    <a:pt x="20882" y="6883"/>
                  </a:lnTo>
                  <a:lnTo>
                    <a:pt x="21069" y="7073"/>
                  </a:lnTo>
                  <a:lnTo>
                    <a:pt x="21256" y="7276"/>
                  </a:lnTo>
                  <a:lnTo>
                    <a:pt x="21442" y="7564"/>
                  </a:lnTo>
                  <a:lnTo>
                    <a:pt x="21629" y="7881"/>
                  </a:lnTo>
                  <a:lnTo>
                    <a:pt x="21816" y="7931"/>
                  </a:lnTo>
                  <a:lnTo>
                    <a:pt x="22003" y="7971"/>
                  </a:lnTo>
                  <a:lnTo>
                    <a:pt x="22190" y="7878"/>
                  </a:lnTo>
                  <a:lnTo>
                    <a:pt x="22377" y="7583"/>
                  </a:lnTo>
                  <a:lnTo>
                    <a:pt x="22564" y="7393"/>
                  </a:lnTo>
                  <a:lnTo>
                    <a:pt x="22751" y="7213"/>
                  </a:lnTo>
                  <a:lnTo>
                    <a:pt x="22938" y="7069"/>
                  </a:lnTo>
                  <a:lnTo>
                    <a:pt x="23125" y="7069"/>
                  </a:lnTo>
                  <a:lnTo>
                    <a:pt x="23312" y="7069"/>
                  </a:lnTo>
                  <a:lnTo>
                    <a:pt x="23499" y="7069"/>
                  </a:lnTo>
                  <a:lnTo>
                    <a:pt x="23686" y="7069"/>
                  </a:lnTo>
                  <a:lnTo>
                    <a:pt x="23872" y="7069"/>
                  </a:lnTo>
                  <a:lnTo>
                    <a:pt x="24059" y="7069"/>
                  </a:lnTo>
                  <a:lnTo>
                    <a:pt x="24246" y="7069"/>
                  </a:lnTo>
                  <a:lnTo>
                    <a:pt x="24433" y="7069"/>
                  </a:lnTo>
                  <a:lnTo>
                    <a:pt x="24620" y="7069"/>
                  </a:lnTo>
                  <a:lnTo>
                    <a:pt x="24807" y="7069"/>
                  </a:lnTo>
                  <a:lnTo>
                    <a:pt x="24994" y="7213"/>
                  </a:lnTo>
                  <a:lnTo>
                    <a:pt x="25181" y="7367"/>
                  </a:lnTo>
                  <a:lnTo>
                    <a:pt x="25368" y="7520"/>
                  </a:lnTo>
                  <a:lnTo>
                    <a:pt x="25555" y="7710"/>
                  </a:lnTo>
                  <a:lnTo>
                    <a:pt x="25742" y="7899"/>
                  </a:lnTo>
                  <a:lnTo>
                    <a:pt x="25929" y="8089"/>
                  </a:lnTo>
                  <a:lnTo>
                    <a:pt x="26115" y="8278"/>
                  </a:lnTo>
                  <a:lnTo>
                    <a:pt x="26302" y="8468"/>
                  </a:lnTo>
                  <a:lnTo>
                    <a:pt x="26402" y="856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60218" y="3229596"/>
              <a:ext cx="5156" cy="1565"/>
            </a:xfrm>
            <a:custGeom>
              <a:avLst/>
              <a:pathLst>
                <a:path w="5156" h="1565">
                  <a:moveTo>
                    <a:pt x="0" y="1565"/>
                  </a:moveTo>
                  <a:lnTo>
                    <a:pt x="120" y="1466"/>
                  </a:lnTo>
                  <a:lnTo>
                    <a:pt x="307" y="1286"/>
                  </a:lnTo>
                  <a:lnTo>
                    <a:pt x="494" y="1096"/>
                  </a:lnTo>
                  <a:lnTo>
                    <a:pt x="681" y="921"/>
                  </a:lnTo>
                  <a:lnTo>
                    <a:pt x="868" y="876"/>
                  </a:lnTo>
                  <a:lnTo>
                    <a:pt x="1055" y="852"/>
                  </a:lnTo>
                  <a:lnTo>
                    <a:pt x="1242" y="802"/>
                  </a:lnTo>
                  <a:lnTo>
                    <a:pt x="1429" y="752"/>
                  </a:lnTo>
                  <a:lnTo>
                    <a:pt x="1615" y="603"/>
                  </a:lnTo>
                  <a:lnTo>
                    <a:pt x="1802" y="452"/>
                  </a:lnTo>
                  <a:lnTo>
                    <a:pt x="1989" y="301"/>
                  </a:lnTo>
                  <a:lnTo>
                    <a:pt x="2176" y="150"/>
                  </a:lnTo>
                  <a:lnTo>
                    <a:pt x="2363" y="0"/>
                  </a:lnTo>
                  <a:lnTo>
                    <a:pt x="2550" y="2"/>
                  </a:lnTo>
                  <a:lnTo>
                    <a:pt x="2737" y="7"/>
                  </a:lnTo>
                  <a:lnTo>
                    <a:pt x="2924" y="12"/>
                  </a:lnTo>
                  <a:lnTo>
                    <a:pt x="3111" y="152"/>
                  </a:lnTo>
                  <a:lnTo>
                    <a:pt x="3298" y="292"/>
                  </a:lnTo>
                  <a:lnTo>
                    <a:pt x="3485" y="419"/>
                  </a:lnTo>
                  <a:lnTo>
                    <a:pt x="3672" y="433"/>
                  </a:lnTo>
                  <a:lnTo>
                    <a:pt x="3858" y="333"/>
                  </a:lnTo>
                  <a:lnTo>
                    <a:pt x="4045" y="333"/>
                  </a:lnTo>
                  <a:lnTo>
                    <a:pt x="4232" y="333"/>
                  </a:lnTo>
                  <a:lnTo>
                    <a:pt x="4419" y="384"/>
                  </a:lnTo>
                  <a:lnTo>
                    <a:pt x="4606" y="679"/>
                  </a:lnTo>
                  <a:lnTo>
                    <a:pt x="4793" y="980"/>
                  </a:lnTo>
                  <a:lnTo>
                    <a:pt x="4980" y="1282"/>
                  </a:lnTo>
                  <a:lnTo>
                    <a:pt x="5156" y="156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69900" y="3230346"/>
              <a:ext cx="4603" cy="815"/>
            </a:xfrm>
            <a:custGeom>
              <a:avLst/>
              <a:pathLst>
                <a:path w="4603" h="815">
                  <a:moveTo>
                    <a:pt x="0" y="815"/>
                  </a:moveTo>
                  <a:lnTo>
                    <a:pt x="158" y="655"/>
                  </a:lnTo>
                  <a:lnTo>
                    <a:pt x="345" y="501"/>
                  </a:lnTo>
                  <a:lnTo>
                    <a:pt x="532" y="347"/>
                  </a:lnTo>
                  <a:lnTo>
                    <a:pt x="719" y="204"/>
                  </a:lnTo>
                  <a:lnTo>
                    <a:pt x="905" y="204"/>
                  </a:lnTo>
                  <a:lnTo>
                    <a:pt x="1092" y="204"/>
                  </a:lnTo>
                  <a:lnTo>
                    <a:pt x="1279" y="204"/>
                  </a:lnTo>
                  <a:lnTo>
                    <a:pt x="1466" y="168"/>
                  </a:lnTo>
                  <a:lnTo>
                    <a:pt x="1653" y="148"/>
                  </a:lnTo>
                  <a:lnTo>
                    <a:pt x="1840" y="152"/>
                  </a:lnTo>
                  <a:lnTo>
                    <a:pt x="2027" y="155"/>
                  </a:lnTo>
                  <a:lnTo>
                    <a:pt x="2214" y="99"/>
                  </a:lnTo>
                  <a:lnTo>
                    <a:pt x="2401" y="0"/>
                  </a:lnTo>
                  <a:lnTo>
                    <a:pt x="2588" y="42"/>
                  </a:lnTo>
                  <a:lnTo>
                    <a:pt x="2775" y="84"/>
                  </a:lnTo>
                  <a:lnTo>
                    <a:pt x="2962" y="134"/>
                  </a:lnTo>
                  <a:lnTo>
                    <a:pt x="3149" y="184"/>
                  </a:lnTo>
                  <a:lnTo>
                    <a:pt x="3335" y="233"/>
                  </a:lnTo>
                  <a:lnTo>
                    <a:pt x="3522" y="283"/>
                  </a:lnTo>
                  <a:lnTo>
                    <a:pt x="3709" y="333"/>
                  </a:lnTo>
                  <a:lnTo>
                    <a:pt x="3896" y="383"/>
                  </a:lnTo>
                  <a:lnTo>
                    <a:pt x="4083" y="433"/>
                  </a:lnTo>
                  <a:lnTo>
                    <a:pt x="4270" y="508"/>
                  </a:lnTo>
                  <a:lnTo>
                    <a:pt x="4457" y="683"/>
                  </a:lnTo>
                  <a:lnTo>
                    <a:pt x="4603" y="81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85800" y="3206958"/>
              <a:ext cx="61289" cy="24203"/>
            </a:xfrm>
            <a:custGeom>
              <a:avLst/>
              <a:pathLst>
                <a:path w="61289" h="24203">
                  <a:moveTo>
                    <a:pt x="0" y="24203"/>
                  </a:moveTo>
                  <a:lnTo>
                    <a:pt x="147" y="23753"/>
                  </a:lnTo>
                  <a:lnTo>
                    <a:pt x="334" y="23409"/>
                  </a:lnTo>
                  <a:lnTo>
                    <a:pt x="520" y="22950"/>
                  </a:lnTo>
                  <a:lnTo>
                    <a:pt x="707" y="22367"/>
                  </a:lnTo>
                  <a:lnTo>
                    <a:pt x="894" y="22029"/>
                  </a:lnTo>
                  <a:lnTo>
                    <a:pt x="1081" y="21811"/>
                  </a:lnTo>
                  <a:lnTo>
                    <a:pt x="1268" y="21607"/>
                  </a:lnTo>
                  <a:lnTo>
                    <a:pt x="1455" y="21462"/>
                  </a:lnTo>
                  <a:lnTo>
                    <a:pt x="1642" y="21318"/>
                  </a:lnTo>
                  <a:lnTo>
                    <a:pt x="1829" y="21087"/>
                  </a:lnTo>
                  <a:lnTo>
                    <a:pt x="2016" y="20851"/>
                  </a:lnTo>
                  <a:lnTo>
                    <a:pt x="2203" y="20717"/>
                  </a:lnTo>
                  <a:lnTo>
                    <a:pt x="2390" y="20686"/>
                  </a:lnTo>
                  <a:lnTo>
                    <a:pt x="2577" y="20641"/>
                  </a:lnTo>
                  <a:lnTo>
                    <a:pt x="2763" y="20564"/>
                  </a:lnTo>
                  <a:lnTo>
                    <a:pt x="2950" y="20738"/>
                  </a:lnTo>
                  <a:lnTo>
                    <a:pt x="3137" y="20643"/>
                  </a:lnTo>
                  <a:lnTo>
                    <a:pt x="3324" y="20542"/>
                  </a:lnTo>
                  <a:lnTo>
                    <a:pt x="3511" y="20400"/>
                  </a:lnTo>
                  <a:lnTo>
                    <a:pt x="3698" y="20249"/>
                  </a:lnTo>
                  <a:lnTo>
                    <a:pt x="3885" y="20051"/>
                  </a:lnTo>
                  <a:lnTo>
                    <a:pt x="4072" y="19838"/>
                  </a:lnTo>
                  <a:lnTo>
                    <a:pt x="4259" y="19410"/>
                  </a:lnTo>
                  <a:lnTo>
                    <a:pt x="4446" y="18981"/>
                  </a:lnTo>
                  <a:lnTo>
                    <a:pt x="4633" y="18676"/>
                  </a:lnTo>
                  <a:lnTo>
                    <a:pt x="4820" y="18423"/>
                  </a:lnTo>
                  <a:lnTo>
                    <a:pt x="5007" y="18003"/>
                  </a:lnTo>
                  <a:lnTo>
                    <a:pt x="5193" y="17385"/>
                  </a:lnTo>
                  <a:lnTo>
                    <a:pt x="5380" y="16636"/>
                  </a:lnTo>
                  <a:lnTo>
                    <a:pt x="5567" y="15888"/>
                  </a:lnTo>
                  <a:lnTo>
                    <a:pt x="5754" y="15023"/>
                  </a:lnTo>
                  <a:lnTo>
                    <a:pt x="5941" y="14210"/>
                  </a:lnTo>
                  <a:lnTo>
                    <a:pt x="6128" y="13538"/>
                  </a:lnTo>
                  <a:lnTo>
                    <a:pt x="6315" y="13010"/>
                  </a:lnTo>
                  <a:lnTo>
                    <a:pt x="6502" y="12509"/>
                  </a:lnTo>
                  <a:lnTo>
                    <a:pt x="6689" y="12157"/>
                  </a:lnTo>
                  <a:lnTo>
                    <a:pt x="6876" y="11805"/>
                  </a:lnTo>
                  <a:lnTo>
                    <a:pt x="7063" y="11454"/>
                  </a:lnTo>
                  <a:lnTo>
                    <a:pt x="7250" y="11102"/>
                  </a:lnTo>
                  <a:lnTo>
                    <a:pt x="7436" y="10750"/>
                  </a:lnTo>
                  <a:lnTo>
                    <a:pt x="7623" y="10398"/>
                  </a:lnTo>
                  <a:lnTo>
                    <a:pt x="7810" y="10213"/>
                  </a:lnTo>
                  <a:lnTo>
                    <a:pt x="7997" y="10169"/>
                  </a:lnTo>
                  <a:lnTo>
                    <a:pt x="8184" y="10169"/>
                  </a:lnTo>
                  <a:lnTo>
                    <a:pt x="8371" y="10169"/>
                  </a:lnTo>
                  <a:lnTo>
                    <a:pt x="8558" y="10169"/>
                  </a:lnTo>
                  <a:lnTo>
                    <a:pt x="8745" y="10169"/>
                  </a:lnTo>
                  <a:lnTo>
                    <a:pt x="8932" y="10308"/>
                  </a:lnTo>
                  <a:lnTo>
                    <a:pt x="9119" y="10462"/>
                  </a:lnTo>
                  <a:lnTo>
                    <a:pt x="9306" y="10616"/>
                  </a:lnTo>
                  <a:lnTo>
                    <a:pt x="9493" y="10796"/>
                  </a:lnTo>
                  <a:lnTo>
                    <a:pt x="9680" y="10986"/>
                  </a:lnTo>
                  <a:lnTo>
                    <a:pt x="9866" y="11175"/>
                  </a:lnTo>
                  <a:lnTo>
                    <a:pt x="10053" y="11365"/>
                  </a:lnTo>
                  <a:lnTo>
                    <a:pt x="10240" y="11554"/>
                  </a:lnTo>
                  <a:lnTo>
                    <a:pt x="10427" y="11744"/>
                  </a:lnTo>
                  <a:lnTo>
                    <a:pt x="10614" y="11933"/>
                  </a:lnTo>
                  <a:lnTo>
                    <a:pt x="10801" y="12123"/>
                  </a:lnTo>
                  <a:lnTo>
                    <a:pt x="10988" y="12312"/>
                  </a:lnTo>
                  <a:lnTo>
                    <a:pt x="11175" y="12502"/>
                  </a:lnTo>
                  <a:lnTo>
                    <a:pt x="11362" y="12691"/>
                  </a:lnTo>
                  <a:lnTo>
                    <a:pt x="11549" y="12881"/>
                  </a:lnTo>
                  <a:lnTo>
                    <a:pt x="11736" y="13061"/>
                  </a:lnTo>
                  <a:lnTo>
                    <a:pt x="11923" y="13215"/>
                  </a:lnTo>
                  <a:lnTo>
                    <a:pt x="12110" y="13368"/>
                  </a:lnTo>
                  <a:lnTo>
                    <a:pt x="12296" y="13502"/>
                  </a:lnTo>
                  <a:lnTo>
                    <a:pt x="12483" y="13502"/>
                  </a:lnTo>
                  <a:lnTo>
                    <a:pt x="12670" y="13467"/>
                  </a:lnTo>
                  <a:lnTo>
                    <a:pt x="12857" y="13291"/>
                  </a:lnTo>
                  <a:lnTo>
                    <a:pt x="13044" y="13115"/>
                  </a:lnTo>
                  <a:lnTo>
                    <a:pt x="13231" y="12939"/>
                  </a:lnTo>
                  <a:lnTo>
                    <a:pt x="13418" y="12763"/>
                  </a:lnTo>
                  <a:lnTo>
                    <a:pt x="13605" y="12587"/>
                  </a:lnTo>
                  <a:lnTo>
                    <a:pt x="13792" y="12411"/>
                  </a:lnTo>
                  <a:lnTo>
                    <a:pt x="13979" y="12235"/>
                  </a:lnTo>
                  <a:lnTo>
                    <a:pt x="14166" y="12059"/>
                  </a:lnTo>
                  <a:lnTo>
                    <a:pt x="14353" y="11730"/>
                  </a:lnTo>
                  <a:lnTo>
                    <a:pt x="14539" y="11556"/>
                  </a:lnTo>
                  <a:lnTo>
                    <a:pt x="14726" y="11405"/>
                  </a:lnTo>
                  <a:lnTo>
                    <a:pt x="14913" y="11134"/>
                  </a:lnTo>
                  <a:lnTo>
                    <a:pt x="15100" y="10773"/>
                  </a:lnTo>
                  <a:lnTo>
                    <a:pt x="15287" y="10275"/>
                  </a:lnTo>
                  <a:lnTo>
                    <a:pt x="15474" y="9726"/>
                  </a:lnTo>
                  <a:lnTo>
                    <a:pt x="15661" y="9293"/>
                  </a:lnTo>
                  <a:lnTo>
                    <a:pt x="15848" y="8860"/>
                  </a:lnTo>
                  <a:lnTo>
                    <a:pt x="16035" y="8427"/>
                  </a:lnTo>
                  <a:lnTo>
                    <a:pt x="16222" y="7994"/>
                  </a:lnTo>
                  <a:lnTo>
                    <a:pt x="16409" y="7455"/>
                  </a:lnTo>
                  <a:lnTo>
                    <a:pt x="16596" y="6910"/>
                  </a:lnTo>
                  <a:lnTo>
                    <a:pt x="16783" y="6366"/>
                  </a:lnTo>
                  <a:lnTo>
                    <a:pt x="16969" y="5821"/>
                  </a:lnTo>
                  <a:lnTo>
                    <a:pt x="17156" y="5282"/>
                  </a:lnTo>
                  <a:lnTo>
                    <a:pt x="17343" y="4729"/>
                  </a:lnTo>
                  <a:lnTo>
                    <a:pt x="17530" y="4136"/>
                  </a:lnTo>
                  <a:lnTo>
                    <a:pt x="17717" y="3742"/>
                  </a:lnTo>
                  <a:lnTo>
                    <a:pt x="17904" y="3289"/>
                  </a:lnTo>
                  <a:lnTo>
                    <a:pt x="18091" y="3003"/>
                  </a:lnTo>
                  <a:lnTo>
                    <a:pt x="18278" y="2813"/>
                  </a:lnTo>
                  <a:lnTo>
                    <a:pt x="18465" y="2624"/>
                  </a:lnTo>
                  <a:lnTo>
                    <a:pt x="18652" y="2434"/>
                  </a:lnTo>
                  <a:lnTo>
                    <a:pt x="18839" y="2245"/>
                  </a:lnTo>
                  <a:lnTo>
                    <a:pt x="19026" y="2064"/>
                  </a:lnTo>
                  <a:lnTo>
                    <a:pt x="19213" y="1911"/>
                  </a:lnTo>
                  <a:lnTo>
                    <a:pt x="19399" y="1911"/>
                  </a:lnTo>
                  <a:lnTo>
                    <a:pt x="19586" y="1911"/>
                  </a:lnTo>
                  <a:lnTo>
                    <a:pt x="19773" y="1911"/>
                  </a:lnTo>
                  <a:lnTo>
                    <a:pt x="19960" y="1911"/>
                  </a:lnTo>
                  <a:lnTo>
                    <a:pt x="20147" y="1911"/>
                  </a:lnTo>
                  <a:lnTo>
                    <a:pt x="20334" y="1911"/>
                  </a:lnTo>
                  <a:lnTo>
                    <a:pt x="20521" y="1911"/>
                  </a:lnTo>
                  <a:lnTo>
                    <a:pt x="20708" y="1911"/>
                  </a:lnTo>
                  <a:lnTo>
                    <a:pt x="20895" y="1911"/>
                  </a:lnTo>
                  <a:lnTo>
                    <a:pt x="21082" y="1911"/>
                  </a:lnTo>
                  <a:lnTo>
                    <a:pt x="21269" y="1911"/>
                  </a:lnTo>
                  <a:lnTo>
                    <a:pt x="21456" y="1911"/>
                  </a:lnTo>
                  <a:lnTo>
                    <a:pt x="21642" y="1911"/>
                  </a:lnTo>
                  <a:lnTo>
                    <a:pt x="21829" y="1911"/>
                  </a:lnTo>
                  <a:lnTo>
                    <a:pt x="22016" y="1911"/>
                  </a:lnTo>
                  <a:lnTo>
                    <a:pt x="22203" y="1805"/>
                  </a:lnTo>
                  <a:lnTo>
                    <a:pt x="22390" y="1629"/>
                  </a:lnTo>
                  <a:lnTo>
                    <a:pt x="22577" y="1453"/>
                  </a:lnTo>
                  <a:lnTo>
                    <a:pt x="22764" y="1277"/>
                  </a:lnTo>
                  <a:lnTo>
                    <a:pt x="22951" y="1137"/>
                  </a:lnTo>
                  <a:lnTo>
                    <a:pt x="23138" y="981"/>
                  </a:lnTo>
                  <a:lnTo>
                    <a:pt x="23325" y="801"/>
                  </a:lnTo>
                  <a:lnTo>
                    <a:pt x="23512" y="622"/>
                  </a:lnTo>
                  <a:lnTo>
                    <a:pt x="23699" y="503"/>
                  </a:lnTo>
                  <a:lnTo>
                    <a:pt x="23886" y="594"/>
                  </a:lnTo>
                  <a:lnTo>
                    <a:pt x="24072" y="555"/>
                  </a:lnTo>
                  <a:lnTo>
                    <a:pt x="24259" y="608"/>
                  </a:lnTo>
                  <a:lnTo>
                    <a:pt x="24446" y="608"/>
                  </a:lnTo>
                  <a:lnTo>
                    <a:pt x="24633" y="608"/>
                  </a:lnTo>
                  <a:lnTo>
                    <a:pt x="24820" y="707"/>
                  </a:lnTo>
                  <a:lnTo>
                    <a:pt x="25007" y="876"/>
                  </a:lnTo>
                  <a:lnTo>
                    <a:pt x="25194" y="1090"/>
                  </a:lnTo>
                  <a:lnTo>
                    <a:pt x="25381" y="1305"/>
                  </a:lnTo>
                  <a:lnTo>
                    <a:pt x="25568" y="1519"/>
                  </a:lnTo>
                  <a:lnTo>
                    <a:pt x="25755" y="1708"/>
                  </a:lnTo>
                  <a:lnTo>
                    <a:pt x="25942" y="1796"/>
                  </a:lnTo>
                  <a:lnTo>
                    <a:pt x="26129" y="1892"/>
                  </a:lnTo>
                  <a:lnTo>
                    <a:pt x="26315" y="1987"/>
                  </a:lnTo>
                  <a:lnTo>
                    <a:pt x="26502" y="2031"/>
                  </a:lnTo>
                  <a:lnTo>
                    <a:pt x="26689" y="2106"/>
                  </a:lnTo>
                  <a:lnTo>
                    <a:pt x="26876" y="2216"/>
                  </a:lnTo>
                  <a:lnTo>
                    <a:pt x="27063" y="2370"/>
                  </a:lnTo>
                  <a:lnTo>
                    <a:pt x="27250" y="2671"/>
                  </a:lnTo>
                  <a:lnTo>
                    <a:pt x="27437" y="2972"/>
                  </a:lnTo>
                  <a:lnTo>
                    <a:pt x="27624" y="3249"/>
                  </a:lnTo>
                  <a:lnTo>
                    <a:pt x="27811" y="3439"/>
                  </a:lnTo>
                  <a:lnTo>
                    <a:pt x="27998" y="3628"/>
                  </a:lnTo>
                  <a:lnTo>
                    <a:pt x="28185" y="3818"/>
                  </a:lnTo>
                  <a:lnTo>
                    <a:pt x="28372" y="4007"/>
                  </a:lnTo>
                  <a:lnTo>
                    <a:pt x="28559" y="4197"/>
                  </a:lnTo>
                  <a:lnTo>
                    <a:pt x="28745" y="4386"/>
                  </a:lnTo>
                  <a:lnTo>
                    <a:pt x="28932" y="4576"/>
                  </a:lnTo>
                  <a:lnTo>
                    <a:pt x="29119" y="4765"/>
                  </a:lnTo>
                  <a:lnTo>
                    <a:pt x="29306" y="4955"/>
                  </a:lnTo>
                  <a:lnTo>
                    <a:pt x="29493" y="5033"/>
                  </a:lnTo>
                  <a:lnTo>
                    <a:pt x="29680" y="5013"/>
                  </a:lnTo>
                  <a:lnTo>
                    <a:pt x="29867" y="4837"/>
                  </a:lnTo>
                  <a:lnTo>
                    <a:pt x="30054" y="4600"/>
                  </a:lnTo>
                  <a:lnTo>
                    <a:pt x="30241" y="4248"/>
                  </a:lnTo>
                  <a:lnTo>
                    <a:pt x="30428" y="3896"/>
                  </a:lnTo>
                  <a:lnTo>
                    <a:pt x="30615" y="3544"/>
                  </a:lnTo>
                  <a:lnTo>
                    <a:pt x="30802" y="3192"/>
                  </a:lnTo>
                  <a:lnTo>
                    <a:pt x="30989" y="2841"/>
                  </a:lnTo>
                  <a:lnTo>
                    <a:pt x="31175" y="2489"/>
                  </a:lnTo>
                  <a:lnTo>
                    <a:pt x="31362" y="2137"/>
                  </a:lnTo>
                  <a:lnTo>
                    <a:pt x="31549" y="1785"/>
                  </a:lnTo>
                  <a:lnTo>
                    <a:pt x="31736" y="1433"/>
                  </a:lnTo>
                  <a:lnTo>
                    <a:pt x="31923" y="1081"/>
                  </a:lnTo>
                  <a:lnTo>
                    <a:pt x="32110" y="730"/>
                  </a:lnTo>
                  <a:lnTo>
                    <a:pt x="32297" y="466"/>
                  </a:lnTo>
                  <a:lnTo>
                    <a:pt x="32484" y="290"/>
                  </a:lnTo>
                  <a:lnTo>
                    <a:pt x="32671" y="114"/>
                  </a:lnTo>
                  <a:lnTo>
                    <a:pt x="32858" y="0"/>
                  </a:lnTo>
                  <a:lnTo>
                    <a:pt x="33045" y="0"/>
                  </a:lnTo>
                  <a:lnTo>
                    <a:pt x="33232" y="0"/>
                  </a:lnTo>
                  <a:lnTo>
                    <a:pt x="33418" y="0"/>
                  </a:lnTo>
                  <a:lnTo>
                    <a:pt x="33605" y="0"/>
                  </a:lnTo>
                  <a:lnTo>
                    <a:pt x="33792" y="0"/>
                  </a:lnTo>
                  <a:lnTo>
                    <a:pt x="33979" y="0"/>
                  </a:lnTo>
                  <a:lnTo>
                    <a:pt x="34166" y="0"/>
                  </a:lnTo>
                  <a:lnTo>
                    <a:pt x="34353" y="0"/>
                  </a:lnTo>
                  <a:lnTo>
                    <a:pt x="34540" y="0"/>
                  </a:lnTo>
                  <a:lnTo>
                    <a:pt x="34727" y="0"/>
                  </a:lnTo>
                  <a:lnTo>
                    <a:pt x="34914" y="0"/>
                  </a:lnTo>
                  <a:lnTo>
                    <a:pt x="35101" y="0"/>
                  </a:lnTo>
                  <a:lnTo>
                    <a:pt x="35288" y="0"/>
                  </a:lnTo>
                  <a:lnTo>
                    <a:pt x="35475" y="0"/>
                  </a:lnTo>
                  <a:lnTo>
                    <a:pt x="35662" y="297"/>
                  </a:lnTo>
                  <a:lnTo>
                    <a:pt x="35848" y="518"/>
                  </a:lnTo>
                  <a:lnTo>
                    <a:pt x="36035" y="667"/>
                  </a:lnTo>
                  <a:lnTo>
                    <a:pt x="36222" y="743"/>
                  </a:lnTo>
                  <a:lnTo>
                    <a:pt x="36409" y="820"/>
                  </a:lnTo>
                  <a:lnTo>
                    <a:pt x="36596" y="897"/>
                  </a:lnTo>
                  <a:lnTo>
                    <a:pt x="36783" y="1097"/>
                  </a:lnTo>
                  <a:lnTo>
                    <a:pt x="36970" y="1491"/>
                  </a:lnTo>
                  <a:lnTo>
                    <a:pt x="37157" y="1885"/>
                  </a:lnTo>
                  <a:lnTo>
                    <a:pt x="37344" y="2304"/>
                  </a:lnTo>
                  <a:lnTo>
                    <a:pt x="37531" y="2882"/>
                  </a:lnTo>
                  <a:lnTo>
                    <a:pt x="37718" y="3459"/>
                  </a:lnTo>
                  <a:lnTo>
                    <a:pt x="37905" y="4265"/>
                  </a:lnTo>
                  <a:lnTo>
                    <a:pt x="38091" y="5195"/>
                  </a:lnTo>
                  <a:lnTo>
                    <a:pt x="38278" y="5880"/>
                  </a:lnTo>
                  <a:lnTo>
                    <a:pt x="38465" y="6397"/>
                  </a:lnTo>
                  <a:lnTo>
                    <a:pt x="38652" y="6889"/>
                  </a:lnTo>
                  <a:lnTo>
                    <a:pt x="38839" y="7395"/>
                  </a:lnTo>
                  <a:lnTo>
                    <a:pt x="39026" y="7972"/>
                  </a:lnTo>
                  <a:lnTo>
                    <a:pt x="39213" y="8650"/>
                  </a:lnTo>
                  <a:lnTo>
                    <a:pt x="39400" y="9372"/>
                  </a:lnTo>
                  <a:lnTo>
                    <a:pt x="39587" y="9993"/>
                  </a:lnTo>
                  <a:lnTo>
                    <a:pt x="39774" y="10534"/>
                  </a:lnTo>
                  <a:lnTo>
                    <a:pt x="39961" y="11066"/>
                  </a:lnTo>
                  <a:lnTo>
                    <a:pt x="40148" y="11439"/>
                  </a:lnTo>
                  <a:lnTo>
                    <a:pt x="40335" y="11683"/>
                  </a:lnTo>
                  <a:lnTo>
                    <a:pt x="40521" y="11962"/>
                  </a:lnTo>
                  <a:lnTo>
                    <a:pt x="40708" y="12163"/>
                  </a:lnTo>
                  <a:lnTo>
                    <a:pt x="40895" y="12262"/>
                  </a:lnTo>
                  <a:lnTo>
                    <a:pt x="41082" y="12395"/>
                  </a:lnTo>
                  <a:lnTo>
                    <a:pt x="41269" y="12692"/>
                  </a:lnTo>
                  <a:lnTo>
                    <a:pt x="41456" y="13004"/>
                  </a:lnTo>
                  <a:lnTo>
                    <a:pt x="41643" y="13532"/>
                  </a:lnTo>
                  <a:lnTo>
                    <a:pt x="41830" y="14060"/>
                  </a:lnTo>
                  <a:lnTo>
                    <a:pt x="42017" y="14464"/>
                  </a:lnTo>
                  <a:lnTo>
                    <a:pt x="42204" y="14816"/>
                  </a:lnTo>
                  <a:lnTo>
                    <a:pt x="42391" y="15335"/>
                  </a:lnTo>
                  <a:lnTo>
                    <a:pt x="42578" y="15995"/>
                  </a:lnTo>
                  <a:lnTo>
                    <a:pt x="42765" y="16699"/>
                  </a:lnTo>
                  <a:lnTo>
                    <a:pt x="42951" y="17402"/>
                  </a:lnTo>
                  <a:lnTo>
                    <a:pt x="43138" y="18106"/>
                  </a:lnTo>
                  <a:lnTo>
                    <a:pt x="43325" y="18766"/>
                  </a:lnTo>
                  <a:lnTo>
                    <a:pt x="43512" y="19293"/>
                  </a:lnTo>
                  <a:lnTo>
                    <a:pt x="43699" y="19821"/>
                  </a:lnTo>
                  <a:lnTo>
                    <a:pt x="43886" y="20322"/>
                  </a:lnTo>
                  <a:lnTo>
                    <a:pt x="44073" y="20674"/>
                  </a:lnTo>
                  <a:lnTo>
                    <a:pt x="44260" y="21026"/>
                  </a:lnTo>
                  <a:lnTo>
                    <a:pt x="44447" y="21378"/>
                  </a:lnTo>
                  <a:lnTo>
                    <a:pt x="44634" y="21730"/>
                  </a:lnTo>
                  <a:lnTo>
                    <a:pt x="44821" y="22082"/>
                  </a:lnTo>
                  <a:lnTo>
                    <a:pt x="45008" y="22433"/>
                  </a:lnTo>
                  <a:lnTo>
                    <a:pt x="45194" y="22618"/>
                  </a:lnTo>
                  <a:lnTo>
                    <a:pt x="45381" y="22662"/>
                  </a:lnTo>
                  <a:lnTo>
                    <a:pt x="45568" y="22662"/>
                  </a:lnTo>
                  <a:lnTo>
                    <a:pt x="45755" y="22662"/>
                  </a:lnTo>
                  <a:lnTo>
                    <a:pt x="45942" y="22662"/>
                  </a:lnTo>
                  <a:lnTo>
                    <a:pt x="46129" y="22662"/>
                  </a:lnTo>
                  <a:lnTo>
                    <a:pt x="46316" y="22523"/>
                  </a:lnTo>
                  <a:lnTo>
                    <a:pt x="46503" y="22369"/>
                  </a:lnTo>
                  <a:lnTo>
                    <a:pt x="46690" y="22216"/>
                  </a:lnTo>
                  <a:lnTo>
                    <a:pt x="46877" y="22035"/>
                  </a:lnTo>
                  <a:lnTo>
                    <a:pt x="47064" y="21846"/>
                  </a:lnTo>
                  <a:lnTo>
                    <a:pt x="47251" y="21656"/>
                  </a:lnTo>
                  <a:lnTo>
                    <a:pt x="47438" y="21467"/>
                  </a:lnTo>
                  <a:lnTo>
                    <a:pt x="47624" y="21277"/>
                  </a:lnTo>
                  <a:lnTo>
                    <a:pt x="47811" y="21088"/>
                  </a:lnTo>
                  <a:lnTo>
                    <a:pt x="47998" y="20898"/>
                  </a:lnTo>
                  <a:lnTo>
                    <a:pt x="48185" y="20709"/>
                  </a:lnTo>
                  <a:lnTo>
                    <a:pt x="48372" y="20519"/>
                  </a:lnTo>
                  <a:lnTo>
                    <a:pt x="48559" y="20330"/>
                  </a:lnTo>
                  <a:lnTo>
                    <a:pt x="48746" y="20140"/>
                  </a:lnTo>
                  <a:lnTo>
                    <a:pt x="48933" y="19951"/>
                  </a:lnTo>
                  <a:lnTo>
                    <a:pt x="49120" y="19771"/>
                  </a:lnTo>
                  <a:lnTo>
                    <a:pt x="49307" y="19617"/>
                  </a:lnTo>
                  <a:lnTo>
                    <a:pt x="49494" y="19463"/>
                  </a:lnTo>
                  <a:lnTo>
                    <a:pt x="49681" y="19330"/>
                  </a:lnTo>
                  <a:lnTo>
                    <a:pt x="49868" y="19330"/>
                  </a:lnTo>
                  <a:lnTo>
                    <a:pt x="50054" y="19365"/>
                  </a:lnTo>
                  <a:lnTo>
                    <a:pt x="50241" y="19541"/>
                  </a:lnTo>
                  <a:lnTo>
                    <a:pt x="50428" y="19717"/>
                  </a:lnTo>
                  <a:lnTo>
                    <a:pt x="50615" y="19893"/>
                  </a:lnTo>
                  <a:lnTo>
                    <a:pt x="50802" y="20068"/>
                  </a:lnTo>
                  <a:lnTo>
                    <a:pt x="50989" y="20244"/>
                  </a:lnTo>
                  <a:lnTo>
                    <a:pt x="51176" y="20420"/>
                  </a:lnTo>
                  <a:lnTo>
                    <a:pt x="51363" y="20596"/>
                  </a:lnTo>
                  <a:lnTo>
                    <a:pt x="51550" y="20772"/>
                  </a:lnTo>
                  <a:lnTo>
                    <a:pt x="51737" y="20948"/>
                  </a:lnTo>
                  <a:lnTo>
                    <a:pt x="51924" y="20968"/>
                  </a:lnTo>
                  <a:lnTo>
                    <a:pt x="52111" y="20965"/>
                  </a:lnTo>
                  <a:lnTo>
                    <a:pt x="52297" y="21047"/>
                  </a:lnTo>
                  <a:lnTo>
                    <a:pt x="52484" y="21218"/>
                  </a:lnTo>
                  <a:lnTo>
                    <a:pt x="52671" y="21527"/>
                  </a:lnTo>
                  <a:lnTo>
                    <a:pt x="52858" y="21886"/>
                  </a:lnTo>
                  <a:lnTo>
                    <a:pt x="53045" y="22129"/>
                  </a:lnTo>
                  <a:lnTo>
                    <a:pt x="53232" y="22373"/>
                  </a:lnTo>
                  <a:lnTo>
                    <a:pt x="53419" y="22616"/>
                  </a:lnTo>
                  <a:lnTo>
                    <a:pt x="53606" y="22719"/>
                  </a:lnTo>
                  <a:lnTo>
                    <a:pt x="53793" y="22673"/>
                  </a:lnTo>
                  <a:lnTo>
                    <a:pt x="53980" y="22564"/>
                  </a:lnTo>
                  <a:lnTo>
                    <a:pt x="54167" y="22456"/>
                  </a:lnTo>
                  <a:lnTo>
                    <a:pt x="54354" y="22348"/>
                  </a:lnTo>
                  <a:lnTo>
                    <a:pt x="54541" y="22239"/>
                  </a:lnTo>
                  <a:lnTo>
                    <a:pt x="54727" y="22145"/>
                  </a:lnTo>
                  <a:lnTo>
                    <a:pt x="54914" y="22090"/>
                  </a:lnTo>
                  <a:lnTo>
                    <a:pt x="55101" y="21943"/>
                  </a:lnTo>
                  <a:lnTo>
                    <a:pt x="55288" y="21855"/>
                  </a:lnTo>
                  <a:lnTo>
                    <a:pt x="55475" y="21600"/>
                  </a:lnTo>
                  <a:lnTo>
                    <a:pt x="55662" y="21248"/>
                  </a:lnTo>
                  <a:lnTo>
                    <a:pt x="55849" y="20896"/>
                  </a:lnTo>
                  <a:lnTo>
                    <a:pt x="56036" y="20544"/>
                  </a:lnTo>
                  <a:lnTo>
                    <a:pt x="56223" y="20192"/>
                  </a:lnTo>
                  <a:lnTo>
                    <a:pt x="56410" y="19981"/>
                  </a:lnTo>
                  <a:lnTo>
                    <a:pt x="56597" y="19920"/>
                  </a:lnTo>
                  <a:lnTo>
                    <a:pt x="56784" y="19920"/>
                  </a:lnTo>
                  <a:lnTo>
                    <a:pt x="56970" y="19920"/>
                  </a:lnTo>
                  <a:lnTo>
                    <a:pt x="57157" y="19920"/>
                  </a:lnTo>
                  <a:lnTo>
                    <a:pt x="57344" y="19920"/>
                  </a:lnTo>
                  <a:lnTo>
                    <a:pt x="57531" y="19920"/>
                  </a:lnTo>
                  <a:lnTo>
                    <a:pt x="57718" y="19920"/>
                  </a:lnTo>
                  <a:lnTo>
                    <a:pt x="57905" y="19920"/>
                  </a:lnTo>
                  <a:lnTo>
                    <a:pt x="58092" y="19920"/>
                  </a:lnTo>
                  <a:lnTo>
                    <a:pt x="58279" y="19920"/>
                  </a:lnTo>
                  <a:lnTo>
                    <a:pt x="58466" y="19920"/>
                  </a:lnTo>
                  <a:lnTo>
                    <a:pt x="58653" y="19920"/>
                  </a:lnTo>
                  <a:lnTo>
                    <a:pt x="58840" y="20053"/>
                  </a:lnTo>
                  <a:lnTo>
                    <a:pt x="59027" y="20207"/>
                  </a:lnTo>
                  <a:lnTo>
                    <a:pt x="59214" y="20387"/>
                  </a:lnTo>
                  <a:lnTo>
                    <a:pt x="59400" y="20577"/>
                  </a:lnTo>
                  <a:lnTo>
                    <a:pt x="59587" y="20872"/>
                  </a:lnTo>
                  <a:lnTo>
                    <a:pt x="59774" y="21237"/>
                  </a:lnTo>
                  <a:lnTo>
                    <a:pt x="59961" y="21559"/>
                  </a:lnTo>
                  <a:lnTo>
                    <a:pt x="60148" y="21780"/>
                  </a:lnTo>
                  <a:lnTo>
                    <a:pt x="60335" y="22125"/>
                  </a:lnTo>
                  <a:lnTo>
                    <a:pt x="60522" y="22477"/>
                  </a:lnTo>
                  <a:lnTo>
                    <a:pt x="60709" y="22917"/>
                  </a:lnTo>
                  <a:lnTo>
                    <a:pt x="60896" y="23357"/>
                  </a:lnTo>
                  <a:lnTo>
                    <a:pt x="61083" y="23848"/>
                  </a:lnTo>
                  <a:lnTo>
                    <a:pt x="61270" y="24172"/>
                  </a:lnTo>
                  <a:lnTo>
                    <a:pt x="61289" y="242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9391" y="3226799"/>
              <a:ext cx="5944" cy="4362"/>
            </a:xfrm>
            <a:custGeom>
              <a:avLst/>
              <a:pathLst>
                <a:path w="5944" h="4362">
                  <a:moveTo>
                    <a:pt x="0" y="4362"/>
                  </a:moveTo>
                  <a:lnTo>
                    <a:pt x="108" y="4234"/>
                  </a:lnTo>
                  <a:lnTo>
                    <a:pt x="295" y="3956"/>
                  </a:lnTo>
                  <a:lnTo>
                    <a:pt x="482" y="3516"/>
                  </a:lnTo>
                  <a:lnTo>
                    <a:pt x="669" y="3076"/>
                  </a:lnTo>
                  <a:lnTo>
                    <a:pt x="856" y="2663"/>
                  </a:lnTo>
                  <a:lnTo>
                    <a:pt x="1043" y="2362"/>
                  </a:lnTo>
                  <a:lnTo>
                    <a:pt x="1230" y="2061"/>
                  </a:lnTo>
                  <a:lnTo>
                    <a:pt x="1417" y="1784"/>
                  </a:lnTo>
                  <a:lnTo>
                    <a:pt x="1604" y="1594"/>
                  </a:lnTo>
                  <a:lnTo>
                    <a:pt x="1791" y="1405"/>
                  </a:lnTo>
                  <a:lnTo>
                    <a:pt x="1978" y="1215"/>
                  </a:lnTo>
                  <a:lnTo>
                    <a:pt x="2165" y="1026"/>
                  </a:lnTo>
                  <a:lnTo>
                    <a:pt x="2351" y="836"/>
                  </a:lnTo>
                  <a:lnTo>
                    <a:pt x="2538" y="647"/>
                  </a:lnTo>
                  <a:lnTo>
                    <a:pt x="2725" y="457"/>
                  </a:lnTo>
                  <a:lnTo>
                    <a:pt x="2912" y="268"/>
                  </a:lnTo>
                  <a:lnTo>
                    <a:pt x="3099" y="78"/>
                  </a:lnTo>
                  <a:lnTo>
                    <a:pt x="3286" y="0"/>
                  </a:lnTo>
                  <a:lnTo>
                    <a:pt x="3473" y="20"/>
                  </a:lnTo>
                  <a:lnTo>
                    <a:pt x="3660" y="196"/>
                  </a:lnTo>
                  <a:lnTo>
                    <a:pt x="3847" y="433"/>
                  </a:lnTo>
                  <a:lnTo>
                    <a:pt x="4034" y="785"/>
                  </a:lnTo>
                  <a:lnTo>
                    <a:pt x="4221" y="1137"/>
                  </a:lnTo>
                  <a:lnTo>
                    <a:pt x="4408" y="1489"/>
                  </a:lnTo>
                  <a:lnTo>
                    <a:pt x="4595" y="1840"/>
                  </a:lnTo>
                  <a:lnTo>
                    <a:pt x="4781" y="2192"/>
                  </a:lnTo>
                  <a:lnTo>
                    <a:pt x="4968" y="2544"/>
                  </a:lnTo>
                  <a:lnTo>
                    <a:pt x="5155" y="2896"/>
                  </a:lnTo>
                  <a:lnTo>
                    <a:pt x="5342" y="3248"/>
                  </a:lnTo>
                  <a:lnTo>
                    <a:pt x="5529" y="3600"/>
                  </a:lnTo>
                  <a:lnTo>
                    <a:pt x="5716" y="3951"/>
                  </a:lnTo>
                  <a:lnTo>
                    <a:pt x="5903" y="4303"/>
                  </a:lnTo>
                  <a:lnTo>
                    <a:pt x="5944" y="436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62330" y="3230853"/>
              <a:ext cx="1144" cy="308"/>
            </a:xfrm>
            <a:custGeom>
              <a:avLst/>
              <a:pathLst>
                <a:path w="1144" h="308">
                  <a:moveTo>
                    <a:pt x="0" y="308"/>
                  </a:moveTo>
                  <a:lnTo>
                    <a:pt x="67" y="240"/>
                  </a:lnTo>
                  <a:lnTo>
                    <a:pt x="254" y="50"/>
                  </a:lnTo>
                  <a:lnTo>
                    <a:pt x="441" y="0"/>
                  </a:lnTo>
                  <a:lnTo>
                    <a:pt x="628" y="0"/>
                  </a:lnTo>
                  <a:lnTo>
                    <a:pt x="815" y="10"/>
                  </a:lnTo>
                  <a:lnTo>
                    <a:pt x="1001" y="163"/>
                  </a:lnTo>
                  <a:lnTo>
                    <a:pt x="1144" y="30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10656" y="3230238"/>
              <a:ext cx="2596" cy="924"/>
            </a:xfrm>
            <a:custGeom>
              <a:avLst/>
              <a:pathLst>
                <a:path w="2596" h="924">
                  <a:moveTo>
                    <a:pt x="0" y="924"/>
                  </a:moveTo>
                  <a:lnTo>
                    <a:pt x="153" y="827"/>
                  </a:lnTo>
                  <a:lnTo>
                    <a:pt x="340" y="709"/>
                  </a:lnTo>
                  <a:lnTo>
                    <a:pt x="527" y="591"/>
                  </a:lnTo>
                  <a:lnTo>
                    <a:pt x="714" y="459"/>
                  </a:lnTo>
                  <a:lnTo>
                    <a:pt x="901" y="233"/>
                  </a:lnTo>
                  <a:lnTo>
                    <a:pt x="1088" y="74"/>
                  </a:lnTo>
                  <a:lnTo>
                    <a:pt x="1275" y="56"/>
                  </a:lnTo>
                  <a:lnTo>
                    <a:pt x="1462" y="0"/>
                  </a:lnTo>
                  <a:lnTo>
                    <a:pt x="1649" y="40"/>
                  </a:lnTo>
                  <a:lnTo>
                    <a:pt x="1836" y="169"/>
                  </a:lnTo>
                  <a:lnTo>
                    <a:pt x="2023" y="316"/>
                  </a:lnTo>
                  <a:lnTo>
                    <a:pt x="2210" y="561"/>
                  </a:lnTo>
                  <a:lnTo>
                    <a:pt x="2396" y="776"/>
                  </a:lnTo>
                  <a:lnTo>
                    <a:pt x="2583" y="908"/>
                  </a:lnTo>
                  <a:lnTo>
                    <a:pt x="2596" y="92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25547" y="3226478"/>
              <a:ext cx="5277" cy="4683"/>
            </a:xfrm>
            <a:custGeom>
              <a:avLst/>
              <a:pathLst>
                <a:path w="5277" h="4683">
                  <a:moveTo>
                    <a:pt x="0" y="4683"/>
                  </a:moveTo>
                  <a:lnTo>
                    <a:pt x="29" y="4644"/>
                  </a:lnTo>
                  <a:lnTo>
                    <a:pt x="216" y="4292"/>
                  </a:lnTo>
                  <a:lnTo>
                    <a:pt x="403" y="3940"/>
                  </a:lnTo>
                  <a:lnTo>
                    <a:pt x="590" y="3588"/>
                  </a:lnTo>
                  <a:lnTo>
                    <a:pt x="777" y="3236"/>
                  </a:lnTo>
                  <a:lnTo>
                    <a:pt x="964" y="2885"/>
                  </a:lnTo>
                  <a:lnTo>
                    <a:pt x="1151" y="2533"/>
                  </a:lnTo>
                  <a:lnTo>
                    <a:pt x="1337" y="2181"/>
                  </a:lnTo>
                  <a:lnTo>
                    <a:pt x="1524" y="1829"/>
                  </a:lnTo>
                  <a:lnTo>
                    <a:pt x="1711" y="1477"/>
                  </a:lnTo>
                  <a:lnTo>
                    <a:pt x="1898" y="1125"/>
                  </a:lnTo>
                  <a:lnTo>
                    <a:pt x="2085" y="774"/>
                  </a:lnTo>
                  <a:lnTo>
                    <a:pt x="2272" y="422"/>
                  </a:lnTo>
                  <a:lnTo>
                    <a:pt x="2459" y="70"/>
                  </a:lnTo>
                  <a:lnTo>
                    <a:pt x="2646" y="0"/>
                  </a:lnTo>
                  <a:lnTo>
                    <a:pt x="2833" y="70"/>
                  </a:lnTo>
                  <a:lnTo>
                    <a:pt x="3020" y="390"/>
                  </a:lnTo>
                  <a:lnTo>
                    <a:pt x="3207" y="667"/>
                  </a:lnTo>
                  <a:lnTo>
                    <a:pt x="3394" y="968"/>
                  </a:lnTo>
                  <a:lnTo>
                    <a:pt x="3581" y="1209"/>
                  </a:lnTo>
                  <a:lnTo>
                    <a:pt x="3767" y="1461"/>
                  </a:lnTo>
                  <a:lnTo>
                    <a:pt x="3954" y="1831"/>
                  </a:lnTo>
                  <a:lnTo>
                    <a:pt x="4141" y="2225"/>
                  </a:lnTo>
                  <a:lnTo>
                    <a:pt x="4328" y="2619"/>
                  </a:lnTo>
                  <a:lnTo>
                    <a:pt x="4515" y="3021"/>
                  </a:lnTo>
                  <a:lnTo>
                    <a:pt x="4702" y="3297"/>
                  </a:lnTo>
                  <a:lnTo>
                    <a:pt x="4889" y="3686"/>
                  </a:lnTo>
                  <a:lnTo>
                    <a:pt x="5076" y="4182"/>
                  </a:lnTo>
                  <a:lnTo>
                    <a:pt x="5263" y="4652"/>
                  </a:lnTo>
                  <a:lnTo>
                    <a:pt x="5277" y="468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52900" y="3213612"/>
              <a:ext cx="109000" cy="17549"/>
            </a:xfrm>
            <a:custGeom>
              <a:avLst/>
              <a:pathLst>
                <a:path w="109000" h="17549">
                  <a:moveTo>
                    <a:pt x="0" y="17549"/>
                  </a:moveTo>
                  <a:lnTo>
                    <a:pt x="153" y="17240"/>
                  </a:lnTo>
                  <a:lnTo>
                    <a:pt x="340" y="16951"/>
                  </a:lnTo>
                  <a:lnTo>
                    <a:pt x="527" y="16672"/>
                  </a:lnTo>
                  <a:lnTo>
                    <a:pt x="714" y="16549"/>
                  </a:lnTo>
                  <a:lnTo>
                    <a:pt x="901" y="16419"/>
                  </a:lnTo>
                  <a:lnTo>
                    <a:pt x="1088" y="16512"/>
                  </a:lnTo>
                  <a:lnTo>
                    <a:pt x="1275" y="16646"/>
                  </a:lnTo>
                  <a:lnTo>
                    <a:pt x="1461" y="16646"/>
                  </a:lnTo>
                  <a:lnTo>
                    <a:pt x="1648" y="16646"/>
                  </a:lnTo>
                  <a:lnTo>
                    <a:pt x="1835" y="16646"/>
                  </a:lnTo>
                  <a:lnTo>
                    <a:pt x="2022" y="16646"/>
                  </a:lnTo>
                  <a:lnTo>
                    <a:pt x="2209" y="16646"/>
                  </a:lnTo>
                  <a:lnTo>
                    <a:pt x="2396" y="16646"/>
                  </a:lnTo>
                  <a:lnTo>
                    <a:pt x="2583" y="16646"/>
                  </a:lnTo>
                  <a:lnTo>
                    <a:pt x="2770" y="16646"/>
                  </a:lnTo>
                  <a:lnTo>
                    <a:pt x="2957" y="16646"/>
                  </a:lnTo>
                  <a:lnTo>
                    <a:pt x="3144" y="16646"/>
                  </a:lnTo>
                  <a:lnTo>
                    <a:pt x="3331" y="16646"/>
                  </a:lnTo>
                  <a:lnTo>
                    <a:pt x="3518" y="16646"/>
                  </a:lnTo>
                  <a:lnTo>
                    <a:pt x="3705" y="16646"/>
                  </a:lnTo>
                  <a:lnTo>
                    <a:pt x="3891" y="16646"/>
                  </a:lnTo>
                  <a:lnTo>
                    <a:pt x="4078" y="16646"/>
                  </a:lnTo>
                  <a:lnTo>
                    <a:pt x="4265" y="16646"/>
                  </a:lnTo>
                  <a:lnTo>
                    <a:pt x="4452" y="16646"/>
                  </a:lnTo>
                  <a:lnTo>
                    <a:pt x="4639" y="16646"/>
                  </a:lnTo>
                  <a:lnTo>
                    <a:pt x="4826" y="16646"/>
                  </a:lnTo>
                  <a:lnTo>
                    <a:pt x="5013" y="16646"/>
                  </a:lnTo>
                  <a:lnTo>
                    <a:pt x="5200" y="16646"/>
                  </a:lnTo>
                  <a:lnTo>
                    <a:pt x="5387" y="16646"/>
                  </a:lnTo>
                  <a:lnTo>
                    <a:pt x="5574" y="16646"/>
                  </a:lnTo>
                  <a:lnTo>
                    <a:pt x="5761" y="16646"/>
                  </a:lnTo>
                  <a:lnTo>
                    <a:pt x="5948" y="16646"/>
                  </a:lnTo>
                  <a:lnTo>
                    <a:pt x="6135" y="16646"/>
                  </a:lnTo>
                  <a:lnTo>
                    <a:pt x="6321" y="16646"/>
                  </a:lnTo>
                  <a:lnTo>
                    <a:pt x="6508" y="16558"/>
                  </a:lnTo>
                  <a:lnTo>
                    <a:pt x="6695" y="16382"/>
                  </a:lnTo>
                  <a:lnTo>
                    <a:pt x="6882" y="16206"/>
                  </a:lnTo>
                  <a:lnTo>
                    <a:pt x="7069" y="16030"/>
                  </a:lnTo>
                  <a:lnTo>
                    <a:pt x="7256" y="15687"/>
                  </a:lnTo>
                  <a:lnTo>
                    <a:pt x="7443" y="15335"/>
                  </a:lnTo>
                  <a:lnTo>
                    <a:pt x="7630" y="14983"/>
                  </a:lnTo>
                  <a:lnTo>
                    <a:pt x="7817" y="14632"/>
                  </a:lnTo>
                  <a:lnTo>
                    <a:pt x="8004" y="14280"/>
                  </a:lnTo>
                  <a:lnTo>
                    <a:pt x="8191" y="13928"/>
                  </a:lnTo>
                  <a:lnTo>
                    <a:pt x="8378" y="13576"/>
                  </a:lnTo>
                  <a:lnTo>
                    <a:pt x="8564" y="13224"/>
                  </a:lnTo>
                  <a:lnTo>
                    <a:pt x="8751" y="12872"/>
                  </a:lnTo>
                  <a:lnTo>
                    <a:pt x="8938" y="12521"/>
                  </a:lnTo>
                  <a:lnTo>
                    <a:pt x="9125" y="12169"/>
                  </a:lnTo>
                  <a:lnTo>
                    <a:pt x="9312" y="11905"/>
                  </a:lnTo>
                  <a:lnTo>
                    <a:pt x="9499" y="11729"/>
                  </a:lnTo>
                  <a:lnTo>
                    <a:pt x="9686" y="11553"/>
                  </a:lnTo>
                  <a:lnTo>
                    <a:pt x="9873" y="11483"/>
                  </a:lnTo>
                  <a:lnTo>
                    <a:pt x="10060" y="11720"/>
                  </a:lnTo>
                  <a:lnTo>
                    <a:pt x="10247" y="12072"/>
                  </a:lnTo>
                  <a:lnTo>
                    <a:pt x="10434" y="12424"/>
                  </a:lnTo>
                  <a:lnTo>
                    <a:pt x="10621" y="12776"/>
                  </a:lnTo>
                  <a:lnTo>
                    <a:pt x="10808" y="13127"/>
                  </a:lnTo>
                  <a:lnTo>
                    <a:pt x="10994" y="13479"/>
                  </a:lnTo>
                  <a:lnTo>
                    <a:pt x="11181" y="13831"/>
                  </a:lnTo>
                  <a:lnTo>
                    <a:pt x="11368" y="14183"/>
                  </a:lnTo>
                  <a:lnTo>
                    <a:pt x="11555" y="14535"/>
                  </a:lnTo>
                  <a:lnTo>
                    <a:pt x="11742" y="14887"/>
                  </a:lnTo>
                  <a:lnTo>
                    <a:pt x="11929" y="15238"/>
                  </a:lnTo>
                  <a:lnTo>
                    <a:pt x="12116" y="15423"/>
                  </a:lnTo>
                  <a:lnTo>
                    <a:pt x="12303" y="15599"/>
                  </a:lnTo>
                  <a:lnTo>
                    <a:pt x="12490" y="15705"/>
                  </a:lnTo>
                  <a:lnTo>
                    <a:pt x="12677" y="15599"/>
                  </a:lnTo>
                  <a:lnTo>
                    <a:pt x="12864" y="15353"/>
                  </a:lnTo>
                  <a:lnTo>
                    <a:pt x="13051" y="14857"/>
                  </a:lnTo>
                  <a:lnTo>
                    <a:pt x="13237" y="14582"/>
                  </a:lnTo>
                  <a:lnTo>
                    <a:pt x="13424" y="14462"/>
                  </a:lnTo>
                  <a:lnTo>
                    <a:pt x="13611" y="14330"/>
                  </a:lnTo>
                  <a:lnTo>
                    <a:pt x="13798" y="14106"/>
                  </a:lnTo>
                  <a:lnTo>
                    <a:pt x="13985" y="13700"/>
                  </a:lnTo>
                  <a:lnTo>
                    <a:pt x="14172" y="13270"/>
                  </a:lnTo>
                  <a:lnTo>
                    <a:pt x="14359" y="12840"/>
                  </a:lnTo>
                  <a:lnTo>
                    <a:pt x="14546" y="12402"/>
                  </a:lnTo>
                  <a:lnTo>
                    <a:pt x="14733" y="12090"/>
                  </a:lnTo>
                  <a:lnTo>
                    <a:pt x="14920" y="11802"/>
                  </a:lnTo>
                  <a:lnTo>
                    <a:pt x="15107" y="11414"/>
                  </a:lnTo>
                  <a:lnTo>
                    <a:pt x="15294" y="11111"/>
                  </a:lnTo>
                  <a:lnTo>
                    <a:pt x="15481" y="10787"/>
                  </a:lnTo>
                  <a:lnTo>
                    <a:pt x="15667" y="10464"/>
                  </a:lnTo>
                  <a:lnTo>
                    <a:pt x="15854" y="10141"/>
                  </a:lnTo>
                  <a:lnTo>
                    <a:pt x="16041" y="9707"/>
                  </a:lnTo>
                  <a:lnTo>
                    <a:pt x="16228" y="9182"/>
                  </a:lnTo>
                  <a:lnTo>
                    <a:pt x="16415" y="8559"/>
                  </a:lnTo>
                  <a:lnTo>
                    <a:pt x="16602" y="8089"/>
                  </a:lnTo>
                  <a:lnTo>
                    <a:pt x="16789" y="7699"/>
                  </a:lnTo>
                  <a:lnTo>
                    <a:pt x="16976" y="7308"/>
                  </a:lnTo>
                  <a:lnTo>
                    <a:pt x="17163" y="6918"/>
                  </a:lnTo>
                  <a:lnTo>
                    <a:pt x="17350" y="6527"/>
                  </a:lnTo>
                  <a:lnTo>
                    <a:pt x="17537" y="6054"/>
                  </a:lnTo>
                  <a:lnTo>
                    <a:pt x="17724" y="5612"/>
                  </a:lnTo>
                  <a:lnTo>
                    <a:pt x="17911" y="5199"/>
                  </a:lnTo>
                  <a:lnTo>
                    <a:pt x="18097" y="4778"/>
                  </a:lnTo>
                  <a:lnTo>
                    <a:pt x="18284" y="4402"/>
                  </a:lnTo>
                  <a:lnTo>
                    <a:pt x="18471" y="4107"/>
                  </a:lnTo>
                  <a:lnTo>
                    <a:pt x="18658" y="3917"/>
                  </a:lnTo>
                  <a:lnTo>
                    <a:pt x="18845" y="3774"/>
                  </a:lnTo>
                  <a:lnTo>
                    <a:pt x="19032" y="3774"/>
                  </a:lnTo>
                  <a:lnTo>
                    <a:pt x="19219" y="3615"/>
                  </a:lnTo>
                  <a:lnTo>
                    <a:pt x="19406" y="3595"/>
                  </a:lnTo>
                  <a:lnTo>
                    <a:pt x="19593" y="3478"/>
                  </a:lnTo>
                  <a:lnTo>
                    <a:pt x="19780" y="3379"/>
                  </a:lnTo>
                  <a:lnTo>
                    <a:pt x="19967" y="3421"/>
                  </a:lnTo>
                  <a:lnTo>
                    <a:pt x="20154" y="3471"/>
                  </a:lnTo>
                  <a:lnTo>
                    <a:pt x="20340" y="3521"/>
                  </a:lnTo>
                  <a:lnTo>
                    <a:pt x="20527" y="3571"/>
                  </a:lnTo>
                  <a:lnTo>
                    <a:pt x="20714" y="3621"/>
                  </a:lnTo>
                  <a:lnTo>
                    <a:pt x="20901" y="3670"/>
                  </a:lnTo>
                  <a:lnTo>
                    <a:pt x="21088" y="3720"/>
                  </a:lnTo>
                  <a:lnTo>
                    <a:pt x="21275" y="3770"/>
                  </a:lnTo>
                  <a:lnTo>
                    <a:pt x="21462" y="3820"/>
                  </a:lnTo>
                  <a:lnTo>
                    <a:pt x="21649" y="3870"/>
                  </a:lnTo>
                  <a:lnTo>
                    <a:pt x="21836" y="3920"/>
                  </a:lnTo>
                  <a:lnTo>
                    <a:pt x="22023" y="4083"/>
                  </a:lnTo>
                  <a:lnTo>
                    <a:pt x="22210" y="4258"/>
                  </a:lnTo>
                  <a:lnTo>
                    <a:pt x="22397" y="4528"/>
                  </a:lnTo>
                  <a:lnTo>
                    <a:pt x="22584" y="4709"/>
                  </a:lnTo>
                  <a:lnTo>
                    <a:pt x="22770" y="4862"/>
                  </a:lnTo>
                  <a:lnTo>
                    <a:pt x="22957" y="4996"/>
                  </a:lnTo>
                  <a:lnTo>
                    <a:pt x="23144" y="4996"/>
                  </a:lnTo>
                  <a:lnTo>
                    <a:pt x="23331" y="4996"/>
                  </a:lnTo>
                  <a:lnTo>
                    <a:pt x="23518" y="4996"/>
                  </a:lnTo>
                  <a:lnTo>
                    <a:pt x="23705" y="4996"/>
                  </a:lnTo>
                  <a:lnTo>
                    <a:pt x="23892" y="4996"/>
                  </a:lnTo>
                  <a:lnTo>
                    <a:pt x="24079" y="4996"/>
                  </a:lnTo>
                  <a:lnTo>
                    <a:pt x="24266" y="4996"/>
                  </a:lnTo>
                  <a:lnTo>
                    <a:pt x="24453" y="4996"/>
                  </a:lnTo>
                  <a:lnTo>
                    <a:pt x="24640" y="4996"/>
                  </a:lnTo>
                  <a:lnTo>
                    <a:pt x="24827" y="4996"/>
                  </a:lnTo>
                  <a:lnTo>
                    <a:pt x="25014" y="4996"/>
                  </a:lnTo>
                  <a:lnTo>
                    <a:pt x="25200" y="4996"/>
                  </a:lnTo>
                  <a:lnTo>
                    <a:pt x="25387" y="4996"/>
                  </a:lnTo>
                  <a:lnTo>
                    <a:pt x="25574" y="4996"/>
                  </a:lnTo>
                  <a:lnTo>
                    <a:pt x="25761" y="5093"/>
                  </a:lnTo>
                  <a:lnTo>
                    <a:pt x="25948" y="5157"/>
                  </a:lnTo>
                  <a:lnTo>
                    <a:pt x="26135" y="5303"/>
                  </a:lnTo>
                  <a:lnTo>
                    <a:pt x="26322" y="5403"/>
                  </a:lnTo>
                  <a:lnTo>
                    <a:pt x="26509" y="5502"/>
                  </a:lnTo>
                  <a:lnTo>
                    <a:pt x="26696" y="5601"/>
                  </a:lnTo>
                  <a:lnTo>
                    <a:pt x="26883" y="5700"/>
                  </a:lnTo>
                  <a:lnTo>
                    <a:pt x="27070" y="5799"/>
                  </a:lnTo>
                  <a:lnTo>
                    <a:pt x="27257" y="5899"/>
                  </a:lnTo>
                  <a:lnTo>
                    <a:pt x="27443" y="5998"/>
                  </a:lnTo>
                  <a:lnTo>
                    <a:pt x="27630" y="6097"/>
                  </a:lnTo>
                  <a:lnTo>
                    <a:pt x="27817" y="6196"/>
                  </a:lnTo>
                  <a:lnTo>
                    <a:pt x="28004" y="6295"/>
                  </a:lnTo>
                  <a:lnTo>
                    <a:pt x="28191" y="6548"/>
                  </a:lnTo>
                  <a:lnTo>
                    <a:pt x="28378" y="6801"/>
                  </a:lnTo>
                  <a:lnTo>
                    <a:pt x="28565" y="7011"/>
                  </a:lnTo>
                  <a:lnTo>
                    <a:pt x="28752" y="7129"/>
                  </a:lnTo>
                  <a:lnTo>
                    <a:pt x="28939" y="7180"/>
                  </a:lnTo>
                  <a:lnTo>
                    <a:pt x="29126" y="7369"/>
                  </a:lnTo>
                  <a:lnTo>
                    <a:pt x="29313" y="7559"/>
                  </a:lnTo>
                  <a:lnTo>
                    <a:pt x="29500" y="7748"/>
                  </a:lnTo>
                  <a:lnTo>
                    <a:pt x="29687" y="7937"/>
                  </a:lnTo>
                  <a:lnTo>
                    <a:pt x="29873" y="8127"/>
                  </a:lnTo>
                  <a:lnTo>
                    <a:pt x="30060" y="8316"/>
                  </a:lnTo>
                  <a:lnTo>
                    <a:pt x="30247" y="8506"/>
                  </a:lnTo>
                  <a:lnTo>
                    <a:pt x="30434" y="8695"/>
                  </a:lnTo>
                  <a:lnTo>
                    <a:pt x="30621" y="8885"/>
                  </a:lnTo>
                  <a:lnTo>
                    <a:pt x="30808" y="9074"/>
                  </a:lnTo>
                  <a:lnTo>
                    <a:pt x="30995" y="9228"/>
                  </a:lnTo>
                  <a:lnTo>
                    <a:pt x="31182" y="9372"/>
                  </a:lnTo>
                  <a:lnTo>
                    <a:pt x="31369" y="9372"/>
                  </a:lnTo>
                  <a:lnTo>
                    <a:pt x="31556" y="9372"/>
                  </a:lnTo>
                  <a:lnTo>
                    <a:pt x="31743" y="9372"/>
                  </a:lnTo>
                  <a:lnTo>
                    <a:pt x="31930" y="9372"/>
                  </a:lnTo>
                  <a:lnTo>
                    <a:pt x="32116" y="9372"/>
                  </a:lnTo>
                  <a:lnTo>
                    <a:pt x="32303" y="9372"/>
                  </a:lnTo>
                  <a:lnTo>
                    <a:pt x="32490" y="9372"/>
                  </a:lnTo>
                  <a:lnTo>
                    <a:pt x="32677" y="9372"/>
                  </a:lnTo>
                  <a:lnTo>
                    <a:pt x="32864" y="9372"/>
                  </a:lnTo>
                  <a:lnTo>
                    <a:pt x="33051" y="9372"/>
                  </a:lnTo>
                  <a:lnTo>
                    <a:pt x="33238" y="9372"/>
                  </a:lnTo>
                  <a:lnTo>
                    <a:pt x="33425" y="9372"/>
                  </a:lnTo>
                  <a:lnTo>
                    <a:pt x="33612" y="9372"/>
                  </a:lnTo>
                  <a:lnTo>
                    <a:pt x="33799" y="9372"/>
                  </a:lnTo>
                  <a:lnTo>
                    <a:pt x="33986" y="9372"/>
                  </a:lnTo>
                  <a:lnTo>
                    <a:pt x="34173" y="9372"/>
                  </a:lnTo>
                  <a:lnTo>
                    <a:pt x="34360" y="9372"/>
                  </a:lnTo>
                  <a:lnTo>
                    <a:pt x="34546" y="9372"/>
                  </a:lnTo>
                  <a:lnTo>
                    <a:pt x="34733" y="9372"/>
                  </a:lnTo>
                  <a:lnTo>
                    <a:pt x="34920" y="9372"/>
                  </a:lnTo>
                  <a:lnTo>
                    <a:pt x="35107" y="9372"/>
                  </a:lnTo>
                  <a:lnTo>
                    <a:pt x="35294" y="9530"/>
                  </a:lnTo>
                  <a:lnTo>
                    <a:pt x="35481" y="9527"/>
                  </a:lnTo>
                  <a:lnTo>
                    <a:pt x="35668" y="9613"/>
                  </a:lnTo>
                  <a:lnTo>
                    <a:pt x="35855" y="9725"/>
                  </a:lnTo>
                  <a:lnTo>
                    <a:pt x="36042" y="9824"/>
                  </a:lnTo>
                  <a:lnTo>
                    <a:pt x="36229" y="9923"/>
                  </a:lnTo>
                  <a:lnTo>
                    <a:pt x="36416" y="10022"/>
                  </a:lnTo>
                  <a:lnTo>
                    <a:pt x="36603" y="10122"/>
                  </a:lnTo>
                  <a:lnTo>
                    <a:pt x="36790" y="10221"/>
                  </a:lnTo>
                  <a:lnTo>
                    <a:pt x="36976" y="10320"/>
                  </a:lnTo>
                  <a:lnTo>
                    <a:pt x="37163" y="10419"/>
                  </a:lnTo>
                  <a:lnTo>
                    <a:pt x="37350" y="10518"/>
                  </a:lnTo>
                  <a:lnTo>
                    <a:pt x="37537" y="10618"/>
                  </a:lnTo>
                  <a:lnTo>
                    <a:pt x="37724" y="10717"/>
                  </a:lnTo>
                  <a:lnTo>
                    <a:pt x="37911" y="10816"/>
                  </a:lnTo>
                  <a:lnTo>
                    <a:pt x="38098" y="10785"/>
                  </a:lnTo>
                  <a:lnTo>
                    <a:pt x="38285" y="10782"/>
                  </a:lnTo>
                  <a:lnTo>
                    <a:pt x="38472" y="10662"/>
                  </a:lnTo>
                  <a:lnTo>
                    <a:pt x="38659" y="10326"/>
                  </a:lnTo>
                  <a:lnTo>
                    <a:pt x="38846" y="9904"/>
                  </a:lnTo>
                  <a:lnTo>
                    <a:pt x="39033" y="9209"/>
                  </a:lnTo>
                  <a:lnTo>
                    <a:pt x="39219" y="8505"/>
                  </a:lnTo>
                  <a:lnTo>
                    <a:pt x="39406" y="7801"/>
                  </a:lnTo>
                  <a:lnTo>
                    <a:pt x="39593" y="7098"/>
                  </a:lnTo>
                  <a:lnTo>
                    <a:pt x="39780" y="6394"/>
                  </a:lnTo>
                  <a:lnTo>
                    <a:pt x="39967" y="5690"/>
                  </a:lnTo>
                  <a:lnTo>
                    <a:pt x="40154" y="4987"/>
                  </a:lnTo>
                  <a:lnTo>
                    <a:pt x="40341" y="4283"/>
                  </a:lnTo>
                  <a:lnTo>
                    <a:pt x="40528" y="3579"/>
                  </a:lnTo>
                  <a:lnTo>
                    <a:pt x="40715" y="2876"/>
                  </a:lnTo>
                  <a:lnTo>
                    <a:pt x="40902" y="2172"/>
                  </a:lnTo>
                  <a:lnTo>
                    <a:pt x="41089" y="1468"/>
                  </a:lnTo>
                  <a:lnTo>
                    <a:pt x="41276" y="791"/>
                  </a:lnTo>
                  <a:lnTo>
                    <a:pt x="41463" y="290"/>
                  </a:lnTo>
                  <a:lnTo>
                    <a:pt x="41649" y="8"/>
                  </a:lnTo>
                  <a:lnTo>
                    <a:pt x="41836" y="0"/>
                  </a:lnTo>
                  <a:lnTo>
                    <a:pt x="42023" y="0"/>
                  </a:lnTo>
                  <a:lnTo>
                    <a:pt x="42210" y="0"/>
                  </a:lnTo>
                  <a:lnTo>
                    <a:pt x="42397" y="0"/>
                  </a:lnTo>
                  <a:lnTo>
                    <a:pt x="42584" y="0"/>
                  </a:lnTo>
                  <a:lnTo>
                    <a:pt x="42771" y="0"/>
                  </a:lnTo>
                  <a:lnTo>
                    <a:pt x="42958" y="0"/>
                  </a:lnTo>
                  <a:lnTo>
                    <a:pt x="43145" y="0"/>
                  </a:lnTo>
                  <a:lnTo>
                    <a:pt x="43332" y="0"/>
                  </a:lnTo>
                  <a:lnTo>
                    <a:pt x="43519" y="0"/>
                  </a:lnTo>
                  <a:lnTo>
                    <a:pt x="43706" y="0"/>
                  </a:lnTo>
                  <a:lnTo>
                    <a:pt x="43893" y="87"/>
                  </a:lnTo>
                  <a:lnTo>
                    <a:pt x="44079" y="263"/>
                  </a:lnTo>
                  <a:lnTo>
                    <a:pt x="44266" y="439"/>
                  </a:lnTo>
                  <a:lnTo>
                    <a:pt x="44453" y="615"/>
                  </a:lnTo>
                  <a:lnTo>
                    <a:pt x="44640" y="958"/>
                  </a:lnTo>
                  <a:lnTo>
                    <a:pt x="44827" y="1310"/>
                  </a:lnTo>
                  <a:lnTo>
                    <a:pt x="45014" y="1662"/>
                  </a:lnTo>
                  <a:lnTo>
                    <a:pt x="45201" y="2014"/>
                  </a:lnTo>
                  <a:lnTo>
                    <a:pt x="45388" y="2366"/>
                  </a:lnTo>
                  <a:lnTo>
                    <a:pt x="45575" y="2717"/>
                  </a:lnTo>
                  <a:lnTo>
                    <a:pt x="45762" y="3069"/>
                  </a:lnTo>
                  <a:lnTo>
                    <a:pt x="45949" y="3421"/>
                  </a:lnTo>
                  <a:lnTo>
                    <a:pt x="46136" y="3773"/>
                  </a:lnTo>
                  <a:lnTo>
                    <a:pt x="46322" y="4125"/>
                  </a:lnTo>
                  <a:lnTo>
                    <a:pt x="46509" y="4477"/>
                  </a:lnTo>
                  <a:lnTo>
                    <a:pt x="46696" y="4740"/>
                  </a:lnTo>
                  <a:lnTo>
                    <a:pt x="46883" y="4916"/>
                  </a:lnTo>
                  <a:lnTo>
                    <a:pt x="47070" y="5092"/>
                  </a:lnTo>
                  <a:lnTo>
                    <a:pt x="47257" y="5268"/>
                  </a:lnTo>
                  <a:lnTo>
                    <a:pt x="47444" y="5277"/>
                  </a:lnTo>
                  <a:lnTo>
                    <a:pt x="47631" y="5277"/>
                  </a:lnTo>
                  <a:lnTo>
                    <a:pt x="47818" y="5277"/>
                  </a:lnTo>
                  <a:lnTo>
                    <a:pt x="48005" y="5277"/>
                  </a:lnTo>
                  <a:lnTo>
                    <a:pt x="48192" y="5277"/>
                  </a:lnTo>
                  <a:lnTo>
                    <a:pt x="48379" y="5277"/>
                  </a:lnTo>
                  <a:lnTo>
                    <a:pt x="48566" y="5277"/>
                  </a:lnTo>
                  <a:lnTo>
                    <a:pt x="48752" y="5277"/>
                  </a:lnTo>
                  <a:lnTo>
                    <a:pt x="48939" y="5277"/>
                  </a:lnTo>
                  <a:lnTo>
                    <a:pt x="49126" y="5277"/>
                  </a:lnTo>
                  <a:lnTo>
                    <a:pt x="49313" y="5277"/>
                  </a:lnTo>
                  <a:lnTo>
                    <a:pt x="49500" y="5444"/>
                  </a:lnTo>
                  <a:lnTo>
                    <a:pt x="49687" y="5620"/>
                  </a:lnTo>
                  <a:lnTo>
                    <a:pt x="49874" y="5866"/>
                  </a:lnTo>
                  <a:lnTo>
                    <a:pt x="50061" y="6218"/>
                  </a:lnTo>
                  <a:lnTo>
                    <a:pt x="50248" y="6570"/>
                  </a:lnTo>
                  <a:lnTo>
                    <a:pt x="50435" y="6922"/>
                  </a:lnTo>
                  <a:lnTo>
                    <a:pt x="50622" y="7096"/>
                  </a:lnTo>
                  <a:lnTo>
                    <a:pt x="50809" y="7257"/>
                  </a:lnTo>
                  <a:lnTo>
                    <a:pt x="50995" y="7501"/>
                  </a:lnTo>
                  <a:lnTo>
                    <a:pt x="51182" y="7824"/>
                  </a:lnTo>
                  <a:lnTo>
                    <a:pt x="51369" y="8212"/>
                  </a:lnTo>
                  <a:lnTo>
                    <a:pt x="51556" y="8600"/>
                  </a:lnTo>
                  <a:lnTo>
                    <a:pt x="51743" y="8987"/>
                  </a:lnTo>
                  <a:lnTo>
                    <a:pt x="51930" y="9375"/>
                  </a:lnTo>
                  <a:lnTo>
                    <a:pt x="52117" y="9763"/>
                  </a:lnTo>
                  <a:lnTo>
                    <a:pt x="52304" y="10014"/>
                  </a:lnTo>
                  <a:lnTo>
                    <a:pt x="52491" y="10257"/>
                  </a:lnTo>
                  <a:lnTo>
                    <a:pt x="52678" y="10443"/>
                  </a:lnTo>
                  <a:lnTo>
                    <a:pt x="52865" y="10542"/>
                  </a:lnTo>
                  <a:lnTo>
                    <a:pt x="53052" y="10642"/>
                  </a:lnTo>
                  <a:lnTo>
                    <a:pt x="53239" y="10741"/>
                  </a:lnTo>
                  <a:lnTo>
                    <a:pt x="53425" y="10852"/>
                  </a:lnTo>
                  <a:lnTo>
                    <a:pt x="53612" y="10984"/>
                  </a:lnTo>
                  <a:lnTo>
                    <a:pt x="53799" y="11160"/>
                  </a:lnTo>
                  <a:lnTo>
                    <a:pt x="53986" y="11239"/>
                  </a:lnTo>
                  <a:lnTo>
                    <a:pt x="54173" y="11239"/>
                  </a:lnTo>
                  <a:lnTo>
                    <a:pt x="54360" y="11239"/>
                  </a:lnTo>
                  <a:lnTo>
                    <a:pt x="54547" y="11239"/>
                  </a:lnTo>
                  <a:lnTo>
                    <a:pt x="54734" y="11239"/>
                  </a:lnTo>
                  <a:lnTo>
                    <a:pt x="54921" y="11239"/>
                  </a:lnTo>
                  <a:lnTo>
                    <a:pt x="55108" y="11239"/>
                  </a:lnTo>
                  <a:lnTo>
                    <a:pt x="55295" y="11239"/>
                  </a:lnTo>
                  <a:lnTo>
                    <a:pt x="55482" y="11239"/>
                  </a:lnTo>
                  <a:lnTo>
                    <a:pt x="55669" y="11239"/>
                  </a:lnTo>
                  <a:lnTo>
                    <a:pt x="55855" y="11239"/>
                  </a:lnTo>
                  <a:lnTo>
                    <a:pt x="56042" y="11239"/>
                  </a:lnTo>
                  <a:lnTo>
                    <a:pt x="56229" y="11239"/>
                  </a:lnTo>
                  <a:lnTo>
                    <a:pt x="56416" y="11239"/>
                  </a:lnTo>
                  <a:lnTo>
                    <a:pt x="56603" y="11397"/>
                  </a:lnTo>
                  <a:lnTo>
                    <a:pt x="56790" y="11418"/>
                  </a:lnTo>
                  <a:lnTo>
                    <a:pt x="56977" y="11534"/>
                  </a:lnTo>
                  <a:lnTo>
                    <a:pt x="57164" y="11634"/>
                  </a:lnTo>
                  <a:lnTo>
                    <a:pt x="57351" y="11591"/>
                  </a:lnTo>
                  <a:lnTo>
                    <a:pt x="57538" y="11541"/>
                  </a:lnTo>
                  <a:lnTo>
                    <a:pt x="57725" y="11492"/>
                  </a:lnTo>
                  <a:lnTo>
                    <a:pt x="57912" y="11442"/>
                  </a:lnTo>
                  <a:lnTo>
                    <a:pt x="58098" y="11392"/>
                  </a:lnTo>
                  <a:lnTo>
                    <a:pt x="58285" y="11342"/>
                  </a:lnTo>
                  <a:lnTo>
                    <a:pt x="58472" y="11292"/>
                  </a:lnTo>
                  <a:lnTo>
                    <a:pt x="58659" y="11242"/>
                  </a:lnTo>
                  <a:lnTo>
                    <a:pt x="58846" y="11193"/>
                  </a:lnTo>
                  <a:lnTo>
                    <a:pt x="59033" y="11143"/>
                  </a:lnTo>
                  <a:lnTo>
                    <a:pt x="59220" y="11093"/>
                  </a:lnTo>
                  <a:lnTo>
                    <a:pt x="59407" y="10930"/>
                  </a:lnTo>
                  <a:lnTo>
                    <a:pt x="59594" y="10754"/>
                  </a:lnTo>
                  <a:lnTo>
                    <a:pt x="59781" y="10484"/>
                  </a:lnTo>
                  <a:lnTo>
                    <a:pt x="59968" y="10304"/>
                  </a:lnTo>
                  <a:lnTo>
                    <a:pt x="60155" y="10150"/>
                  </a:lnTo>
                  <a:lnTo>
                    <a:pt x="60342" y="10017"/>
                  </a:lnTo>
                  <a:lnTo>
                    <a:pt x="60528" y="10017"/>
                  </a:lnTo>
                  <a:lnTo>
                    <a:pt x="60715" y="10017"/>
                  </a:lnTo>
                  <a:lnTo>
                    <a:pt x="60902" y="10017"/>
                  </a:lnTo>
                  <a:lnTo>
                    <a:pt x="61089" y="10017"/>
                  </a:lnTo>
                  <a:lnTo>
                    <a:pt x="61276" y="10017"/>
                  </a:lnTo>
                  <a:lnTo>
                    <a:pt x="61463" y="10017"/>
                  </a:lnTo>
                  <a:lnTo>
                    <a:pt x="61650" y="10017"/>
                  </a:lnTo>
                  <a:lnTo>
                    <a:pt x="61837" y="10017"/>
                  </a:lnTo>
                  <a:lnTo>
                    <a:pt x="62024" y="10017"/>
                  </a:lnTo>
                  <a:lnTo>
                    <a:pt x="62211" y="10017"/>
                  </a:lnTo>
                  <a:lnTo>
                    <a:pt x="62398" y="10017"/>
                  </a:lnTo>
                  <a:lnTo>
                    <a:pt x="62585" y="10017"/>
                  </a:lnTo>
                  <a:lnTo>
                    <a:pt x="62772" y="10017"/>
                  </a:lnTo>
                  <a:lnTo>
                    <a:pt x="62958" y="10017"/>
                  </a:lnTo>
                  <a:lnTo>
                    <a:pt x="63145" y="10017"/>
                  </a:lnTo>
                  <a:lnTo>
                    <a:pt x="63332" y="10017"/>
                  </a:lnTo>
                  <a:lnTo>
                    <a:pt x="63519" y="10017"/>
                  </a:lnTo>
                  <a:lnTo>
                    <a:pt x="63706" y="10017"/>
                  </a:lnTo>
                  <a:lnTo>
                    <a:pt x="63893" y="10017"/>
                  </a:lnTo>
                  <a:lnTo>
                    <a:pt x="64080" y="10017"/>
                  </a:lnTo>
                  <a:lnTo>
                    <a:pt x="64267" y="10017"/>
                  </a:lnTo>
                  <a:lnTo>
                    <a:pt x="64454" y="10017"/>
                  </a:lnTo>
                  <a:lnTo>
                    <a:pt x="64641" y="10017"/>
                  </a:lnTo>
                  <a:lnTo>
                    <a:pt x="64828" y="10017"/>
                  </a:lnTo>
                  <a:lnTo>
                    <a:pt x="65015" y="10017"/>
                  </a:lnTo>
                  <a:lnTo>
                    <a:pt x="65201" y="10017"/>
                  </a:lnTo>
                  <a:lnTo>
                    <a:pt x="65388" y="10017"/>
                  </a:lnTo>
                  <a:lnTo>
                    <a:pt x="65575" y="9863"/>
                  </a:lnTo>
                  <a:lnTo>
                    <a:pt x="65762" y="9709"/>
                  </a:lnTo>
                  <a:lnTo>
                    <a:pt x="65949" y="9520"/>
                  </a:lnTo>
                  <a:lnTo>
                    <a:pt x="66136" y="9330"/>
                  </a:lnTo>
                  <a:lnTo>
                    <a:pt x="66323" y="9141"/>
                  </a:lnTo>
                  <a:lnTo>
                    <a:pt x="66510" y="8951"/>
                  </a:lnTo>
                  <a:lnTo>
                    <a:pt x="66697" y="8762"/>
                  </a:lnTo>
                  <a:lnTo>
                    <a:pt x="66884" y="8572"/>
                  </a:lnTo>
                  <a:lnTo>
                    <a:pt x="67071" y="8383"/>
                  </a:lnTo>
                  <a:lnTo>
                    <a:pt x="67258" y="8193"/>
                  </a:lnTo>
                  <a:lnTo>
                    <a:pt x="67445" y="8004"/>
                  </a:lnTo>
                  <a:lnTo>
                    <a:pt x="67631" y="7814"/>
                  </a:lnTo>
                  <a:lnTo>
                    <a:pt x="67818" y="7625"/>
                  </a:lnTo>
                  <a:lnTo>
                    <a:pt x="68005" y="7435"/>
                  </a:lnTo>
                  <a:lnTo>
                    <a:pt x="68192" y="7246"/>
                  </a:lnTo>
                  <a:lnTo>
                    <a:pt x="68379" y="7092"/>
                  </a:lnTo>
                  <a:lnTo>
                    <a:pt x="68566" y="6948"/>
                  </a:lnTo>
                  <a:lnTo>
                    <a:pt x="68753" y="6948"/>
                  </a:lnTo>
                  <a:lnTo>
                    <a:pt x="68940" y="6948"/>
                  </a:lnTo>
                  <a:lnTo>
                    <a:pt x="69127" y="6948"/>
                  </a:lnTo>
                  <a:lnTo>
                    <a:pt x="69314" y="6948"/>
                  </a:lnTo>
                  <a:lnTo>
                    <a:pt x="69501" y="6948"/>
                  </a:lnTo>
                  <a:lnTo>
                    <a:pt x="69688" y="6948"/>
                  </a:lnTo>
                  <a:lnTo>
                    <a:pt x="69874" y="6948"/>
                  </a:lnTo>
                  <a:lnTo>
                    <a:pt x="70061" y="6948"/>
                  </a:lnTo>
                  <a:lnTo>
                    <a:pt x="70248" y="6948"/>
                  </a:lnTo>
                  <a:lnTo>
                    <a:pt x="70435" y="6948"/>
                  </a:lnTo>
                  <a:lnTo>
                    <a:pt x="70622" y="6948"/>
                  </a:lnTo>
                  <a:lnTo>
                    <a:pt x="70809" y="6948"/>
                  </a:lnTo>
                  <a:lnTo>
                    <a:pt x="70996" y="6948"/>
                  </a:lnTo>
                  <a:lnTo>
                    <a:pt x="71183" y="6948"/>
                  </a:lnTo>
                  <a:lnTo>
                    <a:pt x="71370" y="6948"/>
                  </a:lnTo>
                  <a:lnTo>
                    <a:pt x="71557" y="6948"/>
                  </a:lnTo>
                  <a:lnTo>
                    <a:pt x="71744" y="6948"/>
                  </a:lnTo>
                  <a:lnTo>
                    <a:pt x="71931" y="6948"/>
                  </a:lnTo>
                  <a:lnTo>
                    <a:pt x="72118" y="6948"/>
                  </a:lnTo>
                  <a:lnTo>
                    <a:pt x="72304" y="6948"/>
                  </a:lnTo>
                  <a:lnTo>
                    <a:pt x="72491" y="6948"/>
                  </a:lnTo>
                  <a:lnTo>
                    <a:pt x="72678" y="6948"/>
                  </a:lnTo>
                  <a:lnTo>
                    <a:pt x="72865" y="6948"/>
                  </a:lnTo>
                  <a:lnTo>
                    <a:pt x="73052" y="6948"/>
                  </a:lnTo>
                  <a:lnTo>
                    <a:pt x="73239" y="6948"/>
                  </a:lnTo>
                  <a:lnTo>
                    <a:pt x="73426" y="6948"/>
                  </a:lnTo>
                  <a:lnTo>
                    <a:pt x="73613" y="6948"/>
                  </a:lnTo>
                  <a:lnTo>
                    <a:pt x="73800" y="6948"/>
                  </a:lnTo>
                  <a:lnTo>
                    <a:pt x="73987" y="6948"/>
                  </a:lnTo>
                  <a:lnTo>
                    <a:pt x="74174" y="6948"/>
                  </a:lnTo>
                  <a:lnTo>
                    <a:pt x="74361" y="6948"/>
                  </a:lnTo>
                  <a:lnTo>
                    <a:pt x="74548" y="6948"/>
                  </a:lnTo>
                  <a:lnTo>
                    <a:pt x="74734" y="6948"/>
                  </a:lnTo>
                  <a:lnTo>
                    <a:pt x="74921" y="6948"/>
                  </a:lnTo>
                  <a:lnTo>
                    <a:pt x="75108" y="6948"/>
                  </a:lnTo>
                  <a:lnTo>
                    <a:pt x="75295" y="6948"/>
                  </a:lnTo>
                  <a:lnTo>
                    <a:pt x="75482" y="6948"/>
                  </a:lnTo>
                  <a:lnTo>
                    <a:pt x="75669" y="6948"/>
                  </a:lnTo>
                  <a:lnTo>
                    <a:pt x="75856" y="6975"/>
                  </a:lnTo>
                  <a:lnTo>
                    <a:pt x="76043" y="7177"/>
                  </a:lnTo>
                  <a:lnTo>
                    <a:pt x="76230" y="7599"/>
                  </a:lnTo>
                  <a:lnTo>
                    <a:pt x="76417" y="8294"/>
                  </a:lnTo>
                  <a:lnTo>
                    <a:pt x="76604" y="8998"/>
                  </a:lnTo>
                  <a:lnTo>
                    <a:pt x="76791" y="9701"/>
                  </a:lnTo>
                  <a:lnTo>
                    <a:pt x="76977" y="10405"/>
                  </a:lnTo>
                  <a:lnTo>
                    <a:pt x="77164" y="11109"/>
                  </a:lnTo>
                  <a:lnTo>
                    <a:pt x="77351" y="11812"/>
                  </a:lnTo>
                  <a:lnTo>
                    <a:pt x="77538" y="12516"/>
                  </a:lnTo>
                  <a:lnTo>
                    <a:pt x="77725" y="13220"/>
                  </a:lnTo>
                  <a:lnTo>
                    <a:pt x="77912" y="13923"/>
                  </a:lnTo>
                  <a:lnTo>
                    <a:pt x="78099" y="14627"/>
                  </a:lnTo>
                  <a:lnTo>
                    <a:pt x="78286" y="15331"/>
                  </a:lnTo>
                  <a:lnTo>
                    <a:pt x="78473" y="16034"/>
                  </a:lnTo>
                  <a:lnTo>
                    <a:pt x="78660" y="16712"/>
                  </a:lnTo>
                  <a:lnTo>
                    <a:pt x="78847" y="17213"/>
                  </a:lnTo>
                  <a:lnTo>
                    <a:pt x="79034" y="17494"/>
                  </a:lnTo>
                  <a:lnTo>
                    <a:pt x="79221" y="17503"/>
                  </a:lnTo>
                  <a:lnTo>
                    <a:pt x="79407" y="17503"/>
                  </a:lnTo>
                  <a:lnTo>
                    <a:pt x="79594" y="17503"/>
                  </a:lnTo>
                  <a:lnTo>
                    <a:pt x="79781" y="17503"/>
                  </a:lnTo>
                  <a:lnTo>
                    <a:pt x="79968" y="17503"/>
                  </a:lnTo>
                  <a:lnTo>
                    <a:pt x="80155" y="17503"/>
                  </a:lnTo>
                  <a:lnTo>
                    <a:pt x="80342" y="17503"/>
                  </a:lnTo>
                  <a:lnTo>
                    <a:pt x="80529" y="17503"/>
                  </a:lnTo>
                  <a:lnTo>
                    <a:pt x="80716" y="17503"/>
                  </a:lnTo>
                  <a:lnTo>
                    <a:pt x="80903" y="17503"/>
                  </a:lnTo>
                  <a:lnTo>
                    <a:pt x="81090" y="17503"/>
                  </a:lnTo>
                  <a:lnTo>
                    <a:pt x="81277" y="17503"/>
                  </a:lnTo>
                  <a:lnTo>
                    <a:pt x="81464" y="17503"/>
                  </a:lnTo>
                  <a:lnTo>
                    <a:pt x="81651" y="17503"/>
                  </a:lnTo>
                  <a:lnTo>
                    <a:pt x="81837" y="17503"/>
                  </a:lnTo>
                  <a:lnTo>
                    <a:pt x="82024" y="17503"/>
                  </a:lnTo>
                  <a:lnTo>
                    <a:pt x="82211" y="17503"/>
                  </a:lnTo>
                  <a:lnTo>
                    <a:pt x="82398" y="17503"/>
                  </a:lnTo>
                  <a:lnTo>
                    <a:pt x="82585" y="17503"/>
                  </a:lnTo>
                  <a:lnTo>
                    <a:pt x="82772" y="17503"/>
                  </a:lnTo>
                  <a:lnTo>
                    <a:pt x="82959" y="17503"/>
                  </a:lnTo>
                  <a:lnTo>
                    <a:pt x="83146" y="17503"/>
                  </a:lnTo>
                  <a:lnTo>
                    <a:pt x="83333" y="17503"/>
                  </a:lnTo>
                  <a:lnTo>
                    <a:pt x="83520" y="17503"/>
                  </a:lnTo>
                  <a:lnTo>
                    <a:pt x="83707" y="17503"/>
                  </a:lnTo>
                  <a:lnTo>
                    <a:pt x="83894" y="17503"/>
                  </a:lnTo>
                  <a:lnTo>
                    <a:pt x="84080" y="17503"/>
                  </a:lnTo>
                  <a:lnTo>
                    <a:pt x="84267" y="17503"/>
                  </a:lnTo>
                  <a:lnTo>
                    <a:pt x="84454" y="17503"/>
                  </a:lnTo>
                  <a:lnTo>
                    <a:pt x="84641" y="17503"/>
                  </a:lnTo>
                  <a:lnTo>
                    <a:pt x="84828" y="17503"/>
                  </a:lnTo>
                  <a:lnTo>
                    <a:pt x="85015" y="17503"/>
                  </a:lnTo>
                  <a:lnTo>
                    <a:pt x="85202" y="17503"/>
                  </a:lnTo>
                  <a:lnTo>
                    <a:pt x="85389" y="17503"/>
                  </a:lnTo>
                  <a:lnTo>
                    <a:pt x="85576" y="17503"/>
                  </a:lnTo>
                  <a:lnTo>
                    <a:pt x="85763" y="17503"/>
                  </a:lnTo>
                  <a:lnTo>
                    <a:pt x="85950" y="17503"/>
                  </a:lnTo>
                  <a:lnTo>
                    <a:pt x="86137" y="17503"/>
                  </a:lnTo>
                  <a:lnTo>
                    <a:pt x="86324" y="17503"/>
                  </a:lnTo>
                  <a:lnTo>
                    <a:pt x="86510" y="17503"/>
                  </a:lnTo>
                  <a:lnTo>
                    <a:pt x="86697" y="17503"/>
                  </a:lnTo>
                  <a:lnTo>
                    <a:pt x="86884" y="17503"/>
                  </a:lnTo>
                  <a:lnTo>
                    <a:pt x="87071" y="17503"/>
                  </a:lnTo>
                  <a:lnTo>
                    <a:pt x="87258" y="17503"/>
                  </a:lnTo>
                  <a:lnTo>
                    <a:pt x="87445" y="17503"/>
                  </a:lnTo>
                  <a:lnTo>
                    <a:pt x="87632" y="17503"/>
                  </a:lnTo>
                  <a:lnTo>
                    <a:pt x="87819" y="17503"/>
                  </a:lnTo>
                  <a:lnTo>
                    <a:pt x="88006" y="17503"/>
                  </a:lnTo>
                  <a:lnTo>
                    <a:pt x="88193" y="17503"/>
                  </a:lnTo>
                  <a:lnTo>
                    <a:pt x="88380" y="17503"/>
                  </a:lnTo>
                  <a:lnTo>
                    <a:pt x="88567" y="17503"/>
                  </a:lnTo>
                  <a:lnTo>
                    <a:pt x="88753" y="17503"/>
                  </a:lnTo>
                  <a:lnTo>
                    <a:pt x="88940" y="17503"/>
                  </a:lnTo>
                  <a:lnTo>
                    <a:pt x="89127" y="17503"/>
                  </a:lnTo>
                  <a:lnTo>
                    <a:pt x="89314" y="17503"/>
                  </a:lnTo>
                  <a:lnTo>
                    <a:pt x="89501" y="17503"/>
                  </a:lnTo>
                  <a:lnTo>
                    <a:pt x="89688" y="17503"/>
                  </a:lnTo>
                  <a:lnTo>
                    <a:pt x="89875" y="17503"/>
                  </a:lnTo>
                  <a:lnTo>
                    <a:pt x="90062" y="17503"/>
                  </a:lnTo>
                  <a:lnTo>
                    <a:pt x="90249" y="17503"/>
                  </a:lnTo>
                  <a:lnTo>
                    <a:pt x="90436" y="17503"/>
                  </a:lnTo>
                  <a:lnTo>
                    <a:pt x="90623" y="17503"/>
                  </a:lnTo>
                  <a:lnTo>
                    <a:pt x="90810" y="17503"/>
                  </a:lnTo>
                  <a:lnTo>
                    <a:pt x="90997" y="17503"/>
                  </a:lnTo>
                  <a:lnTo>
                    <a:pt x="91183" y="17503"/>
                  </a:lnTo>
                  <a:lnTo>
                    <a:pt x="91370" y="17503"/>
                  </a:lnTo>
                  <a:lnTo>
                    <a:pt x="91557" y="17503"/>
                  </a:lnTo>
                  <a:lnTo>
                    <a:pt x="91744" y="17503"/>
                  </a:lnTo>
                  <a:lnTo>
                    <a:pt x="91931" y="17503"/>
                  </a:lnTo>
                  <a:lnTo>
                    <a:pt x="92118" y="17503"/>
                  </a:lnTo>
                  <a:lnTo>
                    <a:pt x="92305" y="17503"/>
                  </a:lnTo>
                  <a:lnTo>
                    <a:pt x="92492" y="17503"/>
                  </a:lnTo>
                  <a:lnTo>
                    <a:pt x="92679" y="17503"/>
                  </a:lnTo>
                  <a:lnTo>
                    <a:pt x="92866" y="17503"/>
                  </a:lnTo>
                  <a:lnTo>
                    <a:pt x="93053" y="17503"/>
                  </a:lnTo>
                  <a:lnTo>
                    <a:pt x="93240" y="17503"/>
                  </a:lnTo>
                  <a:lnTo>
                    <a:pt x="93427" y="17503"/>
                  </a:lnTo>
                  <a:lnTo>
                    <a:pt x="93613" y="17503"/>
                  </a:lnTo>
                  <a:lnTo>
                    <a:pt x="93800" y="17503"/>
                  </a:lnTo>
                  <a:lnTo>
                    <a:pt x="93987" y="17503"/>
                  </a:lnTo>
                  <a:lnTo>
                    <a:pt x="94174" y="17503"/>
                  </a:lnTo>
                  <a:lnTo>
                    <a:pt x="94361" y="17503"/>
                  </a:lnTo>
                  <a:lnTo>
                    <a:pt x="94548" y="17503"/>
                  </a:lnTo>
                  <a:lnTo>
                    <a:pt x="94735" y="17503"/>
                  </a:lnTo>
                  <a:lnTo>
                    <a:pt x="94922" y="17503"/>
                  </a:lnTo>
                  <a:lnTo>
                    <a:pt x="95109" y="17503"/>
                  </a:lnTo>
                  <a:lnTo>
                    <a:pt x="95296" y="17503"/>
                  </a:lnTo>
                  <a:lnTo>
                    <a:pt x="95483" y="17503"/>
                  </a:lnTo>
                  <a:lnTo>
                    <a:pt x="95670" y="17503"/>
                  </a:lnTo>
                  <a:lnTo>
                    <a:pt x="95856" y="17503"/>
                  </a:lnTo>
                  <a:lnTo>
                    <a:pt x="96043" y="17503"/>
                  </a:lnTo>
                  <a:lnTo>
                    <a:pt x="96230" y="17503"/>
                  </a:lnTo>
                  <a:lnTo>
                    <a:pt x="96417" y="17503"/>
                  </a:lnTo>
                  <a:lnTo>
                    <a:pt x="96604" y="17503"/>
                  </a:lnTo>
                  <a:lnTo>
                    <a:pt x="96791" y="17503"/>
                  </a:lnTo>
                  <a:lnTo>
                    <a:pt x="96978" y="17503"/>
                  </a:lnTo>
                  <a:lnTo>
                    <a:pt x="97165" y="17503"/>
                  </a:lnTo>
                  <a:lnTo>
                    <a:pt x="97352" y="17503"/>
                  </a:lnTo>
                  <a:lnTo>
                    <a:pt x="97539" y="17503"/>
                  </a:lnTo>
                  <a:lnTo>
                    <a:pt x="97726" y="17503"/>
                  </a:lnTo>
                  <a:lnTo>
                    <a:pt x="97913" y="17503"/>
                  </a:lnTo>
                  <a:lnTo>
                    <a:pt x="98100" y="17503"/>
                  </a:lnTo>
                  <a:lnTo>
                    <a:pt x="98286" y="17503"/>
                  </a:lnTo>
                  <a:lnTo>
                    <a:pt x="98473" y="17503"/>
                  </a:lnTo>
                  <a:lnTo>
                    <a:pt x="98660" y="17503"/>
                  </a:lnTo>
                  <a:lnTo>
                    <a:pt x="98847" y="17503"/>
                  </a:lnTo>
                  <a:lnTo>
                    <a:pt x="99034" y="17503"/>
                  </a:lnTo>
                  <a:lnTo>
                    <a:pt x="99221" y="17503"/>
                  </a:lnTo>
                  <a:lnTo>
                    <a:pt x="99408" y="17503"/>
                  </a:lnTo>
                  <a:lnTo>
                    <a:pt x="99595" y="17503"/>
                  </a:lnTo>
                  <a:lnTo>
                    <a:pt x="99782" y="17503"/>
                  </a:lnTo>
                  <a:lnTo>
                    <a:pt x="99969" y="17503"/>
                  </a:lnTo>
                  <a:lnTo>
                    <a:pt x="100156" y="17503"/>
                  </a:lnTo>
                  <a:lnTo>
                    <a:pt x="100343" y="17503"/>
                  </a:lnTo>
                  <a:lnTo>
                    <a:pt x="100529" y="17503"/>
                  </a:lnTo>
                  <a:lnTo>
                    <a:pt x="100716" y="17503"/>
                  </a:lnTo>
                  <a:lnTo>
                    <a:pt x="100903" y="17503"/>
                  </a:lnTo>
                  <a:lnTo>
                    <a:pt x="101090" y="17503"/>
                  </a:lnTo>
                  <a:lnTo>
                    <a:pt x="101277" y="17503"/>
                  </a:lnTo>
                  <a:lnTo>
                    <a:pt x="101464" y="17503"/>
                  </a:lnTo>
                  <a:lnTo>
                    <a:pt x="101651" y="17503"/>
                  </a:lnTo>
                  <a:lnTo>
                    <a:pt x="101838" y="17503"/>
                  </a:lnTo>
                  <a:lnTo>
                    <a:pt x="102025" y="17503"/>
                  </a:lnTo>
                  <a:lnTo>
                    <a:pt x="102212" y="17503"/>
                  </a:lnTo>
                  <a:lnTo>
                    <a:pt x="102399" y="17503"/>
                  </a:lnTo>
                  <a:lnTo>
                    <a:pt x="102586" y="17503"/>
                  </a:lnTo>
                  <a:lnTo>
                    <a:pt x="102773" y="17503"/>
                  </a:lnTo>
                  <a:lnTo>
                    <a:pt x="102959" y="17503"/>
                  </a:lnTo>
                  <a:lnTo>
                    <a:pt x="103146" y="17503"/>
                  </a:lnTo>
                  <a:lnTo>
                    <a:pt x="103333" y="17503"/>
                  </a:lnTo>
                  <a:lnTo>
                    <a:pt x="103520" y="17503"/>
                  </a:lnTo>
                  <a:lnTo>
                    <a:pt x="103707" y="17503"/>
                  </a:lnTo>
                  <a:lnTo>
                    <a:pt x="103894" y="17503"/>
                  </a:lnTo>
                  <a:lnTo>
                    <a:pt x="104081" y="17503"/>
                  </a:lnTo>
                  <a:lnTo>
                    <a:pt x="104268" y="17503"/>
                  </a:lnTo>
                  <a:lnTo>
                    <a:pt x="104455" y="17503"/>
                  </a:lnTo>
                  <a:lnTo>
                    <a:pt x="104642" y="17503"/>
                  </a:lnTo>
                  <a:lnTo>
                    <a:pt x="104829" y="17503"/>
                  </a:lnTo>
                  <a:lnTo>
                    <a:pt x="105016" y="17503"/>
                  </a:lnTo>
                  <a:lnTo>
                    <a:pt x="105203" y="17503"/>
                  </a:lnTo>
                  <a:lnTo>
                    <a:pt x="105389" y="17503"/>
                  </a:lnTo>
                  <a:lnTo>
                    <a:pt x="105576" y="17503"/>
                  </a:lnTo>
                  <a:lnTo>
                    <a:pt x="105763" y="17503"/>
                  </a:lnTo>
                  <a:lnTo>
                    <a:pt x="105950" y="17503"/>
                  </a:lnTo>
                  <a:lnTo>
                    <a:pt x="106137" y="17503"/>
                  </a:lnTo>
                  <a:lnTo>
                    <a:pt x="106324" y="17503"/>
                  </a:lnTo>
                  <a:lnTo>
                    <a:pt x="106511" y="17503"/>
                  </a:lnTo>
                  <a:lnTo>
                    <a:pt x="106698" y="17503"/>
                  </a:lnTo>
                  <a:lnTo>
                    <a:pt x="106885" y="17503"/>
                  </a:lnTo>
                  <a:lnTo>
                    <a:pt x="107072" y="17503"/>
                  </a:lnTo>
                  <a:lnTo>
                    <a:pt x="107259" y="17503"/>
                  </a:lnTo>
                  <a:lnTo>
                    <a:pt x="107446" y="17503"/>
                  </a:lnTo>
                  <a:lnTo>
                    <a:pt x="107632" y="17503"/>
                  </a:lnTo>
                  <a:lnTo>
                    <a:pt x="107819" y="17503"/>
                  </a:lnTo>
                  <a:lnTo>
                    <a:pt x="108006" y="17503"/>
                  </a:lnTo>
                  <a:lnTo>
                    <a:pt x="108193" y="17503"/>
                  </a:lnTo>
                  <a:lnTo>
                    <a:pt x="108380" y="17503"/>
                  </a:lnTo>
                  <a:lnTo>
                    <a:pt x="108567" y="17503"/>
                  </a:lnTo>
                  <a:lnTo>
                    <a:pt x="108754" y="17503"/>
                  </a:lnTo>
                  <a:lnTo>
                    <a:pt x="108941" y="17503"/>
                  </a:lnTo>
                  <a:lnTo>
                    <a:pt x="109000" y="175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00376" y="3213442"/>
              <a:ext cx="37365" cy="17719"/>
            </a:xfrm>
            <a:custGeom>
              <a:avLst/>
              <a:pathLst>
                <a:path w="37365" h="17719">
                  <a:moveTo>
                    <a:pt x="0" y="17719"/>
                  </a:moveTo>
                  <a:lnTo>
                    <a:pt x="158" y="16964"/>
                  </a:lnTo>
                  <a:lnTo>
                    <a:pt x="345" y="16071"/>
                  </a:lnTo>
                  <a:lnTo>
                    <a:pt x="531" y="15177"/>
                  </a:lnTo>
                  <a:lnTo>
                    <a:pt x="718" y="14434"/>
                  </a:lnTo>
                  <a:lnTo>
                    <a:pt x="905" y="13717"/>
                  </a:lnTo>
                  <a:lnTo>
                    <a:pt x="1092" y="13158"/>
                  </a:lnTo>
                  <a:lnTo>
                    <a:pt x="1279" y="12766"/>
                  </a:lnTo>
                  <a:lnTo>
                    <a:pt x="1466" y="12313"/>
                  </a:lnTo>
                  <a:lnTo>
                    <a:pt x="1653" y="11841"/>
                  </a:lnTo>
                  <a:lnTo>
                    <a:pt x="1840" y="11370"/>
                  </a:lnTo>
                  <a:lnTo>
                    <a:pt x="2027" y="10898"/>
                  </a:lnTo>
                  <a:lnTo>
                    <a:pt x="2214" y="10533"/>
                  </a:lnTo>
                  <a:lnTo>
                    <a:pt x="2401" y="10167"/>
                  </a:lnTo>
                  <a:lnTo>
                    <a:pt x="2588" y="9872"/>
                  </a:lnTo>
                  <a:lnTo>
                    <a:pt x="2775" y="9683"/>
                  </a:lnTo>
                  <a:lnTo>
                    <a:pt x="2961" y="9493"/>
                  </a:lnTo>
                  <a:lnTo>
                    <a:pt x="3148" y="9304"/>
                  </a:lnTo>
                  <a:lnTo>
                    <a:pt x="3335" y="9114"/>
                  </a:lnTo>
                  <a:lnTo>
                    <a:pt x="3522" y="8775"/>
                  </a:lnTo>
                  <a:lnTo>
                    <a:pt x="3709" y="8410"/>
                  </a:lnTo>
                  <a:lnTo>
                    <a:pt x="3896" y="8045"/>
                  </a:lnTo>
                  <a:lnTo>
                    <a:pt x="4083" y="7679"/>
                  </a:lnTo>
                  <a:lnTo>
                    <a:pt x="4270" y="7349"/>
                  </a:lnTo>
                  <a:lnTo>
                    <a:pt x="4457" y="7030"/>
                  </a:lnTo>
                  <a:lnTo>
                    <a:pt x="4644" y="6854"/>
                  </a:lnTo>
                  <a:lnTo>
                    <a:pt x="4831" y="6842"/>
                  </a:lnTo>
                  <a:lnTo>
                    <a:pt x="5018" y="6860"/>
                  </a:lnTo>
                  <a:lnTo>
                    <a:pt x="5204" y="6885"/>
                  </a:lnTo>
                  <a:lnTo>
                    <a:pt x="5391" y="6773"/>
                  </a:lnTo>
                  <a:lnTo>
                    <a:pt x="5578" y="6533"/>
                  </a:lnTo>
                  <a:lnTo>
                    <a:pt x="5765" y="6199"/>
                  </a:lnTo>
                  <a:lnTo>
                    <a:pt x="5952" y="6018"/>
                  </a:lnTo>
                  <a:lnTo>
                    <a:pt x="6139" y="5754"/>
                  </a:lnTo>
                  <a:lnTo>
                    <a:pt x="6326" y="5481"/>
                  </a:lnTo>
                  <a:lnTo>
                    <a:pt x="6513" y="5221"/>
                  </a:lnTo>
                  <a:lnTo>
                    <a:pt x="6700" y="4961"/>
                  </a:lnTo>
                  <a:lnTo>
                    <a:pt x="6887" y="4701"/>
                  </a:lnTo>
                  <a:lnTo>
                    <a:pt x="7074" y="4441"/>
                  </a:lnTo>
                  <a:lnTo>
                    <a:pt x="7261" y="4181"/>
                  </a:lnTo>
                  <a:lnTo>
                    <a:pt x="7448" y="3921"/>
                  </a:lnTo>
                  <a:lnTo>
                    <a:pt x="7634" y="3670"/>
                  </a:lnTo>
                  <a:lnTo>
                    <a:pt x="7821" y="3413"/>
                  </a:lnTo>
                  <a:lnTo>
                    <a:pt x="8008" y="3093"/>
                  </a:lnTo>
                  <a:lnTo>
                    <a:pt x="8195" y="2983"/>
                  </a:lnTo>
                  <a:lnTo>
                    <a:pt x="8382" y="3021"/>
                  </a:lnTo>
                  <a:lnTo>
                    <a:pt x="8569" y="3164"/>
                  </a:lnTo>
                  <a:lnTo>
                    <a:pt x="8756" y="3219"/>
                  </a:lnTo>
                  <a:lnTo>
                    <a:pt x="8943" y="3271"/>
                  </a:lnTo>
                  <a:lnTo>
                    <a:pt x="9130" y="3461"/>
                  </a:lnTo>
                  <a:lnTo>
                    <a:pt x="9317" y="3650"/>
                  </a:lnTo>
                  <a:lnTo>
                    <a:pt x="9504" y="3840"/>
                  </a:lnTo>
                  <a:lnTo>
                    <a:pt x="9691" y="4029"/>
                  </a:lnTo>
                  <a:lnTo>
                    <a:pt x="9878" y="4219"/>
                  </a:lnTo>
                  <a:lnTo>
                    <a:pt x="10064" y="4514"/>
                  </a:lnTo>
                  <a:lnTo>
                    <a:pt x="10251" y="4810"/>
                  </a:lnTo>
                  <a:lnTo>
                    <a:pt x="10438" y="5105"/>
                  </a:lnTo>
                  <a:lnTo>
                    <a:pt x="10625" y="5407"/>
                  </a:lnTo>
                  <a:lnTo>
                    <a:pt x="10812" y="5708"/>
                  </a:lnTo>
                  <a:lnTo>
                    <a:pt x="10999" y="6009"/>
                  </a:lnTo>
                  <a:lnTo>
                    <a:pt x="11186" y="6305"/>
                  </a:lnTo>
                  <a:lnTo>
                    <a:pt x="11373" y="6600"/>
                  </a:lnTo>
                  <a:lnTo>
                    <a:pt x="11560" y="6696"/>
                  </a:lnTo>
                  <a:lnTo>
                    <a:pt x="11747" y="6741"/>
                  </a:lnTo>
                  <a:lnTo>
                    <a:pt x="11934" y="6664"/>
                  </a:lnTo>
                  <a:lnTo>
                    <a:pt x="12121" y="6564"/>
                  </a:lnTo>
                  <a:lnTo>
                    <a:pt x="12307" y="6465"/>
                  </a:lnTo>
                  <a:lnTo>
                    <a:pt x="12494" y="6366"/>
                  </a:lnTo>
                  <a:lnTo>
                    <a:pt x="12681" y="6255"/>
                  </a:lnTo>
                  <a:lnTo>
                    <a:pt x="12868" y="6108"/>
                  </a:lnTo>
                  <a:lnTo>
                    <a:pt x="13055" y="5961"/>
                  </a:lnTo>
                  <a:lnTo>
                    <a:pt x="13242" y="5787"/>
                  </a:lnTo>
                  <a:lnTo>
                    <a:pt x="13429" y="5435"/>
                  </a:lnTo>
                  <a:lnTo>
                    <a:pt x="13616" y="5083"/>
                  </a:lnTo>
                  <a:lnTo>
                    <a:pt x="13803" y="4732"/>
                  </a:lnTo>
                  <a:lnTo>
                    <a:pt x="13990" y="4380"/>
                  </a:lnTo>
                  <a:lnTo>
                    <a:pt x="14177" y="4028"/>
                  </a:lnTo>
                  <a:lnTo>
                    <a:pt x="14364" y="3791"/>
                  </a:lnTo>
                  <a:lnTo>
                    <a:pt x="14551" y="3615"/>
                  </a:lnTo>
                  <a:lnTo>
                    <a:pt x="14737" y="3588"/>
                  </a:lnTo>
                  <a:lnTo>
                    <a:pt x="14924" y="3588"/>
                  </a:lnTo>
                  <a:lnTo>
                    <a:pt x="15111" y="3588"/>
                  </a:lnTo>
                  <a:lnTo>
                    <a:pt x="15298" y="3588"/>
                  </a:lnTo>
                  <a:lnTo>
                    <a:pt x="15485" y="3588"/>
                  </a:lnTo>
                  <a:lnTo>
                    <a:pt x="15672" y="3588"/>
                  </a:lnTo>
                  <a:lnTo>
                    <a:pt x="15859" y="3588"/>
                  </a:lnTo>
                  <a:lnTo>
                    <a:pt x="16046" y="3588"/>
                  </a:lnTo>
                  <a:lnTo>
                    <a:pt x="16233" y="3588"/>
                  </a:lnTo>
                  <a:lnTo>
                    <a:pt x="16420" y="3588"/>
                  </a:lnTo>
                  <a:lnTo>
                    <a:pt x="16607" y="3588"/>
                  </a:lnTo>
                  <a:lnTo>
                    <a:pt x="16794" y="3588"/>
                  </a:lnTo>
                  <a:lnTo>
                    <a:pt x="16981" y="3588"/>
                  </a:lnTo>
                  <a:lnTo>
                    <a:pt x="17167" y="3588"/>
                  </a:lnTo>
                  <a:lnTo>
                    <a:pt x="17354" y="3509"/>
                  </a:lnTo>
                  <a:lnTo>
                    <a:pt x="17541" y="3333"/>
                  </a:lnTo>
                  <a:lnTo>
                    <a:pt x="17728" y="3157"/>
                  </a:lnTo>
                  <a:lnTo>
                    <a:pt x="17915" y="2981"/>
                  </a:lnTo>
                  <a:lnTo>
                    <a:pt x="18102" y="2805"/>
                  </a:lnTo>
                  <a:lnTo>
                    <a:pt x="18289" y="2629"/>
                  </a:lnTo>
                  <a:lnTo>
                    <a:pt x="18476" y="2454"/>
                  </a:lnTo>
                  <a:lnTo>
                    <a:pt x="18663" y="2278"/>
                  </a:lnTo>
                  <a:lnTo>
                    <a:pt x="18850" y="1987"/>
                  </a:lnTo>
                  <a:lnTo>
                    <a:pt x="19037" y="1636"/>
                  </a:lnTo>
                  <a:lnTo>
                    <a:pt x="19224" y="1284"/>
                  </a:lnTo>
                  <a:lnTo>
                    <a:pt x="19410" y="932"/>
                  </a:lnTo>
                  <a:lnTo>
                    <a:pt x="19597" y="580"/>
                  </a:lnTo>
                  <a:lnTo>
                    <a:pt x="19784" y="228"/>
                  </a:lnTo>
                  <a:lnTo>
                    <a:pt x="19971" y="8"/>
                  </a:lnTo>
                  <a:lnTo>
                    <a:pt x="20158" y="0"/>
                  </a:lnTo>
                  <a:lnTo>
                    <a:pt x="20345" y="175"/>
                  </a:lnTo>
                  <a:lnTo>
                    <a:pt x="20532" y="351"/>
                  </a:lnTo>
                  <a:lnTo>
                    <a:pt x="20719" y="527"/>
                  </a:lnTo>
                  <a:lnTo>
                    <a:pt x="20906" y="703"/>
                  </a:lnTo>
                  <a:lnTo>
                    <a:pt x="21093" y="879"/>
                  </a:lnTo>
                  <a:lnTo>
                    <a:pt x="21280" y="1211"/>
                  </a:lnTo>
                  <a:lnTo>
                    <a:pt x="21467" y="1566"/>
                  </a:lnTo>
                  <a:lnTo>
                    <a:pt x="21654" y="2047"/>
                  </a:lnTo>
                  <a:lnTo>
                    <a:pt x="21840" y="2588"/>
                  </a:lnTo>
                  <a:lnTo>
                    <a:pt x="22027" y="3130"/>
                  </a:lnTo>
                  <a:lnTo>
                    <a:pt x="22214" y="3671"/>
                  </a:lnTo>
                  <a:lnTo>
                    <a:pt x="22401" y="4212"/>
                  </a:lnTo>
                  <a:lnTo>
                    <a:pt x="22588" y="4754"/>
                  </a:lnTo>
                  <a:lnTo>
                    <a:pt x="22775" y="5163"/>
                  </a:lnTo>
                  <a:lnTo>
                    <a:pt x="22962" y="5441"/>
                  </a:lnTo>
                  <a:lnTo>
                    <a:pt x="23149" y="5630"/>
                  </a:lnTo>
                  <a:lnTo>
                    <a:pt x="23336" y="5819"/>
                  </a:lnTo>
                  <a:lnTo>
                    <a:pt x="23523" y="6009"/>
                  </a:lnTo>
                  <a:lnTo>
                    <a:pt x="23710" y="6198"/>
                  </a:lnTo>
                  <a:lnTo>
                    <a:pt x="23897" y="6388"/>
                  </a:lnTo>
                  <a:lnTo>
                    <a:pt x="24083" y="6568"/>
                  </a:lnTo>
                  <a:lnTo>
                    <a:pt x="24270" y="6722"/>
                  </a:lnTo>
                  <a:lnTo>
                    <a:pt x="24457" y="6855"/>
                  </a:lnTo>
                  <a:lnTo>
                    <a:pt x="24644" y="6855"/>
                  </a:lnTo>
                  <a:lnTo>
                    <a:pt x="24831" y="6855"/>
                  </a:lnTo>
                  <a:lnTo>
                    <a:pt x="25018" y="6855"/>
                  </a:lnTo>
                  <a:lnTo>
                    <a:pt x="25205" y="6855"/>
                  </a:lnTo>
                  <a:lnTo>
                    <a:pt x="25392" y="6855"/>
                  </a:lnTo>
                  <a:lnTo>
                    <a:pt x="25579" y="6712"/>
                  </a:lnTo>
                  <a:lnTo>
                    <a:pt x="25766" y="6522"/>
                  </a:lnTo>
                  <a:lnTo>
                    <a:pt x="25953" y="6245"/>
                  </a:lnTo>
                  <a:lnTo>
                    <a:pt x="26140" y="5944"/>
                  </a:lnTo>
                  <a:lnTo>
                    <a:pt x="26327" y="5642"/>
                  </a:lnTo>
                  <a:lnTo>
                    <a:pt x="26513" y="5341"/>
                  </a:lnTo>
                  <a:lnTo>
                    <a:pt x="26700" y="4964"/>
                  </a:lnTo>
                  <a:lnTo>
                    <a:pt x="26887" y="4590"/>
                  </a:lnTo>
                  <a:lnTo>
                    <a:pt x="27074" y="4191"/>
                  </a:lnTo>
                  <a:lnTo>
                    <a:pt x="27261" y="3862"/>
                  </a:lnTo>
                  <a:lnTo>
                    <a:pt x="27448" y="3557"/>
                  </a:lnTo>
                  <a:lnTo>
                    <a:pt x="27635" y="3251"/>
                  </a:lnTo>
                  <a:lnTo>
                    <a:pt x="27822" y="2946"/>
                  </a:lnTo>
                  <a:lnTo>
                    <a:pt x="28009" y="2641"/>
                  </a:lnTo>
                  <a:lnTo>
                    <a:pt x="28196" y="2335"/>
                  </a:lnTo>
                  <a:lnTo>
                    <a:pt x="28383" y="2030"/>
                  </a:lnTo>
                  <a:lnTo>
                    <a:pt x="28570" y="1771"/>
                  </a:lnTo>
                  <a:lnTo>
                    <a:pt x="28757" y="1513"/>
                  </a:lnTo>
                  <a:lnTo>
                    <a:pt x="28943" y="1303"/>
                  </a:lnTo>
                  <a:lnTo>
                    <a:pt x="29130" y="1093"/>
                  </a:lnTo>
                  <a:lnTo>
                    <a:pt x="29317" y="883"/>
                  </a:lnTo>
                  <a:lnTo>
                    <a:pt x="29504" y="734"/>
                  </a:lnTo>
                  <a:lnTo>
                    <a:pt x="29691" y="628"/>
                  </a:lnTo>
                  <a:lnTo>
                    <a:pt x="29878" y="594"/>
                  </a:lnTo>
                  <a:lnTo>
                    <a:pt x="30065" y="791"/>
                  </a:lnTo>
                  <a:lnTo>
                    <a:pt x="30252" y="945"/>
                  </a:lnTo>
                  <a:lnTo>
                    <a:pt x="30439" y="1135"/>
                  </a:lnTo>
                  <a:lnTo>
                    <a:pt x="30626" y="1324"/>
                  </a:lnTo>
                  <a:lnTo>
                    <a:pt x="30813" y="1514"/>
                  </a:lnTo>
                  <a:lnTo>
                    <a:pt x="31000" y="1703"/>
                  </a:lnTo>
                  <a:lnTo>
                    <a:pt x="31186" y="1893"/>
                  </a:lnTo>
                  <a:lnTo>
                    <a:pt x="31373" y="2082"/>
                  </a:lnTo>
                  <a:lnTo>
                    <a:pt x="31560" y="2378"/>
                  </a:lnTo>
                  <a:lnTo>
                    <a:pt x="31747" y="2679"/>
                  </a:lnTo>
                  <a:lnTo>
                    <a:pt x="31934" y="3054"/>
                  </a:lnTo>
                  <a:lnTo>
                    <a:pt x="32121" y="3430"/>
                  </a:lnTo>
                  <a:lnTo>
                    <a:pt x="32308" y="3807"/>
                  </a:lnTo>
                  <a:lnTo>
                    <a:pt x="32495" y="4228"/>
                  </a:lnTo>
                  <a:lnTo>
                    <a:pt x="32682" y="4649"/>
                  </a:lnTo>
                  <a:lnTo>
                    <a:pt x="32869" y="5071"/>
                  </a:lnTo>
                  <a:lnTo>
                    <a:pt x="33056" y="5492"/>
                  </a:lnTo>
                  <a:lnTo>
                    <a:pt x="33243" y="5913"/>
                  </a:lnTo>
                  <a:lnTo>
                    <a:pt x="33430" y="6335"/>
                  </a:lnTo>
                  <a:lnTo>
                    <a:pt x="33616" y="6792"/>
                  </a:lnTo>
                  <a:lnTo>
                    <a:pt x="33803" y="7250"/>
                  </a:lnTo>
                  <a:lnTo>
                    <a:pt x="33990" y="7708"/>
                  </a:lnTo>
                  <a:lnTo>
                    <a:pt x="34177" y="8166"/>
                  </a:lnTo>
                  <a:lnTo>
                    <a:pt x="34364" y="8623"/>
                  </a:lnTo>
                  <a:lnTo>
                    <a:pt x="34551" y="9045"/>
                  </a:lnTo>
                  <a:lnTo>
                    <a:pt x="34738" y="9466"/>
                  </a:lnTo>
                  <a:lnTo>
                    <a:pt x="34925" y="9843"/>
                  </a:lnTo>
                  <a:lnTo>
                    <a:pt x="35112" y="10220"/>
                  </a:lnTo>
                  <a:lnTo>
                    <a:pt x="35299" y="10745"/>
                  </a:lnTo>
                  <a:lnTo>
                    <a:pt x="35486" y="11217"/>
                  </a:lnTo>
                  <a:lnTo>
                    <a:pt x="35673" y="11846"/>
                  </a:lnTo>
                  <a:lnTo>
                    <a:pt x="35860" y="12537"/>
                  </a:lnTo>
                  <a:lnTo>
                    <a:pt x="36046" y="13255"/>
                  </a:lnTo>
                  <a:lnTo>
                    <a:pt x="36233" y="13972"/>
                  </a:lnTo>
                  <a:lnTo>
                    <a:pt x="36420" y="14653"/>
                  </a:lnTo>
                  <a:lnTo>
                    <a:pt x="36607" y="15325"/>
                  </a:lnTo>
                  <a:lnTo>
                    <a:pt x="36794" y="15853"/>
                  </a:lnTo>
                  <a:lnTo>
                    <a:pt x="36981" y="16380"/>
                  </a:lnTo>
                  <a:lnTo>
                    <a:pt x="37168" y="16978"/>
                  </a:lnTo>
                  <a:lnTo>
                    <a:pt x="37355" y="17682"/>
                  </a:lnTo>
                  <a:lnTo>
                    <a:pt x="37365" y="1771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04179" y="3220899"/>
              <a:ext cx="24353" cy="10262"/>
            </a:xfrm>
            <a:custGeom>
              <a:avLst/>
              <a:pathLst>
                <a:path w="24353" h="10262">
                  <a:moveTo>
                    <a:pt x="0" y="10262"/>
                  </a:moveTo>
                  <a:lnTo>
                    <a:pt x="96" y="10051"/>
                  </a:lnTo>
                  <a:lnTo>
                    <a:pt x="283" y="9510"/>
                  </a:lnTo>
                  <a:lnTo>
                    <a:pt x="470" y="8968"/>
                  </a:lnTo>
                  <a:lnTo>
                    <a:pt x="657" y="8436"/>
                  </a:lnTo>
                  <a:lnTo>
                    <a:pt x="843" y="7945"/>
                  </a:lnTo>
                  <a:lnTo>
                    <a:pt x="1030" y="7594"/>
                  </a:lnTo>
                  <a:lnTo>
                    <a:pt x="1217" y="7242"/>
                  </a:lnTo>
                  <a:lnTo>
                    <a:pt x="1404" y="6890"/>
                  </a:lnTo>
                  <a:lnTo>
                    <a:pt x="1591" y="6538"/>
                  </a:lnTo>
                  <a:lnTo>
                    <a:pt x="1778" y="6283"/>
                  </a:lnTo>
                  <a:lnTo>
                    <a:pt x="1965" y="6107"/>
                  </a:lnTo>
                  <a:lnTo>
                    <a:pt x="2152" y="5931"/>
                  </a:lnTo>
                  <a:lnTo>
                    <a:pt x="2339" y="5755"/>
                  </a:lnTo>
                  <a:lnTo>
                    <a:pt x="2526" y="5741"/>
                  </a:lnTo>
                  <a:lnTo>
                    <a:pt x="2713" y="5745"/>
                  </a:lnTo>
                  <a:lnTo>
                    <a:pt x="2900" y="5786"/>
                  </a:lnTo>
                  <a:lnTo>
                    <a:pt x="3086" y="5940"/>
                  </a:lnTo>
                  <a:lnTo>
                    <a:pt x="3273" y="6217"/>
                  </a:lnTo>
                  <a:lnTo>
                    <a:pt x="3460" y="6500"/>
                  </a:lnTo>
                  <a:lnTo>
                    <a:pt x="3647" y="6663"/>
                  </a:lnTo>
                  <a:lnTo>
                    <a:pt x="3834" y="6811"/>
                  </a:lnTo>
                  <a:lnTo>
                    <a:pt x="4021" y="6960"/>
                  </a:lnTo>
                  <a:lnTo>
                    <a:pt x="4208" y="7086"/>
                  </a:lnTo>
                  <a:lnTo>
                    <a:pt x="4395" y="7096"/>
                  </a:lnTo>
                  <a:lnTo>
                    <a:pt x="4582" y="7052"/>
                  </a:lnTo>
                  <a:lnTo>
                    <a:pt x="4769" y="6912"/>
                  </a:lnTo>
                  <a:lnTo>
                    <a:pt x="4956" y="6876"/>
                  </a:lnTo>
                  <a:lnTo>
                    <a:pt x="5143" y="6747"/>
                  </a:lnTo>
                  <a:lnTo>
                    <a:pt x="5330" y="6556"/>
                  </a:lnTo>
                  <a:lnTo>
                    <a:pt x="5516" y="6306"/>
                  </a:lnTo>
                  <a:lnTo>
                    <a:pt x="5703" y="6031"/>
                  </a:lnTo>
                  <a:lnTo>
                    <a:pt x="5890" y="5540"/>
                  </a:lnTo>
                  <a:lnTo>
                    <a:pt x="6077" y="5038"/>
                  </a:lnTo>
                  <a:lnTo>
                    <a:pt x="6264" y="4546"/>
                  </a:lnTo>
                  <a:lnTo>
                    <a:pt x="6451" y="4101"/>
                  </a:lnTo>
                  <a:lnTo>
                    <a:pt x="6638" y="3654"/>
                  </a:lnTo>
                  <a:lnTo>
                    <a:pt x="6825" y="3207"/>
                  </a:lnTo>
                  <a:lnTo>
                    <a:pt x="7012" y="2924"/>
                  </a:lnTo>
                  <a:lnTo>
                    <a:pt x="7199" y="2808"/>
                  </a:lnTo>
                  <a:lnTo>
                    <a:pt x="7386" y="2807"/>
                  </a:lnTo>
                  <a:lnTo>
                    <a:pt x="7573" y="2831"/>
                  </a:lnTo>
                  <a:lnTo>
                    <a:pt x="7760" y="2776"/>
                  </a:lnTo>
                  <a:lnTo>
                    <a:pt x="7946" y="2639"/>
                  </a:lnTo>
                  <a:lnTo>
                    <a:pt x="8133" y="2387"/>
                  </a:lnTo>
                  <a:lnTo>
                    <a:pt x="8320" y="2090"/>
                  </a:lnTo>
                  <a:lnTo>
                    <a:pt x="8507" y="1837"/>
                  </a:lnTo>
                  <a:lnTo>
                    <a:pt x="8694" y="1632"/>
                  </a:lnTo>
                  <a:lnTo>
                    <a:pt x="8881" y="1427"/>
                  </a:lnTo>
                  <a:lnTo>
                    <a:pt x="9068" y="1222"/>
                  </a:lnTo>
                  <a:lnTo>
                    <a:pt x="9255" y="1222"/>
                  </a:lnTo>
                  <a:lnTo>
                    <a:pt x="9442" y="1222"/>
                  </a:lnTo>
                  <a:lnTo>
                    <a:pt x="9629" y="1222"/>
                  </a:lnTo>
                  <a:lnTo>
                    <a:pt x="9816" y="1046"/>
                  </a:lnTo>
                  <a:lnTo>
                    <a:pt x="10003" y="694"/>
                  </a:lnTo>
                  <a:lnTo>
                    <a:pt x="10189" y="448"/>
                  </a:lnTo>
                  <a:lnTo>
                    <a:pt x="10376" y="272"/>
                  </a:lnTo>
                  <a:lnTo>
                    <a:pt x="10563" y="96"/>
                  </a:lnTo>
                  <a:lnTo>
                    <a:pt x="10750" y="0"/>
                  </a:lnTo>
                  <a:lnTo>
                    <a:pt x="10937" y="0"/>
                  </a:lnTo>
                  <a:lnTo>
                    <a:pt x="11124" y="167"/>
                  </a:lnTo>
                  <a:lnTo>
                    <a:pt x="11311" y="343"/>
                  </a:lnTo>
                  <a:lnTo>
                    <a:pt x="11498" y="356"/>
                  </a:lnTo>
                  <a:lnTo>
                    <a:pt x="11685" y="366"/>
                  </a:lnTo>
                  <a:lnTo>
                    <a:pt x="11872" y="598"/>
                  </a:lnTo>
                  <a:lnTo>
                    <a:pt x="12059" y="851"/>
                  </a:lnTo>
                  <a:lnTo>
                    <a:pt x="12246" y="1104"/>
                  </a:lnTo>
                  <a:lnTo>
                    <a:pt x="12433" y="1393"/>
                  </a:lnTo>
                  <a:lnTo>
                    <a:pt x="12619" y="1682"/>
                  </a:lnTo>
                  <a:lnTo>
                    <a:pt x="12806" y="1970"/>
                  </a:lnTo>
                  <a:lnTo>
                    <a:pt x="12993" y="2172"/>
                  </a:lnTo>
                  <a:lnTo>
                    <a:pt x="13180" y="2317"/>
                  </a:lnTo>
                  <a:lnTo>
                    <a:pt x="13367" y="2461"/>
                  </a:lnTo>
                  <a:lnTo>
                    <a:pt x="13554" y="2605"/>
                  </a:lnTo>
                  <a:lnTo>
                    <a:pt x="13741" y="2678"/>
                  </a:lnTo>
                  <a:lnTo>
                    <a:pt x="13928" y="2678"/>
                  </a:lnTo>
                  <a:lnTo>
                    <a:pt x="14115" y="2780"/>
                  </a:lnTo>
                  <a:lnTo>
                    <a:pt x="14302" y="2915"/>
                  </a:lnTo>
                  <a:lnTo>
                    <a:pt x="14489" y="3052"/>
                  </a:lnTo>
                  <a:lnTo>
                    <a:pt x="14676" y="3314"/>
                  </a:lnTo>
                  <a:lnTo>
                    <a:pt x="14862" y="3489"/>
                  </a:lnTo>
                  <a:lnTo>
                    <a:pt x="15049" y="3751"/>
                  </a:lnTo>
                  <a:lnTo>
                    <a:pt x="15236" y="3927"/>
                  </a:lnTo>
                  <a:lnTo>
                    <a:pt x="15423" y="4096"/>
                  </a:lnTo>
                  <a:lnTo>
                    <a:pt x="15610" y="4245"/>
                  </a:lnTo>
                  <a:lnTo>
                    <a:pt x="15797" y="4396"/>
                  </a:lnTo>
                  <a:lnTo>
                    <a:pt x="15984" y="4547"/>
                  </a:lnTo>
                  <a:lnTo>
                    <a:pt x="16171" y="4698"/>
                  </a:lnTo>
                  <a:lnTo>
                    <a:pt x="16358" y="4849"/>
                  </a:lnTo>
                  <a:lnTo>
                    <a:pt x="16545" y="4917"/>
                  </a:lnTo>
                  <a:lnTo>
                    <a:pt x="16732" y="5027"/>
                  </a:lnTo>
                  <a:lnTo>
                    <a:pt x="16919" y="5109"/>
                  </a:lnTo>
                  <a:lnTo>
                    <a:pt x="17106" y="5182"/>
                  </a:lnTo>
                  <a:lnTo>
                    <a:pt x="17292" y="5168"/>
                  </a:lnTo>
                  <a:lnTo>
                    <a:pt x="17479" y="5147"/>
                  </a:lnTo>
                  <a:lnTo>
                    <a:pt x="17666" y="5127"/>
                  </a:lnTo>
                  <a:lnTo>
                    <a:pt x="17853" y="5113"/>
                  </a:lnTo>
                  <a:lnTo>
                    <a:pt x="18040" y="5185"/>
                  </a:lnTo>
                  <a:lnTo>
                    <a:pt x="18227" y="5209"/>
                  </a:lnTo>
                  <a:lnTo>
                    <a:pt x="18414" y="5284"/>
                  </a:lnTo>
                  <a:lnTo>
                    <a:pt x="18601" y="5256"/>
                  </a:lnTo>
                  <a:lnTo>
                    <a:pt x="18788" y="5218"/>
                  </a:lnTo>
                  <a:lnTo>
                    <a:pt x="18975" y="5179"/>
                  </a:lnTo>
                  <a:lnTo>
                    <a:pt x="19162" y="5141"/>
                  </a:lnTo>
                  <a:lnTo>
                    <a:pt x="19349" y="5138"/>
                  </a:lnTo>
                  <a:lnTo>
                    <a:pt x="19536" y="5135"/>
                  </a:lnTo>
                  <a:lnTo>
                    <a:pt x="19722" y="5212"/>
                  </a:lnTo>
                  <a:lnTo>
                    <a:pt x="19909" y="5422"/>
                  </a:lnTo>
                  <a:lnTo>
                    <a:pt x="20096" y="5631"/>
                  </a:lnTo>
                  <a:lnTo>
                    <a:pt x="20283" y="5841"/>
                  </a:lnTo>
                  <a:lnTo>
                    <a:pt x="20470" y="6051"/>
                  </a:lnTo>
                  <a:lnTo>
                    <a:pt x="20657" y="6202"/>
                  </a:lnTo>
                  <a:lnTo>
                    <a:pt x="20844" y="6351"/>
                  </a:lnTo>
                  <a:lnTo>
                    <a:pt x="21031" y="6457"/>
                  </a:lnTo>
                  <a:lnTo>
                    <a:pt x="21218" y="6604"/>
                  </a:lnTo>
                  <a:lnTo>
                    <a:pt x="21405" y="6779"/>
                  </a:lnTo>
                  <a:lnTo>
                    <a:pt x="21592" y="6969"/>
                  </a:lnTo>
                  <a:lnTo>
                    <a:pt x="21779" y="7158"/>
                  </a:lnTo>
                  <a:lnTo>
                    <a:pt x="21965" y="7348"/>
                  </a:lnTo>
                  <a:lnTo>
                    <a:pt x="22152" y="7537"/>
                  </a:lnTo>
                  <a:lnTo>
                    <a:pt x="22339" y="7833"/>
                  </a:lnTo>
                  <a:lnTo>
                    <a:pt x="22526" y="8110"/>
                  </a:lnTo>
                  <a:lnTo>
                    <a:pt x="22713" y="8406"/>
                  </a:lnTo>
                  <a:lnTo>
                    <a:pt x="22900" y="8701"/>
                  </a:lnTo>
                  <a:lnTo>
                    <a:pt x="23087" y="8978"/>
                  </a:lnTo>
                  <a:lnTo>
                    <a:pt x="23274" y="9168"/>
                  </a:lnTo>
                  <a:lnTo>
                    <a:pt x="23461" y="9357"/>
                  </a:lnTo>
                  <a:lnTo>
                    <a:pt x="23648" y="9547"/>
                  </a:lnTo>
                  <a:lnTo>
                    <a:pt x="23835" y="9736"/>
                  </a:lnTo>
                  <a:lnTo>
                    <a:pt x="24022" y="9926"/>
                  </a:lnTo>
                  <a:lnTo>
                    <a:pt x="24209" y="10115"/>
                  </a:lnTo>
                  <a:lnTo>
                    <a:pt x="24353" y="1026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9745" y="397479"/>
              <a:ext cx="5422165" cy="2833682"/>
            </a:xfrm>
            <a:custGeom>
              <a:avLst/>
              <a:pathLst>
                <a:path w="5422165" h="2833682">
                  <a:moveTo>
                    <a:pt x="0" y="2833682"/>
                  </a:moveTo>
                  <a:lnTo>
                    <a:pt x="138" y="2833292"/>
                  </a:lnTo>
                  <a:lnTo>
                    <a:pt x="325" y="2832765"/>
                  </a:lnTo>
                  <a:lnTo>
                    <a:pt x="512" y="2832445"/>
                  </a:lnTo>
                  <a:lnTo>
                    <a:pt x="698" y="2832148"/>
                  </a:lnTo>
                  <a:lnTo>
                    <a:pt x="885" y="2831851"/>
                  </a:lnTo>
                  <a:lnTo>
                    <a:pt x="1072" y="2831554"/>
                  </a:lnTo>
                  <a:lnTo>
                    <a:pt x="1259" y="2831311"/>
                  </a:lnTo>
                  <a:lnTo>
                    <a:pt x="1446" y="2830995"/>
                  </a:lnTo>
                  <a:lnTo>
                    <a:pt x="1633" y="2830607"/>
                  </a:lnTo>
                  <a:lnTo>
                    <a:pt x="1820" y="2830219"/>
                  </a:lnTo>
                  <a:lnTo>
                    <a:pt x="2007" y="2829831"/>
                  </a:lnTo>
                  <a:lnTo>
                    <a:pt x="2194" y="2829444"/>
                  </a:lnTo>
                  <a:lnTo>
                    <a:pt x="2381" y="2829142"/>
                  </a:lnTo>
                  <a:lnTo>
                    <a:pt x="2568" y="2828978"/>
                  </a:lnTo>
                  <a:lnTo>
                    <a:pt x="2755" y="2828951"/>
                  </a:lnTo>
                  <a:lnTo>
                    <a:pt x="2941" y="2828996"/>
                  </a:lnTo>
                  <a:lnTo>
                    <a:pt x="3128" y="2829041"/>
                  </a:lnTo>
                  <a:lnTo>
                    <a:pt x="3315" y="2829076"/>
                  </a:lnTo>
                  <a:lnTo>
                    <a:pt x="3502" y="2829079"/>
                  </a:lnTo>
                  <a:lnTo>
                    <a:pt x="3689" y="2829083"/>
                  </a:lnTo>
                  <a:lnTo>
                    <a:pt x="3876" y="2829086"/>
                  </a:lnTo>
                  <a:lnTo>
                    <a:pt x="4063" y="2828831"/>
                  </a:lnTo>
                  <a:lnTo>
                    <a:pt x="4250" y="2828567"/>
                  </a:lnTo>
                  <a:lnTo>
                    <a:pt x="4437" y="2828251"/>
                  </a:lnTo>
                  <a:lnTo>
                    <a:pt x="4624" y="2827899"/>
                  </a:lnTo>
                  <a:lnTo>
                    <a:pt x="4811" y="2827547"/>
                  </a:lnTo>
                  <a:lnTo>
                    <a:pt x="4998" y="2827195"/>
                  </a:lnTo>
                  <a:lnTo>
                    <a:pt x="5185" y="2827035"/>
                  </a:lnTo>
                  <a:lnTo>
                    <a:pt x="5371" y="2826888"/>
                  </a:lnTo>
                  <a:lnTo>
                    <a:pt x="5558" y="2826789"/>
                  </a:lnTo>
                  <a:lnTo>
                    <a:pt x="5745" y="2826690"/>
                  </a:lnTo>
                  <a:lnTo>
                    <a:pt x="5932" y="2826591"/>
                  </a:lnTo>
                  <a:lnTo>
                    <a:pt x="6119" y="2826492"/>
                  </a:lnTo>
                  <a:lnTo>
                    <a:pt x="6306" y="2826392"/>
                  </a:lnTo>
                  <a:lnTo>
                    <a:pt x="6493" y="2826293"/>
                  </a:lnTo>
                  <a:lnTo>
                    <a:pt x="6680" y="2826194"/>
                  </a:lnTo>
                  <a:lnTo>
                    <a:pt x="6867" y="2826160"/>
                  </a:lnTo>
                  <a:lnTo>
                    <a:pt x="7054" y="2826205"/>
                  </a:lnTo>
                  <a:lnTo>
                    <a:pt x="7241" y="2826366"/>
                  </a:lnTo>
                  <a:lnTo>
                    <a:pt x="7428" y="2826555"/>
                  </a:lnTo>
                  <a:lnTo>
                    <a:pt x="7615" y="2826745"/>
                  </a:lnTo>
                  <a:lnTo>
                    <a:pt x="7801" y="2826934"/>
                  </a:lnTo>
                  <a:lnTo>
                    <a:pt x="7988" y="2827088"/>
                  </a:lnTo>
                  <a:lnTo>
                    <a:pt x="8175" y="2827242"/>
                  </a:lnTo>
                  <a:lnTo>
                    <a:pt x="8362" y="2827242"/>
                  </a:lnTo>
                  <a:lnTo>
                    <a:pt x="8549" y="2827242"/>
                  </a:lnTo>
                  <a:lnTo>
                    <a:pt x="8736" y="2827242"/>
                  </a:lnTo>
                  <a:lnTo>
                    <a:pt x="8923" y="2827242"/>
                  </a:lnTo>
                  <a:lnTo>
                    <a:pt x="9110" y="2827242"/>
                  </a:lnTo>
                  <a:lnTo>
                    <a:pt x="9297" y="2827242"/>
                  </a:lnTo>
                  <a:lnTo>
                    <a:pt x="9484" y="2827242"/>
                  </a:lnTo>
                  <a:lnTo>
                    <a:pt x="9671" y="2827242"/>
                  </a:lnTo>
                  <a:lnTo>
                    <a:pt x="9858" y="2827242"/>
                  </a:lnTo>
                  <a:lnTo>
                    <a:pt x="10044" y="2827242"/>
                  </a:lnTo>
                  <a:lnTo>
                    <a:pt x="10231" y="2827242"/>
                  </a:lnTo>
                  <a:lnTo>
                    <a:pt x="10418" y="2827242"/>
                  </a:lnTo>
                  <a:lnTo>
                    <a:pt x="10605" y="2827242"/>
                  </a:lnTo>
                  <a:lnTo>
                    <a:pt x="10792" y="2827338"/>
                  </a:lnTo>
                  <a:lnTo>
                    <a:pt x="10979" y="2827514"/>
                  </a:lnTo>
                  <a:lnTo>
                    <a:pt x="11166" y="2827690"/>
                  </a:lnTo>
                  <a:lnTo>
                    <a:pt x="11353" y="2827866"/>
                  </a:lnTo>
                  <a:lnTo>
                    <a:pt x="11540" y="2828042"/>
                  </a:lnTo>
                  <a:lnTo>
                    <a:pt x="11727" y="2828218"/>
                  </a:lnTo>
                  <a:lnTo>
                    <a:pt x="11914" y="2828438"/>
                  </a:lnTo>
                  <a:lnTo>
                    <a:pt x="12101" y="2828790"/>
                  </a:lnTo>
                  <a:lnTo>
                    <a:pt x="12288" y="2829142"/>
                  </a:lnTo>
                  <a:lnTo>
                    <a:pt x="12474" y="2829493"/>
                  </a:lnTo>
                  <a:lnTo>
                    <a:pt x="12661" y="2829845"/>
                  </a:lnTo>
                  <a:lnTo>
                    <a:pt x="12848" y="2830197"/>
                  </a:lnTo>
                  <a:lnTo>
                    <a:pt x="13035" y="2830549"/>
                  </a:lnTo>
                  <a:lnTo>
                    <a:pt x="13222" y="2830901"/>
                  </a:lnTo>
                  <a:lnTo>
                    <a:pt x="13409" y="2831253"/>
                  </a:lnTo>
                  <a:lnTo>
                    <a:pt x="13596" y="2831508"/>
                  </a:lnTo>
                  <a:lnTo>
                    <a:pt x="13783" y="2831684"/>
                  </a:lnTo>
                  <a:lnTo>
                    <a:pt x="13970" y="2831860"/>
                  </a:lnTo>
                  <a:lnTo>
                    <a:pt x="14157" y="2832035"/>
                  </a:lnTo>
                  <a:lnTo>
                    <a:pt x="14344" y="2831953"/>
                  </a:lnTo>
                  <a:lnTo>
                    <a:pt x="14531" y="2831773"/>
                  </a:lnTo>
                  <a:lnTo>
                    <a:pt x="14718" y="2831556"/>
                  </a:lnTo>
                  <a:lnTo>
                    <a:pt x="14904" y="2831226"/>
                  </a:lnTo>
                  <a:lnTo>
                    <a:pt x="15091" y="2830632"/>
                  </a:lnTo>
                  <a:lnTo>
                    <a:pt x="15278" y="2829998"/>
                  </a:lnTo>
                  <a:lnTo>
                    <a:pt x="15465" y="2829483"/>
                  </a:lnTo>
                  <a:lnTo>
                    <a:pt x="15652" y="2828877"/>
                  </a:lnTo>
                  <a:lnTo>
                    <a:pt x="15839" y="2828201"/>
                  </a:lnTo>
                  <a:lnTo>
                    <a:pt x="16026" y="2827397"/>
                  </a:lnTo>
                  <a:lnTo>
                    <a:pt x="16213" y="2826684"/>
                  </a:lnTo>
                  <a:lnTo>
                    <a:pt x="16400" y="2826024"/>
                  </a:lnTo>
                  <a:lnTo>
                    <a:pt x="16587" y="2825460"/>
                  </a:lnTo>
                  <a:lnTo>
                    <a:pt x="16774" y="2824793"/>
                  </a:lnTo>
                  <a:lnTo>
                    <a:pt x="16961" y="2824218"/>
                  </a:lnTo>
                  <a:lnTo>
                    <a:pt x="17147" y="2824029"/>
                  </a:lnTo>
                  <a:lnTo>
                    <a:pt x="17334" y="2823982"/>
                  </a:lnTo>
                  <a:lnTo>
                    <a:pt x="17521" y="2823999"/>
                  </a:lnTo>
                  <a:lnTo>
                    <a:pt x="17708" y="2824103"/>
                  </a:lnTo>
                  <a:lnTo>
                    <a:pt x="17895" y="2824323"/>
                  </a:lnTo>
                  <a:lnTo>
                    <a:pt x="18082" y="2824562"/>
                  </a:lnTo>
                  <a:lnTo>
                    <a:pt x="18269" y="2824719"/>
                  </a:lnTo>
                  <a:lnTo>
                    <a:pt x="18456" y="2824963"/>
                  </a:lnTo>
                  <a:lnTo>
                    <a:pt x="18643" y="2825266"/>
                  </a:lnTo>
                  <a:lnTo>
                    <a:pt x="18830" y="2825672"/>
                  </a:lnTo>
                  <a:lnTo>
                    <a:pt x="19017" y="2826076"/>
                  </a:lnTo>
                  <a:lnTo>
                    <a:pt x="19204" y="2826366"/>
                  </a:lnTo>
                  <a:lnTo>
                    <a:pt x="19391" y="2826630"/>
                  </a:lnTo>
                  <a:lnTo>
                    <a:pt x="19577" y="2826974"/>
                  </a:lnTo>
                  <a:lnTo>
                    <a:pt x="19764" y="2827400"/>
                  </a:lnTo>
                  <a:lnTo>
                    <a:pt x="19951" y="2827905"/>
                  </a:lnTo>
                  <a:lnTo>
                    <a:pt x="20138" y="2828491"/>
                  </a:lnTo>
                  <a:lnTo>
                    <a:pt x="20325" y="2829023"/>
                  </a:lnTo>
                  <a:lnTo>
                    <a:pt x="20512" y="2829528"/>
                  </a:lnTo>
                  <a:lnTo>
                    <a:pt x="20699" y="2830034"/>
                  </a:lnTo>
                  <a:lnTo>
                    <a:pt x="20886" y="2830389"/>
                  </a:lnTo>
                  <a:lnTo>
                    <a:pt x="21073" y="2830467"/>
                  </a:lnTo>
                  <a:lnTo>
                    <a:pt x="21260" y="2830452"/>
                  </a:lnTo>
                  <a:lnTo>
                    <a:pt x="21447" y="2830200"/>
                  </a:lnTo>
                  <a:lnTo>
                    <a:pt x="21634" y="2829992"/>
                  </a:lnTo>
                  <a:lnTo>
                    <a:pt x="21820" y="2829926"/>
                  </a:lnTo>
                  <a:lnTo>
                    <a:pt x="22007" y="2829863"/>
                  </a:lnTo>
                  <a:lnTo>
                    <a:pt x="22194" y="2829801"/>
                  </a:lnTo>
                  <a:lnTo>
                    <a:pt x="22381" y="2829738"/>
                  </a:lnTo>
                  <a:lnTo>
                    <a:pt x="22568" y="2829596"/>
                  </a:lnTo>
                  <a:lnTo>
                    <a:pt x="22755" y="2829358"/>
                  </a:lnTo>
                  <a:lnTo>
                    <a:pt x="22942" y="2828915"/>
                  </a:lnTo>
                  <a:lnTo>
                    <a:pt x="23129" y="2828384"/>
                  </a:lnTo>
                  <a:lnTo>
                    <a:pt x="23316" y="2827852"/>
                  </a:lnTo>
                  <a:lnTo>
                    <a:pt x="23503" y="2827321"/>
                  </a:lnTo>
                  <a:lnTo>
                    <a:pt x="23690" y="2826764"/>
                  </a:lnTo>
                  <a:lnTo>
                    <a:pt x="23877" y="2826292"/>
                  </a:lnTo>
                  <a:lnTo>
                    <a:pt x="24064" y="2825920"/>
                  </a:lnTo>
                  <a:lnTo>
                    <a:pt x="24250" y="2825740"/>
                  </a:lnTo>
                  <a:lnTo>
                    <a:pt x="24437" y="2825694"/>
                  </a:lnTo>
                  <a:lnTo>
                    <a:pt x="24624" y="2825637"/>
                  </a:lnTo>
                  <a:lnTo>
                    <a:pt x="24811" y="2825565"/>
                  </a:lnTo>
                  <a:lnTo>
                    <a:pt x="24998" y="2825550"/>
                  </a:lnTo>
                  <a:lnTo>
                    <a:pt x="25185" y="2825451"/>
                  </a:lnTo>
                  <a:lnTo>
                    <a:pt x="25372" y="2825352"/>
                  </a:lnTo>
                  <a:lnTo>
                    <a:pt x="25559" y="2825376"/>
                  </a:lnTo>
                  <a:lnTo>
                    <a:pt x="25746" y="2825573"/>
                  </a:lnTo>
                  <a:lnTo>
                    <a:pt x="25933" y="2825842"/>
                  </a:lnTo>
                  <a:lnTo>
                    <a:pt x="26120" y="2826211"/>
                  </a:lnTo>
                  <a:lnTo>
                    <a:pt x="26307" y="2826531"/>
                  </a:lnTo>
                  <a:lnTo>
                    <a:pt x="26494" y="2826761"/>
                  </a:lnTo>
                  <a:lnTo>
                    <a:pt x="26680" y="2827048"/>
                  </a:lnTo>
                  <a:lnTo>
                    <a:pt x="26867" y="2827278"/>
                  </a:lnTo>
                  <a:lnTo>
                    <a:pt x="27054" y="2827555"/>
                  </a:lnTo>
                  <a:lnTo>
                    <a:pt x="27241" y="2827839"/>
                  </a:lnTo>
                  <a:lnTo>
                    <a:pt x="27428" y="2828138"/>
                  </a:lnTo>
                  <a:lnTo>
                    <a:pt x="27615" y="2828359"/>
                  </a:lnTo>
                  <a:lnTo>
                    <a:pt x="27802" y="2828520"/>
                  </a:lnTo>
                  <a:lnTo>
                    <a:pt x="27989" y="2828575"/>
                  </a:lnTo>
                  <a:lnTo>
                    <a:pt x="28176" y="2828349"/>
                  </a:lnTo>
                  <a:lnTo>
                    <a:pt x="28363" y="2827867"/>
                  </a:lnTo>
                  <a:lnTo>
                    <a:pt x="28550" y="2827190"/>
                  </a:lnTo>
                  <a:lnTo>
                    <a:pt x="28737" y="2826270"/>
                  </a:lnTo>
                  <a:lnTo>
                    <a:pt x="28923" y="2825299"/>
                  </a:lnTo>
                  <a:lnTo>
                    <a:pt x="29110" y="2824355"/>
                  </a:lnTo>
                  <a:lnTo>
                    <a:pt x="29297" y="2823340"/>
                  </a:lnTo>
                  <a:lnTo>
                    <a:pt x="29484" y="2822345"/>
                  </a:lnTo>
                  <a:lnTo>
                    <a:pt x="29671" y="2821219"/>
                  </a:lnTo>
                  <a:lnTo>
                    <a:pt x="29858" y="2819961"/>
                  </a:lnTo>
                  <a:lnTo>
                    <a:pt x="30045" y="2818652"/>
                  </a:lnTo>
                  <a:lnTo>
                    <a:pt x="30232" y="2817126"/>
                  </a:lnTo>
                  <a:lnTo>
                    <a:pt x="30419" y="2815764"/>
                  </a:lnTo>
                  <a:lnTo>
                    <a:pt x="30606" y="2814350"/>
                  </a:lnTo>
                  <a:lnTo>
                    <a:pt x="30793" y="2812926"/>
                  </a:lnTo>
                  <a:lnTo>
                    <a:pt x="30980" y="2811589"/>
                  </a:lnTo>
                  <a:lnTo>
                    <a:pt x="31167" y="2810310"/>
                  </a:lnTo>
                  <a:lnTo>
                    <a:pt x="31353" y="2809086"/>
                  </a:lnTo>
                  <a:lnTo>
                    <a:pt x="31540" y="2807881"/>
                  </a:lnTo>
                  <a:lnTo>
                    <a:pt x="31727" y="2806727"/>
                  </a:lnTo>
                  <a:lnTo>
                    <a:pt x="31914" y="2805459"/>
                  </a:lnTo>
                  <a:lnTo>
                    <a:pt x="32101" y="2804198"/>
                  </a:lnTo>
                  <a:lnTo>
                    <a:pt x="32288" y="2802952"/>
                  </a:lnTo>
                  <a:lnTo>
                    <a:pt x="32475" y="2801706"/>
                  </a:lnTo>
                  <a:lnTo>
                    <a:pt x="32662" y="2800585"/>
                  </a:lnTo>
                  <a:lnTo>
                    <a:pt x="32849" y="2799535"/>
                  </a:lnTo>
                  <a:lnTo>
                    <a:pt x="33036" y="2798452"/>
                  </a:lnTo>
                  <a:lnTo>
                    <a:pt x="33223" y="2797319"/>
                  </a:lnTo>
                  <a:lnTo>
                    <a:pt x="33410" y="2796142"/>
                  </a:lnTo>
                  <a:lnTo>
                    <a:pt x="33597" y="2794980"/>
                  </a:lnTo>
                  <a:lnTo>
                    <a:pt x="33783" y="2793834"/>
                  </a:lnTo>
                  <a:lnTo>
                    <a:pt x="33970" y="2792728"/>
                  </a:lnTo>
                  <a:lnTo>
                    <a:pt x="34157" y="2791529"/>
                  </a:lnTo>
                  <a:lnTo>
                    <a:pt x="34344" y="2790300"/>
                  </a:lnTo>
                  <a:lnTo>
                    <a:pt x="34531" y="2789120"/>
                  </a:lnTo>
                  <a:lnTo>
                    <a:pt x="34718" y="2788018"/>
                  </a:lnTo>
                  <a:lnTo>
                    <a:pt x="34905" y="2786778"/>
                  </a:lnTo>
                  <a:lnTo>
                    <a:pt x="35092" y="2785673"/>
                  </a:lnTo>
                  <a:lnTo>
                    <a:pt x="35279" y="2784682"/>
                  </a:lnTo>
                  <a:lnTo>
                    <a:pt x="35466" y="2783692"/>
                  </a:lnTo>
                  <a:lnTo>
                    <a:pt x="35653" y="2782733"/>
                  </a:lnTo>
                  <a:lnTo>
                    <a:pt x="35840" y="2781910"/>
                  </a:lnTo>
                  <a:lnTo>
                    <a:pt x="36026" y="2781149"/>
                  </a:lnTo>
                  <a:lnTo>
                    <a:pt x="36213" y="2780461"/>
                  </a:lnTo>
                  <a:lnTo>
                    <a:pt x="36400" y="2779639"/>
                  </a:lnTo>
                  <a:lnTo>
                    <a:pt x="36587" y="2778826"/>
                  </a:lnTo>
                  <a:lnTo>
                    <a:pt x="36774" y="2777961"/>
                  </a:lnTo>
                  <a:lnTo>
                    <a:pt x="36961" y="2777310"/>
                  </a:lnTo>
                  <a:lnTo>
                    <a:pt x="37148" y="2776960"/>
                  </a:lnTo>
                  <a:lnTo>
                    <a:pt x="37335" y="2776880"/>
                  </a:lnTo>
                  <a:lnTo>
                    <a:pt x="37522" y="2777024"/>
                  </a:lnTo>
                  <a:lnTo>
                    <a:pt x="37709" y="2777300"/>
                  </a:lnTo>
                  <a:lnTo>
                    <a:pt x="37896" y="2777481"/>
                  </a:lnTo>
                  <a:lnTo>
                    <a:pt x="38083" y="2777592"/>
                  </a:lnTo>
                  <a:lnTo>
                    <a:pt x="38270" y="2777759"/>
                  </a:lnTo>
                  <a:lnTo>
                    <a:pt x="38456" y="2778035"/>
                  </a:lnTo>
                  <a:lnTo>
                    <a:pt x="38643" y="2778304"/>
                  </a:lnTo>
                  <a:lnTo>
                    <a:pt x="38830" y="2778711"/>
                  </a:lnTo>
                  <a:lnTo>
                    <a:pt x="39017" y="2779187"/>
                  </a:lnTo>
                  <a:lnTo>
                    <a:pt x="39204" y="2779799"/>
                  </a:lnTo>
                  <a:lnTo>
                    <a:pt x="39391" y="2780457"/>
                  </a:lnTo>
                  <a:lnTo>
                    <a:pt x="39578" y="2781078"/>
                  </a:lnTo>
                  <a:lnTo>
                    <a:pt x="39765" y="2781644"/>
                  </a:lnTo>
                  <a:lnTo>
                    <a:pt x="39952" y="2781915"/>
                  </a:lnTo>
                  <a:lnTo>
                    <a:pt x="40139" y="2782017"/>
                  </a:lnTo>
                  <a:lnTo>
                    <a:pt x="40326" y="2782043"/>
                  </a:lnTo>
                  <a:lnTo>
                    <a:pt x="40513" y="2782084"/>
                  </a:lnTo>
                  <a:lnTo>
                    <a:pt x="40699" y="2782191"/>
                  </a:lnTo>
                  <a:lnTo>
                    <a:pt x="40886" y="2782300"/>
                  </a:lnTo>
                  <a:lnTo>
                    <a:pt x="41073" y="2782475"/>
                  </a:lnTo>
                  <a:lnTo>
                    <a:pt x="41260" y="2782590"/>
                  </a:lnTo>
                  <a:lnTo>
                    <a:pt x="41447" y="2782904"/>
                  </a:lnTo>
                  <a:lnTo>
                    <a:pt x="41634" y="2783227"/>
                  </a:lnTo>
                  <a:lnTo>
                    <a:pt x="41821" y="2783578"/>
                  </a:lnTo>
                  <a:lnTo>
                    <a:pt x="42008" y="2783989"/>
                  </a:lnTo>
                  <a:lnTo>
                    <a:pt x="42195" y="2784329"/>
                  </a:lnTo>
                  <a:lnTo>
                    <a:pt x="42382" y="2784603"/>
                  </a:lnTo>
                  <a:lnTo>
                    <a:pt x="42569" y="2784476"/>
                  </a:lnTo>
                  <a:lnTo>
                    <a:pt x="42756" y="2784431"/>
                  </a:lnTo>
                  <a:lnTo>
                    <a:pt x="42943" y="2784357"/>
                  </a:lnTo>
                  <a:lnTo>
                    <a:pt x="43129" y="2784104"/>
                  </a:lnTo>
                  <a:lnTo>
                    <a:pt x="43316" y="2783851"/>
                  </a:lnTo>
                  <a:lnTo>
                    <a:pt x="43503" y="2783599"/>
                  </a:lnTo>
                  <a:lnTo>
                    <a:pt x="43690" y="2783346"/>
                  </a:lnTo>
                  <a:lnTo>
                    <a:pt x="43877" y="2783093"/>
                  </a:lnTo>
                  <a:lnTo>
                    <a:pt x="44064" y="2782841"/>
                  </a:lnTo>
                  <a:lnTo>
                    <a:pt x="44251" y="2782523"/>
                  </a:lnTo>
                  <a:lnTo>
                    <a:pt x="44438" y="2782126"/>
                  </a:lnTo>
                  <a:lnTo>
                    <a:pt x="44625" y="2781781"/>
                  </a:lnTo>
                  <a:lnTo>
                    <a:pt x="44812" y="2781415"/>
                  </a:lnTo>
                  <a:lnTo>
                    <a:pt x="44999" y="2781156"/>
                  </a:lnTo>
                  <a:lnTo>
                    <a:pt x="45186" y="2780966"/>
                  </a:lnTo>
                  <a:lnTo>
                    <a:pt x="45373" y="2780812"/>
                  </a:lnTo>
                  <a:lnTo>
                    <a:pt x="45559" y="2780658"/>
                  </a:lnTo>
                  <a:lnTo>
                    <a:pt x="45746" y="2780658"/>
                  </a:lnTo>
                  <a:lnTo>
                    <a:pt x="45933" y="2780658"/>
                  </a:lnTo>
                  <a:lnTo>
                    <a:pt x="46120" y="2780658"/>
                  </a:lnTo>
                  <a:lnTo>
                    <a:pt x="46307" y="2780658"/>
                  </a:lnTo>
                  <a:lnTo>
                    <a:pt x="46494" y="2780658"/>
                  </a:lnTo>
                  <a:lnTo>
                    <a:pt x="46681" y="2780658"/>
                  </a:lnTo>
                  <a:lnTo>
                    <a:pt x="46868" y="2780658"/>
                  </a:lnTo>
                  <a:lnTo>
                    <a:pt x="47055" y="2780658"/>
                  </a:lnTo>
                  <a:lnTo>
                    <a:pt x="47242" y="2780658"/>
                  </a:lnTo>
                  <a:lnTo>
                    <a:pt x="47429" y="2780658"/>
                  </a:lnTo>
                  <a:lnTo>
                    <a:pt x="47616" y="2780658"/>
                  </a:lnTo>
                  <a:lnTo>
                    <a:pt x="47802" y="2780658"/>
                  </a:lnTo>
                  <a:lnTo>
                    <a:pt x="47989" y="2780658"/>
                  </a:lnTo>
                  <a:lnTo>
                    <a:pt x="48176" y="2780658"/>
                  </a:lnTo>
                  <a:lnTo>
                    <a:pt x="48363" y="2780658"/>
                  </a:lnTo>
                  <a:lnTo>
                    <a:pt x="48550" y="2780535"/>
                  </a:lnTo>
                  <a:lnTo>
                    <a:pt x="48737" y="2780359"/>
                  </a:lnTo>
                  <a:lnTo>
                    <a:pt x="48924" y="2780060"/>
                  </a:lnTo>
                  <a:lnTo>
                    <a:pt x="49111" y="2779647"/>
                  </a:lnTo>
                  <a:lnTo>
                    <a:pt x="49298" y="2779119"/>
                  </a:lnTo>
                  <a:lnTo>
                    <a:pt x="49485" y="2778591"/>
                  </a:lnTo>
                  <a:lnTo>
                    <a:pt x="49672" y="2777967"/>
                  </a:lnTo>
                  <a:lnTo>
                    <a:pt x="49859" y="2777263"/>
                  </a:lnTo>
                  <a:lnTo>
                    <a:pt x="50046" y="2776560"/>
                  </a:lnTo>
                  <a:lnTo>
                    <a:pt x="50232" y="2775856"/>
                  </a:lnTo>
                  <a:lnTo>
                    <a:pt x="50419" y="2775152"/>
                  </a:lnTo>
                  <a:lnTo>
                    <a:pt x="50606" y="2774449"/>
                  </a:lnTo>
                  <a:lnTo>
                    <a:pt x="50793" y="2773745"/>
                  </a:lnTo>
                  <a:lnTo>
                    <a:pt x="50980" y="2773041"/>
                  </a:lnTo>
                  <a:lnTo>
                    <a:pt x="51167" y="2772338"/>
                  </a:lnTo>
                  <a:lnTo>
                    <a:pt x="51354" y="2771757"/>
                  </a:lnTo>
                  <a:lnTo>
                    <a:pt x="51541" y="2771429"/>
                  </a:lnTo>
                  <a:lnTo>
                    <a:pt x="51728" y="2771237"/>
                  </a:lnTo>
                  <a:lnTo>
                    <a:pt x="51915" y="2771116"/>
                  </a:lnTo>
                  <a:lnTo>
                    <a:pt x="52102" y="2770762"/>
                  </a:lnTo>
                  <a:lnTo>
                    <a:pt x="52289" y="2770261"/>
                  </a:lnTo>
                  <a:lnTo>
                    <a:pt x="52476" y="2770139"/>
                  </a:lnTo>
                  <a:lnTo>
                    <a:pt x="52662" y="2769931"/>
                  </a:lnTo>
                  <a:lnTo>
                    <a:pt x="52849" y="2769864"/>
                  </a:lnTo>
                  <a:lnTo>
                    <a:pt x="53036" y="2769907"/>
                  </a:lnTo>
                  <a:lnTo>
                    <a:pt x="53223" y="2770021"/>
                  </a:lnTo>
                  <a:lnTo>
                    <a:pt x="53410" y="2770284"/>
                  </a:lnTo>
                  <a:lnTo>
                    <a:pt x="53597" y="2770573"/>
                  </a:lnTo>
                  <a:lnTo>
                    <a:pt x="53784" y="2770862"/>
                  </a:lnTo>
                  <a:lnTo>
                    <a:pt x="53971" y="2771152"/>
                  </a:lnTo>
                  <a:lnTo>
                    <a:pt x="54158" y="2771441"/>
                  </a:lnTo>
                  <a:lnTo>
                    <a:pt x="54345" y="2771826"/>
                  </a:lnTo>
                  <a:lnTo>
                    <a:pt x="54532" y="2771957"/>
                  </a:lnTo>
                  <a:lnTo>
                    <a:pt x="54719" y="2772078"/>
                  </a:lnTo>
                  <a:lnTo>
                    <a:pt x="54905" y="2772392"/>
                  </a:lnTo>
                  <a:lnTo>
                    <a:pt x="55092" y="2772786"/>
                  </a:lnTo>
                  <a:lnTo>
                    <a:pt x="55279" y="2773103"/>
                  </a:lnTo>
                  <a:lnTo>
                    <a:pt x="55466" y="2773396"/>
                  </a:lnTo>
                  <a:lnTo>
                    <a:pt x="55653" y="2773664"/>
                  </a:lnTo>
                  <a:lnTo>
                    <a:pt x="55840" y="2773484"/>
                  </a:lnTo>
                  <a:lnTo>
                    <a:pt x="56027" y="2773123"/>
                  </a:lnTo>
                  <a:lnTo>
                    <a:pt x="56214" y="2772567"/>
                  </a:lnTo>
                  <a:lnTo>
                    <a:pt x="56401" y="2771990"/>
                  </a:lnTo>
                  <a:lnTo>
                    <a:pt x="56588" y="2771413"/>
                  </a:lnTo>
                  <a:lnTo>
                    <a:pt x="56775" y="2770835"/>
                  </a:lnTo>
                  <a:lnTo>
                    <a:pt x="56962" y="2770198"/>
                  </a:lnTo>
                  <a:lnTo>
                    <a:pt x="57149" y="2769528"/>
                  </a:lnTo>
                  <a:lnTo>
                    <a:pt x="57335" y="2768670"/>
                  </a:lnTo>
                  <a:lnTo>
                    <a:pt x="57522" y="2767777"/>
                  </a:lnTo>
                  <a:lnTo>
                    <a:pt x="57709" y="2766893"/>
                  </a:lnTo>
                  <a:lnTo>
                    <a:pt x="57896" y="2766258"/>
                  </a:lnTo>
                  <a:lnTo>
                    <a:pt x="58083" y="2765657"/>
                  </a:lnTo>
                  <a:lnTo>
                    <a:pt x="58270" y="2765345"/>
                  </a:lnTo>
                  <a:lnTo>
                    <a:pt x="58457" y="2765376"/>
                  </a:lnTo>
                  <a:lnTo>
                    <a:pt x="58644" y="2765737"/>
                  </a:lnTo>
                  <a:lnTo>
                    <a:pt x="58831" y="2766458"/>
                  </a:lnTo>
                  <a:lnTo>
                    <a:pt x="59018" y="2767208"/>
                  </a:lnTo>
                  <a:lnTo>
                    <a:pt x="59205" y="2767815"/>
                  </a:lnTo>
                  <a:lnTo>
                    <a:pt x="59392" y="2768419"/>
                  </a:lnTo>
                  <a:lnTo>
                    <a:pt x="59578" y="2769023"/>
                  </a:lnTo>
                  <a:lnTo>
                    <a:pt x="59765" y="2769627"/>
                  </a:lnTo>
                  <a:lnTo>
                    <a:pt x="59952" y="2770231"/>
                  </a:lnTo>
                  <a:lnTo>
                    <a:pt x="60139" y="2770834"/>
                  </a:lnTo>
                  <a:lnTo>
                    <a:pt x="60326" y="2771476"/>
                  </a:lnTo>
                  <a:lnTo>
                    <a:pt x="60513" y="2772197"/>
                  </a:lnTo>
                  <a:lnTo>
                    <a:pt x="60700" y="2772908"/>
                  </a:lnTo>
                  <a:lnTo>
                    <a:pt x="60887" y="2773593"/>
                  </a:lnTo>
                  <a:lnTo>
                    <a:pt x="61074" y="2774150"/>
                  </a:lnTo>
                  <a:lnTo>
                    <a:pt x="61261" y="2774469"/>
                  </a:lnTo>
                  <a:lnTo>
                    <a:pt x="61448" y="2774687"/>
                  </a:lnTo>
                  <a:lnTo>
                    <a:pt x="61635" y="2774678"/>
                  </a:lnTo>
                  <a:lnTo>
                    <a:pt x="61822" y="2774534"/>
                  </a:lnTo>
                  <a:lnTo>
                    <a:pt x="62008" y="2774402"/>
                  </a:lnTo>
                  <a:lnTo>
                    <a:pt x="62195" y="2774284"/>
                  </a:lnTo>
                  <a:lnTo>
                    <a:pt x="62382" y="2774074"/>
                  </a:lnTo>
                  <a:lnTo>
                    <a:pt x="62569" y="2773808"/>
                  </a:lnTo>
                  <a:lnTo>
                    <a:pt x="62756" y="2773541"/>
                  </a:lnTo>
                  <a:lnTo>
                    <a:pt x="62943" y="2773224"/>
                  </a:lnTo>
                  <a:lnTo>
                    <a:pt x="63130" y="2772806"/>
                  </a:lnTo>
                  <a:lnTo>
                    <a:pt x="63317" y="2772214"/>
                  </a:lnTo>
                  <a:lnTo>
                    <a:pt x="63504" y="2771500"/>
                  </a:lnTo>
                  <a:lnTo>
                    <a:pt x="63691" y="2770747"/>
                  </a:lnTo>
                  <a:lnTo>
                    <a:pt x="63878" y="2769727"/>
                  </a:lnTo>
                  <a:lnTo>
                    <a:pt x="64065" y="2768561"/>
                  </a:lnTo>
                  <a:lnTo>
                    <a:pt x="64252" y="2767313"/>
                  </a:lnTo>
                  <a:lnTo>
                    <a:pt x="64438" y="2765980"/>
                  </a:lnTo>
                  <a:lnTo>
                    <a:pt x="64625" y="2764648"/>
                  </a:lnTo>
                  <a:lnTo>
                    <a:pt x="64812" y="2763320"/>
                  </a:lnTo>
                  <a:lnTo>
                    <a:pt x="64999" y="2762068"/>
                  </a:lnTo>
                  <a:lnTo>
                    <a:pt x="65186" y="2760912"/>
                  </a:lnTo>
                  <a:lnTo>
                    <a:pt x="65373" y="2760002"/>
                  </a:lnTo>
                  <a:lnTo>
                    <a:pt x="65560" y="2759128"/>
                  </a:lnTo>
                  <a:lnTo>
                    <a:pt x="65747" y="2758171"/>
                  </a:lnTo>
                  <a:lnTo>
                    <a:pt x="65934" y="2757352"/>
                  </a:lnTo>
                  <a:lnTo>
                    <a:pt x="66121" y="2756779"/>
                  </a:lnTo>
                  <a:lnTo>
                    <a:pt x="66308" y="2756256"/>
                  </a:lnTo>
                  <a:lnTo>
                    <a:pt x="66495" y="2755881"/>
                  </a:lnTo>
                  <a:lnTo>
                    <a:pt x="66681" y="2755848"/>
                  </a:lnTo>
                  <a:lnTo>
                    <a:pt x="66868" y="2755425"/>
                  </a:lnTo>
                  <a:lnTo>
                    <a:pt x="67055" y="2755021"/>
                  </a:lnTo>
                  <a:lnTo>
                    <a:pt x="67242" y="2754724"/>
                  </a:lnTo>
                  <a:lnTo>
                    <a:pt x="67429" y="2754280"/>
                  </a:lnTo>
                  <a:lnTo>
                    <a:pt x="67616" y="2753959"/>
                  </a:lnTo>
                  <a:lnTo>
                    <a:pt x="67803" y="2753575"/>
                  </a:lnTo>
                  <a:lnTo>
                    <a:pt x="67990" y="2753255"/>
                  </a:lnTo>
                  <a:lnTo>
                    <a:pt x="68177" y="2752945"/>
                  </a:lnTo>
                  <a:lnTo>
                    <a:pt x="68364" y="2752794"/>
                  </a:lnTo>
                  <a:lnTo>
                    <a:pt x="68551" y="2752866"/>
                  </a:lnTo>
                  <a:lnTo>
                    <a:pt x="68738" y="2752884"/>
                  </a:lnTo>
                  <a:lnTo>
                    <a:pt x="68925" y="2752823"/>
                  </a:lnTo>
                  <a:lnTo>
                    <a:pt x="69111" y="2752712"/>
                  </a:lnTo>
                  <a:lnTo>
                    <a:pt x="69298" y="2752715"/>
                  </a:lnTo>
                  <a:lnTo>
                    <a:pt x="69485" y="2752710"/>
                  </a:lnTo>
                  <a:lnTo>
                    <a:pt x="69672" y="2753237"/>
                  </a:lnTo>
                  <a:lnTo>
                    <a:pt x="69859" y="2753980"/>
                  </a:lnTo>
                  <a:lnTo>
                    <a:pt x="70046" y="2754662"/>
                  </a:lnTo>
                  <a:lnTo>
                    <a:pt x="70233" y="2755562"/>
                  </a:lnTo>
                  <a:lnTo>
                    <a:pt x="70420" y="2756498"/>
                  </a:lnTo>
                  <a:lnTo>
                    <a:pt x="70607" y="2757455"/>
                  </a:lnTo>
                  <a:lnTo>
                    <a:pt x="70794" y="2758443"/>
                  </a:lnTo>
                  <a:lnTo>
                    <a:pt x="70981" y="2759416"/>
                  </a:lnTo>
                  <a:lnTo>
                    <a:pt x="71168" y="2760267"/>
                  </a:lnTo>
                  <a:lnTo>
                    <a:pt x="71355" y="2761007"/>
                  </a:lnTo>
                  <a:lnTo>
                    <a:pt x="71541" y="2761734"/>
                  </a:lnTo>
                  <a:lnTo>
                    <a:pt x="71728" y="2762511"/>
                  </a:lnTo>
                  <a:lnTo>
                    <a:pt x="71915" y="2763218"/>
                  </a:lnTo>
                  <a:lnTo>
                    <a:pt x="72102" y="2763849"/>
                  </a:lnTo>
                  <a:lnTo>
                    <a:pt x="72289" y="2764636"/>
                  </a:lnTo>
                  <a:lnTo>
                    <a:pt x="72476" y="2765235"/>
                  </a:lnTo>
                  <a:lnTo>
                    <a:pt x="72663" y="2765685"/>
                  </a:lnTo>
                  <a:lnTo>
                    <a:pt x="72850" y="2766134"/>
                  </a:lnTo>
                  <a:lnTo>
                    <a:pt x="73037" y="2766743"/>
                  </a:lnTo>
                  <a:lnTo>
                    <a:pt x="73224" y="2767230"/>
                  </a:lnTo>
                  <a:lnTo>
                    <a:pt x="73411" y="2767701"/>
                  </a:lnTo>
                  <a:lnTo>
                    <a:pt x="73598" y="2768101"/>
                  </a:lnTo>
                  <a:lnTo>
                    <a:pt x="73784" y="2768634"/>
                  </a:lnTo>
                  <a:lnTo>
                    <a:pt x="73971" y="2769245"/>
                  </a:lnTo>
                  <a:lnTo>
                    <a:pt x="74158" y="2769966"/>
                  </a:lnTo>
                  <a:lnTo>
                    <a:pt x="74345" y="2770541"/>
                  </a:lnTo>
                  <a:lnTo>
                    <a:pt x="74532" y="2770890"/>
                  </a:lnTo>
                  <a:lnTo>
                    <a:pt x="74719" y="2771267"/>
                  </a:lnTo>
                  <a:lnTo>
                    <a:pt x="74906" y="2771407"/>
                  </a:lnTo>
                  <a:lnTo>
                    <a:pt x="75093" y="2771415"/>
                  </a:lnTo>
                  <a:lnTo>
                    <a:pt x="75280" y="2771426"/>
                  </a:lnTo>
                  <a:lnTo>
                    <a:pt x="75467" y="2771513"/>
                  </a:lnTo>
                  <a:lnTo>
                    <a:pt x="75654" y="2771543"/>
                  </a:lnTo>
                  <a:lnTo>
                    <a:pt x="75841" y="2771417"/>
                  </a:lnTo>
                  <a:lnTo>
                    <a:pt x="76028" y="2771232"/>
                  </a:lnTo>
                  <a:lnTo>
                    <a:pt x="76214" y="2770789"/>
                  </a:lnTo>
                  <a:lnTo>
                    <a:pt x="76401" y="2770349"/>
                  </a:lnTo>
                  <a:lnTo>
                    <a:pt x="76588" y="2769773"/>
                  </a:lnTo>
                  <a:lnTo>
                    <a:pt x="76775" y="2769151"/>
                  </a:lnTo>
                  <a:lnTo>
                    <a:pt x="76962" y="2768565"/>
                  </a:lnTo>
                  <a:lnTo>
                    <a:pt x="77149" y="2768019"/>
                  </a:lnTo>
                  <a:lnTo>
                    <a:pt x="77336" y="2767737"/>
                  </a:lnTo>
                  <a:lnTo>
                    <a:pt x="77523" y="2767539"/>
                  </a:lnTo>
                  <a:lnTo>
                    <a:pt x="77710" y="2767468"/>
                  </a:lnTo>
                  <a:lnTo>
                    <a:pt x="77897" y="2767381"/>
                  </a:lnTo>
                  <a:lnTo>
                    <a:pt x="78084" y="2767240"/>
                  </a:lnTo>
                  <a:lnTo>
                    <a:pt x="78271" y="2767167"/>
                  </a:lnTo>
                  <a:lnTo>
                    <a:pt x="78457" y="2767023"/>
                  </a:lnTo>
                  <a:lnTo>
                    <a:pt x="78644" y="2766950"/>
                  </a:lnTo>
                  <a:lnTo>
                    <a:pt x="78831" y="2766828"/>
                  </a:lnTo>
                  <a:lnTo>
                    <a:pt x="79018" y="2766669"/>
                  </a:lnTo>
                  <a:lnTo>
                    <a:pt x="79205" y="2766536"/>
                  </a:lnTo>
                  <a:lnTo>
                    <a:pt x="79392" y="2766377"/>
                  </a:lnTo>
                  <a:lnTo>
                    <a:pt x="79579" y="2766407"/>
                  </a:lnTo>
                  <a:lnTo>
                    <a:pt x="79766" y="2766401"/>
                  </a:lnTo>
                  <a:lnTo>
                    <a:pt x="79953" y="2766413"/>
                  </a:lnTo>
                  <a:lnTo>
                    <a:pt x="80140" y="2766277"/>
                  </a:lnTo>
                  <a:lnTo>
                    <a:pt x="80327" y="2766093"/>
                  </a:lnTo>
                  <a:lnTo>
                    <a:pt x="80514" y="2765991"/>
                  </a:lnTo>
                  <a:lnTo>
                    <a:pt x="80701" y="2765890"/>
                  </a:lnTo>
                  <a:lnTo>
                    <a:pt x="80887" y="2765789"/>
                  </a:lnTo>
                  <a:lnTo>
                    <a:pt x="81074" y="2765759"/>
                  </a:lnTo>
                  <a:lnTo>
                    <a:pt x="81261" y="2765739"/>
                  </a:lnTo>
                  <a:lnTo>
                    <a:pt x="81448" y="2765559"/>
                  </a:lnTo>
                  <a:lnTo>
                    <a:pt x="81635" y="2765487"/>
                  </a:lnTo>
                  <a:lnTo>
                    <a:pt x="81822" y="2765451"/>
                  </a:lnTo>
                  <a:lnTo>
                    <a:pt x="82009" y="2765248"/>
                  </a:lnTo>
                  <a:lnTo>
                    <a:pt x="82196" y="2765036"/>
                  </a:lnTo>
                  <a:lnTo>
                    <a:pt x="82383" y="2764659"/>
                  </a:lnTo>
                  <a:lnTo>
                    <a:pt x="82570" y="2764362"/>
                  </a:lnTo>
                  <a:lnTo>
                    <a:pt x="82757" y="2764265"/>
                  </a:lnTo>
                  <a:lnTo>
                    <a:pt x="82944" y="2764089"/>
                  </a:lnTo>
                  <a:lnTo>
                    <a:pt x="83131" y="2763957"/>
                  </a:lnTo>
                  <a:lnTo>
                    <a:pt x="83317" y="2763957"/>
                  </a:lnTo>
                  <a:lnTo>
                    <a:pt x="83504" y="2763957"/>
                  </a:lnTo>
                  <a:lnTo>
                    <a:pt x="83691" y="2763957"/>
                  </a:lnTo>
                  <a:lnTo>
                    <a:pt x="83878" y="2763957"/>
                  </a:lnTo>
                  <a:lnTo>
                    <a:pt x="84065" y="2763957"/>
                  </a:lnTo>
                  <a:lnTo>
                    <a:pt x="84252" y="2763957"/>
                  </a:lnTo>
                  <a:lnTo>
                    <a:pt x="84439" y="2763957"/>
                  </a:lnTo>
                  <a:lnTo>
                    <a:pt x="84626" y="2763957"/>
                  </a:lnTo>
                  <a:lnTo>
                    <a:pt x="84813" y="2763957"/>
                  </a:lnTo>
                  <a:lnTo>
                    <a:pt x="85000" y="2763957"/>
                  </a:lnTo>
                  <a:lnTo>
                    <a:pt x="85187" y="2763957"/>
                  </a:lnTo>
                  <a:lnTo>
                    <a:pt x="85374" y="2763957"/>
                  </a:lnTo>
                  <a:lnTo>
                    <a:pt x="85560" y="2763957"/>
                  </a:lnTo>
                  <a:lnTo>
                    <a:pt x="85747" y="2763957"/>
                  </a:lnTo>
                  <a:lnTo>
                    <a:pt x="85934" y="2764080"/>
                  </a:lnTo>
                  <a:lnTo>
                    <a:pt x="86121" y="2764395"/>
                  </a:lnTo>
                  <a:lnTo>
                    <a:pt x="86308" y="2764848"/>
                  </a:lnTo>
                  <a:lnTo>
                    <a:pt x="86495" y="2765442"/>
                  </a:lnTo>
                  <a:lnTo>
                    <a:pt x="86682" y="2766159"/>
                  </a:lnTo>
                  <a:lnTo>
                    <a:pt x="86869" y="2766876"/>
                  </a:lnTo>
                  <a:lnTo>
                    <a:pt x="87056" y="2767690"/>
                  </a:lnTo>
                  <a:lnTo>
                    <a:pt x="87243" y="2768583"/>
                  </a:lnTo>
                  <a:lnTo>
                    <a:pt x="87430" y="2769332"/>
                  </a:lnTo>
                  <a:lnTo>
                    <a:pt x="87617" y="2770081"/>
                  </a:lnTo>
                  <a:lnTo>
                    <a:pt x="87804" y="2770830"/>
                  </a:lnTo>
                  <a:lnTo>
                    <a:pt x="87990" y="2771578"/>
                  </a:lnTo>
                  <a:lnTo>
                    <a:pt x="88177" y="2772327"/>
                  </a:lnTo>
                  <a:lnTo>
                    <a:pt x="88364" y="2773076"/>
                  </a:lnTo>
                  <a:lnTo>
                    <a:pt x="88551" y="2773810"/>
                  </a:lnTo>
                  <a:lnTo>
                    <a:pt x="88738" y="2774292"/>
                  </a:lnTo>
                  <a:lnTo>
                    <a:pt x="88925" y="2774464"/>
                  </a:lnTo>
                  <a:lnTo>
                    <a:pt x="89112" y="2774457"/>
                  </a:lnTo>
                  <a:lnTo>
                    <a:pt x="89299" y="2774426"/>
                  </a:lnTo>
                  <a:lnTo>
                    <a:pt x="89486" y="2774428"/>
                  </a:lnTo>
                  <a:lnTo>
                    <a:pt x="89673" y="2774577"/>
                  </a:lnTo>
                  <a:lnTo>
                    <a:pt x="89860" y="2774488"/>
                  </a:lnTo>
                  <a:lnTo>
                    <a:pt x="90047" y="2774520"/>
                  </a:lnTo>
                  <a:lnTo>
                    <a:pt x="90234" y="2774586"/>
                  </a:lnTo>
                  <a:lnTo>
                    <a:pt x="90420" y="2774482"/>
                  </a:lnTo>
                  <a:lnTo>
                    <a:pt x="90607" y="2774210"/>
                  </a:lnTo>
                  <a:lnTo>
                    <a:pt x="90794" y="2773921"/>
                  </a:lnTo>
                  <a:lnTo>
                    <a:pt x="90981" y="2773632"/>
                  </a:lnTo>
                  <a:lnTo>
                    <a:pt x="91168" y="2773342"/>
                  </a:lnTo>
                  <a:lnTo>
                    <a:pt x="91355" y="2773071"/>
                  </a:lnTo>
                  <a:lnTo>
                    <a:pt x="91542" y="2772922"/>
                  </a:lnTo>
                  <a:lnTo>
                    <a:pt x="91729" y="2772590"/>
                  </a:lnTo>
                  <a:lnTo>
                    <a:pt x="91916" y="2772312"/>
                  </a:lnTo>
                  <a:lnTo>
                    <a:pt x="92103" y="2771960"/>
                  </a:lnTo>
                  <a:lnTo>
                    <a:pt x="92290" y="2771358"/>
                  </a:lnTo>
                  <a:lnTo>
                    <a:pt x="92477" y="2770503"/>
                  </a:lnTo>
                  <a:lnTo>
                    <a:pt x="92663" y="2769611"/>
                  </a:lnTo>
                  <a:lnTo>
                    <a:pt x="92850" y="2768713"/>
                  </a:lnTo>
                  <a:lnTo>
                    <a:pt x="93037" y="2767841"/>
                  </a:lnTo>
                  <a:lnTo>
                    <a:pt x="93224" y="2767453"/>
                  </a:lnTo>
                  <a:lnTo>
                    <a:pt x="93411" y="2767224"/>
                  </a:lnTo>
                  <a:lnTo>
                    <a:pt x="93598" y="2767084"/>
                  </a:lnTo>
                  <a:lnTo>
                    <a:pt x="93785" y="2766856"/>
                  </a:lnTo>
                  <a:lnTo>
                    <a:pt x="93972" y="2766540"/>
                  </a:lnTo>
                  <a:lnTo>
                    <a:pt x="94159" y="2765969"/>
                  </a:lnTo>
                  <a:lnTo>
                    <a:pt x="94346" y="2765220"/>
                  </a:lnTo>
                  <a:lnTo>
                    <a:pt x="94533" y="2764593"/>
                  </a:lnTo>
                  <a:lnTo>
                    <a:pt x="94720" y="2764066"/>
                  </a:lnTo>
                  <a:lnTo>
                    <a:pt x="94907" y="2763538"/>
                  </a:lnTo>
                  <a:lnTo>
                    <a:pt x="95093" y="2763028"/>
                  </a:lnTo>
                  <a:lnTo>
                    <a:pt x="95280" y="2762453"/>
                  </a:lnTo>
                  <a:lnTo>
                    <a:pt x="95467" y="2761748"/>
                  </a:lnTo>
                  <a:lnTo>
                    <a:pt x="95654" y="2760781"/>
                  </a:lnTo>
                  <a:lnTo>
                    <a:pt x="95841" y="2759618"/>
                  </a:lnTo>
                  <a:lnTo>
                    <a:pt x="96028" y="2758260"/>
                  </a:lnTo>
                  <a:lnTo>
                    <a:pt x="96215" y="2756568"/>
                  </a:lnTo>
                  <a:lnTo>
                    <a:pt x="96402" y="2754795"/>
                  </a:lnTo>
                  <a:lnTo>
                    <a:pt x="96589" y="2753110"/>
                  </a:lnTo>
                  <a:lnTo>
                    <a:pt x="96776" y="2751496"/>
                  </a:lnTo>
                  <a:lnTo>
                    <a:pt x="96963" y="2749978"/>
                  </a:lnTo>
                  <a:lnTo>
                    <a:pt x="97150" y="2748733"/>
                  </a:lnTo>
                  <a:lnTo>
                    <a:pt x="97336" y="2747541"/>
                  </a:lnTo>
                  <a:lnTo>
                    <a:pt x="97523" y="2746472"/>
                  </a:lnTo>
                  <a:lnTo>
                    <a:pt x="97710" y="2745403"/>
                  </a:lnTo>
                  <a:lnTo>
                    <a:pt x="97897" y="2744334"/>
                  </a:lnTo>
                  <a:lnTo>
                    <a:pt x="98084" y="2743107"/>
                  </a:lnTo>
                  <a:lnTo>
                    <a:pt x="98271" y="2741994"/>
                  </a:lnTo>
                  <a:lnTo>
                    <a:pt x="98458" y="2740911"/>
                  </a:lnTo>
                  <a:lnTo>
                    <a:pt x="98645" y="2740031"/>
                  </a:lnTo>
                  <a:lnTo>
                    <a:pt x="98832" y="2739152"/>
                  </a:lnTo>
                  <a:lnTo>
                    <a:pt x="99019" y="2738615"/>
                  </a:lnTo>
                  <a:lnTo>
                    <a:pt x="99206" y="2738088"/>
                  </a:lnTo>
                  <a:lnTo>
                    <a:pt x="99393" y="2737560"/>
                  </a:lnTo>
                  <a:lnTo>
                    <a:pt x="99580" y="2737050"/>
                  </a:lnTo>
                  <a:lnTo>
                    <a:pt x="99766" y="2736715"/>
                  </a:lnTo>
                  <a:lnTo>
                    <a:pt x="99953" y="2736364"/>
                  </a:lnTo>
                  <a:lnTo>
                    <a:pt x="100140" y="2736012"/>
                  </a:lnTo>
                  <a:lnTo>
                    <a:pt x="100327" y="2735660"/>
                  </a:lnTo>
                  <a:lnTo>
                    <a:pt x="100514" y="2735308"/>
                  </a:lnTo>
                  <a:lnTo>
                    <a:pt x="100701" y="2734956"/>
                  </a:lnTo>
                  <a:lnTo>
                    <a:pt x="100888" y="2734728"/>
                  </a:lnTo>
                  <a:lnTo>
                    <a:pt x="101075" y="2734464"/>
                  </a:lnTo>
                  <a:lnTo>
                    <a:pt x="101262" y="2734261"/>
                  </a:lnTo>
                  <a:lnTo>
                    <a:pt x="101449" y="2734085"/>
                  </a:lnTo>
                  <a:lnTo>
                    <a:pt x="101636" y="2733962"/>
                  </a:lnTo>
                  <a:lnTo>
                    <a:pt x="101823" y="2733962"/>
                  </a:lnTo>
                  <a:lnTo>
                    <a:pt x="102010" y="2733962"/>
                  </a:lnTo>
                  <a:lnTo>
                    <a:pt x="102196" y="2733962"/>
                  </a:lnTo>
                  <a:lnTo>
                    <a:pt x="102383" y="2733962"/>
                  </a:lnTo>
                  <a:lnTo>
                    <a:pt x="102570" y="2733857"/>
                  </a:lnTo>
                  <a:lnTo>
                    <a:pt x="102757" y="2733681"/>
                  </a:lnTo>
                  <a:lnTo>
                    <a:pt x="102944" y="2733654"/>
                  </a:lnTo>
                  <a:lnTo>
                    <a:pt x="103131" y="2733602"/>
                  </a:lnTo>
                  <a:lnTo>
                    <a:pt x="103318" y="2733259"/>
                  </a:lnTo>
                  <a:lnTo>
                    <a:pt x="103505" y="2732731"/>
                  </a:lnTo>
                  <a:lnTo>
                    <a:pt x="103692" y="2732247"/>
                  </a:lnTo>
                  <a:lnTo>
                    <a:pt x="103879" y="2731807"/>
                  </a:lnTo>
                  <a:lnTo>
                    <a:pt x="104066" y="2731420"/>
                  </a:lnTo>
                  <a:lnTo>
                    <a:pt x="104253" y="2731614"/>
                  </a:lnTo>
                  <a:lnTo>
                    <a:pt x="104439" y="2731913"/>
                  </a:lnTo>
                  <a:lnTo>
                    <a:pt x="104626" y="2732150"/>
                  </a:lnTo>
                  <a:lnTo>
                    <a:pt x="104813" y="2732634"/>
                  </a:lnTo>
                  <a:lnTo>
                    <a:pt x="105000" y="2733162"/>
                  </a:lnTo>
                  <a:lnTo>
                    <a:pt x="105187" y="2733690"/>
                  </a:lnTo>
                  <a:lnTo>
                    <a:pt x="105374" y="2734305"/>
                  </a:lnTo>
                  <a:lnTo>
                    <a:pt x="105561" y="2735009"/>
                  </a:lnTo>
                  <a:lnTo>
                    <a:pt x="105748" y="2735563"/>
                  </a:lnTo>
                  <a:lnTo>
                    <a:pt x="105935" y="2736144"/>
                  </a:lnTo>
                  <a:lnTo>
                    <a:pt x="106122" y="2737014"/>
                  </a:lnTo>
                  <a:lnTo>
                    <a:pt x="106309" y="2738070"/>
                  </a:lnTo>
                  <a:lnTo>
                    <a:pt x="106496" y="2739125"/>
                  </a:lnTo>
                  <a:lnTo>
                    <a:pt x="106683" y="2740181"/>
                  </a:lnTo>
                  <a:lnTo>
                    <a:pt x="106869" y="2741236"/>
                  </a:lnTo>
                  <a:lnTo>
                    <a:pt x="107056" y="2741641"/>
                  </a:lnTo>
                  <a:lnTo>
                    <a:pt x="107243" y="2741817"/>
                  </a:lnTo>
                  <a:lnTo>
                    <a:pt x="107430" y="2741931"/>
                  </a:lnTo>
                  <a:lnTo>
                    <a:pt x="107617" y="2741799"/>
                  </a:lnTo>
                  <a:lnTo>
                    <a:pt x="107804" y="2741623"/>
                  </a:lnTo>
                  <a:lnTo>
                    <a:pt x="107991" y="2741448"/>
                  </a:lnTo>
                  <a:lnTo>
                    <a:pt x="108178" y="2741272"/>
                  </a:lnTo>
                  <a:lnTo>
                    <a:pt x="108365" y="2741034"/>
                  </a:lnTo>
                  <a:lnTo>
                    <a:pt x="108552" y="2740788"/>
                  </a:lnTo>
                  <a:lnTo>
                    <a:pt x="108739" y="2740612"/>
                  </a:lnTo>
                  <a:lnTo>
                    <a:pt x="108926" y="2740436"/>
                  </a:lnTo>
                  <a:lnTo>
                    <a:pt x="109112" y="2740260"/>
                  </a:lnTo>
                  <a:lnTo>
                    <a:pt x="109299" y="2740084"/>
                  </a:lnTo>
                  <a:lnTo>
                    <a:pt x="109486" y="2739908"/>
                  </a:lnTo>
                  <a:lnTo>
                    <a:pt x="109673" y="2739732"/>
                  </a:lnTo>
                  <a:lnTo>
                    <a:pt x="109860" y="2739803"/>
                  </a:lnTo>
                  <a:lnTo>
                    <a:pt x="110047" y="2739979"/>
                  </a:lnTo>
                  <a:lnTo>
                    <a:pt x="110234" y="2740155"/>
                  </a:lnTo>
                  <a:lnTo>
                    <a:pt x="110421" y="2740139"/>
                  </a:lnTo>
                  <a:lnTo>
                    <a:pt x="110608" y="2740110"/>
                  </a:lnTo>
                  <a:lnTo>
                    <a:pt x="110795" y="2740033"/>
                  </a:lnTo>
                  <a:lnTo>
                    <a:pt x="110982" y="2739956"/>
                  </a:lnTo>
                  <a:lnTo>
                    <a:pt x="111169" y="2739941"/>
                  </a:lnTo>
                  <a:lnTo>
                    <a:pt x="111356" y="2739954"/>
                  </a:lnTo>
                  <a:lnTo>
                    <a:pt x="111542" y="2739908"/>
                  </a:lnTo>
                  <a:lnTo>
                    <a:pt x="111729" y="2739921"/>
                  </a:lnTo>
                  <a:lnTo>
                    <a:pt x="111916" y="2740020"/>
                  </a:lnTo>
                  <a:lnTo>
                    <a:pt x="112103" y="2740163"/>
                  </a:lnTo>
                  <a:lnTo>
                    <a:pt x="112290" y="2740406"/>
                  </a:lnTo>
                  <a:lnTo>
                    <a:pt x="112477" y="2740650"/>
                  </a:lnTo>
                  <a:lnTo>
                    <a:pt x="112664" y="2740778"/>
                  </a:lnTo>
                  <a:lnTo>
                    <a:pt x="112851" y="2740877"/>
                  </a:lnTo>
                  <a:lnTo>
                    <a:pt x="113038" y="2740976"/>
                  </a:lnTo>
                  <a:lnTo>
                    <a:pt x="113225" y="2741123"/>
                  </a:lnTo>
                  <a:lnTo>
                    <a:pt x="113412" y="2741283"/>
                  </a:lnTo>
                  <a:lnTo>
                    <a:pt x="113599" y="2741635"/>
                  </a:lnTo>
                  <a:lnTo>
                    <a:pt x="113786" y="2741811"/>
                  </a:lnTo>
                  <a:lnTo>
                    <a:pt x="113972" y="2741987"/>
                  </a:lnTo>
                  <a:lnTo>
                    <a:pt x="114159" y="2742163"/>
                  </a:lnTo>
                  <a:lnTo>
                    <a:pt x="114346" y="2742233"/>
                  </a:lnTo>
                  <a:lnTo>
                    <a:pt x="114533" y="2742101"/>
                  </a:lnTo>
                  <a:lnTo>
                    <a:pt x="114720" y="2741749"/>
                  </a:lnTo>
                  <a:lnTo>
                    <a:pt x="114907" y="2741345"/>
                  </a:lnTo>
                  <a:lnTo>
                    <a:pt x="115094" y="2740747"/>
                  </a:lnTo>
                  <a:lnTo>
                    <a:pt x="115281" y="2740043"/>
                  </a:lnTo>
                  <a:lnTo>
                    <a:pt x="115468" y="2739339"/>
                  </a:lnTo>
                  <a:lnTo>
                    <a:pt x="115655" y="2738596"/>
                  </a:lnTo>
                  <a:lnTo>
                    <a:pt x="115842" y="2737858"/>
                  </a:lnTo>
                  <a:lnTo>
                    <a:pt x="116029" y="2737109"/>
                  </a:lnTo>
                  <a:lnTo>
                    <a:pt x="116215" y="2736469"/>
                  </a:lnTo>
                  <a:lnTo>
                    <a:pt x="116402" y="2735864"/>
                  </a:lnTo>
                  <a:lnTo>
                    <a:pt x="116589" y="2735435"/>
                  </a:lnTo>
                  <a:lnTo>
                    <a:pt x="116776" y="2735007"/>
                  </a:lnTo>
                  <a:lnTo>
                    <a:pt x="116963" y="2734461"/>
                  </a:lnTo>
                  <a:lnTo>
                    <a:pt x="117150" y="2734053"/>
                  </a:lnTo>
                  <a:lnTo>
                    <a:pt x="117337" y="2733738"/>
                  </a:lnTo>
                  <a:lnTo>
                    <a:pt x="117524" y="2733379"/>
                  </a:lnTo>
                  <a:lnTo>
                    <a:pt x="117711" y="2732709"/>
                  </a:lnTo>
                  <a:lnTo>
                    <a:pt x="117898" y="2731869"/>
                  </a:lnTo>
                  <a:lnTo>
                    <a:pt x="118085" y="2731091"/>
                  </a:lnTo>
                  <a:lnTo>
                    <a:pt x="118272" y="2730312"/>
                  </a:lnTo>
                  <a:lnTo>
                    <a:pt x="118459" y="2729463"/>
                  </a:lnTo>
                  <a:lnTo>
                    <a:pt x="118645" y="2728506"/>
                  </a:lnTo>
                  <a:lnTo>
                    <a:pt x="118832" y="2727578"/>
                  </a:lnTo>
                  <a:lnTo>
                    <a:pt x="119019" y="2726419"/>
                  </a:lnTo>
                  <a:lnTo>
                    <a:pt x="119206" y="2725021"/>
                  </a:lnTo>
                  <a:lnTo>
                    <a:pt x="119393" y="2723474"/>
                  </a:lnTo>
                  <a:lnTo>
                    <a:pt x="119580" y="2721927"/>
                  </a:lnTo>
                  <a:lnTo>
                    <a:pt x="119767" y="2720439"/>
                  </a:lnTo>
                  <a:lnTo>
                    <a:pt x="119954" y="2718774"/>
                  </a:lnTo>
                  <a:lnTo>
                    <a:pt x="120141" y="2717059"/>
                  </a:lnTo>
                  <a:lnTo>
                    <a:pt x="120328" y="2715634"/>
                  </a:lnTo>
                  <a:lnTo>
                    <a:pt x="120515" y="2714438"/>
                  </a:lnTo>
                  <a:lnTo>
                    <a:pt x="120702" y="2713339"/>
                  </a:lnTo>
                  <a:lnTo>
                    <a:pt x="120889" y="2712134"/>
                  </a:lnTo>
                  <a:lnTo>
                    <a:pt x="121075" y="2710902"/>
                  </a:lnTo>
                  <a:lnTo>
                    <a:pt x="121262" y="2709671"/>
                  </a:lnTo>
                  <a:lnTo>
                    <a:pt x="121449" y="2708536"/>
                  </a:lnTo>
                  <a:lnTo>
                    <a:pt x="121636" y="2707534"/>
                  </a:lnTo>
                  <a:lnTo>
                    <a:pt x="121823" y="2706654"/>
                  </a:lnTo>
                  <a:lnTo>
                    <a:pt x="122010" y="2705977"/>
                  </a:lnTo>
                  <a:lnTo>
                    <a:pt x="122197" y="2705449"/>
                  </a:lnTo>
                  <a:lnTo>
                    <a:pt x="122384" y="2704745"/>
                  </a:lnTo>
                  <a:lnTo>
                    <a:pt x="122571" y="2704042"/>
                  </a:lnTo>
                  <a:lnTo>
                    <a:pt x="122758" y="2703435"/>
                  </a:lnTo>
                  <a:lnTo>
                    <a:pt x="122945" y="2702766"/>
                  </a:lnTo>
                  <a:lnTo>
                    <a:pt x="123132" y="2702063"/>
                  </a:lnTo>
                  <a:lnTo>
                    <a:pt x="123318" y="2701429"/>
                  </a:lnTo>
                  <a:lnTo>
                    <a:pt x="123505" y="2700763"/>
                  </a:lnTo>
                  <a:lnTo>
                    <a:pt x="123692" y="2700230"/>
                  </a:lnTo>
                  <a:lnTo>
                    <a:pt x="123879" y="2699698"/>
                  </a:lnTo>
                  <a:lnTo>
                    <a:pt x="124066" y="2699157"/>
                  </a:lnTo>
                  <a:lnTo>
                    <a:pt x="124253" y="2698616"/>
                  </a:lnTo>
                  <a:lnTo>
                    <a:pt x="124440" y="2698074"/>
                  </a:lnTo>
                  <a:lnTo>
                    <a:pt x="124627" y="2697533"/>
                  </a:lnTo>
                  <a:lnTo>
                    <a:pt x="124814" y="2697136"/>
                  </a:lnTo>
                  <a:lnTo>
                    <a:pt x="125001" y="2696651"/>
                  </a:lnTo>
                  <a:lnTo>
                    <a:pt x="125188" y="2696078"/>
                  </a:lnTo>
                  <a:lnTo>
                    <a:pt x="125375" y="2695329"/>
                  </a:lnTo>
                  <a:lnTo>
                    <a:pt x="125562" y="2694405"/>
                  </a:lnTo>
                  <a:lnTo>
                    <a:pt x="125748" y="2693621"/>
                  </a:lnTo>
                  <a:lnTo>
                    <a:pt x="125935" y="2692719"/>
                  </a:lnTo>
                  <a:lnTo>
                    <a:pt x="126122" y="2691895"/>
                  </a:lnTo>
                  <a:lnTo>
                    <a:pt x="126309" y="2690995"/>
                  </a:lnTo>
                  <a:lnTo>
                    <a:pt x="126496" y="2690236"/>
                  </a:lnTo>
                  <a:lnTo>
                    <a:pt x="126683" y="2689508"/>
                  </a:lnTo>
                  <a:lnTo>
                    <a:pt x="126870" y="2688980"/>
                  </a:lnTo>
                  <a:lnTo>
                    <a:pt x="127057" y="2688453"/>
                  </a:lnTo>
                  <a:lnTo>
                    <a:pt x="127244" y="2687855"/>
                  </a:lnTo>
                  <a:lnTo>
                    <a:pt x="127431" y="2687151"/>
                  </a:lnTo>
                  <a:lnTo>
                    <a:pt x="127618" y="2686271"/>
                  </a:lnTo>
                  <a:lnTo>
                    <a:pt x="127805" y="2685647"/>
                  </a:lnTo>
                  <a:lnTo>
                    <a:pt x="127991" y="2685453"/>
                  </a:lnTo>
                  <a:lnTo>
                    <a:pt x="128178" y="2685392"/>
                  </a:lnTo>
                  <a:lnTo>
                    <a:pt x="128365" y="2685339"/>
                  </a:lnTo>
                  <a:lnTo>
                    <a:pt x="128552" y="2685163"/>
                  </a:lnTo>
                  <a:lnTo>
                    <a:pt x="128739" y="2685137"/>
                  </a:lnTo>
                  <a:lnTo>
                    <a:pt x="128926" y="2685040"/>
                  </a:lnTo>
                  <a:lnTo>
                    <a:pt x="129113" y="2685163"/>
                  </a:lnTo>
                  <a:lnTo>
                    <a:pt x="129300" y="2685163"/>
                  </a:lnTo>
                  <a:lnTo>
                    <a:pt x="129487" y="2685163"/>
                  </a:lnTo>
                  <a:lnTo>
                    <a:pt x="129674" y="2685031"/>
                  </a:lnTo>
                  <a:lnTo>
                    <a:pt x="129861" y="2685109"/>
                  </a:lnTo>
                  <a:lnTo>
                    <a:pt x="130048" y="2684810"/>
                  </a:lnTo>
                  <a:lnTo>
                    <a:pt x="130235" y="2684193"/>
                  </a:lnTo>
                  <a:lnTo>
                    <a:pt x="130421" y="2683564"/>
                  </a:lnTo>
                  <a:lnTo>
                    <a:pt x="130608" y="2682811"/>
                  </a:lnTo>
                  <a:lnTo>
                    <a:pt x="130795" y="2682024"/>
                  </a:lnTo>
                  <a:lnTo>
                    <a:pt x="130982" y="2681250"/>
                  </a:lnTo>
                  <a:lnTo>
                    <a:pt x="131169" y="2680376"/>
                  </a:lnTo>
                  <a:lnTo>
                    <a:pt x="131356" y="2679451"/>
                  </a:lnTo>
                  <a:lnTo>
                    <a:pt x="131543" y="2678681"/>
                  </a:lnTo>
                  <a:lnTo>
                    <a:pt x="131730" y="2677658"/>
                  </a:lnTo>
                  <a:lnTo>
                    <a:pt x="131917" y="2676207"/>
                  </a:lnTo>
                  <a:lnTo>
                    <a:pt x="132104" y="2674723"/>
                  </a:lnTo>
                  <a:lnTo>
                    <a:pt x="132291" y="2673239"/>
                  </a:lnTo>
                  <a:lnTo>
                    <a:pt x="132478" y="2671705"/>
                  </a:lnTo>
                  <a:lnTo>
                    <a:pt x="132665" y="2669580"/>
                  </a:lnTo>
                  <a:lnTo>
                    <a:pt x="132851" y="2668128"/>
                  </a:lnTo>
                  <a:lnTo>
                    <a:pt x="133038" y="2666686"/>
                  </a:lnTo>
                  <a:lnTo>
                    <a:pt x="133225" y="2665279"/>
                  </a:lnTo>
                  <a:lnTo>
                    <a:pt x="133412" y="2663827"/>
                  </a:lnTo>
                  <a:lnTo>
                    <a:pt x="133599" y="2662587"/>
                  </a:lnTo>
                  <a:lnTo>
                    <a:pt x="133786" y="2661373"/>
                  </a:lnTo>
                  <a:lnTo>
                    <a:pt x="133973" y="2660502"/>
                  </a:lnTo>
                  <a:lnTo>
                    <a:pt x="134160" y="2659720"/>
                  </a:lnTo>
                  <a:lnTo>
                    <a:pt x="134347" y="2658796"/>
                  </a:lnTo>
                  <a:lnTo>
                    <a:pt x="134534" y="2658066"/>
                  </a:lnTo>
                  <a:lnTo>
                    <a:pt x="134721" y="2657617"/>
                  </a:lnTo>
                  <a:lnTo>
                    <a:pt x="134908" y="2657011"/>
                  </a:lnTo>
                  <a:lnTo>
                    <a:pt x="135094" y="2656307"/>
                  </a:lnTo>
                  <a:lnTo>
                    <a:pt x="135281" y="2655718"/>
                  </a:lnTo>
                  <a:lnTo>
                    <a:pt x="135468" y="2655357"/>
                  </a:lnTo>
                  <a:lnTo>
                    <a:pt x="135655" y="2654908"/>
                  </a:lnTo>
                  <a:lnTo>
                    <a:pt x="135842" y="2654513"/>
                  </a:lnTo>
                  <a:lnTo>
                    <a:pt x="136029" y="2654161"/>
                  </a:lnTo>
                  <a:lnTo>
                    <a:pt x="136216" y="2653809"/>
                  </a:lnTo>
                  <a:lnTo>
                    <a:pt x="136403" y="2653114"/>
                  </a:lnTo>
                  <a:lnTo>
                    <a:pt x="136590" y="2652340"/>
                  </a:lnTo>
                  <a:lnTo>
                    <a:pt x="136777" y="2651460"/>
                  </a:lnTo>
                  <a:lnTo>
                    <a:pt x="136964" y="2650510"/>
                  </a:lnTo>
                  <a:lnTo>
                    <a:pt x="137151" y="2649464"/>
                  </a:lnTo>
                  <a:lnTo>
                    <a:pt x="137338" y="2648795"/>
                  </a:lnTo>
                  <a:lnTo>
                    <a:pt x="137524" y="2648267"/>
                  </a:lnTo>
                  <a:lnTo>
                    <a:pt x="137711" y="2647995"/>
                  </a:lnTo>
                  <a:lnTo>
                    <a:pt x="137898" y="2647819"/>
                  </a:lnTo>
                  <a:lnTo>
                    <a:pt x="138085" y="2647564"/>
                  </a:lnTo>
                  <a:lnTo>
                    <a:pt x="138272" y="2647265"/>
                  </a:lnTo>
                  <a:lnTo>
                    <a:pt x="138459" y="2646948"/>
                  </a:lnTo>
                  <a:lnTo>
                    <a:pt x="138646" y="2646799"/>
                  </a:lnTo>
                  <a:lnTo>
                    <a:pt x="138833" y="2646799"/>
                  </a:lnTo>
                  <a:lnTo>
                    <a:pt x="139020" y="2646799"/>
                  </a:lnTo>
                  <a:lnTo>
                    <a:pt x="139207" y="2646799"/>
                  </a:lnTo>
                  <a:lnTo>
                    <a:pt x="139394" y="2646781"/>
                  </a:lnTo>
                  <a:lnTo>
                    <a:pt x="139581" y="2646781"/>
                  </a:lnTo>
                  <a:lnTo>
                    <a:pt x="139768" y="2646992"/>
                  </a:lnTo>
                  <a:lnTo>
                    <a:pt x="139954" y="2647414"/>
                  </a:lnTo>
                  <a:lnTo>
                    <a:pt x="140141" y="2647687"/>
                  </a:lnTo>
                  <a:lnTo>
                    <a:pt x="140328" y="2647924"/>
                  </a:lnTo>
                  <a:lnTo>
                    <a:pt x="140515" y="2648329"/>
                  </a:lnTo>
                  <a:lnTo>
                    <a:pt x="140702" y="2649024"/>
                  </a:lnTo>
                  <a:lnTo>
                    <a:pt x="140889" y="2650062"/>
                  </a:lnTo>
                  <a:lnTo>
                    <a:pt x="141076" y="2651073"/>
                  </a:lnTo>
                  <a:lnTo>
                    <a:pt x="141263" y="2652094"/>
                  </a:lnTo>
                  <a:lnTo>
                    <a:pt x="141450" y="2652674"/>
                  </a:lnTo>
                  <a:lnTo>
                    <a:pt x="141637" y="2652516"/>
                  </a:lnTo>
                  <a:lnTo>
                    <a:pt x="141824" y="2652164"/>
                  </a:lnTo>
                  <a:lnTo>
                    <a:pt x="142011" y="2651812"/>
                  </a:lnTo>
                  <a:lnTo>
                    <a:pt x="142197" y="2651548"/>
                  </a:lnTo>
                  <a:lnTo>
                    <a:pt x="142384" y="2651372"/>
                  </a:lnTo>
                  <a:lnTo>
                    <a:pt x="142571" y="2651196"/>
                  </a:lnTo>
                  <a:lnTo>
                    <a:pt x="142758" y="2650933"/>
                  </a:lnTo>
                  <a:lnTo>
                    <a:pt x="142945" y="2650660"/>
                  </a:lnTo>
                  <a:lnTo>
                    <a:pt x="143132" y="2650422"/>
                  </a:lnTo>
                  <a:lnTo>
                    <a:pt x="143319" y="2650018"/>
                  </a:lnTo>
                  <a:lnTo>
                    <a:pt x="143506" y="2649323"/>
                  </a:lnTo>
                  <a:lnTo>
                    <a:pt x="143693" y="2648443"/>
                  </a:lnTo>
                  <a:lnTo>
                    <a:pt x="143880" y="2647564"/>
                  </a:lnTo>
                  <a:lnTo>
                    <a:pt x="144067" y="2646684"/>
                  </a:lnTo>
                  <a:lnTo>
                    <a:pt x="144254" y="2645963"/>
                  </a:lnTo>
                  <a:lnTo>
                    <a:pt x="144441" y="2645875"/>
                  </a:lnTo>
                  <a:lnTo>
                    <a:pt x="144627" y="2646051"/>
                  </a:lnTo>
                  <a:lnTo>
                    <a:pt x="144814" y="2646227"/>
                  </a:lnTo>
                  <a:lnTo>
                    <a:pt x="145001" y="2646403"/>
                  </a:lnTo>
                  <a:lnTo>
                    <a:pt x="145188" y="2646579"/>
                  </a:lnTo>
                  <a:lnTo>
                    <a:pt x="145375" y="2646755"/>
                  </a:lnTo>
                  <a:lnTo>
                    <a:pt x="145562" y="2646931"/>
                  </a:lnTo>
                  <a:lnTo>
                    <a:pt x="145749" y="2647168"/>
                  </a:lnTo>
                  <a:lnTo>
                    <a:pt x="145936" y="2647520"/>
                  </a:lnTo>
                  <a:lnTo>
                    <a:pt x="146123" y="2647749"/>
                  </a:lnTo>
                  <a:lnTo>
                    <a:pt x="146310" y="2647924"/>
                  </a:lnTo>
                  <a:lnTo>
                    <a:pt x="146497" y="2648021"/>
                  </a:lnTo>
                  <a:lnTo>
                    <a:pt x="146684" y="2648021"/>
                  </a:lnTo>
                  <a:lnTo>
                    <a:pt x="146870" y="2648021"/>
                  </a:lnTo>
                  <a:lnTo>
                    <a:pt x="147057" y="2648021"/>
                  </a:lnTo>
                  <a:lnTo>
                    <a:pt x="147244" y="2648121"/>
                  </a:lnTo>
                  <a:lnTo>
                    <a:pt x="147431" y="2648154"/>
                  </a:lnTo>
                  <a:lnTo>
                    <a:pt x="147618" y="2647827"/>
                  </a:lnTo>
                  <a:lnTo>
                    <a:pt x="147805" y="2647081"/>
                  </a:lnTo>
                  <a:lnTo>
                    <a:pt x="147992" y="2646003"/>
                  </a:lnTo>
                  <a:lnTo>
                    <a:pt x="148179" y="2644860"/>
                  </a:lnTo>
                  <a:lnTo>
                    <a:pt x="148366" y="2643522"/>
                  </a:lnTo>
                  <a:lnTo>
                    <a:pt x="148553" y="2641892"/>
                  </a:lnTo>
                  <a:lnTo>
                    <a:pt x="148740" y="2639931"/>
                  </a:lnTo>
                  <a:lnTo>
                    <a:pt x="148927" y="2638056"/>
                  </a:lnTo>
                  <a:lnTo>
                    <a:pt x="149114" y="2636225"/>
                  </a:lnTo>
                  <a:lnTo>
                    <a:pt x="149300" y="2634459"/>
                  </a:lnTo>
                  <a:lnTo>
                    <a:pt x="149487" y="2632772"/>
                  </a:lnTo>
                  <a:lnTo>
                    <a:pt x="149674" y="2631085"/>
                  </a:lnTo>
                  <a:lnTo>
                    <a:pt x="149861" y="2629391"/>
                  </a:lnTo>
                  <a:lnTo>
                    <a:pt x="150048" y="2627441"/>
                  </a:lnTo>
                  <a:lnTo>
                    <a:pt x="150235" y="2624881"/>
                  </a:lnTo>
                  <a:lnTo>
                    <a:pt x="150422" y="2622735"/>
                  </a:lnTo>
                  <a:lnTo>
                    <a:pt x="150609" y="2621099"/>
                  </a:lnTo>
                  <a:lnTo>
                    <a:pt x="150796" y="2619868"/>
                  </a:lnTo>
                  <a:lnTo>
                    <a:pt x="150983" y="2618715"/>
                  </a:lnTo>
                  <a:lnTo>
                    <a:pt x="151170" y="2617976"/>
                  </a:lnTo>
                  <a:lnTo>
                    <a:pt x="151357" y="2617519"/>
                  </a:lnTo>
                  <a:lnTo>
                    <a:pt x="151544" y="2617317"/>
                  </a:lnTo>
                  <a:lnTo>
                    <a:pt x="151730" y="2616956"/>
                  </a:lnTo>
                  <a:lnTo>
                    <a:pt x="151917" y="2616666"/>
                  </a:lnTo>
                  <a:lnTo>
                    <a:pt x="152104" y="2616420"/>
                  </a:lnTo>
                  <a:lnTo>
                    <a:pt x="152291" y="2616068"/>
                  </a:lnTo>
                  <a:lnTo>
                    <a:pt x="152478" y="2615786"/>
                  </a:lnTo>
                  <a:lnTo>
                    <a:pt x="152665" y="2615619"/>
                  </a:lnTo>
                  <a:lnTo>
                    <a:pt x="152852" y="2615619"/>
                  </a:lnTo>
                  <a:lnTo>
                    <a:pt x="153039" y="2615769"/>
                  </a:lnTo>
                  <a:lnTo>
                    <a:pt x="153226" y="2615945"/>
                  </a:lnTo>
                  <a:lnTo>
                    <a:pt x="153413" y="2616121"/>
                  </a:lnTo>
                  <a:lnTo>
                    <a:pt x="153600" y="2616296"/>
                  </a:lnTo>
                  <a:lnTo>
                    <a:pt x="153787" y="2616411"/>
                  </a:lnTo>
                  <a:lnTo>
                    <a:pt x="153973" y="2616235"/>
                  </a:lnTo>
                  <a:lnTo>
                    <a:pt x="154160" y="2616059"/>
                  </a:lnTo>
                  <a:lnTo>
                    <a:pt x="154347" y="2615892"/>
                  </a:lnTo>
                  <a:lnTo>
                    <a:pt x="154534" y="2615971"/>
                  </a:lnTo>
                  <a:lnTo>
                    <a:pt x="154721" y="2616209"/>
                  </a:lnTo>
                  <a:lnTo>
                    <a:pt x="154908" y="2616613"/>
                  </a:lnTo>
                  <a:lnTo>
                    <a:pt x="155095" y="2617466"/>
                  </a:lnTo>
                  <a:lnTo>
                    <a:pt x="155282" y="2618583"/>
                  </a:lnTo>
                  <a:lnTo>
                    <a:pt x="155469" y="2619639"/>
                  </a:lnTo>
                  <a:lnTo>
                    <a:pt x="155656" y="2620694"/>
                  </a:lnTo>
                  <a:lnTo>
                    <a:pt x="155843" y="2621750"/>
                  </a:lnTo>
                  <a:lnTo>
                    <a:pt x="156030" y="2622902"/>
                  </a:lnTo>
                  <a:lnTo>
                    <a:pt x="156217" y="2624186"/>
                  </a:lnTo>
                  <a:lnTo>
                    <a:pt x="156403" y="2625594"/>
                  </a:lnTo>
                  <a:lnTo>
                    <a:pt x="156590" y="2627265"/>
                  </a:lnTo>
                  <a:lnTo>
                    <a:pt x="156777" y="2629200"/>
                  </a:lnTo>
                  <a:lnTo>
                    <a:pt x="156964" y="2630977"/>
                  </a:lnTo>
                  <a:lnTo>
                    <a:pt x="157151" y="2632560"/>
                  </a:lnTo>
                  <a:lnTo>
                    <a:pt x="157338" y="2634170"/>
                  </a:lnTo>
                  <a:lnTo>
                    <a:pt x="157525" y="2635630"/>
                  </a:lnTo>
                  <a:lnTo>
                    <a:pt x="157712" y="2636879"/>
                  </a:lnTo>
                  <a:lnTo>
                    <a:pt x="157899" y="2638047"/>
                  </a:lnTo>
                  <a:lnTo>
                    <a:pt x="158086" y="2639020"/>
                  </a:lnTo>
                  <a:lnTo>
                    <a:pt x="158273" y="2639982"/>
                  </a:lnTo>
                  <a:lnTo>
                    <a:pt x="158460" y="2640970"/>
                  </a:lnTo>
                  <a:lnTo>
                    <a:pt x="158647" y="2641957"/>
                  </a:lnTo>
                  <a:lnTo>
                    <a:pt x="158833" y="2642849"/>
                  </a:lnTo>
                  <a:lnTo>
                    <a:pt x="159020" y="2643608"/>
                  </a:lnTo>
                  <a:lnTo>
                    <a:pt x="159207" y="2644244"/>
                  </a:lnTo>
                  <a:lnTo>
                    <a:pt x="159394" y="2644678"/>
                  </a:lnTo>
                  <a:lnTo>
                    <a:pt x="159581" y="2644918"/>
                  </a:lnTo>
                  <a:lnTo>
                    <a:pt x="159768" y="2645364"/>
                  </a:lnTo>
                  <a:lnTo>
                    <a:pt x="159955" y="2645969"/>
                  </a:lnTo>
                  <a:lnTo>
                    <a:pt x="160142" y="2646476"/>
                  </a:lnTo>
                  <a:lnTo>
                    <a:pt x="160329" y="2647046"/>
                  </a:lnTo>
                  <a:lnTo>
                    <a:pt x="160516" y="2647520"/>
                  </a:lnTo>
                  <a:lnTo>
                    <a:pt x="160703" y="2647857"/>
                  </a:lnTo>
                  <a:lnTo>
                    <a:pt x="160890" y="2648080"/>
                  </a:lnTo>
                  <a:lnTo>
                    <a:pt x="161076" y="2648107"/>
                  </a:lnTo>
                  <a:lnTo>
                    <a:pt x="161263" y="2648107"/>
                  </a:lnTo>
                  <a:lnTo>
                    <a:pt x="161450" y="2648107"/>
                  </a:lnTo>
                  <a:lnTo>
                    <a:pt x="161637" y="2648107"/>
                  </a:lnTo>
                  <a:lnTo>
                    <a:pt x="161824" y="2648107"/>
                  </a:lnTo>
                  <a:lnTo>
                    <a:pt x="162011" y="2648107"/>
                  </a:lnTo>
                  <a:lnTo>
                    <a:pt x="162198" y="2648107"/>
                  </a:lnTo>
                  <a:lnTo>
                    <a:pt x="162385" y="2648247"/>
                  </a:lnTo>
                  <a:lnTo>
                    <a:pt x="162572" y="2648599"/>
                  </a:lnTo>
                  <a:lnTo>
                    <a:pt x="162759" y="2649127"/>
                  </a:lnTo>
                  <a:lnTo>
                    <a:pt x="162946" y="2649831"/>
                  </a:lnTo>
                  <a:lnTo>
                    <a:pt x="163133" y="2650394"/>
                  </a:lnTo>
                  <a:lnTo>
                    <a:pt x="163320" y="2651247"/>
                  </a:lnTo>
                  <a:lnTo>
                    <a:pt x="163506" y="2652170"/>
                  </a:lnTo>
                  <a:lnTo>
                    <a:pt x="163693" y="2653226"/>
                  </a:lnTo>
                  <a:lnTo>
                    <a:pt x="163880" y="2654281"/>
                  </a:lnTo>
                  <a:lnTo>
                    <a:pt x="164067" y="2655337"/>
                  </a:lnTo>
                  <a:lnTo>
                    <a:pt x="164254" y="2656392"/>
                  </a:lnTo>
                  <a:lnTo>
                    <a:pt x="164441" y="2657448"/>
                  </a:lnTo>
                  <a:lnTo>
                    <a:pt x="164628" y="2658574"/>
                  </a:lnTo>
                  <a:lnTo>
                    <a:pt x="164815" y="2659805"/>
                  </a:lnTo>
                  <a:lnTo>
                    <a:pt x="165002" y="2661036"/>
                  </a:lnTo>
                  <a:lnTo>
                    <a:pt x="165189" y="2662180"/>
                  </a:lnTo>
                  <a:lnTo>
                    <a:pt x="165376" y="2663060"/>
                  </a:lnTo>
                  <a:lnTo>
                    <a:pt x="165563" y="2663825"/>
                  </a:lnTo>
                  <a:lnTo>
                    <a:pt x="165749" y="2664581"/>
                  </a:lnTo>
                  <a:lnTo>
                    <a:pt x="165936" y="2665461"/>
                  </a:lnTo>
                  <a:lnTo>
                    <a:pt x="166123" y="2666173"/>
                  </a:lnTo>
                  <a:lnTo>
                    <a:pt x="166310" y="2666833"/>
                  </a:lnTo>
                  <a:lnTo>
                    <a:pt x="166497" y="2667361"/>
                  </a:lnTo>
                  <a:lnTo>
                    <a:pt x="166684" y="2667871"/>
                  </a:lnTo>
                  <a:lnTo>
                    <a:pt x="166871" y="2668223"/>
                  </a:lnTo>
                  <a:lnTo>
                    <a:pt x="167058" y="2668724"/>
                  </a:lnTo>
                  <a:lnTo>
                    <a:pt x="167245" y="2669174"/>
                  </a:lnTo>
                  <a:lnTo>
                    <a:pt x="167432" y="2670001"/>
                  </a:lnTo>
                  <a:lnTo>
                    <a:pt x="167619" y="2671049"/>
                  </a:lnTo>
                  <a:lnTo>
                    <a:pt x="167806" y="2671959"/>
                  </a:lnTo>
                  <a:lnTo>
                    <a:pt x="167993" y="2672765"/>
                  </a:lnTo>
                  <a:lnTo>
                    <a:pt x="168179" y="2673595"/>
                  </a:lnTo>
                  <a:lnTo>
                    <a:pt x="168366" y="2674246"/>
                  </a:lnTo>
                  <a:lnTo>
                    <a:pt x="168553" y="2675056"/>
                  </a:lnTo>
                  <a:lnTo>
                    <a:pt x="168740" y="2675790"/>
                  </a:lnTo>
                  <a:lnTo>
                    <a:pt x="168927" y="2676519"/>
                  </a:lnTo>
                  <a:lnTo>
                    <a:pt x="169114" y="2677612"/>
                  </a:lnTo>
                  <a:lnTo>
                    <a:pt x="169301" y="2678863"/>
                  </a:lnTo>
                  <a:lnTo>
                    <a:pt x="169488" y="2680227"/>
                  </a:lnTo>
                  <a:lnTo>
                    <a:pt x="169675" y="2681509"/>
                  </a:lnTo>
                  <a:lnTo>
                    <a:pt x="169862" y="2682515"/>
                  </a:lnTo>
                  <a:lnTo>
                    <a:pt x="170049" y="2683608"/>
                  </a:lnTo>
                  <a:lnTo>
                    <a:pt x="170236" y="2684125"/>
                  </a:lnTo>
                  <a:lnTo>
                    <a:pt x="170423" y="2684825"/>
                  </a:lnTo>
                  <a:lnTo>
                    <a:pt x="170609" y="2685728"/>
                  </a:lnTo>
                  <a:lnTo>
                    <a:pt x="170796" y="2686707"/>
                  </a:lnTo>
                  <a:lnTo>
                    <a:pt x="170983" y="2687747"/>
                  </a:lnTo>
                  <a:lnTo>
                    <a:pt x="171170" y="2688525"/>
                  </a:lnTo>
                  <a:lnTo>
                    <a:pt x="171357" y="2689046"/>
                  </a:lnTo>
                  <a:lnTo>
                    <a:pt x="171544" y="2689621"/>
                  </a:lnTo>
                  <a:lnTo>
                    <a:pt x="171731" y="2689999"/>
                  </a:lnTo>
                  <a:lnTo>
                    <a:pt x="171918" y="2690087"/>
                  </a:lnTo>
                  <a:lnTo>
                    <a:pt x="172105" y="2690096"/>
                  </a:lnTo>
                  <a:lnTo>
                    <a:pt x="172292" y="2690087"/>
                  </a:lnTo>
                  <a:lnTo>
                    <a:pt x="172479" y="2690272"/>
                  </a:lnTo>
                  <a:lnTo>
                    <a:pt x="172666" y="2690641"/>
                  </a:lnTo>
                  <a:lnTo>
                    <a:pt x="172852" y="2691169"/>
                  </a:lnTo>
                  <a:lnTo>
                    <a:pt x="173039" y="2691696"/>
                  </a:lnTo>
                  <a:lnTo>
                    <a:pt x="173226" y="2692013"/>
                  </a:lnTo>
                  <a:lnTo>
                    <a:pt x="173413" y="2692189"/>
                  </a:lnTo>
                  <a:lnTo>
                    <a:pt x="173600" y="2692365"/>
                  </a:lnTo>
                  <a:lnTo>
                    <a:pt x="173787" y="2692646"/>
                  </a:lnTo>
                  <a:lnTo>
                    <a:pt x="173974" y="2693069"/>
                  </a:lnTo>
                  <a:lnTo>
                    <a:pt x="174161" y="2693596"/>
                  </a:lnTo>
                  <a:lnTo>
                    <a:pt x="174348" y="2693851"/>
                  </a:lnTo>
                  <a:lnTo>
                    <a:pt x="174535" y="2693763"/>
                  </a:lnTo>
                  <a:lnTo>
                    <a:pt x="174722" y="2693376"/>
                  </a:lnTo>
                  <a:lnTo>
                    <a:pt x="174909" y="2692849"/>
                  </a:lnTo>
                  <a:lnTo>
                    <a:pt x="175096" y="2692198"/>
                  </a:lnTo>
                  <a:lnTo>
                    <a:pt x="175282" y="2691626"/>
                  </a:lnTo>
                  <a:lnTo>
                    <a:pt x="175469" y="2691265"/>
                  </a:lnTo>
                  <a:lnTo>
                    <a:pt x="175656" y="2690975"/>
                  </a:lnTo>
                  <a:lnTo>
                    <a:pt x="175843" y="2690764"/>
                  </a:lnTo>
                  <a:lnTo>
                    <a:pt x="176030" y="2690738"/>
                  </a:lnTo>
                  <a:lnTo>
                    <a:pt x="176217" y="2690738"/>
                  </a:lnTo>
                  <a:lnTo>
                    <a:pt x="176404" y="2690738"/>
                  </a:lnTo>
                  <a:lnTo>
                    <a:pt x="176591" y="2690738"/>
                  </a:lnTo>
                  <a:lnTo>
                    <a:pt x="176778" y="2690755"/>
                  </a:lnTo>
                  <a:lnTo>
                    <a:pt x="176965" y="2690755"/>
                  </a:lnTo>
                  <a:lnTo>
                    <a:pt x="177152" y="2690870"/>
                  </a:lnTo>
                  <a:lnTo>
                    <a:pt x="177339" y="2691142"/>
                  </a:lnTo>
                  <a:lnTo>
                    <a:pt x="177526" y="2691573"/>
                  </a:lnTo>
                  <a:lnTo>
                    <a:pt x="177712" y="2692136"/>
                  </a:lnTo>
                  <a:lnTo>
                    <a:pt x="177899" y="2692840"/>
                  </a:lnTo>
                  <a:lnTo>
                    <a:pt x="178086" y="2693544"/>
                  </a:lnTo>
                  <a:lnTo>
                    <a:pt x="178273" y="2694071"/>
                  </a:lnTo>
                  <a:lnTo>
                    <a:pt x="178460" y="2694538"/>
                  </a:lnTo>
                  <a:lnTo>
                    <a:pt x="178647" y="2694925"/>
                  </a:lnTo>
                  <a:lnTo>
                    <a:pt x="178834" y="2695435"/>
                  </a:lnTo>
                  <a:lnTo>
                    <a:pt x="179021" y="2696314"/>
                  </a:lnTo>
                  <a:lnTo>
                    <a:pt x="179208" y="2697370"/>
                  </a:lnTo>
                  <a:lnTo>
                    <a:pt x="179395" y="2698425"/>
                  </a:lnTo>
                  <a:lnTo>
                    <a:pt x="179582" y="2699393"/>
                  </a:lnTo>
                  <a:lnTo>
                    <a:pt x="179769" y="2700272"/>
                  </a:lnTo>
                  <a:lnTo>
                    <a:pt x="179955" y="2701152"/>
                  </a:lnTo>
                  <a:lnTo>
                    <a:pt x="180142" y="2702032"/>
                  </a:lnTo>
                  <a:lnTo>
                    <a:pt x="180329" y="2702832"/>
                  </a:lnTo>
                  <a:lnTo>
                    <a:pt x="180516" y="2703500"/>
                  </a:lnTo>
                  <a:lnTo>
                    <a:pt x="180703" y="2704028"/>
                  </a:lnTo>
                  <a:lnTo>
                    <a:pt x="180890" y="2704556"/>
                  </a:lnTo>
                  <a:lnTo>
                    <a:pt x="181077" y="2705101"/>
                  </a:lnTo>
                  <a:lnTo>
                    <a:pt x="181264" y="2705805"/>
                  </a:lnTo>
                  <a:lnTo>
                    <a:pt x="181451" y="2706509"/>
                  </a:lnTo>
                  <a:lnTo>
                    <a:pt x="181638" y="2707054"/>
                  </a:lnTo>
                  <a:lnTo>
                    <a:pt x="181825" y="2707230"/>
                  </a:lnTo>
                  <a:lnTo>
                    <a:pt x="182012" y="2707230"/>
                  </a:lnTo>
                  <a:lnTo>
                    <a:pt x="182199" y="2707230"/>
                  </a:lnTo>
                  <a:lnTo>
                    <a:pt x="182385" y="2707374"/>
                  </a:lnTo>
                  <a:lnTo>
                    <a:pt x="182572" y="2707377"/>
                  </a:lnTo>
                  <a:lnTo>
                    <a:pt x="182759" y="2707268"/>
                  </a:lnTo>
                  <a:lnTo>
                    <a:pt x="182946" y="2707169"/>
                  </a:lnTo>
                  <a:lnTo>
                    <a:pt x="183133" y="2707211"/>
                  </a:lnTo>
                  <a:lnTo>
                    <a:pt x="183320" y="2707253"/>
                  </a:lnTo>
                  <a:lnTo>
                    <a:pt x="183507" y="2707426"/>
                  </a:lnTo>
                  <a:lnTo>
                    <a:pt x="183694" y="2707652"/>
                  </a:lnTo>
                  <a:lnTo>
                    <a:pt x="183881" y="2707957"/>
                  </a:lnTo>
                  <a:lnTo>
                    <a:pt x="184068" y="2708359"/>
                  </a:lnTo>
                  <a:lnTo>
                    <a:pt x="184255" y="2708760"/>
                  </a:lnTo>
                  <a:lnTo>
                    <a:pt x="184442" y="2709162"/>
                  </a:lnTo>
                  <a:lnTo>
                    <a:pt x="184628" y="2709359"/>
                  </a:lnTo>
                  <a:lnTo>
                    <a:pt x="184815" y="2709551"/>
                  </a:lnTo>
                  <a:lnTo>
                    <a:pt x="185002" y="2710104"/>
                  </a:lnTo>
                  <a:lnTo>
                    <a:pt x="185189" y="2711068"/>
                  </a:lnTo>
                  <a:lnTo>
                    <a:pt x="185376" y="2712491"/>
                  </a:lnTo>
                  <a:lnTo>
                    <a:pt x="185563" y="2714074"/>
                  </a:lnTo>
                  <a:lnTo>
                    <a:pt x="185750" y="2715777"/>
                  </a:lnTo>
                  <a:lnTo>
                    <a:pt x="185937" y="2717675"/>
                  </a:lnTo>
                  <a:lnTo>
                    <a:pt x="186124" y="2719647"/>
                  </a:lnTo>
                  <a:lnTo>
                    <a:pt x="186311" y="2721319"/>
                  </a:lnTo>
                  <a:lnTo>
                    <a:pt x="186498" y="2722798"/>
                  </a:lnTo>
                  <a:lnTo>
                    <a:pt x="186685" y="2724213"/>
                  </a:lnTo>
                  <a:lnTo>
                    <a:pt x="186872" y="2725548"/>
                  </a:lnTo>
                  <a:lnTo>
                    <a:pt x="187058" y="2726883"/>
                  </a:lnTo>
                  <a:lnTo>
                    <a:pt x="187245" y="2728225"/>
                  </a:lnTo>
                  <a:lnTo>
                    <a:pt x="187432" y="2729824"/>
                  </a:lnTo>
                  <a:lnTo>
                    <a:pt x="187619" y="2732031"/>
                  </a:lnTo>
                  <a:lnTo>
                    <a:pt x="187806" y="2733826"/>
                  </a:lnTo>
                  <a:lnTo>
                    <a:pt x="187993" y="2735110"/>
                  </a:lnTo>
                  <a:lnTo>
                    <a:pt x="188180" y="2735989"/>
                  </a:lnTo>
                  <a:lnTo>
                    <a:pt x="188367" y="2736790"/>
                  </a:lnTo>
                  <a:lnTo>
                    <a:pt x="188554" y="2737353"/>
                  </a:lnTo>
                  <a:lnTo>
                    <a:pt x="188741" y="2737388"/>
                  </a:lnTo>
                  <a:lnTo>
                    <a:pt x="188928" y="2737150"/>
                  </a:lnTo>
                  <a:lnTo>
                    <a:pt x="189115" y="2737115"/>
                  </a:lnTo>
                  <a:lnTo>
                    <a:pt x="189302" y="2737291"/>
                  </a:lnTo>
                  <a:lnTo>
                    <a:pt x="189488" y="2737537"/>
                  </a:lnTo>
                  <a:lnTo>
                    <a:pt x="189675" y="2737889"/>
                  </a:lnTo>
                  <a:lnTo>
                    <a:pt x="189862" y="2738241"/>
                  </a:lnTo>
                  <a:lnTo>
                    <a:pt x="190049" y="2738800"/>
                  </a:lnTo>
                  <a:lnTo>
                    <a:pt x="190236" y="2739206"/>
                  </a:lnTo>
                  <a:lnTo>
                    <a:pt x="190423" y="2739517"/>
                  </a:lnTo>
                  <a:lnTo>
                    <a:pt x="190610" y="2739801"/>
                  </a:lnTo>
                  <a:lnTo>
                    <a:pt x="190797" y="2740085"/>
                  </a:lnTo>
                  <a:lnTo>
                    <a:pt x="190984" y="2740370"/>
                  </a:lnTo>
                  <a:lnTo>
                    <a:pt x="191171" y="2740716"/>
                  </a:lnTo>
                  <a:lnTo>
                    <a:pt x="191358" y="2741132"/>
                  </a:lnTo>
                  <a:lnTo>
                    <a:pt x="191545" y="2741650"/>
                  </a:lnTo>
                  <a:lnTo>
                    <a:pt x="191731" y="2742289"/>
                  </a:lnTo>
                  <a:lnTo>
                    <a:pt x="191918" y="2742748"/>
                  </a:lnTo>
                  <a:lnTo>
                    <a:pt x="192105" y="2743145"/>
                  </a:lnTo>
                  <a:lnTo>
                    <a:pt x="192292" y="2743471"/>
                  </a:lnTo>
                  <a:lnTo>
                    <a:pt x="192479" y="2743642"/>
                  </a:lnTo>
                  <a:lnTo>
                    <a:pt x="192666" y="2743719"/>
                  </a:lnTo>
                  <a:lnTo>
                    <a:pt x="192853" y="2743748"/>
                  </a:lnTo>
                  <a:lnTo>
                    <a:pt x="193040" y="2743777"/>
                  </a:lnTo>
                  <a:lnTo>
                    <a:pt x="193227" y="2743601"/>
                  </a:lnTo>
                  <a:lnTo>
                    <a:pt x="193414" y="2743425"/>
                  </a:lnTo>
                  <a:lnTo>
                    <a:pt x="193601" y="2743249"/>
                  </a:lnTo>
                  <a:lnTo>
                    <a:pt x="193788" y="2743073"/>
                  </a:lnTo>
                  <a:lnTo>
                    <a:pt x="193975" y="2742836"/>
                  </a:lnTo>
                  <a:lnTo>
                    <a:pt x="194161" y="2742537"/>
                  </a:lnTo>
                  <a:lnTo>
                    <a:pt x="194348" y="2742519"/>
                  </a:lnTo>
                  <a:lnTo>
                    <a:pt x="194535" y="2742695"/>
                  </a:lnTo>
                  <a:lnTo>
                    <a:pt x="194722" y="2742871"/>
                  </a:lnTo>
                  <a:lnTo>
                    <a:pt x="194909" y="2743047"/>
                  </a:lnTo>
                  <a:lnTo>
                    <a:pt x="195096" y="2743223"/>
                  </a:lnTo>
                  <a:lnTo>
                    <a:pt x="195283" y="2743269"/>
                  </a:lnTo>
                  <a:lnTo>
                    <a:pt x="195470" y="2743395"/>
                  </a:lnTo>
                  <a:lnTo>
                    <a:pt x="195657" y="2743638"/>
                  </a:lnTo>
                  <a:lnTo>
                    <a:pt x="195844" y="2743882"/>
                  </a:lnTo>
                  <a:lnTo>
                    <a:pt x="196031" y="2744125"/>
                  </a:lnTo>
                  <a:lnTo>
                    <a:pt x="196218" y="2744263"/>
                  </a:lnTo>
                  <a:lnTo>
                    <a:pt x="196405" y="2744331"/>
                  </a:lnTo>
                  <a:lnTo>
                    <a:pt x="196591" y="2744328"/>
                  </a:lnTo>
                  <a:lnTo>
                    <a:pt x="196778" y="2744389"/>
                  </a:lnTo>
                  <a:lnTo>
                    <a:pt x="196965" y="2744379"/>
                  </a:lnTo>
                  <a:lnTo>
                    <a:pt x="197152" y="2744365"/>
                  </a:lnTo>
                  <a:lnTo>
                    <a:pt x="197339" y="2744076"/>
                  </a:lnTo>
                  <a:lnTo>
                    <a:pt x="197526" y="2743650"/>
                  </a:lnTo>
                  <a:lnTo>
                    <a:pt x="197713" y="2743152"/>
                  </a:lnTo>
                  <a:lnTo>
                    <a:pt x="197900" y="2742705"/>
                  </a:lnTo>
                  <a:lnTo>
                    <a:pt x="198087" y="2742325"/>
                  </a:lnTo>
                  <a:lnTo>
                    <a:pt x="198274" y="2741953"/>
                  </a:lnTo>
                  <a:lnTo>
                    <a:pt x="198461" y="2741628"/>
                  </a:lnTo>
                  <a:lnTo>
                    <a:pt x="198648" y="2741303"/>
                  </a:lnTo>
                  <a:lnTo>
                    <a:pt x="198834" y="2740979"/>
                  </a:lnTo>
                  <a:lnTo>
                    <a:pt x="199021" y="2740741"/>
                  </a:lnTo>
                  <a:lnTo>
                    <a:pt x="199208" y="2740560"/>
                  </a:lnTo>
                  <a:lnTo>
                    <a:pt x="199395" y="2740438"/>
                  </a:lnTo>
                  <a:lnTo>
                    <a:pt x="199582" y="2740365"/>
                  </a:lnTo>
                  <a:lnTo>
                    <a:pt x="199769" y="2740367"/>
                  </a:lnTo>
                  <a:lnTo>
                    <a:pt x="199956" y="2740230"/>
                  </a:lnTo>
                  <a:lnTo>
                    <a:pt x="200143" y="2740054"/>
                  </a:lnTo>
                  <a:lnTo>
                    <a:pt x="200330" y="2740046"/>
                  </a:lnTo>
                  <a:lnTo>
                    <a:pt x="200517" y="2740125"/>
                  </a:lnTo>
                  <a:lnTo>
                    <a:pt x="200704" y="2740142"/>
                  </a:lnTo>
                  <a:lnTo>
                    <a:pt x="200891" y="2740142"/>
                  </a:lnTo>
                  <a:lnTo>
                    <a:pt x="201078" y="2740142"/>
                  </a:lnTo>
                  <a:lnTo>
                    <a:pt x="201264" y="2740142"/>
                  </a:lnTo>
                  <a:lnTo>
                    <a:pt x="201451" y="2740142"/>
                  </a:lnTo>
                  <a:lnTo>
                    <a:pt x="201638" y="2740142"/>
                  </a:lnTo>
                  <a:lnTo>
                    <a:pt x="201825" y="2740054"/>
                  </a:lnTo>
                  <a:lnTo>
                    <a:pt x="202012" y="2739879"/>
                  </a:lnTo>
                  <a:lnTo>
                    <a:pt x="202199" y="2739703"/>
                  </a:lnTo>
                  <a:lnTo>
                    <a:pt x="202386" y="2739439"/>
                  </a:lnTo>
                  <a:lnTo>
                    <a:pt x="202573" y="2738955"/>
                  </a:lnTo>
                  <a:lnTo>
                    <a:pt x="202760" y="2738427"/>
                  </a:lnTo>
                  <a:lnTo>
                    <a:pt x="202947" y="2737785"/>
                  </a:lnTo>
                  <a:lnTo>
                    <a:pt x="203134" y="2737081"/>
                  </a:lnTo>
                  <a:lnTo>
                    <a:pt x="203321" y="2736219"/>
                  </a:lnTo>
                  <a:lnTo>
                    <a:pt x="203507" y="2735340"/>
                  </a:lnTo>
                  <a:lnTo>
                    <a:pt x="203694" y="2734443"/>
                  </a:lnTo>
                  <a:lnTo>
                    <a:pt x="203881" y="2733387"/>
                  </a:lnTo>
                  <a:lnTo>
                    <a:pt x="204068" y="2732349"/>
                  </a:lnTo>
                  <a:lnTo>
                    <a:pt x="204255" y="2731470"/>
                  </a:lnTo>
                  <a:lnTo>
                    <a:pt x="204442" y="2730590"/>
                  </a:lnTo>
                  <a:lnTo>
                    <a:pt x="204629" y="2729798"/>
                  </a:lnTo>
                  <a:lnTo>
                    <a:pt x="204816" y="2729095"/>
                  </a:lnTo>
                  <a:lnTo>
                    <a:pt x="205003" y="2728488"/>
                  </a:lnTo>
                  <a:lnTo>
                    <a:pt x="205190" y="2728118"/>
                  </a:lnTo>
                  <a:lnTo>
                    <a:pt x="205377" y="2728075"/>
                  </a:lnTo>
                  <a:lnTo>
                    <a:pt x="205564" y="2728049"/>
                  </a:lnTo>
                  <a:lnTo>
                    <a:pt x="205751" y="2728287"/>
                  </a:lnTo>
                  <a:lnTo>
                    <a:pt x="205937" y="2728615"/>
                  </a:lnTo>
                  <a:lnTo>
                    <a:pt x="206124" y="2729316"/>
                  </a:lnTo>
                  <a:lnTo>
                    <a:pt x="206311" y="2730140"/>
                  </a:lnTo>
                  <a:lnTo>
                    <a:pt x="206498" y="2731107"/>
                  </a:lnTo>
                  <a:lnTo>
                    <a:pt x="206685" y="2732415"/>
                  </a:lnTo>
                  <a:lnTo>
                    <a:pt x="206872" y="2733767"/>
                  </a:lnTo>
                  <a:lnTo>
                    <a:pt x="207059" y="2735344"/>
                  </a:lnTo>
                  <a:lnTo>
                    <a:pt x="207246" y="2737149"/>
                  </a:lnTo>
                  <a:lnTo>
                    <a:pt x="207433" y="2739254"/>
                  </a:lnTo>
                  <a:lnTo>
                    <a:pt x="207620" y="2741439"/>
                  </a:lnTo>
                  <a:lnTo>
                    <a:pt x="207807" y="2743456"/>
                  </a:lnTo>
                  <a:lnTo>
                    <a:pt x="207994" y="2745426"/>
                  </a:lnTo>
                  <a:lnTo>
                    <a:pt x="208181" y="2747321"/>
                  </a:lnTo>
                  <a:lnTo>
                    <a:pt x="208367" y="2749156"/>
                  </a:lnTo>
                  <a:lnTo>
                    <a:pt x="208554" y="2751234"/>
                  </a:lnTo>
                  <a:lnTo>
                    <a:pt x="208741" y="2753138"/>
                  </a:lnTo>
                  <a:lnTo>
                    <a:pt x="208928" y="2754831"/>
                  </a:lnTo>
                  <a:lnTo>
                    <a:pt x="209115" y="2756704"/>
                  </a:lnTo>
                  <a:lnTo>
                    <a:pt x="209302" y="2758361"/>
                  </a:lnTo>
                  <a:lnTo>
                    <a:pt x="209489" y="2759771"/>
                  </a:lnTo>
                  <a:lnTo>
                    <a:pt x="209676" y="2761197"/>
                  </a:lnTo>
                  <a:lnTo>
                    <a:pt x="209863" y="2762526"/>
                  </a:lnTo>
                  <a:lnTo>
                    <a:pt x="210050" y="2763612"/>
                  </a:lnTo>
                  <a:lnTo>
                    <a:pt x="210237" y="2764551"/>
                  </a:lnTo>
                  <a:lnTo>
                    <a:pt x="210424" y="2765476"/>
                  </a:lnTo>
                  <a:lnTo>
                    <a:pt x="210610" y="2766549"/>
                  </a:lnTo>
                  <a:lnTo>
                    <a:pt x="210797" y="2767274"/>
                  </a:lnTo>
                  <a:lnTo>
                    <a:pt x="210984" y="2767942"/>
                  </a:lnTo>
                  <a:lnTo>
                    <a:pt x="211171" y="2768504"/>
                  </a:lnTo>
                  <a:lnTo>
                    <a:pt x="211358" y="2768888"/>
                  </a:lnTo>
                  <a:lnTo>
                    <a:pt x="211545" y="2769235"/>
                  </a:lnTo>
                  <a:lnTo>
                    <a:pt x="211732" y="2769908"/>
                  </a:lnTo>
                  <a:lnTo>
                    <a:pt x="211919" y="2770966"/>
                  </a:lnTo>
                  <a:lnTo>
                    <a:pt x="212106" y="2772162"/>
                  </a:lnTo>
                  <a:lnTo>
                    <a:pt x="212293" y="2773388"/>
                  </a:lnTo>
                  <a:lnTo>
                    <a:pt x="212480" y="2774375"/>
                  </a:lnTo>
                  <a:lnTo>
                    <a:pt x="212667" y="2774946"/>
                  </a:lnTo>
                  <a:lnTo>
                    <a:pt x="212854" y="2775386"/>
                  </a:lnTo>
                  <a:lnTo>
                    <a:pt x="213040" y="2775676"/>
                  </a:lnTo>
                  <a:lnTo>
                    <a:pt x="213227" y="2776028"/>
                  </a:lnTo>
                  <a:lnTo>
                    <a:pt x="213414" y="2776239"/>
                  </a:lnTo>
                  <a:lnTo>
                    <a:pt x="213601" y="2776697"/>
                  </a:lnTo>
                  <a:lnTo>
                    <a:pt x="213788" y="2777224"/>
                  </a:lnTo>
                  <a:lnTo>
                    <a:pt x="213975" y="2777752"/>
                  </a:lnTo>
                  <a:lnTo>
                    <a:pt x="214162" y="2778412"/>
                  </a:lnTo>
                  <a:lnTo>
                    <a:pt x="214349" y="2779116"/>
                  </a:lnTo>
                  <a:lnTo>
                    <a:pt x="214536" y="2779494"/>
                  </a:lnTo>
                  <a:lnTo>
                    <a:pt x="214723" y="2779573"/>
                  </a:lnTo>
                  <a:lnTo>
                    <a:pt x="214910" y="2779573"/>
                  </a:lnTo>
                  <a:lnTo>
                    <a:pt x="215097" y="2779573"/>
                  </a:lnTo>
                  <a:lnTo>
                    <a:pt x="215283" y="2779740"/>
                  </a:lnTo>
                  <a:lnTo>
                    <a:pt x="215470" y="2779916"/>
                  </a:lnTo>
                  <a:lnTo>
                    <a:pt x="215657" y="2780110"/>
                  </a:lnTo>
                  <a:lnTo>
                    <a:pt x="215844" y="2780347"/>
                  </a:lnTo>
                  <a:lnTo>
                    <a:pt x="216031" y="2780523"/>
                  </a:lnTo>
                  <a:lnTo>
                    <a:pt x="216218" y="2780699"/>
                  </a:lnTo>
                  <a:lnTo>
                    <a:pt x="216405" y="2781033"/>
                  </a:lnTo>
                  <a:lnTo>
                    <a:pt x="216592" y="2781385"/>
                  </a:lnTo>
                  <a:lnTo>
                    <a:pt x="216779" y="2781737"/>
                  </a:lnTo>
                  <a:lnTo>
                    <a:pt x="216966" y="2782089"/>
                  </a:lnTo>
                  <a:lnTo>
                    <a:pt x="217153" y="2782440"/>
                  </a:lnTo>
                  <a:lnTo>
                    <a:pt x="217340" y="2782792"/>
                  </a:lnTo>
                  <a:lnTo>
                    <a:pt x="217527" y="2783144"/>
                  </a:lnTo>
                  <a:lnTo>
                    <a:pt x="217713" y="2783496"/>
                  </a:lnTo>
                  <a:lnTo>
                    <a:pt x="217900" y="2783848"/>
                  </a:lnTo>
                  <a:lnTo>
                    <a:pt x="218087" y="2784200"/>
                  </a:lnTo>
                  <a:lnTo>
                    <a:pt x="218274" y="2784551"/>
                  </a:lnTo>
                  <a:lnTo>
                    <a:pt x="218461" y="2784886"/>
                  </a:lnTo>
                  <a:lnTo>
                    <a:pt x="218648" y="2785205"/>
                  </a:lnTo>
                  <a:lnTo>
                    <a:pt x="218835" y="2785571"/>
                  </a:lnTo>
                  <a:lnTo>
                    <a:pt x="219022" y="2785966"/>
                  </a:lnTo>
                  <a:lnTo>
                    <a:pt x="219209" y="2786167"/>
                  </a:lnTo>
                  <a:lnTo>
                    <a:pt x="219396" y="2786317"/>
                  </a:lnTo>
                  <a:lnTo>
                    <a:pt x="219583" y="2786468"/>
                  </a:lnTo>
                  <a:lnTo>
                    <a:pt x="219770" y="2786476"/>
                  </a:lnTo>
                  <a:lnTo>
                    <a:pt x="219957" y="2786623"/>
                  </a:lnTo>
                  <a:lnTo>
                    <a:pt x="220143" y="2786883"/>
                  </a:lnTo>
                  <a:lnTo>
                    <a:pt x="220330" y="2786998"/>
                  </a:lnTo>
                  <a:lnTo>
                    <a:pt x="220517" y="2786880"/>
                  </a:lnTo>
                  <a:lnTo>
                    <a:pt x="220704" y="2786763"/>
                  </a:lnTo>
                  <a:lnTo>
                    <a:pt x="220891" y="2786576"/>
                  </a:lnTo>
                  <a:lnTo>
                    <a:pt x="221078" y="2786338"/>
                  </a:lnTo>
                  <a:lnTo>
                    <a:pt x="221265" y="2786100"/>
                  </a:lnTo>
                  <a:lnTo>
                    <a:pt x="221452" y="2785858"/>
                  </a:lnTo>
                  <a:lnTo>
                    <a:pt x="221639" y="2785446"/>
                  </a:lnTo>
                  <a:lnTo>
                    <a:pt x="221826" y="2784796"/>
                  </a:lnTo>
                  <a:lnTo>
                    <a:pt x="222013" y="2784228"/>
                  </a:lnTo>
                  <a:lnTo>
                    <a:pt x="222200" y="2783474"/>
                  </a:lnTo>
                  <a:lnTo>
                    <a:pt x="222386" y="2782721"/>
                  </a:lnTo>
                  <a:lnTo>
                    <a:pt x="222573" y="2781975"/>
                  </a:lnTo>
                  <a:lnTo>
                    <a:pt x="222760" y="2781102"/>
                  </a:lnTo>
                  <a:lnTo>
                    <a:pt x="222947" y="2780135"/>
                  </a:lnTo>
                  <a:lnTo>
                    <a:pt x="223134" y="2779453"/>
                  </a:lnTo>
                  <a:lnTo>
                    <a:pt x="223321" y="2778947"/>
                  </a:lnTo>
                  <a:lnTo>
                    <a:pt x="223508" y="2778585"/>
                  </a:lnTo>
                  <a:lnTo>
                    <a:pt x="223695" y="2778532"/>
                  </a:lnTo>
                  <a:lnTo>
                    <a:pt x="223882" y="2778708"/>
                  </a:lnTo>
                  <a:lnTo>
                    <a:pt x="224069" y="2778884"/>
                  </a:lnTo>
                  <a:lnTo>
                    <a:pt x="224256" y="2779060"/>
                  </a:lnTo>
                  <a:lnTo>
                    <a:pt x="224443" y="2779271"/>
                  </a:lnTo>
                  <a:lnTo>
                    <a:pt x="224630" y="2779623"/>
                  </a:lnTo>
                  <a:lnTo>
                    <a:pt x="224816" y="2779974"/>
                  </a:lnTo>
                  <a:lnTo>
                    <a:pt x="225003" y="2780326"/>
                  </a:lnTo>
                  <a:lnTo>
                    <a:pt x="225190" y="2780643"/>
                  </a:lnTo>
                  <a:lnTo>
                    <a:pt x="225377" y="2780819"/>
                  </a:lnTo>
                  <a:lnTo>
                    <a:pt x="225564" y="2780880"/>
                  </a:lnTo>
                  <a:lnTo>
                    <a:pt x="225751" y="2780880"/>
                  </a:lnTo>
                  <a:lnTo>
                    <a:pt x="225938" y="2780880"/>
                  </a:lnTo>
                  <a:lnTo>
                    <a:pt x="226125" y="2781127"/>
                  </a:lnTo>
                  <a:lnTo>
                    <a:pt x="226312" y="2781391"/>
                  </a:lnTo>
                  <a:lnTo>
                    <a:pt x="226499" y="2781716"/>
                  </a:lnTo>
                  <a:lnTo>
                    <a:pt x="226686" y="2781892"/>
                  </a:lnTo>
                  <a:lnTo>
                    <a:pt x="226873" y="2782068"/>
                  </a:lnTo>
                  <a:lnTo>
                    <a:pt x="227060" y="2782244"/>
                  </a:lnTo>
                  <a:lnTo>
                    <a:pt x="227246" y="2782420"/>
                  </a:lnTo>
                  <a:lnTo>
                    <a:pt x="227433" y="2782380"/>
                  </a:lnTo>
                  <a:lnTo>
                    <a:pt x="227620" y="2782325"/>
                  </a:lnTo>
                  <a:lnTo>
                    <a:pt x="227807" y="2782217"/>
                  </a:lnTo>
                  <a:lnTo>
                    <a:pt x="227994" y="2782144"/>
                  </a:lnTo>
                  <a:lnTo>
                    <a:pt x="228181" y="2782211"/>
                  </a:lnTo>
                  <a:lnTo>
                    <a:pt x="228368" y="2782393"/>
                  </a:lnTo>
                  <a:lnTo>
                    <a:pt x="228555" y="2782637"/>
                  </a:lnTo>
                  <a:lnTo>
                    <a:pt x="228742" y="2782924"/>
                  </a:lnTo>
                  <a:lnTo>
                    <a:pt x="228929" y="2783109"/>
                  </a:lnTo>
                  <a:lnTo>
                    <a:pt x="229116" y="2783165"/>
                  </a:lnTo>
                  <a:lnTo>
                    <a:pt x="229303" y="2783120"/>
                  </a:lnTo>
                  <a:lnTo>
                    <a:pt x="229489" y="2783075"/>
                  </a:lnTo>
                  <a:lnTo>
                    <a:pt x="229676" y="2783021"/>
                  </a:lnTo>
                  <a:lnTo>
                    <a:pt x="229863" y="2782851"/>
                  </a:lnTo>
                  <a:lnTo>
                    <a:pt x="230050" y="2782930"/>
                  </a:lnTo>
                  <a:lnTo>
                    <a:pt x="230237" y="2783080"/>
                  </a:lnTo>
                  <a:lnTo>
                    <a:pt x="230424" y="2783230"/>
                  </a:lnTo>
                  <a:lnTo>
                    <a:pt x="230611" y="2783585"/>
                  </a:lnTo>
                  <a:lnTo>
                    <a:pt x="230798" y="2783941"/>
                  </a:lnTo>
                  <a:lnTo>
                    <a:pt x="230985" y="2784296"/>
                  </a:lnTo>
                  <a:lnTo>
                    <a:pt x="231172" y="2784509"/>
                  </a:lnTo>
                  <a:lnTo>
                    <a:pt x="231359" y="2784714"/>
                  </a:lnTo>
                  <a:lnTo>
                    <a:pt x="231546" y="2784866"/>
                  </a:lnTo>
                  <a:lnTo>
                    <a:pt x="231733" y="2784895"/>
                  </a:lnTo>
                  <a:lnTo>
                    <a:pt x="231919" y="2784925"/>
                  </a:lnTo>
                  <a:lnTo>
                    <a:pt x="232106" y="2785001"/>
                  </a:lnTo>
                  <a:lnTo>
                    <a:pt x="232293" y="2785143"/>
                  </a:lnTo>
                  <a:lnTo>
                    <a:pt x="232480" y="2785241"/>
                  </a:lnTo>
                  <a:lnTo>
                    <a:pt x="232667" y="2785317"/>
                  </a:lnTo>
                  <a:lnTo>
                    <a:pt x="232854" y="2785233"/>
                  </a:lnTo>
                  <a:lnTo>
                    <a:pt x="233041" y="2785129"/>
                  </a:lnTo>
                  <a:lnTo>
                    <a:pt x="233228" y="2784918"/>
                  </a:lnTo>
                  <a:lnTo>
                    <a:pt x="233415" y="2784701"/>
                  </a:lnTo>
                  <a:lnTo>
                    <a:pt x="233602" y="2784469"/>
                  </a:lnTo>
                  <a:lnTo>
                    <a:pt x="233789" y="2784263"/>
                  </a:lnTo>
                  <a:lnTo>
                    <a:pt x="233976" y="2784064"/>
                  </a:lnTo>
                  <a:lnTo>
                    <a:pt x="234162" y="2783681"/>
                  </a:lnTo>
                  <a:lnTo>
                    <a:pt x="234349" y="2783260"/>
                  </a:lnTo>
                  <a:lnTo>
                    <a:pt x="234536" y="2782808"/>
                  </a:lnTo>
                  <a:lnTo>
                    <a:pt x="234723" y="2782352"/>
                  </a:lnTo>
                  <a:lnTo>
                    <a:pt x="234910" y="2781623"/>
                  </a:lnTo>
                  <a:lnTo>
                    <a:pt x="235097" y="2780854"/>
                  </a:lnTo>
                  <a:lnTo>
                    <a:pt x="235284" y="2780073"/>
                  </a:lnTo>
                  <a:lnTo>
                    <a:pt x="235471" y="2778937"/>
                  </a:lnTo>
                  <a:lnTo>
                    <a:pt x="235658" y="2777855"/>
                  </a:lnTo>
                  <a:lnTo>
                    <a:pt x="235845" y="2776799"/>
                  </a:lnTo>
                  <a:lnTo>
                    <a:pt x="236032" y="2775892"/>
                  </a:lnTo>
                  <a:lnTo>
                    <a:pt x="236219" y="2774994"/>
                  </a:lnTo>
                  <a:lnTo>
                    <a:pt x="236406" y="2774177"/>
                  </a:lnTo>
                  <a:lnTo>
                    <a:pt x="236592" y="2773363"/>
                  </a:lnTo>
                  <a:lnTo>
                    <a:pt x="236779" y="2772747"/>
                  </a:lnTo>
                  <a:lnTo>
                    <a:pt x="236966" y="2772257"/>
                  </a:lnTo>
                  <a:lnTo>
                    <a:pt x="237153" y="2771850"/>
                  </a:lnTo>
                  <a:lnTo>
                    <a:pt x="237340" y="2771467"/>
                  </a:lnTo>
                  <a:lnTo>
                    <a:pt x="237527" y="2771292"/>
                  </a:lnTo>
                  <a:lnTo>
                    <a:pt x="237714" y="2771124"/>
                  </a:lnTo>
                  <a:lnTo>
                    <a:pt x="237901" y="2771045"/>
                  </a:lnTo>
                  <a:lnTo>
                    <a:pt x="238088" y="2770949"/>
                  </a:lnTo>
                  <a:lnTo>
                    <a:pt x="238275" y="2770949"/>
                  </a:lnTo>
                  <a:lnTo>
                    <a:pt x="238462" y="2770861"/>
                  </a:lnTo>
                  <a:lnTo>
                    <a:pt x="238649" y="2770685"/>
                  </a:lnTo>
                  <a:lnTo>
                    <a:pt x="238836" y="2770394"/>
                  </a:lnTo>
                  <a:lnTo>
                    <a:pt x="239022" y="2770043"/>
                  </a:lnTo>
                  <a:lnTo>
                    <a:pt x="239209" y="2769964"/>
                  </a:lnTo>
                  <a:lnTo>
                    <a:pt x="239396" y="2769993"/>
                  </a:lnTo>
                  <a:lnTo>
                    <a:pt x="239583" y="2770022"/>
                  </a:lnTo>
                  <a:lnTo>
                    <a:pt x="239770" y="2770139"/>
                  </a:lnTo>
                  <a:lnTo>
                    <a:pt x="239957" y="2770476"/>
                  </a:lnTo>
                  <a:lnTo>
                    <a:pt x="240144" y="2770857"/>
                  </a:lnTo>
                  <a:lnTo>
                    <a:pt x="240331" y="2771388"/>
                  </a:lnTo>
                  <a:lnTo>
                    <a:pt x="240518" y="2771993"/>
                  </a:lnTo>
                  <a:lnTo>
                    <a:pt x="240705" y="2772897"/>
                  </a:lnTo>
                  <a:lnTo>
                    <a:pt x="240892" y="2773724"/>
                  </a:lnTo>
                  <a:lnTo>
                    <a:pt x="241079" y="2774536"/>
                  </a:lnTo>
                  <a:lnTo>
                    <a:pt x="241265" y="2775571"/>
                  </a:lnTo>
                  <a:lnTo>
                    <a:pt x="241452" y="2776676"/>
                  </a:lnTo>
                  <a:lnTo>
                    <a:pt x="241639" y="2777954"/>
                  </a:lnTo>
                  <a:lnTo>
                    <a:pt x="241826" y="2779274"/>
                  </a:lnTo>
                  <a:lnTo>
                    <a:pt x="242013" y="2780401"/>
                  </a:lnTo>
                  <a:lnTo>
                    <a:pt x="242200" y="2781430"/>
                  </a:lnTo>
                  <a:lnTo>
                    <a:pt x="242387" y="2782458"/>
                  </a:lnTo>
                  <a:lnTo>
                    <a:pt x="242574" y="2783398"/>
                  </a:lnTo>
                  <a:lnTo>
                    <a:pt x="242761" y="2784119"/>
                  </a:lnTo>
                  <a:lnTo>
                    <a:pt x="242948" y="2784795"/>
                  </a:lnTo>
                  <a:lnTo>
                    <a:pt x="243135" y="2785258"/>
                  </a:lnTo>
                  <a:lnTo>
                    <a:pt x="243322" y="2785660"/>
                  </a:lnTo>
                  <a:lnTo>
                    <a:pt x="243509" y="2785820"/>
                  </a:lnTo>
                  <a:lnTo>
                    <a:pt x="243695" y="2785949"/>
                  </a:lnTo>
                  <a:lnTo>
                    <a:pt x="243882" y="2786032"/>
                  </a:lnTo>
                  <a:lnTo>
                    <a:pt x="244069" y="2785947"/>
                  </a:lnTo>
                  <a:lnTo>
                    <a:pt x="244256" y="2785863"/>
                  </a:lnTo>
                  <a:lnTo>
                    <a:pt x="244443" y="2785607"/>
                  </a:lnTo>
                  <a:lnTo>
                    <a:pt x="244630" y="2785300"/>
                  </a:lnTo>
                  <a:lnTo>
                    <a:pt x="244817" y="2785169"/>
                  </a:lnTo>
                  <a:lnTo>
                    <a:pt x="245004" y="2784972"/>
                  </a:lnTo>
                  <a:lnTo>
                    <a:pt x="245191" y="2784874"/>
                  </a:lnTo>
                  <a:lnTo>
                    <a:pt x="245378" y="2784716"/>
                  </a:lnTo>
                  <a:lnTo>
                    <a:pt x="245565" y="2784557"/>
                  </a:lnTo>
                  <a:lnTo>
                    <a:pt x="245752" y="2784399"/>
                  </a:lnTo>
                  <a:lnTo>
                    <a:pt x="245939" y="2784233"/>
                  </a:lnTo>
                  <a:lnTo>
                    <a:pt x="246125" y="2783930"/>
                  </a:lnTo>
                  <a:lnTo>
                    <a:pt x="246312" y="2783714"/>
                  </a:lnTo>
                  <a:lnTo>
                    <a:pt x="246499" y="2783680"/>
                  </a:lnTo>
                  <a:lnTo>
                    <a:pt x="246686" y="2783724"/>
                  </a:lnTo>
                  <a:lnTo>
                    <a:pt x="246873" y="2783760"/>
                  </a:lnTo>
                  <a:lnTo>
                    <a:pt x="247060" y="2783654"/>
                  </a:lnTo>
                  <a:lnTo>
                    <a:pt x="247247" y="2783433"/>
                  </a:lnTo>
                  <a:lnTo>
                    <a:pt x="247434" y="2782963"/>
                  </a:lnTo>
                  <a:lnTo>
                    <a:pt x="247621" y="2782235"/>
                  </a:lnTo>
                  <a:lnTo>
                    <a:pt x="247808" y="2781406"/>
                  </a:lnTo>
                  <a:lnTo>
                    <a:pt x="247995" y="2780483"/>
                  </a:lnTo>
                  <a:lnTo>
                    <a:pt x="248182" y="2779934"/>
                  </a:lnTo>
                  <a:lnTo>
                    <a:pt x="248368" y="2779442"/>
                  </a:lnTo>
                  <a:lnTo>
                    <a:pt x="248555" y="2778950"/>
                  </a:lnTo>
                  <a:lnTo>
                    <a:pt x="248742" y="2778575"/>
                  </a:lnTo>
                  <a:lnTo>
                    <a:pt x="248929" y="2778378"/>
                  </a:lnTo>
                  <a:lnTo>
                    <a:pt x="249116" y="2778030"/>
                  </a:lnTo>
                  <a:lnTo>
                    <a:pt x="249303" y="2777596"/>
                  </a:lnTo>
                  <a:lnTo>
                    <a:pt x="249490" y="2777104"/>
                  </a:lnTo>
                  <a:lnTo>
                    <a:pt x="249677" y="2776582"/>
                  </a:lnTo>
                  <a:lnTo>
                    <a:pt x="249864" y="2776167"/>
                  </a:lnTo>
                  <a:lnTo>
                    <a:pt x="250051" y="2776345"/>
                  </a:lnTo>
                  <a:lnTo>
                    <a:pt x="250238" y="2776714"/>
                  </a:lnTo>
                  <a:lnTo>
                    <a:pt x="250425" y="2777277"/>
                  </a:lnTo>
                  <a:lnTo>
                    <a:pt x="250612" y="2777946"/>
                  </a:lnTo>
                  <a:lnTo>
                    <a:pt x="250798" y="2778686"/>
                  </a:lnTo>
                  <a:lnTo>
                    <a:pt x="250985" y="2779154"/>
                  </a:lnTo>
                  <a:lnTo>
                    <a:pt x="251172" y="2779551"/>
                  </a:lnTo>
                  <a:lnTo>
                    <a:pt x="251359" y="2779948"/>
                  </a:lnTo>
                  <a:lnTo>
                    <a:pt x="251546" y="2780213"/>
                  </a:lnTo>
                  <a:lnTo>
                    <a:pt x="251733" y="2780456"/>
                  </a:lnTo>
                  <a:lnTo>
                    <a:pt x="251920" y="2780778"/>
                  </a:lnTo>
                  <a:lnTo>
                    <a:pt x="252107" y="2780999"/>
                  </a:lnTo>
                  <a:lnTo>
                    <a:pt x="252294" y="2781322"/>
                  </a:lnTo>
                  <a:lnTo>
                    <a:pt x="252481" y="2781667"/>
                  </a:lnTo>
                  <a:lnTo>
                    <a:pt x="252668" y="2781845"/>
                  </a:lnTo>
                  <a:lnTo>
                    <a:pt x="252855" y="2781811"/>
                  </a:lnTo>
                  <a:lnTo>
                    <a:pt x="253041" y="2781720"/>
                  </a:lnTo>
                  <a:lnTo>
                    <a:pt x="253228" y="2781420"/>
                  </a:lnTo>
                  <a:lnTo>
                    <a:pt x="253415" y="2781083"/>
                  </a:lnTo>
                  <a:lnTo>
                    <a:pt x="253602" y="2780745"/>
                  </a:lnTo>
                  <a:lnTo>
                    <a:pt x="253789" y="2780325"/>
                  </a:lnTo>
                  <a:lnTo>
                    <a:pt x="253976" y="2779746"/>
                  </a:lnTo>
                  <a:lnTo>
                    <a:pt x="254163" y="2779010"/>
                  </a:lnTo>
                  <a:lnTo>
                    <a:pt x="254350" y="2778180"/>
                  </a:lnTo>
                  <a:lnTo>
                    <a:pt x="254537" y="2777535"/>
                  </a:lnTo>
                  <a:lnTo>
                    <a:pt x="254724" y="2776925"/>
                  </a:lnTo>
                  <a:lnTo>
                    <a:pt x="254911" y="2776313"/>
                  </a:lnTo>
                  <a:lnTo>
                    <a:pt x="255098" y="2775668"/>
                  </a:lnTo>
                  <a:lnTo>
                    <a:pt x="255285" y="2775023"/>
                  </a:lnTo>
                  <a:lnTo>
                    <a:pt x="255471" y="2774379"/>
                  </a:lnTo>
                  <a:lnTo>
                    <a:pt x="255658" y="2773724"/>
                  </a:lnTo>
                  <a:lnTo>
                    <a:pt x="255845" y="2773152"/>
                  </a:lnTo>
                  <a:lnTo>
                    <a:pt x="256032" y="2772633"/>
                  </a:lnTo>
                  <a:lnTo>
                    <a:pt x="256219" y="2772105"/>
                  </a:lnTo>
                  <a:lnTo>
                    <a:pt x="256406" y="2771548"/>
                  </a:lnTo>
                  <a:lnTo>
                    <a:pt x="256593" y="2771078"/>
                  </a:lnTo>
                  <a:lnTo>
                    <a:pt x="256780" y="2770684"/>
                  </a:lnTo>
                  <a:lnTo>
                    <a:pt x="256967" y="2770470"/>
                  </a:lnTo>
                  <a:lnTo>
                    <a:pt x="257154" y="2770353"/>
                  </a:lnTo>
                  <a:lnTo>
                    <a:pt x="257341" y="2770056"/>
                  </a:lnTo>
                  <a:lnTo>
                    <a:pt x="257528" y="2769457"/>
                  </a:lnTo>
                  <a:lnTo>
                    <a:pt x="257715" y="2768769"/>
                  </a:lnTo>
                  <a:lnTo>
                    <a:pt x="257901" y="2768060"/>
                  </a:lnTo>
                  <a:lnTo>
                    <a:pt x="258088" y="2767300"/>
                  </a:lnTo>
                  <a:lnTo>
                    <a:pt x="258275" y="2766472"/>
                  </a:lnTo>
                  <a:lnTo>
                    <a:pt x="258462" y="2765695"/>
                  </a:lnTo>
                  <a:lnTo>
                    <a:pt x="258649" y="2764918"/>
                  </a:lnTo>
                  <a:lnTo>
                    <a:pt x="258836" y="2764144"/>
                  </a:lnTo>
                  <a:lnTo>
                    <a:pt x="259023" y="2763542"/>
                  </a:lnTo>
                  <a:lnTo>
                    <a:pt x="259210" y="2763177"/>
                  </a:lnTo>
                  <a:lnTo>
                    <a:pt x="259397" y="2762729"/>
                  </a:lnTo>
                  <a:lnTo>
                    <a:pt x="259584" y="2762374"/>
                  </a:lnTo>
                  <a:lnTo>
                    <a:pt x="259771" y="2762233"/>
                  </a:lnTo>
                  <a:lnTo>
                    <a:pt x="259958" y="2762107"/>
                  </a:lnTo>
                  <a:lnTo>
                    <a:pt x="260144" y="2762279"/>
                  </a:lnTo>
                  <a:lnTo>
                    <a:pt x="260331" y="2762530"/>
                  </a:lnTo>
                  <a:lnTo>
                    <a:pt x="260518" y="2762843"/>
                  </a:lnTo>
                  <a:lnTo>
                    <a:pt x="260705" y="2763180"/>
                  </a:lnTo>
                  <a:lnTo>
                    <a:pt x="260892" y="2763563"/>
                  </a:lnTo>
                  <a:lnTo>
                    <a:pt x="261079" y="2763946"/>
                  </a:lnTo>
                  <a:lnTo>
                    <a:pt x="261266" y="2764140"/>
                  </a:lnTo>
                  <a:lnTo>
                    <a:pt x="261453" y="2764358"/>
                  </a:lnTo>
                  <a:lnTo>
                    <a:pt x="261640" y="2764584"/>
                  </a:lnTo>
                  <a:lnTo>
                    <a:pt x="261827" y="2764775"/>
                  </a:lnTo>
                  <a:lnTo>
                    <a:pt x="262014" y="2764711"/>
                  </a:lnTo>
                  <a:lnTo>
                    <a:pt x="262201" y="2764554"/>
                  </a:lnTo>
                  <a:lnTo>
                    <a:pt x="262388" y="2764434"/>
                  </a:lnTo>
                  <a:lnTo>
                    <a:pt x="262574" y="2764385"/>
                  </a:lnTo>
                  <a:lnTo>
                    <a:pt x="262761" y="2764303"/>
                  </a:lnTo>
                  <a:lnTo>
                    <a:pt x="262948" y="2764297"/>
                  </a:lnTo>
                  <a:lnTo>
                    <a:pt x="263135" y="2764351"/>
                  </a:lnTo>
                  <a:lnTo>
                    <a:pt x="263322" y="2764406"/>
                  </a:lnTo>
                  <a:lnTo>
                    <a:pt x="263509" y="2764461"/>
                  </a:lnTo>
                  <a:lnTo>
                    <a:pt x="263696" y="2764516"/>
                  </a:lnTo>
                  <a:lnTo>
                    <a:pt x="263883" y="2764593"/>
                  </a:lnTo>
                  <a:lnTo>
                    <a:pt x="264070" y="2764798"/>
                  </a:lnTo>
                  <a:lnTo>
                    <a:pt x="264257" y="2764976"/>
                  </a:lnTo>
                  <a:lnTo>
                    <a:pt x="264444" y="2764976"/>
                  </a:lnTo>
                  <a:lnTo>
                    <a:pt x="264631" y="2764976"/>
                  </a:lnTo>
                  <a:lnTo>
                    <a:pt x="264818" y="2765134"/>
                  </a:lnTo>
                  <a:lnTo>
                    <a:pt x="265004" y="2765425"/>
                  </a:lnTo>
                  <a:lnTo>
                    <a:pt x="265191" y="2765777"/>
                  </a:lnTo>
                  <a:lnTo>
                    <a:pt x="265378" y="2766093"/>
                  </a:lnTo>
                  <a:lnTo>
                    <a:pt x="265565" y="2766269"/>
                  </a:lnTo>
                  <a:lnTo>
                    <a:pt x="265752" y="2766331"/>
                  </a:lnTo>
                  <a:lnTo>
                    <a:pt x="265939" y="2766331"/>
                  </a:lnTo>
                  <a:lnTo>
                    <a:pt x="266126" y="2766331"/>
                  </a:lnTo>
                  <a:lnTo>
                    <a:pt x="266313" y="2766331"/>
                  </a:lnTo>
                  <a:lnTo>
                    <a:pt x="266500" y="2766331"/>
                  </a:lnTo>
                  <a:lnTo>
                    <a:pt x="266687" y="2766313"/>
                  </a:lnTo>
                  <a:lnTo>
                    <a:pt x="266874" y="2766169"/>
                  </a:lnTo>
                  <a:lnTo>
                    <a:pt x="267061" y="2765874"/>
                  </a:lnTo>
                  <a:lnTo>
                    <a:pt x="267247" y="2765662"/>
                  </a:lnTo>
                  <a:lnTo>
                    <a:pt x="267434" y="2765294"/>
                  </a:lnTo>
                  <a:lnTo>
                    <a:pt x="267621" y="2764903"/>
                  </a:lnTo>
                  <a:lnTo>
                    <a:pt x="267808" y="2764511"/>
                  </a:lnTo>
                  <a:lnTo>
                    <a:pt x="267995" y="2764120"/>
                  </a:lnTo>
                  <a:lnTo>
                    <a:pt x="268182" y="2763729"/>
                  </a:lnTo>
                  <a:lnTo>
                    <a:pt x="268369" y="2763337"/>
                  </a:lnTo>
                  <a:lnTo>
                    <a:pt x="268556" y="2763088"/>
                  </a:lnTo>
                  <a:lnTo>
                    <a:pt x="268743" y="2762847"/>
                  </a:lnTo>
                  <a:lnTo>
                    <a:pt x="268930" y="2762606"/>
                  </a:lnTo>
                  <a:lnTo>
                    <a:pt x="269117" y="2762365"/>
                  </a:lnTo>
                  <a:lnTo>
                    <a:pt x="269304" y="2762124"/>
                  </a:lnTo>
                  <a:lnTo>
                    <a:pt x="269491" y="2761850"/>
                  </a:lnTo>
                  <a:lnTo>
                    <a:pt x="269677" y="2761750"/>
                  </a:lnTo>
                  <a:lnTo>
                    <a:pt x="269864" y="2761822"/>
                  </a:lnTo>
                  <a:lnTo>
                    <a:pt x="270051" y="2761852"/>
                  </a:lnTo>
                  <a:lnTo>
                    <a:pt x="270238" y="2761760"/>
                  </a:lnTo>
                  <a:lnTo>
                    <a:pt x="270425" y="2761573"/>
                  </a:lnTo>
                  <a:lnTo>
                    <a:pt x="270612" y="2761433"/>
                  </a:lnTo>
                  <a:lnTo>
                    <a:pt x="270799" y="2761298"/>
                  </a:lnTo>
                  <a:lnTo>
                    <a:pt x="270986" y="2761284"/>
                  </a:lnTo>
                  <a:lnTo>
                    <a:pt x="271173" y="2761314"/>
                  </a:lnTo>
                  <a:lnTo>
                    <a:pt x="271360" y="2761408"/>
                  </a:lnTo>
                  <a:lnTo>
                    <a:pt x="271547" y="2761622"/>
                  </a:lnTo>
                  <a:lnTo>
                    <a:pt x="271734" y="2761970"/>
                  </a:lnTo>
                  <a:lnTo>
                    <a:pt x="271920" y="2762166"/>
                  </a:lnTo>
                  <a:lnTo>
                    <a:pt x="272107" y="2762342"/>
                  </a:lnTo>
                  <a:lnTo>
                    <a:pt x="272294" y="2762848"/>
                  </a:lnTo>
                  <a:lnTo>
                    <a:pt x="272481" y="2763273"/>
                  </a:lnTo>
                  <a:lnTo>
                    <a:pt x="272668" y="2763953"/>
                  </a:lnTo>
                  <a:lnTo>
                    <a:pt x="272855" y="2764866"/>
                  </a:lnTo>
                  <a:lnTo>
                    <a:pt x="273042" y="2765994"/>
                  </a:lnTo>
                  <a:lnTo>
                    <a:pt x="273229" y="2767315"/>
                  </a:lnTo>
                  <a:lnTo>
                    <a:pt x="273416" y="2768484"/>
                  </a:lnTo>
                  <a:lnTo>
                    <a:pt x="273603" y="2769644"/>
                  </a:lnTo>
                  <a:lnTo>
                    <a:pt x="273790" y="2770706"/>
                  </a:lnTo>
                  <a:lnTo>
                    <a:pt x="273977" y="2771590"/>
                  </a:lnTo>
                  <a:lnTo>
                    <a:pt x="274164" y="2772151"/>
                  </a:lnTo>
                  <a:lnTo>
                    <a:pt x="274350" y="2772536"/>
                  </a:lnTo>
                  <a:lnTo>
                    <a:pt x="274537" y="2772720"/>
                  </a:lnTo>
                  <a:lnTo>
                    <a:pt x="274724" y="2772991"/>
                  </a:lnTo>
                  <a:lnTo>
                    <a:pt x="274911" y="2773179"/>
                  </a:lnTo>
                  <a:lnTo>
                    <a:pt x="275098" y="2773164"/>
                  </a:lnTo>
                  <a:lnTo>
                    <a:pt x="275285" y="2773059"/>
                  </a:lnTo>
                  <a:lnTo>
                    <a:pt x="275472" y="2772932"/>
                  </a:lnTo>
                  <a:lnTo>
                    <a:pt x="275659" y="2772682"/>
                  </a:lnTo>
                  <a:lnTo>
                    <a:pt x="275846" y="2772578"/>
                  </a:lnTo>
                  <a:lnTo>
                    <a:pt x="276033" y="2772492"/>
                  </a:lnTo>
                  <a:lnTo>
                    <a:pt x="276220" y="2772395"/>
                  </a:lnTo>
                  <a:lnTo>
                    <a:pt x="276407" y="2772299"/>
                  </a:lnTo>
                  <a:lnTo>
                    <a:pt x="276594" y="2772056"/>
                  </a:lnTo>
                  <a:lnTo>
                    <a:pt x="276780" y="2771929"/>
                  </a:lnTo>
                  <a:lnTo>
                    <a:pt x="276967" y="2771724"/>
                  </a:lnTo>
                  <a:lnTo>
                    <a:pt x="277154" y="2771519"/>
                  </a:lnTo>
                  <a:lnTo>
                    <a:pt x="277341" y="2771314"/>
                  </a:lnTo>
                  <a:lnTo>
                    <a:pt x="277528" y="2771109"/>
                  </a:lnTo>
                  <a:lnTo>
                    <a:pt x="277715" y="2770868"/>
                  </a:lnTo>
                  <a:lnTo>
                    <a:pt x="277902" y="2770739"/>
                  </a:lnTo>
                  <a:lnTo>
                    <a:pt x="278089" y="2770521"/>
                  </a:lnTo>
                  <a:lnTo>
                    <a:pt x="278276" y="2770415"/>
                  </a:lnTo>
                  <a:lnTo>
                    <a:pt x="278463" y="2770500"/>
                  </a:lnTo>
                  <a:lnTo>
                    <a:pt x="278650" y="2770521"/>
                  </a:lnTo>
                  <a:lnTo>
                    <a:pt x="278837" y="2770471"/>
                  </a:lnTo>
                  <a:lnTo>
                    <a:pt x="279023" y="2770248"/>
                  </a:lnTo>
                  <a:lnTo>
                    <a:pt x="279210" y="2769984"/>
                  </a:lnTo>
                  <a:lnTo>
                    <a:pt x="279397" y="2769824"/>
                  </a:lnTo>
                  <a:lnTo>
                    <a:pt x="279584" y="2769676"/>
                  </a:lnTo>
                  <a:lnTo>
                    <a:pt x="279771" y="2769527"/>
                  </a:lnTo>
                  <a:lnTo>
                    <a:pt x="279958" y="2769378"/>
                  </a:lnTo>
                  <a:lnTo>
                    <a:pt x="280145" y="2769229"/>
                  </a:lnTo>
                  <a:lnTo>
                    <a:pt x="280332" y="2769081"/>
                  </a:lnTo>
                  <a:lnTo>
                    <a:pt x="280519" y="2769185"/>
                  </a:lnTo>
                  <a:lnTo>
                    <a:pt x="280706" y="2769324"/>
                  </a:lnTo>
                  <a:lnTo>
                    <a:pt x="280893" y="2769635"/>
                  </a:lnTo>
                  <a:lnTo>
                    <a:pt x="281080" y="2769977"/>
                  </a:lnTo>
                  <a:lnTo>
                    <a:pt x="281267" y="2770349"/>
                  </a:lnTo>
                  <a:lnTo>
                    <a:pt x="281453" y="2770734"/>
                  </a:lnTo>
                  <a:lnTo>
                    <a:pt x="281640" y="2771132"/>
                  </a:lnTo>
                  <a:lnTo>
                    <a:pt x="281827" y="2771508"/>
                  </a:lnTo>
                  <a:lnTo>
                    <a:pt x="282014" y="2771970"/>
                  </a:lnTo>
                  <a:lnTo>
                    <a:pt x="282201" y="2772235"/>
                  </a:lnTo>
                  <a:lnTo>
                    <a:pt x="282388" y="2772592"/>
                  </a:lnTo>
                  <a:lnTo>
                    <a:pt x="282575" y="2772950"/>
                  </a:lnTo>
                  <a:lnTo>
                    <a:pt x="282762" y="2773308"/>
                  </a:lnTo>
                  <a:lnTo>
                    <a:pt x="282949" y="2773665"/>
                  </a:lnTo>
                  <a:lnTo>
                    <a:pt x="283136" y="2774023"/>
                  </a:lnTo>
                  <a:lnTo>
                    <a:pt x="283323" y="2774388"/>
                  </a:lnTo>
                  <a:lnTo>
                    <a:pt x="283510" y="2774841"/>
                  </a:lnTo>
                  <a:lnTo>
                    <a:pt x="283697" y="2775208"/>
                  </a:lnTo>
                  <a:lnTo>
                    <a:pt x="283883" y="2775452"/>
                  </a:lnTo>
                  <a:lnTo>
                    <a:pt x="284070" y="2775600"/>
                  </a:lnTo>
                  <a:lnTo>
                    <a:pt x="284257" y="2775745"/>
                  </a:lnTo>
                  <a:lnTo>
                    <a:pt x="284444" y="2776132"/>
                  </a:lnTo>
                  <a:lnTo>
                    <a:pt x="284631" y="2776598"/>
                  </a:lnTo>
                  <a:lnTo>
                    <a:pt x="284818" y="2777307"/>
                  </a:lnTo>
                  <a:lnTo>
                    <a:pt x="285005" y="2778271"/>
                  </a:lnTo>
                  <a:lnTo>
                    <a:pt x="285192" y="2779208"/>
                  </a:lnTo>
                  <a:lnTo>
                    <a:pt x="285379" y="2780241"/>
                  </a:lnTo>
                  <a:lnTo>
                    <a:pt x="285566" y="2781275"/>
                  </a:lnTo>
                  <a:lnTo>
                    <a:pt x="285753" y="2782293"/>
                  </a:lnTo>
                  <a:lnTo>
                    <a:pt x="285940" y="2783173"/>
                  </a:lnTo>
                  <a:lnTo>
                    <a:pt x="286126" y="2784044"/>
                  </a:lnTo>
                  <a:lnTo>
                    <a:pt x="286313" y="2784774"/>
                  </a:lnTo>
                  <a:lnTo>
                    <a:pt x="286500" y="2785653"/>
                  </a:lnTo>
                  <a:lnTo>
                    <a:pt x="286687" y="2786533"/>
                  </a:lnTo>
                  <a:lnTo>
                    <a:pt x="286874" y="2787412"/>
                  </a:lnTo>
                  <a:lnTo>
                    <a:pt x="287061" y="2788292"/>
                  </a:lnTo>
                  <a:lnTo>
                    <a:pt x="287248" y="2789172"/>
                  </a:lnTo>
                  <a:lnTo>
                    <a:pt x="287435" y="2789697"/>
                  </a:lnTo>
                  <a:lnTo>
                    <a:pt x="287622" y="2790032"/>
                  </a:lnTo>
                  <a:lnTo>
                    <a:pt x="287809" y="2790172"/>
                  </a:lnTo>
                  <a:lnTo>
                    <a:pt x="287996" y="2790207"/>
                  </a:lnTo>
                  <a:lnTo>
                    <a:pt x="288183" y="2790162"/>
                  </a:lnTo>
                  <a:lnTo>
                    <a:pt x="288370" y="2790116"/>
                  </a:lnTo>
                  <a:lnTo>
                    <a:pt x="288556" y="2790071"/>
                  </a:lnTo>
                  <a:lnTo>
                    <a:pt x="288743" y="2790026"/>
                  </a:lnTo>
                  <a:lnTo>
                    <a:pt x="288930" y="2789981"/>
                  </a:lnTo>
                  <a:lnTo>
                    <a:pt x="289117" y="2789914"/>
                  </a:lnTo>
                  <a:lnTo>
                    <a:pt x="289304" y="2789768"/>
                  </a:lnTo>
                  <a:lnTo>
                    <a:pt x="289491" y="2789723"/>
                  </a:lnTo>
                  <a:lnTo>
                    <a:pt x="289678" y="2789575"/>
                  </a:lnTo>
                  <a:lnTo>
                    <a:pt x="289865" y="2789545"/>
                  </a:lnTo>
                  <a:lnTo>
                    <a:pt x="290052" y="2789436"/>
                  </a:lnTo>
                  <a:lnTo>
                    <a:pt x="290239" y="2789585"/>
                  </a:lnTo>
                  <a:lnTo>
                    <a:pt x="290426" y="2789631"/>
                  </a:lnTo>
                  <a:lnTo>
                    <a:pt x="290613" y="2789855"/>
                  </a:lnTo>
                  <a:lnTo>
                    <a:pt x="290799" y="2790117"/>
                  </a:lnTo>
                  <a:lnTo>
                    <a:pt x="290986" y="2790379"/>
                  </a:lnTo>
                  <a:lnTo>
                    <a:pt x="291173" y="2790723"/>
                  </a:lnTo>
                  <a:lnTo>
                    <a:pt x="291360" y="2791226"/>
                  </a:lnTo>
                  <a:lnTo>
                    <a:pt x="291547" y="2791886"/>
                  </a:lnTo>
                  <a:lnTo>
                    <a:pt x="291734" y="2792640"/>
                  </a:lnTo>
                  <a:lnTo>
                    <a:pt x="291921" y="2793209"/>
                  </a:lnTo>
                  <a:lnTo>
                    <a:pt x="292108" y="2793744"/>
                  </a:lnTo>
                  <a:lnTo>
                    <a:pt x="292295" y="2794280"/>
                  </a:lnTo>
                  <a:lnTo>
                    <a:pt x="292482" y="2794849"/>
                  </a:lnTo>
                  <a:lnTo>
                    <a:pt x="292669" y="2795371"/>
                  </a:lnTo>
                  <a:lnTo>
                    <a:pt x="292856" y="2795758"/>
                  </a:lnTo>
                  <a:lnTo>
                    <a:pt x="293043" y="2796152"/>
                  </a:lnTo>
                  <a:lnTo>
                    <a:pt x="293229" y="2796505"/>
                  </a:lnTo>
                  <a:lnTo>
                    <a:pt x="293416" y="2796705"/>
                  </a:lnTo>
                  <a:lnTo>
                    <a:pt x="293603" y="2796867"/>
                  </a:lnTo>
                  <a:lnTo>
                    <a:pt x="293790" y="2797028"/>
                  </a:lnTo>
                  <a:lnTo>
                    <a:pt x="293977" y="2797139"/>
                  </a:lnTo>
                  <a:lnTo>
                    <a:pt x="294164" y="2797207"/>
                  </a:lnTo>
                  <a:lnTo>
                    <a:pt x="294351" y="2797041"/>
                  </a:lnTo>
                  <a:lnTo>
                    <a:pt x="294538" y="2796655"/>
                  </a:lnTo>
                  <a:lnTo>
                    <a:pt x="294725" y="2796450"/>
                  </a:lnTo>
                  <a:lnTo>
                    <a:pt x="294912" y="2796546"/>
                  </a:lnTo>
                  <a:lnTo>
                    <a:pt x="295099" y="2796866"/>
                  </a:lnTo>
                  <a:lnTo>
                    <a:pt x="295286" y="2797299"/>
                  </a:lnTo>
                  <a:lnTo>
                    <a:pt x="295473" y="2797836"/>
                  </a:lnTo>
                  <a:lnTo>
                    <a:pt x="295659" y="2798625"/>
                  </a:lnTo>
                  <a:lnTo>
                    <a:pt x="295846" y="2799414"/>
                  </a:lnTo>
                  <a:lnTo>
                    <a:pt x="296033" y="2800204"/>
                  </a:lnTo>
                  <a:lnTo>
                    <a:pt x="296220" y="2800993"/>
                  </a:lnTo>
                  <a:lnTo>
                    <a:pt x="296407" y="2801782"/>
                  </a:lnTo>
                  <a:lnTo>
                    <a:pt x="296594" y="2802571"/>
                  </a:lnTo>
                  <a:lnTo>
                    <a:pt x="296781" y="2803361"/>
                  </a:lnTo>
                  <a:lnTo>
                    <a:pt x="296968" y="2804244"/>
                  </a:lnTo>
                  <a:lnTo>
                    <a:pt x="297155" y="2804965"/>
                  </a:lnTo>
                  <a:lnTo>
                    <a:pt x="297342" y="2805795"/>
                  </a:lnTo>
                  <a:lnTo>
                    <a:pt x="297529" y="2806326"/>
                  </a:lnTo>
                  <a:lnTo>
                    <a:pt x="297716" y="2806779"/>
                  </a:lnTo>
                  <a:lnTo>
                    <a:pt x="297902" y="2806959"/>
                  </a:lnTo>
                  <a:lnTo>
                    <a:pt x="298089" y="2806973"/>
                  </a:lnTo>
                  <a:lnTo>
                    <a:pt x="298276" y="2807086"/>
                  </a:lnTo>
                  <a:lnTo>
                    <a:pt x="298463" y="2807112"/>
                  </a:lnTo>
                  <a:lnTo>
                    <a:pt x="298650" y="2807248"/>
                  </a:lnTo>
                  <a:lnTo>
                    <a:pt x="298837" y="2807386"/>
                  </a:lnTo>
                  <a:lnTo>
                    <a:pt x="299024" y="2807525"/>
                  </a:lnTo>
                  <a:lnTo>
                    <a:pt x="299211" y="2807665"/>
                  </a:lnTo>
                  <a:lnTo>
                    <a:pt x="299398" y="2807918"/>
                  </a:lnTo>
                  <a:lnTo>
                    <a:pt x="299585" y="2808265"/>
                  </a:lnTo>
                  <a:lnTo>
                    <a:pt x="299772" y="2808574"/>
                  </a:lnTo>
                  <a:lnTo>
                    <a:pt x="299959" y="2808848"/>
                  </a:lnTo>
                  <a:lnTo>
                    <a:pt x="300146" y="2809295"/>
                  </a:lnTo>
                  <a:lnTo>
                    <a:pt x="300332" y="2809782"/>
                  </a:lnTo>
                  <a:lnTo>
                    <a:pt x="300519" y="2810268"/>
                  </a:lnTo>
                  <a:lnTo>
                    <a:pt x="300706" y="2810755"/>
                  </a:lnTo>
                  <a:lnTo>
                    <a:pt x="300893" y="2811241"/>
                  </a:lnTo>
                  <a:lnTo>
                    <a:pt x="301080" y="2811692"/>
                  </a:lnTo>
                  <a:lnTo>
                    <a:pt x="301267" y="2812120"/>
                  </a:lnTo>
                  <a:lnTo>
                    <a:pt x="301454" y="2812421"/>
                  </a:lnTo>
                  <a:lnTo>
                    <a:pt x="301641" y="2812728"/>
                  </a:lnTo>
                  <a:lnTo>
                    <a:pt x="301828" y="2813080"/>
                  </a:lnTo>
                  <a:lnTo>
                    <a:pt x="302015" y="2813432"/>
                  </a:lnTo>
                  <a:lnTo>
                    <a:pt x="302202" y="2813625"/>
                  </a:lnTo>
                  <a:lnTo>
                    <a:pt x="302389" y="2813687"/>
                  </a:lnTo>
                  <a:lnTo>
                    <a:pt x="302575" y="2813687"/>
                  </a:lnTo>
                  <a:lnTo>
                    <a:pt x="302762" y="2813687"/>
                  </a:lnTo>
                  <a:lnTo>
                    <a:pt x="302949" y="2813687"/>
                  </a:lnTo>
                  <a:lnTo>
                    <a:pt x="303136" y="2813687"/>
                  </a:lnTo>
                  <a:lnTo>
                    <a:pt x="303323" y="2813687"/>
                  </a:lnTo>
                  <a:lnTo>
                    <a:pt x="303510" y="2813687"/>
                  </a:lnTo>
                  <a:lnTo>
                    <a:pt x="303697" y="2813687"/>
                  </a:lnTo>
                  <a:lnTo>
                    <a:pt x="303884" y="2813687"/>
                  </a:lnTo>
                  <a:lnTo>
                    <a:pt x="304071" y="2813704"/>
                  </a:lnTo>
                  <a:lnTo>
                    <a:pt x="304258" y="2813848"/>
                  </a:lnTo>
                  <a:lnTo>
                    <a:pt x="304445" y="2814153"/>
                  </a:lnTo>
                  <a:lnTo>
                    <a:pt x="304632" y="2814541"/>
                  </a:lnTo>
                  <a:lnTo>
                    <a:pt x="304819" y="2814928"/>
                  </a:lnTo>
                  <a:lnTo>
                    <a:pt x="305005" y="2815316"/>
                  </a:lnTo>
                  <a:lnTo>
                    <a:pt x="305192" y="2815704"/>
                  </a:lnTo>
                  <a:lnTo>
                    <a:pt x="305379" y="2816092"/>
                  </a:lnTo>
                  <a:lnTo>
                    <a:pt x="305566" y="2816480"/>
                  </a:lnTo>
                  <a:lnTo>
                    <a:pt x="305753" y="2817011"/>
                  </a:lnTo>
                  <a:lnTo>
                    <a:pt x="305940" y="2817553"/>
                  </a:lnTo>
                  <a:lnTo>
                    <a:pt x="306127" y="2818130"/>
                  </a:lnTo>
                  <a:lnTo>
                    <a:pt x="306314" y="2818708"/>
                  </a:lnTo>
                  <a:lnTo>
                    <a:pt x="306501" y="2819285"/>
                  </a:lnTo>
                  <a:lnTo>
                    <a:pt x="306688" y="2819862"/>
                  </a:lnTo>
                  <a:lnTo>
                    <a:pt x="306875" y="2820425"/>
                  </a:lnTo>
                  <a:lnTo>
                    <a:pt x="307062" y="2820748"/>
                  </a:lnTo>
                  <a:lnTo>
                    <a:pt x="307249" y="2820944"/>
                  </a:lnTo>
                  <a:lnTo>
                    <a:pt x="307435" y="2821142"/>
                  </a:lnTo>
                  <a:lnTo>
                    <a:pt x="307622" y="2821508"/>
                  </a:lnTo>
                  <a:lnTo>
                    <a:pt x="307809" y="2821915"/>
                  </a:lnTo>
                  <a:lnTo>
                    <a:pt x="307996" y="2822312"/>
                  </a:lnTo>
                  <a:lnTo>
                    <a:pt x="308183" y="2822709"/>
                  </a:lnTo>
                  <a:lnTo>
                    <a:pt x="308370" y="2823106"/>
                  </a:lnTo>
                  <a:lnTo>
                    <a:pt x="308557" y="2823462"/>
                  </a:lnTo>
                  <a:lnTo>
                    <a:pt x="308744" y="2823799"/>
                  </a:lnTo>
                  <a:lnTo>
                    <a:pt x="308931" y="2823975"/>
                  </a:lnTo>
                  <a:lnTo>
                    <a:pt x="309118" y="2824169"/>
                  </a:lnTo>
                  <a:lnTo>
                    <a:pt x="309305" y="2824398"/>
                  </a:lnTo>
                  <a:lnTo>
                    <a:pt x="309492" y="2824714"/>
                  </a:lnTo>
                  <a:lnTo>
                    <a:pt x="309678" y="2825110"/>
                  </a:lnTo>
                  <a:lnTo>
                    <a:pt x="309865" y="2825699"/>
                  </a:lnTo>
                  <a:lnTo>
                    <a:pt x="310052" y="2826125"/>
                  </a:lnTo>
                  <a:lnTo>
                    <a:pt x="310239" y="2826673"/>
                  </a:lnTo>
                  <a:lnTo>
                    <a:pt x="310426" y="2826951"/>
                  </a:lnTo>
                  <a:lnTo>
                    <a:pt x="310613" y="2826933"/>
                  </a:lnTo>
                  <a:lnTo>
                    <a:pt x="310800" y="2826995"/>
                  </a:lnTo>
                  <a:lnTo>
                    <a:pt x="310987" y="2826996"/>
                  </a:lnTo>
                  <a:lnTo>
                    <a:pt x="311174" y="2826813"/>
                  </a:lnTo>
                  <a:lnTo>
                    <a:pt x="311361" y="2826747"/>
                  </a:lnTo>
                  <a:lnTo>
                    <a:pt x="311548" y="2826740"/>
                  </a:lnTo>
                  <a:lnTo>
                    <a:pt x="311735" y="2826567"/>
                  </a:lnTo>
                  <a:lnTo>
                    <a:pt x="311922" y="2826383"/>
                  </a:lnTo>
                  <a:lnTo>
                    <a:pt x="312108" y="2826226"/>
                  </a:lnTo>
                  <a:lnTo>
                    <a:pt x="312295" y="2826238"/>
                  </a:lnTo>
                  <a:lnTo>
                    <a:pt x="312482" y="2826308"/>
                  </a:lnTo>
                  <a:lnTo>
                    <a:pt x="312669" y="2826208"/>
                  </a:lnTo>
                  <a:lnTo>
                    <a:pt x="312856" y="2826100"/>
                  </a:lnTo>
                  <a:lnTo>
                    <a:pt x="313043" y="2826013"/>
                  </a:lnTo>
                  <a:lnTo>
                    <a:pt x="313230" y="2825877"/>
                  </a:lnTo>
                  <a:lnTo>
                    <a:pt x="313417" y="2825931"/>
                  </a:lnTo>
                  <a:lnTo>
                    <a:pt x="313604" y="2826240"/>
                  </a:lnTo>
                  <a:lnTo>
                    <a:pt x="313791" y="2826638"/>
                  </a:lnTo>
                  <a:lnTo>
                    <a:pt x="313978" y="2826973"/>
                  </a:lnTo>
                  <a:lnTo>
                    <a:pt x="314165" y="2827171"/>
                  </a:lnTo>
                  <a:lnTo>
                    <a:pt x="314352" y="2827454"/>
                  </a:lnTo>
                  <a:lnTo>
                    <a:pt x="314538" y="2827843"/>
                  </a:lnTo>
                  <a:lnTo>
                    <a:pt x="314725" y="2828233"/>
                  </a:lnTo>
                  <a:lnTo>
                    <a:pt x="314912" y="2828623"/>
                  </a:lnTo>
                  <a:lnTo>
                    <a:pt x="315099" y="2829010"/>
                  </a:lnTo>
                  <a:lnTo>
                    <a:pt x="315286" y="2829274"/>
                  </a:lnTo>
                  <a:lnTo>
                    <a:pt x="315473" y="2829481"/>
                  </a:lnTo>
                  <a:lnTo>
                    <a:pt x="315660" y="2829802"/>
                  </a:lnTo>
                  <a:lnTo>
                    <a:pt x="315847" y="2829847"/>
                  </a:lnTo>
                  <a:lnTo>
                    <a:pt x="316034" y="2829892"/>
                  </a:lnTo>
                  <a:lnTo>
                    <a:pt x="316221" y="2829937"/>
                  </a:lnTo>
                  <a:lnTo>
                    <a:pt x="316408" y="2829941"/>
                  </a:lnTo>
                  <a:lnTo>
                    <a:pt x="316595" y="2829864"/>
                  </a:lnTo>
                  <a:lnTo>
                    <a:pt x="316781" y="2829688"/>
                  </a:lnTo>
                  <a:lnTo>
                    <a:pt x="316968" y="2829451"/>
                  </a:lnTo>
                  <a:lnTo>
                    <a:pt x="317155" y="2829099"/>
                  </a:lnTo>
                  <a:lnTo>
                    <a:pt x="317342" y="2828747"/>
                  </a:lnTo>
                  <a:lnTo>
                    <a:pt x="317529" y="2828395"/>
                  </a:lnTo>
                  <a:lnTo>
                    <a:pt x="317716" y="2828044"/>
                  </a:lnTo>
                  <a:lnTo>
                    <a:pt x="317903" y="2827538"/>
                  </a:lnTo>
                  <a:lnTo>
                    <a:pt x="318090" y="2826997"/>
                  </a:lnTo>
                  <a:lnTo>
                    <a:pt x="318277" y="2826368"/>
                  </a:lnTo>
                  <a:lnTo>
                    <a:pt x="318464" y="2825720"/>
                  </a:lnTo>
                  <a:lnTo>
                    <a:pt x="318651" y="2825073"/>
                  </a:lnTo>
                  <a:lnTo>
                    <a:pt x="318838" y="2824420"/>
                  </a:lnTo>
                  <a:lnTo>
                    <a:pt x="319025" y="2823755"/>
                  </a:lnTo>
                  <a:lnTo>
                    <a:pt x="319211" y="2823139"/>
                  </a:lnTo>
                  <a:lnTo>
                    <a:pt x="319398" y="2822665"/>
                  </a:lnTo>
                  <a:lnTo>
                    <a:pt x="319585" y="2822250"/>
                  </a:lnTo>
                  <a:lnTo>
                    <a:pt x="319772" y="2821525"/>
                  </a:lnTo>
                  <a:lnTo>
                    <a:pt x="319959" y="2820774"/>
                  </a:lnTo>
                  <a:lnTo>
                    <a:pt x="320146" y="2819988"/>
                  </a:lnTo>
                  <a:lnTo>
                    <a:pt x="320333" y="2819417"/>
                  </a:lnTo>
                  <a:lnTo>
                    <a:pt x="320520" y="2818862"/>
                  </a:lnTo>
                  <a:lnTo>
                    <a:pt x="320707" y="2818360"/>
                  </a:lnTo>
                  <a:lnTo>
                    <a:pt x="320894" y="2817907"/>
                  </a:lnTo>
                  <a:lnTo>
                    <a:pt x="321081" y="2817530"/>
                  </a:lnTo>
                  <a:lnTo>
                    <a:pt x="321268" y="2817109"/>
                  </a:lnTo>
                  <a:lnTo>
                    <a:pt x="321454" y="2816747"/>
                  </a:lnTo>
                  <a:lnTo>
                    <a:pt x="321641" y="2816397"/>
                  </a:lnTo>
                  <a:lnTo>
                    <a:pt x="321828" y="2815984"/>
                  </a:lnTo>
                  <a:lnTo>
                    <a:pt x="322015" y="2815607"/>
                  </a:lnTo>
                  <a:lnTo>
                    <a:pt x="322202" y="2815303"/>
                  </a:lnTo>
                  <a:lnTo>
                    <a:pt x="322389" y="2814986"/>
                  </a:lnTo>
                  <a:lnTo>
                    <a:pt x="322576" y="2814983"/>
                  </a:lnTo>
                  <a:lnTo>
                    <a:pt x="322763" y="2815071"/>
                  </a:lnTo>
                  <a:lnTo>
                    <a:pt x="322950" y="2815181"/>
                  </a:lnTo>
                  <a:lnTo>
                    <a:pt x="323137" y="2815304"/>
                  </a:lnTo>
                  <a:lnTo>
                    <a:pt x="323324" y="2815566"/>
                  </a:lnTo>
                  <a:lnTo>
                    <a:pt x="323511" y="2815742"/>
                  </a:lnTo>
                  <a:lnTo>
                    <a:pt x="323698" y="2815917"/>
                  </a:lnTo>
                  <a:lnTo>
                    <a:pt x="323884" y="2816169"/>
                  </a:lnTo>
                  <a:lnTo>
                    <a:pt x="324071" y="2816464"/>
                  </a:lnTo>
                  <a:lnTo>
                    <a:pt x="324258" y="2816760"/>
                  </a:lnTo>
                  <a:lnTo>
                    <a:pt x="324445" y="2816954"/>
                  </a:lnTo>
                  <a:lnTo>
                    <a:pt x="324632" y="2817040"/>
                  </a:lnTo>
                  <a:lnTo>
                    <a:pt x="324819" y="2816965"/>
                  </a:lnTo>
                  <a:lnTo>
                    <a:pt x="325006" y="2816723"/>
                  </a:lnTo>
                  <a:lnTo>
                    <a:pt x="325193" y="2816422"/>
                  </a:lnTo>
                  <a:lnTo>
                    <a:pt x="325380" y="2816120"/>
                  </a:lnTo>
                  <a:lnTo>
                    <a:pt x="325567" y="2815876"/>
                  </a:lnTo>
                  <a:lnTo>
                    <a:pt x="325754" y="2815478"/>
                  </a:lnTo>
                  <a:lnTo>
                    <a:pt x="325941" y="2815043"/>
                  </a:lnTo>
                  <a:lnTo>
                    <a:pt x="326128" y="2814471"/>
                  </a:lnTo>
                  <a:lnTo>
                    <a:pt x="326314" y="2813835"/>
                  </a:lnTo>
                  <a:lnTo>
                    <a:pt x="326501" y="2813199"/>
                  </a:lnTo>
                  <a:lnTo>
                    <a:pt x="326688" y="2812564"/>
                  </a:lnTo>
                  <a:lnTo>
                    <a:pt x="326875" y="2811928"/>
                  </a:lnTo>
                  <a:lnTo>
                    <a:pt x="327062" y="2811292"/>
                  </a:lnTo>
                  <a:lnTo>
                    <a:pt x="327249" y="2810602"/>
                  </a:lnTo>
                  <a:lnTo>
                    <a:pt x="327436" y="2810077"/>
                  </a:lnTo>
                  <a:lnTo>
                    <a:pt x="327623" y="2809661"/>
                  </a:lnTo>
                  <a:lnTo>
                    <a:pt x="327810" y="2809557"/>
                  </a:lnTo>
                  <a:lnTo>
                    <a:pt x="327997" y="2809345"/>
                  </a:lnTo>
                  <a:lnTo>
                    <a:pt x="328184" y="2809001"/>
                  </a:lnTo>
                  <a:lnTo>
                    <a:pt x="328371" y="2808579"/>
                  </a:lnTo>
                  <a:lnTo>
                    <a:pt x="328557" y="2808322"/>
                  </a:lnTo>
                  <a:lnTo>
                    <a:pt x="328744" y="2808105"/>
                  </a:lnTo>
                  <a:lnTo>
                    <a:pt x="328931" y="2808035"/>
                  </a:lnTo>
                  <a:lnTo>
                    <a:pt x="329118" y="2808033"/>
                  </a:lnTo>
                  <a:lnTo>
                    <a:pt x="329305" y="2808031"/>
                  </a:lnTo>
                  <a:lnTo>
                    <a:pt x="329492" y="2808029"/>
                  </a:lnTo>
                  <a:lnTo>
                    <a:pt x="329679" y="2808027"/>
                  </a:lnTo>
                  <a:lnTo>
                    <a:pt x="329866" y="2808024"/>
                  </a:lnTo>
                  <a:lnTo>
                    <a:pt x="330053" y="2807945"/>
                  </a:lnTo>
                  <a:lnTo>
                    <a:pt x="330240" y="2808002"/>
                  </a:lnTo>
                  <a:lnTo>
                    <a:pt x="330427" y="2808060"/>
                  </a:lnTo>
                  <a:lnTo>
                    <a:pt x="330614" y="2808090"/>
                  </a:lnTo>
                  <a:lnTo>
                    <a:pt x="330801" y="2808290"/>
                  </a:lnTo>
                  <a:lnTo>
                    <a:pt x="330987" y="2808507"/>
                  </a:lnTo>
                  <a:lnTo>
                    <a:pt x="331174" y="2808837"/>
                  </a:lnTo>
                  <a:lnTo>
                    <a:pt x="331361" y="2809167"/>
                  </a:lnTo>
                  <a:lnTo>
                    <a:pt x="331548" y="2809496"/>
                  </a:lnTo>
                  <a:lnTo>
                    <a:pt x="331735" y="2809879"/>
                  </a:lnTo>
                  <a:lnTo>
                    <a:pt x="331922" y="2810385"/>
                  </a:lnTo>
                  <a:lnTo>
                    <a:pt x="332109" y="2810890"/>
                  </a:lnTo>
                  <a:lnTo>
                    <a:pt x="332296" y="2811396"/>
                  </a:lnTo>
                  <a:lnTo>
                    <a:pt x="332483" y="2811901"/>
                  </a:lnTo>
                  <a:lnTo>
                    <a:pt x="332670" y="2812407"/>
                  </a:lnTo>
                  <a:lnTo>
                    <a:pt x="332857" y="2812860"/>
                  </a:lnTo>
                  <a:lnTo>
                    <a:pt x="333044" y="2813180"/>
                  </a:lnTo>
                  <a:lnTo>
                    <a:pt x="333231" y="2813356"/>
                  </a:lnTo>
                  <a:lnTo>
                    <a:pt x="333417" y="2813532"/>
                  </a:lnTo>
                  <a:lnTo>
                    <a:pt x="333604" y="2813655"/>
                  </a:lnTo>
                  <a:lnTo>
                    <a:pt x="333791" y="2813655"/>
                  </a:lnTo>
                  <a:lnTo>
                    <a:pt x="333978" y="2813655"/>
                  </a:lnTo>
                  <a:lnTo>
                    <a:pt x="334165" y="2813655"/>
                  </a:lnTo>
                  <a:lnTo>
                    <a:pt x="334352" y="2813655"/>
                  </a:lnTo>
                  <a:lnTo>
                    <a:pt x="334539" y="2813602"/>
                  </a:lnTo>
                  <a:lnTo>
                    <a:pt x="334726" y="2813426"/>
                  </a:lnTo>
                  <a:lnTo>
                    <a:pt x="334913" y="2813250"/>
                  </a:lnTo>
                  <a:lnTo>
                    <a:pt x="335100" y="2813074"/>
                  </a:lnTo>
                  <a:lnTo>
                    <a:pt x="335287" y="2812775"/>
                  </a:lnTo>
                  <a:lnTo>
                    <a:pt x="335474" y="2812133"/>
                  </a:lnTo>
                  <a:lnTo>
                    <a:pt x="335660" y="2811328"/>
                  </a:lnTo>
                  <a:lnTo>
                    <a:pt x="335847" y="2810351"/>
                  </a:lnTo>
                  <a:lnTo>
                    <a:pt x="336034" y="2809376"/>
                  </a:lnTo>
                  <a:lnTo>
                    <a:pt x="336221" y="2808252"/>
                  </a:lnTo>
                  <a:lnTo>
                    <a:pt x="336408" y="2807275"/>
                  </a:lnTo>
                  <a:lnTo>
                    <a:pt x="336595" y="2806382"/>
                  </a:lnTo>
                  <a:lnTo>
                    <a:pt x="336782" y="2805665"/>
                  </a:lnTo>
                  <a:lnTo>
                    <a:pt x="336969" y="2804948"/>
                  </a:lnTo>
                  <a:lnTo>
                    <a:pt x="337156" y="2804219"/>
                  </a:lnTo>
                  <a:lnTo>
                    <a:pt x="337343" y="2803390"/>
                  </a:lnTo>
                  <a:lnTo>
                    <a:pt x="337530" y="2802560"/>
                  </a:lnTo>
                  <a:lnTo>
                    <a:pt x="337717" y="2801730"/>
                  </a:lnTo>
                  <a:lnTo>
                    <a:pt x="337904" y="2800900"/>
                  </a:lnTo>
                  <a:lnTo>
                    <a:pt x="338090" y="2800149"/>
                  </a:lnTo>
                  <a:lnTo>
                    <a:pt x="338277" y="2799618"/>
                  </a:lnTo>
                  <a:lnTo>
                    <a:pt x="338464" y="2799307"/>
                  </a:lnTo>
                  <a:lnTo>
                    <a:pt x="338651" y="2799030"/>
                  </a:lnTo>
                  <a:lnTo>
                    <a:pt x="338838" y="2798675"/>
                  </a:lnTo>
                  <a:lnTo>
                    <a:pt x="339025" y="2798447"/>
                  </a:lnTo>
                  <a:lnTo>
                    <a:pt x="339212" y="2798445"/>
                  </a:lnTo>
                  <a:lnTo>
                    <a:pt x="339399" y="2798346"/>
                  </a:lnTo>
                  <a:lnTo>
                    <a:pt x="339586" y="2798101"/>
                  </a:lnTo>
                  <a:lnTo>
                    <a:pt x="339773" y="2797804"/>
                  </a:lnTo>
                  <a:lnTo>
                    <a:pt x="339960" y="2797522"/>
                  </a:lnTo>
                  <a:lnTo>
                    <a:pt x="340147" y="2797376"/>
                  </a:lnTo>
                  <a:lnTo>
                    <a:pt x="340333" y="2797229"/>
                  </a:lnTo>
                  <a:lnTo>
                    <a:pt x="340520" y="2797082"/>
                  </a:lnTo>
                  <a:lnTo>
                    <a:pt x="340707" y="2796936"/>
                  </a:lnTo>
                  <a:lnTo>
                    <a:pt x="340894" y="2796789"/>
                  </a:lnTo>
                  <a:lnTo>
                    <a:pt x="341081" y="2796768"/>
                  </a:lnTo>
                  <a:lnTo>
                    <a:pt x="341268" y="2796692"/>
                  </a:lnTo>
                  <a:lnTo>
                    <a:pt x="341455" y="2796729"/>
                  </a:lnTo>
                  <a:lnTo>
                    <a:pt x="341642" y="2796779"/>
                  </a:lnTo>
                  <a:lnTo>
                    <a:pt x="341829" y="2796829"/>
                  </a:lnTo>
                  <a:lnTo>
                    <a:pt x="342016" y="2796879"/>
                  </a:lnTo>
                  <a:lnTo>
                    <a:pt x="342203" y="2796921"/>
                  </a:lnTo>
                  <a:lnTo>
                    <a:pt x="342390" y="2797045"/>
                  </a:lnTo>
                  <a:lnTo>
                    <a:pt x="342577" y="2797214"/>
                  </a:lnTo>
                  <a:lnTo>
                    <a:pt x="342763" y="2797383"/>
                  </a:lnTo>
                  <a:lnTo>
                    <a:pt x="342950" y="2797552"/>
                  </a:lnTo>
                  <a:lnTo>
                    <a:pt x="343137" y="2797584"/>
                  </a:lnTo>
                  <a:lnTo>
                    <a:pt x="343324" y="2797606"/>
                  </a:lnTo>
                  <a:lnTo>
                    <a:pt x="343511" y="2797592"/>
                  </a:lnTo>
                  <a:lnTo>
                    <a:pt x="343698" y="2797578"/>
                  </a:lnTo>
                  <a:lnTo>
                    <a:pt x="343885" y="2797595"/>
                  </a:lnTo>
                  <a:lnTo>
                    <a:pt x="344072" y="2797595"/>
                  </a:lnTo>
                  <a:lnTo>
                    <a:pt x="344259" y="2797595"/>
                  </a:lnTo>
                  <a:lnTo>
                    <a:pt x="344446" y="2797595"/>
                  </a:lnTo>
                  <a:lnTo>
                    <a:pt x="344633" y="2797595"/>
                  </a:lnTo>
                  <a:lnTo>
                    <a:pt x="344820" y="2797595"/>
                  </a:lnTo>
                  <a:lnTo>
                    <a:pt x="345007" y="2797595"/>
                  </a:lnTo>
                  <a:lnTo>
                    <a:pt x="345193" y="2797667"/>
                  </a:lnTo>
                  <a:lnTo>
                    <a:pt x="345380" y="2797812"/>
                  </a:lnTo>
                  <a:lnTo>
                    <a:pt x="345567" y="2797956"/>
                  </a:lnTo>
                  <a:lnTo>
                    <a:pt x="345754" y="2798091"/>
                  </a:lnTo>
                  <a:lnTo>
                    <a:pt x="345941" y="2798241"/>
                  </a:lnTo>
                  <a:lnTo>
                    <a:pt x="346128" y="2798409"/>
                  </a:lnTo>
                  <a:lnTo>
                    <a:pt x="346315" y="2798739"/>
                  </a:lnTo>
                  <a:lnTo>
                    <a:pt x="346502" y="2799040"/>
                  </a:lnTo>
                  <a:lnTo>
                    <a:pt x="346689" y="2799164"/>
                  </a:lnTo>
                  <a:lnTo>
                    <a:pt x="346876" y="2799243"/>
                  </a:lnTo>
                  <a:lnTo>
                    <a:pt x="347063" y="2799243"/>
                  </a:lnTo>
                  <a:lnTo>
                    <a:pt x="347250" y="2799111"/>
                  </a:lnTo>
                  <a:lnTo>
                    <a:pt x="347436" y="2798935"/>
                  </a:lnTo>
                  <a:lnTo>
                    <a:pt x="347623" y="2798759"/>
                  </a:lnTo>
                  <a:lnTo>
                    <a:pt x="347810" y="2798583"/>
                  </a:lnTo>
                  <a:lnTo>
                    <a:pt x="347997" y="2798486"/>
                  </a:lnTo>
                  <a:lnTo>
                    <a:pt x="348184" y="2798310"/>
                  </a:lnTo>
                  <a:lnTo>
                    <a:pt x="348371" y="2798196"/>
                  </a:lnTo>
                  <a:lnTo>
                    <a:pt x="348558" y="2798196"/>
                  </a:lnTo>
                  <a:lnTo>
                    <a:pt x="348745" y="2798196"/>
                  </a:lnTo>
                  <a:lnTo>
                    <a:pt x="348932" y="2798205"/>
                  </a:lnTo>
                  <a:lnTo>
                    <a:pt x="349119" y="2798381"/>
                  </a:lnTo>
                  <a:lnTo>
                    <a:pt x="349306" y="2798566"/>
                  </a:lnTo>
                  <a:lnTo>
                    <a:pt x="349493" y="2798794"/>
                  </a:lnTo>
                  <a:lnTo>
                    <a:pt x="349680" y="2798867"/>
                  </a:lnTo>
                  <a:lnTo>
                    <a:pt x="349866" y="2798988"/>
                  </a:lnTo>
                  <a:lnTo>
                    <a:pt x="350053" y="2799325"/>
                  </a:lnTo>
                  <a:lnTo>
                    <a:pt x="350240" y="2799657"/>
                  </a:lnTo>
                  <a:lnTo>
                    <a:pt x="350427" y="2799994"/>
                  </a:lnTo>
                  <a:lnTo>
                    <a:pt x="350614" y="2800225"/>
                  </a:lnTo>
                  <a:lnTo>
                    <a:pt x="350801" y="2800257"/>
                  </a:lnTo>
                  <a:lnTo>
                    <a:pt x="350988" y="2800159"/>
                  </a:lnTo>
                  <a:lnTo>
                    <a:pt x="351175" y="2800033"/>
                  </a:lnTo>
                  <a:lnTo>
                    <a:pt x="351362" y="2799932"/>
                  </a:lnTo>
                  <a:lnTo>
                    <a:pt x="351549" y="2799831"/>
                  </a:lnTo>
                  <a:lnTo>
                    <a:pt x="351736" y="2799725"/>
                  </a:lnTo>
                  <a:lnTo>
                    <a:pt x="351923" y="2799511"/>
                  </a:lnTo>
                  <a:lnTo>
                    <a:pt x="352110" y="2799436"/>
                  </a:lnTo>
                  <a:lnTo>
                    <a:pt x="352296" y="2799161"/>
                  </a:lnTo>
                  <a:lnTo>
                    <a:pt x="352483" y="2798829"/>
                  </a:lnTo>
                  <a:lnTo>
                    <a:pt x="352670" y="2798496"/>
                  </a:lnTo>
                  <a:lnTo>
                    <a:pt x="352857" y="2798168"/>
                  </a:lnTo>
                  <a:lnTo>
                    <a:pt x="353044" y="2797705"/>
                  </a:lnTo>
                  <a:lnTo>
                    <a:pt x="353231" y="2797418"/>
                  </a:lnTo>
                  <a:lnTo>
                    <a:pt x="353418" y="2797194"/>
                  </a:lnTo>
                  <a:lnTo>
                    <a:pt x="353605" y="2796922"/>
                  </a:lnTo>
                  <a:lnTo>
                    <a:pt x="353792" y="2796484"/>
                  </a:lnTo>
                  <a:lnTo>
                    <a:pt x="353979" y="2796108"/>
                  </a:lnTo>
                  <a:lnTo>
                    <a:pt x="354166" y="2795831"/>
                  </a:lnTo>
                  <a:lnTo>
                    <a:pt x="354353" y="2795615"/>
                  </a:lnTo>
                  <a:lnTo>
                    <a:pt x="354539" y="2795514"/>
                  </a:lnTo>
                  <a:lnTo>
                    <a:pt x="354726" y="2795413"/>
                  </a:lnTo>
                  <a:lnTo>
                    <a:pt x="354913" y="2795319"/>
                  </a:lnTo>
                  <a:lnTo>
                    <a:pt x="355100" y="2795409"/>
                  </a:lnTo>
                  <a:lnTo>
                    <a:pt x="355287" y="2795550"/>
                  </a:lnTo>
                  <a:lnTo>
                    <a:pt x="355474" y="2795691"/>
                  </a:lnTo>
                  <a:lnTo>
                    <a:pt x="355661" y="2795832"/>
                  </a:lnTo>
                  <a:lnTo>
                    <a:pt x="355848" y="2795981"/>
                  </a:lnTo>
                  <a:lnTo>
                    <a:pt x="356035" y="2796036"/>
                  </a:lnTo>
                  <a:lnTo>
                    <a:pt x="356222" y="2796121"/>
                  </a:lnTo>
                  <a:lnTo>
                    <a:pt x="356409" y="2796540"/>
                  </a:lnTo>
                  <a:lnTo>
                    <a:pt x="356596" y="2797252"/>
                  </a:lnTo>
                  <a:lnTo>
                    <a:pt x="356783" y="2797965"/>
                  </a:lnTo>
                  <a:lnTo>
                    <a:pt x="356969" y="2798687"/>
                  </a:lnTo>
                  <a:lnTo>
                    <a:pt x="357156" y="2799611"/>
                  </a:lnTo>
                  <a:lnTo>
                    <a:pt x="357343" y="2800561"/>
                  </a:lnTo>
                  <a:lnTo>
                    <a:pt x="357530" y="2801546"/>
                  </a:lnTo>
                  <a:lnTo>
                    <a:pt x="357717" y="2802352"/>
                  </a:lnTo>
                  <a:lnTo>
                    <a:pt x="357904" y="2803178"/>
                  </a:lnTo>
                  <a:lnTo>
                    <a:pt x="358091" y="2803951"/>
                  </a:lnTo>
                  <a:lnTo>
                    <a:pt x="358278" y="2804724"/>
                  </a:lnTo>
                  <a:lnTo>
                    <a:pt x="358465" y="2805420"/>
                  </a:lnTo>
                  <a:lnTo>
                    <a:pt x="358652" y="2806160"/>
                  </a:lnTo>
                  <a:lnTo>
                    <a:pt x="358839" y="2806900"/>
                  </a:lnTo>
                  <a:lnTo>
                    <a:pt x="359026" y="2807631"/>
                  </a:lnTo>
                  <a:lnTo>
                    <a:pt x="359212" y="2808326"/>
                  </a:lnTo>
                  <a:lnTo>
                    <a:pt x="359399" y="2808949"/>
                  </a:lnTo>
                  <a:lnTo>
                    <a:pt x="359586" y="2809402"/>
                  </a:lnTo>
                  <a:lnTo>
                    <a:pt x="359773" y="2809799"/>
                  </a:lnTo>
                  <a:lnTo>
                    <a:pt x="359960" y="2810025"/>
                  </a:lnTo>
                  <a:lnTo>
                    <a:pt x="360147" y="2810205"/>
                  </a:lnTo>
                  <a:lnTo>
                    <a:pt x="360334" y="2810398"/>
                  </a:lnTo>
                  <a:lnTo>
                    <a:pt x="360521" y="2810558"/>
                  </a:lnTo>
                  <a:lnTo>
                    <a:pt x="360708" y="2810717"/>
                  </a:lnTo>
                  <a:lnTo>
                    <a:pt x="360895" y="2810963"/>
                  </a:lnTo>
                  <a:lnTo>
                    <a:pt x="361082" y="2811164"/>
                  </a:lnTo>
                  <a:lnTo>
                    <a:pt x="361269" y="2811290"/>
                  </a:lnTo>
                  <a:lnTo>
                    <a:pt x="361456" y="2811416"/>
                  </a:lnTo>
                  <a:lnTo>
                    <a:pt x="361642" y="2811542"/>
                  </a:lnTo>
                  <a:lnTo>
                    <a:pt x="361829" y="2811805"/>
                  </a:lnTo>
                  <a:lnTo>
                    <a:pt x="362016" y="2812176"/>
                  </a:lnTo>
                  <a:lnTo>
                    <a:pt x="362203" y="2812709"/>
                  </a:lnTo>
                  <a:lnTo>
                    <a:pt x="362390" y="2813409"/>
                  </a:lnTo>
                  <a:lnTo>
                    <a:pt x="362577" y="2814132"/>
                  </a:lnTo>
                  <a:lnTo>
                    <a:pt x="362764" y="2814855"/>
                  </a:lnTo>
                  <a:lnTo>
                    <a:pt x="362951" y="2815475"/>
                  </a:lnTo>
                  <a:lnTo>
                    <a:pt x="363138" y="2816248"/>
                  </a:lnTo>
                  <a:lnTo>
                    <a:pt x="363325" y="2817060"/>
                  </a:lnTo>
                  <a:lnTo>
                    <a:pt x="363512" y="2818053"/>
                  </a:lnTo>
                  <a:lnTo>
                    <a:pt x="363699" y="2819147"/>
                  </a:lnTo>
                  <a:lnTo>
                    <a:pt x="363886" y="2820276"/>
                  </a:lnTo>
                  <a:lnTo>
                    <a:pt x="364072" y="2821404"/>
                  </a:lnTo>
                  <a:lnTo>
                    <a:pt x="364259" y="2822498"/>
                  </a:lnTo>
                  <a:lnTo>
                    <a:pt x="364446" y="2823591"/>
                  </a:lnTo>
                  <a:lnTo>
                    <a:pt x="364633" y="2824600"/>
                  </a:lnTo>
                  <a:lnTo>
                    <a:pt x="364820" y="2825523"/>
                  </a:lnTo>
                  <a:lnTo>
                    <a:pt x="365007" y="2826232"/>
                  </a:lnTo>
                  <a:lnTo>
                    <a:pt x="365194" y="2826739"/>
                  </a:lnTo>
                  <a:lnTo>
                    <a:pt x="365381" y="2827385"/>
                  </a:lnTo>
                  <a:lnTo>
                    <a:pt x="365568" y="2828078"/>
                  </a:lnTo>
                  <a:lnTo>
                    <a:pt x="365755" y="2828834"/>
                  </a:lnTo>
                  <a:lnTo>
                    <a:pt x="365942" y="2829377"/>
                  </a:lnTo>
                  <a:lnTo>
                    <a:pt x="366129" y="2829821"/>
                  </a:lnTo>
                  <a:lnTo>
                    <a:pt x="366315" y="2830017"/>
                  </a:lnTo>
                  <a:lnTo>
                    <a:pt x="366502" y="2830113"/>
                  </a:lnTo>
                  <a:lnTo>
                    <a:pt x="366689" y="2830044"/>
                  </a:lnTo>
                  <a:lnTo>
                    <a:pt x="366876" y="2829962"/>
                  </a:lnTo>
                  <a:lnTo>
                    <a:pt x="367063" y="2829688"/>
                  </a:lnTo>
                  <a:lnTo>
                    <a:pt x="367250" y="2829414"/>
                  </a:lnTo>
                  <a:lnTo>
                    <a:pt x="367437" y="2829264"/>
                  </a:lnTo>
                  <a:lnTo>
                    <a:pt x="367624" y="2829043"/>
                  </a:lnTo>
                  <a:lnTo>
                    <a:pt x="367811" y="2828805"/>
                  </a:lnTo>
                  <a:lnTo>
                    <a:pt x="367998" y="2828642"/>
                  </a:lnTo>
                  <a:lnTo>
                    <a:pt x="368185" y="2828267"/>
                  </a:lnTo>
                  <a:lnTo>
                    <a:pt x="368372" y="2828023"/>
                  </a:lnTo>
                  <a:lnTo>
                    <a:pt x="368559" y="2827693"/>
                  </a:lnTo>
                  <a:lnTo>
                    <a:pt x="368745" y="2827214"/>
                  </a:lnTo>
                  <a:lnTo>
                    <a:pt x="368932" y="2826708"/>
                  </a:lnTo>
                  <a:lnTo>
                    <a:pt x="369119" y="2826203"/>
                  </a:lnTo>
                  <a:lnTo>
                    <a:pt x="369306" y="2825697"/>
                  </a:lnTo>
                  <a:lnTo>
                    <a:pt x="369493" y="2825191"/>
                  </a:lnTo>
                  <a:lnTo>
                    <a:pt x="369680" y="2824686"/>
                  </a:lnTo>
                  <a:lnTo>
                    <a:pt x="369867" y="2824180"/>
                  </a:lnTo>
                  <a:lnTo>
                    <a:pt x="370054" y="2823674"/>
                  </a:lnTo>
                  <a:lnTo>
                    <a:pt x="370241" y="2823169"/>
                  </a:lnTo>
                  <a:lnTo>
                    <a:pt x="370428" y="2822744"/>
                  </a:lnTo>
                  <a:lnTo>
                    <a:pt x="370615" y="2822568"/>
                  </a:lnTo>
                  <a:lnTo>
                    <a:pt x="370802" y="2822392"/>
                  </a:lnTo>
                  <a:lnTo>
                    <a:pt x="370989" y="2822269"/>
                  </a:lnTo>
                  <a:lnTo>
                    <a:pt x="371175" y="2822269"/>
                  </a:lnTo>
                  <a:lnTo>
                    <a:pt x="371362" y="2822269"/>
                  </a:lnTo>
                  <a:lnTo>
                    <a:pt x="371549" y="2822418"/>
                  </a:lnTo>
                  <a:lnTo>
                    <a:pt x="371736" y="2822594"/>
                  </a:lnTo>
                  <a:lnTo>
                    <a:pt x="371923" y="2822770"/>
                  </a:lnTo>
                  <a:lnTo>
                    <a:pt x="372110" y="2822946"/>
                  </a:lnTo>
                  <a:lnTo>
                    <a:pt x="372297" y="2823122"/>
                  </a:lnTo>
                  <a:lnTo>
                    <a:pt x="372484" y="2823298"/>
                  </a:lnTo>
                  <a:lnTo>
                    <a:pt x="372671" y="2823597"/>
                  </a:lnTo>
                  <a:lnTo>
                    <a:pt x="372858" y="2824239"/>
                  </a:lnTo>
                  <a:lnTo>
                    <a:pt x="373045" y="2824901"/>
                  </a:lnTo>
                  <a:lnTo>
                    <a:pt x="373232" y="2825724"/>
                  </a:lnTo>
                  <a:lnTo>
                    <a:pt x="373418" y="2826544"/>
                  </a:lnTo>
                  <a:lnTo>
                    <a:pt x="373605" y="2827435"/>
                  </a:lnTo>
                  <a:lnTo>
                    <a:pt x="373792" y="2828047"/>
                  </a:lnTo>
                  <a:lnTo>
                    <a:pt x="373979" y="2828540"/>
                  </a:lnTo>
                  <a:lnTo>
                    <a:pt x="374166" y="2828601"/>
                  </a:lnTo>
                  <a:lnTo>
                    <a:pt x="374353" y="2828601"/>
                  </a:lnTo>
                  <a:lnTo>
                    <a:pt x="374540" y="2828612"/>
                  </a:lnTo>
                  <a:lnTo>
                    <a:pt x="374727" y="2828725"/>
                  </a:lnTo>
                  <a:lnTo>
                    <a:pt x="374914" y="2828837"/>
                  </a:lnTo>
                  <a:lnTo>
                    <a:pt x="375101" y="2828950"/>
                  </a:lnTo>
                  <a:lnTo>
                    <a:pt x="375288" y="2829063"/>
                  </a:lnTo>
                  <a:lnTo>
                    <a:pt x="375475" y="2829096"/>
                  </a:lnTo>
                  <a:lnTo>
                    <a:pt x="375662" y="2828910"/>
                  </a:lnTo>
                  <a:lnTo>
                    <a:pt x="375848" y="2828293"/>
                  </a:lnTo>
                  <a:lnTo>
                    <a:pt x="376035" y="2827536"/>
                  </a:lnTo>
                  <a:lnTo>
                    <a:pt x="376222" y="2826858"/>
                  </a:lnTo>
                  <a:lnTo>
                    <a:pt x="376409" y="2826126"/>
                  </a:lnTo>
                  <a:lnTo>
                    <a:pt x="376596" y="2825424"/>
                  </a:lnTo>
                  <a:lnTo>
                    <a:pt x="376783" y="2824714"/>
                  </a:lnTo>
                  <a:lnTo>
                    <a:pt x="376970" y="2824369"/>
                  </a:lnTo>
                  <a:lnTo>
                    <a:pt x="377157" y="2824139"/>
                  </a:lnTo>
                  <a:lnTo>
                    <a:pt x="377344" y="2823893"/>
                  </a:lnTo>
                  <a:lnTo>
                    <a:pt x="377531" y="2823512"/>
                  </a:lnTo>
                  <a:lnTo>
                    <a:pt x="377718" y="2823131"/>
                  </a:lnTo>
                  <a:lnTo>
                    <a:pt x="377905" y="2822679"/>
                  </a:lnTo>
                  <a:lnTo>
                    <a:pt x="378091" y="2821973"/>
                  </a:lnTo>
                  <a:lnTo>
                    <a:pt x="378278" y="2821117"/>
                  </a:lnTo>
                  <a:lnTo>
                    <a:pt x="378465" y="2820082"/>
                  </a:lnTo>
                  <a:lnTo>
                    <a:pt x="378652" y="2819349"/>
                  </a:lnTo>
                  <a:lnTo>
                    <a:pt x="378839" y="2818608"/>
                  </a:lnTo>
                  <a:lnTo>
                    <a:pt x="379026" y="2817855"/>
                  </a:lnTo>
                  <a:lnTo>
                    <a:pt x="379213" y="2817101"/>
                  </a:lnTo>
                  <a:lnTo>
                    <a:pt x="379400" y="2816348"/>
                  </a:lnTo>
                  <a:lnTo>
                    <a:pt x="379587" y="2815743"/>
                  </a:lnTo>
                  <a:lnTo>
                    <a:pt x="379774" y="2815090"/>
                  </a:lnTo>
                  <a:lnTo>
                    <a:pt x="379961" y="2814394"/>
                  </a:lnTo>
                  <a:lnTo>
                    <a:pt x="380148" y="2813697"/>
                  </a:lnTo>
                  <a:lnTo>
                    <a:pt x="380335" y="2813000"/>
                  </a:lnTo>
                  <a:lnTo>
                    <a:pt x="380521" y="2812262"/>
                  </a:lnTo>
                  <a:lnTo>
                    <a:pt x="380708" y="2811453"/>
                  </a:lnTo>
                  <a:lnTo>
                    <a:pt x="380895" y="2810802"/>
                  </a:lnTo>
                  <a:lnTo>
                    <a:pt x="381082" y="2810222"/>
                  </a:lnTo>
                  <a:lnTo>
                    <a:pt x="381269" y="2809664"/>
                  </a:lnTo>
                  <a:lnTo>
                    <a:pt x="381456" y="2809122"/>
                  </a:lnTo>
                  <a:lnTo>
                    <a:pt x="381643" y="2808581"/>
                  </a:lnTo>
                  <a:lnTo>
                    <a:pt x="381830" y="2808040"/>
                  </a:lnTo>
                  <a:lnTo>
                    <a:pt x="382017" y="2807498"/>
                  </a:lnTo>
                  <a:lnTo>
                    <a:pt x="382204" y="2806957"/>
                  </a:lnTo>
                  <a:lnTo>
                    <a:pt x="382391" y="2806416"/>
                  </a:lnTo>
                  <a:lnTo>
                    <a:pt x="382578" y="2805874"/>
                  </a:lnTo>
                  <a:lnTo>
                    <a:pt x="382765" y="2805333"/>
                  </a:lnTo>
                  <a:lnTo>
                    <a:pt x="382951" y="2804792"/>
                  </a:lnTo>
                  <a:lnTo>
                    <a:pt x="383138" y="2804260"/>
                  </a:lnTo>
                  <a:lnTo>
                    <a:pt x="383325" y="2803789"/>
                  </a:lnTo>
                  <a:lnTo>
                    <a:pt x="383512" y="2803459"/>
                  </a:lnTo>
                  <a:lnTo>
                    <a:pt x="383699" y="2803226"/>
                  </a:lnTo>
                  <a:lnTo>
                    <a:pt x="383886" y="2803101"/>
                  </a:lnTo>
                  <a:lnTo>
                    <a:pt x="384073" y="2803277"/>
                  </a:lnTo>
                  <a:lnTo>
                    <a:pt x="384260" y="2803549"/>
                  </a:lnTo>
                  <a:lnTo>
                    <a:pt x="384447" y="2803901"/>
                  </a:lnTo>
                  <a:lnTo>
                    <a:pt x="384634" y="2804385"/>
                  </a:lnTo>
                  <a:lnTo>
                    <a:pt x="384821" y="2804877"/>
                  </a:lnTo>
                  <a:lnTo>
                    <a:pt x="385008" y="2805229"/>
                  </a:lnTo>
                  <a:lnTo>
                    <a:pt x="385194" y="2805414"/>
                  </a:lnTo>
                  <a:lnTo>
                    <a:pt x="385381" y="2805590"/>
                  </a:lnTo>
                  <a:lnTo>
                    <a:pt x="385568" y="2805766"/>
                  </a:lnTo>
                  <a:lnTo>
                    <a:pt x="385755" y="2805942"/>
                  </a:lnTo>
                  <a:lnTo>
                    <a:pt x="385942" y="2806118"/>
                  </a:lnTo>
                  <a:lnTo>
                    <a:pt x="386129" y="2806294"/>
                  </a:lnTo>
                  <a:lnTo>
                    <a:pt x="386316" y="2806469"/>
                  </a:lnTo>
                  <a:lnTo>
                    <a:pt x="386503" y="2806645"/>
                  </a:lnTo>
                  <a:lnTo>
                    <a:pt x="386690" y="2806795"/>
                  </a:lnTo>
                  <a:lnTo>
                    <a:pt x="386877" y="2806619"/>
                  </a:lnTo>
                  <a:lnTo>
                    <a:pt x="387064" y="2806179"/>
                  </a:lnTo>
                  <a:lnTo>
                    <a:pt x="387251" y="2805651"/>
                  </a:lnTo>
                  <a:lnTo>
                    <a:pt x="387438" y="2804992"/>
                  </a:lnTo>
                  <a:lnTo>
                    <a:pt x="387624" y="2804323"/>
                  </a:lnTo>
                  <a:lnTo>
                    <a:pt x="387811" y="2803681"/>
                  </a:lnTo>
                  <a:lnTo>
                    <a:pt x="387998" y="2803065"/>
                  </a:lnTo>
                  <a:lnTo>
                    <a:pt x="388185" y="2802538"/>
                  </a:lnTo>
                  <a:lnTo>
                    <a:pt x="388372" y="2802010"/>
                  </a:lnTo>
                  <a:lnTo>
                    <a:pt x="388559" y="2801482"/>
                  </a:lnTo>
                  <a:lnTo>
                    <a:pt x="388746" y="2800954"/>
                  </a:lnTo>
                  <a:lnTo>
                    <a:pt x="388933" y="2800427"/>
                  </a:lnTo>
                  <a:lnTo>
                    <a:pt x="389120" y="2799899"/>
                  </a:lnTo>
                  <a:lnTo>
                    <a:pt x="389307" y="2799371"/>
                  </a:lnTo>
                  <a:lnTo>
                    <a:pt x="389494" y="2798722"/>
                  </a:lnTo>
                  <a:lnTo>
                    <a:pt x="389681" y="2798431"/>
                  </a:lnTo>
                  <a:lnTo>
                    <a:pt x="389868" y="2798367"/>
                  </a:lnTo>
                  <a:lnTo>
                    <a:pt x="390054" y="2798313"/>
                  </a:lnTo>
                  <a:lnTo>
                    <a:pt x="390241" y="2798258"/>
                  </a:lnTo>
                  <a:lnTo>
                    <a:pt x="390428" y="2798207"/>
                  </a:lnTo>
                  <a:lnTo>
                    <a:pt x="390615" y="2798211"/>
                  </a:lnTo>
                  <a:lnTo>
                    <a:pt x="390802" y="2798391"/>
                  </a:lnTo>
                  <a:lnTo>
                    <a:pt x="390989" y="2798617"/>
                  </a:lnTo>
                  <a:lnTo>
                    <a:pt x="391176" y="2799051"/>
                  </a:lnTo>
                  <a:lnTo>
                    <a:pt x="391363" y="2799504"/>
                  </a:lnTo>
                  <a:lnTo>
                    <a:pt x="391550" y="2799957"/>
                  </a:lnTo>
                  <a:lnTo>
                    <a:pt x="391737" y="2800410"/>
                  </a:lnTo>
                  <a:lnTo>
                    <a:pt x="391924" y="2800863"/>
                  </a:lnTo>
                  <a:lnTo>
                    <a:pt x="392111" y="2801316"/>
                  </a:lnTo>
                  <a:lnTo>
                    <a:pt x="392297" y="2801753"/>
                  </a:lnTo>
                  <a:lnTo>
                    <a:pt x="392484" y="2801839"/>
                  </a:lnTo>
                  <a:lnTo>
                    <a:pt x="392671" y="2802042"/>
                  </a:lnTo>
                  <a:lnTo>
                    <a:pt x="392858" y="2802233"/>
                  </a:lnTo>
                  <a:lnTo>
                    <a:pt x="393045" y="2802330"/>
                  </a:lnTo>
                  <a:lnTo>
                    <a:pt x="393232" y="2802289"/>
                  </a:lnTo>
                  <a:lnTo>
                    <a:pt x="393419" y="2802213"/>
                  </a:lnTo>
                  <a:lnTo>
                    <a:pt x="393606" y="2802238"/>
                  </a:lnTo>
                  <a:lnTo>
                    <a:pt x="393793" y="2801959"/>
                  </a:lnTo>
                  <a:lnTo>
                    <a:pt x="393980" y="2801398"/>
                  </a:lnTo>
                  <a:lnTo>
                    <a:pt x="394167" y="2800738"/>
                  </a:lnTo>
                  <a:lnTo>
                    <a:pt x="394354" y="2800079"/>
                  </a:lnTo>
                  <a:lnTo>
                    <a:pt x="394541" y="2799420"/>
                  </a:lnTo>
                  <a:lnTo>
                    <a:pt x="394727" y="2798760"/>
                  </a:lnTo>
                  <a:lnTo>
                    <a:pt x="394914" y="2798101"/>
                  </a:lnTo>
                  <a:lnTo>
                    <a:pt x="395101" y="2797413"/>
                  </a:lnTo>
                  <a:lnTo>
                    <a:pt x="395288" y="2796808"/>
                  </a:lnTo>
                  <a:lnTo>
                    <a:pt x="395475" y="2796194"/>
                  </a:lnTo>
                  <a:lnTo>
                    <a:pt x="395662" y="2795486"/>
                  </a:lnTo>
                  <a:lnTo>
                    <a:pt x="395849" y="2794872"/>
                  </a:lnTo>
                  <a:lnTo>
                    <a:pt x="396036" y="2794388"/>
                  </a:lnTo>
                  <a:lnTo>
                    <a:pt x="396223" y="2794034"/>
                  </a:lnTo>
                  <a:lnTo>
                    <a:pt x="396410" y="2793658"/>
                  </a:lnTo>
                  <a:lnTo>
                    <a:pt x="396597" y="2793304"/>
                  </a:lnTo>
                  <a:lnTo>
                    <a:pt x="396784" y="2792883"/>
                  </a:lnTo>
                  <a:lnTo>
                    <a:pt x="396970" y="2792507"/>
                  </a:lnTo>
                  <a:lnTo>
                    <a:pt x="397157" y="2792132"/>
                  </a:lnTo>
                  <a:lnTo>
                    <a:pt x="397344" y="2791755"/>
                  </a:lnTo>
                  <a:lnTo>
                    <a:pt x="397531" y="2791333"/>
                  </a:lnTo>
                  <a:lnTo>
                    <a:pt x="397718" y="2790876"/>
                  </a:lnTo>
                  <a:lnTo>
                    <a:pt x="397905" y="2790454"/>
                  </a:lnTo>
                  <a:lnTo>
                    <a:pt x="398092" y="2790033"/>
                  </a:lnTo>
                  <a:lnTo>
                    <a:pt x="398279" y="2789612"/>
                  </a:lnTo>
                  <a:lnTo>
                    <a:pt x="398466" y="2789235"/>
                  </a:lnTo>
                  <a:lnTo>
                    <a:pt x="398653" y="2788858"/>
                  </a:lnTo>
                  <a:lnTo>
                    <a:pt x="398840" y="2788436"/>
                  </a:lnTo>
                  <a:lnTo>
                    <a:pt x="399027" y="2788015"/>
                  </a:lnTo>
                  <a:lnTo>
                    <a:pt x="399214" y="2787557"/>
                  </a:lnTo>
                  <a:lnTo>
                    <a:pt x="399400" y="2787100"/>
                  </a:lnTo>
                  <a:lnTo>
                    <a:pt x="399587" y="2786642"/>
                  </a:lnTo>
                  <a:lnTo>
                    <a:pt x="399774" y="2786184"/>
                  </a:lnTo>
                  <a:lnTo>
                    <a:pt x="399961" y="2785763"/>
                  </a:lnTo>
                  <a:lnTo>
                    <a:pt x="400148" y="2785341"/>
                  </a:lnTo>
                  <a:lnTo>
                    <a:pt x="400335" y="2784966"/>
                  </a:lnTo>
                  <a:lnTo>
                    <a:pt x="400522" y="2784591"/>
                  </a:lnTo>
                  <a:lnTo>
                    <a:pt x="400709" y="2784213"/>
                  </a:lnTo>
                  <a:lnTo>
                    <a:pt x="400896" y="2783792"/>
                  </a:lnTo>
                  <a:lnTo>
                    <a:pt x="401083" y="2783334"/>
                  </a:lnTo>
                  <a:lnTo>
                    <a:pt x="401270" y="2782841"/>
                  </a:lnTo>
                  <a:lnTo>
                    <a:pt x="401457" y="2782349"/>
                  </a:lnTo>
                  <a:lnTo>
                    <a:pt x="401644" y="2781891"/>
                  </a:lnTo>
                  <a:lnTo>
                    <a:pt x="401830" y="2781433"/>
                  </a:lnTo>
                  <a:lnTo>
                    <a:pt x="402017" y="2780975"/>
                  </a:lnTo>
                  <a:lnTo>
                    <a:pt x="402204" y="2780518"/>
                  </a:lnTo>
                  <a:lnTo>
                    <a:pt x="402391" y="2780110"/>
                  </a:lnTo>
                  <a:lnTo>
                    <a:pt x="402578" y="2779751"/>
                  </a:lnTo>
                  <a:lnTo>
                    <a:pt x="402765" y="2779393"/>
                  </a:lnTo>
                  <a:lnTo>
                    <a:pt x="402952" y="2779120"/>
                  </a:lnTo>
                  <a:lnTo>
                    <a:pt x="403139" y="2778861"/>
                  </a:lnTo>
                  <a:lnTo>
                    <a:pt x="403326" y="2778651"/>
                  </a:lnTo>
                  <a:lnTo>
                    <a:pt x="403513" y="2778501"/>
                  </a:lnTo>
                  <a:lnTo>
                    <a:pt x="403700" y="2778451"/>
                  </a:lnTo>
                  <a:lnTo>
                    <a:pt x="403887" y="2778433"/>
                  </a:lnTo>
                  <a:lnTo>
                    <a:pt x="404073" y="2778580"/>
                  </a:lnTo>
                  <a:lnTo>
                    <a:pt x="404260" y="2778740"/>
                  </a:lnTo>
                  <a:lnTo>
                    <a:pt x="404447" y="2779092"/>
                  </a:lnTo>
                  <a:lnTo>
                    <a:pt x="404634" y="2779443"/>
                  </a:lnTo>
                  <a:lnTo>
                    <a:pt x="404821" y="2779795"/>
                  </a:lnTo>
                  <a:lnTo>
                    <a:pt x="405008" y="2780217"/>
                  </a:lnTo>
                  <a:lnTo>
                    <a:pt x="405195" y="2780657"/>
                  </a:lnTo>
                  <a:lnTo>
                    <a:pt x="405382" y="2781009"/>
                  </a:lnTo>
                  <a:lnTo>
                    <a:pt x="405569" y="2781361"/>
                  </a:lnTo>
                  <a:lnTo>
                    <a:pt x="405756" y="2781563"/>
                  </a:lnTo>
                  <a:lnTo>
                    <a:pt x="405943" y="2781739"/>
                  </a:lnTo>
                  <a:lnTo>
                    <a:pt x="406130" y="2782208"/>
                  </a:lnTo>
                  <a:lnTo>
                    <a:pt x="406317" y="2782714"/>
                  </a:lnTo>
                  <a:lnTo>
                    <a:pt x="406503" y="2783220"/>
                  </a:lnTo>
                  <a:lnTo>
                    <a:pt x="406690" y="2783613"/>
                  </a:lnTo>
                  <a:lnTo>
                    <a:pt x="406877" y="2783968"/>
                  </a:lnTo>
                  <a:lnTo>
                    <a:pt x="407064" y="2784323"/>
                  </a:lnTo>
                  <a:lnTo>
                    <a:pt x="407251" y="2784513"/>
                  </a:lnTo>
                  <a:lnTo>
                    <a:pt x="407438" y="2784725"/>
                  </a:lnTo>
                  <a:lnTo>
                    <a:pt x="407625" y="2784833"/>
                  </a:lnTo>
                  <a:lnTo>
                    <a:pt x="407812" y="2785016"/>
                  </a:lnTo>
                  <a:lnTo>
                    <a:pt x="407999" y="2785045"/>
                  </a:lnTo>
                  <a:lnTo>
                    <a:pt x="408186" y="2784875"/>
                  </a:lnTo>
                  <a:lnTo>
                    <a:pt x="408373" y="2784585"/>
                  </a:lnTo>
                  <a:lnTo>
                    <a:pt x="408560" y="2784336"/>
                  </a:lnTo>
                  <a:lnTo>
                    <a:pt x="408746" y="2783938"/>
                  </a:lnTo>
                  <a:lnTo>
                    <a:pt x="408933" y="2783378"/>
                  </a:lnTo>
                  <a:lnTo>
                    <a:pt x="409120" y="2782690"/>
                  </a:lnTo>
                  <a:lnTo>
                    <a:pt x="409307" y="2782023"/>
                  </a:lnTo>
                  <a:lnTo>
                    <a:pt x="409494" y="2781321"/>
                  </a:lnTo>
                  <a:lnTo>
                    <a:pt x="409681" y="2780617"/>
                  </a:lnTo>
                  <a:lnTo>
                    <a:pt x="409868" y="2779867"/>
                  </a:lnTo>
                  <a:lnTo>
                    <a:pt x="410055" y="2779093"/>
                  </a:lnTo>
                  <a:lnTo>
                    <a:pt x="410242" y="2778337"/>
                  </a:lnTo>
                  <a:lnTo>
                    <a:pt x="410429" y="2777683"/>
                  </a:lnTo>
                  <a:lnTo>
                    <a:pt x="410616" y="2777080"/>
                  </a:lnTo>
                  <a:lnTo>
                    <a:pt x="410803" y="2776520"/>
                  </a:lnTo>
                  <a:lnTo>
                    <a:pt x="410990" y="2776243"/>
                  </a:lnTo>
                  <a:lnTo>
                    <a:pt x="411176" y="2776203"/>
                  </a:lnTo>
                  <a:lnTo>
                    <a:pt x="411363" y="2776199"/>
                  </a:lnTo>
                  <a:lnTo>
                    <a:pt x="411550" y="2776542"/>
                  </a:lnTo>
                  <a:lnTo>
                    <a:pt x="411737" y="2776936"/>
                  </a:lnTo>
                  <a:lnTo>
                    <a:pt x="411924" y="2777308"/>
                  </a:lnTo>
                  <a:lnTo>
                    <a:pt x="412111" y="2777633"/>
                  </a:lnTo>
                  <a:lnTo>
                    <a:pt x="412298" y="2777962"/>
                  </a:lnTo>
                  <a:lnTo>
                    <a:pt x="412485" y="2778237"/>
                  </a:lnTo>
                  <a:lnTo>
                    <a:pt x="412672" y="2778552"/>
                  </a:lnTo>
                  <a:lnTo>
                    <a:pt x="412859" y="2779042"/>
                  </a:lnTo>
                  <a:lnTo>
                    <a:pt x="413046" y="2779783"/>
                  </a:lnTo>
                  <a:lnTo>
                    <a:pt x="413233" y="2780934"/>
                  </a:lnTo>
                  <a:lnTo>
                    <a:pt x="413420" y="2782190"/>
                  </a:lnTo>
                  <a:lnTo>
                    <a:pt x="413606" y="2783447"/>
                  </a:lnTo>
                  <a:lnTo>
                    <a:pt x="413793" y="2784651"/>
                  </a:lnTo>
                  <a:lnTo>
                    <a:pt x="413980" y="2785732"/>
                  </a:lnTo>
                  <a:lnTo>
                    <a:pt x="414167" y="2786918"/>
                  </a:lnTo>
                  <a:lnTo>
                    <a:pt x="414354" y="2787885"/>
                  </a:lnTo>
                  <a:lnTo>
                    <a:pt x="414541" y="2788788"/>
                  </a:lnTo>
                  <a:lnTo>
                    <a:pt x="414728" y="2789691"/>
                  </a:lnTo>
                  <a:lnTo>
                    <a:pt x="414915" y="2790520"/>
                  </a:lnTo>
                  <a:lnTo>
                    <a:pt x="415102" y="2791349"/>
                  </a:lnTo>
                  <a:lnTo>
                    <a:pt x="415289" y="2792248"/>
                  </a:lnTo>
                  <a:lnTo>
                    <a:pt x="415476" y="2793379"/>
                  </a:lnTo>
                  <a:lnTo>
                    <a:pt x="415663" y="2794571"/>
                  </a:lnTo>
                  <a:lnTo>
                    <a:pt x="415849" y="2795627"/>
                  </a:lnTo>
                  <a:lnTo>
                    <a:pt x="416036" y="2796436"/>
                  </a:lnTo>
                  <a:lnTo>
                    <a:pt x="416223" y="2797139"/>
                  </a:lnTo>
                  <a:lnTo>
                    <a:pt x="416410" y="2797843"/>
                  </a:lnTo>
                  <a:lnTo>
                    <a:pt x="416597" y="2798547"/>
                  </a:lnTo>
                  <a:lnTo>
                    <a:pt x="416784" y="2799250"/>
                  </a:lnTo>
                  <a:lnTo>
                    <a:pt x="416971" y="2799787"/>
                  </a:lnTo>
                  <a:lnTo>
                    <a:pt x="417158" y="2800139"/>
                  </a:lnTo>
                  <a:lnTo>
                    <a:pt x="417345" y="2800394"/>
                  </a:lnTo>
                  <a:lnTo>
                    <a:pt x="417532" y="2800570"/>
                  </a:lnTo>
                  <a:lnTo>
                    <a:pt x="417719" y="2800605"/>
                  </a:lnTo>
                  <a:lnTo>
                    <a:pt x="417906" y="2800640"/>
                  </a:lnTo>
                  <a:lnTo>
                    <a:pt x="418093" y="2800746"/>
                  </a:lnTo>
                  <a:lnTo>
                    <a:pt x="418279" y="2800693"/>
                  </a:lnTo>
                  <a:lnTo>
                    <a:pt x="418466" y="2800570"/>
                  </a:lnTo>
                  <a:lnTo>
                    <a:pt x="418653" y="2800394"/>
                  </a:lnTo>
                  <a:lnTo>
                    <a:pt x="418840" y="2800218"/>
                  </a:lnTo>
                  <a:lnTo>
                    <a:pt x="419027" y="2800042"/>
                  </a:lnTo>
                  <a:lnTo>
                    <a:pt x="419214" y="2799866"/>
                  </a:lnTo>
                  <a:lnTo>
                    <a:pt x="419401" y="2799690"/>
                  </a:lnTo>
                  <a:lnTo>
                    <a:pt x="419588" y="2799497"/>
                  </a:lnTo>
                  <a:lnTo>
                    <a:pt x="419775" y="2799267"/>
                  </a:lnTo>
                  <a:lnTo>
                    <a:pt x="419962" y="2799022"/>
                  </a:lnTo>
                  <a:lnTo>
                    <a:pt x="420149" y="2798791"/>
                  </a:lnTo>
                  <a:lnTo>
                    <a:pt x="420336" y="2798611"/>
                  </a:lnTo>
                  <a:lnTo>
                    <a:pt x="420523" y="2798546"/>
                  </a:lnTo>
                  <a:lnTo>
                    <a:pt x="420709" y="2798474"/>
                  </a:lnTo>
                  <a:lnTo>
                    <a:pt x="420896" y="2798263"/>
                  </a:lnTo>
                  <a:lnTo>
                    <a:pt x="421083" y="2797954"/>
                  </a:lnTo>
                  <a:lnTo>
                    <a:pt x="421270" y="2797501"/>
                  </a:lnTo>
                  <a:lnTo>
                    <a:pt x="421457" y="2797130"/>
                  </a:lnTo>
                  <a:lnTo>
                    <a:pt x="421644" y="2796792"/>
                  </a:lnTo>
                  <a:lnTo>
                    <a:pt x="421831" y="2796454"/>
                  </a:lnTo>
                  <a:lnTo>
                    <a:pt x="422018" y="2796117"/>
                  </a:lnTo>
                  <a:lnTo>
                    <a:pt x="422205" y="2795814"/>
                  </a:lnTo>
                  <a:lnTo>
                    <a:pt x="422392" y="2795665"/>
                  </a:lnTo>
                  <a:lnTo>
                    <a:pt x="422579" y="2795898"/>
                  </a:lnTo>
                  <a:lnTo>
                    <a:pt x="422766" y="2796292"/>
                  </a:lnTo>
                  <a:lnTo>
                    <a:pt x="422952" y="2796720"/>
                  </a:lnTo>
                  <a:lnTo>
                    <a:pt x="423139" y="2797117"/>
                  </a:lnTo>
                  <a:lnTo>
                    <a:pt x="423326" y="2797514"/>
                  </a:lnTo>
                  <a:lnTo>
                    <a:pt x="423513" y="2797911"/>
                  </a:lnTo>
                  <a:lnTo>
                    <a:pt x="423700" y="2798308"/>
                  </a:lnTo>
                  <a:lnTo>
                    <a:pt x="423887" y="2798705"/>
                  </a:lnTo>
                  <a:lnTo>
                    <a:pt x="424074" y="2799156"/>
                  </a:lnTo>
                  <a:lnTo>
                    <a:pt x="424261" y="2799718"/>
                  </a:lnTo>
                  <a:lnTo>
                    <a:pt x="424448" y="2800417"/>
                  </a:lnTo>
                  <a:lnTo>
                    <a:pt x="424635" y="2801124"/>
                  </a:lnTo>
                  <a:lnTo>
                    <a:pt x="424822" y="2801831"/>
                  </a:lnTo>
                  <a:lnTo>
                    <a:pt x="425009" y="2802503"/>
                  </a:lnTo>
                  <a:lnTo>
                    <a:pt x="425196" y="2803126"/>
                  </a:lnTo>
                  <a:lnTo>
                    <a:pt x="425382" y="2803665"/>
                  </a:lnTo>
                  <a:lnTo>
                    <a:pt x="425569" y="2804110"/>
                  </a:lnTo>
                  <a:lnTo>
                    <a:pt x="425756" y="2804366"/>
                  </a:lnTo>
                  <a:lnTo>
                    <a:pt x="425943" y="2804682"/>
                  </a:lnTo>
                  <a:lnTo>
                    <a:pt x="426130" y="2804998"/>
                  </a:lnTo>
                  <a:lnTo>
                    <a:pt x="426317" y="2805314"/>
                  </a:lnTo>
                  <a:lnTo>
                    <a:pt x="426504" y="2805629"/>
                  </a:lnTo>
                  <a:lnTo>
                    <a:pt x="426691" y="2805945"/>
                  </a:lnTo>
                  <a:lnTo>
                    <a:pt x="426878" y="2806272"/>
                  </a:lnTo>
                  <a:lnTo>
                    <a:pt x="427065" y="2806557"/>
                  </a:lnTo>
                  <a:lnTo>
                    <a:pt x="427252" y="2806674"/>
                  </a:lnTo>
                  <a:lnTo>
                    <a:pt x="427439" y="2806782"/>
                  </a:lnTo>
                  <a:lnTo>
                    <a:pt x="427625" y="2806890"/>
                  </a:lnTo>
                  <a:lnTo>
                    <a:pt x="427812" y="2806999"/>
                  </a:lnTo>
                  <a:lnTo>
                    <a:pt x="427999" y="2807014"/>
                  </a:lnTo>
                  <a:lnTo>
                    <a:pt x="428186" y="2806915"/>
                  </a:lnTo>
                  <a:lnTo>
                    <a:pt x="428373" y="2806884"/>
                  </a:lnTo>
                  <a:lnTo>
                    <a:pt x="428560" y="2807038"/>
                  </a:lnTo>
                  <a:lnTo>
                    <a:pt x="428747" y="2807038"/>
                  </a:lnTo>
                  <a:lnTo>
                    <a:pt x="428934" y="2807038"/>
                  </a:lnTo>
                  <a:lnTo>
                    <a:pt x="429121" y="2807029"/>
                  </a:lnTo>
                  <a:lnTo>
                    <a:pt x="429308" y="2806853"/>
                  </a:lnTo>
                  <a:lnTo>
                    <a:pt x="429495" y="2806677"/>
                  </a:lnTo>
                  <a:lnTo>
                    <a:pt x="429682" y="2806678"/>
                  </a:lnTo>
                  <a:lnTo>
                    <a:pt x="429869" y="2806857"/>
                  </a:lnTo>
                  <a:lnTo>
                    <a:pt x="430055" y="2806910"/>
                  </a:lnTo>
                  <a:lnTo>
                    <a:pt x="430242" y="2806975"/>
                  </a:lnTo>
                  <a:lnTo>
                    <a:pt x="430429" y="2807134"/>
                  </a:lnTo>
                  <a:lnTo>
                    <a:pt x="430616" y="2807414"/>
                  </a:lnTo>
                  <a:lnTo>
                    <a:pt x="430803" y="2807703"/>
                  </a:lnTo>
                  <a:lnTo>
                    <a:pt x="430990" y="2807790"/>
                  </a:lnTo>
                  <a:lnTo>
                    <a:pt x="431177" y="2807799"/>
                  </a:lnTo>
                  <a:lnTo>
                    <a:pt x="431364" y="2807755"/>
                  </a:lnTo>
                  <a:lnTo>
                    <a:pt x="431551" y="2807630"/>
                  </a:lnTo>
                  <a:lnTo>
                    <a:pt x="431738" y="2807504"/>
                  </a:lnTo>
                  <a:lnTo>
                    <a:pt x="431925" y="2807385"/>
                  </a:lnTo>
                  <a:lnTo>
                    <a:pt x="432112" y="2807309"/>
                  </a:lnTo>
                  <a:lnTo>
                    <a:pt x="432299" y="2807183"/>
                  </a:lnTo>
                  <a:lnTo>
                    <a:pt x="432485" y="2806914"/>
                  </a:lnTo>
                  <a:lnTo>
                    <a:pt x="432672" y="2806360"/>
                  </a:lnTo>
                  <a:lnTo>
                    <a:pt x="432859" y="2805623"/>
                  </a:lnTo>
                  <a:lnTo>
                    <a:pt x="433046" y="2804981"/>
                  </a:lnTo>
                  <a:lnTo>
                    <a:pt x="433233" y="2804225"/>
                  </a:lnTo>
                  <a:lnTo>
                    <a:pt x="433420" y="2803439"/>
                  </a:lnTo>
                  <a:lnTo>
                    <a:pt x="433607" y="2802667"/>
                  </a:lnTo>
                  <a:lnTo>
                    <a:pt x="433794" y="2801972"/>
                  </a:lnTo>
                  <a:lnTo>
                    <a:pt x="433981" y="2801129"/>
                  </a:lnTo>
                  <a:lnTo>
                    <a:pt x="434168" y="2800487"/>
                  </a:lnTo>
                  <a:lnTo>
                    <a:pt x="434355" y="2799960"/>
                  </a:lnTo>
                  <a:lnTo>
                    <a:pt x="434542" y="2799432"/>
                  </a:lnTo>
                  <a:lnTo>
                    <a:pt x="434728" y="2798904"/>
                  </a:lnTo>
                  <a:lnTo>
                    <a:pt x="434915" y="2798482"/>
                  </a:lnTo>
                  <a:lnTo>
                    <a:pt x="435102" y="2798130"/>
                  </a:lnTo>
                  <a:lnTo>
                    <a:pt x="435289" y="2797954"/>
                  </a:lnTo>
                  <a:lnTo>
                    <a:pt x="435476" y="2797954"/>
                  </a:lnTo>
                  <a:lnTo>
                    <a:pt x="435663" y="2797954"/>
                  </a:lnTo>
                  <a:lnTo>
                    <a:pt x="435850" y="2797954"/>
                  </a:lnTo>
                  <a:lnTo>
                    <a:pt x="436037" y="2797954"/>
                  </a:lnTo>
                  <a:lnTo>
                    <a:pt x="436224" y="2797954"/>
                  </a:lnTo>
                  <a:lnTo>
                    <a:pt x="436411" y="2797954"/>
                  </a:lnTo>
                  <a:lnTo>
                    <a:pt x="436598" y="2797954"/>
                  </a:lnTo>
                  <a:lnTo>
                    <a:pt x="436785" y="2797954"/>
                  </a:lnTo>
                  <a:lnTo>
                    <a:pt x="436972" y="2797893"/>
                  </a:lnTo>
                  <a:lnTo>
                    <a:pt x="437158" y="2797717"/>
                  </a:lnTo>
                  <a:lnTo>
                    <a:pt x="437345" y="2797541"/>
                  </a:lnTo>
                  <a:lnTo>
                    <a:pt x="437532" y="2797365"/>
                  </a:lnTo>
                  <a:lnTo>
                    <a:pt x="437719" y="2797110"/>
                  </a:lnTo>
                  <a:lnTo>
                    <a:pt x="437906" y="2796758"/>
                  </a:lnTo>
                  <a:lnTo>
                    <a:pt x="438093" y="2796598"/>
                  </a:lnTo>
                  <a:lnTo>
                    <a:pt x="438280" y="2796486"/>
                  </a:lnTo>
                  <a:lnTo>
                    <a:pt x="438467" y="2796387"/>
                  </a:lnTo>
                  <a:lnTo>
                    <a:pt x="438654" y="2796288"/>
                  </a:lnTo>
                  <a:lnTo>
                    <a:pt x="438841" y="2796189"/>
                  </a:lnTo>
                  <a:lnTo>
                    <a:pt x="439028" y="2796090"/>
                  </a:lnTo>
                  <a:lnTo>
                    <a:pt x="439215" y="2795990"/>
                  </a:lnTo>
                  <a:lnTo>
                    <a:pt x="439402" y="2795891"/>
                  </a:lnTo>
                  <a:lnTo>
                    <a:pt x="439588" y="2795792"/>
                  </a:lnTo>
                  <a:lnTo>
                    <a:pt x="439775" y="2795743"/>
                  </a:lnTo>
                  <a:lnTo>
                    <a:pt x="439962" y="2795788"/>
                  </a:lnTo>
                  <a:lnTo>
                    <a:pt x="440149" y="2795834"/>
                  </a:lnTo>
                  <a:lnTo>
                    <a:pt x="440336" y="2795879"/>
                  </a:lnTo>
                  <a:lnTo>
                    <a:pt x="440523" y="2795852"/>
                  </a:lnTo>
                  <a:lnTo>
                    <a:pt x="440710" y="2795659"/>
                  </a:lnTo>
                  <a:lnTo>
                    <a:pt x="440897" y="2795256"/>
                  </a:lnTo>
                  <a:lnTo>
                    <a:pt x="441084" y="2794775"/>
                  </a:lnTo>
                  <a:lnTo>
                    <a:pt x="441271" y="2794072"/>
                  </a:lnTo>
                  <a:lnTo>
                    <a:pt x="441458" y="2793368"/>
                  </a:lnTo>
                  <a:lnTo>
                    <a:pt x="441645" y="2792904"/>
                  </a:lnTo>
                  <a:lnTo>
                    <a:pt x="441831" y="2792457"/>
                  </a:lnTo>
                  <a:lnTo>
                    <a:pt x="442018" y="2792069"/>
                  </a:lnTo>
                  <a:lnTo>
                    <a:pt x="442205" y="2791681"/>
                  </a:lnTo>
                  <a:lnTo>
                    <a:pt x="442392" y="2791293"/>
                  </a:lnTo>
                  <a:lnTo>
                    <a:pt x="442579" y="2790905"/>
                  </a:lnTo>
                  <a:lnTo>
                    <a:pt x="442766" y="2790517"/>
                  </a:lnTo>
                  <a:lnTo>
                    <a:pt x="442953" y="2790129"/>
                  </a:lnTo>
                  <a:lnTo>
                    <a:pt x="443140" y="2789741"/>
                  </a:lnTo>
                  <a:lnTo>
                    <a:pt x="443327" y="2789491"/>
                  </a:lnTo>
                  <a:lnTo>
                    <a:pt x="443514" y="2789334"/>
                  </a:lnTo>
                  <a:lnTo>
                    <a:pt x="443701" y="2789182"/>
                  </a:lnTo>
                  <a:lnTo>
                    <a:pt x="443888" y="2788944"/>
                  </a:lnTo>
                  <a:lnTo>
                    <a:pt x="444075" y="2788804"/>
                  </a:lnTo>
                  <a:lnTo>
                    <a:pt x="444261" y="2788701"/>
                  </a:lnTo>
                  <a:lnTo>
                    <a:pt x="444448" y="2788551"/>
                  </a:lnTo>
                  <a:lnTo>
                    <a:pt x="444635" y="2788566"/>
                  </a:lnTo>
                  <a:lnTo>
                    <a:pt x="444822" y="2788594"/>
                  </a:lnTo>
                  <a:lnTo>
                    <a:pt x="445009" y="2788817"/>
                  </a:lnTo>
                  <a:lnTo>
                    <a:pt x="445196" y="2788917"/>
                  </a:lnTo>
                  <a:lnTo>
                    <a:pt x="445383" y="2788988"/>
                  </a:lnTo>
                  <a:lnTo>
                    <a:pt x="445570" y="2789259"/>
                  </a:lnTo>
                  <a:lnTo>
                    <a:pt x="445757" y="2789685"/>
                  </a:lnTo>
                  <a:lnTo>
                    <a:pt x="445944" y="2789974"/>
                  </a:lnTo>
                  <a:lnTo>
                    <a:pt x="446131" y="2790408"/>
                  </a:lnTo>
                  <a:lnTo>
                    <a:pt x="446318" y="2790860"/>
                  </a:lnTo>
                  <a:lnTo>
                    <a:pt x="446504" y="2791507"/>
                  </a:lnTo>
                  <a:lnTo>
                    <a:pt x="446691" y="2792223"/>
                  </a:lnTo>
                  <a:lnTo>
                    <a:pt x="446878" y="2792985"/>
                  </a:lnTo>
                  <a:lnTo>
                    <a:pt x="447065" y="2793748"/>
                  </a:lnTo>
                  <a:lnTo>
                    <a:pt x="447252" y="2794569"/>
                  </a:lnTo>
                  <a:lnTo>
                    <a:pt x="447439" y="2795367"/>
                  </a:lnTo>
                  <a:lnTo>
                    <a:pt x="447626" y="2796048"/>
                  </a:lnTo>
                  <a:lnTo>
                    <a:pt x="447813" y="2796612"/>
                  </a:lnTo>
                  <a:lnTo>
                    <a:pt x="448000" y="2797061"/>
                  </a:lnTo>
                  <a:lnTo>
                    <a:pt x="448187" y="2797545"/>
                  </a:lnTo>
                  <a:lnTo>
                    <a:pt x="448374" y="2797761"/>
                  </a:lnTo>
                  <a:lnTo>
                    <a:pt x="448561" y="2797893"/>
                  </a:lnTo>
                  <a:lnTo>
                    <a:pt x="448748" y="2798119"/>
                  </a:lnTo>
                  <a:lnTo>
                    <a:pt x="448934" y="2798143"/>
                  </a:lnTo>
                  <a:lnTo>
                    <a:pt x="449121" y="2798179"/>
                  </a:lnTo>
                  <a:lnTo>
                    <a:pt x="449308" y="2798235"/>
                  </a:lnTo>
                  <a:lnTo>
                    <a:pt x="449495" y="2798338"/>
                  </a:lnTo>
                  <a:lnTo>
                    <a:pt x="449682" y="2798438"/>
                  </a:lnTo>
                  <a:lnTo>
                    <a:pt x="449869" y="2798591"/>
                  </a:lnTo>
                  <a:lnTo>
                    <a:pt x="450056" y="2798887"/>
                  </a:lnTo>
                  <a:lnTo>
                    <a:pt x="450243" y="2798970"/>
                  </a:lnTo>
                  <a:lnTo>
                    <a:pt x="450430" y="2798950"/>
                  </a:lnTo>
                  <a:lnTo>
                    <a:pt x="450617" y="2798762"/>
                  </a:lnTo>
                  <a:lnTo>
                    <a:pt x="450804" y="2798575"/>
                  </a:lnTo>
                  <a:lnTo>
                    <a:pt x="450991" y="2798475"/>
                  </a:lnTo>
                  <a:lnTo>
                    <a:pt x="451178" y="2798393"/>
                  </a:lnTo>
                  <a:lnTo>
                    <a:pt x="451364" y="2798318"/>
                  </a:lnTo>
                  <a:lnTo>
                    <a:pt x="451551" y="2798242"/>
                  </a:lnTo>
                  <a:lnTo>
                    <a:pt x="451738" y="2798166"/>
                  </a:lnTo>
                  <a:lnTo>
                    <a:pt x="451925" y="2798092"/>
                  </a:lnTo>
                  <a:lnTo>
                    <a:pt x="452112" y="2798017"/>
                  </a:lnTo>
                  <a:lnTo>
                    <a:pt x="452299" y="2798001"/>
                  </a:lnTo>
                  <a:lnTo>
                    <a:pt x="452486" y="2797939"/>
                  </a:lnTo>
                  <a:lnTo>
                    <a:pt x="452673" y="2797906"/>
                  </a:lnTo>
                  <a:lnTo>
                    <a:pt x="452860" y="2797794"/>
                  </a:lnTo>
                  <a:lnTo>
                    <a:pt x="453047" y="2797824"/>
                  </a:lnTo>
                  <a:lnTo>
                    <a:pt x="453234" y="2798043"/>
                  </a:lnTo>
                  <a:lnTo>
                    <a:pt x="453421" y="2798190"/>
                  </a:lnTo>
                  <a:lnTo>
                    <a:pt x="453607" y="2798404"/>
                  </a:lnTo>
                  <a:lnTo>
                    <a:pt x="453794" y="2798548"/>
                  </a:lnTo>
                  <a:lnTo>
                    <a:pt x="453981" y="2798762"/>
                  </a:lnTo>
                  <a:lnTo>
                    <a:pt x="454168" y="2798905"/>
                  </a:lnTo>
                  <a:lnTo>
                    <a:pt x="454355" y="2799075"/>
                  </a:lnTo>
                  <a:lnTo>
                    <a:pt x="454542" y="2799390"/>
                  </a:lnTo>
                  <a:lnTo>
                    <a:pt x="454729" y="2799804"/>
                  </a:lnTo>
                  <a:lnTo>
                    <a:pt x="454916" y="2800108"/>
                  </a:lnTo>
                  <a:lnTo>
                    <a:pt x="455103" y="2800591"/>
                  </a:lnTo>
                  <a:lnTo>
                    <a:pt x="455290" y="2801074"/>
                  </a:lnTo>
                  <a:lnTo>
                    <a:pt x="455477" y="2801384"/>
                  </a:lnTo>
                  <a:lnTo>
                    <a:pt x="455664" y="2801587"/>
                  </a:lnTo>
                  <a:lnTo>
                    <a:pt x="455851" y="2801759"/>
                  </a:lnTo>
                  <a:lnTo>
                    <a:pt x="456037" y="2802034"/>
                  </a:lnTo>
                  <a:lnTo>
                    <a:pt x="456224" y="2802301"/>
                  </a:lnTo>
                  <a:lnTo>
                    <a:pt x="456411" y="2802412"/>
                  </a:lnTo>
                  <a:lnTo>
                    <a:pt x="456598" y="2802571"/>
                  </a:lnTo>
                  <a:lnTo>
                    <a:pt x="456785" y="2802669"/>
                  </a:lnTo>
                  <a:lnTo>
                    <a:pt x="456972" y="2802882"/>
                  </a:lnTo>
                  <a:lnTo>
                    <a:pt x="457159" y="2803099"/>
                  </a:lnTo>
                  <a:lnTo>
                    <a:pt x="457346" y="2803305"/>
                  </a:lnTo>
                  <a:lnTo>
                    <a:pt x="457533" y="2803539"/>
                  </a:lnTo>
                  <a:lnTo>
                    <a:pt x="457720" y="2803872"/>
                  </a:lnTo>
                  <a:lnTo>
                    <a:pt x="457907" y="2803968"/>
                  </a:lnTo>
                  <a:lnTo>
                    <a:pt x="458094" y="2803932"/>
                  </a:lnTo>
                  <a:lnTo>
                    <a:pt x="458281" y="2803793"/>
                  </a:lnTo>
                  <a:lnTo>
                    <a:pt x="458467" y="2803578"/>
                  </a:lnTo>
                  <a:lnTo>
                    <a:pt x="458654" y="2803206"/>
                  </a:lnTo>
                  <a:lnTo>
                    <a:pt x="458841" y="2802803"/>
                  </a:lnTo>
                  <a:lnTo>
                    <a:pt x="459028" y="2802334"/>
                  </a:lnTo>
                  <a:lnTo>
                    <a:pt x="459215" y="2801912"/>
                  </a:lnTo>
                  <a:lnTo>
                    <a:pt x="459402" y="2801463"/>
                  </a:lnTo>
                  <a:lnTo>
                    <a:pt x="459589" y="2800840"/>
                  </a:lnTo>
                  <a:lnTo>
                    <a:pt x="459776" y="2800123"/>
                  </a:lnTo>
                  <a:lnTo>
                    <a:pt x="459963" y="2799098"/>
                  </a:lnTo>
                  <a:lnTo>
                    <a:pt x="460150" y="2797800"/>
                  </a:lnTo>
                  <a:lnTo>
                    <a:pt x="460337" y="2796456"/>
                  </a:lnTo>
                  <a:lnTo>
                    <a:pt x="460524" y="2795205"/>
                  </a:lnTo>
                  <a:lnTo>
                    <a:pt x="460710" y="2794049"/>
                  </a:lnTo>
                  <a:lnTo>
                    <a:pt x="460897" y="2792870"/>
                  </a:lnTo>
                  <a:lnTo>
                    <a:pt x="461084" y="2791822"/>
                  </a:lnTo>
                  <a:lnTo>
                    <a:pt x="461271" y="2790905"/>
                  </a:lnTo>
                  <a:lnTo>
                    <a:pt x="461458" y="2790093"/>
                  </a:lnTo>
                  <a:lnTo>
                    <a:pt x="461645" y="2789398"/>
                  </a:lnTo>
                  <a:lnTo>
                    <a:pt x="461832" y="2788871"/>
                  </a:lnTo>
                  <a:lnTo>
                    <a:pt x="462019" y="2788435"/>
                  </a:lnTo>
                  <a:lnTo>
                    <a:pt x="462206" y="2788044"/>
                  </a:lnTo>
                  <a:lnTo>
                    <a:pt x="462393" y="2787804"/>
                  </a:lnTo>
                  <a:lnTo>
                    <a:pt x="462580" y="2787811"/>
                  </a:lnTo>
                  <a:lnTo>
                    <a:pt x="462767" y="2788101"/>
                  </a:lnTo>
                  <a:lnTo>
                    <a:pt x="462954" y="2788401"/>
                  </a:lnTo>
                  <a:lnTo>
                    <a:pt x="463140" y="2788863"/>
                  </a:lnTo>
                  <a:lnTo>
                    <a:pt x="463327" y="2789155"/>
                  </a:lnTo>
                  <a:lnTo>
                    <a:pt x="463514" y="2789454"/>
                  </a:lnTo>
                  <a:lnTo>
                    <a:pt x="463701" y="2789872"/>
                  </a:lnTo>
                  <a:lnTo>
                    <a:pt x="463888" y="2790258"/>
                  </a:lnTo>
                  <a:lnTo>
                    <a:pt x="464075" y="2790644"/>
                  </a:lnTo>
                  <a:lnTo>
                    <a:pt x="464262" y="2790975"/>
                  </a:lnTo>
                  <a:lnTo>
                    <a:pt x="464449" y="2791084"/>
                  </a:lnTo>
                  <a:lnTo>
                    <a:pt x="464636" y="2791141"/>
                  </a:lnTo>
                  <a:lnTo>
                    <a:pt x="464823" y="2791102"/>
                  </a:lnTo>
                  <a:lnTo>
                    <a:pt x="465010" y="2791166"/>
                  </a:lnTo>
                  <a:lnTo>
                    <a:pt x="465197" y="2791210"/>
                  </a:lnTo>
                  <a:lnTo>
                    <a:pt x="465383" y="2791297"/>
                  </a:lnTo>
                  <a:lnTo>
                    <a:pt x="465570" y="2791255"/>
                  </a:lnTo>
                  <a:lnTo>
                    <a:pt x="465757" y="2791118"/>
                  </a:lnTo>
                  <a:lnTo>
                    <a:pt x="465944" y="2790905"/>
                  </a:lnTo>
                  <a:lnTo>
                    <a:pt x="466131" y="2790855"/>
                  </a:lnTo>
                  <a:lnTo>
                    <a:pt x="466318" y="2790739"/>
                  </a:lnTo>
                  <a:lnTo>
                    <a:pt x="466505" y="2790583"/>
                  </a:lnTo>
                  <a:lnTo>
                    <a:pt x="466692" y="2790561"/>
                  </a:lnTo>
                  <a:lnTo>
                    <a:pt x="466879" y="2790441"/>
                  </a:lnTo>
                  <a:lnTo>
                    <a:pt x="467066" y="2790164"/>
                  </a:lnTo>
                  <a:lnTo>
                    <a:pt x="467253" y="2789832"/>
                  </a:lnTo>
                  <a:lnTo>
                    <a:pt x="467440" y="2789424"/>
                  </a:lnTo>
                  <a:lnTo>
                    <a:pt x="467627" y="2789028"/>
                  </a:lnTo>
                  <a:lnTo>
                    <a:pt x="467813" y="2788662"/>
                  </a:lnTo>
                  <a:lnTo>
                    <a:pt x="468000" y="2788321"/>
                  </a:lnTo>
                  <a:lnTo>
                    <a:pt x="468187" y="2788091"/>
                  </a:lnTo>
                  <a:lnTo>
                    <a:pt x="468374" y="2787982"/>
                  </a:lnTo>
                  <a:lnTo>
                    <a:pt x="468561" y="2787916"/>
                  </a:lnTo>
                  <a:lnTo>
                    <a:pt x="468748" y="2787965"/>
                  </a:lnTo>
                  <a:lnTo>
                    <a:pt x="468935" y="2788156"/>
                  </a:lnTo>
                  <a:lnTo>
                    <a:pt x="469122" y="2788471"/>
                  </a:lnTo>
                  <a:lnTo>
                    <a:pt x="469309" y="2788911"/>
                  </a:lnTo>
                  <a:lnTo>
                    <a:pt x="469496" y="2789243"/>
                  </a:lnTo>
                  <a:lnTo>
                    <a:pt x="469683" y="2789490"/>
                  </a:lnTo>
                  <a:lnTo>
                    <a:pt x="469870" y="2789655"/>
                  </a:lnTo>
                  <a:lnTo>
                    <a:pt x="470057" y="2789772"/>
                  </a:lnTo>
                  <a:lnTo>
                    <a:pt x="470243" y="2790253"/>
                  </a:lnTo>
                  <a:lnTo>
                    <a:pt x="470430" y="2790716"/>
                  </a:lnTo>
                  <a:lnTo>
                    <a:pt x="470617" y="2791199"/>
                  </a:lnTo>
                  <a:lnTo>
                    <a:pt x="470804" y="2791594"/>
                  </a:lnTo>
                  <a:lnTo>
                    <a:pt x="470991" y="2791996"/>
                  </a:lnTo>
                  <a:lnTo>
                    <a:pt x="471178" y="2792435"/>
                  </a:lnTo>
                  <a:lnTo>
                    <a:pt x="471365" y="2793055"/>
                  </a:lnTo>
                  <a:lnTo>
                    <a:pt x="471552" y="2793457"/>
                  </a:lnTo>
                  <a:lnTo>
                    <a:pt x="471739" y="2793772"/>
                  </a:lnTo>
                  <a:lnTo>
                    <a:pt x="471926" y="2793987"/>
                  </a:lnTo>
                  <a:lnTo>
                    <a:pt x="472113" y="2794260"/>
                  </a:lnTo>
                  <a:lnTo>
                    <a:pt x="472300" y="2794557"/>
                  </a:lnTo>
                  <a:lnTo>
                    <a:pt x="472486" y="2794764"/>
                  </a:lnTo>
                  <a:lnTo>
                    <a:pt x="472673" y="2794727"/>
                  </a:lnTo>
                  <a:lnTo>
                    <a:pt x="472860" y="2794562"/>
                  </a:lnTo>
                  <a:lnTo>
                    <a:pt x="473047" y="2794252"/>
                  </a:lnTo>
                  <a:lnTo>
                    <a:pt x="473234" y="2793908"/>
                  </a:lnTo>
                  <a:lnTo>
                    <a:pt x="473421" y="2793469"/>
                  </a:lnTo>
                  <a:lnTo>
                    <a:pt x="473608" y="2792946"/>
                  </a:lnTo>
                  <a:lnTo>
                    <a:pt x="473795" y="2792343"/>
                  </a:lnTo>
                  <a:lnTo>
                    <a:pt x="473982" y="2791656"/>
                  </a:lnTo>
                  <a:lnTo>
                    <a:pt x="474169" y="2791016"/>
                  </a:lnTo>
                  <a:lnTo>
                    <a:pt x="474356" y="2790434"/>
                  </a:lnTo>
                  <a:lnTo>
                    <a:pt x="474543" y="2789921"/>
                  </a:lnTo>
                  <a:lnTo>
                    <a:pt x="474730" y="2789357"/>
                  </a:lnTo>
                  <a:lnTo>
                    <a:pt x="474916" y="2788547"/>
                  </a:lnTo>
                  <a:lnTo>
                    <a:pt x="475103" y="2787850"/>
                  </a:lnTo>
                  <a:lnTo>
                    <a:pt x="475290" y="2787345"/>
                  </a:lnTo>
                  <a:lnTo>
                    <a:pt x="475477" y="2786669"/>
                  </a:lnTo>
                  <a:lnTo>
                    <a:pt x="475664" y="2785870"/>
                  </a:lnTo>
                  <a:lnTo>
                    <a:pt x="475851" y="2785112"/>
                  </a:lnTo>
                  <a:lnTo>
                    <a:pt x="476038" y="2784316"/>
                  </a:lnTo>
                  <a:lnTo>
                    <a:pt x="476225" y="2783565"/>
                  </a:lnTo>
                  <a:lnTo>
                    <a:pt x="476412" y="2782818"/>
                  </a:lnTo>
                  <a:lnTo>
                    <a:pt x="476599" y="2781965"/>
                  </a:lnTo>
                  <a:lnTo>
                    <a:pt x="476786" y="2780958"/>
                  </a:lnTo>
                  <a:lnTo>
                    <a:pt x="476973" y="2779783"/>
                  </a:lnTo>
                  <a:lnTo>
                    <a:pt x="477160" y="2778621"/>
                  </a:lnTo>
                  <a:lnTo>
                    <a:pt x="477346" y="2777549"/>
                  </a:lnTo>
                  <a:lnTo>
                    <a:pt x="477533" y="2776529"/>
                  </a:lnTo>
                  <a:lnTo>
                    <a:pt x="477720" y="2775674"/>
                  </a:lnTo>
                  <a:lnTo>
                    <a:pt x="477907" y="2774948"/>
                  </a:lnTo>
                  <a:lnTo>
                    <a:pt x="478094" y="2774568"/>
                  </a:lnTo>
                  <a:lnTo>
                    <a:pt x="478281" y="2774441"/>
                  </a:lnTo>
                  <a:lnTo>
                    <a:pt x="478468" y="2774529"/>
                  </a:lnTo>
                  <a:lnTo>
                    <a:pt x="478655" y="2774914"/>
                  </a:lnTo>
                  <a:lnTo>
                    <a:pt x="478842" y="2775394"/>
                  </a:lnTo>
                  <a:lnTo>
                    <a:pt x="479029" y="2775667"/>
                  </a:lnTo>
                  <a:lnTo>
                    <a:pt x="479216" y="2776007"/>
                  </a:lnTo>
                  <a:lnTo>
                    <a:pt x="479403" y="2776531"/>
                  </a:lnTo>
                  <a:lnTo>
                    <a:pt x="479589" y="2777229"/>
                  </a:lnTo>
                  <a:lnTo>
                    <a:pt x="479776" y="2777964"/>
                  </a:lnTo>
                  <a:lnTo>
                    <a:pt x="479963" y="2778729"/>
                  </a:lnTo>
                  <a:lnTo>
                    <a:pt x="480150" y="2779418"/>
                  </a:lnTo>
                  <a:lnTo>
                    <a:pt x="480337" y="2780101"/>
                  </a:lnTo>
                  <a:lnTo>
                    <a:pt x="480524" y="2780785"/>
                  </a:lnTo>
                  <a:lnTo>
                    <a:pt x="480711" y="2781261"/>
                  </a:lnTo>
                  <a:lnTo>
                    <a:pt x="480898" y="2781319"/>
                  </a:lnTo>
                  <a:lnTo>
                    <a:pt x="481085" y="2781351"/>
                  </a:lnTo>
                  <a:lnTo>
                    <a:pt x="481272" y="2781440"/>
                  </a:lnTo>
                  <a:lnTo>
                    <a:pt x="481459" y="2781542"/>
                  </a:lnTo>
                  <a:lnTo>
                    <a:pt x="481646" y="2781645"/>
                  </a:lnTo>
                  <a:lnTo>
                    <a:pt x="481833" y="2781772"/>
                  </a:lnTo>
                  <a:lnTo>
                    <a:pt x="482019" y="2781889"/>
                  </a:lnTo>
                  <a:lnTo>
                    <a:pt x="482206" y="2781810"/>
                  </a:lnTo>
                  <a:lnTo>
                    <a:pt x="482393" y="2781782"/>
                  </a:lnTo>
                  <a:lnTo>
                    <a:pt x="482580" y="2781719"/>
                  </a:lnTo>
                  <a:lnTo>
                    <a:pt x="482767" y="2781730"/>
                  </a:lnTo>
                  <a:lnTo>
                    <a:pt x="482954" y="2781708"/>
                  </a:lnTo>
                  <a:lnTo>
                    <a:pt x="483141" y="2781621"/>
                  </a:lnTo>
                  <a:lnTo>
                    <a:pt x="483328" y="2781549"/>
                  </a:lnTo>
                  <a:lnTo>
                    <a:pt x="483515" y="2781533"/>
                  </a:lnTo>
                  <a:lnTo>
                    <a:pt x="483702" y="2781378"/>
                  </a:lnTo>
                  <a:lnTo>
                    <a:pt x="483889" y="2780980"/>
                  </a:lnTo>
                  <a:lnTo>
                    <a:pt x="484076" y="2780416"/>
                  </a:lnTo>
                  <a:lnTo>
                    <a:pt x="484262" y="2779716"/>
                  </a:lnTo>
                  <a:lnTo>
                    <a:pt x="484449" y="2778927"/>
                  </a:lnTo>
                  <a:lnTo>
                    <a:pt x="484636" y="2778080"/>
                  </a:lnTo>
                  <a:lnTo>
                    <a:pt x="484823" y="2777239"/>
                  </a:lnTo>
                  <a:lnTo>
                    <a:pt x="485010" y="2776585"/>
                  </a:lnTo>
                  <a:lnTo>
                    <a:pt x="485197" y="2775864"/>
                  </a:lnTo>
                  <a:lnTo>
                    <a:pt x="485384" y="2775365"/>
                  </a:lnTo>
                  <a:lnTo>
                    <a:pt x="485571" y="2774849"/>
                  </a:lnTo>
                  <a:lnTo>
                    <a:pt x="485758" y="2774433"/>
                  </a:lnTo>
                  <a:lnTo>
                    <a:pt x="485945" y="2774052"/>
                  </a:lnTo>
                  <a:lnTo>
                    <a:pt x="486132" y="2773503"/>
                  </a:lnTo>
                  <a:lnTo>
                    <a:pt x="486319" y="2772950"/>
                  </a:lnTo>
                  <a:lnTo>
                    <a:pt x="486506" y="2772451"/>
                  </a:lnTo>
                  <a:lnTo>
                    <a:pt x="486692" y="2771787"/>
                  </a:lnTo>
                  <a:lnTo>
                    <a:pt x="486879" y="2771102"/>
                  </a:lnTo>
                  <a:lnTo>
                    <a:pt x="487066" y="2770551"/>
                  </a:lnTo>
                  <a:lnTo>
                    <a:pt x="487253" y="2770135"/>
                  </a:lnTo>
                  <a:lnTo>
                    <a:pt x="487440" y="2769480"/>
                  </a:lnTo>
                  <a:lnTo>
                    <a:pt x="487627" y="2768845"/>
                  </a:lnTo>
                  <a:lnTo>
                    <a:pt x="487814" y="2768092"/>
                  </a:lnTo>
                  <a:lnTo>
                    <a:pt x="488001" y="2767591"/>
                  </a:lnTo>
                  <a:lnTo>
                    <a:pt x="488188" y="2767104"/>
                  </a:lnTo>
                  <a:lnTo>
                    <a:pt x="488375" y="2766530"/>
                  </a:lnTo>
                  <a:lnTo>
                    <a:pt x="488562" y="2766028"/>
                  </a:lnTo>
                  <a:lnTo>
                    <a:pt x="488749" y="2765730"/>
                  </a:lnTo>
                  <a:lnTo>
                    <a:pt x="488936" y="2765508"/>
                  </a:lnTo>
                  <a:lnTo>
                    <a:pt x="489122" y="2765207"/>
                  </a:lnTo>
                  <a:lnTo>
                    <a:pt x="489309" y="2764906"/>
                  </a:lnTo>
                  <a:lnTo>
                    <a:pt x="489496" y="2764605"/>
                  </a:lnTo>
                  <a:lnTo>
                    <a:pt x="489683" y="2764320"/>
                  </a:lnTo>
                  <a:lnTo>
                    <a:pt x="489870" y="2764080"/>
                  </a:lnTo>
                  <a:lnTo>
                    <a:pt x="490057" y="2763812"/>
                  </a:lnTo>
                  <a:lnTo>
                    <a:pt x="490244" y="2763647"/>
                  </a:lnTo>
                  <a:lnTo>
                    <a:pt x="490431" y="2763428"/>
                  </a:lnTo>
                  <a:lnTo>
                    <a:pt x="490618" y="2763209"/>
                  </a:lnTo>
                  <a:lnTo>
                    <a:pt x="490805" y="2763062"/>
                  </a:lnTo>
                  <a:lnTo>
                    <a:pt x="490992" y="2762847"/>
                  </a:lnTo>
                  <a:lnTo>
                    <a:pt x="491179" y="2762704"/>
                  </a:lnTo>
                  <a:lnTo>
                    <a:pt x="491365" y="2762489"/>
                  </a:lnTo>
                  <a:lnTo>
                    <a:pt x="491552" y="2762346"/>
                  </a:lnTo>
                  <a:lnTo>
                    <a:pt x="491739" y="2762203"/>
                  </a:lnTo>
                  <a:lnTo>
                    <a:pt x="491926" y="2762064"/>
                  </a:lnTo>
                  <a:lnTo>
                    <a:pt x="492113" y="2761922"/>
                  </a:lnTo>
                  <a:lnTo>
                    <a:pt x="492300" y="2761970"/>
                  </a:lnTo>
                  <a:lnTo>
                    <a:pt x="492487" y="2761980"/>
                  </a:lnTo>
                  <a:lnTo>
                    <a:pt x="492674" y="2762024"/>
                  </a:lnTo>
                  <a:lnTo>
                    <a:pt x="492861" y="2762242"/>
                  </a:lnTo>
                  <a:lnTo>
                    <a:pt x="493048" y="2762567"/>
                  </a:lnTo>
                  <a:lnTo>
                    <a:pt x="493235" y="2762923"/>
                  </a:lnTo>
                  <a:lnTo>
                    <a:pt x="493422" y="2763176"/>
                  </a:lnTo>
                  <a:lnTo>
                    <a:pt x="493609" y="2763437"/>
                  </a:lnTo>
                  <a:lnTo>
                    <a:pt x="493795" y="2763997"/>
                  </a:lnTo>
                  <a:lnTo>
                    <a:pt x="493982" y="2764519"/>
                  </a:lnTo>
                  <a:lnTo>
                    <a:pt x="494169" y="2765103"/>
                  </a:lnTo>
                  <a:lnTo>
                    <a:pt x="494356" y="2765625"/>
                  </a:lnTo>
                  <a:lnTo>
                    <a:pt x="494543" y="2766178"/>
                  </a:lnTo>
                  <a:lnTo>
                    <a:pt x="494730" y="2766759"/>
                  </a:lnTo>
                  <a:lnTo>
                    <a:pt x="494917" y="2767297"/>
                  </a:lnTo>
                  <a:lnTo>
                    <a:pt x="495104" y="2767686"/>
                  </a:lnTo>
                  <a:lnTo>
                    <a:pt x="495291" y="2768196"/>
                  </a:lnTo>
                  <a:lnTo>
                    <a:pt x="495478" y="2768810"/>
                  </a:lnTo>
                  <a:lnTo>
                    <a:pt x="495665" y="2769527"/>
                  </a:lnTo>
                  <a:lnTo>
                    <a:pt x="495852" y="2770318"/>
                  </a:lnTo>
                  <a:lnTo>
                    <a:pt x="496039" y="2771332"/>
                  </a:lnTo>
                  <a:lnTo>
                    <a:pt x="496225" y="2772297"/>
                  </a:lnTo>
                  <a:lnTo>
                    <a:pt x="496412" y="2773293"/>
                  </a:lnTo>
                  <a:lnTo>
                    <a:pt x="496599" y="2774206"/>
                  </a:lnTo>
                  <a:lnTo>
                    <a:pt x="496786" y="2775147"/>
                  </a:lnTo>
                  <a:lnTo>
                    <a:pt x="496973" y="2776251"/>
                  </a:lnTo>
                  <a:lnTo>
                    <a:pt x="497160" y="2777293"/>
                  </a:lnTo>
                  <a:lnTo>
                    <a:pt x="497347" y="2778428"/>
                  </a:lnTo>
                  <a:lnTo>
                    <a:pt x="497534" y="2779683"/>
                  </a:lnTo>
                  <a:lnTo>
                    <a:pt x="497721" y="2780952"/>
                  </a:lnTo>
                  <a:lnTo>
                    <a:pt x="497908" y="2782158"/>
                  </a:lnTo>
                  <a:lnTo>
                    <a:pt x="498095" y="2783268"/>
                  </a:lnTo>
                  <a:lnTo>
                    <a:pt x="498282" y="2784402"/>
                  </a:lnTo>
                  <a:lnTo>
                    <a:pt x="498468" y="2785405"/>
                  </a:lnTo>
                  <a:lnTo>
                    <a:pt x="498655" y="2786277"/>
                  </a:lnTo>
                  <a:lnTo>
                    <a:pt x="498842" y="2787008"/>
                  </a:lnTo>
                  <a:lnTo>
                    <a:pt x="499029" y="2787668"/>
                  </a:lnTo>
                  <a:lnTo>
                    <a:pt x="499216" y="2788192"/>
                  </a:lnTo>
                  <a:lnTo>
                    <a:pt x="499403" y="2788624"/>
                  </a:lnTo>
                  <a:lnTo>
                    <a:pt x="499590" y="2789012"/>
                  </a:lnTo>
                  <a:lnTo>
                    <a:pt x="499777" y="2789248"/>
                  </a:lnTo>
                  <a:lnTo>
                    <a:pt x="499964" y="2789260"/>
                  </a:lnTo>
                  <a:lnTo>
                    <a:pt x="500151" y="2789143"/>
                  </a:lnTo>
                  <a:lnTo>
                    <a:pt x="500338" y="2789102"/>
                  </a:lnTo>
                  <a:lnTo>
                    <a:pt x="500525" y="2789087"/>
                  </a:lnTo>
                  <a:lnTo>
                    <a:pt x="500712" y="2789184"/>
                  </a:lnTo>
                  <a:lnTo>
                    <a:pt x="500898" y="2789272"/>
                  </a:lnTo>
                  <a:lnTo>
                    <a:pt x="501085" y="2789243"/>
                  </a:lnTo>
                  <a:lnTo>
                    <a:pt x="501272" y="2789244"/>
                  </a:lnTo>
                  <a:lnTo>
                    <a:pt x="501459" y="2789246"/>
                  </a:lnTo>
                  <a:lnTo>
                    <a:pt x="501646" y="2789274"/>
                  </a:lnTo>
                  <a:lnTo>
                    <a:pt x="501833" y="2789409"/>
                  </a:lnTo>
                  <a:lnTo>
                    <a:pt x="502020" y="2789595"/>
                  </a:lnTo>
                  <a:lnTo>
                    <a:pt x="502207" y="2789877"/>
                  </a:lnTo>
                  <a:lnTo>
                    <a:pt x="502394" y="2790057"/>
                  </a:lnTo>
                  <a:lnTo>
                    <a:pt x="502581" y="2790256"/>
                  </a:lnTo>
                  <a:lnTo>
                    <a:pt x="502768" y="2790392"/>
                  </a:lnTo>
                  <a:lnTo>
                    <a:pt x="502955" y="2790533"/>
                  </a:lnTo>
                  <a:lnTo>
                    <a:pt x="503141" y="2790701"/>
                  </a:lnTo>
                  <a:lnTo>
                    <a:pt x="503328" y="2790760"/>
                  </a:lnTo>
                  <a:lnTo>
                    <a:pt x="503515" y="2790810"/>
                  </a:lnTo>
                  <a:lnTo>
                    <a:pt x="503702" y="2790926"/>
                  </a:lnTo>
                  <a:lnTo>
                    <a:pt x="503889" y="2791091"/>
                  </a:lnTo>
                  <a:lnTo>
                    <a:pt x="504076" y="2791289"/>
                  </a:lnTo>
                  <a:lnTo>
                    <a:pt x="504263" y="2791584"/>
                  </a:lnTo>
                  <a:lnTo>
                    <a:pt x="504450" y="2791870"/>
                  </a:lnTo>
                  <a:lnTo>
                    <a:pt x="504637" y="2792198"/>
                  </a:lnTo>
                  <a:lnTo>
                    <a:pt x="504824" y="2792562"/>
                  </a:lnTo>
                  <a:lnTo>
                    <a:pt x="505011" y="2792911"/>
                  </a:lnTo>
                  <a:lnTo>
                    <a:pt x="505198" y="2793233"/>
                  </a:lnTo>
                  <a:lnTo>
                    <a:pt x="505385" y="2793538"/>
                  </a:lnTo>
                  <a:lnTo>
                    <a:pt x="505571" y="2793852"/>
                  </a:lnTo>
                  <a:lnTo>
                    <a:pt x="505758" y="2794115"/>
                  </a:lnTo>
                  <a:lnTo>
                    <a:pt x="505945" y="2794383"/>
                  </a:lnTo>
                  <a:lnTo>
                    <a:pt x="506132" y="2794580"/>
                  </a:lnTo>
                  <a:lnTo>
                    <a:pt x="506319" y="2794716"/>
                  </a:lnTo>
                  <a:lnTo>
                    <a:pt x="506506" y="2794728"/>
                  </a:lnTo>
                  <a:lnTo>
                    <a:pt x="506693" y="2794609"/>
                  </a:lnTo>
                  <a:lnTo>
                    <a:pt x="506880" y="2794484"/>
                  </a:lnTo>
                  <a:lnTo>
                    <a:pt x="507067" y="2794503"/>
                  </a:lnTo>
                  <a:lnTo>
                    <a:pt x="507254" y="2794690"/>
                  </a:lnTo>
                  <a:lnTo>
                    <a:pt x="507441" y="2795105"/>
                  </a:lnTo>
                  <a:lnTo>
                    <a:pt x="507628" y="2795345"/>
                  </a:lnTo>
                  <a:lnTo>
                    <a:pt x="507815" y="2795604"/>
                  </a:lnTo>
                  <a:lnTo>
                    <a:pt x="508001" y="2795863"/>
                  </a:lnTo>
                  <a:lnTo>
                    <a:pt x="508188" y="2796109"/>
                  </a:lnTo>
                  <a:lnTo>
                    <a:pt x="508375" y="2796206"/>
                  </a:lnTo>
                  <a:lnTo>
                    <a:pt x="508562" y="2796208"/>
                  </a:lnTo>
                  <a:lnTo>
                    <a:pt x="508749" y="2796171"/>
                  </a:lnTo>
                  <a:lnTo>
                    <a:pt x="508936" y="2796167"/>
                  </a:lnTo>
                  <a:lnTo>
                    <a:pt x="509123" y="2796137"/>
                  </a:lnTo>
                  <a:lnTo>
                    <a:pt x="509310" y="2796192"/>
                  </a:lnTo>
                  <a:lnTo>
                    <a:pt x="509497" y="2795874"/>
                  </a:lnTo>
                  <a:lnTo>
                    <a:pt x="509684" y="2795346"/>
                  </a:lnTo>
                  <a:lnTo>
                    <a:pt x="509871" y="2794629"/>
                  </a:lnTo>
                  <a:lnTo>
                    <a:pt x="510058" y="2794126"/>
                  </a:lnTo>
                  <a:lnTo>
                    <a:pt x="510244" y="2793417"/>
                  </a:lnTo>
                  <a:lnTo>
                    <a:pt x="510431" y="2792852"/>
                  </a:lnTo>
                  <a:lnTo>
                    <a:pt x="510618" y="2792323"/>
                  </a:lnTo>
                  <a:lnTo>
                    <a:pt x="510805" y="2791888"/>
                  </a:lnTo>
                  <a:lnTo>
                    <a:pt x="510992" y="2791538"/>
                  </a:lnTo>
                  <a:lnTo>
                    <a:pt x="511179" y="2791267"/>
                  </a:lnTo>
                  <a:lnTo>
                    <a:pt x="511366" y="2791079"/>
                  </a:lnTo>
                  <a:lnTo>
                    <a:pt x="511553" y="2790859"/>
                  </a:lnTo>
                  <a:lnTo>
                    <a:pt x="511740" y="2790716"/>
                  </a:lnTo>
                  <a:lnTo>
                    <a:pt x="511927" y="2790619"/>
                  </a:lnTo>
                  <a:lnTo>
                    <a:pt x="512114" y="2790581"/>
                  </a:lnTo>
                  <a:lnTo>
                    <a:pt x="512301" y="2791069"/>
                  </a:lnTo>
                  <a:lnTo>
                    <a:pt x="512488" y="2791669"/>
                  </a:lnTo>
                  <a:lnTo>
                    <a:pt x="512674" y="2792551"/>
                  </a:lnTo>
                  <a:lnTo>
                    <a:pt x="512861" y="2793251"/>
                  </a:lnTo>
                  <a:lnTo>
                    <a:pt x="513048" y="2794160"/>
                  </a:lnTo>
                  <a:lnTo>
                    <a:pt x="513235" y="2795161"/>
                  </a:lnTo>
                  <a:lnTo>
                    <a:pt x="513422" y="2796138"/>
                  </a:lnTo>
                  <a:lnTo>
                    <a:pt x="513609" y="2797145"/>
                  </a:lnTo>
                  <a:lnTo>
                    <a:pt x="513796" y="2798140"/>
                  </a:lnTo>
                  <a:lnTo>
                    <a:pt x="513983" y="2799243"/>
                  </a:lnTo>
                  <a:lnTo>
                    <a:pt x="514170" y="2800559"/>
                  </a:lnTo>
                  <a:lnTo>
                    <a:pt x="514357" y="2802043"/>
                  </a:lnTo>
                  <a:lnTo>
                    <a:pt x="514544" y="2803464"/>
                  </a:lnTo>
                  <a:lnTo>
                    <a:pt x="514731" y="2804701"/>
                  </a:lnTo>
                  <a:lnTo>
                    <a:pt x="514917" y="2805885"/>
                  </a:lnTo>
                  <a:lnTo>
                    <a:pt x="515104" y="2806904"/>
                  </a:lnTo>
                  <a:lnTo>
                    <a:pt x="515291" y="2807868"/>
                  </a:lnTo>
                  <a:lnTo>
                    <a:pt x="515478" y="2808650"/>
                  </a:lnTo>
                  <a:lnTo>
                    <a:pt x="515665" y="2809390"/>
                  </a:lnTo>
                  <a:lnTo>
                    <a:pt x="515852" y="2809993"/>
                  </a:lnTo>
                  <a:lnTo>
                    <a:pt x="516039" y="2810521"/>
                  </a:lnTo>
                  <a:lnTo>
                    <a:pt x="516226" y="2810980"/>
                  </a:lnTo>
                  <a:lnTo>
                    <a:pt x="516413" y="2811360"/>
                  </a:lnTo>
                  <a:lnTo>
                    <a:pt x="516600" y="2811745"/>
                  </a:lnTo>
                  <a:lnTo>
                    <a:pt x="516787" y="2811886"/>
                  </a:lnTo>
                  <a:lnTo>
                    <a:pt x="516974" y="2811765"/>
                  </a:lnTo>
                  <a:lnTo>
                    <a:pt x="517161" y="2811607"/>
                  </a:lnTo>
                  <a:lnTo>
                    <a:pt x="517347" y="2811508"/>
                  </a:lnTo>
                  <a:lnTo>
                    <a:pt x="517534" y="2811502"/>
                  </a:lnTo>
                  <a:lnTo>
                    <a:pt x="517721" y="2811502"/>
                  </a:lnTo>
                  <a:lnTo>
                    <a:pt x="517908" y="2811508"/>
                  </a:lnTo>
                  <a:lnTo>
                    <a:pt x="518095" y="2811583"/>
                  </a:lnTo>
                  <a:lnTo>
                    <a:pt x="518282" y="2811840"/>
                  </a:lnTo>
                  <a:lnTo>
                    <a:pt x="518469" y="2812106"/>
                  </a:lnTo>
                  <a:lnTo>
                    <a:pt x="518656" y="2812404"/>
                  </a:lnTo>
                  <a:lnTo>
                    <a:pt x="518843" y="2812689"/>
                  </a:lnTo>
                  <a:lnTo>
                    <a:pt x="519030" y="2812861"/>
                  </a:lnTo>
                  <a:lnTo>
                    <a:pt x="519217" y="2813057"/>
                  </a:lnTo>
                  <a:lnTo>
                    <a:pt x="519404" y="2813262"/>
                  </a:lnTo>
                  <a:lnTo>
                    <a:pt x="519591" y="2813576"/>
                  </a:lnTo>
                  <a:lnTo>
                    <a:pt x="519777" y="2813644"/>
                  </a:lnTo>
                  <a:lnTo>
                    <a:pt x="519964" y="2813607"/>
                  </a:lnTo>
                  <a:lnTo>
                    <a:pt x="520151" y="2813523"/>
                  </a:lnTo>
                  <a:lnTo>
                    <a:pt x="520338" y="2813474"/>
                  </a:lnTo>
                  <a:lnTo>
                    <a:pt x="520525" y="2813442"/>
                  </a:lnTo>
                  <a:lnTo>
                    <a:pt x="520712" y="2813297"/>
                  </a:lnTo>
                  <a:lnTo>
                    <a:pt x="520899" y="2813101"/>
                  </a:lnTo>
                  <a:lnTo>
                    <a:pt x="521086" y="2813039"/>
                  </a:lnTo>
                  <a:lnTo>
                    <a:pt x="521273" y="2813125"/>
                  </a:lnTo>
                  <a:lnTo>
                    <a:pt x="521460" y="2813289"/>
                  </a:lnTo>
                  <a:lnTo>
                    <a:pt x="521647" y="2813595"/>
                  </a:lnTo>
                  <a:lnTo>
                    <a:pt x="521834" y="2814149"/>
                  </a:lnTo>
                  <a:lnTo>
                    <a:pt x="522020" y="2814749"/>
                  </a:lnTo>
                  <a:lnTo>
                    <a:pt x="522207" y="2815390"/>
                  </a:lnTo>
                  <a:lnTo>
                    <a:pt x="522394" y="2816005"/>
                  </a:lnTo>
                  <a:lnTo>
                    <a:pt x="522581" y="2816816"/>
                  </a:lnTo>
                  <a:lnTo>
                    <a:pt x="522768" y="2817470"/>
                  </a:lnTo>
                  <a:lnTo>
                    <a:pt x="522955" y="2818061"/>
                  </a:lnTo>
                  <a:lnTo>
                    <a:pt x="523142" y="2818590"/>
                  </a:lnTo>
                  <a:lnTo>
                    <a:pt x="523329" y="2819055"/>
                  </a:lnTo>
                  <a:lnTo>
                    <a:pt x="523516" y="2819593"/>
                  </a:lnTo>
                  <a:lnTo>
                    <a:pt x="523703" y="2820245"/>
                  </a:lnTo>
                  <a:lnTo>
                    <a:pt x="523890" y="2820843"/>
                  </a:lnTo>
                  <a:lnTo>
                    <a:pt x="524077" y="2821606"/>
                  </a:lnTo>
                  <a:lnTo>
                    <a:pt x="524264" y="2822391"/>
                  </a:lnTo>
                  <a:lnTo>
                    <a:pt x="524450" y="2823041"/>
                  </a:lnTo>
                  <a:lnTo>
                    <a:pt x="524637" y="2823556"/>
                  </a:lnTo>
                  <a:lnTo>
                    <a:pt x="524824" y="2824128"/>
                  </a:lnTo>
                  <a:lnTo>
                    <a:pt x="525011" y="2824718"/>
                  </a:lnTo>
                  <a:lnTo>
                    <a:pt x="525198" y="2825278"/>
                  </a:lnTo>
                  <a:lnTo>
                    <a:pt x="525385" y="2825590"/>
                  </a:lnTo>
                  <a:lnTo>
                    <a:pt x="525572" y="2825887"/>
                  </a:lnTo>
                  <a:lnTo>
                    <a:pt x="525759" y="2826184"/>
                  </a:lnTo>
                  <a:lnTo>
                    <a:pt x="525946" y="2826423"/>
                  </a:lnTo>
                  <a:lnTo>
                    <a:pt x="526133" y="2826288"/>
                  </a:lnTo>
                  <a:lnTo>
                    <a:pt x="526320" y="2826097"/>
                  </a:lnTo>
                  <a:lnTo>
                    <a:pt x="526507" y="2825997"/>
                  </a:lnTo>
                  <a:lnTo>
                    <a:pt x="526694" y="2825898"/>
                  </a:lnTo>
                  <a:lnTo>
                    <a:pt x="526880" y="2825799"/>
                  </a:lnTo>
                  <a:lnTo>
                    <a:pt x="527067" y="2825700"/>
                  </a:lnTo>
                  <a:lnTo>
                    <a:pt x="527254" y="2825601"/>
                  </a:lnTo>
                  <a:lnTo>
                    <a:pt x="527441" y="2825501"/>
                  </a:lnTo>
                  <a:lnTo>
                    <a:pt x="527628" y="2825402"/>
                  </a:lnTo>
                  <a:lnTo>
                    <a:pt x="527815" y="2825303"/>
                  </a:lnTo>
                  <a:lnTo>
                    <a:pt x="528002" y="2825204"/>
                  </a:lnTo>
                  <a:lnTo>
                    <a:pt x="528189" y="2825105"/>
                  </a:lnTo>
                  <a:lnTo>
                    <a:pt x="528376" y="2825005"/>
                  </a:lnTo>
                  <a:lnTo>
                    <a:pt x="528563" y="2824906"/>
                  </a:lnTo>
                  <a:lnTo>
                    <a:pt x="528750" y="2824865"/>
                  </a:lnTo>
                  <a:lnTo>
                    <a:pt x="528937" y="2825004"/>
                  </a:lnTo>
                  <a:lnTo>
                    <a:pt x="529123" y="2825137"/>
                  </a:lnTo>
                  <a:lnTo>
                    <a:pt x="529310" y="2825137"/>
                  </a:lnTo>
                  <a:lnTo>
                    <a:pt x="529497" y="2825137"/>
                  </a:lnTo>
                  <a:lnTo>
                    <a:pt x="529684" y="2825137"/>
                  </a:lnTo>
                  <a:lnTo>
                    <a:pt x="529871" y="2825137"/>
                  </a:lnTo>
                  <a:lnTo>
                    <a:pt x="530058" y="2825137"/>
                  </a:lnTo>
                  <a:lnTo>
                    <a:pt x="530245" y="2825137"/>
                  </a:lnTo>
                  <a:lnTo>
                    <a:pt x="530432" y="2825137"/>
                  </a:lnTo>
                  <a:lnTo>
                    <a:pt x="530619" y="2825137"/>
                  </a:lnTo>
                  <a:lnTo>
                    <a:pt x="530806" y="2825137"/>
                  </a:lnTo>
                  <a:lnTo>
                    <a:pt x="530993" y="2825137"/>
                  </a:lnTo>
                  <a:lnTo>
                    <a:pt x="531180" y="2824993"/>
                  </a:lnTo>
                  <a:lnTo>
                    <a:pt x="531367" y="2824839"/>
                  </a:lnTo>
                  <a:lnTo>
                    <a:pt x="531553" y="2824686"/>
                  </a:lnTo>
                  <a:lnTo>
                    <a:pt x="531740" y="2824496"/>
                  </a:lnTo>
                  <a:lnTo>
                    <a:pt x="531927" y="2824307"/>
                  </a:lnTo>
                  <a:lnTo>
                    <a:pt x="532114" y="2824117"/>
                  </a:lnTo>
                  <a:lnTo>
                    <a:pt x="532301" y="2823928"/>
                  </a:lnTo>
                  <a:lnTo>
                    <a:pt x="532488" y="2823738"/>
                  </a:lnTo>
                  <a:lnTo>
                    <a:pt x="532675" y="2823549"/>
                  </a:lnTo>
                  <a:lnTo>
                    <a:pt x="532862" y="2823359"/>
                  </a:lnTo>
                  <a:lnTo>
                    <a:pt x="533049" y="2823170"/>
                  </a:lnTo>
                  <a:lnTo>
                    <a:pt x="533236" y="2822980"/>
                  </a:lnTo>
                  <a:lnTo>
                    <a:pt x="533423" y="2822791"/>
                  </a:lnTo>
                  <a:lnTo>
                    <a:pt x="533610" y="2822601"/>
                  </a:lnTo>
                  <a:lnTo>
                    <a:pt x="533796" y="2822412"/>
                  </a:lnTo>
                  <a:lnTo>
                    <a:pt x="533983" y="2822258"/>
                  </a:lnTo>
                  <a:lnTo>
                    <a:pt x="534170" y="2822104"/>
                  </a:lnTo>
                  <a:lnTo>
                    <a:pt x="534357" y="2821960"/>
                  </a:lnTo>
                  <a:lnTo>
                    <a:pt x="534544" y="2821960"/>
                  </a:lnTo>
                  <a:lnTo>
                    <a:pt x="534731" y="2821960"/>
                  </a:lnTo>
                  <a:lnTo>
                    <a:pt x="534918" y="2821960"/>
                  </a:lnTo>
                  <a:lnTo>
                    <a:pt x="535105" y="2821960"/>
                  </a:lnTo>
                  <a:lnTo>
                    <a:pt x="535292" y="2821960"/>
                  </a:lnTo>
                  <a:lnTo>
                    <a:pt x="535479" y="2821960"/>
                  </a:lnTo>
                  <a:lnTo>
                    <a:pt x="535666" y="2821960"/>
                  </a:lnTo>
                  <a:lnTo>
                    <a:pt x="535853" y="2821960"/>
                  </a:lnTo>
                  <a:lnTo>
                    <a:pt x="536040" y="2821960"/>
                  </a:lnTo>
                  <a:lnTo>
                    <a:pt x="536226" y="2821899"/>
                  </a:lnTo>
                  <a:lnTo>
                    <a:pt x="536413" y="2821723"/>
                  </a:lnTo>
                  <a:lnTo>
                    <a:pt x="536600" y="2821424"/>
                  </a:lnTo>
                  <a:lnTo>
                    <a:pt x="536787" y="2821072"/>
                  </a:lnTo>
                  <a:lnTo>
                    <a:pt x="536974" y="2820720"/>
                  </a:lnTo>
                  <a:lnTo>
                    <a:pt x="537161" y="2820368"/>
                  </a:lnTo>
                  <a:lnTo>
                    <a:pt x="537348" y="2820017"/>
                  </a:lnTo>
                  <a:lnTo>
                    <a:pt x="537535" y="2819665"/>
                  </a:lnTo>
                  <a:lnTo>
                    <a:pt x="537722" y="2819313"/>
                  </a:lnTo>
                  <a:lnTo>
                    <a:pt x="537909" y="2818961"/>
                  </a:lnTo>
                  <a:lnTo>
                    <a:pt x="538096" y="2818717"/>
                  </a:lnTo>
                  <a:lnTo>
                    <a:pt x="538283" y="2818338"/>
                  </a:lnTo>
                  <a:lnTo>
                    <a:pt x="538470" y="2817950"/>
                  </a:lnTo>
                  <a:lnTo>
                    <a:pt x="538656" y="2817562"/>
                  </a:lnTo>
                  <a:lnTo>
                    <a:pt x="538843" y="2817174"/>
                  </a:lnTo>
                  <a:lnTo>
                    <a:pt x="539030" y="2816765"/>
                  </a:lnTo>
                  <a:lnTo>
                    <a:pt x="539217" y="2816377"/>
                  </a:lnTo>
                  <a:lnTo>
                    <a:pt x="539404" y="2815982"/>
                  </a:lnTo>
                  <a:lnTo>
                    <a:pt x="539591" y="2815384"/>
                  </a:lnTo>
                  <a:lnTo>
                    <a:pt x="539778" y="2814564"/>
                  </a:lnTo>
                  <a:lnTo>
                    <a:pt x="539965" y="2813743"/>
                  </a:lnTo>
                  <a:lnTo>
                    <a:pt x="540152" y="2812922"/>
                  </a:lnTo>
                  <a:lnTo>
                    <a:pt x="540339" y="2812101"/>
                  </a:lnTo>
                  <a:lnTo>
                    <a:pt x="540526" y="2811280"/>
                  </a:lnTo>
                  <a:lnTo>
                    <a:pt x="540713" y="2810459"/>
                  </a:lnTo>
                  <a:lnTo>
                    <a:pt x="540899" y="2809569"/>
                  </a:lnTo>
                  <a:lnTo>
                    <a:pt x="541086" y="2808649"/>
                  </a:lnTo>
                  <a:lnTo>
                    <a:pt x="541273" y="2807356"/>
                  </a:lnTo>
                  <a:lnTo>
                    <a:pt x="541460" y="2805948"/>
                  </a:lnTo>
                  <a:lnTo>
                    <a:pt x="541647" y="2804541"/>
                  </a:lnTo>
                  <a:lnTo>
                    <a:pt x="541834" y="2803222"/>
                  </a:lnTo>
                  <a:lnTo>
                    <a:pt x="542021" y="2801990"/>
                  </a:lnTo>
                  <a:lnTo>
                    <a:pt x="542208" y="2800891"/>
                  </a:lnTo>
                  <a:lnTo>
                    <a:pt x="542395" y="2800090"/>
                  </a:lnTo>
                  <a:lnTo>
                    <a:pt x="542582" y="2799563"/>
                  </a:lnTo>
                  <a:lnTo>
                    <a:pt x="542769" y="2799035"/>
                  </a:lnTo>
                  <a:lnTo>
                    <a:pt x="542956" y="2798507"/>
                  </a:lnTo>
                  <a:lnTo>
                    <a:pt x="543143" y="2797979"/>
                  </a:lnTo>
                  <a:lnTo>
                    <a:pt x="543329" y="2797452"/>
                  </a:lnTo>
                  <a:lnTo>
                    <a:pt x="543516" y="2796924"/>
                  </a:lnTo>
                  <a:lnTo>
                    <a:pt x="543703" y="2796484"/>
                  </a:lnTo>
                  <a:lnTo>
                    <a:pt x="543890" y="2796229"/>
                  </a:lnTo>
                  <a:lnTo>
                    <a:pt x="544077" y="2796115"/>
                  </a:lnTo>
                  <a:lnTo>
                    <a:pt x="544264" y="2796185"/>
                  </a:lnTo>
                  <a:lnTo>
                    <a:pt x="544451" y="2796246"/>
                  </a:lnTo>
                  <a:lnTo>
                    <a:pt x="544638" y="2796358"/>
                  </a:lnTo>
                  <a:lnTo>
                    <a:pt x="544825" y="2796449"/>
                  </a:lnTo>
                  <a:lnTo>
                    <a:pt x="545012" y="2796439"/>
                  </a:lnTo>
                  <a:lnTo>
                    <a:pt x="545199" y="2796188"/>
                  </a:lnTo>
                  <a:lnTo>
                    <a:pt x="545386" y="2795900"/>
                  </a:lnTo>
                  <a:lnTo>
                    <a:pt x="545573" y="2795611"/>
                  </a:lnTo>
                  <a:lnTo>
                    <a:pt x="545759" y="2795322"/>
                  </a:lnTo>
                  <a:lnTo>
                    <a:pt x="545946" y="2795034"/>
                  </a:lnTo>
                  <a:lnTo>
                    <a:pt x="546133" y="2794521"/>
                  </a:lnTo>
                  <a:lnTo>
                    <a:pt x="546320" y="2793814"/>
                  </a:lnTo>
                  <a:lnTo>
                    <a:pt x="546507" y="2792739"/>
                  </a:lnTo>
                  <a:lnTo>
                    <a:pt x="546694" y="2791375"/>
                  </a:lnTo>
                  <a:lnTo>
                    <a:pt x="546881" y="2790160"/>
                  </a:lnTo>
                  <a:lnTo>
                    <a:pt x="547068" y="2788909"/>
                  </a:lnTo>
                  <a:lnTo>
                    <a:pt x="547255" y="2787796"/>
                  </a:lnTo>
                  <a:lnTo>
                    <a:pt x="547442" y="2786435"/>
                  </a:lnTo>
                  <a:lnTo>
                    <a:pt x="547629" y="2784998"/>
                  </a:lnTo>
                  <a:lnTo>
                    <a:pt x="547816" y="2783584"/>
                  </a:lnTo>
                  <a:lnTo>
                    <a:pt x="548002" y="2782410"/>
                  </a:lnTo>
                  <a:lnTo>
                    <a:pt x="548189" y="2780821"/>
                  </a:lnTo>
                  <a:lnTo>
                    <a:pt x="548376" y="2779232"/>
                  </a:lnTo>
                  <a:lnTo>
                    <a:pt x="548563" y="2777643"/>
                  </a:lnTo>
                  <a:lnTo>
                    <a:pt x="548750" y="2776054"/>
                  </a:lnTo>
                  <a:lnTo>
                    <a:pt x="548937" y="2774733"/>
                  </a:lnTo>
                  <a:lnTo>
                    <a:pt x="549124" y="2773479"/>
                  </a:lnTo>
                  <a:lnTo>
                    <a:pt x="549311" y="2772453"/>
                  </a:lnTo>
                  <a:lnTo>
                    <a:pt x="549498" y="2771543"/>
                  </a:lnTo>
                  <a:lnTo>
                    <a:pt x="549685" y="2770355"/>
                  </a:lnTo>
                  <a:lnTo>
                    <a:pt x="549872" y="2769363"/>
                  </a:lnTo>
                  <a:lnTo>
                    <a:pt x="550059" y="2768025"/>
                  </a:lnTo>
                  <a:lnTo>
                    <a:pt x="550246" y="2766916"/>
                  </a:lnTo>
                  <a:lnTo>
                    <a:pt x="550432" y="2765778"/>
                  </a:lnTo>
                  <a:lnTo>
                    <a:pt x="550619" y="2764553"/>
                  </a:lnTo>
                  <a:lnTo>
                    <a:pt x="550806" y="2763334"/>
                  </a:lnTo>
                  <a:lnTo>
                    <a:pt x="550993" y="2761857"/>
                  </a:lnTo>
                  <a:lnTo>
                    <a:pt x="551180" y="2760168"/>
                  </a:lnTo>
                  <a:lnTo>
                    <a:pt x="551367" y="2758068"/>
                  </a:lnTo>
                  <a:lnTo>
                    <a:pt x="551554" y="2755652"/>
                  </a:lnTo>
                  <a:lnTo>
                    <a:pt x="551741" y="2753072"/>
                  </a:lnTo>
                  <a:lnTo>
                    <a:pt x="551928" y="2750517"/>
                  </a:lnTo>
                  <a:lnTo>
                    <a:pt x="552115" y="2748063"/>
                  </a:lnTo>
                  <a:lnTo>
                    <a:pt x="552302" y="2745957"/>
                  </a:lnTo>
                  <a:lnTo>
                    <a:pt x="552489" y="2743930"/>
                  </a:lnTo>
                  <a:lnTo>
                    <a:pt x="552675" y="2741244"/>
                  </a:lnTo>
                  <a:lnTo>
                    <a:pt x="552862" y="2738625"/>
                  </a:lnTo>
                  <a:lnTo>
                    <a:pt x="553049" y="2735686"/>
                  </a:lnTo>
                  <a:lnTo>
                    <a:pt x="553236" y="2732396"/>
                  </a:lnTo>
                  <a:lnTo>
                    <a:pt x="553423" y="2728940"/>
                  </a:lnTo>
                  <a:lnTo>
                    <a:pt x="553610" y="2725112"/>
                  </a:lnTo>
                  <a:lnTo>
                    <a:pt x="553797" y="2721015"/>
                  </a:lnTo>
                  <a:lnTo>
                    <a:pt x="553984" y="2716842"/>
                  </a:lnTo>
                  <a:lnTo>
                    <a:pt x="554171" y="2712929"/>
                  </a:lnTo>
                  <a:lnTo>
                    <a:pt x="554358" y="2709263"/>
                  </a:lnTo>
                  <a:lnTo>
                    <a:pt x="554545" y="2705705"/>
                  </a:lnTo>
                  <a:lnTo>
                    <a:pt x="554732" y="2702233"/>
                  </a:lnTo>
                  <a:lnTo>
                    <a:pt x="554919" y="2698721"/>
                  </a:lnTo>
                  <a:lnTo>
                    <a:pt x="555105" y="2695028"/>
                  </a:lnTo>
                  <a:lnTo>
                    <a:pt x="555292" y="2691178"/>
                  </a:lnTo>
                  <a:lnTo>
                    <a:pt x="555479" y="2687674"/>
                  </a:lnTo>
                  <a:lnTo>
                    <a:pt x="555666" y="2684175"/>
                  </a:lnTo>
                  <a:lnTo>
                    <a:pt x="555853" y="2680926"/>
                  </a:lnTo>
                  <a:lnTo>
                    <a:pt x="556040" y="2677722"/>
                  </a:lnTo>
                  <a:lnTo>
                    <a:pt x="556227" y="2674760"/>
                  </a:lnTo>
                  <a:lnTo>
                    <a:pt x="556414" y="2672412"/>
                  </a:lnTo>
                  <a:lnTo>
                    <a:pt x="556601" y="2670706"/>
                  </a:lnTo>
                  <a:lnTo>
                    <a:pt x="556788" y="2669290"/>
                  </a:lnTo>
                  <a:lnTo>
                    <a:pt x="556975" y="2668180"/>
                  </a:lnTo>
                  <a:lnTo>
                    <a:pt x="557162" y="2667221"/>
                  </a:lnTo>
                  <a:lnTo>
                    <a:pt x="557349" y="2666283"/>
                  </a:lnTo>
                  <a:lnTo>
                    <a:pt x="557535" y="2665198"/>
                  </a:lnTo>
                  <a:lnTo>
                    <a:pt x="557722" y="2664192"/>
                  </a:lnTo>
                  <a:lnTo>
                    <a:pt x="557909" y="2663429"/>
                  </a:lnTo>
                  <a:lnTo>
                    <a:pt x="558096" y="2663077"/>
                  </a:lnTo>
                  <a:lnTo>
                    <a:pt x="558283" y="2662725"/>
                  </a:lnTo>
                  <a:lnTo>
                    <a:pt x="558470" y="2662268"/>
                  </a:lnTo>
                  <a:lnTo>
                    <a:pt x="558657" y="2661740"/>
                  </a:lnTo>
                  <a:lnTo>
                    <a:pt x="558844" y="2661195"/>
                  </a:lnTo>
                  <a:lnTo>
                    <a:pt x="559031" y="2660474"/>
                  </a:lnTo>
                  <a:lnTo>
                    <a:pt x="559218" y="2659594"/>
                  </a:lnTo>
                  <a:lnTo>
                    <a:pt x="559405" y="2658714"/>
                  </a:lnTo>
                  <a:lnTo>
                    <a:pt x="559592" y="2657615"/>
                  </a:lnTo>
                  <a:lnTo>
                    <a:pt x="559778" y="2656260"/>
                  </a:lnTo>
                  <a:lnTo>
                    <a:pt x="559965" y="2654774"/>
                  </a:lnTo>
                  <a:lnTo>
                    <a:pt x="560152" y="2653349"/>
                  </a:lnTo>
                  <a:lnTo>
                    <a:pt x="560339" y="2652117"/>
                  </a:lnTo>
                  <a:lnTo>
                    <a:pt x="560526" y="2650912"/>
                  </a:lnTo>
                  <a:lnTo>
                    <a:pt x="560713" y="2649857"/>
                  </a:lnTo>
                  <a:lnTo>
                    <a:pt x="560900" y="2648801"/>
                  </a:lnTo>
                  <a:lnTo>
                    <a:pt x="561087" y="2647746"/>
                  </a:lnTo>
                  <a:lnTo>
                    <a:pt x="561274" y="2646796"/>
                  </a:lnTo>
                  <a:lnTo>
                    <a:pt x="561461" y="2645916"/>
                  </a:lnTo>
                  <a:lnTo>
                    <a:pt x="561648" y="2645054"/>
                  </a:lnTo>
                  <a:lnTo>
                    <a:pt x="561835" y="2644175"/>
                  </a:lnTo>
                  <a:lnTo>
                    <a:pt x="562022" y="2643254"/>
                  </a:lnTo>
                  <a:lnTo>
                    <a:pt x="562208" y="2642384"/>
                  </a:lnTo>
                  <a:lnTo>
                    <a:pt x="562395" y="2641700"/>
                  </a:lnTo>
                  <a:lnTo>
                    <a:pt x="562582" y="2640675"/>
                  </a:lnTo>
                  <a:lnTo>
                    <a:pt x="562769" y="2639738"/>
                  </a:lnTo>
                  <a:lnTo>
                    <a:pt x="562956" y="2638891"/>
                  </a:lnTo>
                  <a:lnTo>
                    <a:pt x="563143" y="2637880"/>
                  </a:lnTo>
                  <a:lnTo>
                    <a:pt x="563330" y="2636557"/>
                  </a:lnTo>
                  <a:lnTo>
                    <a:pt x="563517" y="2635223"/>
                  </a:lnTo>
                  <a:lnTo>
                    <a:pt x="563704" y="2633764"/>
                  </a:lnTo>
                  <a:lnTo>
                    <a:pt x="563891" y="2632065"/>
                  </a:lnTo>
                  <a:lnTo>
                    <a:pt x="564078" y="2630365"/>
                  </a:lnTo>
                  <a:lnTo>
                    <a:pt x="564265" y="2628666"/>
                  </a:lnTo>
                  <a:lnTo>
                    <a:pt x="564452" y="2626967"/>
                  </a:lnTo>
                  <a:lnTo>
                    <a:pt x="564638" y="2625373"/>
                  </a:lnTo>
                  <a:lnTo>
                    <a:pt x="564825" y="2623831"/>
                  </a:lnTo>
                  <a:lnTo>
                    <a:pt x="565012" y="2622189"/>
                  </a:lnTo>
                  <a:lnTo>
                    <a:pt x="565199" y="2620255"/>
                  </a:lnTo>
                  <a:lnTo>
                    <a:pt x="565386" y="2618817"/>
                  </a:lnTo>
                  <a:lnTo>
                    <a:pt x="565573" y="2617122"/>
                  </a:lnTo>
                  <a:lnTo>
                    <a:pt x="565760" y="2615181"/>
                  </a:lnTo>
                  <a:lnTo>
                    <a:pt x="565947" y="2613442"/>
                  </a:lnTo>
                  <a:lnTo>
                    <a:pt x="566134" y="2611979"/>
                  </a:lnTo>
                  <a:lnTo>
                    <a:pt x="566321" y="2610582"/>
                  </a:lnTo>
                  <a:lnTo>
                    <a:pt x="566508" y="2609367"/>
                  </a:lnTo>
                  <a:lnTo>
                    <a:pt x="566695" y="2608663"/>
                  </a:lnTo>
                  <a:lnTo>
                    <a:pt x="566881" y="2607960"/>
                  </a:lnTo>
                  <a:lnTo>
                    <a:pt x="567068" y="2607230"/>
                  </a:lnTo>
                  <a:lnTo>
                    <a:pt x="567255" y="2606595"/>
                  </a:lnTo>
                  <a:lnTo>
                    <a:pt x="567442" y="2605997"/>
                  </a:lnTo>
                  <a:lnTo>
                    <a:pt x="567629" y="2605448"/>
                  </a:lnTo>
                  <a:lnTo>
                    <a:pt x="567816" y="2604887"/>
                  </a:lnTo>
                  <a:lnTo>
                    <a:pt x="568003" y="2604232"/>
                  </a:lnTo>
                  <a:lnTo>
                    <a:pt x="568190" y="2603419"/>
                  </a:lnTo>
                  <a:lnTo>
                    <a:pt x="568377" y="2602627"/>
                  </a:lnTo>
                  <a:lnTo>
                    <a:pt x="568564" y="2602037"/>
                  </a:lnTo>
                  <a:lnTo>
                    <a:pt x="568751" y="2601504"/>
                  </a:lnTo>
                  <a:lnTo>
                    <a:pt x="568938" y="2601080"/>
                  </a:lnTo>
                  <a:lnTo>
                    <a:pt x="569125" y="2600693"/>
                  </a:lnTo>
                  <a:lnTo>
                    <a:pt x="569311" y="2600305"/>
                  </a:lnTo>
                  <a:lnTo>
                    <a:pt x="569498" y="2599874"/>
                  </a:lnTo>
                  <a:lnTo>
                    <a:pt x="569685" y="2599233"/>
                  </a:lnTo>
                  <a:lnTo>
                    <a:pt x="569872" y="2598456"/>
                  </a:lnTo>
                  <a:lnTo>
                    <a:pt x="570059" y="2597469"/>
                  </a:lnTo>
                  <a:lnTo>
                    <a:pt x="570246" y="2596210"/>
                  </a:lnTo>
                  <a:lnTo>
                    <a:pt x="570433" y="2594807"/>
                  </a:lnTo>
                  <a:lnTo>
                    <a:pt x="570620" y="2593039"/>
                  </a:lnTo>
                  <a:lnTo>
                    <a:pt x="570807" y="2591429"/>
                  </a:lnTo>
                  <a:lnTo>
                    <a:pt x="570994" y="2590013"/>
                  </a:lnTo>
                  <a:lnTo>
                    <a:pt x="571181" y="2588606"/>
                  </a:lnTo>
                  <a:lnTo>
                    <a:pt x="571368" y="2587198"/>
                  </a:lnTo>
                  <a:lnTo>
                    <a:pt x="571554" y="2585659"/>
                  </a:lnTo>
                  <a:lnTo>
                    <a:pt x="571741" y="2583838"/>
                  </a:lnTo>
                  <a:lnTo>
                    <a:pt x="571928" y="2581745"/>
                  </a:lnTo>
                  <a:lnTo>
                    <a:pt x="572115" y="2579537"/>
                  </a:lnTo>
                  <a:lnTo>
                    <a:pt x="572302" y="2577303"/>
                  </a:lnTo>
                  <a:lnTo>
                    <a:pt x="572489" y="2575324"/>
                  </a:lnTo>
                  <a:lnTo>
                    <a:pt x="572676" y="2573380"/>
                  </a:lnTo>
                  <a:lnTo>
                    <a:pt x="572863" y="2571463"/>
                  </a:lnTo>
                  <a:lnTo>
                    <a:pt x="573050" y="2569774"/>
                  </a:lnTo>
                  <a:lnTo>
                    <a:pt x="573237" y="2568191"/>
                  </a:lnTo>
                  <a:lnTo>
                    <a:pt x="573424" y="2566730"/>
                  </a:lnTo>
                  <a:lnTo>
                    <a:pt x="573611" y="2565349"/>
                  </a:lnTo>
                  <a:lnTo>
                    <a:pt x="573798" y="2563942"/>
                  </a:lnTo>
                  <a:lnTo>
                    <a:pt x="573984" y="2562658"/>
                  </a:lnTo>
                  <a:lnTo>
                    <a:pt x="574171" y="2561268"/>
                  </a:lnTo>
                  <a:lnTo>
                    <a:pt x="574358" y="2559922"/>
                  </a:lnTo>
                  <a:lnTo>
                    <a:pt x="574545" y="2558603"/>
                  </a:lnTo>
                  <a:lnTo>
                    <a:pt x="574732" y="2557486"/>
                  </a:lnTo>
                  <a:lnTo>
                    <a:pt x="574919" y="2556351"/>
                  </a:lnTo>
                  <a:lnTo>
                    <a:pt x="575106" y="2555269"/>
                  </a:lnTo>
                  <a:lnTo>
                    <a:pt x="575293" y="2553880"/>
                  </a:lnTo>
                  <a:lnTo>
                    <a:pt x="575480" y="2552268"/>
                  </a:lnTo>
                  <a:lnTo>
                    <a:pt x="575667" y="2550846"/>
                  </a:lnTo>
                  <a:lnTo>
                    <a:pt x="575854" y="2549237"/>
                  </a:lnTo>
                  <a:lnTo>
                    <a:pt x="576041" y="2547310"/>
                  </a:lnTo>
                  <a:lnTo>
                    <a:pt x="576228" y="2545289"/>
                  </a:lnTo>
                  <a:lnTo>
                    <a:pt x="576414" y="2543283"/>
                  </a:lnTo>
                  <a:lnTo>
                    <a:pt x="576601" y="2541262"/>
                  </a:lnTo>
                  <a:lnTo>
                    <a:pt x="576788" y="2539451"/>
                  </a:lnTo>
                  <a:lnTo>
                    <a:pt x="576975" y="2537980"/>
                  </a:lnTo>
                  <a:lnTo>
                    <a:pt x="577162" y="2537093"/>
                  </a:lnTo>
                  <a:lnTo>
                    <a:pt x="577349" y="2536441"/>
                  </a:lnTo>
                  <a:lnTo>
                    <a:pt x="577536" y="2535763"/>
                  </a:lnTo>
                  <a:lnTo>
                    <a:pt x="577723" y="2535033"/>
                  </a:lnTo>
                  <a:lnTo>
                    <a:pt x="577910" y="2533769"/>
                  </a:lnTo>
                  <a:lnTo>
                    <a:pt x="578097" y="2532409"/>
                  </a:lnTo>
                  <a:lnTo>
                    <a:pt x="578284" y="2531123"/>
                  </a:lnTo>
                  <a:lnTo>
                    <a:pt x="578471" y="2529692"/>
                  </a:lnTo>
                  <a:lnTo>
                    <a:pt x="578657" y="2528650"/>
                  </a:lnTo>
                  <a:lnTo>
                    <a:pt x="578844" y="2527595"/>
                  </a:lnTo>
                  <a:lnTo>
                    <a:pt x="579031" y="2526507"/>
                  </a:lnTo>
                  <a:lnTo>
                    <a:pt x="579218" y="2525331"/>
                  </a:lnTo>
                  <a:lnTo>
                    <a:pt x="579405" y="2524085"/>
                  </a:lnTo>
                  <a:lnTo>
                    <a:pt x="579592" y="2522713"/>
                  </a:lnTo>
                  <a:lnTo>
                    <a:pt x="579779" y="2521132"/>
                  </a:lnTo>
                  <a:lnTo>
                    <a:pt x="579966" y="2519237"/>
                  </a:lnTo>
                  <a:lnTo>
                    <a:pt x="580153" y="2517246"/>
                  </a:lnTo>
                  <a:lnTo>
                    <a:pt x="580340" y="2515134"/>
                  </a:lnTo>
                  <a:lnTo>
                    <a:pt x="580527" y="2513248"/>
                  </a:lnTo>
                  <a:lnTo>
                    <a:pt x="580714" y="2511952"/>
                  </a:lnTo>
                  <a:lnTo>
                    <a:pt x="580901" y="2510985"/>
                  </a:lnTo>
                  <a:lnTo>
                    <a:pt x="581087" y="2509698"/>
                  </a:lnTo>
                  <a:lnTo>
                    <a:pt x="581274" y="2508484"/>
                  </a:lnTo>
                  <a:lnTo>
                    <a:pt x="581461" y="2507343"/>
                  </a:lnTo>
                  <a:lnTo>
                    <a:pt x="581648" y="2506568"/>
                  </a:lnTo>
                  <a:lnTo>
                    <a:pt x="581835" y="2505567"/>
                  </a:lnTo>
                  <a:lnTo>
                    <a:pt x="582022" y="2504602"/>
                  </a:lnTo>
                  <a:lnTo>
                    <a:pt x="582209" y="2503652"/>
                  </a:lnTo>
                  <a:lnTo>
                    <a:pt x="582396" y="2502940"/>
                  </a:lnTo>
                  <a:lnTo>
                    <a:pt x="582583" y="2502736"/>
                  </a:lnTo>
                  <a:lnTo>
                    <a:pt x="582770" y="2502664"/>
                  </a:lnTo>
                  <a:lnTo>
                    <a:pt x="582957" y="2502794"/>
                  </a:lnTo>
                  <a:lnTo>
                    <a:pt x="583144" y="2502938"/>
                  </a:lnTo>
                  <a:lnTo>
                    <a:pt x="583331" y="2503104"/>
                  </a:lnTo>
                  <a:lnTo>
                    <a:pt x="583517" y="2503767"/>
                  </a:lnTo>
                  <a:lnTo>
                    <a:pt x="583704" y="2504718"/>
                  </a:lnTo>
                  <a:lnTo>
                    <a:pt x="583891" y="2506036"/>
                  </a:lnTo>
                  <a:lnTo>
                    <a:pt x="584078" y="2507658"/>
                  </a:lnTo>
                  <a:lnTo>
                    <a:pt x="584265" y="2509446"/>
                  </a:lnTo>
                  <a:lnTo>
                    <a:pt x="584452" y="2511306"/>
                  </a:lnTo>
                  <a:lnTo>
                    <a:pt x="584639" y="2513273"/>
                  </a:lnTo>
                  <a:lnTo>
                    <a:pt x="584826" y="2515353"/>
                  </a:lnTo>
                  <a:lnTo>
                    <a:pt x="585013" y="2517618"/>
                  </a:lnTo>
                  <a:lnTo>
                    <a:pt x="585200" y="2519807"/>
                  </a:lnTo>
                  <a:lnTo>
                    <a:pt x="585387" y="2521756"/>
                  </a:lnTo>
                  <a:lnTo>
                    <a:pt x="585574" y="2524119"/>
                  </a:lnTo>
                  <a:lnTo>
                    <a:pt x="585760" y="2526483"/>
                  </a:lnTo>
                  <a:lnTo>
                    <a:pt x="585947" y="2528847"/>
                  </a:lnTo>
                  <a:lnTo>
                    <a:pt x="586134" y="2531095"/>
                  </a:lnTo>
                  <a:lnTo>
                    <a:pt x="586321" y="2532982"/>
                  </a:lnTo>
                  <a:lnTo>
                    <a:pt x="586508" y="2534556"/>
                  </a:lnTo>
                  <a:lnTo>
                    <a:pt x="586695" y="2535835"/>
                  </a:lnTo>
                  <a:lnTo>
                    <a:pt x="586882" y="2536990"/>
                  </a:lnTo>
                  <a:lnTo>
                    <a:pt x="587069" y="2538145"/>
                  </a:lnTo>
                  <a:lnTo>
                    <a:pt x="587256" y="2539183"/>
                  </a:lnTo>
                  <a:lnTo>
                    <a:pt x="587443" y="2540108"/>
                  </a:lnTo>
                  <a:lnTo>
                    <a:pt x="587630" y="2540965"/>
                  </a:lnTo>
                  <a:lnTo>
                    <a:pt x="587817" y="2541739"/>
                  </a:lnTo>
                  <a:lnTo>
                    <a:pt x="588004" y="2542523"/>
                  </a:lnTo>
                  <a:lnTo>
                    <a:pt x="588190" y="2543365"/>
                  </a:lnTo>
                  <a:lnTo>
                    <a:pt x="588377" y="2544441"/>
                  </a:lnTo>
                  <a:lnTo>
                    <a:pt x="588564" y="2545738"/>
                  </a:lnTo>
                  <a:lnTo>
                    <a:pt x="588751" y="2547206"/>
                  </a:lnTo>
                  <a:lnTo>
                    <a:pt x="588938" y="2548829"/>
                  </a:lnTo>
                  <a:lnTo>
                    <a:pt x="589125" y="2550574"/>
                  </a:lnTo>
                  <a:lnTo>
                    <a:pt x="589312" y="2552466"/>
                  </a:lnTo>
                  <a:lnTo>
                    <a:pt x="589499" y="2554322"/>
                  </a:lnTo>
                  <a:lnTo>
                    <a:pt x="589686" y="2555976"/>
                  </a:lnTo>
                  <a:lnTo>
                    <a:pt x="589873" y="2557552"/>
                  </a:lnTo>
                  <a:lnTo>
                    <a:pt x="590060" y="2559619"/>
                  </a:lnTo>
                  <a:lnTo>
                    <a:pt x="590247" y="2561315"/>
                  </a:lnTo>
                  <a:lnTo>
                    <a:pt x="590433" y="2563384"/>
                  </a:lnTo>
                  <a:lnTo>
                    <a:pt x="590620" y="2565768"/>
                  </a:lnTo>
                  <a:lnTo>
                    <a:pt x="590807" y="2567989"/>
                  </a:lnTo>
                  <a:lnTo>
                    <a:pt x="590994" y="2570422"/>
                  </a:lnTo>
                  <a:lnTo>
                    <a:pt x="591181" y="2572887"/>
                  </a:lnTo>
                  <a:lnTo>
                    <a:pt x="591368" y="2574783"/>
                  </a:lnTo>
                  <a:lnTo>
                    <a:pt x="591555" y="2576440"/>
                  </a:lnTo>
                  <a:lnTo>
                    <a:pt x="591742" y="2577939"/>
                  </a:lnTo>
                  <a:lnTo>
                    <a:pt x="591929" y="2579040"/>
                  </a:lnTo>
                  <a:lnTo>
                    <a:pt x="592116" y="2579749"/>
                  </a:lnTo>
                  <a:lnTo>
                    <a:pt x="592303" y="2580390"/>
                  </a:lnTo>
                  <a:lnTo>
                    <a:pt x="592490" y="2581414"/>
                  </a:lnTo>
                  <a:lnTo>
                    <a:pt x="592677" y="2582489"/>
                  </a:lnTo>
                  <a:lnTo>
                    <a:pt x="592863" y="2583269"/>
                  </a:lnTo>
                  <a:lnTo>
                    <a:pt x="593050" y="2584316"/>
                  </a:lnTo>
                  <a:lnTo>
                    <a:pt x="593237" y="2584716"/>
                  </a:lnTo>
                  <a:lnTo>
                    <a:pt x="593424" y="2584834"/>
                  </a:lnTo>
                  <a:lnTo>
                    <a:pt x="593611" y="2584595"/>
                  </a:lnTo>
                  <a:lnTo>
                    <a:pt x="593798" y="2583388"/>
                  </a:lnTo>
                  <a:lnTo>
                    <a:pt x="593985" y="2581655"/>
                  </a:lnTo>
                  <a:lnTo>
                    <a:pt x="594172" y="2580244"/>
                  </a:lnTo>
                  <a:lnTo>
                    <a:pt x="594359" y="2578605"/>
                  </a:lnTo>
                  <a:lnTo>
                    <a:pt x="594546" y="2577073"/>
                  </a:lnTo>
                  <a:lnTo>
                    <a:pt x="594733" y="2575863"/>
                  </a:lnTo>
                  <a:lnTo>
                    <a:pt x="594920" y="2574847"/>
                  </a:lnTo>
                  <a:lnTo>
                    <a:pt x="595107" y="2573774"/>
                  </a:lnTo>
                  <a:lnTo>
                    <a:pt x="595293" y="2572253"/>
                  </a:lnTo>
                  <a:lnTo>
                    <a:pt x="595480" y="2570670"/>
                  </a:lnTo>
                  <a:lnTo>
                    <a:pt x="595667" y="2568810"/>
                  </a:lnTo>
                  <a:lnTo>
                    <a:pt x="595854" y="2566988"/>
                  </a:lnTo>
                  <a:lnTo>
                    <a:pt x="596041" y="2565531"/>
                  </a:lnTo>
                  <a:lnTo>
                    <a:pt x="596228" y="2564590"/>
                  </a:lnTo>
                  <a:lnTo>
                    <a:pt x="596415" y="2564122"/>
                  </a:lnTo>
                  <a:lnTo>
                    <a:pt x="596602" y="2564130"/>
                  </a:lnTo>
                  <a:lnTo>
                    <a:pt x="596789" y="2564032"/>
                  </a:lnTo>
                  <a:lnTo>
                    <a:pt x="596976" y="2563995"/>
                  </a:lnTo>
                  <a:lnTo>
                    <a:pt x="597163" y="2564110"/>
                  </a:lnTo>
                  <a:lnTo>
                    <a:pt x="597350" y="2564355"/>
                  </a:lnTo>
                  <a:lnTo>
                    <a:pt x="597536" y="2564362"/>
                  </a:lnTo>
                  <a:lnTo>
                    <a:pt x="597723" y="2564379"/>
                  </a:lnTo>
                  <a:lnTo>
                    <a:pt x="597910" y="2564505"/>
                  </a:lnTo>
                  <a:lnTo>
                    <a:pt x="598097" y="2564504"/>
                  </a:lnTo>
                  <a:lnTo>
                    <a:pt x="598284" y="2564614"/>
                  </a:lnTo>
                  <a:lnTo>
                    <a:pt x="598471" y="2564695"/>
                  </a:lnTo>
                  <a:lnTo>
                    <a:pt x="598658" y="2564515"/>
                  </a:lnTo>
                  <a:lnTo>
                    <a:pt x="598845" y="2564121"/>
                  </a:lnTo>
                  <a:lnTo>
                    <a:pt x="599032" y="2563623"/>
                  </a:lnTo>
                  <a:lnTo>
                    <a:pt x="599219" y="2563002"/>
                  </a:lnTo>
                  <a:lnTo>
                    <a:pt x="599406" y="2562249"/>
                  </a:lnTo>
                  <a:lnTo>
                    <a:pt x="599593" y="2561397"/>
                  </a:lnTo>
                  <a:lnTo>
                    <a:pt x="599780" y="2560402"/>
                  </a:lnTo>
                  <a:lnTo>
                    <a:pt x="599966" y="2559700"/>
                  </a:lnTo>
                  <a:lnTo>
                    <a:pt x="600153" y="2558753"/>
                  </a:lnTo>
                  <a:lnTo>
                    <a:pt x="600340" y="2557732"/>
                  </a:lnTo>
                  <a:lnTo>
                    <a:pt x="600527" y="2556852"/>
                  </a:lnTo>
                  <a:lnTo>
                    <a:pt x="600714" y="2555816"/>
                  </a:lnTo>
                  <a:lnTo>
                    <a:pt x="600901" y="2554352"/>
                  </a:lnTo>
                  <a:lnTo>
                    <a:pt x="601088" y="2552858"/>
                  </a:lnTo>
                  <a:lnTo>
                    <a:pt x="601275" y="2551701"/>
                  </a:lnTo>
                  <a:lnTo>
                    <a:pt x="601462" y="2550685"/>
                  </a:lnTo>
                  <a:lnTo>
                    <a:pt x="601649" y="2549968"/>
                  </a:lnTo>
                  <a:lnTo>
                    <a:pt x="601836" y="2548802"/>
                  </a:lnTo>
                  <a:lnTo>
                    <a:pt x="602023" y="2547724"/>
                  </a:lnTo>
                  <a:lnTo>
                    <a:pt x="602210" y="2546770"/>
                  </a:lnTo>
                  <a:lnTo>
                    <a:pt x="602396" y="2546190"/>
                  </a:lnTo>
                  <a:lnTo>
                    <a:pt x="602583" y="2546182"/>
                  </a:lnTo>
                  <a:lnTo>
                    <a:pt x="602770" y="2545511"/>
                  </a:lnTo>
                  <a:lnTo>
                    <a:pt x="602957" y="2545337"/>
                  </a:lnTo>
                  <a:lnTo>
                    <a:pt x="603144" y="2545413"/>
                  </a:lnTo>
                  <a:lnTo>
                    <a:pt x="603331" y="2545095"/>
                  </a:lnTo>
                  <a:lnTo>
                    <a:pt x="603518" y="2544191"/>
                  </a:lnTo>
                  <a:lnTo>
                    <a:pt x="603705" y="2543177"/>
                  </a:lnTo>
                  <a:lnTo>
                    <a:pt x="603892" y="2541872"/>
                  </a:lnTo>
                  <a:lnTo>
                    <a:pt x="604079" y="2540557"/>
                  </a:lnTo>
                  <a:lnTo>
                    <a:pt x="604266" y="2539416"/>
                  </a:lnTo>
                  <a:lnTo>
                    <a:pt x="604453" y="2538515"/>
                  </a:lnTo>
                  <a:lnTo>
                    <a:pt x="604639" y="2537441"/>
                  </a:lnTo>
                  <a:lnTo>
                    <a:pt x="604826" y="2536251"/>
                  </a:lnTo>
                  <a:lnTo>
                    <a:pt x="605013" y="2535102"/>
                  </a:lnTo>
                  <a:lnTo>
                    <a:pt x="605200" y="2533779"/>
                  </a:lnTo>
                  <a:lnTo>
                    <a:pt x="605387" y="2532685"/>
                  </a:lnTo>
                  <a:lnTo>
                    <a:pt x="605574" y="2531903"/>
                  </a:lnTo>
                  <a:lnTo>
                    <a:pt x="605761" y="2531263"/>
                  </a:lnTo>
                  <a:lnTo>
                    <a:pt x="605948" y="2530539"/>
                  </a:lnTo>
                  <a:lnTo>
                    <a:pt x="606135" y="2529770"/>
                  </a:lnTo>
                  <a:lnTo>
                    <a:pt x="606322" y="2529112"/>
                  </a:lnTo>
                  <a:lnTo>
                    <a:pt x="606509" y="2528419"/>
                  </a:lnTo>
                  <a:lnTo>
                    <a:pt x="606696" y="2527832"/>
                  </a:lnTo>
                  <a:lnTo>
                    <a:pt x="606883" y="2527419"/>
                  </a:lnTo>
                  <a:lnTo>
                    <a:pt x="607069" y="2527253"/>
                  </a:lnTo>
                  <a:lnTo>
                    <a:pt x="607256" y="2527055"/>
                  </a:lnTo>
                  <a:lnTo>
                    <a:pt x="607443" y="2527039"/>
                  </a:lnTo>
                  <a:lnTo>
                    <a:pt x="607630" y="2527655"/>
                  </a:lnTo>
                  <a:lnTo>
                    <a:pt x="607817" y="2528698"/>
                  </a:lnTo>
                  <a:lnTo>
                    <a:pt x="608004" y="2530404"/>
                  </a:lnTo>
                  <a:lnTo>
                    <a:pt x="608191" y="2531803"/>
                  </a:lnTo>
                  <a:lnTo>
                    <a:pt x="608378" y="2532867"/>
                  </a:lnTo>
                  <a:lnTo>
                    <a:pt x="608565" y="2533923"/>
                  </a:lnTo>
                  <a:lnTo>
                    <a:pt x="608752" y="2534978"/>
                  </a:lnTo>
                  <a:lnTo>
                    <a:pt x="608939" y="2536166"/>
                  </a:lnTo>
                  <a:lnTo>
                    <a:pt x="609126" y="2537635"/>
                  </a:lnTo>
                  <a:lnTo>
                    <a:pt x="609312" y="2539236"/>
                  </a:lnTo>
                  <a:lnTo>
                    <a:pt x="609499" y="2540872"/>
                  </a:lnTo>
                  <a:lnTo>
                    <a:pt x="609686" y="2542402"/>
                  </a:lnTo>
                  <a:lnTo>
                    <a:pt x="609873" y="2543677"/>
                  </a:lnTo>
                  <a:lnTo>
                    <a:pt x="610060" y="2544918"/>
                  </a:lnTo>
                  <a:lnTo>
                    <a:pt x="610247" y="2546131"/>
                  </a:lnTo>
                  <a:lnTo>
                    <a:pt x="610434" y="2546756"/>
                  </a:lnTo>
                  <a:lnTo>
                    <a:pt x="610621" y="2546914"/>
                  </a:lnTo>
                  <a:lnTo>
                    <a:pt x="610808" y="2546800"/>
                  </a:lnTo>
                  <a:lnTo>
                    <a:pt x="610995" y="2546457"/>
                  </a:lnTo>
                  <a:lnTo>
                    <a:pt x="611182" y="2545868"/>
                  </a:lnTo>
                  <a:lnTo>
                    <a:pt x="611369" y="2545067"/>
                  </a:lnTo>
                  <a:lnTo>
                    <a:pt x="611556" y="2543994"/>
                  </a:lnTo>
                  <a:lnTo>
                    <a:pt x="611742" y="2542543"/>
                  </a:lnTo>
                  <a:lnTo>
                    <a:pt x="611929" y="2540485"/>
                  </a:lnTo>
                  <a:lnTo>
                    <a:pt x="612116" y="2537758"/>
                  </a:lnTo>
                  <a:lnTo>
                    <a:pt x="612303" y="2534732"/>
                  </a:lnTo>
                  <a:lnTo>
                    <a:pt x="612490" y="2531451"/>
                  </a:lnTo>
                  <a:lnTo>
                    <a:pt x="612677" y="2528267"/>
                  </a:lnTo>
                  <a:lnTo>
                    <a:pt x="612864" y="2525021"/>
                  </a:lnTo>
                  <a:lnTo>
                    <a:pt x="613051" y="2521396"/>
                  </a:lnTo>
                  <a:lnTo>
                    <a:pt x="613238" y="2517904"/>
                  </a:lnTo>
                  <a:lnTo>
                    <a:pt x="613425" y="2514897"/>
                  </a:lnTo>
                  <a:lnTo>
                    <a:pt x="613612" y="2512081"/>
                  </a:lnTo>
                  <a:lnTo>
                    <a:pt x="613799" y="2509466"/>
                  </a:lnTo>
                  <a:lnTo>
                    <a:pt x="613986" y="2507997"/>
                  </a:lnTo>
                  <a:lnTo>
                    <a:pt x="614172" y="2506533"/>
                  </a:lnTo>
                  <a:lnTo>
                    <a:pt x="614359" y="2505396"/>
                  </a:lnTo>
                  <a:lnTo>
                    <a:pt x="614546" y="2504104"/>
                  </a:lnTo>
                  <a:lnTo>
                    <a:pt x="614733" y="2503052"/>
                  </a:lnTo>
                  <a:lnTo>
                    <a:pt x="614920" y="2502525"/>
                  </a:lnTo>
                  <a:lnTo>
                    <a:pt x="615107" y="2502375"/>
                  </a:lnTo>
                  <a:lnTo>
                    <a:pt x="615294" y="2502969"/>
                  </a:lnTo>
                  <a:lnTo>
                    <a:pt x="615481" y="2503715"/>
                  </a:lnTo>
                  <a:lnTo>
                    <a:pt x="615668" y="2504277"/>
                  </a:lnTo>
                  <a:lnTo>
                    <a:pt x="615855" y="2505064"/>
                  </a:lnTo>
                  <a:lnTo>
                    <a:pt x="616042" y="2506029"/>
                  </a:lnTo>
                  <a:lnTo>
                    <a:pt x="616229" y="2507000"/>
                  </a:lnTo>
                  <a:lnTo>
                    <a:pt x="616415" y="2507859"/>
                  </a:lnTo>
                  <a:lnTo>
                    <a:pt x="616602" y="2508588"/>
                  </a:lnTo>
                  <a:lnTo>
                    <a:pt x="616789" y="2509123"/>
                  </a:lnTo>
                  <a:lnTo>
                    <a:pt x="616976" y="2509881"/>
                  </a:lnTo>
                  <a:lnTo>
                    <a:pt x="617163" y="2510410"/>
                  </a:lnTo>
                  <a:lnTo>
                    <a:pt x="617350" y="2510802"/>
                  </a:lnTo>
                  <a:lnTo>
                    <a:pt x="617537" y="2511115"/>
                  </a:lnTo>
                  <a:lnTo>
                    <a:pt x="617724" y="2511309"/>
                  </a:lnTo>
                  <a:lnTo>
                    <a:pt x="617911" y="2511014"/>
                  </a:lnTo>
                  <a:lnTo>
                    <a:pt x="618098" y="2510178"/>
                  </a:lnTo>
                  <a:lnTo>
                    <a:pt x="618285" y="2509114"/>
                  </a:lnTo>
                  <a:lnTo>
                    <a:pt x="618472" y="2508502"/>
                  </a:lnTo>
                  <a:lnTo>
                    <a:pt x="618659" y="2507847"/>
                  </a:lnTo>
                  <a:lnTo>
                    <a:pt x="618845" y="2506781"/>
                  </a:lnTo>
                  <a:lnTo>
                    <a:pt x="619032" y="2505067"/>
                  </a:lnTo>
                  <a:lnTo>
                    <a:pt x="619219" y="2503522"/>
                  </a:lnTo>
                  <a:lnTo>
                    <a:pt x="619406" y="2502010"/>
                  </a:lnTo>
                  <a:lnTo>
                    <a:pt x="619593" y="2500518"/>
                  </a:lnTo>
                  <a:lnTo>
                    <a:pt x="619780" y="2498667"/>
                  </a:lnTo>
                  <a:lnTo>
                    <a:pt x="619967" y="2496553"/>
                  </a:lnTo>
                  <a:lnTo>
                    <a:pt x="620154" y="2493818"/>
                  </a:lnTo>
                  <a:lnTo>
                    <a:pt x="620341" y="2491075"/>
                  </a:lnTo>
                  <a:lnTo>
                    <a:pt x="620528" y="2488304"/>
                  </a:lnTo>
                  <a:lnTo>
                    <a:pt x="620715" y="2485677"/>
                  </a:lnTo>
                  <a:lnTo>
                    <a:pt x="620902" y="2482770"/>
                  </a:lnTo>
                  <a:lnTo>
                    <a:pt x="621088" y="2479553"/>
                  </a:lnTo>
                  <a:lnTo>
                    <a:pt x="621275" y="2476210"/>
                  </a:lnTo>
                  <a:lnTo>
                    <a:pt x="621462" y="2473065"/>
                  </a:lnTo>
                  <a:lnTo>
                    <a:pt x="621649" y="2470256"/>
                  </a:lnTo>
                  <a:lnTo>
                    <a:pt x="621836" y="2467547"/>
                  </a:lnTo>
                  <a:lnTo>
                    <a:pt x="622023" y="2465013"/>
                  </a:lnTo>
                  <a:lnTo>
                    <a:pt x="622210" y="2462608"/>
                  </a:lnTo>
                  <a:lnTo>
                    <a:pt x="622397" y="2460670"/>
                  </a:lnTo>
                  <a:lnTo>
                    <a:pt x="622584" y="2458594"/>
                  </a:lnTo>
                  <a:lnTo>
                    <a:pt x="622771" y="2456797"/>
                  </a:lnTo>
                  <a:lnTo>
                    <a:pt x="622958" y="2455260"/>
                  </a:lnTo>
                  <a:lnTo>
                    <a:pt x="623145" y="2453550"/>
                  </a:lnTo>
                  <a:lnTo>
                    <a:pt x="623332" y="2452113"/>
                  </a:lnTo>
                  <a:lnTo>
                    <a:pt x="623518" y="2450930"/>
                  </a:lnTo>
                  <a:lnTo>
                    <a:pt x="623705" y="2449862"/>
                  </a:lnTo>
                  <a:lnTo>
                    <a:pt x="623892" y="2449176"/>
                  </a:lnTo>
                  <a:lnTo>
                    <a:pt x="624079" y="2448693"/>
                  </a:lnTo>
                  <a:lnTo>
                    <a:pt x="624266" y="2448238"/>
                  </a:lnTo>
                  <a:lnTo>
                    <a:pt x="624453" y="2447661"/>
                  </a:lnTo>
                  <a:lnTo>
                    <a:pt x="624640" y="2446857"/>
                  </a:lnTo>
                  <a:lnTo>
                    <a:pt x="624827" y="2446273"/>
                  </a:lnTo>
                  <a:lnTo>
                    <a:pt x="625014" y="2445753"/>
                  </a:lnTo>
                  <a:lnTo>
                    <a:pt x="625201" y="2445370"/>
                  </a:lnTo>
                  <a:lnTo>
                    <a:pt x="625388" y="2445127"/>
                  </a:lnTo>
                  <a:lnTo>
                    <a:pt x="625575" y="2444720"/>
                  </a:lnTo>
                  <a:lnTo>
                    <a:pt x="625762" y="2444374"/>
                  </a:lnTo>
                  <a:lnTo>
                    <a:pt x="625948" y="2444248"/>
                  </a:lnTo>
                  <a:lnTo>
                    <a:pt x="626135" y="2444378"/>
                  </a:lnTo>
                  <a:lnTo>
                    <a:pt x="626322" y="2444530"/>
                  </a:lnTo>
                  <a:lnTo>
                    <a:pt x="626509" y="2444549"/>
                  </a:lnTo>
                  <a:lnTo>
                    <a:pt x="626696" y="2444298"/>
                  </a:lnTo>
                  <a:lnTo>
                    <a:pt x="626883" y="2443798"/>
                  </a:lnTo>
                  <a:lnTo>
                    <a:pt x="627070" y="2442992"/>
                  </a:lnTo>
                  <a:lnTo>
                    <a:pt x="627257" y="2442178"/>
                  </a:lnTo>
                  <a:lnTo>
                    <a:pt x="627444" y="2441286"/>
                  </a:lnTo>
                  <a:lnTo>
                    <a:pt x="627631" y="2440591"/>
                  </a:lnTo>
                  <a:lnTo>
                    <a:pt x="627818" y="2439845"/>
                  </a:lnTo>
                  <a:lnTo>
                    <a:pt x="628005" y="2439133"/>
                  </a:lnTo>
                  <a:lnTo>
                    <a:pt x="628191" y="2438751"/>
                  </a:lnTo>
                  <a:lnTo>
                    <a:pt x="628378" y="2438502"/>
                  </a:lnTo>
                  <a:lnTo>
                    <a:pt x="628565" y="2438381"/>
                  </a:lnTo>
                  <a:lnTo>
                    <a:pt x="628752" y="2438709"/>
                  </a:lnTo>
                  <a:lnTo>
                    <a:pt x="628939" y="2438752"/>
                  </a:lnTo>
                  <a:lnTo>
                    <a:pt x="629126" y="2438584"/>
                  </a:lnTo>
                  <a:lnTo>
                    <a:pt x="629313" y="2438793"/>
                  </a:lnTo>
                  <a:lnTo>
                    <a:pt x="629500" y="2439326"/>
                  </a:lnTo>
                  <a:lnTo>
                    <a:pt x="629687" y="2440152"/>
                  </a:lnTo>
                  <a:lnTo>
                    <a:pt x="629874" y="2440959"/>
                  </a:lnTo>
                  <a:lnTo>
                    <a:pt x="630061" y="2442026"/>
                  </a:lnTo>
                  <a:lnTo>
                    <a:pt x="630248" y="2443288"/>
                  </a:lnTo>
                  <a:lnTo>
                    <a:pt x="630435" y="2444382"/>
                  </a:lnTo>
                  <a:lnTo>
                    <a:pt x="630621" y="2445875"/>
                  </a:lnTo>
                  <a:lnTo>
                    <a:pt x="630808" y="2447401"/>
                  </a:lnTo>
                  <a:lnTo>
                    <a:pt x="630995" y="2448907"/>
                  </a:lnTo>
                  <a:lnTo>
                    <a:pt x="631182" y="2450836"/>
                  </a:lnTo>
                  <a:lnTo>
                    <a:pt x="631369" y="2452674"/>
                  </a:lnTo>
                  <a:lnTo>
                    <a:pt x="631556" y="2453848"/>
                  </a:lnTo>
                  <a:lnTo>
                    <a:pt x="631743" y="2455161"/>
                  </a:lnTo>
                  <a:lnTo>
                    <a:pt x="631930" y="2456306"/>
                  </a:lnTo>
                  <a:lnTo>
                    <a:pt x="632117" y="2457094"/>
                  </a:lnTo>
                  <a:lnTo>
                    <a:pt x="632304" y="2457934"/>
                  </a:lnTo>
                  <a:lnTo>
                    <a:pt x="632491" y="2458585"/>
                  </a:lnTo>
                  <a:lnTo>
                    <a:pt x="632678" y="2459446"/>
                  </a:lnTo>
                  <a:lnTo>
                    <a:pt x="632865" y="2460150"/>
                  </a:lnTo>
                  <a:lnTo>
                    <a:pt x="633051" y="2460866"/>
                  </a:lnTo>
                  <a:lnTo>
                    <a:pt x="633238" y="2461228"/>
                  </a:lnTo>
                  <a:lnTo>
                    <a:pt x="633425" y="2461626"/>
                  </a:lnTo>
                  <a:lnTo>
                    <a:pt x="633612" y="2461605"/>
                  </a:lnTo>
                  <a:lnTo>
                    <a:pt x="633799" y="2461291"/>
                  </a:lnTo>
                  <a:lnTo>
                    <a:pt x="633986" y="2460348"/>
                  </a:lnTo>
                  <a:lnTo>
                    <a:pt x="634173" y="2459230"/>
                  </a:lnTo>
                  <a:lnTo>
                    <a:pt x="634360" y="2458047"/>
                  </a:lnTo>
                  <a:lnTo>
                    <a:pt x="634547" y="2456581"/>
                  </a:lnTo>
                  <a:lnTo>
                    <a:pt x="634734" y="2454664"/>
                  </a:lnTo>
                  <a:lnTo>
                    <a:pt x="634921" y="2452851"/>
                  </a:lnTo>
                  <a:lnTo>
                    <a:pt x="635108" y="2450639"/>
                  </a:lnTo>
                  <a:lnTo>
                    <a:pt x="635294" y="2448796"/>
                  </a:lnTo>
                  <a:lnTo>
                    <a:pt x="635481" y="2446798"/>
                  </a:lnTo>
                  <a:lnTo>
                    <a:pt x="635668" y="2444506"/>
                  </a:lnTo>
                  <a:lnTo>
                    <a:pt x="635855" y="2441963"/>
                  </a:lnTo>
                  <a:lnTo>
                    <a:pt x="636042" y="2439355"/>
                  </a:lnTo>
                  <a:lnTo>
                    <a:pt x="636229" y="2435947"/>
                  </a:lnTo>
                  <a:lnTo>
                    <a:pt x="636416" y="2432524"/>
                  </a:lnTo>
                  <a:lnTo>
                    <a:pt x="636603" y="2429281"/>
                  </a:lnTo>
                  <a:lnTo>
                    <a:pt x="636790" y="2426352"/>
                  </a:lnTo>
                  <a:lnTo>
                    <a:pt x="636977" y="2423825"/>
                  </a:lnTo>
                  <a:lnTo>
                    <a:pt x="637164" y="2421398"/>
                  </a:lnTo>
                  <a:lnTo>
                    <a:pt x="637351" y="2419026"/>
                  </a:lnTo>
                  <a:lnTo>
                    <a:pt x="637538" y="2417208"/>
                  </a:lnTo>
                  <a:lnTo>
                    <a:pt x="637724" y="2415496"/>
                  </a:lnTo>
                  <a:lnTo>
                    <a:pt x="637911" y="2414043"/>
                  </a:lnTo>
                  <a:lnTo>
                    <a:pt x="638098" y="2412561"/>
                  </a:lnTo>
                  <a:lnTo>
                    <a:pt x="638285" y="2411621"/>
                  </a:lnTo>
                  <a:lnTo>
                    <a:pt x="638472" y="2410798"/>
                  </a:lnTo>
                  <a:lnTo>
                    <a:pt x="638659" y="2410991"/>
                  </a:lnTo>
                  <a:lnTo>
                    <a:pt x="638846" y="2411464"/>
                  </a:lnTo>
                  <a:lnTo>
                    <a:pt x="639033" y="2411812"/>
                  </a:lnTo>
                  <a:lnTo>
                    <a:pt x="639220" y="2412758"/>
                  </a:lnTo>
                  <a:lnTo>
                    <a:pt x="639407" y="2413271"/>
                  </a:lnTo>
                  <a:lnTo>
                    <a:pt x="639594" y="2413239"/>
                  </a:lnTo>
                  <a:lnTo>
                    <a:pt x="639781" y="2412356"/>
                  </a:lnTo>
                  <a:lnTo>
                    <a:pt x="639967" y="2410959"/>
                  </a:lnTo>
                  <a:lnTo>
                    <a:pt x="640154" y="2409691"/>
                  </a:lnTo>
                  <a:lnTo>
                    <a:pt x="640341" y="2408252"/>
                  </a:lnTo>
                  <a:lnTo>
                    <a:pt x="640528" y="2406915"/>
                  </a:lnTo>
                  <a:lnTo>
                    <a:pt x="640715" y="2405542"/>
                  </a:lnTo>
                  <a:lnTo>
                    <a:pt x="640902" y="2404198"/>
                  </a:lnTo>
                  <a:lnTo>
                    <a:pt x="641089" y="2402618"/>
                  </a:lnTo>
                  <a:lnTo>
                    <a:pt x="641276" y="2400725"/>
                  </a:lnTo>
                  <a:lnTo>
                    <a:pt x="641463" y="2397903"/>
                  </a:lnTo>
                  <a:lnTo>
                    <a:pt x="641650" y="2393978"/>
                  </a:lnTo>
                  <a:lnTo>
                    <a:pt x="641837" y="2389707"/>
                  </a:lnTo>
                  <a:lnTo>
                    <a:pt x="642024" y="2385206"/>
                  </a:lnTo>
                  <a:lnTo>
                    <a:pt x="642211" y="2380775"/>
                  </a:lnTo>
                  <a:lnTo>
                    <a:pt x="642397" y="2376386"/>
                  </a:lnTo>
                  <a:lnTo>
                    <a:pt x="642584" y="2372527"/>
                  </a:lnTo>
                  <a:lnTo>
                    <a:pt x="642771" y="2368769"/>
                  </a:lnTo>
                  <a:lnTo>
                    <a:pt x="642958" y="2364885"/>
                  </a:lnTo>
                  <a:lnTo>
                    <a:pt x="643145" y="2360996"/>
                  </a:lnTo>
                  <a:lnTo>
                    <a:pt x="643332" y="2356988"/>
                  </a:lnTo>
                  <a:lnTo>
                    <a:pt x="643519" y="2353100"/>
                  </a:lnTo>
                  <a:lnTo>
                    <a:pt x="643706" y="2349168"/>
                  </a:lnTo>
                  <a:lnTo>
                    <a:pt x="643893" y="2345122"/>
                  </a:lnTo>
                  <a:lnTo>
                    <a:pt x="644080" y="2341435"/>
                  </a:lnTo>
                  <a:lnTo>
                    <a:pt x="644267" y="2337960"/>
                  </a:lnTo>
                  <a:lnTo>
                    <a:pt x="644454" y="2334746"/>
                  </a:lnTo>
                  <a:lnTo>
                    <a:pt x="644641" y="2332107"/>
                  </a:lnTo>
                  <a:lnTo>
                    <a:pt x="644827" y="2329750"/>
                  </a:lnTo>
                  <a:lnTo>
                    <a:pt x="645014" y="2326443"/>
                  </a:lnTo>
                  <a:lnTo>
                    <a:pt x="645201" y="2321807"/>
                  </a:lnTo>
                  <a:lnTo>
                    <a:pt x="645388" y="2316117"/>
                  </a:lnTo>
                  <a:lnTo>
                    <a:pt x="645575" y="2310654"/>
                  </a:lnTo>
                  <a:lnTo>
                    <a:pt x="645762" y="2305430"/>
                  </a:lnTo>
                  <a:lnTo>
                    <a:pt x="645949" y="2299985"/>
                  </a:lnTo>
                  <a:lnTo>
                    <a:pt x="646136" y="2294224"/>
                  </a:lnTo>
                  <a:lnTo>
                    <a:pt x="646323" y="2288111"/>
                  </a:lnTo>
                  <a:lnTo>
                    <a:pt x="646510" y="2282148"/>
                  </a:lnTo>
                  <a:lnTo>
                    <a:pt x="646697" y="2276167"/>
                  </a:lnTo>
                  <a:lnTo>
                    <a:pt x="646884" y="2269912"/>
                  </a:lnTo>
                  <a:lnTo>
                    <a:pt x="647070" y="2263567"/>
                  </a:lnTo>
                  <a:lnTo>
                    <a:pt x="647257" y="2256962"/>
                  </a:lnTo>
                  <a:lnTo>
                    <a:pt x="647444" y="2250277"/>
                  </a:lnTo>
                  <a:lnTo>
                    <a:pt x="647631" y="2243246"/>
                  </a:lnTo>
                  <a:lnTo>
                    <a:pt x="647818" y="2236713"/>
                  </a:lnTo>
                  <a:lnTo>
                    <a:pt x="648005" y="2231399"/>
                  </a:lnTo>
                  <a:lnTo>
                    <a:pt x="648192" y="2226777"/>
                  </a:lnTo>
                  <a:lnTo>
                    <a:pt x="648379" y="2221520"/>
                  </a:lnTo>
                  <a:lnTo>
                    <a:pt x="648566" y="2216543"/>
                  </a:lnTo>
                  <a:lnTo>
                    <a:pt x="648753" y="2211766"/>
                  </a:lnTo>
                  <a:lnTo>
                    <a:pt x="648940" y="2207131"/>
                  </a:lnTo>
                  <a:lnTo>
                    <a:pt x="649127" y="2203133"/>
                  </a:lnTo>
                  <a:lnTo>
                    <a:pt x="649314" y="2200426"/>
                  </a:lnTo>
                  <a:lnTo>
                    <a:pt x="649500" y="2198304"/>
                  </a:lnTo>
                  <a:lnTo>
                    <a:pt x="649687" y="2197360"/>
                  </a:lnTo>
                  <a:lnTo>
                    <a:pt x="649874" y="2196348"/>
                  </a:lnTo>
                  <a:lnTo>
                    <a:pt x="650061" y="2195352"/>
                  </a:lnTo>
                  <a:lnTo>
                    <a:pt x="650248" y="2193980"/>
                  </a:lnTo>
                  <a:lnTo>
                    <a:pt x="650435" y="2193152"/>
                  </a:lnTo>
                  <a:lnTo>
                    <a:pt x="650622" y="2192701"/>
                  </a:lnTo>
                  <a:lnTo>
                    <a:pt x="650809" y="2192277"/>
                  </a:lnTo>
                  <a:lnTo>
                    <a:pt x="650996" y="2191180"/>
                  </a:lnTo>
                  <a:lnTo>
                    <a:pt x="651183" y="2190158"/>
                  </a:lnTo>
                  <a:lnTo>
                    <a:pt x="651370" y="2187750"/>
                  </a:lnTo>
                  <a:lnTo>
                    <a:pt x="651557" y="2185398"/>
                  </a:lnTo>
                  <a:lnTo>
                    <a:pt x="651744" y="2182245"/>
                  </a:lnTo>
                  <a:lnTo>
                    <a:pt x="651930" y="2178281"/>
                  </a:lnTo>
                  <a:lnTo>
                    <a:pt x="652117" y="2173238"/>
                  </a:lnTo>
                  <a:lnTo>
                    <a:pt x="652304" y="2168158"/>
                  </a:lnTo>
                  <a:lnTo>
                    <a:pt x="652491" y="2162495"/>
                  </a:lnTo>
                  <a:lnTo>
                    <a:pt x="652678" y="2156126"/>
                  </a:lnTo>
                  <a:lnTo>
                    <a:pt x="652865" y="2149953"/>
                  </a:lnTo>
                  <a:lnTo>
                    <a:pt x="653052" y="2144189"/>
                  </a:lnTo>
                  <a:lnTo>
                    <a:pt x="653239" y="2138754"/>
                  </a:lnTo>
                  <a:lnTo>
                    <a:pt x="653426" y="2133045"/>
                  </a:lnTo>
                  <a:lnTo>
                    <a:pt x="653613" y="2127993"/>
                  </a:lnTo>
                  <a:lnTo>
                    <a:pt x="653800" y="2123751"/>
                  </a:lnTo>
                  <a:lnTo>
                    <a:pt x="653987" y="2119327"/>
                  </a:lnTo>
                  <a:lnTo>
                    <a:pt x="654173" y="2115337"/>
                  </a:lnTo>
                  <a:lnTo>
                    <a:pt x="654360" y="2111867"/>
                  </a:lnTo>
                  <a:lnTo>
                    <a:pt x="654547" y="2109104"/>
                  </a:lnTo>
                  <a:lnTo>
                    <a:pt x="654734" y="2106660"/>
                  </a:lnTo>
                  <a:lnTo>
                    <a:pt x="654921" y="2104924"/>
                  </a:lnTo>
                  <a:lnTo>
                    <a:pt x="655108" y="2103268"/>
                  </a:lnTo>
                  <a:lnTo>
                    <a:pt x="655295" y="2102134"/>
                  </a:lnTo>
                  <a:lnTo>
                    <a:pt x="655482" y="2101306"/>
                  </a:lnTo>
                  <a:lnTo>
                    <a:pt x="655669" y="2100012"/>
                  </a:lnTo>
                  <a:lnTo>
                    <a:pt x="655856" y="2098411"/>
                  </a:lnTo>
                  <a:lnTo>
                    <a:pt x="656043" y="2096627"/>
                  </a:lnTo>
                  <a:lnTo>
                    <a:pt x="656230" y="2094901"/>
                  </a:lnTo>
                  <a:lnTo>
                    <a:pt x="656417" y="2093115"/>
                  </a:lnTo>
                  <a:lnTo>
                    <a:pt x="656603" y="2091331"/>
                  </a:lnTo>
                  <a:lnTo>
                    <a:pt x="656790" y="2089116"/>
                  </a:lnTo>
                  <a:lnTo>
                    <a:pt x="656977" y="2086315"/>
                  </a:lnTo>
                  <a:lnTo>
                    <a:pt x="657164" y="2083545"/>
                  </a:lnTo>
                  <a:lnTo>
                    <a:pt x="657351" y="2080634"/>
                  </a:lnTo>
                  <a:lnTo>
                    <a:pt x="657538" y="2077768"/>
                  </a:lnTo>
                  <a:lnTo>
                    <a:pt x="657725" y="2074563"/>
                  </a:lnTo>
                  <a:lnTo>
                    <a:pt x="657912" y="2071953"/>
                  </a:lnTo>
                  <a:lnTo>
                    <a:pt x="658099" y="2069083"/>
                  </a:lnTo>
                  <a:lnTo>
                    <a:pt x="658286" y="2067055"/>
                  </a:lnTo>
                  <a:lnTo>
                    <a:pt x="658473" y="2065682"/>
                  </a:lnTo>
                  <a:lnTo>
                    <a:pt x="658660" y="2064750"/>
                  </a:lnTo>
                  <a:lnTo>
                    <a:pt x="658846" y="2063690"/>
                  </a:lnTo>
                  <a:lnTo>
                    <a:pt x="659033" y="2062099"/>
                  </a:lnTo>
                  <a:lnTo>
                    <a:pt x="659220" y="2060327"/>
                  </a:lnTo>
                  <a:lnTo>
                    <a:pt x="659407" y="2058311"/>
                  </a:lnTo>
                  <a:lnTo>
                    <a:pt x="659594" y="2056350"/>
                  </a:lnTo>
                  <a:lnTo>
                    <a:pt x="659781" y="2054210"/>
                  </a:lnTo>
                  <a:lnTo>
                    <a:pt x="659968" y="2052374"/>
                  </a:lnTo>
                  <a:lnTo>
                    <a:pt x="660155" y="2050275"/>
                  </a:lnTo>
                  <a:lnTo>
                    <a:pt x="660342" y="2048066"/>
                  </a:lnTo>
                  <a:lnTo>
                    <a:pt x="660529" y="2046558"/>
                  </a:lnTo>
                  <a:lnTo>
                    <a:pt x="660716" y="2044997"/>
                  </a:lnTo>
                  <a:lnTo>
                    <a:pt x="660903" y="2043634"/>
                  </a:lnTo>
                  <a:lnTo>
                    <a:pt x="661090" y="2042279"/>
                  </a:lnTo>
                  <a:lnTo>
                    <a:pt x="661276" y="2040654"/>
                  </a:lnTo>
                  <a:lnTo>
                    <a:pt x="661463" y="2039029"/>
                  </a:lnTo>
                  <a:lnTo>
                    <a:pt x="661650" y="2037687"/>
                  </a:lnTo>
                  <a:lnTo>
                    <a:pt x="661837" y="2036600"/>
                  </a:lnTo>
                  <a:lnTo>
                    <a:pt x="662024" y="2035449"/>
                  </a:lnTo>
                  <a:lnTo>
                    <a:pt x="662211" y="2034406"/>
                  </a:lnTo>
                  <a:lnTo>
                    <a:pt x="662398" y="2033528"/>
                  </a:lnTo>
                  <a:lnTo>
                    <a:pt x="662585" y="2032541"/>
                  </a:lnTo>
                  <a:lnTo>
                    <a:pt x="662772" y="2031479"/>
                  </a:lnTo>
                  <a:lnTo>
                    <a:pt x="662959" y="2030663"/>
                  </a:lnTo>
                  <a:lnTo>
                    <a:pt x="663146" y="2029922"/>
                  </a:lnTo>
                  <a:lnTo>
                    <a:pt x="663333" y="2029301"/>
                  </a:lnTo>
                  <a:lnTo>
                    <a:pt x="663520" y="2028705"/>
                  </a:lnTo>
                  <a:lnTo>
                    <a:pt x="663706" y="2028341"/>
                  </a:lnTo>
                  <a:lnTo>
                    <a:pt x="663893" y="2027954"/>
                  </a:lnTo>
                  <a:lnTo>
                    <a:pt x="664080" y="2027543"/>
                  </a:lnTo>
                  <a:lnTo>
                    <a:pt x="664267" y="2027131"/>
                  </a:lnTo>
                  <a:lnTo>
                    <a:pt x="664454" y="2026745"/>
                  </a:lnTo>
                  <a:lnTo>
                    <a:pt x="664641" y="2026131"/>
                  </a:lnTo>
                  <a:lnTo>
                    <a:pt x="664828" y="2025618"/>
                  </a:lnTo>
                  <a:lnTo>
                    <a:pt x="665015" y="2025302"/>
                  </a:lnTo>
                  <a:lnTo>
                    <a:pt x="665202" y="2024857"/>
                  </a:lnTo>
                  <a:lnTo>
                    <a:pt x="665389" y="2024337"/>
                  </a:lnTo>
                  <a:lnTo>
                    <a:pt x="665576" y="2023786"/>
                  </a:lnTo>
                  <a:lnTo>
                    <a:pt x="665763" y="2023268"/>
                  </a:lnTo>
                  <a:lnTo>
                    <a:pt x="665949" y="2022980"/>
                  </a:lnTo>
                  <a:lnTo>
                    <a:pt x="666136" y="2022902"/>
                  </a:lnTo>
                  <a:lnTo>
                    <a:pt x="666323" y="2022865"/>
                  </a:lnTo>
                  <a:lnTo>
                    <a:pt x="666510" y="2022968"/>
                  </a:lnTo>
                  <a:lnTo>
                    <a:pt x="666697" y="2023151"/>
                  </a:lnTo>
                  <a:lnTo>
                    <a:pt x="666884" y="2023154"/>
                  </a:lnTo>
                  <a:lnTo>
                    <a:pt x="667071" y="2023138"/>
                  </a:lnTo>
                  <a:lnTo>
                    <a:pt x="667258" y="2022921"/>
                  </a:lnTo>
                  <a:lnTo>
                    <a:pt x="667445" y="2022712"/>
                  </a:lnTo>
                  <a:lnTo>
                    <a:pt x="667632" y="2022520"/>
                  </a:lnTo>
                  <a:lnTo>
                    <a:pt x="667819" y="2022150"/>
                  </a:lnTo>
                  <a:lnTo>
                    <a:pt x="668006" y="2021725"/>
                  </a:lnTo>
                  <a:lnTo>
                    <a:pt x="668193" y="2021088"/>
                  </a:lnTo>
                  <a:lnTo>
                    <a:pt x="668379" y="2020465"/>
                  </a:lnTo>
                  <a:lnTo>
                    <a:pt x="668566" y="2019934"/>
                  </a:lnTo>
                  <a:lnTo>
                    <a:pt x="668753" y="2019388"/>
                  </a:lnTo>
                  <a:lnTo>
                    <a:pt x="668940" y="2018715"/>
                  </a:lnTo>
                  <a:lnTo>
                    <a:pt x="669127" y="2018235"/>
                  </a:lnTo>
                  <a:lnTo>
                    <a:pt x="669314" y="2017712"/>
                  </a:lnTo>
                  <a:lnTo>
                    <a:pt x="669501" y="2017343"/>
                  </a:lnTo>
                  <a:lnTo>
                    <a:pt x="669688" y="2017025"/>
                  </a:lnTo>
                  <a:lnTo>
                    <a:pt x="669875" y="2016779"/>
                  </a:lnTo>
                  <a:lnTo>
                    <a:pt x="670062" y="2017151"/>
                  </a:lnTo>
                  <a:lnTo>
                    <a:pt x="670249" y="2017483"/>
                  </a:lnTo>
                  <a:lnTo>
                    <a:pt x="670436" y="2018227"/>
                  </a:lnTo>
                  <a:lnTo>
                    <a:pt x="670623" y="2019705"/>
                  </a:lnTo>
                  <a:lnTo>
                    <a:pt x="670809" y="2020479"/>
                  </a:lnTo>
                  <a:lnTo>
                    <a:pt x="670996" y="2021106"/>
                  </a:lnTo>
                  <a:lnTo>
                    <a:pt x="671183" y="2021684"/>
                  </a:lnTo>
                  <a:lnTo>
                    <a:pt x="671370" y="2022185"/>
                  </a:lnTo>
                  <a:lnTo>
                    <a:pt x="671557" y="2022935"/>
                  </a:lnTo>
                  <a:lnTo>
                    <a:pt x="671744" y="2023701"/>
                  </a:lnTo>
                  <a:lnTo>
                    <a:pt x="671931" y="2024549"/>
                  </a:lnTo>
                  <a:lnTo>
                    <a:pt x="672118" y="2025614"/>
                  </a:lnTo>
                  <a:lnTo>
                    <a:pt x="672305" y="2026583"/>
                  </a:lnTo>
                  <a:lnTo>
                    <a:pt x="672492" y="2027649"/>
                  </a:lnTo>
                  <a:lnTo>
                    <a:pt x="672679" y="2028105"/>
                  </a:lnTo>
                  <a:lnTo>
                    <a:pt x="672866" y="2028790"/>
                  </a:lnTo>
                  <a:lnTo>
                    <a:pt x="673052" y="2029691"/>
                  </a:lnTo>
                  <a:lnTo>
                    <a:pt x="673239" y="2030907"/>
                  </a:lnTo>
                  <a:lnTo>
                    <a:pt x="673426" y="2032245"/>
                  </a:lnTo>
                  <a:lnTo>
                    <a:pt x="673613" y="2034667"/>
                  </a:lnTo>
                  <a:lnTo>
                    <a:pt x="673800" y="2037007"/>
                  </a:lnTo>
                  <a:lnTo>
                    <a:pt x="673987" y="2039097"/>
                  </a:lnTo>
                  <a:lnTo>
                    <a:pt x="674174" y="2041063"/>
                  </a:lnTo>
                  <a:lnTo>
                    <a:pt x="674361" y="2041320"/>
                  </a:lnTo>
                  <a:lnTo>
                    <a:pt x="674548" y="2040837"/>
                  </a:lnTo>
                  <a:lnTo>
                    <a:pt x="674735" y="2039771"/>
                  </a:lnTo>
                  <a:lnTo>
                    <a:pt x="674922" y="2038429"/>
                  </a:lnTo>
                  <a:lnTo>
                    <a:pt x="675109" y="2037486"/>
                  </a:lnTo>
                  <a:lnTo>
                    <a:pt x="675296" y="2036471"/>
                  </a:lnTo>
                  <a:lnTo>
                    <a:pt x="675482" y="2036167"/>
                  </a:lnTo>
                  <a:lnTo>
                    <a:pt x="675669" y="2035678"/>
                  </a:lnTo>
                  <a:lnTo>
                    <a:pt x="675856" y="2035555"/>
                  </a:lnTo>
                  <a:lnTo>
                    <a:pt x="676043" y="2034228"/>
                  </a:lnTo>
                  <a:lnTo>
                    <a:pt x="676230" y="2032797"/>
                  </a:lnTo>
                  <a:lnTo>
                    <a:pt x="676417" y="2032040"/>
                  </a:lnTo>
                  <a:lnTo>
                    <a:pt x="676604" y="2031495"/>
                  </a:lnTo>
                  <a:lnTo>
                    <a:pt x="676791" y="2031307"/>
                  </a:lnTo>
                  <a:lnTo>
                    <a:pt x="676978" y="2031803"/>
                  </a:lnTo>
                  <a:lnTo>
                    <a:pt x="677165" y="2032890"/>
                  </a:lnTo>
                  <a:lnTo>
                    <a:pt x="677352" y="2034108"/>
                  </a:lnTo>
                  <a:lnTo>
                    <a:pt x="677539" y="2035528"/>
                  </a:lnTo>
                  <a:lnTo>
                    <a:pt x="677725" y="2036748"/>
                  </a:lnTo>
                  <a:lnTo>
                    <a:pt x="677912" y="2038136"/>
                  </a:lnTo>
                  <a:lnTo>
                    <a:pt x="678099" y="2040040"/>
                  </a:lnTo>
                  <a:lnTo>
                    <a:pt x="678286" y="2042310"/>
                  </a:lnTo>
                  <a:lnTo>
                    <a:pt x="678473" y="2044979"/>
                  </a:lnTo>
                  <a:lnTo>
                    <a:pt x="678660" y="2047702"/>
                  </a:lnTo>
                  <a:lnTo>
                    <a:pt x="678847" y="2051166"/>
                  </a:lnTo>
                  <a:lnTo>
                    <a:pt x="679034" y="2054990"/>
                  </a:lnTo>
                  <a:lnTo>
                    <a:pt x="679221" y="2058289"/>
                  </a:lnTo>
                  <a:lnTo>
                    <a:pt x="679408" y="2061497"/>
                  </a:lnTo>
                  <a:lnTo>
                    <a:pt x="679595" y="2063931"/>
                  </a:lnTo>
                  <a:lnTo>
                    <a:pt x="679782" y="2065878"/>
                  </a:lnTo>
                  <a:lnTo>
                    <a:pt x="679969" y="2066599"/>
                  </a:lnTo>
                  <a:lnTo>
                    <a:pt x="680155" y="2066523"/>
                  </a:lnTo>
                  <a:lnTo>
                    <a:pt x="680342" y="2065543"/>
                  </a:lnTo>
                  <a:lnTo>
                    <a:pt x="680529" y="2063831"/>
                  </a:lnTo>
                  <a:lnTo>
                    <a:pt x="680716" y="2062149"/>
                  </a:lnTo>
                  <a:lnTo>
                    <a:pt x="680903" y="2060077"/>
                  </a:lnTo>
                  <a:lnTo>
                    <a:pt x="681090" y="2058179"/>
                  </a:lnTo>
                  <a:lnTo>
                    <a:pt x="681277" y="2056498"/>
                  </a:lnTo>
                  <a:lnTo>
                    <a:pt x="681464" y="2054246"/>
                  </a:lnTo>
                  <a:lnTo>
                    <a:pt x="681651" y="2051510"/>
                  </a:lnTo>
                  <a:lnTo>
                    <a:pt x="681838" y="2048550"/>
                  </a:lnTo>
                  <a:lnTo>
                    <a:pt x="682025" y="2044828"/>
                  </a:lnTo>
                  <a:lnTo>
                    <a:pt x="682212" y="2040871"/>
                  </a:lnTo>
                  <a:lnTo>
                    <a:pt x="682399" y="2037562"/>
                  </a:lnTo>
                  <a:lnTo>
                    <a:pt x="682585" y="2035570"/>
                  </a:lnTo>
                  <a:lnTo>
                    <a:pt x="682772" y="2034688"/>
                  </a:lnTo>
                  <a:lnTo>
                    <a:pt x="682959" y="2033905"/>
                  </a:lnTo>
                  <a:lnTo>
                    <a:pt x="683146" y="2033429"/>
                  </a:lnTo>
                  <a:lnTo>
                    <a:pt x="683333" y="2033638"/>
                  </a:lnTo>
                  <a:lnTo>
                    <a:pt x="683520" y="2034663"/>
                  </a:lnTo>
                  <a:lnTo>
                    <a:pt x="683707" y="2036264"/>
                  </a:lnTo>
                  <a:lnTo>
                    <a:pt x="683894" y="2037118"/>
                  </a:lnTo>
                  <a:lnTo>
                    <a:pt x="684081" y="2037643"/>
                  </a:lnTo>
                  <a:lnTo>
                    <a:pt x="684268" y="2037379"/>
                  </a:lnTo>
                  <a:lnTo>
                    <a:pt x="684455" y="2036608"/>
                  </a:lnTo>
                  <a:lnTo>
                    <a:pt x="684642" y="2036305"/>
                  </a:lnTo>
                  <a:lnTo>
                    <a:pt x="684828" y="2035857"/>
                  </a:lnTo>
                  <a:lnTo>
                    <a:pt x="685015" y="2036608"/>
                  </a:lnTo>
                  <a:lnTo>
                    <a:pt x="685202" y="2037986"/>
                  </a:lnTo>
                  <a:lnTo>
                    <a:pt x="685389" y="2038679"/>
                  </a:lnTo>
                  <a:lnTo>
                    <a:pt x="685576" y="2037891"/>
                  </a:lnTo>
                  <a:lnTo>
                    <a:pt x="685763" y="2037813"/>
                  </a:lnTo>
                  <a:lnTo>
                    <a:pt x="685950" y="2037828"/>
                  </a:lnTo>
                  <a:lnTo>
                    <a:pt x="686137" y="2036944"/>
                  </a:lnTo>
                  <a:lnTo>
                    <a:pt x="686324" y="2036117"/>
                  </a:lnTo>
                  <a:lnTo>
                    <a:pt x="686511" y="2034758"/>
                  </a:lnTo>
                  <a:lnTo>
                    <a:pt x="686698" y="2034422"/>
                  </a:lnTo>
                  <a:lnTo>
                    <a:pt x="686885" y="2034290"/>
                  </a:lnTo>
                  <a:lnTo>
                    <a:pt x="687072" y="2033247"/>
                  </a:lnTo>
                  <a:lnTo>
                    <a:pt x="687258" y="2032235"/>
                  </a:lnTo>
                  <a:lnTo>
                    <a:pt x="687445" y="2031330"/>
                  </a:lnTo>
                  <a:lnTo>
                    <a:pt x="687632" y="2030613"/>
                  </a:lnTo>
                  <a:lnTo>
                    <a:pt x="687819" y="2029275"/>
                  </a:lnTo>
                  <a:lnTo>
                    <a:pt x="688006" y="2027584"/>
                  </a:lnTo>
                  <a:lnTo>
                    <a:pt x="688193" y="2026253"/>
                  </a:lnTo>
                  <a:lnTo>
                    <a:pt x="688380" y="2026905"/>
                  </a:lnTo>
                  <a:lnTo>
                    <a:pt x="688567" y="2026876"/>
                  </a:lnTo>
                  <a:lnTo>
                    <a:pt x="688754" y="2026964"/>
                  </a:lnTo>
                  <a:lnTo>
                    <a:pt x="688941" y="2026364"/>
                  </a:lnTo>
                  <a:lnTo>
                    <a:pt x="689128" y="2025953"/>
                  </a:lnTo>
                  <a:lnTo>
                    <a:pt x="689315" y="2025862"/>
                  </a:lnTo>
                  <a:lnTo>
                    <a:pt x="689502" y="2025633"/>
                  </a:lnTo>
                  <a:lnTo>
                    <a:pt x="689688" y="2023521"/>
                  </a:lnTo>
                  <a:lnTo>
                    <a:pt x="689875" y="2022758"/>
                  </a:lnTo>
                  <a:lnTo>
                    <a:pt x="690062" y="2023424"/>
                  </a:lnTo>
                  <a:lnTo>
                    <a:pt x="690249" y="2023749"/>
                  </a:lnTo>
                  <a:lnTo>
                    <a:pt x="690436" y="2023501"/>
                  </a:lnTo>
                  <a:lnTo>
                    <a:pt x="690623" y="2022145"/>
                  </a:lnTo>
                  <a:lnTo>
                    <a:pt x="690810" y="2020788"/>
                  </a:lnTo>
                  <a:lnTo>
                    <a:pt x="690997" y="2019055"/>
                  </a:lnTo>
                  <a:lnTo>
                    <a:pt x="691184" y="2016146"/>
                  </a:lnTo>
                  <a:lnTo>
                    <a:pt x="691371" y="2013268"/>
                  </a:lnTo>
                  <a:lnTo>
                    <a:pt x="691558" y="2009489"/>
                  </a:lnTo>
                  <a:lnTo>
                    <a:pt x="691745" y="2005906"/>
                  </a:lnTo>
                  <a:lnTo>
                    <a:pt x="691931" y="2001019"/>
                  </a:lnTo>
                  <a:lnTo>
                    <a:pt x="692118" y="1995442"/>
                  </a:lnTo>
                  <a:lnTo>
                    <a:pt x="692305" y="1989793"/>
                  </a:lnTo>
                  <a:lnTo>
                    <a:pt x="692492" y="1983950"/>
                  </a:lnTo>
                  <a:lnTo>
                    <a:pt x="692679" y="1978339"/>
                  </a:lnTo>
                  <a:lnTo>
                    <a:pt x="692866" y="1971558"/>
                  </a:lnTo>
                  <a:lnTo>
                    <a:pt x="693053" y="1965786"/>
                  </a:lnTo>
                  <a:lnTo>
                    <a:pt x="693240" y="1960469"/>
                  </a:lnTo>
                  <a:lnTo>
                    <a:pt x="693427" y="1955613"/>
                  </a:lnTo>
                  <a:lnTo>
                    <a:pt x="693614" y="1950892"/>
                  </a:lnTo>
                  <a:lnTo>
                    <a:pt x="693801" y="1946176"/>
                  </a:lnTo>
                  <a:lnTo>
                    <a:pt x="693988" y="1941144"/>
                  </a:lnTo>
                  <a:lnTo>
                    <a:pt x="694175" y="1936480"/>
                  </a:lnTo>
                  <a:lnTo>
                    <a:pt x="694361" y="1932381"/>
                  </a:lnTo>
                  <a:lnTo>
                    <a:pt x="694548" y="1928461"/>
                  </a:lnTo>
                  <a:lnTo>
                    <a:pt x="694735" y="1924320"/>
                  </a:lnTo>
                  <a:lnTo>
                    <a:pt x="694922" y="1921397"/>
                  </a:lnTo>
                  <a:lnTo>
                    <a:pt x="695109" y="1919268"/>
                  </a:lnTo>
                  <a:lnTo>
                    <a:pt x="695296" y="1917230"/>
                  </a:lnTo>
                  <a:lnTo>
                    <a:pt x="695483" y="1914482"/>
                  </a:lnTo>
                  <a:lnTo>
                    <a:pt x="695670" y="1912039"/>
                  </a:lnTo>
                  <a:lnTo>
                    <a:pt x="695857" y="1909184"/>
                  </a:lnTo>
                  <a:lnTo>
                    <a:pt x="696044" y="1906189"/>
                  </a:lnTo>
                  <a:lnTo>
                    <a:pt x="696231" y="1903020"/>
                  </a:lnTo>
                  <a:lnTo>
                    <a:pt x="696418" y="1899601"/>
                  </a:lnTo>
                  <a:lnTo>
                    <a:pt x="696604" y="1896953"/>
                  </a:lnTo>
                  <a:lnTo>
                    <a:pt x="696791" y="1894233"/>
                  </a:lnTo>
                  <a:lnTo>
                    <a:pt x="696978" y="1891560"/>
                  </a:lnTo>
                  <a:lnTo>
                    <a:pt x="697165" y="1888904"/>
                  </a:lnTo>
                  <a:lnTo>
                    <a:pt x="697352" y="1885746"/>
                  </a:lnTo>
                  <a:lnTo>
                    <a:pt x="697539" y="1882130"/>
                  </a:lnTo>
                  <a:lnTo>
                    <a:pt x="697726" y="1877991"/>
                  </a:lnTo>
                  <a:lnTo>
                    <a:pt x="697913" y="1873399"/>
                  </a:lnTo>
                  <a:lnTo>
                    <a:pt x="698100" y="1867456"/>
                  </a:lnTo>
                  <a:lnTo>
                    <a:pt x="698287" y="1861398"/>
                  </a:lnTo>
                  <a:lnTo>
                    <a:pt x="698474" y="1854130"/>
                  </a:lnTo>
                  <a:lnTo>
                    <a:pt x="698661" y="1847737"/>
                  </a:lnTo>
                  <a:lnTo>
                    <a:pt x="698848" y="1841481"/>
                  </a:lnTo>
                  <a:lnTo>
                    <a:pt x="699034" y="1835022"/>
                  </a:lnTo>
                  <a:lnTo>
                    <a:pt x="699221" y="1828998"/>
                  </a:lnTo>
                  <a:lnTo>
                    <a:pt x="699408" y="1822110"/>
                  </a:lnTo>
                  <a:lnTo>
                    <a:pt x="699595" y="1815189"/>
                  </a:lnTo>
                  <a:lnTo>
                    <a:pt x="699782" y="1807923"/>
                  </a:lnTo>
                  <a:lnTo>
                    <a:pt x="699969" y="1800906"/>
                  </a:lnTo>
                  <a:lnTo>
                    <a:pt x="700156" y="1795269"/>
                  </a:lnTo>
                  <a:lnTo>
                    <a:pt x="700343" y="1790861"/>
                  </a:lnTo>
                  <a:lnTo>
                    <a:pt x="700530" y="1786641"/>
                  </a:lnTo>
                  <a:lnTo>
                    <a:pt x="700717" y="1781667"/>
                  </a:lnTo>
                  <a:lnTo>
                    <a:pt x="700904" y="1776037"/>
                  </a:lnTo>
                  <a:lnTo>
                    <a:pt x="701091" y="1769241"/>
                  </a:lnTo>
                  <a:lnTo>
                    <a:pt x="701278" y="1762398"/>
                  </a:lnTo>
                  <a:lnTo>
                    <a:pt x="701464" y="1754690"/>
                  </a:lnTo>
                  <a:lnTo>
                    <a:pt x="701651" y="1745664"/>
                  </a:lnTo>
                  <a:lnTo>
                    <a:pt x="701838" y="1735680"/>
                  </a:lnTo>
                  <a:lnTo>
                    <a:pt x="702025" y="1727177"/>
                  </a:lnTo>
                  <a:lnTo>
                    <a:pt x="702212" y="1718385"/>
                  </a:lnTo>
                  <a:lnTo>
                    <a:pt x="702399" y="1711028"/>
                  </a:lnTo>
                  <a:lnTo>
                    <a:pt x="702586" y="1704082"/>
                  </a:lnTo>
                  <a:lnTo>
                    <a:pt x="702773" y="1697505"/>
                  </a:lnTo>
                  <a:lnTo>
                    <a:pt x="702960" y="1690359"/>
                  </a:lnTo>
                  <a:lnTo>
                    <a:pt x="703147" y="1683409"/>
                  </a:lnTo>
                  <a:lnTo>
                    <a:pt x="703334" y="1676774"/>
                  </a:lnTo>
                  <a:lnTo>
                    <a:pt x="703521" y="1670526"/>
                  </a:lnTo>
                  <a:lnTo>
                    <a:pt x="703707" y="1665128"/>
                  </a:lnTo>
                  <a:lnTo>
                    <a:pt x="703894" y="1660611"/>
                  </a:lnTo>
                  <a:lnTo>
                    <a:pt x="704081" y="1656413"/>
                  </a:lnTo>
                  <a:lnTo>
                    <a:pt x="704268" y="1652764"/>
                  </a:lnTo>
                  <a:lnTo>
                    <a:pt x="704455" y="1649767"/>
                  </a:lnTo>
                  <a:lnTo>
                    <a:pt x="704642" y="1647463"/>
                  </a:lnTo>
                  <a:lnTo>
                    <a:pt x="704829" y="1645431"/>
                  </a:lnTo>
                  <a:lnTo>
                    <a:pt x="705016" y="1643272"/>
                  </a:lnTo>
                  <a:lnTo>
                    <a:pt x="705203" y="1641361"/>
                  </a:lnTo>
                  <a:lnTo>
                    <a:pt x="705390" y="1639371"/>
                  </a:lnTo>
                  <a:lnTo>
                    <a:pt x="705577" y="1638800"/>
                  </a:lnTo>
                  <a:lnTo>
                    <a:pt x="705764" y="1638801"/>
                  </a:lnTo>
                  <a:lnTo>
                    <a:pt x="705951" y="1639487"/>
                  </a:lnTo>
                  <a:lnTo>
                    <a:pt x="706137" y="1639875"/>
                  </a:lnTo>
                  <a:lnTo>
                    <a:pt x="706324" y="1640311"/>
                  </a:lnTo>
                  <a:lnTo>
                    <a:pt x="706511" y="1640280"/>
                  </a:lnTo>
                  <a:lnTo>
                    <a:pt x="706698" y="1639968"/>
                  </a:lnTo>
                  <a:lnTo>
                    <a:pt x="706885" y="1639686"/>
                  </a:lnTo>
                  <a:lnTo>
                    <a:pt x="707072" y="1639493"/>
                  </a:lnTo>
                  <a:lnTo>
                    <a:pt x="707259" y="1639608"/>
                  </a:lnTo>
                  <a:lnTo>
                    <a:pt x="707446" y="1639174"/>
                  </a:lnTo>
                  <a:lnTo>
                    <a:pt x="707633" y="1638491"/>
                  </a:lnTo>
                  <a:lnTo>
                    <a:pt x="707820" y="1637605"/>
                  </a:lnTo>
                  <a:lnTo>
                    <a:pt x="708007" y="1636207"/>
                  </a:lnTo>
                  <a:lnTo>
                    <a:pt x="708194" y="1635022"/>
                  </a:lnTo>
                  <a:lnTo>
                    <a:pt x="708381" y="1633696"/>
                  </a:lnTo>
                  <a:lnTo>
                    <a:pt x="708567" y="1632264"/>
                  </a:lnTo>
                  <a:lnTo>
                    <a:pt x="708754" y="1630938"/>
                  </a:lnTo>
                  <a:lnTo>
                    <a:pt x="708941" y="1629812"/>
                  </a:lnTo>
                  <a:lnTo>
                    <a:pt x="709128" y="1628938"/>
                  </a:lnTo>
                  <a:lnTo>
                    <a:pt x="709315" y="1627989"/>
                  </a:lnTo>
                  <a:lnTo>
                    <a:pt x="709502" y="1627418"/>
                  </a:lnTo>
                  <a:lnTo>
                    <a:pt x="709689" y="1626883"/>
                  </a:lnTo>
                  <a:lnTo>
                    <a:pt x="709876" y="1626428"/>
                  </a:lnTo>
                  <a:lnTo>
                    <a:pt x="710063" y="1626079"/>
                  </a:lnTo>
                  <a:lnTo>
                    <a:pt x="710250" y="1625697"/>
                  </a:lnTo>
                  <a:lnTo>
                    <a:pt x="710437" y="1625571"/>
                  </a:lnTo>
                  <a:lnTo>
                    <a:pt x="710624" y="1625757"/>
                  </a:lnTo>
                  <a:lnTo>
                    <a:pt x="710810" y="1626038"/>
                  </a:lnTo>
                  <a:lnTo>
                    <a:pt x="710997" y="1626053"/>
                  </a:lnTo>
                  <a:lnTo>
                    <a:pt x="711184" y="1625990"/>
                  </a:lnTo>
                  <a:lnTo>
                    <a:pt x="711371" y="1625755"/>
                  </a:lnTo>
                  <a:lnTo>
                    <a:pt x="711558" y="1624801"/>
                  </a:lnTo>
                  <a:lnTo>
                    <a:pt x="711745" y="1625218"/>
                  </a:lnTo>
                  <a:lnTo>
                    <a:pt x="711932" y="1626018"/>
                  </a:lnTo>
                  <a:lnTo>
                    <a:pt x="712119" y="1627428"/>
                  </a:lnTo>
                  <a:lnTo>
                    <a:pt x="712306" y="1628568"/>
                  </a:lnTo>
                  <a:lnTo>
                    <a:pt x="712493" y="1628868"/>
                  </a:lnTo>
                  <a:lnTo>
                    <a:pt x="712680" y="1628297"/>
                  </a:lnTo>
                  <a:lnTo>
                    <a:pt x="712867" y="1626980"/>
                  </a:lnTo>
                  <a:lnTo>
                    <a:pt x="713054" y="1625935"/>
                  </a:lnTo>
                  <a:lnTo>
                    <a:pt x="713240" y="1624196"/>
                  </a:lnTo>
                  <a:lnTo>
                    <a:pt x="713427" y="1623995"/>
                  </a:lnTo>
                  <a:lnTo>
                    <a:pt x="713614" y="1624269"/>
                  </a:lnTo>
                  <a:lnTo>
                    <a:pt x="713801" y="1623467"/>
                  </a:lnTo>
                  <a:lnTo>
                    <a:pt x="713988" y="1622260"/>
                  </a:lnTo>
                  <a:lnTo>
                    <a:pt x="714175" y="1621422"/>
                  </a:lnTo>
                  <a:lnTo>
                    <a:pt x="714362" y="1620571"/>
                  </a:lnTo>
                  <a:lnTo>
                    <a:pt x="714549" y="1619497"/>
                  </a:lnTo>
                  <a:lnTo>
                    <a:pt x="714736" y="1618429"/>
                  </a:lnTo>
                  <a:lnTo>
                    <a:pt x="714923" y="1616993"/>
                  </a:lnTo>
                  <a:lnTo>
                    <a:pt x="715110" y="1615610"/>
                  </a:lnTo>
                  <a:lnTo>
                    <a:pt x="715297" y="1613976"/>
                  </a:lnTo>
                  <a:lnTo>
                    <a:pt x="715483" y="1612238"/>
                  </a:lnTo>
                  <a:lnTo>
                    <a:pt x="715670" y="1610618"/>
                  </a:lnTo>
                  <a:lnTo>
                    <a:pt x="715857" y="1609043"/>
                  </a:lnTo>
                  <a:lnTo>
                    <a:pt x="716044" y="1607817"/>
                  </a:lnTo>
                  <a:lnTo>
                    <a:pt x="716231" y="1606303"/>
                  </a:lnTo>
                  <a:lnTo>
                    <a:pt x="716418" y="1604667"/>
                  </a:lnTo>
                  <a:lnTo>
                    <a:pt x="716605" y="1604056"/>
                  </a:lnTo>
                  <a:lnTo>
                    <a:pt x="716792" y="1603673"/>
                  </a:lnTo>
                  <a:lnTo>
                    <a:pt x="716979" y="1602571"/>
                  </a:lnTo>
                  <a:lnTo>
                    <a:pt x="717166" y="1602071"/>
                  </a:lnTo>
                  <a:lnTo>
                    <a:pt x="717353" y="1602808"/>
                  </a:lnTo>
                  <a:lnTo>
                    <a:pt x="717540" y="1603683"/>
                  </a:lnTo>
                  <a:lnTo>
                    <a:pt x="717727" y="1605443"/>
                  </a:lnTo>
                  <a:lnTo>
                    <a:pt x="717913" y="1607987"/>
                  </a:lnTo>
                  <a:lnTo>
                    <a:pt x="718100" y="1610777"/>
                  </a:lnTo>
                  <a:lnTo>
                    <a:pt x="718287" y="1614110"/>
                  </a:lnTo>
                  <a:lnTo>
                    <a:pt x="718474" y="1617014"/>
                  </a:lnTo>
                  <a:lnTo>
                    <a:pt x="718661" y="1619900"/>
                  </a:lnTo>
                  <a:lnTo>
                    <a:pt x="718848" y="1623065"/>
                  </a:lnTo>
                  <a:lnTo>
                    <a:pt x="719035" y="1626619"/>
                  </a:lnTo>
                  <a:lnTo>
                    <a:pt x="719222" y="1629940"/>
                  </a:lnTo>
                  <a:lnTo>
                    <a:pt x="719409" y="1633635"/>
                  </a:lnTo>
                  <a:lnTo>
                    <a:pt x="719596" y="1637275"/>
                  </a:lnTo>
                  <a:lnTo>
                    <a:pt x="719783" y="1640654"/>
                  </a:lnTo>
                  <a:lnTo>
                    <a:pt x="719970" y="1644089"/>
                  </a:lnTo>
                  <a:lnTo>
                    <a:pt x="720157" y="1647296"/>
                  </a:lnTo>
                  <a:lnTo>
                    <a:pt x="720343" y="1650710"/>
                  </a:lnTo>
                  <a:lnTo>
                    <a:pt x="720530" y="1653590"/>
                  </a:lnTo>
                  <a:lnTo>
                    <a:pt x="720717" y="1656004"/>
                  </a:lnTo>
                  <a:lnTo>
                    <a:pt x="720904" y="1657929"/>
                  </a:lnTo>
                  <a:lnTo>
                    <a:pt x="721091" y="1659283"/>
                  </a:lnTo>
                  <a:lnTo>
                    <a:pt x="721278" y="1661219"/>
                  </a:lnTo>
                  <a:lnTo>
                    <a:pt x="721465" y="1663830"/>
                  </a:lnTo>
                  <a:lnTo>
                    <a:pt x="721652" y="1667473"/>
                  </a:lnTo>
                  <a:lnTo>
                    <a:pt x="721839" y="1671910"/>
                  </a:lnTo>
                  <a:lnTo>
                    <a:pt x="722026" y="1676379"/>
                  </a:lnTo>
                  <a:lnTo>
                    <a:pt x="722213" y="1681290"/>
                  </a:lnTo>
                  <a:lnTo>
                    <a:pt x="722400" y="1685763"/>
                  </a:lnTo>
                  <a:lnTo>
                    <a:pt x="722586" y="1689575"/>
                  </a:lnTo>
                  <a:lnTo>
                    <a:pt x="722773" y="1693056"/>
                  </a:lnTo>
                  <a:lnTo>
                    <a:pt x="722960" y="1697666"/>
                  </a:lnTo>
                  <a:lnTo>
                    <a:pt x="723147" y="1702252"/>
                  </a:lnTo>
                  <a:lnTo>
                    <a:pt x="723334" y="1706618"/>
                  </a:lnTo>
                  <a:lnTo>
                    <a:pt x="723521" y="1711937"/>
                  </a:lnTo>
                  <a:lnTo>
                    <a:pt x="723708" y="1717964"/>
                  </a:lnTo>
                  <a:lnTo>
                    <a:pt x="723895" y="1724537"/>
                  </a:lnTo>
                  <a:lnTo>
                    <a:pt x="724082" y="1729242"/>
                  </a:lnTo>
                  <a:lnTo>
                    <a:pt x="724269" y="1733167"/>
                  </a:lnTo>
                  <a:lnTo>
                    <a:pt x="724456" y="1736852"/>
                  </a:lnTo>
                  <a:lnTo>
                    <a:pt x="724643" y="1740538"/>
                  </a:lnTo>
                  <a:lnTo>
                    <a:pt x="724830" y="1744128"/>
                  </a:lnTo>
                  <a:lnTo>
                    <a:pt x="725016" y="1747580"/>
                  </a:lnTo>
                  <a:lnTo>
                    <a:pt x="725203" y="1751259"/>
                  </a:lnTo>
                  <a:lnTo>
                    <a:pt x="725390" y="1754589"/>
                  </a:lnTo>
                  <a:lnTo>
                    <a:pt x="725577" y="1757144"/>
                  </a:lnTo>
                  <a:lnTo>
                    <a:pt x="725764" y="1758064"/>
                  </a:lnTo>
                  <a:lnTo>
                    <a:pt x="725951" y="1759194"/>
                  </a:lnTo>
                  <a:lnTo>
                    <a:pt x="726138" y="1760167"/>
                  </a:lnTo>
                  <a:lnTo>
                    <a:pt x="726325" y="1761785"/>
                  </a:lnTo>
                  <a:lnTo>
                    <a:pt x="726512" y="1763609"/>
                  </a:lnTo>
                  <a:lnTo>
                    <a:pt x="726699" y="1765563"/>
                  </a:lnTo>
                  <a:lnTo>
                    <a:pt x="726886" y="1768152"/>
                  </a:lnTo>
                  <a:lnTo>
                    <a:pt x="727073" y="1772330"/>
                  </a:lnTo>
                  <a:lnTo>
                    <a:pt x="727259" y="1775708"/>
                  </a:lnTo>
                  <a:lnTo>
                    <a:pt x="727446" y="1777977"/>
                  </a:lnTo>
                  <a:lnTo>
                    <a:pt x="727633" y="1780378"/>
                  </a:lnTo>
                  <a:lnTo>
                    <a:pt x="727820" y="1783474"/>
                  </a:lnTo>
                  <a:lnTo>
                    <a:pt x="728007" y="1787274"/>
                  </a:lnTo>
                  <a:lnTo>
                    <a:pt x="728194" y="1791232"/>
                  </a:lnTo>
                  <a:lnTo>
                    <a:pt x="728381" y="1795375"/>
                  </a:lnTo>
                  <a:lnTo>
                    <a:pt x="728568" y="1799940"/>
                  </a:lnTo>
                  <a:lnTo>
                    <a:pt x="728755" y="1804945"/>
                  </a:lnTo>
                  <a:lnTo>
                    <a:pt x="728942" y="1810240"/>
                  </a:lnTo>
                  <a:lnTo>
                    <a:pt x="729129" y="1814292"/>
                  </a:lnTo>
                  <a:lnTo>
                    <a:pt x="729316" y="1818939"/>
                  </a:lnTo>
                  <a:lnTo>
                    <a:pt x="729503" y="1824064"/>
                  </a:lnTo>
                  <a:lnTo>
                    <a:pt x="729689" y="1829783"/>
                  </a:lnTo>
                  <a:lnTo>
                    <a:pt x="729876" y="1835996"/>
                  </a:lnTo>
                  <a:lnTo>
                    <a:pt x="730063" y="1841838"/>
                  </a:lnTo>
                  <a:lnTo>
                    <a:pt x="730250" y="1848839"/>
                  </a:lnTo>
                  <a:lnTo>
                    <a:pt x="730437" y="1854879"/>
                  </a:lnTo>
                  <a:lnTo>
                    <a:pt x="730624" y="1860572"/>
                  </a:lnTo>
                  <a:lnTo>
                    <a:pt x="730811" y="1866423"/>
                  </a:lnTo>
                  <a:lnTo>
                    <a:pt x="730998" y="1872752"/>
                  </a:lnTo>
                  <a:lnTo>
                    <a:pt x="731185" y="1879727"/>
                  </a:lnTo>
                  <a:lnTo>
                    <a:pt x="731372" y="1886887"/>
                  </a:lnTo>
                  <a:lnTo>
                    <a:pt x="731559" y="1894239"/>
                  </a:lnTo>
                  <a:lnTo>
                    <a:pt x="731746" y="1901992"/>
                  </a:lnTo>
                  <a:lnTo>
                    <a:pt x="731933" y="1910015"/>
                  </a:lnTo>
                  <a:lnTo>
                    <a:pt x="732119" y="1918227"/>
                  </a:lnTo>
                  <a:lnTo>
                    <a:pt x="732306" y="1925730"/>
                  </a:lnTo>
                  <a:lnTo>
                    <a:pt x="732493" y="1932430"/>
                  </a:lnTo>
                  <a:lnTo>
                    <a:pt x="732680" y="1938325"/>
                  </a:lnTo>
                  <a:lnTo>
                    <a:pt x="732867" y="1944751"/>
                  </a:lnTo>
                  <a:lnTo>
                    <a:pt x="733054" y="1949693"/>
                  </a:lnTo>
                  <a:lnTo>
                    <a:pt x="733241" y="1954722"/>
                  </a:lnTo>
                  <a:lnTo>
                    <a:pt x="733428" y="1959376"/>
                  </a:lnTo>
                  <a:lnTo>
                    <a:pt x="733615" y="1963551"/>
                  </a:lnTo>
                  <a:lnTo>
                    <a:pt x="733802" y="1968045"/>
                  </a:lnTo>
                  <a:lnTo>
                    <a:pt x="733989" y="1971560"/>
                  </a:lnTo>
                  <a:lnTo>
                    <a:pt x="734176" y="1974691"/>
                  </a:lnTo>
                  <a:lnTo>
                    <a:pt x="734362" y="1976672"/>
                  </a:lnTo>
                  <a:lnTo>
                    <a:pt x="734549" y="1978436"/>
                  </a:lnTo>
                  <a:lnTo>
                    <a:pt x="734736" y="1981068"/>
                  </a:lnTo>
                  <a:lnTo>
                    <a:pt x="734923" y="1984084"/>
                  </a:lnTo>
                  <a:lnTo>
                    <a:pt x="735110" y="1987351"/>
                  </a:lnTo>
                  <a:lnTo>
                    <a:pt x="735297" y="1990423"/>
                  </a:lnTo>
                  <a:lnTo>
                    <a:pt x="735484" y="1994669"/>
                  </a:lnTo>
                  <a:lnTo>
                    <a:pt x="735671" y="1997956"/>
                  </a:lnTo>
                  <a:lnTo>
                    <a:pt x="735858" y="2002505"/>
                  </a:lnTo>
                  <a:lnTo>
                    <a:pt x="736045" y="2006722"/>
                  </a:lnTo>
                  <a:lnTo>
                    <a:pt x="736232" y="2011335"/>
                  </a:lnTo>
                  <a:lnTo>
                    <a:pt x="736419" y="2016271"/>
                  </a:lnTo>
                  <a:lnTo>
                    <a:pt x="736606" y="2020128"/>
                  </a:lnTo>
                  <a:lnTo>
                    <a:pt x="736792" y="2025409"/>
                  </a:lnTo>
                  <a:lnTo>
                    <a:pt x="736979" y="2031187"/>
                  </a:lnTo>
                  <a:lnTo>
                    <a:pt x="737166" y="2037541"/>
                  </a:lnTo>
                  <a:lnTo>
                    <a:pt x="737353" y="2043768"/>
                  </a:lnTo>
                  <a:lnTo>
                    <a:pt x="737540" y="2048651"/>
                  </a:lnTo>
                  <a:lnTo>
                    <a:pt x="737727" y="2052710"/>
                  </a:lnTo>
                  <a:lnTo>
                    <a:pt x="737914" y="2056158"/>
                  </a:lnTo>
                  <a:lnTo>
                    <a:pt x="738101" y="2060442"/>
                  </a:lnTo>
                  <a:lnTo>
                    <a:pt x="738288" y="2065640"/>
                  </a:lnTo>
                  <a:lnTo>
                    <a:pt x="738475" y="2072395"/>
                  </a:lnTo>
                  <a:lnTo>
                    <a:pt x="738662" y="2079793"/>
                  </a:lnTo>
                  <a:lnTo>
                    <a:pt x="738849" y="2088087"/>
                  </a:lnTo>
                  <a:lnTo>
                    <a:pt x="739036" y="2097824"/>
                  </a:lnTo>
                  <a:lnTo>
                    <a:pt x="739222" y="2108397"/>
                  </a:lnTo>
                  <a:lnTo>
                    <a:pt x="739409" y="2117514"/>
                  </a:lnTo>
                  <a:lnTo>
                    <a:pt x="739596" y="2127064"/>
                  </a:lnTo>
                  <a:lnTo>
                    <a:pt x="739783" y="2134737"/>
                  </a:lnTo>
                  <a:lnTo>
                    <a:pt x="739970" y="2141953"/>
                  </a:lnTo>
                  <a:lnTo>
                    <a:pt x="740157" y="2148725"/>
                  </a:lnTo>
                  <a:lnTo>
                    <a:pt x="740344" y="2155893"/>
                  </a:lnTo>
                  <a:lnTo>
                    <a:pt x="740531" y="2162745"/>
                  </a:lnTo>
                  <a:lnTo>
                    <a:pt x="740718" y="2169115"/>
                  </a:lnTo>
                  <a:lnTo>
                    <a:pt x="740905" y="2174826"/>
                  </a:lnTo>
                  <a:lnTo>
                    <a:pt x="741092" y="2179723"/>
                  </a:lnTo>
                  <a:lnTo>
                    <a:pt x="741279" y="2184054"/>
                  </a:lnTo>
                  <a:lnTo>
                    <a:pt x="741465" y="2187953"/>
                  </a:lnTo>
                  <a:lnTo>
                    <a:pt x="741652" y="2191451"/>
                  </a:lnTo>
                  <a:lnTo>
                    <a:pt x="741839" y="2194166"/>
                  </a:lnTo>
                  <a:lnTo>
                    <a:pt x="742026" y="2196423"/>
                  </a:lnTo>
                  <a:lnTo>
                    <a:pt x="742213" y="2198256"/>
                  </a:lnTo>
                  <a:lnTo>
                    <a:pt x="742400" y="2199819"/>
                  </a:lnTo>
                  <a:lnTo>
                    <a:pt x="742587" y="2201506"/>
                  </a:lnTo>
                  <a:lnTo>
                    <a:pt x="742774" y="2203341"/>
                  </a:lnTo>
                  <a:lnTo>
                    <a:pt x="742961" y="2204285"/>
                  </a:lnTo>
                  <a:lnTo>
                    <a:pt x="743148" y="2204966"/>
                  </a:lnTo>
                  <a:lnTo>
                    <a:pt x="743335" y="2204995"/>
                  </a:lnTo>
                  <a:lnTo>
                    <a:pt x="743522" y="2205523"/>
                  </a:lnTo>
                  <a:lnTo>
                    <a:pt x="743709" y="2206164"/>
                  </a:lnTo>
                  <a:lnTo>
                    <a:pt x="743895" y="2206731"/>
                  </a:lnTo>
                  <a:lnTo>
                    <a:pt x="744082" y="2207646"/>
                  </a:lnTo>
                  <a:lnTo>
                    <a:pt x="744269" y="2208137"/>
                  </a:lnTo>
                  <a:lnTo>
                    <a:pt x="744456" y="2208187"/>
                  </a:lnTo>
                  <a:lnTo>
                    <a:pt x="744643" y="2207944"/>
                  </a:lnTo>
                  <a:lnTo>
                    <a:pt x="744830" y="2207638"/>
                  </a:lnTo>
                  <a:lnTo>
                    <a:pt x="745017" y="2207736"/>
                  </a:lnTo>
                  <a:lnTo>
                    <a:pt x="745204" y="2207924"/>
                  </a:lnTo>
                  <a:lnTo>
                    <a:pt x="745391" y="2208194"/>
                  </a:lnTo>
                  <a:lnTo>
                    <a:pt x="745578" y="2208382"/>
                  </a:lnTo>
                  <a:lnTo>
                    <a:pt x="745765" y="2208578"/>
                  </a:lnTo>
                  <a:lnTo>
                    <a:pt x="745952" y="2208869"/>
                  </a:lnTo>
                  <a:lnTo>
                    <a:pt x="746138" y="2209162"/>
                  </a:lnTo>
                  <a:lnTo>
                    <a:pt x="746325" y="2209234"/>
                  </a:lnTo>
                  <a:lnTo>
                    <a:pt x="746512" y="2208979"/>
                  </a:lnTo>
                  <a:lnTo>
                    <a:pt x="746699" y="2209889"/>
                  </a:lnTo>
                  <a:lnTo>
                    <a:pt x="746886" y="2210844"/>
                  </a:lnTo>
                  <a:lnTo>
                    <a:pt x="747073" y="2212333"/>
                  </a:lnTo>
                  <a:lnTo>
                    <a:pt x="747260" y="2214053"/>
                  </a:lnTo>
                  <a:lnTo>
                    <a:pt x="747447" y="2215715"/>
                  </a:lnTo>
                  <a:lnTo>
                    <a:pt x="747634" y="2217214"/>
                  </a:lnTo>
                  <a:lnTo>
                    <a:pt x="747821" y="2218459"/>
                  </a:lnTo>
                  <a:lnTo>
                    <a:pt x="748008" y="2219247"/>
                  </a:lnTo>
                  <a:lnTo>
                    <a:pt x="748195" y="2220085"/>
                  </a:lnTo>
                  <a:lnTo>
                    <a:pt x="748382" y="2221407"/>
                  </a:lnTo>
                  <a:lnTo>
                    <a:pt x="748568" y="2223201"/>
                  </a:lnTo>
                  <a:lnTo>
                    <a:pt x="748755" y="2225412"/>
                  </a:lnTo>
                  <a:lnTo>
                    <a:pt x="748942" y="2228441"/>
                  </a:lnTo>
                  <a:lnTo>
                    <a:pt x="749129" y="2231484"/>
                  </a:lnTo>
                  <a:lnTo>
                    <a:pt x="749316" y="2234741"/>
                  </a:lnTo>
                  <a:lnTo>
                    <a:pt x="749503" y="2237939"/>
                  </a:lnTo>
                  <a:lnTo>
                    <a:pt x="749690" y="2241118"/>
                  </a:lnTo>
                  <a:lnTo>
                    <a:pt x="749877" y="2244507"/>
                  </a:lnTo>
                  <a:lnTo>
                    <a:pt x="750064" y="2248267"/>
                  </a:lnTo>
                  <a:lnTo>
                    <a:pt x="750251" y="2252694"/>
                  </a:lnTo>
                  <a:lnTo>
                    <a:pt x="750438" y="2257104"/>
                  </a:lnTo>
                  <a:lnTo>
                    <a:pt x="750625" y="2261815"/>
                  </a:lnTo>
                  <a:lnTo>
                    <a:pt x="750812" y="2265315"/>
                  </a:lnTo>
                  <a:lnTo>
                    <a:pt x="750998" y="2268110"/>
                  </a:lnTo>
                  <a:lnTo>
                    <a:pt x="751185" y="2271133"/>
                  </a:lnTo>
                  <a:lnTo>
                    <a:pt x="751372" y="2274199"/>
                  </a:lnTo>
                  <a:lnTo>
                    <a:pt x="751559" y="2276779"/>
                  </a:lnTo>
                  <a:lnTo>
                    <a:pt x="751746" y="2279057"/>
                  </a:lnTo>
                  <a:lnTo>
                    <a:pt x="751933" y="2281545"/>
                  </a:lnTo>
                  <a:lnTo>
                    <a:pt x="752120" y="2284130"/>
                  </a:lnTo>
                  <a:lnTo>
                    <a:pt x="752307" y="2286927"/>
                  </a:lnTo>
                  <a:lnTo>
                    <a:pt x="752494" y="2289969"/>
                  </a:lnTo>
                  <a:lnTo>
                    <a:pt x="752681" y="2293219"/>
                  </a:lnTo>
                  <a:lnTo>
                    <a:pt x="752868" y="2296404"/>
                  </a:lnTo>
                  <a:lnTo>
                    <a:pt x="753055" y="2299500"/>
                  </a:lnTo>
                  <a:lnTo>
                    <a:pt x="753241" y="2302329"/>
                  </a:lnTo>
                  <a:lnTo>
                    <a:pt x="753428" y="2305055"/>
                  </a:lnTo>
                  <a:lnTo>
                    <a:pt x="753615" y="2307846"/>
                  </a:lnTo>
                  <a:lnTo>
                    <a:pt x="753802" y="2311257"/>
                  </a:lnTo>
                  <a:lnTo>
                    <a:pt x="753989" y="2313946"/>
                  </a:lnTo>
                  <a:lnTo>
                    <a:pt x="754176" y="2316683"/>
                  </a:lnTo>
                  <a:lnTo>
                    <a:pt x="754363" y="2320676"/>
                  </a:lnTo>
                  <a:lnTo>
                    <a:pt x="754550" y="2324271"/>
                  </a:lnTo>
                  <a:lnTo>
                    <a:pt x="754737" y="2327418"/>
                  </a:lnTo>
                  <a:lnTo>
                    <a:pt x="754924" y="2330872"/>
                  </a:lnTo>
                  <a:lnTo>
                    <a:pt x="755111" y="2334318"/>
                  </a:lnTo>
                  <a:lnTo>
                    <a:pt x="755298" y="2337554"/>
                  </a:lnTo>
                  <a:lnTo>
                    <a:pt x="755485" y="2340514"/>
                  </a:lnTo>
                  <a:lnTo>
                    <a:pt x="755671" y="2343167"/>
                  </a:lnTo>
                  <a:lnTo>
                    <a:pt x="755858" y="2345645"/>
                  </a:lnTo>
                  <a:lnTo>
                    <a:pt x="756045" y="2347660"/>
                  </a:lnTo>
                  <a:lnTo>
                    <a:pt x="756232" y="2348893"/>
                  </a:lnTo>
                  <a:lnTo>
                    <a:pt x="756419" y="2349807"/>
                  </a:lnTo>
                  <a:lnTo>
                    <a:pt x="756606" y="2350916"/>
                  </a:lnTo>
                  <a:lnTo>
                    <a:pt x="756793" y="2352439"/>
                  </a:lnTo>
                  <a:lnTo>
                    <a:pt x="756980" y="2354145"/>
                  </a:lnTo>
                  <a:lnTo>
                    <a:pt x="757167" y="2356353"/>
                  </a:lnTo>
                  <a:lnTo>
                    <a:pt x="757354" y="2358420"/>
                  </a:lnTo>
                  <a:lnTo>
                    <a:pt x="757541" y="2360299"/>
                  </a:lnTo>
                  <a:lnTo>
                    <a:pt x="757728" y="2361811"/>
                  </a:lnTo>
                  <a:lnTo>
                    <a:pt x="757915" y="2363198"/>
                  </a:lnTo>
                  <a:lnTo>
                    <a:pt x="758101" y="2364668"/>
                  </a:lnTo>
                  <a:lnTo>
                    <a:pt x="758288" y="2366182"/>
                  </a:lnTo>
                  <a:lnTo>
                    <a:pt x="758475" y="2368144"/>
                  </a:lnTo>
                  <a:lnTo>
                    <a:pt x="758662" y="2370299"/>
                  </a:lnTo>
                  <a:lnTo>
                    <a:pt x="758849" y="2372628"/>
                  </a:lnTo>
                  <a:lnTo>
                    <a:pt x="759036" y="2375399"/>
                  </a:lnTo>
                  <a:lnTo>
                    <a:pt x="759223" y="2378091"/>
                  </a:lnTo>
                  <a:lnTo>
                    <a:pt x="759410" y="2380558"/>
                  </a:lnTo>
                  <a:lnTo>
                    <a:pt x="759597" y="2382981"/>
                  </a:lnTo>
                  <a:lnTo>
                    <a:pt x="759784" y="2385028"/>
                  </a:lnTo>
                  <a:lnTo>
                    <a:pt x="759971" y="2386982"/>
                  </a:lnTo>
                  <a:lnTo>
                    <a:pt x="760158" y="2389075"/>
                  </a:lnTo>
                  <a:lnTo>
                    <a:pt x="760344" y="2391123"/>
                  </a:lnTo>
                  <a:lnTo>
                    <a:pt x="760531" y="2393318"/>
                  </a:lnTo>
                  <a:lnTo>
                    <a:pt x="760718" y="2395916"/>
                  </a:lnTo>
                  <a:lnTo>
                    <a:pt x="760905" y="2398672"/>
                  </a:lnTo>
                  <a:lnTo>
                    <a:pt x="761092" y="2400956"/>
                  </a:lnTo>
                  <a:lnTo>
                    <a:pt x="761279" y="2402814"/>
                  </a:lnTo>
                  <a:lnTo>
                    <a:pt x="761466" y="2404805"/>
                  </a:lnTo>
                  <a:lnTo>
                    <a:pt x="761653" y="2407228"/>
                  </a:lnTo>
                  <a:lnTo>
                    <a:pt x="761840" y="2409841"/>
                  </a:lnTo>
                  <a:lnTo>
                    <a:pt x="762027" y="2412792"/>
                  </a:lnTo>
                  <a:lnTo>
                    <a:pt x="762214" y="2415953"/>
                  </a:lnTo>
                  <a:lnTo>
                    <a:pt x="762401" y="2419607"/>
                  </a:lnTo>
                  <a:lnTo>
                    <a:pt x="762588" y="2423437"/>
                  </a:lnTo>
                  <a:lnTo>
                    <a:pt x="762774" y="2427495"/>
                  </a:lnTo>
                  <a:lnTo>
                    <a:pt x="762961" y="2431743"/>
                  </a:lnTo>
                  <a:lnTo>
                    <a:pt x="763148" y="2436158"/>
                  </a:lnTo>
                  <a:lnTo>
                    <a:pt x="763335" y="2440629"/>
                  </a:lnTo>
                  <a:lnTo>
                    <a:pt x="763522" y="2445080"/>
                  </a:lnTo>
                  <a:lnTo>
                    <a:pt x="763709" y="2449205"/>
                  </a:lnTo>
                  <a:lnTo>
                    <a:pt x="763896" y="2453269"/>
                  </a:lnTo>
                  <a:lnTo>
                    <a:pt x="764083" y="2457491"/>
                  </a:lnTo>
                  <a:lnTo>
                    <a:pt x="764270" y="2461818"/>
                  </a:lnTo>
                  <a:lnTo>
                    <a:pt x="764457" y="2466014"/>
                  </a:lnTo>
                  <a:lnTo>
                    <a:pt x="764644" y="2470060"/>
                  </a:lnTo>
                  <a:lnTo>
                    <a:pt x="764831" y="2474282"/>
                  </a:lnTo>
                  <a:lnTo>
                    <a:pt x="765017" y="2478460"/>
                  </a:lnTo>
                  <a:lnTo>
                    <a:pt x="765204" y="2482286"/>
                  </a:lnTo>
                  <a:lnTo>
                    <a:pt x="765391" y="2486139"/>
                  </a:lnTo>
                  <a:lnTo>
                    <a:pt x="765578" y="2489912"/>
                  </a:lnTo>
                  <a:lnTo>
                    <a:pt x="765765" y="2493404"/>
                  </a:lnTo>
                  <a:lnTo>
                    <a:pt x="765952" y="2497178"/>
                  </a:lnTo>
                  <a:lnTo>
                    <a:pt x="766139" y="2501065"/>
                  </a:lnTo>
                  <a:lnTo>
                    <a:pt x="766326" y="2505358"/>
                  </a:lnTo>
                  <a:lnTo>
                    <a:pt x="766513" y="2509896"/>
                  </a:lnTo>
                  <a:lnTo>
                    <a:pt x="766700" y="2514576"/>
                  </a:lnTo>
                  <a:lnTo>
                    <a:pt x="766887" y="2519325"/>
                  </a:lnTo>
                  <a:lnTo>
                    <a:pt x="767074" y="2523023"/>
                  </a:lnTo>
                  <a:lnTo>
                    <a:pt x="767261" y="2526578"/>
                  </a:lnTo>
                  <a:lnTo>
                    <a:pt x="767447" y="2530182"/>
                  </a:lnTo>
                  <a:lnTo>
                    <a:pt x="767634" y="2533453"/>
                  </a:lnTo>
                  <a:lnTo>
                    <a:pt x="767821" y="2536975"/>
                  </a:lnTo>
                  <a:lnTo>
                    <a:pt x="768008" y="2540439"/>
                  </a:lnTo>
                  <a:lnTo>
                    <a:pt x="768195" y="2543253"/>
                  </a:lnTo>
                  <a:lnTo>
                    <a:pt x="768382" y="2545594"/>
                  </a:lnTo>
                  <a:lnTo>
                    <a:pt x="768569" y="2547511"/>
                  </a:lnTo>
                  <a:lnTo>
                    <a:pt x="768756" y="2549613"/>
                  </a:lnTo>
                  <a:lnTo>
                    <a:pt x="768943" y="2551518"/>
                  </a:lnTo>
                  <a:lnTo>
                    <a:pt x="769130" y="2553031"/>
                  </a:lnTo>
                  <a:lnTo>
                    <a:pt x="769317" y="2554415"/>
                  </a:lnTo>
                  <a:lnTo>
                    <a:pt x="769504" y="2555968"/>
                  </a:lnTo>
                  <a:lnTo>
                    <a:pt x="769691" y="2557321"/>
                  </a:lnTo>
                  <a:lnTo>
                    <a:pt x="769877" y="2558712"/>
                  </a:lnTo>
                  <a:lnTo>
                    <a:pt x="770064" y="2560112"/>
                  </a:lnTo>
                  <a:lnTo>
                    <a:pt x="770251" y="2561444"/>
                  </a:lnTo>
                  <a:lnTo>
                    <a:pt x="770438" y="2563072"/>
                  </a:lnTo>
                  <a:lnTo>
                    <a:pt x="770625" y="2564565"/>
                  </a:lnTo>
                  <a:lnTo>
                    <a:pt x="770812" y="2566302"/>
                  </a:lnTo>
                  <a:lnTo>
                    <a:pt x="770999" y="2568621"/>
                  </a:lnTo>
                  <a:lnTo>
                    <a:pt x="771186" y="2571067"/>
                  </a:lnTo>
                  <a:lnTo>
                    <a:pt x="771373" y="2573838"/>
                  </a:lnTo>
                  <a:lnTo>
                    <a:pt x="771560" y="2576928"/>
                  </a:lnTo>
                  <a:lnTo>
                    <a:pt x="771747" y="2581051"/>
                  </a:lnTo>
                  <a:lnTo>
                    <a:pt x="771934" y="2585169"/>
                  </a:lnTo>
                  <a:lnTo>
                    <a:pt x="772120" y="2588742"/>
                  </a:lnTo>
                  <a:lnTo>
                    <a:pt x="772307" y="2592372"/>
                  </a:lnTo>
                  <a:lnTo>
                    <a:pt x="772494" y="2596296"/>
                  </a:lnTo>
                  <a:lnTo>
                    <a:pt x="772681" y="2600458"/>
                  </a:lnTo>
                  <a:lnTo>
                    <a:pt x="772868" y="2604697"/>
                  </a:lnTo>
                  <a:lnTo>
                    <a:pt x="773055" y="2609949"/>
                  </a:lnTo>
                  <a:lnTo>
                    <a:pt x="773242" y="2615143"/>
                  </a:lnTo>
                  <a:lnTo>
                    <a:pt x="773429" y="2619853"/>
                  </a:lnTo>
                  <a:lnTo>
                    <a:pt x="773616" y="2623756"/>
                  </a:lnTo>
                  <a:lnTo>
                    <a:pt x="773803" y="2627198"/>
                  </a:lnTo>
                  <a:lnTo>
                    <a:pt x="773990" y="2631023"/>
                  </a:lnTo>
                  <a:lnTo>
                    <a:pt x="774177" y="2634220"/>
                  </a:lnTo>
                  <a:lnTo>
                    <a:pt x="774364" y="2636624"/>
                  </a:lnTo>
                  <a:lnTo>
                    <a:pt x="774550" y="2638543"/>
                  </a:lnTo>
                  <a:lnTo>
                    <a:pt x="774737" y="2640158"/>
                  </a:lnTo>
                  <a:lnTo>
                    <a:pt x="774924" y="2641438"/>
                  </a:lnTo>
                  <a:lnTo>
                    <a:pt x="775111" y="2642047"/>
                  </a:lnTo>
                  <a:lnTo>
                    <a:pt x="775298" y="2642966"/>
                  </a:lnTo>
                  <a:lnTo>
                    <a:pt x="775485" y="2643186"/>
                  </a:lnTo>
                  <a:lnTo>
                    <a:pt x="775672" y="2643051"/>
                  </a:lnTo>
                  <a:lnTo>
                    <a:pt x="775859" y="2642239"/>
                  </a:lnTo>
                  <a:lnTo>
                    <a:pt x="776046" y="2641210"/>
                  </a:lnTo>
                  <a:lnTo>
                    <a:pt x="776233" y="2640200"/>
                  </a:lnTo>
                  <a:lnTo>
                    <a:pt x="776420" y="2639208"/>
                  </a:lnTo>
                  <a:lnTo>
                    <a:pt x="776607" y="2638393"/>
                  </a:lnTo>
                  <a:lnTo>
                    <a:pt x="776794" y="2637810"/>
                  </a:lnTo>
                  <a:lnTo>
                    <a:pt x="776980" y="2637199"/>
                  </a:lnTo>
                  <a:lnTo>
                    <a:pt x="777167" y="2636970"/>
                  </a:lnTo>
                  <a:lnTo>
                    <a:pt x="777354" y="2636966"/>
                  </a:lnTo>
                  <a:lnTo>
                    <a:pt x="777541" y="2637128"/>
                  </a:lnTo>
                  <a:lnTo>
                    <a:pt x="777728" y="2637349"/>
                  </a:lnTo>
                  <a:lnTo>
                    <a:pt x="777915" y="2637794"/>
                  </a:lnTo>
                  <a:lnTo>
                    <a:pt x="778102" y="2637974"/>
                  </a:lnTo>
                  <a:lnTo>
                    <a:pt x="778289" y="2638260"/>
                  </a:lnTo>
                  <a:lnTo>
                    <a:pt x="778476" y="2638476"/>
                  </a:lnTo>
                  <a:lnTo>
                    <a:pt x="778663" y="2638447"/>
                  </a:lnTo>
                  <a:lnTo>
                    <a:pt x="778850" y="2638286"/>
                  </a:lnTo>
                  <a:lnTo>
                    <a:pt x="779037" y="2638124"/>
                  </a:lnTo>
                  <a:lnTo>
                    <a:pt x="779223" y="2638193"/>
                  </a:lnTo>
                  <a:lnTo>
                    <a:pt x="779410" y="2638050"/>
                  </a:lnTo>
                  <a:lnTo>
                    <a:pt x="779597" y="2637802"/>
                  </a:lnTo>
                  <a:lnTo>
                    <a:pt x="779784" y="2637644"/>
                  </a:lnTo>
                  <a:lnTo>
                    <a:pt x="779971" y="2637371"/>
                  </a:lnTo>
                  <a:lnTo>
                    <a:pt x="780158" y="2636882"/>
                  </a:lnTo>
                  <a:lnTo>
                    <a:pt x="780345" y="2636311"/>
                  </a:lnTo>
                  <a:lnTo>
                    <a:pt x="780532" y="2635633"/>
                  </a:lnTo>
                  <a:lnTo>
                    <a:pt x="780719" y="2635078"/>
                  </a:lnTo>
                  <a:lnTo>
                    <a:pt x="780906" y="2634434"/>
                  </a:lnTo>
                  <a:lnTo>
                    <a:pt x="781093" y="2633857"/>
                  </a:lnTo>
                  <a:lnTo>
                    <a:pt x="781280" y="2633406"/>
                  </a:lnTo>
                  <a:lnTo>
                    <a:pt x="781467" y="2632797"/>
                  </a:lnTo>
                  <a:lnTo>
                    <a:pt x="781653" y="2632772"/>
                  </a:lnTo>
                  <a:lnTo>
                    <a:pt x="781840" y="2633011"/>
                  </a:lnTo>
                  <a:lnTo>
                    <a:pt x="782027" y="2633421"/>
                  </a:lnTo>
                  <a:lnTo>
                    <a:pt x="782214" y="2633724"/>
                  </a:lnTo>
                  <a:lnTo>
                    <a:pt x="782401" y="2634177"/>
                  </a:lnTo>
                  <a:lnTo>
                    <a:pt x="782588" y="2634805"/>
                  </a:lnTo>
                  <a:lnTo>
                    <a:pt x="782775" y="2635507"/>
                  </a:lnTo>
                  <a:lnTo>
                    <a:pt x="782962" y="2636618"/>
                  </a:lnTo>
                  <a:lnTo>
                    <a:pt x="783149" y="2637949"/>
                  </a:lnTo>
                  <a:lnTo>
                    <a:pt x="783336" y="2639292"/>
                  </a:lnTo>
                  <a:lnTo>
                    <a:pt x="783523" y="2640754"/>
                  </a:lnTo>
                  <a:lnTo>
                    <a:pt x="783710" y="2642499"/>
                  </a:lnTo>
                  <a:lnTo>
                    <a:pt x="783896" y="2644735"/>
                  </a:lnTo>
                  <a:lnTo>
                    <a:pt x="784083" y="2646433"/>
                  </a:lnTo>
                  <a:lnTo>
                    <a:pt x="784270" y="2647957"/>
                  </a:lnTo>
                  <a:lnTo>
                    <a:pt x="784457" y="2649174"/>
                  </a:lnTo>
                  <a:lnTo>
                    <a:pt x="784644" y="2650093"/>
                  </a:lnTo>
                  <a:lnTo>
                    <a:pt x="784831" y="2651070"/>
                  </a:lnTo>
                  <a:lnTo>
                    <a:pt x="785018" y="2652148"/>
                  </a:lnTo>
                  <a:lnTo>
                    <a:pt x="785205" y="2653190"/>
                  </a:lnTo>
                  <a:lnTo>
                    <a:pt x="785392" y="2654261"/>
                  </a:lnTo>
                  <a:lnTo>
                    <a:pt x="785579" y="2655016"/>
                  </a:lnTo>
                  <a:lnTo>
                    <a:pt x="785766" y="2655718"/>
                  </a:lnTo>
                  <a:lnTo>
                    <a:pt x="785953" y="2656284"/>
                  </a:lnTo>
                  <a:lnTo>
                    <a:pt x="786140" y="2656686"/>
                  </a:lnTo>
                  <a:lnTo>
                    <a:pt x="786326" y="2656799"/>
                  </a:lnTo>
                  <a:lnTo>
                    <a:pt x="786513" y="2656674"/>
                  </a:lnTo>
                  <a:lnTo>
                    <a:pt x="786700" y="2656241"/>
                  </a:lnTo>
                  <a:lnTo>
                    <a:pt x="786887" y="2655450"/>
                  </a:lnTo>
                  <a:lnTo>
                    <a:pt x="787074" y="2654777"/>
                  </a:lnTo>
                  <a:lnTo>
                    <a:pt x="787261" y="2653990"/>
                  </a:lnTo>
                  <a:lnTo>
                    <a:pt x="787448" y="2653112"/>
                  </a:lnTo>
                  <a:lnTo>
                    <a:pt x="787635" y="2651706"/>
                  </a:lnTo>
                  <a:lnTo>
                    <a:pt x="787822" y="2650147"/>
                  </a:lnTo>
                  <a:lnTo>
                    <a:pt x="788009" y="2648998"/>
                  </a:lnTo>
                  <a:lnTo>
                    <a:pt x="788196" y="2647736"/>
                  </a:lnTo>
                  <a:lnTo>
                    <a:pt x="788383" y="2646888"/>
                  </a:lnTo>
                  <a:lnTo>
                    <a:pt x="788570" y="2645674"/>
                  </a:lnTo>
                  <a:lnTo>
                    <a:pt x="788756" y="2644720"/>
                  </a:lnTo>
                  <a:lnTo>
                    <a:pt x="788943" y="2643629"/>
                  </a:lnTo>
                  <a:lnTo>
                    <a:pt x="789130" y="2642646"/>
                  </a:lnTo>
                  <a:lnTo>
                    <a:pt x="789317" y="2641510"/>
                  </a:lnTo>
                  <a:lnTo>
                    <a:pt x="789504" y="2640669"/>
                  </a:lnTo>
                  <a:lnTo>
                    <a:pt x="789691" y="2640118"/>
                  </a:lnTo>
                  <a:lnTo>
                    <a:pt x="789878" y="2639440"/>
                  </a:lnTo>
                  <a:lnTo>
                    <a:pt x="790065" y="2638765"/>
                  </a:lnTo>
                  <a:lnTo>
                    <a:pt x="790252" y="2638242"/>
                  </a:lnTo>
                  <a:lnTo>
                    <a:pt x="790439" y="2637636"/>
                  </a:lnTo>
                  <a:lnTo>
                    <a:pt x="790626" y="2636929"/>
                  </a:lnTo>
                  <a:lnTo>
                    <a:pt x="790813" y="2636124"/>
                  </a:lnTo>
                  <a:lnTo>
                    <a:pt x="790999" y="2635300"/>
                  </a:lnTo>
                  <a:lnTo>
                    <a:pt x="791186" y="2634487"/>
                  </a:lnTo>
                  <a:lnTo>
                    <a:pt x="791373" y="2634010"/>
                  </a:lnTo>
                  <a:lnTo>
                    <a:pt x="791560" y="2633433"/>
                  </a:lnTo>
                  <a:lnTo>
                    <a:pt x="791747" y="2633080"/>
                  </a:lnTo>
                  <a:lnTo>
                    <a:pt x="791934" y="2633044"/>
                  </a:lnTo>
                  <a:lnTo>
                    <a:pt x="792121" y="2633217"/>
                  </a:lnTo>
                  <a:lnTo>
                    <a:pt x="792308" y="2633505"/>
                  </a:lnTo>
                  <a:lnTo>
                    <a:pt x="792495" y="2633794"/>
                  </a:lnTo>
                  <a:lnTo>
                    <a:pt x="792682" y="2634061"/>
                  </a:lnTo>
                  <a:lnTo>
                    <a:pt x="792869" y="2634379"/>
                  </a:lnTo>
                  <a:lnTo>
                    <a:pt x="793056" y="2634757"/>
                  </a:lnTo>
                  <a:lnTo>
                    <a:pt x="793243" y="2635508"/>
                  </a:lnTo>
                  <a:lnTo>
                    <a:pt x="793429" y="2636818"/>
                  </a:lnTo>
                  <a:lnTo>
                    <a:pt x="793616" y="2638879"/>
                  </a:lnTo>
                  <a:lnTo>
                    <a:pt x="793803" y="2641061"/>
                  </a:lnTo>
                  <a:lnTo>
                    <a:pt x="793990" y="2643013"/>
                  </a:lnTo>
                  <a:lnTo>
                    <a:pt x="794177" y="2644570"/>
                  </a:lnTo>
                  <a:lnTo>
                    <a:pt x="794364" y="2645969"/>
                  </a:lnTo>
                  <a:lnTo>
                    <a:pt x="794551" y="2646787"/>
                  </a:lnTo>
                  <a:lnTo>
                    <a:pt x="794738" y="2647526"/>
                  </a:lnTo>
                  <a:lnTo>
                    <a:pt x="794925" y="2648370"/>
                  </a:lnTo>
                  <a:lnTo>
                    <a:pt x="795112" y="2649197"/>
                  </a:lnTo>
                  <a:lnTo>
                    <a:pt x="795299" y="2650279"/>
                  </a:lnTo>
                  <a:lnTo>
                    <a:pt x="795486" y="2651278"/>
                  </a:lnTo>
                  <a:lnTo>
                    <a:pt x="795673" y="2652224"/>
                  </a:lnTo>
                  <a:lnTo>
                    <a:pt x="795859" y="2653086"/>
                  </a:lnTo>
                  <a:lnTo>
                    <a:pt x="796046" y="2653928"/>
                  </a:lnTo>
                  <a:lnTo>
                    <a:pt x="796233" y="2654408"/>
                  </a:lnTo>
                  <a:lnTo>
                    <a:pt x="796420" y="2654557"/>
                  </a:lnTo>
                  <a:lnTo>
                    <a:pt x="796607" y="2654720"/>
                  </a:lnTo>
                  <a:lnTo>
                    <a:pt x="796794" y="2654940"/>
                  </a:lnTo>
                  <a:lnTo>
                    <a:pt x="796981" y="2655089"/>
                  </a:lnTo>
                  <a:lnTo>
                    <a:pt x="797168" y="2655245"/>
                  </a:lnTo>
                  <a:lnTo>
                    <a:pt x="797355" y="2655672"/>
                  </a:lnTo>
                  <a:lnTo>
                    <a:pt x="797542" y="2656144"/>
                  </a:lnTo>
                  <a:lnTo>
                    <a:pt x="797729" y="2656471"/>
                  </a:lnTo>
                  <a:lnTo>
                    <a:pt x="797916" y="2656695"/>
                  </a:lnTo>
                  <a:lnTo>
                    <a:pt x="798102" y="2656691"/>
                  </a:lnTo>
                  <a:lnTo>
                    <a:pt x="798289" y="2656485"/>
                  </a:lnTo>
                  <a:lnTo>
                    <a:pt x="798476" y="2656274"/>
                  </a:lnTo>
                  <a:lnTo>
                    <a:pt x="798663" y="2656174"/>
                  </a:lnTo>
                  <a:lnTo>
                    <a:pt x="798850" y="2656074"/>
                  </a:lnTo>
                  <a:lnTo>
                    <a:pt x="799037" y="2655919"/>
                  </a:lnTo>
                  <a:lnTo>
                    <a:pt x="799224" y="2655637"/>
                  </a:lnTo>
                  <a:lnTo>
                    <a:pt x="799411" y="2655070"/>
                  </a:lnTo>
                  <a:lnTo>
                    <a:pt x="799598" y="2654398"/>
                  </a:lnTo>
                  <a:lnTo>
                    <a:pt x="799785" y="2653603"/>
                  </a:lnTo>
                  <a:lnTo>
                    <a:pt x="799972" y="2652808"/>
                  </a:lnTo>
                  <a:lnTo>
                    <a:pt x="800159" y="2652172"/>
                  </a:lnTo>
                  <a:lnTo>
                    <a:pt x="800346" y="2651564"/>
                  </a:lnTo>
                  <a:lnTo>
                    <a:pt x="800532" y="2650896"/>
                  </a:lnTo>
                  <a:lnTo>
                    <a:pt x="800719" y="2650436"/>
                  </a:lnTo>
                  <a:lnTo>
                    <a:pt x="800906" y="2650120"/>
                  </a:lnTo>
                  <a:lnTo>
                    <a:pt x="801093" y="2649627"/>
                  </a:lnTo>
                  <a:lnTo>
                    <a:pt x="801280" y="2649099"/>
                  </a:lnTo>
                  <a:lnTo>
                    <a:pt x="801467" y="2648572"/>
                  </a:lnTo>
                  <a:lnTo>
                    <a:pt x="801654" y="2647982"/>
                  </a:lnTo>
                  <a:lnTo>
                    <a:pt x="801841" y="2647323"/>
                  </a:lnTo>
                  <a:lnTo>
                    <a:pt x="802028" y="2646751"/>
                  </a:lnTo>
                  <a:lnTo>
                    <a:pt x="802215" y="2646364"/>
                  </a:lnTo>
                  <a:lnTo>
                    <a:pt x="802402" y="2646248"/>
                  </a:lnTo>
                  <a:lnTo>
                    <a:pt x="802589" y="2645873"/>
                  </a:lnTo>
                  <a:lnTo>
                    <a:pt x="802775" y="2645445"/>
                  </a:lnTo>
                  <a:lnTo>
                    <a:pt x="802962" y="2645039"/>
                  </a:lnTo>
                  <a:lnTo>
                    <a:pt x="803149" y="2644535"/>
                  </a:lnTo>
                  <a:lnTo>
                    <a:pt x="803336" y="2643831"/>
                  </a:lnTo>
                  <a:lnTo>
                    <a:pt x="803523" y="2642897"/>
                  </a:lnTo>
                  <a:lnTo>
                    <a:pt x="803710" y="2641983"/>
                  </a:lnTo>
                  <a:lnTo>
                    <a:pt x="803897" y="2641035"/>
                  </a:lnTo>
                  <a:lnTo>
                    <a:pt x="804084" y="2639596"/>
                  </a:lnTo>
                  <a:lnTo>
                    <a:pt x="804271" y="2637926"/>
                  </a:lnTo>
                  <a:lnTo>
                    <a:pt x="804458" y="2636415"/>
                  </a:lnTo>
                  <a:lnTo>
                    <a:pt x="804645" y="2634847"/>
                  </a:lnTo>
                  <a:lnTo>
                    <a:pt x="804832" y="2632799"/>
                  </a:lnTo>
                  <a:lnTo>
                    <a:pt x="805019" y="2631018"/>
                  </a:lnTo>
                  <a:lnTo>
                    <a:pt x="805205" y="2629050"/>
                  </a:lnTo>
                  <a:lnTo>
                    <a:pt x="805392" y="2627465"/>
                  </a:lnTo>
                  <a:lnTo>
                    <a:pt x="805579" y="2625744"/>
                  </a:lnTo>
                  <a:lnTo>
                    <a:pt x="805766" y="2623882"/>
                  </a:lnTo>
                  <a:lnTo>
                    <a:pt x="805953" y="2622345"/>
                  </a:lnTo>
                  <a:lnTo>
                    <a:pt x="806140" y="2620910"/>
                  </a:lnTo>
                  <a:lnTo>
                    <a:pt x="806327" y="2619474"/>
                  </a:lnTo>
                  <a:lnTo>
                    <a:pt x="806514" y="2617755"/>
                  </a:lnTo>
                  <a:lnTo>
                    <a:pt x="806701" y="2616023"/>
                  </a:lnTo>
                  <a:lnTo>
                    <a:pt x="806888" y="2614451"/>
                  </a:lnTo>
                  <a:lnTo>
                    <a:pt x="807075" y="2613012"/>
                  </a:lnTo>
                  <a:lnTo>
                    <a:pt x="807262" y="2611724"/>
                  </a:lnTo>
                  <a:lnTo>
                    <a:pt x="807449" y="2610673"/>
                  </a:lnTo>
                  <a:lnTo>
                    <a:pt x="807635" y="2610131"/>
                  </a:lnTo>
                  <a:lnTo>
                    <a:pt x="807822" y="2609455"/>
                  </a:lnTo>
                  <a:lnTo>
                    <a:pt x="808009" y="2608597"/>
                  </a:lnTo>
                  <a:lnTo>
                    <a:pt x="808196" y="2607590"/>
                  </a:lnTo>
                  <a:lnTo>
                    <a:pt x="808383" y="2607107"/>
                  </a:lnTo>
                  <a:lnTo>
                    <a:pt x="808570" y="2606604"/>
                  </a:lnTo>
                  <a:lnTo>
                    <a:pt x="808757" y="2605982"/>
                  </a:lnTo>
                  <a:lnTo>
                    <a:pt x="808944" y="2605498"/>
                  </a:lnTo>
                  <a:lnTo>
                    <a:pt x="809131" y="2604888"/>
                  </a:lnTo>
                  <a:lnTo>
                    <a:pt x="809318" y="2604287"/>
                  </a:lnTo>
                  <a:lnTo>
                    <a:pt x="809505" y="2603743"/>
                  </a:lnTo>
                  <a:lnTo>
                    <a:pt x="809692" y="2603251"/>
                  </a:lnTo>
                  <a:lnTo>
                    <a:pt x="809878" y="2602587"/>
                  </a:lnTo>
                  <a:lnTo>
                    <a:pt x="810065" y="2601795"/>
                  </a:lnTo>
                  <a:lnTo>
                    <a:pt x="810252" y="2600868"/>
                  </a:lnTo>
                  <a:lnTo>
                    <a:pt x="810439" y="2599669"/>
                  </a:lnTo>
                  <a:lnTo>
                    <a:pt x="810626" y="2598544"/>
                  </a:lnTo>
                  <a:lnTo>
                    <a:pt x="810813" y="2597615"/>
                  </a:lnTo>
                  <a:lnTo>
                    <a:pt x="811000" y="2597040"/>
                  </a:lnTo>
                  <a:lnTo>
                    <a:pt x="811187" y="2596538"/>
                  </a:lnTo>
                  <a:lnTo>
                    <a:pt x="811374" y="2596148"/>
                  </a:lnTo>
                  <a:lnTo>
                    <a:pt x="811561" y="2595955"/>
                  </a:lnTo>
                  <a:lnTo>
                    <a:pt x="811748" y="2595829"/>
                  </a:lnTo>
                  <a:lnTo>
                    <a:pt x="811935" y="2595420"/>
                  </a:lnTo>
                  <a:lnTo>
                    <a:pt x="812122" y="2594753"/>
                  </a:lnTo>
                  <a:lnTo>
                    <a:pt x="812308" y="2594297"/>
                  </a:lnTo>
                  <a:lnTo>
                    <a:pt x="812495" y="2594111"/>
                  </a:lnTo>
                  <a:lnTo>
                    <a:pt x="812682" y="2593814"/>
                  </a:lnTo>
                  <a:lnTo>
                    <a:pt x="812869" y="2593877"/>
                  </a:lnTo>
                  <a:lnTo>
                    <a:pt x="813056" y="2593861"/>
                  </a:lnTo>
                  <a:lnTo>
                    <a:pt x="813243" y="2594008"/>
                  </a:lnTo>
                  <a:lnTo>
                    <a:pt x="813430" y="2594076"/>
                  </a:lnTo>
                  <a:lnTo>
                    <a:pt x="813617" y="2594049"/>
                  </a:lnTo>
                  <a:lnTo>
                    <a:pt x="813804" y="2594071"/>
                  </a:lnTo>
                  <a:lnTo>
                    <a:pt x="813991" y="2594191"/>
                  </a:lnTo>
                  <a:lnTo>
                    <a:pt x="814178" y="2594623"/>
                  </a:lnTo>
                  <a:lnTo>
                    <a:pt x="814365" y="2595321"/>
                  </a:lnTo>
                  <a:lnTo>
                    <a:pt x="814552" y="2595920"/>
                  </a:lnTo>
                  <a:lnTo>
                    <a:pt x="814738" y="2596431"/>
                  </a:lnTo>
                  <a:lnTo>
                    <a:pt x="814925" y="2596797"/>
                  </a:lnTo>
                  <a:lnTo>
                    <a:pt x="815112" y="2596816"/>
                  </a:lnTo>
                  <a:lnTo>
                    <a:pt x="815299" y="2596897"/>
                  </a:lnTo>
                  <a:lnTo>
                    <a:pt x="815486" y="2597608"/>
                  </a:lnTo>
                  <a:lnTo>
                    <a:pt x="815673" y="2598507"/>
                  </a:lnTo>
                  <a:lnTo>
                    <a:pt x="815860" y="2599660"/>
                  </a:lnTo>
                  <a:lnTo>
                    <a:pt x="816047" y="2601301"/>
                  </a:lnTo>
                  <a:lnTo>
                    <a:pt x="816234" y="2603059"/>
                  </a:lnTo>
                  <a:lnTo>
                    <a:pt x="816421" y="2604864"/>
                  </a:lnTo>
                  <a:lnTo>
                    <a:pt x="816608" y="2606332"/>
                  </a:lnTo>
                  <a:lnTo>
                    <a:pt x="816795" y="2607778"/>
                  </a:lnTo>
                  <a:lnTo>
                    <a:pt x="816981" y="2609416"/>
                  </a:lnTo>
                  <a:lnTo>
                    <a:pt x="817168" y="2610995"/>
                  </a:lnTo>
                  <a:lnTo>
                    <a:pt x="817355" y="2612477"/>
                  </a:lnTo>
                  <a:lnTo>
                    <a:pt x="817542" y="2614303"/>
                  </a:lnTo>
                  <a:lnTo>
                    <a:pt x="817729" y="2616278"/>
                  </a:lnTo>
                  <a:lnTo>
                    <a:pt x="817916" y="2618023"/>
                  </a:lnTo>
                  <a:lnTo>
                    <a:pt x="818103" y="2619436"/>
                  </a:lnTo>
                  <a:lnTo>
                    <a:pt x="818290" y="2620606"/>
                  </a:lnTo>
                  <a:lnTo>
                    <a:pt x="818477" y="2621626"/>
                  </a:lnTo>
                  <a:lnTo>
                    <a:pt x="818664" y="2622695"/>
                  </a:lnTo>
                  <a:lnTo>
                    <a:pt x="818851" y="2623918"/>
                  </a:lnTo>
                  <a:lnTo>
                    <a:pt x="819038" y="2624926"/>
                  </a:lnTo>
                  <a:lnTo>
                    <a:pt x="819225" y="2625841"/>
                  </a:lnTo>
                  <a:lnTo>
                    <a:pt x="819411" y="2626754"/>
                  </a:lnTo>
                  <a:lnTo>
                    <a:pt x="819598" y="2627756"/>
                  </a:lnTo>
                  <a:lnTo>
                    <a:pt x="819785" y="2628310"/>
                  </a:lnTo>
                  <a:lnTo>
                    <a:pt x="819972" y="2628778"/>
                  </a:lnTo>
                  <a:lnTo>
                    <a:pt x="820159" y="2629292"/>
                  </a:lnTo>
                  <a:lnTo>
                    <a:pt x="820346" y="2629637"/>
                  </a:lnTo>
                  <a:lnTo>
                    <a:pt x="820533" y="2629970"/>
                  </a:lnTo>
                  <a:lnTo>
                    <a:pt x="820720" y="2630520"/>
                  </a:lnTo>
                  <a:lnTo>
                    <a:pt x="820907" y="2631336"/>
                  </a:lnTo>
                  <a:lnTo>
                    <a:pt x="821094" y="2631924"/>
                  </a:lnTo>
                  <a:lnTo>
                    <a:pt x="821281" y="2632362"/>
                  </a:lnTo>
                  <a:lnTo>
                    <a:pt x="821468" y="2632483"/>
                  </a:lnTo>
                  <a:lnTo>
                    <a:pt x="821654" y="2632341"/>
                  </a:lnTo>
                  <a:lnTo>
                    <a:pt x="821841" y="2631904"/>
                  </a:lnTo>
                  <a:lnTo>
                    <a:pt x="822028" y="2631552"/>
                  </a:lnTo>
                  <a:lnTo>
                    <a:pt x="822215" y="2631270"/>
                  </a:lnTo>
                  <a:lnTo>
                    <a:pt x="822402" y="2631095"/>
                  </a:lnTo>
                  <a:lnTo>
                    <a:pt x="822589" y="2630919"/>
                  </a:lnTo>
                  <a:lnTo>
                    <a:pt x="822776" y="2630822"/>
                  </a:lnTo>
                  <a:lnTo>
                    <a:pt x="822963" y="2630998"/>
                  </a:lnTo>
                  <a:lnTo>
                    <a:pt x="823150" y="2630804"/>
                  </a:lnTo>
                  <a:lnTo>
                    <a:pt x="823337" y="2630423"/>
                  </a:lnTo>
                  <a:lnTo>
                    <a:pt x="823524" y="2630126"/>
                  </a:lnTo>
                  <a:lnTo>
                    <a:pt x="823711" y="2629870"/>
                  </a:lnTo>
                  <a:lnTo>
                    <a:pt x="823898" y="2629824"/>
                  </a:lnTo>
                  <a:lnTo>
                    <a:pt x="824084" y="2630041"/>
                  </a:lnTo>
                  <a:lnTo>
                    <a:pt x="824271" y="2630738"/>
                  </a:lnTo>
                  <a:lnTo>
                    <a:pt x="824458" y="2631809"/>
                  </a:lnTo>
                  <a:lnTo>
                    <a:pt x="824645" y="2633134"/>
                  </a:lnTo>
                  <a:lnTo>
                    <a:pt x="824832" y="2634884"/>
                  </a:lnTo>
                  <a:lnTo>
                    <a:pt x="825019" y="2636898"/>
                  </a:lnTo>
                  <a:lnTo>
                    <a:pt x="825206" y="2638933"/>
                  </a:lnTo>
                  <a:lnTo>
                    <a:pt x="825393" y="2640749"/>
                  </a:lnTo>
                  <a:lnTo>
                    <a:pt x="825580" y="2642465"/>
                  </a:lnTo>
                  <a:lnTo>
                    <a:pt x="825767" y="2643679"/>
                  </a:lnTo>
                  <a:lnTo>
                    <a:pt x="825954" y="2645303"/>
                  </a:lnTo>
                  <a:lnTo>
                    <a:pt x="826141" y="2646750"/>
                  </a:lnTo>
                  <a:lnTo>
                    <a:pt x="826328" y="2648219"/>
                  </a:lnTo>
                  <a:lnTo>
                    <a:pt x="826514" y="2649423"/>
                  </a:lnTo>
                  <a:lnTo>
                    <a:pt x="826701" y="2650601"/>
                  </a:lnTo>
                  <a:lnTo>
                    <a:pt x="826888" y="2651373"/>
                  </a:lnTo>
                  <a:lnTo>
                    <a:pt x="827075" y="2651788"/>
                  </a:lnTo>
                  <a:lnTo>
                    <a:pt x="827262" y="2652164"/>
                  </a:lnTo>
                  <a:lnTo>
                    <a:pt x="827449" y="2652293"/>
                  </a:lnTo>
                  <a:lnTo>
                    <a:pt x="827636" y="2652148"/>
                  </a:lnTo>
                  <a:lnTo>
                    <a:pt x="827823" y="2652001"/>
                  </a:lnTo>
                  <a:lnTo>
                    <a:pt x="828010" y="2651801"/>
                  </a:lnTo>
                  <a:lnTo>
                    <a:pt x="828197" y="2651764"/>
                  </a:lnTo>
                  <a:lnTo>
                    <a:pt x="828384" y="2651706"/>
                  </a:lnTo>
                  <a:lnTo>
                    <a:pt x="828571" y="2651492"/>
                  </a:lnTo>
                  <a:lnTo>
                    <a:pt x="828757" y="2651295"/>
                  </a:lnTo>
                  <a:lnTo>
                    <a:pt x="828944" y="2651321"/>
                  </a:lnTo>
                  <a:lnTo>
                    <a:pt x="829131" y="2651542"/>
                  </a:lnTo>
                  <a:lnTo>
                    <a:pt x="829318" y="2651857"/>
                  </a:lnTo>
                  <a:lnTo>
                    <a:pt x="829505" y="2652057"/>
                  </a:lnTo>
                  <a:lnTo>
                    <a:pt x="829692" y="2652538"/>
                  </a:lnTo>
                  <a:lnTo>
                    <a:pt x="829879" y="2653055"/>
                  </a:lnTo>
                  <a:lnTo>
                    <a:pt x="830066" y="2653435"/>
                  </a:lnTo>
                  <a:lnTo>
                    <a:pt x="830253" y="2653667"/>
                  </a:lnTo>
                  <a:lnTo>
                    <a:pt x="830440" y="2653773"/>
                  </a:lnTo>
                  <a:lnTo>
                    <a:pt x="830627" y="2653672"/>
                  </a:lnTo>
                  <a:lnTo>
                    <a:pt x="830814" y="2653390"/>
                  </a:lnTo>
                  <a:lnTo>
                    <a:pt x="831001" y="2652886"/>
                  </a:lnTo>
                  <a:lnTo>
                    <a:pt x="831187" y="2652199"/>
                  </a:lnTo>
                  <a:lnTo>
                    <a:pt x="831374" y="2651804"/>
                  </a:lnTo>
                  <a:lnTo>
                    <a:pt x="831561" y="2651402"/>
                  </a:lnTo>
                  <a:lnTo>
                    <a:pt x="831748" y="2651109"/>
                  </a:lnTo>
                  <a:lnTo>
                    <a:pt x="831935" y="2651171"/>
                  </a:lnTo>
                  <a:lnTo>
                    <a:pt x="832122" y="2651135"/>
                  </a:lnTo>
                  <a:lnTo>
                    <a:pt x="832309" y="2650896"/>
                  </a:lnTo>
                  <a:lnTo>
                    <a:pt x="832496" y="2650762"/>
                  </a:lnTo>
                  <a:lnTo>
                    <a:pt x="832683" y="2650683"/>
                  </a:lnTo>
                  <a:lnTo>
                    <a:pt x="832870" y="2650694"/>
                  </a:lnTo>
                  <a:lnTo>
                    <a:pt x="833057" y="2650859"/>
                  </a:lnTo>
                  <a:lnTo>
                    <a:pt x="833244" y="2651054"/>
                  </a:lnTo>
                  <a:lnTo>
                    <a:pt x="833430" y="2651234"/>
                  </a:lnTo>
                  <a:lnTo>
                    <a:pt x="833617" y="2651318"/>
                  </a:lnTo>
                  <a:lnTo>
                    <a:pt x="833804" y="2651362"/>
                  </a:lnTo>
                  <a:lnTo>
                    <a:pt x="833991" y="2651520"/>
                  </a:lnTo>
                  <a:lnTo>
                    <a:pt x="834178" y="2651687"/>
                  </a:lnTo>
                  <a:lnTo>
                    <a:pt x="834365" y="2651861"/>
                  </a:lnTo>
                  <a:lnTo>
                    <a:pt x="834552" y="2652043"/>
                  </a:lnTo>
                  <a:lnTo>
                    <a:pt x="834739" y="2651860"/>
                  </a:lnTo>
                  <a:lnTo>
                    <a:pt x="834926" y="2651604"/>
                  </a:lnTo>
                  <a:lnTo>
                    <a:pt x="835113" y="2651429"/>
                  </a:lnTo>
                  <a:lnTo>
                    <a:pt x="835300" y="2651091"/>
                  </a:lnTo>
                  <a:lnTo>
                    <a:pt x="835487" y="2650814"/>
                  </a:lnTo>
                  <a:lnTo>
                    <a:pt x="835674" y="2650525"/>
                  </a:lnTo>
                  <a:lnTo>
                    <a:pt x="835860" y="2650237"/>
                  </a:lnTo>
                  <a:lnTo>
                    <a:pt x="836047" y="2649948"/>
                  </a:lnTo>
                  <a:lnTo>
                    <a:pt x="836234" y="2649671"/>
                  </a:lnTo>
                  <a:lnTo>
                    <a:pt x="836421" y="2649601"/>
                  </a:lnTo>
                  <a:lnTo>
                    <a:pt x="836608" y="2649883"/>
                  </a:lnTo>
                  <a:lnTo>
                    <a:pt x="836795" y="2650262"/>
                  </a:lnTo>
                  <a:lnTo>
                    <a:pt x="836982" y="2650557"/>
                  </a:lnTo>
                  <a:lnTo>
                    <a:pt x="837169" y="2650983"/>
                  </a:lnTo>
                  <a:lnTo>
                    <a:pt x="837356" y="2651397"/>
                  </a:lnTo>
                  <a:lnTo>
                    <a:pt x="837543" y="2651950"/>
                  </a:lnTo>
                  <a:lnTo>
                    <a:pt x="837730" y="2652483"/>
                  </a:lnTo>
                  <a:lnTo>
                    <a:pt x="837917" y="2653127"/>
                  </a:lnTo>
                  <a:lnTo>
                    <a:pt x="838104" y="2653867"/>
                  </a:lnTo>
                  <a:lnTo>
                    <a:pt x="838290" y="2654879"/>
                  </a:lnTo>
                  <a:lnTo>
                    <a:pt x="838477" y="2656174"/>
                  </a:lnTo>
                  <a:lnTo>
                    <a:pt x="838664" y="2657503"/>
                  </a:lnTo>
                  <a:lnTo>
                    <a:pt x="838851" y="2658832"/>
                  </a:lnTo>
                  <a:lnTo>
                    <a:pt x="839038" y="2660090"/>
                  </a:lnTo>
                  <a:lnTo>
                    <a:pt x="839225" y="2661301"/>
                  </a:lnTo>
                  <a:lnTo>
                    <a:pt x="839412" y="2662044"/>
                  </a:lnTo>
                  <a:lnTo>
                    <a:pt x="839599" y="2662574"/>
                  </a:lnTo>
                  <a:lnTo>
                    <a:pt x="839786" y="2663106"/>
                  </a:lnTo>
                  <a:lnTo>
                    <a:pt x="839973" y="2663982"/>
                  </a:lnTo>
                  <a:lnTo>
                    <a:pt x="840160" y="2664954"/>
                  </a:lnTo>
                  <a:lnTo>
                    <a:pt x="840347" y="2665949"/>
                  </a:lnTo>
                  <a:lnTo>
                    <a:pt x="840533" y="2666945"/>
                  </a:lnTo>
                  <a:lnTo>
                    <a:pt x="840720" y="2667957"/>
                  </a:lnTo>
                  <a:lnTo>
                    <a:pt x="840907" y="2668927"/>
                  </a:lnTo>
                  <a:lnTo>
                    <a:pt x="841094" y="2669824"/>
                  </a:lnTo>
                  <a:lnTo>
                    <a:pt x="841281" y="2670735"/>
                  </a:lnTo>
                  <a:lnTo>
                    <a:pt x="841468" y="2672137"/>
                  </a:lnTo>
                  <a:lnTo>
                    <a:pt x="841655" y="2673611"/>
                  </a:lnTo>
                  <a:lnTo>
                    <a:pt x="841842" y="2674875"/>
                  </a:lnTo>
                  <a:lnTo>
                    <a:pt x="842029" y="2676236"/>
                  </a:lnTo>
                  <a:lnTo>
                    <a:pt x="842216" y="2677973"/>
                  </a:lnTo>
                  <a:lnTo>
                    <a:pt x="842403" y="2679528"/>
                  </a:lnTo>
                  <a:lnTo>
                    <a:pt x="842590" y="2681325"/>
                  </a:lnTo>
                  <a:lnTo>
                    <a:pt x="842777" y="2682830"/>
                  </a:lnTo>
                  <a:lnTo>
                    <a:pt x="842963" y="2684262"/>
                  </a:lnTo>
                  <a:lnTo>
                    <a:pt x="843150" y="2685889"/>
                  </a:lnTo>
                  <a:lnTo>
                    <a:pt x="843337" y="2687251"/>
                  </a:lnTo>
                  <a:lnTo>
                    <a:pt x="843524" y="2688434"/>
                  </a:lnTo>
                  <a:lnTo>
                    <a:pt x="843711" y="2689802"/>
                  </a:lnTo>
                  <a:lnTo>
                    <a:pt x="843898" y="2691331"/>
                  </a:lnTo>
                  <a:lnTo>
                    <a:pt x="844085" y="2692721"/>
                  </a:lnTo>
                  <a:lnTo>
                    <a:pt x="844272" y="2693816"/>
                  </a:lnTo>
                  <a:lnTo>
                    <a:pt x="844459" y="2695148"/>
                  </a:lnTo>
                  <a:lnTo>
                    <a:pt x="844646" y="2696436"/>
                  </a:lnTo>
                  <a:lnTo>
                    <a:pt x="844833" y="2697663"/>
                  </a:lnTo>
                  <a:lnTo>
                    <a:pt x="845020" y="2698723"/>
                  </a:lnTo>
                  <a:lnTo>
                    <a:pt x="845207" y="2699926"/>
                  </a:lnTo>
                  <a:lnTo>
                    <a:pt x="845393" y="2701333"/>
                  </a:lnTo>
                  <a:lnTo>
                    <a:pt x="845580" y="2702799"/>
                  </a:lnTo>
                  <a:lnTo>
                    <a:pt x="845767" y="2703635"/>
                  </a:lnTo>
                  <a:lnTo>
                    <a:pt x="845954" y="2704490"/>
                  </a:lnTo>
                  <a:lnTo>
                    <a:pt x="846141" y="2705473"/>
                  </a:lnTo>
                  <a:lnTo>
                    <a:pt x="846328" y="2706485"/>
                  </a:lnTo>
                  <a:lnTo>
                    <a:pt x="846515" y="2707483"/>
                  </a:lnTo>
                  <a:lnTo>
                    <a:pt x="846702" y="2708434"/>
                  </a:lnTo>
                  <a:lnTo>
                    <a:pt x="846889" y="2709411"/>
                  </a:lnTo>
                  <a:lnTo>
                    <a:pt x="847076" y="2710439"/>
                  </a:lnTo>
                  <a:lnTo>
                    <a:pt x="847263" y="2711488"/>
                  </a:lnTo>
                  <a:lnTo>
                    <a:pt x="847450" y="2712618"/>
                  </a:lnTo>
                  <a:lnTo>
                    <a:pt x="847636" y="2713651"/>
                  </a:lnTo>
                  <a:lnTo>
                    <a:pt x="847823" y="2714666"/>
                  </a:lnTo>
                  <a:lnTo>
                    <a:pt x="848010" y="2715428"/>
                  </a:lnTo>
                  <a:lnTo>
                    <a:pt x="848197" y="2716187"/>
                  </a:lnTo>
                  <a:lnTo>
                    <a:pt x="848384" y="2716799"/>
                  </a:lnTo>
                  <a:lnTo>
                    <a:pt x="848571" y="2717500"/>
                  </a:lnTo>
                  <a:lnTo>
                    <a:pt x="848758" y="2718077"/>
                  </a:lnTo>
                  <a:lnTo>
                    <a:pt x="848945" y="2718588"/>
                  </a:lnTo>
                  <a:lnTo>
                    <a:pt x="849132" y="2719117"/>
                  </a:lnTo>
                  <a:lnTo>
                    <a:pt x="849319" y="2719970"/>
                  </a:lnTo>
                  <a:lnTo>
                    <a:pt x="849506" y="2721229"/>
                  </a:lnTo>
                  <a:lnTo>
                    <a:pt x="849693" y="2722409"/>
                  </a:lnTo>
                  <a:lnTo>
                    <a:pt x="849880" y="2723504"/>
                  </a:lnTo>
                  <a:lnTo>
                    <a:pt x="850066" y="2724633"/>
                  </a:lnTo>
                  <a:lnTo>
                    <a:pt x="850253" y="2725678"/>
                  </a:lnTo>
                  <a:lnTo>
                    <a:pt x="850440" y="2726858"/>
                  </a:lnTo>
                  <a:lnTo>
                    <a:pt x="850627" y="2728007"/>
                  </a:lnTo>
                  <a:lnTo>
                    <a:pt x="850814" y="2729055"/>
                  </a:lnTo>
                  <a:lnTo>
                    <a:pt x="851001" y="2730268"/>
                  </a:lnTo>
                  <a:lnTo>
                    <a:pt x="851188" y="2731476"/>
                  </a:lnTo>
                  <a:lnTo>
                    <a:pt x="851375" y="2732620"/>
                  </a:lnTo>
                  <a:lnTo>
                    <a:pt x="851562" y="2733474"/>
                  </a:lnTo>
                  <a:lnTo>
                    <a:pt x="851749" y="2733977"/>
                  </a:lnTo>
                  <a:lnTo>
                    <a:pt x="851936" y="2734486"/>
                  </a:lnTo>
                  <a:lnTo>
                    <a:pt x="852123" y="2735035"/>
                  </a:lnTo>
                  <a:lnTo>
                    <a:pt x="852309" y="2735853"/>
                  </a:lnTo>
                  <a:lnTo>
                    <a:pt x="852496" y="2737195"/>
                  </a:lnTo>
                  <a:lnTo>
                    <a:pt x="852683" y="2738341"/>
                  </a:lnTo>
                  <a:lnTo>
                    <a:pt x="852870" y="2739165"/>
                  </a:lnTo>
                  <a:lnTo>
                    <a:pt x="853057" y="2739948"/>
                  </a:lnTo>
                  <a:lnTo>
                    <a:pt x="853244" y="2740753"/>
                  </a:lnTo>
                  <a:lnTo>
                    <a:pt x="853431" y="2741126"/>
                  </a:lnTo>
                  <a:lnTo>
                    <a:pt x="853618" y="2741461"/>
                  </a:lnTo>
                  <a:lnTo>
                    <a:pt x="853805" y="2741517"/>
                  </a:lnTo>
                  <a:lnTo>
                    <a:pt x="853992" y="2741495"/>
                  </a:lnTo>
                  <a:lnTo>
                    <a:pt x="854179" y="2741490"/>
                  </a:lnTo>
                  <a:lnTo>
                    <a:pt x="854366" y="2741339"/>
                  </a:lnTo>
                  <a:lnTo>
                    <a:pt x="854553" y="2741286"/>
                  </a:lnTo>
                  <a:lnTo>
                    <a:pt x="854739" y="2741194"/>
                  </a:lnTo>
                  <a:lnTo>
                    <a:pt x="854926" y="2740960"/>
                  </a:lnTo>
                  <a:lnTo>
                    <a:pt x="855113" y="2740545"/>
                  </a:lnTo>
                  <a:lnTo>
                    <a:pt x="855300" y="2740295"/>
                  </a:lnTo>
                  <a:lnTo>
                    <a:pt x="855487" y="2740084"/>
                  </a:lnTo>
                  <a:lnTo>
                    <a:pt x="855674" y="2739981"/>
                  </a:lnTo>
                  <a:lnTo>
                    <a:pt x="855861" y="2740062"/>
                  </a:lnTo>
                  <a:lnTo>
                    <a:pt x="856048" y="2740082"/>
                  </a:lnTo>
                  <a:lnTo>
                    <a:pt x="856235" y="2739838"/>
                  </a:lnTo>
                  <a:lnTo>
                    <a:pt x="856422" y="2739594"/>
                  </a:lnTo>
                  <a:lnTo>
                    <a:pt x="856609" y="2739622"/>
                  </a:lnTo>
                  <a:lnTo>
                    <a:pt x="856796" y="2739722"/>
                  </a:lnTo>
                  <a:lnTo>
                    <a:pt x="856983" y="2739918"/>
                  </a:lnTo>
                  <a:lnTo>
                    <a:pt x="857169" y="2740449"/>
                  </a:lnTo>
                  <a:lnTo>
                    <a:pt x="857356" y="2740978"/>
                  </a:lnTo>
                  <a:lnTo>
                    <a:pt x="857543" y="2741506"/>
                  </a:lnTo>
                  <a:lnTo>
                    <a:pt x="857730" y="2742035"/>
                  </a:lnTo>
                  <a:lnTo>
                    <a:pt x="857917" y="2742557"/>
                  </a:lnTo>
                  <a:lnTo>
                    <a:pt x="858104" y="2742890"/>
                  </a:lnTo>
                  <a:lnTo>
                    <a:pt x="858291" y="2743062"/>
                  </a:lnTo>
                  <a:lnTo>
                    <a:pt x="858478" y="2743086"/>
                  </a:lnTo>
                  <a:lnTo>
                    <a:pt x="858665" y="2742760"/>
                  </a:lnTo>
                  <a:lnTo>
                    <a:pt x="858852" y="2742318"/>
                  </a:lnTo>
                  <a:lnTo>
                    <a:pt x="859039" y="2741942"/>
                  </a:lnTo>
                  <a:lnTo>
                    <a:pt x="859226" y="2741766"/>
                  </a:lnTo>
                  <a:lnTo>
                    <a:pt x="859412" y="2741590"/>
                  </a:lnTo>
                  <a:lnTo>
                    <a:pt x="859599" y="2741344"/>
                  </a:lnTo>
                  <a:lnTo>
                    <a:pt x="859786" y="2740992"/>
                  </a:lnTo>
                  <a:lnTo>
                    <a:pt x="859973" y="2740641"/>
                  </a:lnTo>
                  <a:lnTo>
                    <a:pt x="860160" y="2740289"/>
                  </a:lnTo>
                  <a:lnTo>
                    <a:pt x="860347" y="2739831"/>
                  </a:lnTo>
                  <a:lnTo>
                    <a:pt x="860534" y="2739620"/>
                  </a:lnTo>
                  <a:lnTo>
                    <a:pt x="860721" y="2739437"/>
                  </a:lnTo>
                  <a:lnTo>
                    <a:pt x="860908" y="2739261"/>
                  </a:lnTo>
                  <a:lnTo>
                    <a:pt x="861095" y="2739288"/>
                  </a:lnTo>
                  <a:lnTo>
                    <a:pt x="861282" y="2739653"/>
                  </a:lnTo>
                  <a:lnTo>
                    <a:pt x="861469" y="2740304"/>
                  </a:lnTo>
                  <a:lnTo>
                    <a:pt x="861656" y="2740946"/>
                  </a:lnTo>
                  <a:lnTo>
                    <a:pt x="861842" y="2741324"/>
                  </a:lnTo>
                  <a:lnTo>
                    <a:pt x="862029" y="2741671"/>
                  </a:lnTo>
                  <a:lnTo>
                    <a:pt x="862216" y="2742017"/>
                  </a:lnTo>
                  <a:lnTo>
                    <a:pt x="862403" y="2742462"/>
                  </a:lnTo>
                  <a:lnTo>
                    <a:pt x="862590" y="2743030"/>
                  </a:lnTo>
                  <a:lnTo>
                    <a:pt x="862777" y="2743394"/>
                  </a:lnTo>
                  <a:lnTo>
                    <a:pt x="862964" y="2743656"/>
                  </a:lnTo>
                  <a:lnTo>
                    <a:pt x="863151" y="2743993"/>
                  </a:lnTo>
                  <a:lnTo>
                    <a:pt x="863338" y="2744329"/>
                  </a:lnTo>
                  <a:lnTo>
                    <a:pt x="863525" y="2744677"/>
                  </a:lnTo>
                  <a:lnTo>
                    <a:pt x="863712" y="2745150"/>
                  </a:lnTo>
                  <a:lnTo>
                    <a:pt x="863899" y="2745678"/>
                  </a:lnTo>
                  <a:lnTo>
                    <a:pt x="864086" y="2746373"/>
                  </a:lnTo>
                  <a:lnTo>
                    <a:pt x="864272" y="2747150"/>
                  </a:lnTo>
                  <a:lnTo>
                    <a:pt x="864459" y="2747972"/>
                  </a:lnTo>
                  <a:lnTo>
                    <a:pt x="864646" y="2748626"/>
                  </a:lnTo>
                  <a:lnTo>
                    <a:pt x="864833" y="2749286"/>
                  </a:lnTo>
                  <a:lnTo>
                    <a:pt x="865020" y="2749778"/>
                  </a:lnTo>
                  <a:lnTo>
                    <a:pt x="865207" y="2750189"/>
                  </a:lnTo>
                  <a:lnTo>
                    <a:pt x="865394" y="2750672"/>
                  </a:lnTo>
                  <a:lnTo>
                    <a:pt x="865581" y="2751298"/>
                  </a:lnTo>
                  <a:lnTo>
                    <a:pt x="865768" y="2752102"/>
                  </a:lnTo>
                  <a:lnTo>
                    <a:pt x="865955" y="2753125"/>
                  </a:lnTo>
                  <a:lnTo>
                    <a:pt x="866142" y="2754148"/>
                  </a:lnTo>
                  <a:lnTo>
                    <a:pt x="866329" y="2755171"/>
                  </a:lnTo>
                  <a:lnTo>
                    <a:pt x="866515" y="2756021"/>
                  </a:lnTo>
                  <a:lnTo>
                    <a:pt x="866702" y="2756610"/>
                  </a:lnTo>
                  <a:lnTo>
                    <a:pt x="866889" y="2757200"/>
                  </a:lnTo>
                  <a:lnTo>
                    <a:pt x="867076" y="2757508"/>
                  </a:lnTo>
                  <a:lnTo>
                    <a:pt x="867263" y="2757780"/>
                  </a:lnTo>
                  <a:lnTo>
                    <a:pt x="867450" y="2758211"/>
                  </a:lnTo>
                  <a:lnTo>
                    <a:pt x="867637" y="2758651"/>
                  </a:lnTo>
                  <a:lnTo>
                    <a:pt x="867824" y="2759267"/>
                  </a:lnTo>
                  <a:lnTo>
                    <a:pt x="868011" y="2759970"/>
                  </a:lnTo>
                  <a:lnTo>
                    <a:pt x="868198" y="2760674"/>
                  </a:lnTo>
                  <a:lnTo>
                    <a:pt x="868385" y="2761457"/>
                  </a:lnTo>
                  <a:lnTo>
                    <a:pt x="868572" y="2762372"/>
                  </a:lnTo>
                  <a:lnTo>
                    <a:pt x="868759" y="2763190"/>
                  </a:lnTo>
                  <a:lnTo>
                    <a:pt x="868945" y="2763952"/>
                  </a:lnTo>
                  <a:lnTo>
                    <a:pt x="869132" y="2764464"/>
                  </a:lnTo>
                  <a:lnTo>
                    <a:pt x="869319" y="2764905"/>
                  </a:lnTo>
                  <a:lnTo>
                    <a:pt x="869506" y="2765336"/>
                  </a:lnTo>
                  <a:lnTo>
                    <a:pt x="869693" y="2765927"/>
                  </a:lnTo>
                  <a:lnTo>
                    <a:pt x="869880" y="2766412"/>
                  </a:lnTo>
                  <a:lnTo>
                    <a:pt x="870067" y="2766843"/>
                  </a:lnTo>
                  <a:lnTo>
                    <a:pt x="870254" y="2767184"/>
                  </a:lnTo>
                  <a:lnTo>
                    <a:pt x="870441" y="2767468"/>
                  </a:lnTo>
                  <a:lnTo>
                    <a:pt x="870628" y="2767783"/>
                  </a:lnTo>
                  <a:lnTo>
                    <a:pt x="870815" y="2767955"/>
                  </a:lnTo>
                  <a:lnTo>
                    <a:pt x="871002" y="2768170"/>
                  </a:lnTo>
                  <a:lnTo>
                    <a:pt x="871188" y="2768302"/>
                  </a:lnTo>
                  <a:lnTo>
                    <a:pt x="871375" y="2768320"/>
                  </a:lnTo>
                  <a:lnTo>
                    <a:pt x="871562" y="2768180"/>
                  </a:lnTo>
                  <a:lnTo>
                    <a:pt x="871749" y="2767856"/>
                  </a:lnTo>
                  <a:lnTo>
                    <a:pt x="871936" y="2767630"/>
                  </a:lnTo>
                  <a:lnTo>
                    <a:pt x="872123" y="2767488"/>
                  </a:lnTo>
                  <a:lnTo>
                    <a:pt x="872310" y="2767392"/>
                  </a:lnTo>
                  <a:lnTo>
                    <a:pt x="872497" y="2767214"/>
                  </a:lnTo>
                  <a:lnTo>
                    <a:pt x="872684" y="2767315"/>
                  </a:lnTo>
                  <a:lnTo>
                    <a:pt x="872871" y="2767417"/>
                  </a:lnTo>
                  <a:lnTo>
                    <a:pt x="873058" y="2767529"/>
                  </a:lnTo>
                  <a:lnTo>
                    <a:pt x="873245" y="2767642"/>
                  </a:lnTo>
                  <a:lnTo>
                    <a:pt x="873432" y="2767754"/>
                  </a:lnTo>
                  <a:lnTo>
                    <a:pt x="873618" y="2767855"/>
                  </a:lnTo>
                  <a:lnTo>
                    <a:pt x="873805" y="2767881"/>
                  </a:lnTo>
                  <a:lnTo>
                    <a:pt x="873992" y="2767854"/>
                  </a:lnTo>
                  <a:lnTo>
                    <a:pt x="874179" y="2767809"/>
                  </a:lnTo>
                  <a:lnTo>
                    <a:pt x="874366" y="2767882"/>
                  </a:lnTo>
                  <a:lnTo>
                    <a:pt x="874553" y="2768165"/>
                  </a:lnTo>
                  <a:lnTo>
                    <a:pt x="874740" y="2768429"/>
                  </a:lnTo>
                  <a:lnTo>
                    <a:pt x="874927" y="2768576"/>
                  </a:lnTo>
                  <a:lnTo>
                    <a:pt x="875114" y="2768598"/>
                  </a:lnTo>
                  <a:lnTo>
                    <a:pt x="875301" y="2768639"/>
                  </a:lnTo>
                  <a:lnTo>
                    <a:pt x="875488" y="2768521"/>
                  </a:lnTo>
                  <a:lnTo>
                    <a:pt x="875675" y="2768230"/>
                  </a:lnTo>
                  <a:lnTo>
                    <a:pt x="875862" y="2767751"/>
                  </a:lnTo>
                  <a:lnTo>
                    <a:pt x="876048" y="2767122"/>
                  </a:lnTo>
                  <a:lnTo>
                    <a:pt x="876235" y="2766532"/>
                  </a:lnTo>
                  <a:lnTo>
                    <a:pt x="876422" y="2765983"/>
                  </a:lnTo>
                  <a:lnTo>
                    <a:pt x="876609" y="2765490"/>
                  </a:lnTo>
                  <a:lnTo>
                    <a:pt x="876796" y="2765215"/>
                  </a:lnTo>
                  <a:lnTo>
                    <a:pt x="876983" y="2765152"/>
                  </a:lnTo>
                  <a:lnTo>
                    <a:pt x="877170" y="2764690"/>
                  </a:lnTo>
                  <a:lnTo>
                    <a:pt x="877357" y="2764073"/>
                  </a:lnTo>
                  <a:lnTo>
                    <a:pt x="877544" y="2763325"/>
                  </a:lnTo>
                  <a:lnTo>
                    <a:pt x="877731" y="2762433"/>
                  </a:lnTo>
                  <a:lnTo>
                    <a:pt x="877918" y="2761662"/>
                  </a:lnTo>
                  <a:lnTo>
                    <a:pt x="878105" y="2760805"/>
                  </a:lnTo>
                  <a:lnTo>
                    <a:pt x="878291" y="2759940"/>
                  </a:lnTo>
                  <a:lnTo>
                    <a:pt x="878478" y="2758989"/>
                  </a:lnTo>
                  <a:lnTo>
                    <a:pt x="878665" y="2758253"/>
                  </a:lnTo>
                  <a:lnTo>
                    <a:pt x="878852" y="2757500"/>
                  </a:lnTo>
                  <a:lnTo>
                    <a:pt x="879039" y="2757052"/>
                  </a:lnTo>
                  <a:lnTo>
                    <a:pt x="879226" y="2756695"/>
                  </a:lnTo>
                  <a:lnTo>
                    <a:pt x="879413" y="2756280"/>
                  </a:lnTo>
                  <a:lnTo>
                    <a:pt x="879600" y="2755660"/>
                  </a:lnTo>
                  <a:lnTo>
                    <a:pt x="879787" y="2754995"/>
                  </a:lnTo>
                  <a:lnTo>
                    <a:pt x="879974" y="2754512"/>
                  </a:lnTo>
                  <a:lnTo>
                    <a:pt x="880161" y="2753964"/>
                  </a:lnTo>
                  <a:lnTo>
                    <a:pt x="880348" y="2753432"/>
                  </a:lnTo>
                  <a:lnTo>
                    <a:pt x="880535" y="2752962"/>
                  </a:lnTo>
                  <a:lnTo>
                    <a:pt x="880721" y="2752598"/>
                  </a:lnTo>
                  <a:lnTo>
                    <a:pt x="880908" y="2752458"/>
                  </a:lnTo>
                  <a:lnTo>
                    <a:pt x="881095" y="2752331"/>
                  </a:lnTo>
                  <a:lnTo>
                    <a:pt x="881282" y="2752352"/>
                  </a:lnTo>
                  <a:lnTo>
                    <a:pt x="881469" y="2752355"/>
                  </a:lnTo>
                  <a:lnTo>
                    <a:pt x="881656" y="2752488"/>
                  </a:lnTo>
                  <a:lnTo>
                    <a:pt x="881843" y="2752301"/>
                  </a:lnTo>
                  <a:lnTo>
                    <a:pt x="882030" y="2752033"/>
                  </a:lnTo>
                  <a:lnTo>
                    <a:pt x="882217" y="2751689"/>
                  </a:lnTo>
                  <a:lnTo>
                    <a:pt x="882404" y="2751244"/>
                  </a:lnTo>
                  <a:lnTo>
                    <a:pt x="882591" y="2750795"/>
                  </a:lnTo>
                  <a:lnTo>
                    <a:pt x="882778" y="2750440"/>
                  </a:lnTo>
                  <a:lnTo>
                    <a:pt x="882965" y="2750122"/>
                  </a:lnTo>
                  <a:lnTo>
                    <a:pt x="883151" y="2749944"/>
                  </a:lnTo>
                  <a:lnTo>
                    <a:pt x="883338" y="2749641"/>
                  </a:lnTo>
                  <a:lnTo>
                    <a:pt x="883525" y="2749371"/>
                  </a:lnTo>
                  <a:lnTo>
                    <a:pt x="883712" y="2748940"/>
                  </a:lnTo>
                  <a:lnTo>
                    <a:pt x="883899" y="2748344"/>
                  </a:lnTo>
                  <a:lnTo>
                    <a:pt x="884086" y="2747734"/>
                  </a:lnTo>
                  <a:lnTo>
                    <a:pt x="884273" y="2746892"/>
                  </a:lnTo>
                  <a:lnTo>
                    <a:pt x="884460" y="2745991"/>
                  </a:lnTo>
                  <a:lnTo>
                    <a:pt x="884647" y="2745118"/>
                  </a:lnTo>
                  <a:lnTo>
                    <a:pt x="884834" y="2743943"/>
                  </a:lnTo>
                  <a:lnTo>
                    <a:pt x="885021" y="2743088"/>
                  </a:lnTo>
                  <a:lnTo>
                    <a:pt x="885208" y="2742525"/>
                  </a:lnTo>
                  <a:lnTo>
                    <a:pt x="885394" y="2742226"/>
                  </a:lnTo>
                  <a:lnTo>
                    <a:pt x="885581" y="2741770"/>
                  </a:lnTo>
                  <a:lnTo>
                    <a:pt x="885768" y="2741314"/>
                  </a:lnTo>
                  <a:lnTo>
                    <a:pt x="885955" y="2740839"/>
                  </a:lnTo>
                  <a:lnTo>
                    <a:pt x="886142" y="2740684"/>
                  </a:lnTo>
                  <a:lnTo>
                    <a:pt x="886329" y="2740607"/>
                  </a:lnTo>
                  <a:lnTo>
                    <a:pt x="886516" y="2740585"/>
                  </a:lnTo>
                  <a:lnTo>
                    <a:pt x="886703" y="2740681"/>
                  </a:lnTo>
                  <a:lnTo>
                    <a:pt x="886890" y="2740672"/>
                  </a:lnTo>
                  <a:lnTo>
                    <a:pt x="887077" y="2740764"/>
                  </a:lnTo>
                  <a:lnTo>
                    <a:pt x="887264" y="2740856"/>
                  </a:lnTo>
                  <a:lnTo>
                    <a:pt x="887451" y="2740948"/>
                  </a:lnTo>
                  <a:lnTo>
                    <a:pt x="887638" y="2741066"/>
                  </a:lnTo>
                  <a:lnTo>
                    <a:pt x="887824" y="2741245"/>
                  </a:lnTo>
                  <a:lnTo>
                    <a:pt x="888011" y="2741425"/>
                  </a:lnTo>
                  <a:lnTo>
                    <a:pt x="888198" y="2741657"/>
                  </a:lnTo>
                  <a:lnTo>
                    <a:pt x="888385" y="2741937"/>
                  </a:lnTo>
                  <a:lnTo>
                    <a:pt x="888572" y="2742220"/>
                  </a:lnTo>
                  <a:lnTo>
                    <a:pt x="888759" y="2742515"/>
                  </a:lnTo>
                  <a:lnTo>
                    <a:pt x="888946" y="2742660"/>
                  </a:lnTo>
                  <a:lnTo>
                    <a:pt x="889133" y="2742909"/>
                  </a:lnTo>
                  <a:lnTo>
                    <a:pt x="889320" y="2743149"/>
                  </a:lnTo>
                  <a:lnTo>
                    <a:pt x="889507" y="2743432"/>
                  </a:lnTo>
                  <a:lnTo>
                    <a:pt x="889694" y="2743635"/>
                  </a:lnTo>
                  <a:lnTo>
                    <a:pt x="889881" y="2743540"/>
                  </a:lnTo>
                  <a:lnTo>
                    <a:pt x="890067" y="2743420"/>
                  </a:lnTo>
                  <a:lnTo>
                    <a:pt x="890254" y="2743121"/>
                  </a:lnTo>
                  <a:lnTo>
                    <a:pt x="890441" y="2742736"/>
                  </a:lnTo>
                  <a:lnTo>
                    <a:pt x="890628" y="2742330"/>
                  </a:lnTo>
                  <a:lnTo>
                    <a:pt x="890815" y="2741869"/>
                  </a:lnTo>
                  <a:lnTo>
                    <a:pt x="891002" y="2741409"/>
                  </a:lnTo>
                  <a:lnTo>
                    <a:pt x="891189" y="2741108"/>
                  </a:lnTo>
                  <a:lnTo>
                    <a:pt x="891376" y="2740937"/>
                  </a:lnTo>
                  <a:lnTo>
                    <a:pt x="891563" y="2740827"/>
                  </a:lnTo>
                  <a:lnTo>
                    <a:pt x="891750" y="2740874"/>
                  </a:lnTo>
                  <a:lnTo>
                    <a:pt x="891937" y="2740815"/>
                  </a:lnTo>
                  <a:lnTo>
                    <a:pt x="892124" y="2740819"/>
                  </a:lnTo>
                  <a:lnTo>
                    <a:pt x="892311" y="2740841"/>
                  </a:lnTo>
                  <a:lnTo>
                    <a:pt x="892497" y="2741022"/>
                  </a:lnTo>
                  <a:lnTo>
                    <a:pt x="892684" y="2741361"/>
                  </a:lnTo>
                  <a:lnTo>
                    <a:pt x="892871" y="2741627"/>
                  </a:lnTo>
                  <a:lnTo>
                    <a:pt x="893058" y="2741803"/>
                  </a:lnTo>
                  <a:lnTo>
                    <a:pt x="893245" y="2741640"/>
                  </a:lnTo>
                  <a:lnTo>
                    <a:pt x="893432" y="2741297"/>
                  </a:lnTo>
                  <a:lnTo>
                    <a:pt x="893619" y="2741121"/>
                  </a:lnTo>
                  <a:lnTo>
                    <a:pt x="893806" y="2740945"/>
                  </a:lnTo>
                  <a:lnTo>
                    <a:pt x="893993" y="2740550"/>
                  </a:lnTo>
                  <a:lnTo>
                    <a:pt x="894180" y="2739846"/>
                  </a:lnTo>
                  <a:lnTo>
                    <a:pt x="894367" y="2739063"/>
                  </a:lnTo>
                  <a:lnTo>
                    <a:pt x="894554" y="2738131"/>
                  </a:lnTo>
                  <a:lnTo>
                    <a:pt x="894741" y="2737234"/>
                  </a:lnTo>
                  <a:lnTo>
                    <a:pt x="894927" y="2736354"/>
                  </a:lnTo>
                  <a:lnTo>
                    <a:pt x="895114" y="2735474"/>
                  </a:lnTo>
                  <a:lnTo>
                    <a:pt x="895301" y="2734568"/>
                  </a:lnTo>
                  <a:lnTo>
                    <a:pt x="895488" y="2733531"/>
                  </a:lnTo>
                  <a:lnTo>
                    <a:pt x="895675" y="2732545"/>
                  </a:lnTo>
                  <a:lnTo>
                    <a:pt x="895862" y="2731771"/>
                  </a:lnTo>
                  <a:lnTo>
                    <a:pt x="896049" y="2731411"/>
                  </a:lnTo>
                  <a:lnTo>
                    <a:pt x="896236" y="2731367"/>
                  </a:lnTo>
                  <a:lnTo>
                    <a:pt x="896423" y="2731244"/>
                  </a:lnTo>
                  <a:lnTo>
                    <a:pt x="896610" y="2730989"/>
                  </a:lnTo>
                  <a:lnTo>
                    <a:pt x="896797" y="2730364"/>
                  </a:lnTo>
                  <a:lnTo>
                    <a:pt x="896984" y="2729836"/>
                  </a:lnTo>
                  <a:lnTo>
                    <a:pt x="897170" y="2729177"/>
                  </a:lnTo>
                  <a:lnTo>
                    <a:pt x="897357" y="2728473"/>
                  </a:lnTo>
                  <a:lnTo>
                    <a:pt x="897544" y="2727769"/>
                  </a:lnTo>
                  <a:lnTo>
                    <a:pt x="897731" y="2727004"/>
                  </a:lnTo>
                  <a:lnTo>
                    <a:pt x="897918" y="2725879"/>
                  </a:lnTo>
                  <a:lnTo>
                    <a:pt x="898105" y="2724856"/>
                  </a:lnTo>
                  <a:lnTo>
                    <a:pt x="898292" y="2723942"/>
                  </a:lnTo>
                  <a:lnTo>
                    <a:pt x="898479" y="2722859"/>
                  </a:lnTo>
                  <a:lnTo>
                    <a:pt x="898666" y="2721482"/>
                  </a:lnTo>
                  <a:lnTo>
                    <a:pt x="898853" y="2719996"/>
                  </a:lnTo>
                  <a:lnTo>
                    <a:pt x="899040" y="2718474"/>
                  </a:lnTo>
                  <a:lnTo>
                    <a:pt x="899227" y="2717140"/>
                  </a:lnTo>
                  <a:lnTo>
                    <a:pt x="899414" y="2715938"/>
                  </a:lnTo>
                  <a:lnTo>
                    <a:pt x="899600" y="2715132"/>
                  </a:lnTo>
                  <a:lnTo>
                    <a:pt x="899787" y="2714361"/>
                  </a:lnTo>
                  <a:lnTo>
                    <a:pt x="899974" y="2713563"/>
                  </a:lnTo>
                  <a:lnTo>
                    <a:pt x="900161" y="2712866"/>
                  </a:lnTo>
                  <a:lnTo>
                    <a:pt x="900348" y="2712239"/>
                  </a:lnTo>
                  <a:lnTo>
                    <a:pt x="900535" y="2711702"/>
                  </a:lnTo>
                  <a:lnTo>
                    <a:pt x="900722" y="2711300"/>
                  </a:lnTo>
                  <a:lnTo>
                    <a:pt x="900909" y="2710811"/>
                  </a:lnTo>
                  <a:lnTo>
                    <a:pt x="901096" y="2710390"/>
                  </a:lnTo>
                  <a:lnTo>
                    <a:pt x="901283" y="2709993"/>
                  </a:lnTo>
                  <a:lnTo>
                    <a:pt x="901470" y="2709607"/>
                  </a:lnTo>
                  <a:lnTo>
                    <a:pt x="901657" y="2709252"/>
                  </a:lnTo>
                  <a:lnTo>
                    <a:pt x="901844" y="2708908"/>
                  </a:lnTo>
                  <a:lnTo>
                    <a:pt x="902030" y="2708732"/>
                  </a:lnTo>
                  <a:lnTo>
                    <a:pt x="902217" y="2708565"/>
                  </a:lnTo>
                  <a:lnTo>
                    <a:pt x="902404" y="2708734"/>
                  </a:lnTo>
                  <a:lnTo>
                    <a:pt x="902591" y="2708843"/>
                  </a:lnTo>
                  <a:lnTo>
                    <a:pt x="902778" y="2709206"/>
                  </a:lnTo>
                  <a:lnTo>
                    <a:pt x="902965" y="2709403"/>
                  </a:lnTo>
                  <a:lnTo>
                    <a:pt x="903152" y="2709450"/>
                  </a:lnTo>
                  <a:lnTo>
                    <a:pt x="903339" y="2709438"/>
                  </a:lnTo>
                  <a:lnTo>
                    <a:pt x="903526" y="2709341"/>
                  </a:lnTo>
                  <a:lnTo>
                    <a:pt x="903713" y="2709215"/>
                  </a:lnTo>
                  <a:lnTo>
                    <a:pt x="903900" y="2709090"/>
                  </a:lnTo>
                  <a:lnTo>
                    <a:pt x="904087" y="2709077"/>
                  </a:lnTo>
                  <a:lnTo>
                    <a:pt x="904273" y="2709065"/>
                  </a:lnTo>
                  <a:lnTo>
                    <a:pt x="904460" y="2709053"/>
                  </a:lnTo>
                  <a:lnTo>
                    <a:pt x="904647" y="2709041"/>
                  </a:lnTo>
                  <a:lnTo>
                    <a:pt x="904834" y="2709028"/>
                  </a:lnTo>
                  <a:lnTo>
                    <a:pt x="905021" y="2709047"/>
                  </a:lnTo>
                  <a:lnTo>
                    <a:pt x="905208" y="2708936"/>
                  </a:lnTo>
                  <a:lnTo>
                    <a:pt x="905395" y="2708784"/>
                  </a:lnTo>
                  <a:lnTo>
                    <a:pt x="905582" y="2708629"/>
                  </a:lnTo>
                  <a:lnTo>
                    <a:pt x="905769" y="2708417"/>
                  </a:lnTo>
                  <a:lnTo>
                    <a:pt x="905956" y="2708334"/>
                  </a:lnTo>
                  <a:lnTo>
                    <a:pt x="906143" y="2708150"/>
                  </a:lnTo>
                  <a:lnTo>
                    <a:pt x="906330" y="2707956"/>
                  </a:lnTo>
                  <a:lnTo>
                    <a:pt x="906517" y="2707956"/>
                  </a:lnTo>
                  <a:lnTo>
                    <a:pt x="906703" y="2707798"/>
                  </a:lnTo>
                  <a:lnTo>
                    <a:pt x="906890" y="2707428"/>
                  </a:lnTo>
                  <a:lnTo>
                    <a:pt x="907077" y="2706901"/>
                  </a:lnTo>
                  <a:lnTo>
                    <a:pt x="907264" y="2706373"/>
                  </a:lnTo>
                  <a:lnTo>
                    <a:pt x="907451" y="2705845"/>
                  </a:lnTo>
                  <a:lnTo>
                    <a:pt x="907638" y="2705317"/>
                  </a:lnTo>
                  <a:lnTo>
                    <a:pt x="907825" y="2705050"/>
                  </a:lnTo>
                  <a:lnTo>
                    <a:pt x="908012" y="2704715"/>
                  </a:lnTo>
                  <a:lnTo>
                    <a:pt x="908199" y="2704309"/>
                  </a:lnTo>
                  <a:lnTo>
                    <a:pt x="908386" y="2703861"/>
                  </a:lnTo>
                  <a:lnTo>
                    <a:pt x="908573" y="2703536"/>
                  </a:lnTo>
                  <a:lnTo>
                    <a:pt x="908760" y="2703211"/>
                  </a:lnTo>
                  <a:lnTo>
                    <a:pt x="908946" y="2702973"/>
                  </a:lnTo>
                  <a:lnTo>
                    <a:pt x="909133" y="2702942"/>
                  </a:lnTo>
                  <a:lnTo>
                    <a:pt x="909320" y="2702762"/>
                  </a:lnTo>
                  <a:lnTo>
                    <a:pt x="909507" y="2702711"/>
                  </a:lnTo>
                  <a:lnTo>
                    <a:pt x="909694" y="2702834"/>
                  </a:lnTo>
                  <a:lnTo>
                    <a:pt x="909881" y="2703087"/>
                  </a:lnTo>
                  <a:lnTo>
                    <a:pt x="910068" y="2703339"/>
                  </a:lnTo>
                  <a:lnTo>
                    <a:pt x="910255" y="2703592"/>
                  </a:lnTo>
                  <a:lnTo>
                    <a:pt x="910442" y="2703845"/>
                  </a:lnTo>
                  <a:lnTo>
                    <a:pt x="910629" y="2704050"/>
                  </a:lnTo>
                  <a:lnTo>
                    <a:pt x="910816" y="2704199"/>
                  </a:lnTo>
                  <a:lnTo>
                    <a:pt x="911003" y="2704437"/>
                  </a:lnTo>
                  <a:lnTo>
                    <a:pt x="911190" y="2704718"/>
                  </a:lnTo>
                  <a:lnTo>
                    <a:pt x="911376" y="2704771"/>
                  </a:lnTo>
                  <a:lnTo>
                    <a:pt x="911563" y="2704930"/>
                  </a:lnTo>
                  <a:lnTo>
                    <a:pt x="911750" y="2705134"/>
                  </a:lnTo>
                  <a:lnTo>
                    <a:pt x="911937" y="2705128"/>
                  </a:lnTo>
                  <a:lnTo>
                    <a:pt x="912124" y="2705154"/>
                  </a:lnTo>
                  <a:lnTo>
                    <a:pt x="912311" y="2705000"/>
                  </a:lnTo>
                  <a:lnTo>
                    <a:pt x="912498" y="2704972"/>
                  </a:lnTo>
                  <a:lnTo>
                    <a:pt x="912685" y="2704941"/>
                  </a:lnTo>
                  <a:lnTo>
                    <a:pt x="912872" y="2704737"/>
                  </a:lnTo>
                  <a:lnTo>
                    <a:pt x="913059" y="2704574"/>
                  </a:lnTo>
                  <a:lnTo>
                    <a:pt x="913246" y="2704599"/>
                  </a:lnTo>
                  <a:lnTo>
                    <a:pt x="913433" y="2704774"/>
                  </a:lnTo>
                  <a:lnTo>
                    <a:pt x="913620" y="2704714"/>
                  </a:lnTo>
                  <a:lnTo>
                    <a:pt x="913806" y="2704653"/>
                  </a:lnTo>
                  <a:lnTo>
                    <a:pt x="913993" y="2704575"/>
                  </a:lnTo>
                  <a:lnTo>
                    <a:pt x="914180" y="2704562"/>
                  </a:lnTo>
                  <a:lnTo>
                    <a:pt x="914367" y="2704366"/>
                  </a:lnTo>
                  <a:lnTo>
                    <a:pt x="914554" y="2704293"/>
                  </a:lnTo>
                  <a:lnTo>
                    <a:pt x="914741" y="2704292"/>
                  </a:lnTo>
                  <a:lnTo>
                    <a:pt x="914928" y="2704380"/>
                  </a:lnTo>
                  <a:lnTo>
                    <a:pt x="915115" y="2704695"/>
                  </a:lnTo>
                  <a:lnTo>
                    <a:pt x="915302" y="2704940"/>
                  </a:lnTo>
                  <a:lnTo>
                    <a:pt x="915489" y="2705417"/>
                  </a:lnTo>
                  <a:lnTo>
                    <a:pt x="915676" y="2706049"/>
                  </a:lnTo>
                  <a:lnTo>
                    <a:pt x="915863" y="2706614"/>
                  </a:lnTo>
                  <a:lnTo>
                    <a:pt x="916049" y="2707034"/>
                  </a:lnTo>
                  <a:lnTo>
                    <a:pt x="916236" y="2707472"/>
                  </a:lnTo>
                  <a:lnTo>
                    <a:pt x="916423" y="2708002"/>
                  </a:lnTo>
                  <a:lnTo>
                    <a:pt x="916610" y="2708607"/>
                  </a:lnTo>
                  <a:lnTo>
                    <a:pt x="916797" y="2709299"/>
                  </a:lnTo>
                  <a:lnTo>
                    <a:pt x="916984" y="2710237"/>
                  </a:lnTo>
                  <a:lnTo>
                    <a:pt x="917171" y="2711037"/>
                  </a:lnTo>
                  <a:lnTo>
                    <a:pt x="917358" y="2711579"/>
                  </a:lnTo>
                  <a:lnTo>
                    <a:pt x="917545" y="2712130"/>
                  </a:lnTo>
                  <a:lnTo>
                    <a:pt x="917732" y="2712690"/>
                  </a:lnTo>
                  <a:lnTo>
                    <a:pt x="917919" y="2712966"/>
                  </a:lnTo>
                  <a:lnTo>
                    <a:pt x="918106" y="2713076"/>
                  </a:lnTo>
                  <a:lnTo>
                    <a:pt x="918293" y="2713041"/>
                  </a:lnTo>
                  <a:lnTo>
                    <a:pt x="918479" y="2712806"/>
                  </a:lnTo>
                  <a:lnTo>
                    <a:pt x="918666" y="2712533"/>
                  </a:lnTo>
                  <a:lnTo>
                    <a:pt x="918853" y="2712298"/>
                  </a:lnTo>
                  <a:lnTo>
                    <a:pt x="919040" y="2711973"/>
                  </a:lnTo>
                  <a:lnTo>
                    <a:pt x="919227" y="2711692"/>
                  </a:lnTo>
                  <a:lnTo>
                    <a:pt x="919414" y="2711499"/>
                  </a:lnTo>
                  <a:lnTo>
                    <a:pt x="919601" y="2711330"/>
                  </a:lnTo>
                  <a:lnTo>
                    <a:pt x="919788" y="2711263"/>
                  </a:lnTo>
                  <a:lnTo>
                    <a:pt x="919975" y="2711574"/>
                  </a:lnTo>
                  <a:lnTo>
                    <a:pt x="920162" y="2712007"/>
                  </a:lnTo>
                  <a:lnTo>
                    <a:pt x="920349" y="2712448"/>
                  </a:lnTo>
                  <a:lnTo>
                    <a:pt x="920536" y="2713133"/>
                  </a:lnTo>
                  <a:lnTo>
                    <a:pt x="920723" y="2714005"/>
                  </a:lnTo>
                  <a:lnTo>
                    <a:pt x="920909" y="2714853"/>
                  </a:lnTo>
                  <a:lnTo>
                    <a:pt x="921096" y="2715860"/>
                  </a:lnTo>
                  <a:lnTo>
                    <a:pt x="921283" y="2716936"/>
                  </a:lnTo>
                  <a:lnTo>
                    <a:pt x="921470" y="2718018"/>
                  </a:lnTo>
                  <a:lnTo>
                    <a:pt x="921657" y="2719315"/>
                  </a:lnTo>
                  <a:lnTo>
                    <a:pt x="921844" y="2720744"/>
                  </a:lnTo>
                  <a:lnTo>
                    <a:pt x="922031" y="2722173"/>
                  </a:lnTo>
                  <a:lnTo>
                    <a:pt x="922218" y="2723725"/>
                  </a:lnTo>
                  <a:lnTo>
                    <a:pt x="922405" y="2725019"/>
                  </a:lnTo>
                  <a:lnTo>
                    <a:pt x="922592" y="2725971"/>
                  </a:lnTo>
                  <a:lnTo>
                    <a:pt x="922779" y="2726800"/>
                  </a:lnTo>
                  <a:lnTo>
                    <a:pt x="922966" y="2727591"/>
                  </a:lnTo>
                  <a:lnTo>
                    <a:pt x="923152" y="2728312"/>
                  </a:lnTo>
                  <a:lnTo>
                    <a:pt x="923339" y="2728831"/>
                  </a:lnTo>
                  <a:lnTo>
                    <a:pt x="923526" y="2729227"/>
                  </a:lnTo>
                  <a:lnTo>
                    <a:pt x="923713" y="2729412"/>
                  </a:lnTo>
                  <a:lnTo>
                    <a:pt x="923900" y="2729542"/>
                  </a:lnTo>
                  <a:lnTo>
                    <a:pt x="924087" y="2729616"/>
                  </a:lnTo>
                  <a:lnTo>
                    <a:pt x="924274" y="2729698"/>
                  </a:lnTo>
                  <a:lnTo>
                    <a:pt x="924461" y="2729701"/>
                  </a:lnTo>
                  <a:lnTo>
                    <a:pt x="924648" y="2729521"/>
                  </a:lnTo>
                  <a:lnTo>
                    <a:pt x="924835" y="2729215"/>
                  </a:lnTo>
                  <a:lnTo>
                    <a:pt x="925022" y="2728657"/>
                  </a:lnTo>
                  <a:lnTo>
                    <a:pt x="925209" y="2728020"/>
                  </a:lnTo>
                  <a:lnTo>
                    <a:pt x="925396" y="2727489"/>
                  </a:lnTo>
                  <a:lnTo>
                    <a:pt x="925582" y="2726905"/>
                  </a:lnTo>
                  <a:lnTo>
                    <a:pt x="925769" y="2726238"/>
                  </a:lnTo>
                  <a:lnTo>
                    <a:pt x="925956" y="2725428"/>
                  </a:lnTo>
                  <a:lnTo>
                    <a:pt x="926143" y="2724631"/>
                  </a:lnTo>
                  <a:lnTo>
                    <a:pt x="926330" y="2723996"/>
                  </a:lnTo>
                  <a:lnTo>
                    <a:pt x="926517" y="2723146"/>
                  </a:lnTo>
                  <a:lnTo>
                    <a:pt x="926704" y="2722478"/>
                  </a:lnTo>
                  <a:lnTo>
                    <a:pt x="926891" y="2721885"/>
                  </a:lnTo>
                  <a:lnTo>
                    <a:pt x="927078" y="2721152"/>
                  </a:lnTo>
                  <a:lnTo>
                    <a:pt x="927265" y="2720762"/>
                  </a:lnTo>
                  <a:lnTo>
                    <a:pt x="927452" y="2720372"/>
                  </a:lnTo>
                  <a:lnTo>
                    <a:pt x="927639" y="2720308"/>
                  </a:lnTo>
                  <a:lnTo>
                    <a:pt x="927825" y="2720332"/>
                  </a:lnTo>
                  <a:lnTo>
                    <a:pt x="928012" y="2720404"/>
                  </a:lnTo>
                  <a:lnTo>
                    <a:pt x="928199" y="2720475"/>
                  </a:lnTo>
                  <a:lnTo>
                    <a:pt x="928386" y="2720547"/>
                  </a:lnTo>
                  <a:lnTo>
                    <a:pt x="928573" y="2720637"/>
                  </a:lnTo>
                  <a:lnTo>
                    <a:pt x="928760" y="2720802"/>
                  </a:lnTo>
                  <a:lnTo>
                    <a:pt x="928947" y="2720915"/>
                  </a:lnTo>
                  <a:lnTo>
                    <a:pt x="929134" y="2721031"/>
                  </a:lnTo>
                  <a:lnTo>
                    <a:pt x="929321" y="2721482"/>
                  </a:lnTo>
                  <a:lnTo>
                    <a:pt x="929508" y="2721870"/>
                  </a:lnTo>
                  <a:lnTo>
                    <a:pt x="929695" y="2722203"/>
                  </a:lnTo>
                  <a:lnTo>
                    <a:pt x="929882" y="2722664"/>
                  </a:lnTo>
                  <a:lnTo>
                    <a:pt x="930069" y="2722907"/>
                  </a:lnTo>
                  <a:lnTo>
                    <a:pt x="930255" y="2723453"/>
                  </a:lnTo>
                  <a:lnTo>
                    <a:pt x="930442" y="2724100"/>
                  </a:lnTo>
                  <a:lnTo>
                    <a:pt x="930629" y="2725002"/>
                  </a:lnTo>
                  <a:lnTo>
                    <a:pt x="930816" y="2726046"/>
                  </a:lnTo>
                  <a:lnTo>
                    <a:pt x="931003" y="2726902"/>
                  </a:lnTo>
                  <a:lnTo>
                    <a:pt x="931190" y="2727578"/>
                  </a:lnTo>
                  <a:lnTo>
                    <a:pt x="931377" y="2728213"/>
                  </a:lnTo>
                  <a:lnTo>
                    <a:pt x="931564" y="2728862"/>
                  </a:lnTo>
                  <a:lnTo>
                    <a:pt x="931751" y="2729495"/>
                  </a:lnTo>
                  <a:lnTo>
                    <a:pt x="931938" y="2730195"/>
                  </a:lnTo>
                  <a:lnTo>
                    <a:pt x="932125" y="2730719"/>
                  </a:lnTo>
                  <a:lnTo>
                    <a:pt x="932312" y="2731177"/>
                  </a:lnTo>
                  <a:lnTo>
                    <a:pt x="932499" y="2731634"/>
                  </a:lnTo>
                  <a:lnTo>
                    <a:pt x="932685" y="2731976"/>
                  </a:lnTo>
                  <a:lnTo>
                    <a:pt x="932872" y="2732292"/>
                  </a:lnTo>
                  <a:lnTo>
                    <a:pt x="933059" y="2732171"/>
                  </a:lnTo>
                  <a:lnTo>
                    <a:pt x="933246" y="2731816"/>
                  </a:lnTo>
                  <a:lnTo>
                    <a:pt x="933433" y="2731293"/>
                  </a:lnTo>
                  <a:lnTo>
                    <a:pt x="933620" y="2730268"/>
                  </a:lnTo>
                  <a:lnTo>
                    <a:pt x="933807" y="2729498"/>
                  </a:lnTo>
                  <a:lnTo>
                    <a:pt x="933994" y="2728852"/>
                  </a:lnTo>
                  <a:lnTo>
                    <a:pt x="934181" y="2728537"/>
                  </a:lnTo>
                  <a:lnTo>
                    <a:pt x="934368" y="2728531"/>
                  </a:lnTo>
                  <a:lnTo>
                    <a:pt x="934555" y="2728779"/>
                  </a:lnTo>
                  <a:lnTo>
                    <a:pt x="934742" y="2729119"/>
                  </a:lnTo>
                  <a:lnTo>
                    <a:pt x="934928" y="2729627"/>
                  </a:lnTo>
                  <a:lnTo>
                    <a:pt x="935115" y="2730328"/>
                  </a:lnTo>
                  <a:lnTo>
                    <a:pt x="935302" y="2731358"/>
                  </a:lnTo>
                  <a:lnTo>
                    <a:pt x="935489" y="2732463"/>
                  </a:lnTo>
                  <a:lnTo>
                    <a:pt x="935676" y="2733416"/>
                  </a:lnTo>
                  <a:lnTo>
                    <a:pt x="935863" y="2734442"/>
                  </a:lnTo>
                  <a:lnTo>
                    <a:pt x="936050" y="2735238"/>
                  </a:lnTo>
                  <a:lnTo>
                    <a:pt x="936237" y="2735781"/>
                  </a:lnTo>
                  <a:lnTo>
                    <a:pt x="936424" y="2736258"/>
                  </a:lnTo>
                  <a:lnTo>
                    <a:pt x="936611" y="2736265"/>
                  </a:lnTo>
                  <a:lnTo>
                    <a:pt x="936798" y="2736001"/>
                  </a:lnTo>
                  <a:lnTo>
                    <a:pt x="936985" y="2735283"/>
                  </a:lnTo>
                  <a:lnTo>
                    <a:pt x="937172" y="2734472"/>
                  </a:lnTo>
                  <a:lnTo>
                    <a:pt x="937358" y="2733493"/>
                  </a:lnTo>
                  <a:lnTo>
                    <a:pt x="937545" y="2732539"/>
                  </a:lnTo>
                  <a:lnTo>
                    <a:pt x="937732" y="2731478"/>
                  </a:lnTo>
                  <a:lnTo>
                    <a:pt x="937919" y="2730173"/>
                  </a:lnTo>
                  <a:lnTo>
                    <a:pt x="938106" y="2728603"/>
                  </a:lnTo>
                  <a:lnTo>
                    <a:pt x="938293" y="2727105"/>
                  </a:lnTo>
                  <a:lnTo>
                    <a:pt x="938480" y="2725654"/>
                  </a:lnTo>
                  <a:lnTo>
                    <a:pt x="938667" y="2724221"/>
                  </a:lnTo>
                  <a:lnTo>
                    <a:pt x="938854" y="2722969"/>
                  </a:lnTo>
                  <a:lnTo>
                    <a:pt x="939041" y="2721728"/>
                  </a:lnTo>
                  <a:lnTo>
                    <a:pt x="939228" y="2720734"/>
                  </a:lnTo>
                  <a:lnTo>
                    <a:pt x="939415" y="2719675"/>
                  </a:lnTo>
                  <a:lnTo>
                    <a:pt x="939601" y="2718705"/>
                  </a:lnTo>
                  <a:lnTo>
                    <a:pt x="939788" y="2717708"/>
                  </a:lnTo>
                  <a:lnTo>
                    <a:pt x="939975" y="2716883"/>
                  </a:lnTo>
                  <a:lnTo>
                    <a:pt x="940162" y="2715797"/>
                  </a:lnTo>
                  <a:lnTo>
                    <a:pt x="940349" y="2714908"/>
                  </a:lnTo>
                  <a:lnTo>
                    <a:pt x="940536" y="2714039"/>
                  </a:lnTo>
                  <a:lnTo>
                    <a:pt x="940723" y="2713040"/>
                  </a:lnTo>
                  <a:lnTo>
                    <a:pt x="940910" y="2711905"/>
                  </a:lnTo>
                  <a:lnTo>
                    <a:pt x="941097" y="2710505"/>
                  </a:lnTo>
                  <a:lnTo>
                    <a:pt x="941284" y="2708923"/>
                  </a:lnTo>
                  <a:lnTo>
                    <a:pt x="941471" y="2707377"/>
                  </a:lnTo>
                  <a:lnTo>
                    <a:pt x="941658" y="2705666"/>
                  </a:lnTo>
                  <a:lnTo>
                    <a:pt x="941845" y="2704280"/>
                  </a:lnTo>
                  <a:lnTo>
                    <a:pt x="942031" y="2702866"/>
                  </a:lnTo>
                  <a:lnTo>
                    <a:pt x="942218" y="2701750"/>
                  </a:lnTo>
                  <a:lnTo>
                    <a:pt x="942405" y="2701051"/>
                  </a:lnTo>
                  <a:lnTo>
                    <a:pt x="942592" y="2700665"/>
                  </a:lnTo>
                  <a:lnTo>
                    <a:pt x="942779" y="2700609"/>
                  </a:lnTo>
                  <a:lnTo>
                    <a:pt x="942966" y="2700729"/>
                  </a:lnTo>
                  <a:lnTo>
                    <a:pt x="943153" y="2700905"/>
                  </a:lnTo>
                  <a:lnTo>
                    <a:pt x="943340" y="2700816"/>
                  </a:lnTo>
                  <a:lnTo>
                    <a:pt x="943527" y="2700829"/>
                  </a:lnTo>
                  <a:lnTo>
                    <a:pt x="943714" y="2700877"/>
                  </a:lnTo>
                  <a:lnTo>
                    <a:pt x="943901" y="2700890"/>
                  </a:lnTo>
                  <a:lnTo>
                    <a:pt x="944088" y="2701140"/>
                  </a:lnTo>
                  <a:lnTo>
                    <a:pt x="944275" y="2701602"/>
                  </a:lnTo>
                  <a:lnTo>
                    <a:pt x="944461" y="2702304"/>
                  </a:lnTo>
                  <a:lnTo>
                    <a:pt x="944648" y="2703072"/>
                  </a:lnTo>
                  <a:lnTo>
                    <a:pt x="944835" y="2703821"/>
                  </a:lnTo>
                  <a:lnTo>
                    <a:pt x="945022" y="2704594"/>
                  </a:lnTo>
                  <a:lnTo>
                    <a:pt x="945209" y="2704808"/>
                  </a:lnTo>
                  <a:lnTo>
                    <a:pt x="945396" y="2704904"/>
                  </a:lnTo>
                  <a:lnTo>
                    <a:pt x="945583" y="2705069"/>
                  </a:lnTo>
                  <a:lnTo>
                    <a:pt x="945770" y="2705281"/>
                  </a:lnTo>
                  <a:lnTo>
                    <a:pt x="945957" y="2705582"/>
                  </a:lnTo>
                  <a:lnTo>
                    <a:pt x="946144" y="2706017"/>
                  </a:lnTo>
                  <a:lnTo>
                    <a:pt x="946331" y="2706190"/>
                  </a:lnTo>
                  <a:lnTo>
                    <a:pt x="946518" y="2706190"/>
                  </a:lnTo>
                  <a:lnTo>
                    <a:pt x="946704" y="2706190"/>
                  </a:lnTo>
                  <a:lnTo>
                    <a:pt x="946891" y="2706060"/>
                  </a:lnTo>
                  <a:lnTo>
                    <a:pt x="947078" y="2705757"/>
                  </a:lnTo>
                  <a:lnTo>
                    <a:pt x="947265" y="2705324"/>
                  </a:lnTo>
                  <a:lnTo>
                    <a:pt x="947452" y="2704891"/>
                  </a:lnTo>
                  <a:lnTo>
                    <a:pt x="947639" y="2704543"/>
                  </a:lnTo>
                  <a:lnTo>
                    <a:pt x="947826" y="2704231"/>
                  </a:lnTo>
                  <a:lnTo>
                    <a:pt x="948013" y="2704000"/>
                  </a:lnTo>
                  <a:lnTo>
                    <a:pt x="948200" y="2703850"/>
                  </a:lnTo>
                  <a:lnTo>
                    <a:pt x="948387" y="2703613"/>
                  </a:lnTo>
                  <a:lnTo>
                    <a:pt x="948574" y="2703279"/>
                  </a:lnTo>
                  <a:lnTo>
                    <a:pt x="948761" y="2703191"/>
                  </a:lnTo>
                  <a:lnTo>
                    <a:pt x="948948" y="2703103"/>
                  </a:lnTo>
                  <a:lnTo>
                    <a:pt x="949134" y="2703006"/>
                  </a:lnTo>
                  <a:lnTo>
                    <a:pt x="949321" y="2702830"/>
                  </a:lnTo>
                  <a:lnTo>
                    <a:pt x="949508" y="2702846"/>
                  </a:lnTo>
                  <a:lnTo>
                    <a:pt x="949695" y="2703033"/>
                  </a:lnTo>
                  <a:lnTo>
                    <a:pt x="949882" y="2703274"/>
                  </a:lnTo>
                  <a:lnTo>
                    <a:pt x="950069" y="2703524"/>
                  </a:lnTo>
                  <a:lnTo>
                    <a:pt x="950256" y="2703947"/>
                  </a:lnTo>
                  <a:lnTo>
                    <a:pt x="950443" y="2704381"/>
                  </a:lnTo>
                  <a:lnTo>
                    <a:pt x="950630" y="2704814"/>
                  </a:lnTo>
                  <a:lnTo>
                    <a:pt x="950817" y="2705247"/>
                  </a:lnTo>
                  <a:lnTo>
                    <a:pt x="951004" y="2705874"/>
                  </a:lnTo>
                  <a:lnTo>
                    <a:pt x="951191" y="2706596"/>
                  </a:lnTo>
                  <a:lnTo>
                    <a:pt x="951378" y="2707361"/>
                  </a:lnTo>
                  <a:lnTo>
                    <a:pt x="951564" y="2708083"/>
                  </a:lnTo>
                  <a:lnTo>
                    <a:pt x="951751" y="2708877"/>
                  </a:lnTo>
                  <a:lnTo>
                    <a:pt x="951938" y="2709786"/>
                  </a:lnTo>
                  <a:lnTo>
                    <a:pt x="952125" y="2710652"/>
                  </a:lnTo>
                  <a:lnTo>
                    <a:pt x="952312" y="2711476"/>
                  </a:lnTo>
                  <a:lnTo>
                    <a:pt x="952499" y="2712171"/>
                  </a:lnTo>
                  <a:lnTo>
                    <a:pt x="952686" y="2712719"/>
                  </a:lnTo>
                  <a:lnTo>
                    <a:pt x="952873" y="2712911"/>
                  </a:lnTo>
                  <a:lnTo>
                    <a:pt x="953060" y="2712986"/>
                  </a:lnTo>
                  <a:lnTo>
                    <a:pt x="953247" y="2713067"/>
                  </a:lnTo>
                  <a:lnTo>
                    <a:pt x="953434" y="2713191"/>
                  </a:lnTo>
                  <a:lnTo>
                    <a:pt x="953621" y="2713331"/>
                  </a:lnTo>
                  <a:lnTo>
                    <a:pt x="953807" y="2713234"/>
                  </a:lnTo>
                  <a:lnTo>
                    <a:pt x="953994" y="2713022"/>
                  </a:lnTo>
                  <a:lnTo>
                    <a:pt x="954181" y="2712739"/>
                  </a:lnTo>
                  <a:lnTo>
                    <a:pt x="954368" y="2712352"/>
                  </a:lnTo>
                  <a:lnTo>
                    <a:pt x="954555" y="2712052"/>
                  </a:lnTo>
                  <a:lnTo>
                    <a:pt x="954742" y="2711840"/>
                  </a:lnTo>
                  <a:lnTo>
                    <a:pt x="954929" y="2711772"/>
                  </a:lnTo>
                  <a:lnTo>
                    <a:pt x="955116" y="2711889"/>
                  </a:lnTo>
                  <a:lnTo>
                    <a:pt x="955303" y="2712173"/>
                  </a:lnTo>
                  <a:lnTo>
                    <a:pt x="955490" y="2712712"/>
                  </a:lnTo>
                  <a:lnTo>
                    <a:pt x="955677" y="2713264"/>
                  </a:lnTo>
                  <a:lnTo>
                    <a:pt x="955864" y="2713745"/>
                  </a:lnTo>
                  <a:lnTo>
                    <a:pt x="956051" y="2714188"/>
                  </a:lnTo>
                  <a:lnTo>
                    <a:pt x="956237" y="2714415"/>
                  </a:lnTo>
                  <a:lnTo>
                    <a:pt x="956424" y="2714651"/>
                  </a:lnTo>
                  <a:lnTo>
                    <a:pt x="956611" y="2714866"/>
                  </a:lnTo>
                  <a:lnTo>
                    <a:pt x="956798" y="2715016"/>
                  </a:lnTo>
                  <a:lnTo>
                    <a:pt x="956985" y="2715043"/>
                  </a:lnTo>
                  <a:lnTo>
                    <a:pt x="957172" y="2715070"/>
                  </a:lnTo>
                  <a:lnTo>
                    <a:pt x="957359" y="2714782"/>
                  </a:lnTo>
                  <a:lnTo>
                    <a:pt x="957546" y="2714402"/>
                  </a:lnTo>
                  <a:lnTo>
                    <a:pt x="957733" y="2714023"/>
                  </a:lnTo>
                  <a:lnTo>
                    <a:pt x="957920" y="2713367"/>
                  </a:lnTo>
                  <a:lnTo>
                    <a:pt x="958107" y="2712648"/>
                  </a:lnTo>
                  <a:lnTo>
                    <a:pt x="958294" y="2711851"/>
                  </a:lnTo>
                  <a:lnTo>
                    <a:pt x="958480" y="2711196"/>
                  </a:lnTo>
                  <a:lnTo>
                    <a:pt x="958667" y="2710467"/>
                  </a:lnTo>
                  <a:lnTo>
                    <a:pt x="958854" y="2710016"/>
                  </a:lnTo>
                  <a:lnTo>
                    <a:pt x="959041" y="2709634"/>
                  </a:lnTo>
                  <a:lnTo>
                    <a:pt x="959228" y="2709184"/>
                  </a:lnTo>
                  <a:lnTo>
                    <a:pt x="959415" y="2708807"/>
                  </a:lnTo>
                  <a:lnTo>
                    <a:pt x="959602" y="2708620"/>
                  </a:lnTo>
                  <a:lnTo>
                    <a:pt x="959789" y="2708627"/>
                  </a:lnTo>
                  <a:lnTo>
                    <a:pt x="959976" y="2708702"/>
                  </a:lnTo>
                  <a:lnTo>
                    <a:pt x="960163" y="2708780"/>
                  </a:lnTo>
                  <a:lnTo>
                    <a:pt x="960350" y="2708991"/>
                  </a:lnTo>
                  <a:lnTo>
                    <a:pt x="960537" y="2709223"/>
                  </a:lnTo>
                  <a:lnTo>
                    <a:pt x="960724" y="2709544"/>
                  </a:lnTo>
                  <a:lnTo>
                    <a:pt x="960910" y="2709845"/>
                  </a:lnTo>
                  <a:lnTo>
                    <a:pt x="961097" y="2710278"/>
                  </a:lnTo>
                  <a:lnTo>
                    <a:pt x="961284" y="2710711"/>
                  </a:lnTo>
                  <a:lnTo>
                    <a:pt x="961471" y="2710942"/>
                  </a:lnTo>
                  <a:lnTo>
                    <a:pt x="961658" y="2711231"/>
                  </a:lnTo>
                  <a:lnTo>
                    <a:pt x="961845" y="2711490"/>
                  </a:lnTo>
                  <a:lnTo>
                    <a:pt x="962032" y="2711954"/>
                  </a:lnTo>
                  <a:lnTo>
                    <a:pt x="962219" y="2712330"/>
                  </a:lnTo>
                  <a:lnTo>
                    <a:pt x="962406" y="2712535"/>
                  </a:lnTo>
                  <a:lnTo>
                    <a:pt x="962593" y="2712450"/>
                  </a:lnTo>
                  <a:lnTo>
                    <a:pt x="962780" y="2712079"/>
                  </a:lnTo>
                  <a:lnTo>
                    <a:pt x="962967" y="2711502"/>
                  </a:lnTo>
                  <a:lnTo>
                    <a:pt x="963154" y="2711076"/>
                  </a:lnTo>
                  <a:lnTo>
                    <a:pt x="963340" y="2710605"/>
                  </a:lnTo>
                  <a:lnTo>
                    <a:pt x="963527" y="2710024"/>
                  </a:lnTo>
                  <a:lnTo>
                    <a:pt x="963714" y="2709207"/>
                  </a:lnTo>
                  <a:lnTo>
                    <a:pt x="963901" y="2708444"/>
                  </a:lnTo>
                  <a:lnTo>
                    <a:pt x="964088" y="2707452"/>
                  </a:lnTo>
                  <a:lnTo>
                    <a:pt x="964275" y="2706244"/>
                  </a:lnTo>
                  <a:lnTo>
                    <a:pt x="964462" y="2704934"/>
                  </a:lnTo>
                  <a:lnTo>
                    <a:pt x="964649" y="2703739"/>
                  </a:lnTo>
                  <a:lnTo>
                    <a:pt x="964836" y="2702421"/>
                  </a:lnTo>
                  <a:lnTo>
                    <a:pt x="965023" y="2700941"/>
                  </a:lnTo>
                  <a:lnTo>
                    <a:pt x="965210" y="2699372"/>
                  </a:lnTo>
                  <a:lnTo>
                    <a:pt x="965397" y="2697742"/>
                  </a:lnTo>
                  <a:lnTo>
                    <a:pt x="965583" y="2696132"/>
                  </a:lnTo>
                  <a:lnTo>
                    <a:pt x="965770" y="2694571"/>
                  </a:lnTo>
                  <a:lnTo>
                    <a:pt x="965957" y="2692928"/>
                  </a:lnTo>
                  <a:lnTo>
                    <a:pt x="966144" y="2691090"/>
                  </a:lnTo>
                  <a:lnTo>
                    <a:pt x="966331" y="2689469"/>
                  </a:lnTo>
                  <a:lnTo>
                    <a:pt x="966518" y="2688053"/>
                  </a:lnTo>
                  <a:lnTo>
                    <a:pt x="966705" y="2686717"/>
                  </a:lnTo>
                  <a:lnTo>
                    <a:pt x="966892" y="2685538"/>
                  </a:lnTo>
                  <a:lnTo>
                    <a:pt x="967079" y="2684662"/>
                  </a:lnTo>
                  <a:lnTo>
                    <a:pt x="967266" y="2683626"/>
                  </a:lnTo>
                  <a:lnTo>
                    <a:pt x="967453" y="2682756"/>
                  </a:lnTo>
                  <a:lnTo>
                    <a:pt x="967640" y="2681642"/>
                  </a:lnTo>
                  <a:lnTo>
                    <a:pt x="967827" y="2680282"/>
                  </a:lnTo>
                  <a:lnTo>
                    <a:pt x="968013" y="2679248"/>
                  </a:lnTo>
                  <a:lnTo>
                    <a:pt x="968200" y="2678732"/>
                  </a:lnTo>
                  <a:lnTo>
                    <a:pt x="968387" y="2678931"/>
                  </a:lnTo>
                  <a:lnTo>
                    <a:pt x="968574" y="2679311"/>
                  </a:lnTo>
                  <a:lnTo>
                    <a:pt x="968761" y="2679661"/>
                  </a:lnTo>
                  <a:lnTo>
                    <a:pt x="968948" y="2680068"/>
                  </a:lnTo>
                  <a:lnTo>
                    <a:pt x="969135" y="2680490"/>
                  </a:lnTo>
                  <a:lnTo>
                    <a:pt x="969322" y="2680846"/>
                  </a:lnTo>
                  <a:lnTo>
                    <a:pt x="969509" y="2681219"/>
                  </a:lnTo>
                  <a:lnTo>
                    <a:pt x="969696" y="2681641"/>
                  </a:lnTo>
                  <a:lnTo>
                    <a:pt x="969883" y="2682063"/>
                  </a:lnTo>
                  <a:lnTo>
                    <a:pt x="970070" y="2682627"/>
                  </a:lnTo>
                  <a:lnTo>
                    <a:pt x="970257" y="2683217"/>
                  </a:lnTo>
                  <a:lnTo>
                    <a:pt x="970443" y="2684042"/>
                  </a:lnTo>
                  <a:lnTo>
                    <a:pt x="970630" y="2685039"/>
                  </a:lnTo>
                  <a:lnTo>
                    <a:pt x="970817" y="2686081"/>
                  </a:lnTo>
                  <a:lnTo>
                    <a:pt x="971004" y="2687431"/>
                  </a:lnTo>
                  <a:lnTo>
                    <a:pt x="971191" y="2688676"/>
                  </a:lnTo>
                  <a:lnTo>
                    <a:pt x="971378" y="2689929"/>
                  </a:lnTo>
                  <a:lnTo>
                    <a:pt x="971565" y="2691317"/>
                  </a:lnTo>
                  <a:lnTo>
                    <a:pt x="971752" y="2692378"/>
                  </a:lnTo>
                  <a:lnTo>
                    <a:pt x="971939" y="2693318"/>
                  </a:lnTo>
                  <a:lnTo>
                    <a:pt x="972126" y="2694113"/>
                  </a:lnTo>
                  <a:lnTo>
                    <a:pt x="972313" y="2694598"/>
                  </a:lnTo>
                  <a:lnTo>
                    <a:pt x="972500" y="2694865"/>
                  </a:lnTo>
                  <a:lnTo>
                    <a:pt x="972686" y="2694758"/>
                  </a:lnTo>
                  <a:lnTo>
                    <a:pt x="972873" y="2694366"/>
                  </a:lnTo>
                  <a:lnTo>
                    <a:pt x="973060" y="2694152"/>
                  </a:lnTo>
                  <a:lnTo>
                    <a:pt x="973247" y="2694006"/>
                  </a:lnTo>
                  <a:lnTo>
                    <a:pt x="973434" y="2694045"/>
                  </a:lnTo>
                  <a:lnTo>
                    <a:pt x="973621" y="2694206"/>
                  </a:lnTo>
                  <a:lnTo>
                    <a:pt x="973808" y="2694380"/>
                  </a:lnTo>
                  <a:lnTo>
                    <a:pt x="973995" y="2694778"/>
                  </a:lnTo>
                  <a:lnTo>
                    <a:pt x="974182" y="2695314"/>
                  </a:lnTo>
                  <a:lnTo>
                    <a:pt x="974369" y="2695909"/>
                  </a:lnTo>
                  <a:lnTo>
                    <a:pt x="974556" y="2696562"/>
                  </a:lnTo>
                  <a:lnTo>
                    <a:pt x="974743" y="2697408"/>
                  </a:lnTo>
                  <a:lnTo>
                    <a:pt x="974930" y="2698284"/>
                  </a:lnTo>
                  <a:lnTo>
                    <a:pt x="975116" y="2699406"/>
                  </a:lnTo>
                  <a:lnTo>
                    <a:pt x="975303" y="2700799"/>
                  </a:lnTo>
                  <a:lnTo>
                    <a:pt x="975490" y="2702501"/>
                  </a:lnTo>
                  <a:lnTo>
                    <a:pt x="975677" y="2704316"/>
                  </a:lnTo>
                  <a:lnTo>
                    <a:pt x="975864" y="2706039"/>
                  </a:lnTo>
                  <a:lnTo>
                    <a:pt x="976051" y="2707824"/>
                  </a:lnTo>
                  <a:lnTo>
                    <a:pt x="976238" y="2709427"/>
                  </a:lnTo>
                  <a:lnTo>
                    <a:pt x="976425" y="2711021"/>
                  </a:lnTo>
                  <a:lnTo>
                    <a:pt x="976612" y="2712367"/>
                  </a:lnTo>
                  <a:lnTo>
                    <a:pt x="976799" y="2713778"/>
                  </a:lnTo>
                  <a:lnTo>
                    <a:pt x="976986" y="2715099"/>
                  </a:lnTo>
                  <a:lnTo>
                    <a:pt x="977173" y="2716280"/>
                  </a:lnTo>
                  <a:lnTo>
                    <a:pt x="977359" y="2717347"/>
                  </a:lnTo>
                  <a:lnTo>
                    <a:pt x="977546" y="2718422"/>
                  </a:lnTo>
                  <a:lnTo>
                    <a:pt x="977733" y="2719281"/>
                  </a:lnTo>
                  <a:lnTo>
                    <a:pt x="977920" y="2720131"/>
                  </a:lnTo>
                  <a:lnTo>
                    <a:pt x="978107" y="2721104"/>
                  </a:lnTo>
                  <a:lnTo>
                    <a:pt x="978294" y="2722331"/>
                  </a:lnTo>
                  <a:lnTo>
                    <a:pt x="978481" y="2723819"/>
                  </a:lnTo>
                  <a:lnTo>
                    <a:pt x="978668" y="2725633"/>
                  </a:lnTo>
                  <a:lnTo>
                    <a:pt x="978855" y="2727300"/>
                  </a:lnTo>
                  <a:lnTo>
                    <a:pt x="979042" y="2729114"/>
                  </a:lnTo>
                  <a:lnTo>
                    <a:pt x="979229" y="2730604"/>
                  </a:lnTo>
                  <a:lnTo>
                    <a:pt x="979416" y="2732122"/>
                  </a:lnTo>
                  <a:lnTo>
                    <a:pt x="979603" y="2733341"/>
                  </a:lnTo>
                  <a:lnTo>
                    <a:pt x="979789" y="2734201"/>
                  </a:lnTo>
                  <a:lnTo>
                    <a:pt x="979976" y="2734790"/>
                  </a:lnTo>
                  <a:lnTo>
                    <a:pt x="980163" y="2735088"/>
                  </a:lnTo>
                  <a:lnTo>
                    <a:pt x="980350" y="2735158"/>
                  </a:lnTo>
                  <a:lnTo>
                    <a:pt x="980537" y="2735199"/>
                  </a:lnTo>
                  <a:lnTo>
                    <a:pt x="980724" y="2735142"/>
                  </a:lnTo>
                  <a:lnTo>
                    <a:pt x="980911" y="2734952"/>
                  </a:lnTo>
                  <a:lnTo>
                    <a:pt x="981098" y="2734531"/>
                  </a:lnTo>
                  <a:lnTo>
                    <a:pt x="981285" y="2734023"/>
                  </a:lnTo>
                  <a:lnTo>
                    <a:pt x="981472" y="2733298"/>
                  </a:lnTo>
                  <a:lnTo>
                    <a:pt x="981659" y="2732131"/>
                  </a:lnTo>
                  <a:lnTo>
                    <a:pt x="981846" y="2730910"/>
                  </a:lnTo>
                  <a:lnTo>
                    <a:pt x="982033" y="2729522"/>
                  </a:lnTo>
                  <a:lnTo>
                    <a:pt x="982219" y="2727800"/>
                  </a:lnTo>
                  <a:lnTo>
                    <a:pt x="982406" y="2725787"/>
                  </a:lnTo>
                  <a:lnTo>
                    <a:pt x="982593" y="2723975"/>
                  </a:lnTo>
                  <a:lnTo>
                    <a:pt x="982780" y="2722140"/>
                  </a:lnTo>
                  <a:lnTo>
                    <a:pt x="982967" y="2720157"/>
                  </a:lnTo>
                  <a:lnTo>
                    <a:pt x="983154" y="2718318"/>
                  </a:lnTo>
                  <a:lnTo>
                    <a:pt x="983341" y="2716611"/>
                  </a:lnTo>
                  <a:lnTo>
                    <a:pt x="983528" y="2714900"/>
                  </a:lnTo>
                  <a:lnTo>
                    <a:pt x="983715" y="2713787"/>
                  </a:lnTo>
                  <a:lnTo>
                    <a:pt x="983902" y="2712868"/>
                  </a:lnTo>
                  <a:lnTo>
                    <a:pt x="984089" y="2711817"/>
                  </a:lnTo>
                  <a:lnTo>
                    <a:pt x="984276" y="2710519"/>
                  </a:lnTo>
                  <a:lnTo>
                    <a:pt x="984462" y="2709116"/>
                  </a:lnTo>
                  <a:lnTo>
                    <a:pt x="984649" y="2707643"/>
                  </a:lnTo>
                  <a:lnTo>
                    <a:pt x="984836" y="2706187"/>
                  </a:lnTo>
                  <a:lnTo>
                    <a:pt x="985023" y="2705078"/>
                  </a:lnTo>
                  <a:lnTo>
                    <a:pt x="985210" y="2704205"/>
                  </a:lnTo>
                  <a:lnTo>
                    <a:pt x="985397" y="2703176"/>
                  </a:lnTo>
                  <a:lnTo>
                    <a:pt x="985584" y="2702278"/>
                  </a:lnTo>
                  <a:lnTo>
                    <a:pt x="985771" y="2701372"/>
                  </a:lnTo>
                  <a:lnTo>
                    <a:pt x="985958" y="2700317"/>
                  </a:lnTo>
                  <a:lnTo>
                    <a:pt x="986145" y="2699173"/>
                  </a:lnTo>
                  <a:lnTo>
                    <a:pt x="986332" y="2698030"/>
                  </a:lnTo>
                  <a:lnTo>
                    <a:pt x="986519" y="2696939"/>
                  </a:lnTo>
                  <a:lnTo>
                    <a:pt x="986706" y="2696095"/>
                  </a:lnTo>
                  <a:lnTo>
                    <a:pt x="986892" y="2695376"/>
                  </a:lnTo>
                  <a:lnTo>
                    <a:pt x="987079" y="2694889"/>
                  </a:lnTo>
                  <a:lnTo>
                    <a:pt x="987266" y="2694473"/>
                  </a:lnTo>
                  <a:lnTo>
                    <a:pt x="987453" y="2694114"/>
                  </a:lnTo>
                  <a:lnTo>
                    <a:pt x="987640" y="2693862"/>
                  </a:lnTo>
                  <a:lnTo>
                    <a:pt x="987827" y="2693609"/>
                  </a:lnTo>
                  <a:lnTo>
                    <a:pt x="988014" y="2693409"/>
                  </a:lnTo>
                  <a:lnTo>
                    <a:pt x="988201" y="2693333"/>
                  </a:lnTo>
                  <a:lnTo>
                    <a:pt x="988388" y="2693256"/>
                  </a:lnTo>
                  <a:lnTo>
                    <a:pt x="988575" y="2693206"/>
                  </a:lnTo>
                  <a:lnTo>
                    <a:pt x="988762" y="2693261"/>
                  </a:lnTo>
                  <a:lnTo>
                    <a:pt x="988949" y="2693096"/>
                  </a:lnTo>
                  <a:lnTo>
                    <a:pt x="989136" y="2692692"/>
                  </a:lnTo>
                  <a:lnTo>
                    <a:pt x="989322" y="2691759"/>
                  </a:lnTo>
                  <a:lnTo>
                    <a:pt x="989509" y="2690615"/>
                  </a:lnTo>
                  <a:lnTo>
                    <a:pt x="989696" y="2689380"/>
                  </a:lnTo>
                  <a:lnTo>
                    <a:pt x="989883" y="2687978"/>
                  </a:lnTo>
                  <a:lnTo>
                    <a:pt x="990070" y="2686699"/>
                  </a:lnTo>
                  <a:lnTo>
                    <a:pt x="990257" y="2685619"/>
                  </a:lnTo>
                  <a:lnTo>
                    <a:pt x="990444" y="2684509"/>
                  </a:lnTo>
                  <a:lnTo>
                    <a:pt x="990631" y="2683549"/>
                  </a:lnTo>
                  <a:lnTo>
                    <a:pt x="990818" y="2682544"/>
                  </a:lnTo>
                  <a:lnTo>
                    <a:pt x="991005" y="2681724"/>
                  </a:lnTo>
                  <a:lnTo>
                    <a:pt x="991192" y="2680732"/>
                  </a:lnTo>
                  <a:lnTo>
                    <a:pt x="991379" y="2679448"/>
                  </a:lnTo>
                  <a:lnTo>
                    <a:pt x="991565" y="2678377"/>
                  </a:lnTo>
                  <a:lnTo>
                    <a:pt x="991752" y="2677351"/>
                  </a:lnTo>
                  <a:lnTo>
                    <a:pt x="991939" y="2676248"/>
                  </a:lnTo>
                  <a:lnTo>
                    <a:pt x="992126" y="2675346"/>
                  </a:lnTo>
                  <a:lnTo>
                    <a:pt x="992313" y="2674197"/>
                  </a:lnTo>
                  <a:lnTo>
                    <a:pt x="992500" y="2672889"/>
                  </a:lnTo>
                  <a:lnTo>
                    <a:pt x="992687" y="2671514"/>
                  </a:lnTo>
                  <a:lnTo>
                    <a:pt x="992874" y="2669659"/>
                  </a:lnTo>
                  <a:lnTo>
                    <a:pt x="993061" y="2667485"/>
                  </a:lnTo>
                  <a:lnTo>
                    <a:pt x="993248" y="2665077"/>
                  </a:lnTo>
                  <a:lnTo>
                    <a:pt x="993435" y="2662485"/>
                  </a:lnTo>
                  <a:lnTo>
                    <a:pt x="993622" y="2659975"/>
                  </a:lnTo>
                  <a:lnTo>
                    <a:pt x="993809" y="2657440"/>
                  </a:lnTo>
                  <a:lnTo>
                    <a:pt x="993995" y="2655152"/>
                  </a:lnTo>
                  <a:lnTo>
                    <a:pt x="994182" y="2652804"/>
                  </a:lnTo>
                  <a:lnTo>
                    <a:pt x="994369" y="2650540"/>
                  </a:lnTo>
                  <a:lnTo>
                    <a:pt x="994556" y="2648277"/>
                  </a:lnTo>
                  <a:lnTo>
                    <a:pt x="994743" y="2645576"/>
                  </a:lnTo>
                  <a:lnTo>
                    <a:pt x="994930" y="2643093"/>
                  </a:lnTo>
                  <a:lnTo>
                    <a:pt x="995117" y="2640480"/>
                  </a:lnTo>
                  <a:lnTo>
                    <a:pt x="995304" y="2638178"/>
                  </a:lnTo>
                  <a:lnTo>
                    <a:pt x="995491" y="2635992"/>
                  </a:lnTo>
                  <a:lnTo>
                    <a:pt x="995678" y="2633653"/>
                  </a:lnTo>
                  <a:lnTo>
                    <a:pt x="995865" y="2631178"/>
                  </a:lnTo>
                  <a:lnTo>
                    <a:pt x="996052" y="2629027"/>
                  </a:lnTo>
                  <a:lnTo>
                    <a:pt x="996238" y="2626295"/>
                  </a:lnTo>
                  <a:lnTo>
                    <a:pt x="996425" y="2623340"/>
                  </a:lnTo>
                  <a:lnTo>
                    <a:pt x="996612" y="2620160"/>
                  </a:lnTo>
                  <a:lnTo>
                    <a:pt x="996799" y="2616628"/>
                  </a:lnTo>
                  <a:lnTo>
                    <a:pt x="996986" y="2612608"/>
                  </a:lnTo>
                  <a:lnTo>
                    <a:pt x="997173" y="2608509"/>
                  </a:lnTo>
                  <a:lnTo>
                    <a:pt x="997360" y="2604507"/>
                  </a:lnTo>
                  <a:lnTo>
                    <a:pt x="997547" y="2600602"/>
                  </a:lnTo>
                  <a:lnTo>
                    <a:pt x="997734" y="2596598"/>
                  </a:lnTo>
                  <a:lnTo>
                    <a:pt x="997921" y="2592574"/>
                  </a:lnTo>
                  <a:lnTo>
                    <a:pt x="998108" y="2588436"/>
                  </a:lnTo>
                  <a:lnTo>
                    <a:pt x="998295" y="2584332"/>
                  </a:lnTo>
                  <a:lnTo>
                    <a:pt x="998482" y="2580800"/>
                  </a:lnTo>
                  <a:lnTo>
                    <a:pt x="998668" y="2577479"/>
                  </a:lnTo>
                  <a:lnTo>
                    <a:pt x="998855" y="2574510"/>
                  </a:lnTo>
                  <a:lnTo>
                    <a:pt x="999042" y="2572160"/>
                  </a:lnTo>
                  <a:lnTo>
                    <a:pt x="999229" y="2570162"/>
                  </a:lnTo>
                  <a:lnTo>
                    <a:pt x="999416" y="2568457"/>
                  </a:lnTo>
                  <a:lnTo>
                    <a:pt x="999603" y="2567090"/>
                  </a:lnTo>
                  <a:lnTo>
                    <a:pt x="999790" y="2566375"/>
                  </a:lnTo>
                  <a:lnTo>
                    <a:pt x="999977" y="2566153"/>
                  </a:lnTo>
                  <a:lnTo>
                    <a:pt x="1000164" y="2566171"/>
                  </a:lnTo>
                  <a:lnTo>
                    <a:pt x="1000351" y="2566555"/>
                  </a:lnTo>
                  <a:lnTo>
                    <a:pt x="1000538" y="2566841"/>
                  </a:lnTo>
                  <a:lnTo>
                    <a:pt x="1000725" y="2567311"/>
                  </a:lnTo>
                  <a:lnTo>
                    <a:pt x="1000912" y="2568024"/>
                  </a:lnTo>
                  <a:lnTo>
                    <a:pt x="1001098" y="2568980"/>
                  </a:lnTo>
                  <a:lnTo>
                    <a:pt x="1001285" y="2570132"/>
                  </a:lnTo>
                  <a:lnTo>
                    <a:pt x="1001472" y="2571517"/>
                  </a:lnTo>
                  <a:lnTo>
                    <a:pt x="1001659" y="2573079"/>
                  </a:lnTo>
                  <a:lnTo>
                    <a:pt x="1001846" y="2574953"/>
                  </a:lnTo>
                  <a:lnTo>
                    <a:pt x="1002033" y="2576722"/>
                  </a:lnTo>
                  <a:lnTo>
                    <a:pt x="1002220" y="2578560"/>
                  </a:lnTo>
                  <a:lnTo>
                    <a:pt x="1002407" y="2580456"/>
                  </a:lnTo>
                  <a:lnTo>
                    <a:pt x="1002594" y="2582352"/>
                  </a:lnTo>
                  <a:lnTo>
                    <a:pt x="1002781" y="2584226"/>
                  </a:lnTo>
                  <a:lnTo>
                    <a:pt x="1002968" y="2586064"/>
                  </a:lnTo>
                  <a:lnTo>
                    <a:pt x="1003155" y="2587810"/>
                  </a:lnTo>
                  <a:lnTo>
                    <a:pt x="1003341" y="2589620"/>
                  </a:lnTo>
                  <a:lnTo>
                    <a:pt x="1003528" y="2591549"/>
                  </a:lnTo>
                  <a:lnTo>
                    <a:pt x="1003715" y="2593167"/>
                  </a:lnTo>
                  <a:lnTo>
                    <a:pt x="1003902" y="2594238"/>
                  </a:lnTo>
                  <a:lnTo>
                    <a:pt x="1004089" y="2594873"/>
                  </a:lnTo>
                  <a:lnTo>
                    <a:pt x="1004276" y="2595371"/>
                  </a:lnTo>
                  <a:lnTo>
                    <a:pt x="1004463" y="2595466"/>
                  </a:lnTo>
                  <a:lnTo>
                    <a:pt x="1004650" y="2595315"/>
                  </a:lnTo>
                  <a:lnTo>
                    <a:pt x="1004837" y="2594949"/>
                  </a:lnTo>
                  <a:lnTo>
                    <a:pt x="1005024" y="2594486"/>
                  </a:lnTo>
                  <a:lnTo>
                    <a:pt x="1005211" y="2594185"/>
                  </a:lnTo>
                  <a:lnTo>
                    <a:pt x="1005398" y="2593704"/>
                  </a:lnTo>
                  <a:lnTo>
                    <a:pt x="1005585" y="2592771"/>
                  </a:lnTo>
                  <a:lnTo>
                    <a:pt x="1005771" y="2591305"/>
                  </a:lnTo>
                  <a:lnTo>
                    <a:pt x="1005958" y="2589691"/>
                  </a:lnTo>
                  <a:lnTo>
                    <a:pt x="1006145" y="2588004"/>
                  </a:lnTo>
                  <a:lnTo>
                    <a:pt x="1006332" y="2585911"/>
                  </a:lnTo>
                  <a:lnTo>
                    <a:pt x="1006519" y="2583748"/>
                  </a:lnTo>
                  <a:lnTo>
                    <a:pt x="1006706" y="2581636"/>
                  </a:lnTo>
                  <a:lnTo>
                    <a:pt x="1006893" y="2579322"/>
                  </a:lnTo>
                  <a:lnTo>
                    <a:pt x="1007080" y="2577034"/>
                  </a:lnTo>
                  <a:lnTo>
                    <a:pt x="1007267" y="2574865"/>
                  </a:lnTo>
                  <a:lnTo>
                    <a:pt x="1007454" y="2572987"/>
                  </a:lnTo>
                  <a:lnTo>
                    <a:pt x="1007641" y="2571399"/>
                  </a:lnTo>
                  <a:lnTo>
                    <a:pt x="1007828" y="2569826"/>
                  </a:lnTo>
                  <a:lnTo>
                    <a:pt x="1008015" y="2568330"/>
                  </a:lnTo>
                  <a:lnTo>
                    <a:pt x="1008201" y="2566770"/>
                  </a:lnTo>
                  <a:lnTo>
                    <a:pt x="1008388" y="2564842"/>
                  </a:lnTo>
                  <a:lnTo>
                    <a:pt x="1008575" y="2562159"/>
                  </a:lnTo>
                  <a:lnTo>
                    <a:pt x="1008762" y="2559512"/>
                  </a:lnTo>
                  <a:lnTo>
                    <a:pt x="1008949" y="2556961"/>
                  </a:lnTo>
                  <a:lnTo>
                    <a:pt x="1009136" y="2554595"/>
                  </a:lnTo>
                  <a:lnTo>
                    <a:pt x="1009323" y="2552176"/>
                  </a:lnTo>
                  <a:lnTo>
                    <a:pt x="1009510" y="2549643"/>
                  </a:lnTo>
                  <a:lnTo>
                    <a:pt x="1009697" y="2547820"/>
                  </a:lnTo>
                  <a:lnTo>
                    <a:pt x="1009884" y="2546258"/>
                  </a:lnTo>
                  <a:lnTo>
                    <a:pt x="1010071" y="2544814"/>
                  </a:lnTo>
                  <a:lnTo>
                    <a:pt x="1010258" y="2543550"/>
                  </a:lnTo>
                  <a:lnTo>
                    <a:pt x="1010444" y="2542014"/>
                  </a:lnTo>
                  <a:lnTo>
                    <a:pt x="1010631" y="2540283"/>
                  </a:lnTo>
                  <a:lnTo>
                    <a:pt x="1010818" y="2538545"/>
                  </a:lnTo>
                  <a:lnTo>
                    <a:pt x="1011005" y="2536902"/>
                  </a:lnTo>
                  <a:lnTo>
                    <a:pt x="1011192" y="2535582"/>
                  </a:lnTo>
                  <a:lnTo>
                    <a:pt x="1011379" y="2534737"/>
                  </a:lnTo>
                  <a:lnTo>
                    <a:pt x="1011566" y="2534088"/>
                  </a:lnTo>
                  <a:lnTo>
                    <a:pt x="1011753" y="2533420"/>
                  </a:lnTo>
                  <a:lnTo>
                    <a:pt x="1011940" y="2532634"/>
                  </a:lnTo>
                  <a:lnTo>
                    <a:pt x="1012127" y="2531897"/>
                  </a:lnTo>
                  <a:lnTo>
                    <a:pt x="1012314" y="2531284"/>
                  </a:lnTo>
                  <a:lnTo>
                    <a:pt x="1012501" y="2530759"/>
                  </a:lnTo>
                  <a:lnTo>
                    <a:pt x="1012688" y="2529824"/>
                  </a:lnTo>
                  <a:lnTo>
                    <a:pt x="1012874" y="2528734"/>
                  </a:lnTo>
                  <a:lnTo>
                    <a:pt x="1013061" y="2527746"/>
                  </a:lnTo>
                  <a:lnTo>
                    <a:pt x="1013248" y="2526720"/>
                  </a:lnTo>
                  <a:lnTo>
                    <a:pt x="1013435" y="2525813"/>
                  </a:lnTo>
                  <a:lnTo>
                    <a:pt x="1013622" y="2524848"/>
                  </a:lnTo>
                  <a:lnTo>
                    <a:pt x="1013809" y="2524088"/>
                  </a:lnTo>
                  <a:lnTo>
                    <a:pt x="1013996" y="2523187"/>
                  </a:lnTo>
                  <a:lnTo>
                    <a:pt x="1014183" y="2521891"/>
                  </a:lnTo>
                  <a:lnTo>
                    <a:pt x="1014370" y="2520489"/>
                  </a:lnTo>
                  <a:lnTo>
                    <a:pt x="1014557" y="2518421"/>
                  </a:lnTo>
                  <a:lnTo>
                    <a:pt x="1014744" y="2516388"/>
                  </a:lnTo>
                  <a:lnTo>
                    <a:pt x="1014931" y="2514270"/>
                  </a:lnTo>
                  <a:lnTo>
                    <a:pt x="1015117" y="2511999"/>
                  </a:lnTo>
                  <a:lnTo>
                    <a:pt x="1015304" y="2509651"/>
                  </a:lnTo>
                  <a:lnTo>
                    <a:pt x="1015491" y="2507220"/>
                  </a:lnTo>
                  <a:lnTo>
                    <a:pt x="1015678" y="2504547"/>
                  </a:lnTo>
                  <a:lnTo>
                    <a:pt x="1015865" y="2501680"/>
                  </a:lnTo>
                  <a:lnTo>
                    <a:pt x="1016052" y="2498535"/>
                  </a:lnTo>
                  <a:lnTo>
                    <a:pt x="1016239" y="2495222"/>
                  </a:lnTo>
                  <a:lnTo>
                    <a:pt x="1016426" y="2491721"/>
                  </a:lnTo>
                  <a:lnTo>
                    <a:pt x="1016613" y="2488037"/>
                  </a:lnTo>
                  <a:lnTo>
                    <a:pt x="1016800" y="2484335"/>
                  </a:lnTo>
                  <a:lnTo>
                    <a:pt x="1016987" y="2480707"/>
                  </a:lnTo>
                  <a:lnTo>
                    <a:pt x="1017174" y="2476676"/>
                  </a:lnTo>
                  <a:lnTo>
                    <a:pt x="1017361" y="2472899"/>
                  </a:lnTo>
                  <a:lnTo>
                    <a:pt x="1017547" y="2468943"/>
                  </a:lnTo>
                  <a:lnTo>
                    <a:pt x="1017734" y="2464915"/>
                  </a:lnTo>
                  <a:lnTo>
                    <a:pt x="1017921" y="2461095"/>
                  </a:lnTo>
                  <a:lnTo>
                    <a:pt x="1018108" y="2457392"/>
                  </a:lnTo>
                  <a:lnTo>
                    <a:pt x="1018295" y="2453494"/>
                  </a:lnTo>
                  <a:lnTo>
                    <a:pt x="1018482" y="2450047"/>
                  </a:lnTo>
                  <a:lnTo>
                    <a:pt x="1018669" y="2446792"/>
                  </a:lnTo>
                  <a:lnTo>
                    <a:pt x="1018856" y="2443824"/>
                  </a:lnTo>
                  <a:lnTo>
                    <a:pt x="1019043" y="2441382"/>
                  </a:lnTo>
                  <a:lnTo>
                    <a:pt x="1019230" y="2439144"/>
                  </a:lnTo>
                  <a:lnTo>
                    <a:pt x="1019417" y="2437216"/>
                  </a:lnTo>
                  <a:lnTo>
                    <a:pt x="1019604" y="2435817"/>
                  </a:lnTo>
                  <a:lnTo>
                    <a:pt x="1019791" y="2434310"/>
                  </a:lnTo>
                  <a:lnTo>
                    <a:pt x="1019977" y="2433261"/>
                  </a:lnTo>
                  <a:lnTo>
                    <a:pt x="1020164" y="2432393"/>
                  </a:lnTo>
                  <a:lnTo>
                    <a:pt x="1020351" y="2431911"/>
                  </a:lnTo>
                  <a:lnTo>
                    <a:pt x="1020538" y="2431443"/>
                  </a:lnTo>
                  <a:lnTo>
                    <a:pt x="1020725" y="2430193"/>
                  </a:lnTo>
                  <a:lnTo>
                    <a:pt x="1020912" y="2428864"/>
                  </a:lnTo>
                  <a:lnTo>
                    <a:pt x="1021099" y="2427524"/>
                  </a:lnTo>
                  <a:lnTo>
                    <a:pt x="1021286" y="2426194"/>
                  </a:lnTo>
                  <a:lnTo>
                    <a:pt x="1021473" y="2425166"/>
                  </a:lnTo>
                  <a:lnTo>
                    <a:pt x="1021660" y="2424085"/>
                  </a:lnTo>
                  <a:lnTo>
                    <a:pt x="1021847" y="2423310"/>
                  </a:lnTo>
                  <a:lnTo>
                    <a:pt x="1022034" y="2422501"/>
                  </a:lnTo>
                  <a:lnTo>
                    <a:pt x="1022220" y="2421516"/>
                  </a:lnTo>
                  <a:lnTo>
                    <a:pt x="1022407" y="2420074"/>
                  </a:lnTo>
                  <a:lnTo>
                    <a:pt x="1022594" y="2418332"/>
                  </a:lnTo>
                  <a:lnTo>
                    <a:pt x="1022781" y="2416907"/>
                  </a:lnTo>
                  <a:lnTo>
                    <a:pt x="1022968" y="2415597"/>
                  </a:lnTo>
                  <a:lnTo>
                    <a:pt x="1023155" y="2414251"/>
                  </a:lnTo>
                  <a:lnTo>
                    <a:pt x="1023342" y="2413186"/>
                  </a:lnTo>
                  <a:lnTo>
                    <a:pt x="1023529" y="2412483"/>
                  </a:lnTo>
                  <a:lnTo>
                    <a:pt x="1023716" y="2411911"/>
                  </a:lnTo>
                  <a:lnTo>
                    <a:pt x="1023903" y="2411357"/>
                  </a:lnTo>
                  <a:lnTo>
                    <a:pt x="1024090" y="2410741"/>
                  </a:lnTo>
                  <a:lnTo>
                    <a:pt x="1024277" y="2409510"/>
                  </a:lnTo>
                  <a:lnTo>
                    <a:pt x="1024464" y="2408032"/>
                  </a:lnTo>
                  <a:lnTo>
                    <a:pt x="1024650" y="2406176"/>
                  </a:lnTo>
                  <a:lnTo>
                    <a:pt x="1024837" y="2404338"/>
                  </a:lnTo>
                  <a:lnTo>
                    <a:pt x="1025024" y="2402385"/>
                  </a:lnTo>
                  <a:lnTo>
                    <a:pt x="1025211" y="2400301"/>
                  </a:lnTo>
                  <a:lnTo>
                    <a:pt x="1025398" y="2397943"/>
                  </a:lnTo>
                  <a:lnTo>
                    <a:pt x="1025585" y="2395375"/>
                  </a:lnTo>
                  <a:lnTo>
                    <a:pt x="1025772" y="2392974"/>
                  </a:lnTo>
                  <a:lnTo>
                    <a:pt x="1025959" y="2390687"/>
                  </a:lnTo>
                  <a:lnTo>
                    <a:pt x="1026146" y="2388444"/>
                  </a:lnTo>
                  <a:lnTo>
                    <a:pt x="1026333" y="2386403"/>
                  </a:lnTo>
                  <a:lnTo>
                    <a:pt x="1026520" y="2384363"/>
                  </a:lnTo>
                  <a:lnTo>
                    <a:pt x="1026707" y="2382788"/>
                  </a:lnTo>
                  <a:lnTo>
                    <a:pt x="1026894" y="2381513"/>
                  </a:lnTo>
                  <a:lnTo>
                    <a:pt x="1027080" y="2380360"/>
                  </a:lnTo>
                  <a:lnTo>
                    <a:pt x="1027267" y="2379120"/>
                  </a:lnTo>
                  <a:lnTo>
                    <a:pt x="1027454" y="2378144"/>
                  </a:lnTo>
                  <a:lnTo>
                    <a:pt x="1027641" y="2377212"/>
                  </a:lnTo>
                  <a:lnTo>
                    <a:pt x="1027828" y="2376323"/>
                  </a:lnTo>
                  <a:lnTo>
                    <a:pt x="1028015" y="2375347"/>
                  </a:lnTo>
                  <a:lnTo>
                    <a:pt x="1028202" y="2374590"/>
                  </a:lnTo>
                  <a:lnTo>
                    <a:pt x="1028389" y="2373486"/>
                  </a:lnTo>
                  <a:lnTo>
                    <a:pt x="1028576" y="2372279"/>
                  </a:lnTo>
                  <a:lnTo>
                    <a:pt x="1028763" y="2371313"/>
                  </a:lnTo>
                  <a:lnTo>
                    <a:pt x="1028950" y="2370132"/>
                  </a:lnTo>
                  <a:lnTo>
                    <a:pt x="1029137" y="2368926"/>
                  </a:lnTo>
                  <a:lnTo>
                    <a:pt x="1029323" y="2368094"/>
                  </a:lnTo>
                  <a:lnTo>
                    <a:pt x="1029510" y="2367097"/>
                  </a:lnTo>
                  <a:lnTo>
                    <a:pt x="1029697" y="2366344"/>
                  </a:lnTo>
                  <a:lnTo>
                    <a:pt x="1029884" y="2366056"/>
                  </a:lnTo>
                  <a:lnTo>
                    <a:pt x="1030071" y="2366012"/>
                  </a:lnTo>
                  <a:lnTo>
                    <a:pt x="1030258" y="2366168"/>
                  </a:lnTo>
                  <a:lnTo>
                    <a:pt x="1030445" y="2366620"/>
                  </a:lnTo>
                  <a:lnTo>
                    <a:pt x="1030632" y="2367351"/>
                  </a:lnTo>
                  <a:lnTo>
                    <a:pt x="1030819" y="2368541"/>
                  </a:lnTo>
                  <a:lnTo>
                    <a:pt x="1031006" y="2370191"/>
                  </a:lnTo>
                  <a:lnTo>
                    <a:pt x="1031193" y="2372261"/>
                  </a:lnTo>
                  <a:lnTo>
                    <a:pt x="1031380" y="2374352"/>
                  </a:lnTo>
                  <a:lnTo>
                    <a:pt x="1031567" y="2376348"/>
                  </a:lnTo>
                  <a:lnTo>
                    <a:pt x="1031753" y="2377951"/>
                  </a:lnTo>
                  <a:lnTo>
                    <a:pt x="1031940" y="2379483"/>
                  </a:lnTo>
                  <a:lnTo>
                    <a:pt x="1032127" y="2381366"/>
                  </a:lnTo>
                  <a:lnTo>
                    <a:pt x="1032314" y="2382792"/>
                  </a:lnTo>
                  <a:lnTo>
                    <a:pt x="1032501" y="2384146"/>
                  </a:lnTo>
                  <a:lnTo>
                    <a:pt x="1032688" y="2385120"/>
                  </a:lnTo>
                  <a:lnTo>
                    <a:pt x="1032875" y="2385634"/>
                  </a:lnTo>
                  <a:lnTo>
                    <a:pt x="1033062" y="2386496"/>
                  </a:lnTo>
                  <a:lnTo>
                    <a:pt x="1033249" y="2387210"/>
                  </a:lnTo>
                  <a:lnTo>
                    <a:pt x="1033436" y="2387744"/>
                  </a:lnTo>
                  <a:lnTo>
                    <a:pt x="1033623" y="2388741"/>
                  </a:lnTo>
                  <a:lnTo>
                    <a:pt x="1033810" y="2389575"/>
                  </a:lnTo>
                  <a:lnTo>
                    <a:pt x="1033996" y="2390165"/>
                  </a:lnTo>
                  <a:lnTo>
                    <a:pt x="1034183" y="2390909"/>
                  </a:lnTo>
                  <a:lnTo>
                    <a:pt x="1034370" y="2391960"/>
                  </a:lnTo>
                  <a:lnTo>
                    <a:pt x="1034557" y="2392960"/>
                  </a:lnTo>
                  <a:lnTo>
                    <a:pt x="1034744" y="2393605"/>
                  </a:lnTo>
                  <a:lnTo>
                    <a:pt x="1034931" y="2394002"/>
                  </a:lnTo>
                  <a:lnTo>
                    <a:pt x="1035118" y="2394296"/>
                  </a:lnTo>
                  <a:lnTo>
                    <a:pt x="1035305" y="2394577"/>
                  </a:lnTo>
                  <a:lnTo>
                    <a:pt x="1035492" y="2394752"/>
                  </a:lnTo>
                  <a:lnTo>
                    <a:pt x="1035679" y="2394743"/>
                  </a:lnTo>
                  <a:lnTo>
                    <a:pt x="1035866" y="2393805"/>
                  </a:lnTo>
                  <a:lnTo>
                    <a:pt x="1036053" y="2392655"/>
                  </a:lnTo>
                  <a:lnTo>
                    <a:pt x="1036240" y="2391496"/>
                  </a:lnTo>
                  <a:lnTo>
                    <a:pt x="1036426" y="2389014"/>
                  </a:lnTo>
                  <a:lnTo>
                    <a:pt x="1036613" y="2386190"/>
                  </a:lnTo>
                  <a:lnTo>
                    <a:pt x="1036800" y="2383298"/>
                  </a:lnTo>
                  <a:lnTo>
                    <a:pt x="1036987" y="2380162"/>
                  </a:lnTo>
                  <a:lnTo>
                    <a:pt x="1037174" y="2377012"/>
                  </a:lnTo>
                  <a:lnTo>
                    <a:pt x="1037361" y="2374022"/>
                  </a:lnTo>
                  <a:lnTo>
                    <a:pt x="1037548" y="2371249"/>
                  </a:lnTo>
                  <a:lnTo>
                    <a:pt x="1037735" y="2368040"/>
                  </a:lnTo>
                  <a:lnTo>
                    <a:pt x="1037922" y="2365103"/>
                  </a:lnTo>
                  <a:lnTo>
                    <a:pt x="1038109" y="2362160"/>
                  </a:lnTo>
                  <a:lnTo>
                    <a:pt x="1038296" y="2359239"/>
                  </a:lnTo>
                  <a:lnTo>
                    <a:pt x="1038483" y="2356538"/>
                  </a:lnTo>
                  <a:lnTo>
                    <a:pt x="1038670" y="2354042"/>
                  </a:lnTo>
                  <a:lnTo>
                    <a:pt x="1038856" y="2351287"/>
                  </a:lnTo>
                  <a:lnTo>
                    <a:pt x="1039043" y="2348641"/>
                  </a:lnTo>
                  <a:lnTo>
                    <a:pt x="1039230" y="2345893"/>
                  </a:lnTo>
                  <a:lnTo>
                    <a:pt x="1039417" y="2342810"/>
                  </a:lnTo>
                  <a:lnTo>
                    <a:pt x="1039604" y="2339640"/>
                  </a:lnTo>
                  <a:lnTo>
                    <a:pt x="1039791" y="2336621"/>
                  </a:lnTo>
                  <a:lnTo>
                    <a:pt x="1039978" y="2333370"/>
                  </a:lnTo>
                  <a:lnTo>
                    <a:pt x="1040165" y="2330019"/>
                  </a:lnTo>
                  <a:lnTo>
                    <a:pt x="1040352" y="2326838"/>
                  </a:lnTo>
                  <a:lnTo>
                    <a:pt x="1040539" y="2323397"/>
                  </a:lnTo>
                  <a:lnTo>
                    <a:pt x="1040726" y="2319755"/>
                  </a:lnTo>
                  <a:lnTo>
                    <a:pt x="1040913" y="2316097"/>
                  </a:lnTo>
                  <a:lnTo>
                    <a:pt x="1041099" y="2312315"/>
                  </a:lnTo>
                  <a:lnTo>
                    <a:pt x="1041286" y="2308657"/>
                  </a:lnTo>
                  <a:lnTo>
                    <a:pt x="1041473" y="2305193"/>
                  </a:lnTo>
                  <a:lnTo>
                    <a:pt x="1041660" y="2301635"/>
                  </a:lnTo>
                  <a:lnTo>
                    <a:pt x="1041847" y="2297810"/>
                  </a:lnTo>
                  <a:lnTo>
                    <a:pt x="1042034" y="2294605"/>
                  </a:lnTo>
                  <a:lnTo>
                    <a:pt x="1042221" y="2291578"/>
                  </a:lnTo>
                  <a:lnTo>
                    <a:pt x="1042408" y="2288627"/>
                  </a:lnTo>
                  <a:lnTo>
                    <a:pt x="1042595" y="2285359"/>
                  </a:lnTo>
                  <a:lnTo>
                    <a:pt x="1042782" y="2282293"/>
                  </a:lnTo>
                  <a:lnTo>
                    <a:pt x="1042969" y="2278779"/>
                  </a:lnTo>
                  <a:lnTo>
                    <a:pt x="1043156" y="2274135"/>
                  </a:lnTo>
                  <a:lnTo>
                    <a:pt x="1043343" y="2270009"/>
                  </a:lnTo>
                  <a:lnTo>
                    <a:pt x="1043529" y="2266104"/>
                  </a:lnTo>
                  <a:lnTo>
                    <a:pt x="1043716" y="2262830"/>
                  </a:lnTo>
                  <a:lnTo>
                    <a:pt x="1043903" y="2259957"/>
                  </a:lnTo>
                  <a:lnTo>
                    <a:pt x="1044090" y="2257292"/>
                  </a:lnTo>
                  <a:lnTo>
                    <a:pt x="1044277" y="2254797"/>
                  </a:lnTo>
                  <a:lnTo>
                    <a:pt x="1044464" y="2252050"/>
                  </a:lnTo>
                  <a:lnTo>
                    <a:pt x="1044651" y="2249392"/>
                  </a:lnTo>
                  <a:lnTo>
                    <a:pt x="1044838" y="2246429"/>
                  </a:lnTo>
                  <a:lnTo>
                    <a:pt x="1045025" y="2243340"/>
                  </a:lnTo>
                  <a:lnTo>
                    <a:pt x="1045212" y="2240746"/>
                  </a:lnTo>
                  <a:lnTo>
                    <a:pt x="1045399" y="2238274"/>
                  </a:lnTo>
                  <a:lnTo>
                    <a:pt x="1045586" y="2235656"/>
                  </a:lnTo>
                  <a:lnTo>
                    <a:pt x="1045772" y="2234129"/>
                  </a:lnTo>
                  <a:lnTo>
                    <a:pt x="1045959" y="2233767"/>
                  </a:lnTo>
                  <a:lnTo>
                    <a:pt x="1046146" y="2233535"/>
                  </a:lnTo>
                  <a:lnTo>
                    <a:pt x="1046333" y="2233560"/>
                  </a:lnTo>
                  <a:lnTo>
                    <a:pt x="1046520" y="2233240"/>
                  </a:lnTo>
                  <a:lnTo>
                    <a:pt x="1046707" y="2232533"/>
                  </a:lnTo>
                  <a:lnTo>
                    <a:pt x="1046894" y="2232027"/>
                  </a:lnTo>
                  <a:lnTo>
                    <a:pt x="1047081" y="2230691"/>
                  </a:lnTo>
                  <a:lnTo>
                    <a:pt x="1047268" y="2229193"/>
                  </a:lnTo>
                  <a:lnTo>
                    <a:pt x="1047455" y="2227639"/>
                  </a:lnTo>
                  <a:lnTo>
                    <a:pt x="1047642" y="2225961"/>
                  </a:lnTo>
                  <a:lnTo>
                    <a:pt x="1047829" y="2224474"/>
                  </a:lnTo>
                  <a:lnTo>
                    <a:pt x="1048016" y="2223225"/>
                  </a:lnTo>
                  <a:lnTo>
                    <a:pt x="1048202" y="2222130"/>
                  </a:lnTo>
                  <a:lnTo>
                    <a:pt x="1048389" y="2220991"/>
                  </a:lnTo>
                  <a:lnTo>
                    <a:pt x="1048576" y="2219204"/>
                  </a:lnTo>
                  <a:lnTo>
                    <a:pt x="1048763" y="2217312"/>
                  </a:lnTo>
                  <a:lnTo>
                    <a:pt x="1048950" y="2214762"/>
                  </a:lnTo>
                  <a:lnTo>
                    <a:pt x="1049137" y="2211849"/>
                  </a:lnTo>
                  <a:lnTo>
                    <a:pt x="1049324" y="2208997"/>
                  </a:lnTo>
                  <a:lnTo>
                    <a:pt x="1049511" y="2206357"/>
                  </a:lnTo>
                  <a:lnTo>
                    <a:pt x="1049698" y="2203296"/>
                  </a:lnTo>
                  <a:lnTo>
                    <a:pt x="1049885" y="2200549"/>
                  </a:lnTo>
                  <a:lnTo>
                    <a:pt x="1050072" y="2197934"/>
                  </a:lnTo>
                  <a:lnTo>
                    <a:pt x="1050259" y="2195145"/>
                  </a:lnTo>
                  <a:lnTo>
                    <a:pt x="1050446" y="2192574"/>
                  </a:lnTo>
                  <a:lnTo>
                    <a:pt x="1050632" y="2189325"/>
                  </a:lnTo>
                  <a:lnTo>
                    <a:pt x="1050819" y="2186282"/>
                  </a:lnTo>
                  <a:lnTo>
                    <a:pt x="1051006" y="2183817"/>
                  </a:lnTo>
                  <a:lnTo>
                    <a:pt x="1051193" y="2182053"/>
                  </a:lnTo>
                  <a:lnTo>
                    <a:pt x="1051380" y="2180491"/>
                  </a:lnTo>
                  <a:lnTo>
                    <a:pt x="1051567" y="2179787"/>
                  </a:lnTo>
                  <a:lnTo>
                    <a:pt x="1051754" y="2178916"/>
                  </a:lnTo>
                  <a:lnTo>
                    <a:pt x="1051941" y="2178260"/>
                  </a:lnTo>
                  <a:lnTo>
                    <a:pt x="1052128" y="2177238"/>
                  </a:lnTo>
                  <a:lnTo>
                    <a:pt x="1052315" y="2176573"/>
                  </a:lnTo>
                  <a:lnTo>
                    <a:pt x="1052502" y="2176143"/>
                  </a:lnTo>
                  <a:lnTo>
                    <a:pt x="1052689" y="2176086"/>
                  </a:lnTo>
                  <a:lnTo>
                    <a:pt x="1052875" y="2176359"/>
                  </a:lnTo>
                  <a:lnTo>
                    <a:pt x="1053062" y="2177029"/>
                  </a:lnTo>
                  <a:lnTo>
                    <a:pt x="1053249" y="2177873"/>
                  </a:lnTo>
                  <a:lnTo>
                    <a:pt x="1053436" y="2179019"/>
                  </a:lnTo>
                  <a:lnTo>
                    <a:pt x="1053623" y="2180365"/>
                  </a:lnTo>
                  <a:lnTo>
                    <a:pt x="1053810" y="2181831"/>
                  </a:lnTo>
                  <a:lnTo>
                    <a:pt x="1053997" y="2183385"/>
                  </a:lnTo>
                  <a:lnTo>
                    <a:pt x="1054184" y="2184908"/>
                  </a:lnTo>
                  <a:lnTo>
                    <a:pt x="1054371" y="2186168"/>
                  </a:lnTo>
                  <a:lnTo>
                    <a:pt x="1054558" y="2187905"/>
                  </a:lnTo>
                  <a:lnTo>
                    <a:pt x="1054745" y="2189839"/>
                  </a:lnTo>
                  <a:lnTo>
                    <a:pt x="1054932" y="2192344"/>
                  </a:lnTo>
                  <a:lnTo>
                    <a:pt x="1055119" y="2194729"/>
                  </a:lnTo>
                  <a:lnTo>
                    <a:pt x="1055305" y="2197259"/>
                  </a:lnTo>
                  <a:lnTo>
                    <a:pt x="1055492" y="2199801"/>
                  </a:lnTo>
                  <a:lnTo>
                    <a:pt x="1055679" y="2202654"/>
                  </a:lnTo>
                  <a:lnTo>
                    <a:pt x="1055866" y="2205198"/>
                  </a:lnTo>
                  <a:lnTo>
                    <a:pt x="1056053" y="2207637"/>
                  </a:lnTo>
                  <a:lnTo>
                    <a:pt x="1056240" y="2209391"/>
                  </a:lnTo>
                  <a:lnTo>
                    <a:pt x="1056427" y="2210445"/>
                  </a:lnTo>
                  <a:lnTo>
                    <a:pt x="1056614" y="2211433"/>
                  </a:lnTo>
                  <a:lnTo>
                    <a:pt x="1056801" y="2212453"/>
                  </a:lnTo>
                  <a:lnTo>
                    <a:pt x="1056988" y="2213700"/>
                  </a:lnTo>
                  <a:lnTo>
                    <a:pt x="1057175" y="2215137"/>
                  </a:lnTo>
                  <a:lnTo>
                    <a:pt x="1057362" y="2216145"/>
                  </a:lnTo>
                  <a:lnTo>
                    <a:pt x="1057549" y="2216723"/>
                  </a:lnTo>
                  <a:lnTo>
                    <a:pt x="1057735" y="2217256"/>
                  </a:lnTo>
                  <a:lnTo>
                    <a:pt x="1057922" y="2217855"/>
                  </a:lnTo>
                  <a:lnTo>
                    <a:pt x="1058109" y="2219209"/>
                  </a:lnTo>
                  <a:lnTo>
                    <a:pt x="1058296" y="2220722"/>
                  </a:lnTo>
                  <a:lnTo>
                    <a:pt x="1058483" y="2221836"/>
                  </a:lnTo>
                  <a:lnTo>
                    <a:pt x="1058670" y="2222700"/>
                  </a:lnTo>
                  <a:lnTo>
                    <a:pt x="1058857" y="2223309"/>
                  </a:lnTo>
                  <a:lnTo>
                    <a:pt x="1059044" y="2224074"/>
                  </a:lnTo>
                  <a:lnTo>
                    <a:pt x="1059231" y="2224454"/>
                  </a:lnTo>
                  <a:lnTo>
                    <a:pt x="1059418" y="2224778"/>
                  </a:lnTo>
                  <a:lnTo>
                    <a:pt x="1059605" y="2225133"/>
                  </a:lnTo>
                  <a:lnTo>
                    <a:pt x="1059792" y="2225421"/>
                  </a:lnTo>
                  <a:lnTo>
                    <a:pt x="1059978" y="2225721"/>
                  </a:lnTo>
                  <a:lnTo>
                    <a:pt x="1060165" y="2225921"/>
                  </a:lnTo>
                  <a:lnTo>
                    <a:pt x="1060352" y="2226052"/>
                  </a:lnTo>
                  <a:lnTo>
                    <a:pt x="1060539" y="2226202"/>
                  </a:lnTo>
                  <a:lnTo>
                    <a:pt x="1060726" y="2226376"/>
                  </a:lnTo>
                  <a:lnTo>
                    <a:pt x="1060913" y="2226117"/>
                  </a:lnTo>
                  <a:lnTo>
                    <a:pt x="1061100" y="2225621"/>
                  </a:lnTo>
                  <a:lnTo>
                    <a:pt x="1061287" y="2224997"/>
                  </a:lnTo>
                  <a:lnTo>
                    <a:pt x="1061474" y="2224187"/>
                  </a:lnTo>
                  <a:lnTo>
                    <a:pt x="1061661" y="2222623"/>
                  </a:lnTo>
                  <a:lnTo>
                    <a:pt x="1061848" y="2220385"/>
                  </a:lnTo>
                  <a:lnTo>
                    <a:pt x="1062035" y="2218536"/>
                  </a:lnTo>
                  <a:lnTo>
                    <a:pt x="1062222" y="2216624"/>
                  </a:lnTo>
                  <a:lnTo>
                    <a:pt x="1062408" y="2214954"/>
                  </a:lnTo>
                  <a:lnTo>
                    <a:pt x="1062595" y="2213404"/>
                  </a:lnTo>
                  <a:lnTo>
                    <a:pt x="1062782" y="2212094"/>
                  </a:lnTo>
                  <a:lnTo>
                    <a:pt x="1062969" y="2210931"/>
                  </a:lnTo>
                  <a:lnTo>
                    <a:pt x="1063156" y="2209376"/>
                  </a:lnTo>
                  <a:lnTo>
                    <a:pt x="1063343" y="2207580"/>
                  </a:lnTo>
                  <a:lnTo>
                    <a:pt x="1063530" y="2205930"/>
                  </a:lnTo>
                  <a:lnTo>
                    <a:pt x="1063717" y="2204414"/>
                  </a:lnTo>
                  <a:lnTo>
                    <a:pt x="1063904" y="2203074"/>
                  </a:lnTo>
                  <a:lnTo>
                    <a:pt x="1064091" y="2201891"/>
                  </a:lnTo>
                  <a:lnTo>
                    <a:pt x="1064278" y="2201020"/>
                  </a:lnTo>
                  <a:lnTo>
                    <a:pt x="1064465" y="2200470"/>
                  </a:lnTo>
                  <a:lnTo>
                    <a:pt x="1064651" y="2200050"/>
                  </a:lnTo>
                  <a:lnTo>
                    <a:pt x="1064838" y="2199266"/>
                  </a:lnTo>
                  <a:lnTo>
                    <a:pt x="1065025" y="2198655"/>
                  </a:lnTo>
                  <a:lnTo>
                    <a:pt x="1065212" y="2198258"/>
                  </a:lnTo>
                  <a:lnTo>
                    <a:pt x="1065399" y="2198002"/>
                  </a:lnTo>
                  <a:lnTo>
                    <a:pt x="1065586" y="2197883"/>
                  </a:lnTo>
                  <a:lnTo>
                    <a:pt x="1065773" y="2198124"/>
                  </a:lnTo>
                  <a:lnTo>
                    <a:pt x="1065960" y="2198817"/>
                  </a:lnTo>
                  <a:lnTo>
                    <a:pt x="1066147" y="2199677"/>
                  </a:lnTo>
                  <a:lnTo>
                    <a:pt x="1066334" y="2200298"/>
                  </a:lnTo>
                  <a:lnTo>
                    <a:pt x="1066521" y="2200674"/>
                  </a:lnTo>
                  <a:lnTo>
                    <a:pt x="1066708" y="2200790"/>
                  </a:lnTo>
                  <a:lnTo>
                    <a:pt x="1066895" y="2200899"/>
                  </a:lnTo>
                  <a:lnTo>
                    <a:pt x="1067081" y="2200629"/>
                  </a:lnTo>
                  <a:lnTo>
                    <a:pt x="1067268" y="2200340"/>
                  </a:lnTo>
                  <a:lnTo>
                    <a:pt x="1067455" y="2200137"/>
                  </a:lnTo>
                  <a:lnTo>
                    <a:pt x="1067642" y="2200126"/>
                  </a:lnTo>
                  <a:lnTo>
                    <a:pt x="1067829" y="2200248"/>
                  </a:lnTo>
                  <a:lnTo>
                    <a:pt x="1068016" y="2200548"/>
                  </a:lnTo>
                  <a:lnTo>
                    <a:pt x="1068203" y="2200436"/>
                  </a:lnTo>
                  <a:lnTo>
                    <a:pt x="1068390" y="2199834"/>
                  </a:lnTo>
                  <a:lnTo>
                    <a:pt x="1068577" y="2198994"/>
                  </a:lnTo>
                  <a:lnTo>
                    <a:pt x="1068764" y="2198300"/>
                  </a:lnTo>
                  <a:lnTo>
                    <a:pt x="1068951" y="2197973"/>
                  </a:lnTo>
                  <a:lnTo>
                    <a:pt x="1069138" y="2198051"/>
                  </a:lnTo>
                  <a:lnTo>
                    <a:pt x="1069325" y="2198140"/>
                  </a:lnTo>
                  <a:lnTo>
                    <a:pt x="1069511" y="2198298"/>
                  </a:lnTo>
                  <a:lnTo>
                    <a:pt x="1069698" y="2198634"/>
                  </a:lnTo>
                  <a:lnTo>
                    <a:pt x="1069885" y="2199163"/>
                  </a:lnTo>
                  <a:lnTo>
                    <a:pt x="1070072" y="2199644"/>
                  </a:lnTo>
                  <a:lnTo>
                    <a:pt x="1070259" y="2200157"/>
                  </a:lnTo>
                  <a:lnTo>
                    <a:pt x="1070446" y="2200661"/>
                  </a:lnTo>
                  <a:lnTo>
                    <a:pt x="1070633" y="2201276"/>
                  </a:lnTo>
                  <a:lnTo>
                    <a:pt x="1070820" y="2201595"/>
                  </a:lnTo>
                  <a:lnTo>
                    <a:pt x="1071007" y="2201788"/>
                  </a:lnTo>
                  <a:lnTo>
                    <a:pt x="1071194" y="2202197"/>
                  </a:lnTo>
                  <a:lnTo>
                    <a:pt x="1071381" y="2202776"/>
                  </a:lnTo>
                  <a:lnTo>
                    <a:pt x="1071568" y="2203412"/>
                  </a:lnTo>
                  <a:lnTo>
                    <a:pt x="1071754" y="2204105"/>
                  </a:lnTo>
                  <a:lnTo>
                    <a:pt x="1071941" y="2204772"/>
                  </a:lnTo>
                  <a:lnTo>
                    <a:pt x="1072128" y="2205930"/>
                  </a:lnTo>
                  <a:lnTo>
                    <a:pt x="1072315" y="2207196"/>
                  </a:lnTo>
                  <a:lnTo>
                    <a:pt x="1072502" y="2208522"/>
                  </a:lnTo>
                  <a:lnTo>
                    <a:pt x="1072689" y="2209778"/>
                  </a:lnTo>
                  <a:lnTo>
                    <a:pt x="1072876" y="2211329"/>
                  </a:lnTo>
                  <a:lnTo>
                    <a:pt x="1073063" y="2213306"/>
                  </a:lnTo>
                  <a:lnTo>
                    <a:pt x="1073250" y="2215586"/>
                  </a:lnTo>
                  <a:lnTo>
                    <a:pt x="1073437" y="2217725"/>
                  </a:lnTo>
                  <a:lnTo>
                    <a:pt x="1073624" y="2219635"/>
                  </a:lnTo>
                  <a:lnTo>
                    <a:pt x="1073811" y="2222184"/>
                  </a:lnTo>
                  <a:lnTo>
                    <a:pt x="1073998" y="2224995"/>
                  </a:lnTo>
                  <a:lnTo>
                    <a:pt x="1074184" y="2227398"/>
                  </a:lnTo>
                  <a:lnTo>
                    <a:pt x="1074371" y="2229899"/>
                  </a:lnTo>
                  <a:lnTo>
                    <a:pt x="1074558" y="2232516"/>
                  </a:lnTo>
                  <a:lnTo>
                    <a:pt x="1074745" y="2234621"/>
                  </a:lnTo>
                  <a:lnTo>
                    <a:pt x="1074932" y="2236546"/>
                  </a:lnTo>
                  <a:lnTo>
                    <a:pt x="1075119" y="2238673"/>
                  </a:lnTo>
                  <a:lnTo>
                    <a:pt x="1075306" y="2240615"/>
                  </a:lnTo>
                  <a:lnTo>
                    <a:pt x="1075493" y="2242694"/>
                  </a:lnTo>
                  <a:lnTo>
                    <a:pt x="1075680" y="2244591"/>
                  </a:lnTo>
                  <a:lnTo>
                    <a:pt x="1075867" y="2246204"/>
                  </a:lnTo>
                  <a:lnTo>
                    <a:pt x="1076054" y="2247621"/>
                  </a:lnTo>
                  <a:lnTo>
                    <a:pt x="1076241" y="2249275"/>
                  </a:lnTo>
                  <a:lnTo>
                    <a:pt x="1076428" y="2250515"/>
                  </a:lnTo>
                  <a:lnTo>
                    <a:pt x="1076614" y="2251649"/>
                  </a:lnTo>
                  <a:lnTo>
                    <a:pt x="1076801" y="2252842"/>
                  </a:lnTo>
                  <a:lnTo>
                    <a:pt x="1076988" y="2254068"/>
                  </a:lnTo>
                  <a:lnTo>
                    <a:pt x="1077175" y="2255113"/>
                  </a:lnTo>
                  <a:lnTo>
                    <a:pt x="1077362" y="2255896"/>
                  </a:lnTo>
                  <a:lnTo>
                    <a:pt x="1077549" y="2256830"/>
                  </a:lnTo>
                  <a:lnTo>
                    <a:pt x="1077736" y="2257242"/>
                  </a:lnTo>
                  <a:lnTo>
                    <a:pt x="1077923" y="2258037"/>
                  </a:lnTo>
                  <a:lnTo>
                    <a:pt x="1078110" y="2258589"/>
                  </a:lnTo>
                  <a:lnTo>
                    <a:pt x="1078297" y="2259365"/>
                  </a:lnTo>
                  <a:lnTo>
                    <a:pt x="1078484" y="2260396"/>
                  </a:lnTo>
                  <a:lnTo>
                    <a:pt x="1078671" y="2261717"/>
                  </a:lnTo>
                  <a:lnTo>
                    <a:pt x="1078857" y="2263229"/>
                  </a:lnTo>
                  <a:lnTo>
                    <a:pt x="1079044" y="2264908"/>
                  </a:lnTo>
                  <a:lnTo>
                    <a:pt x="1079231" y="2267050"/>
                  </a:lnTo>
                  <a:lnTo>
                    <a:pt x="1079418" y="2269320"/>
                  </a:lnTo>
                  <a:lnTo>
                    <a:pt x="1079605" y="2271129"/>
                  </a:lnTo>
                  <a:lnTo>
                    <a:pt x="1079792" y="2273239"/>
                  </a:lnTo>
                  <a:lnTo>
                    <a:pt x="1079979" y="2275433"/>
                  </a:lnTo>
                  <a:lnTo>
                    <a:pt x="1080166" y="2277353"/>
                  </a:lnTo>
                  <a:lnTo>
                    <a:pt x="1080353" y="2279603"/>
                  </a:lnTo>
                  <a:lnTo>
                    <a:pt x="1080540" y="2282988"/>
                  </a:lnTo>
                  <a:lnTo>
                    <a:pt x="1080727" y="2286046"/>
                  </a:lnTo>
                  <a:lnTo>
                    <a:pt x="1080914" y="2289016"/>
                  </a:lnTo>
                  <a:lnTo>
                    <a:pt x="1081101" y="2291664"/>
                  </a:lnTo>
                  <a:lnTo>
                    <a:pt x="1081287" y="2293821"/>
                  </a:lnTo>
                  <a:lnTo>
                    <a:pt x="1081474" y="2295009"/>
                  </a:lnTo>
                  <a:lnTo>
                    <a:pt x="1081661" y="2296053"/>
                  </a:lnTo>
                  <a:lnTo>
                    <a:pt x="1081848" y="2297075"/>
                  </a:lnTo>
                  <a:lnTo>
                    <a:pt x="1082035" y="2298146"/>
                  </a:lnTo>
                  <a:lnTo>
                    <a:pt x="1082222" y="2298219"/>
                  </a:lnTo>
                  <a:lnTo>
                    <a:pt x="1082409" y="2298410"/>
                  </a:lnTo>
                  <a:lnTo>
                    <a:pt x="1082596" y="2298293"/>
                  </a:lnTo>
                  <a:lnTo>
                    <a:pt x="1082783" y="2298136"/>
                  </a:lnTo>
                  <a:lnTo>
                    <a:pt x="1082970" y="2298014"/>
                  </a:lnTo>
                  <a:lnTo>
                    <a:pt x="1083157" y="2297685"/>
                  </a:lnTo>
                  <a:lnTo>
                    <a:pt x="1083344" y="2297335"/>
                  </a:lnTo>
                  <a:lnTo>
                    <a:pt x="1083530" y="2297146"/>
                  </a:lnTo>
                  <a:lnTo>
                    <a:pt x="1083717" y="2296724"/>
                  </a:lnTo>
                  <a:lnTo>
                    <a:pt x="1083904" y="2296684"/>
                  </a:lnTo>
                  <a:lnTo>
                    <a:pt x="1084091" y="2297426"/>
                  </a:lnTo>
                  <a:lnTo>
                    <a:pt x="1084278" y="2298362"/>
                  </a:lnTo>
                  <a:lnTo>
                    <a:pt x="1084465" y="2300226"/>
                  </a:lnTo>
                  <a:lnTo>
                    <a:pt x="1084652" y="2302310"/>
                  </a:lnTo>
                  <a:lnTo>
                    <a:pt x="1084839" y="2304456"/>
                  </a:lnTo>
                  <a:lnTo>
                    <a:pt x="1085026" y="2307094"/>
                  </a:lnTo>
                  <a:lnTo>
                    <a:pt x="1085213" y="2309601"/>
                  </a:lnTo>
                  <a:lnTo>
                    <a:pt x="1085400" y="2311901"/>
                  </a:lnTo>
                  <a:lnTo>
                    <a:pt x="1085587" y="2313990"/>
                  </a:lnTo>
                  <a:lnTo>
                    <a:pt x="1085774" y="2315939"/>
                  </a:lnTo>
                  <a:lnTo>
                    <a:pt x="1085960" y="2318164"/>
                  </a:lnTo>
                  <a:lnTo>
                    <a:pt x="1086147" y="2319828"/>
                  </a:lnTo>
                  <a:lnTo>
                    <a:pt x="1086334" y="2321700"/>
                  </a:lnTo>
                  <a:lnTo>
                    <a:pt x="1086521" y="2323948"/>
                  </a:lnTo>
                  <a:lnTo>
                    <a:pt x="1086708" y="2326221"/>
                  </a:lnTo>
                  <a:lnTo>
                    <a:pt x="1086895" y="2328291"/>
                  </a:lnTo>
                  <a:lnTo>
                    <a:pt x="1087082" y="2330584"/>
                  </a:lnTo>
                  <a:lnTo>
                    <a:pt x="1087269" y="2331990"/>
                  </a:lnTo>
                  <a:lnTo>
                    <a:pt x="1087456" y="2333746"/>
                  </a:lnTo>
                  <a:lnTo>
                    <a:pt x="1087643" y="2335679"/>
                  </a:lnTo>
                  <a:lnTo>
                    <a:pt x="1087830" y="2336871"/>
                  </a:lnTo>
                  <a:lnTo>
                    <a:pt x="1088017" y="2338997"/>
                  </a:lnTo>
                  <a:lnTo>
                    <a:pt x="1088204" y="2341007"/>
                  </a:lnTo>
                  <a:lnTo>
                    <a:pt x="1088390" y="2342687"/>
                  </a:lnTo>
                  <a:lnTo>
                    <a:pt x="1088577" y="2343816"/>
                  </a:lnTo>
                  <a:lnTo>
                    <a:pt x="1088764" y="2344960"/>
                  </a:lnTo>
                  <a:lnTo>
                    <a:pt x="1088951" y="2345830"/>
                  </a:lnTo>
                  <a:lnTo>
                    <a:pt x="1089138" y="2346979"/>
                  </a:lnTo>
                  <a:lnTo>
                    <a:pt x="1089325" y="2348615"/>
                  </a:lnTo>
                  <a:lnTo>
                    <a:pt x="1089512" y="2350406"/>
                  </a:lnTo>
                  <a:lnTo>
                    <a:pt x="1089699" y="2351894"/>
                  </a:lnTo>
                  <a:lnTo>
                    <a:pt x="1089886" y="2353350"/>
                  </a:lnTo>
                  <a:lnTo>
                    <a:pt x="1090073" y="2354704"/>
                  </a:lnTo>
                  <a:lnTo>
                    <a:pt x="1090260" y="2355996"/>
                  </a:lnTo>
                  <a:lnTo>
                    <a:pt x="1090447" y="2356950"/>
                  </a:lnTo>
                  <a:lnTo>
                    <a:pt x="1090633" y="2358165"/>
                  </a:lnTo>
                  <a:lnTo>
                    <a:pt x="1090820" y="2359545"/>
                  </a:lnTo>
                  <a:lnTo>
                    <a:pt x="1091007" y="2360831"/>
                  </a:lnTo>
                  <a:lnTo>
                    <a:pt x="1091194" y="2361962"/>
                  </a:lnTo>
                  <a:lnTo>
                    <a:pt x="1091381" y="2362944"/>
                  </a:lnTo>
                  <a:lnTo>
                    <a:pt x="1091568" y="2363954"/>
                  </a:lnTo>
                  <a:lnTo>
                    <a:pt x="1091755" y="2365153"/>
                  </a:lnTo>
                  <a:lnTo>
                    <a:pt x="1091942" y="2366278"/>
                  </a:lnTo>
                  <a:lnTo>
                    <a:pt x="1092129" y="2367074"/>
                  </a:lnTo>
                  <a:lnTo>
                    <a:pt x="1092316" y="2367666"/>
                  </a:lnTo>
                  <a:lnTo>
                    <a:pt x="1092503" y="2368695"/>
                  </a:lnTo>
                  <a:lnTo>
                    <a:pt x="1092690" y="2369479"/>
                  </a:lnTo>
                  <a:lnTo>
                    <a:pt x="1092877" y="2370368"/>
                  </a:lnTo>
                  <a:lnTo>
                    <a:pt x="1093063" y="2371275"/>
                  </a:lnTo>
                  <a:lnTo>
                    <a:pt x="1093250" y="2372270"/>
                  </a:lnTo>
                  <a:lnTo>
                    <a:pt x="1093437" y="2373255"/>
                  </a:lnTo>
                  <a:lnTo>
                    <a:pt x="1093624" y="2374701"/>
                  </a:lnTo>
                  <a:lnTo>
                    <a:pt x="1093811" y="2376768"/>
                  </a:lnTo>
                  <a:lnTo>
                    <a:pt x="1093998" y="2378892"/>
                  </a:lnTo>
                  <a:lnTo>
                    <a:pt x="1094185" y="2380921"/>
                  </a:lnTo>
                  <a:lnTo>
                    <a:pt x="1094372" y="2382574"/>
                  </a:lnTo>
                  <a:lnTo>
                    <a:pt x="1094559" y="2384412"/>
                  </a:lnTo>
                  <a:lnTo>
                    <a:pt x="1094746" y="2386212"/>
                  </a:lnTo>
                  <a:lnTo>
                    <a:pt x="1094933" y="2388154"/>
                  </a:lnTo>
                  <a:lnTo>
                    <a:pt x="1095120" y="2389938"/>
                  </a:lnTo>
                  <a:lnTo>
                    <a:pt x="1095307" y="2391632"/>
                  </a:lnTo>
                  <a:lnTo>
                    <a:pt x="1095493" y="2393081"/>
                  </a:lnTo>
                  <a:lnTo>
                    <a:pt x="1095680" y="2394252"/>
                  </a:lnTo>
                  <a:lnTo>
                    <a:pt x="1095867" y="2395490"/>
                  </a:lnTo>
                  <a:lnTo>
                    <a:pt x="1096054" y="2396810"/>
                  </a:lnTo>
                  <a:lnTo>
                    <a:pt x="1096241" y="2398081"/>
                  </a:lnTo>
                  <a:lnTo>
                    <a:pt x="1096428" y="2399226"/>
                  </a:lnTo>
                  <a:lnTo>
                    <a:pt x="1096615" y="2400590"/>
                  </a:lnTo>
                  <a:lnTo>
                    <a:pt x="1096802" y="2402072"/>
                  </a:lnTo>
                  <a:lnTo>
                    <a:pt x="1096989" y="2403580"/>
                  </a:lnTo>
                  <a:lnTo>
                    <a:pt x="1097176" y="2405067"/>
                  </a:lnTo>
                  <a:lnTo>
                    <a:pt x="1097363" y="2406394"/>
                  </a:lnTo>
                  <a:lnTo>
                    <a:pt x="1097550" y="2407520"/>
                  </a:lnTo>
                  <a:lnTo>
                    <a:pt x="1097736" y="2408442"/>
                  </a:lnTo>
                  <a:lnTo>
                    <a:pt x="1097923" y="2409384"/>
                  </a:lnTo>
                  <a:lnTo>
                    <a:pt x="1098110" y="2410032"/>
                  </a:lnTo>
                  <a:lnTo>
                    <a:pt x="1098297" y="2410835"/>
                  </a:lnTo>
                  <a:lnTo>
                    <a:pt x="1098484" y="2411720"/>
                  </a:lnTo>
                  <a:lnTo>
                    <a:pt x="1098671" y="2412613"/>
                  </a:lnTo>
                  <a:lnTo>
                    <a:pt x="1098858" y="2413585"/>
                  </a:lnTo>
                  <a:lnTo>
                    <a:pt x="1099045" y="2415680"/>
                  </a:lnTo>
                  <a:lnTo>
                    <a:pt x="1099232" y="2418446"/>
                  </a:lnTo>
                  <a:lnTo>
                    <a:pt x="1099419" y="2421390"/>
                  </a:lnTo>
                  <a:lnTo>
                    <a:pt x="1099606" y="2424279"/>
                  </a:lnTo>
                  <a:lnTo>
                    <a:pt x="1099793" y="2426756"/>
                  </a:lnTo>
                  <a:lnTo>
                    <a:pt x="1099980" y="2429303"/>
                  </a:lnTo>
                  <a:lnTo>
                    <a:pt x="1100166" y="2431601"/>
                  </a:lnTo>
                  <a:lnTo>
                    <a:pt x="1100353" y="2433484"/>
                  </a:lnTo>
                  <a:lnTo>
                    <a:pt x="1100540" y="2435082"/>
                  </a:lnTo>
                  <a:lnTo>
                    <a:pt x="1100727" y="2437003"/>
                  </a:lnTo>
                  <a:lnTo>
                    <a:pt x="1100914" y="2438518"/>
                  </a:lnTo>
                  <a:lnTo>
                    <a:pt x="1101101" y="2439758"/>
                  </a:lnTo>
                  <a:lnTo>
                    <a:pt x="1101288" y="2440525"/>
                  </a:lnTo>
                  <a:lnTo>
                    <a:pt x="1101475" y="2440495"/>
                  </a:lnTo>
                  <a:lnTo>
                    <a:pt x="1101662" y="2440178"/>
                  </a:lnTo>
                  <a:lnTo>
                    <a:pt x="1101849" y="2438889"/>
                  </a:lnTo>
                  <a:lnTo>
                    <a:pt x="1102036" y="2437567"/>
                  </a:lnTo>
                  <a:lnTo>
                    <a:pt x="1102223" y="2435830"/>
                  </a:lnTo>
                  <a:lnTo>
                    <a:pt x="1102409" y="2433353"/>
                  </a:lnTo>
                  <a:lnTo>
                    <a:pt x="1102596" y="2430772"/>
                  </a:lnTo>
                  <a:lnTo>
                    <a:pt x="1102783" y="2428359"/>
                  </a:lnTo>
                  <a:lnTo>
                    <a:pt x="1102970" y="2426168"/>
                  </a:lnTo>
                  <a:lnTo>
                    <a:pt x="1103157" y="2424370"/>
                  </a:lnTo>
                  <a:lnTo>
                    <a:pt x="1103344" y="2423309"/>
                  </a:lnTo>
                  <a:lnTo>
                    <a:pt x="1103531" y="2422683"/>
                  </a:lnTo>
                  <a:lnTo>
                    <a:pt x="1103718" y="2422468"/>
                  </a:lnTo>
                  <a:lnTo>
                    <a:pt x="1103905" y="2422077"/>
                  </a:lnTo>
                  <a:lnTo>
                    <a:pt x="1104092" y="2421613"/>
                  </a:lnTo>
                  <a:lnTo>
                    <a:pt x="1104279" y="2421170"/>
                  </a:lnTo>
                  <a:lnTo>
                    <a:pt x="1104466" y="2420671"/>
                  </a:lnTo>
                  <a:lnTo>
                    <a:pt x="1104653" y="2420076"/>
                  </a:lnTo>
                  <a:lnTo>
                    <a:pt x="1104839" y="2419256"/>
                  </a:lnTo>
                  <a:lnTo>
                    <a:pt x="1105026" y="2418266"/>
                  </a:lnTo>
                  <a:lnTo>
                    <a:pt x="1105213" y="2417169"/>
                  </a:lnTo>
                  <a:lnTo>
                    <a:pt x="1105400" y="2415933"/>
                  </a:lnTo>
                  <a:lnTo>
                    <a:pt x="1105587" y="2414889"/>
                  </a:lnTo>
                  <a:lnTo>
                    <a:pt x="1105774" y="2414123"/>
                  </a:lnTo>
                  <a:lnTo>
                    <a:pt x="1105961" y="2413416"/>
                  </a:lnTo>
                  <a:lnTo>
                    <a:pt x="1106148" y="2412458"/>
                  </a:lnTo>
                  <a:lnTo>
                    <a:pt x="1106335" y="2411414"/>
                  </a:lnTo>
                  <a:lnTo>
                    <a:pt x="1106522" y="2410235"/>
                  </a:lnTo>
                  <a:lnTo>
                    <a:pt x="1106709" y="2409664"/>
                  </a:lnTo>
                  <a:lnTo>
                    <a:pt x="1106896" y="2409171"/>
                  </a:lnTo>
                  <a:lnTo>
                    <a:pt x="1107083" y="2408848"/>
                  </a:lnTo>
                  <a:lnTo>
                    <a:pt x="1107269" y="2408682"/>
                  </a:lnTo>
                  <a:lnTo>
                    <a:pt x="1107456" y="2408811"/>
                  </a:lnTo>
                  <a:lnTo>
                    <a:pt x="1107643" y="2409165"/>
                  </a:lnTo>
                  <a:lnTo>
                    <a:pt x="1107830" y="2409541"/>
                  </a:lnTo>
                  <a:lnTo>
                    <a:pt x="1108017" y="2409884"/>
                  </a:lnTo>
                  <a:lnTo>
                    <a:pt x="1108204" y="2410452"/>
                  </a:lnTo>
                  <a:lnTo>
                    <a:pt x="1108391" y="2410824"/>
                  </a:lnTo>
                  <a:lnTo>
                    <a:pt x="1108578" y="2410981"/>
                  </a:lnTo>
                  <a:lnTo>
                    <a:pt x="1108765" y="2411194"/>
                  </a:lnTo>
                  <a:lnTo>
                    <a:pt x="1108952" y="2411382"/>
                  </a:lnTo>
                  <a:lnTo>
                    <a:pt x="1109139" y="2411811"/>
                  </a:lnTo>
                  <a:lnTo>
                    <a:pt x="1109326" y="2411848"/>
                  </a:lnTo>
                  <a:lnTo>
                    <a:pt x="1109512" y="2411562"/>
                  </a:lnTo>
                  <a:lnTo>
                    <a:pt x="1109699" y="2410998"/>
                  </a:lnTo>
                  <a:lnTo>
                    <a:pt x="1109886" y="2410803"/>
                  </a:lnTo>
                  <a:lnTo>
                    <a:pt x="1110073" y="2411026"/>
                  </a:lnTo>
                  <a:lnTo>
                    <a:pt x="1110260" y="2411173"/>
                  </a:lnTo>
                  <a:lnTo>
                    <a:pt x="1110447" y="2411052"/>
                  </a:lnTo>
                  <a:lnTo>
                    <a:pt x="1110634" y="2411197"/>
                  </a:lnTo>
                  <a:lnTo>
                    <a:pt x="1110821" y="2411650"/>
                  </a:lnTo>
                  <a:lnTo>
                    <a:pt x="1111008" y="2412306"/>
                  </a:lnTo>
                  <a:lnTo>
                    <a:pt x="1111195" y="2413013"/>
                  </a:lnTo>
                  <a:lnTo>
                    <a:pt x="1111382" y="2413861"/>
                  </a:lnTo>
                  <a:lnTo>
                    <a:pt x="1111569" y="2415028"/>
                  </a:lnTo>
                  <a:lnTo>
                    <a:pt x="1111756" y="2416094"/>
                  </a:lnTo>
                  <a:lnTo>
                    <a:pt x="1111942" y="2416601"/>
                  </a:lnTo>
                  <a:lnTo>
                    <a:pt x="1112129" y="2417413"/>
                  </a:lnTo>
                  <a:lnTo>
                    <a:pt x="1112316" y="2417967"/>
                  </a:lnTo>
                  <a:lnTo>
                    <a:pt x="1112503" y="2418598"/>
                  </a:lnTo>
                  <a:lnTo>
                    <a:pt x="1112690" y="2419086"/>
                  </a:lnTo>
                  <a:lnTo>
                    <a:pt x="1112877" y="2419398"/>
                  </a:lnTo>
                  <a:lnTo>
                    <a:pt x="1113064" y="2419565"/>
                  </a:lnTo>
                  <a:lnTo>
                    <a:pt x="1113251" y="2419720"/>
                  </a:lnTo>
                  <a:lnTo>
                    <a:pt x="1113438" y="2419349"/>
                  </a:lnTo>
                  <a:lnTo>
                    <a:pt x="1113625" y="2418799"/>
                  </a:lnTo>
                  <a:lnTo>
                    <a:pt x="1113812" y="2418316"/>
                  </a:lnTo>
                  <a:lnTo>
                    <a:pt x="1113999" y="2418004"/>
                  </a:lnTo>
                  <a:lnTo>
                    <a:pt x="1114186" y="2417793"/>
                  </a:lnTo>
                  <a:lnTo>
                    <a:pt x="1114372" y="2417253"/>
                  </a:lnTo>
                  <a:lnTo>
                    <a:pt x="1114559" y="2416484"/>
                  </a:lnTo>
                  <a:lnTo>
                    <a:pt x="1114746" y="2415741"/>
                  </a:lnTo>
                  <a:lnTo>
                    <a:pt x="1114933" y="2415014"/>
                  </a:lnTo>
                  <a:lnTo>
                    <a:pt x="1115120" y="2414620"/>
                  </a:lnTo>
                  <a:lnTo>
                    <a:pt x="1115307" y="2414087"/>
                  </a:lnTo>
                  <a:lnTo>
                    <a:pt x="1115494" y="2413835"/>
                  </a:lnTo>
                  <a:lnTo>
                    <a:pt x="1115681" y="2413284"/>
                  </a:lnTo>
                  <a:lnTo>
                    <a:pt x="1115868" y="2411659"/>
                  </a:lnTo>
                  <a:lnTo>
                    <a:pt x="1116055" y="2409537"/>
                  </a:lnTo>
                  <a:lnTo>
                    <a:pt x="1116242" y="2407817"/>
                  </a:lnTo>
                  <a:lnTo>
                    <a:pt x="1116429" y="2406946"/>
                  </a:lnTo>
                  <a:lnTo>
                    <a:pt x="1116615" y="2406246"/>
                  </a:lnTo>
                  <a:lnTo>
                    <a:pt x="1116802" y="2405230"/>
                  </a:lnTo>
                  <a:lnTo>
                    <a:pt x="1116989" y="2404728"/>
                  </a:lnTo>
                  <a:lnTo>
                    <a:pt x="1117176" y="2404362"/>
                  </a:lnTo>
                  <a:lnTo>
                    <a:pt x="1117363" y="2404666"/>
                  </a:lnTo>
                  <a:lnTo>
                    <a:pt x="1117550" y="2405312"/>
                  </a:lnTo>
                  <a:lnTo>
                    <a:pt x="1117737" y="2405885"/>
                  </a:lnTo>
                  <a:lnTo>
                    <a:pt x="1117924" y="2405870"/>
                  </a:lnTo>
                  <a:lnTo>
                    <a:pt x="1118111" y="2405501"/>
                  </a:lnTo>
                  <a:lnTo>
                    <a:pt x="1118298" y="2404874"/>
                  </a:lnTo>
                  <a:lnTo>
                    <a:pt x="1118485" y="2404178"/>
                  </a:lnTo>
                  <a:lnTo>
                    <a:pt x="1118672" y="2403829"/>
                  </a:lnTo>
                  <a:lnTo>
                    <a:pt x="1118859" y="2404084"/>
                  </a:lnTo>
                  <a:lnTo>
                    <a:pt x="1119045" y="2404077"/>
                  </a:lnTo>
                  <a:lnTo>
                    <a:pt x="1119232" y="2403202"/>
                  </a:lnTo>
                  <a:lnTo>
                    <a:pt x="1119419" y="2402386"/>
                  </a:lnTo>
                  <a:lnTo>
                    <a:pt x="1119606" y="2401731"/>
                  </a:lnTo>
                  <a:lnTo>
                    <a:pt x="1119793" y="2400284"/>
                  </a:lnTo>
                  <a:lnTo>
                    <a:pt x="1119980" y="2398296"/>
                  </a:lnTo>
                  <a:lnTo>
                    <a:pt x="1120167" y="2395630"/>
                  </a:lnTo>
                  <a:lnTo>
                    <a:pt x="1120354" y="2392967"/>
                  </a:lnTo>
                  <a:lnTo>
                    <a:pt x="1120541" y="2389800"/>
                  </a:lnTo>
                  <a:lnTo>
                    <a:pt x="1120728" y="2386628"/>
                  </a:lnTo>
                  <a:lnTo>
                    <a:pt x="1120915" y="2382937"/>
                  </a:lnTo>
                  <a:lnTo>
                    <a:pt x="1121102" y="2379290"/>
                  </a:lnTo>
                  <a:lnTo>
                    <a:pt x="1121288" y="2375674"/>
                  </a:lnTo>
                  <a:lnTo>
                    <a:pt x="1121475" y="2371114"/>
                  </a:lnTo>
                  <a:lnTo>
                    <a:pt x="1121662" y="2366391"/>
                  </a:lnTo>
                  <a:lnTo>
                    <a:pt x="1121849" y="2360959"/>
                  </a:lnTo>
                  <a:lnTo>
                    <a:pt x="1122036" y="2355534"/>
                  </a:lnTo>
                  <a:lnTo>
                    <a:pt x="1122223" y="2349886"/>
                  </a:lnTo>
                  <a:lnTo>
                    <a:pt x="1122410" y="2342608"/>
                  </a:lnTo>
                  <a:lnTo>
                    <a:pt x="1122597" y="2335999"/>
                  </a:lnTo>
                  <a:lnTo>
                    <a:pt x="1122784" y="2330065"/>
                  </a:lnTo>
                  <a:lnTo>
                    <a:pt x="1122971" y="2324388"/>
                  </a:lnTo>
                  <a:lnTo>
                    <a:pt x="1123158" y="2318676"/>
                  </a:lnTo>
                  <a:lnTo>
                    <a:pt x="1123345" y="2314063"/>
                  </a:lnTo>
                  <a:lnTo>
                    <a:pt x="1123532" y="2309862"/>
                  </a:lnTo>
                  <a:lnTo>
                    <a:pt x="1123718" y="2306310"/>
                  </a:lnTo>
                  <a:lnTo>
                    <a:pt x="1123905" y="2303062"/>
                  </a:lnTo>
                  <a:lnTo>
                    <a:pt x="1124092" y="2299932"/>
                  </a:lnTo>
                  <a:lnTo>
                    <a:pt x="1124279" y="2297551"/>
                  </a:lnTo>
                  <a:lnTo>
                    <a:pt x="1124466" y="2295618"/>
                  </a:lnTo>
                  <a:lnTo>
                    <a:pt x="1124653" y="2294296"/>
                  </a:lnTo>
                  <a:lnTo>
                    <a:pt x="1124840" y="2292622"/>
                  </a:lnTo>
                  <a:lnTo>
                    <a:pt x="1125027" y="2291168"/>
                  </a:lnTo>
                  <a:lnTo>
                    <a:pt x="1125214" y="2290065"/>
                  </a:lnTo>
                  <a:lnTo>
                    <a:pt x="1125401" y="2288860"/>
                  </a:lnTo>
                  <a:lnTo>
                    <a:pt x="1125588" y="2287547"/>
                  </a:lnTo>
                  <a:lnTo>
                    <a:pt x="1125775" y="2286390"/>
                  </a:lnTo>
                  <a:lnTo>
                    <a:pt x="1125962" y="2285291"/>
                  </a:lnTo>
                  <a:lnTo>
                    <a:pt x="1126148" y="2284110"/>
                  </a:lnTo>
                  <a:lnTo>
                    <a:pt x="1126335" y="2281976"/>
                  </a:lnTo>
                  <a:lnTo>
                    <a:pt x="1126522" y="2279282"/>
                  </a:lnTo>
                  <a:lnTo>
                    <a:pt x="1126709" y="2276168"/>
                  </a:lnTo>
                  <a:lnTo>
                    <a:pt x="1126896" y="2272972"/>
                  </a:lnTo>
                  <a:lnTo>
                    <a:pt x="1127083" y="2269644"/>
                  </a:lnTo>
                  <a:lnTo>
                    <a:pt x="1127270" y="2266275"/>
                  </a:lnTo>
                  <a:lnTo>
                    <a:pt x="1127457" y="2262770"/>
                  </a:lnTo>
                  <a:lnTo>
                    <a:pt x="1127644" y="2259046"/>
                  </a:lnTo>
                  <a:lnTo>
                    <a:pt x="1127831" y="2255859"/>
                  </a:lnTo>
                  <a:lnTo>
                    <a:pt x="1128018" y="2254353"/>
                  </a:lnTo>
                  <a:lnTo>
                    <a:pt x="1128205" y="2253456"/>
                  </a:lnTo>
                  <a:lnTo>
                    <a:pt x="1128391" y="2252219"/>
                  </a:lnTo>
                  <a:lnTo>
                    <a:pt x="1128578" y="2251030"/>
                  </a:lnTo>
                  <a:lnTo>
                    <a:pt x="1128765" y="2250159"/>
                  </a:lnTo>
                  <a:lnTo>
                    <a:pt x="1128952" y="2249243"/>
                  </a:lnTo>
                  <a:lnTo>
                    <a:pt x="1129139" y="2248088"/>
                  </a:lnTo>
                  <a:lnTo>
                    <a:pt x="1129326" y="2246918"/>
                  </a:lnTo>
                  <a:lnTo>
                    <a:pt x="1129513" y="2245583"/>
                  </a:lnTo>
                  <a:lnTo>
                    <a:pt x="1129700" y="2243932"/>
                  </a:lnTo>
                  <a:lnTo>
                    <a:pt x="1129887" y="2241908"/>
                  </a:lnTo>
                  <a:lnTo>
                    <a:pt x="1130074" y="2239689"/>
                  </a:lnTo>
                  <a:lnTo>
                    <a:pt x="1130261" y="2237426"/>
                  </a:lnTo>
                  <a:lnTo>
                    <a:pt x="1130448" y="2235209"/>
                  </a:lnTo>
                  <a:lnTo>
                    <a:pt x="1130635" y="2233096"/>
                  </a:lnTo>
                  <a:lnTo>
                    <a:pt x="1130821" y="2231048"/>
                  </a:lnTo>
                  <a:lnTo>
                    <a:pt x="1131008" y="2228846"/>
                  </a:lnTo>
                  <a:lnTo>
                    <a:pt x="1131195" y="2226412"/>
                  </a:lnTo>
                  <a:lnTo>
                    <a:pt x="1131382" y="2223794"/>
                  </a:lnTo>
                  <a:lnTo>
                    <a:pt x="1131569" y="2218750"/>
                  </a:lnTo>
                  <a:lnTo>
                    <a:pt x="1131756" y="2210559"/>
                  </a:lnTo>
                  <a:lnTo>
                    <a:pt x="1131943" y="2204228"/>
                  </a:lnTo>
                  <a:lnTo>
                    <a:pt x="1132130" y="2198444"/>
                  </a:lnTo>
                  <a:lnTo>
                    <a:pt x="1132317" y="2192789"/>
                  </a:lnTo>
                  <a:lnTo>
                    <a:pt x="1132504" y="2187370"/>
                  </a:lnTo>
                  <a:lnTo>
                    <a:pt x="1132691" y="2182598"/>
                  </a:lnTo>
                  <a:lnTo>
                    <a:pt x="1132878" y="2178252"/>
                  </a:lnTo>
                  <a:lnTo>
                    <a:pt x="1133065" y="2174009"/>
                  </a:lnTo>
                  <a:lnTo>
                    <a:pt x="1133251" y="2169190"/>
                  </a:lnTo>
                  <a:lnTo>
                    <a:pt x="1133438" y="2163921"/>
                  </a:lnTo>
                  <a:lnTo>
                    <a:pt x="1133625" y="2158330"/>
                  </a:lnTo>
                  <a:lnTo>
                    <a:pt x="1133812" y="2152515"/>
                  </a:lnTo>
                  <a:lnTo>
                    <a:pt x="1133999" y="2146880"/>
                  </a:lnTo>
                  <a:lnTo>
                    <a:pt x="1134186" y="2140667"/>
                  </a:lnTo>
                  <a:lnTo>
                    <a:pt x="1134373" y="2134519"/>
                  </a:lnTo>
                  <a:lnTo>
                    <a:pt x="1134560" y="2128650"/>
                  </a:lnTo>
                  <a:lnTo>
                    <a:pt x="1134747" y="2122541"/>
                  </a:lnTo>
                  <a:lnTo>
                    <a:pt x="1134934" y="2116664"/>
                  </a:lnTo>
                  <a:lnTo>
                    <a:pt x="1135121" y="2110774"/>
                  </a:lnTo>
                  <a:lnTo>
                    <a:pt x="1135308" y="2104997"/>
                  </a:lnTo>
                  <a:lnTo>
                    <a:pt x="1135494" y="2099788"/>
                  </a:lnTo>
                  <a:lnTo>
                    <a:pt x="1135681" y="2094391"/>
                  </a:lnTo>
                  <a:lnTo>
                    <a:pt x="1135868" y="2089703"/>
                  </a:lnTo>
                  <a:lnTo>
                    <a:pt x="1136055" y="2085390"/>
                  </a:lnTo>
                  <a:lnTo>
                    <a:pt x="1136242" y="2081306"/>
                  </a:lnTo>
                  <a:lnTo>
                    <a:pt x="1136429" y="2077351"/>
                  </a:lnTo>
                  <a:lnTo>
                    <a:pt x="1136616" y="2073912"/>
                  </a:lnTo>
                  <a:lnTo>
                    <a:pt x="1136803" y="2070564"/>
                  </a:lnTo>
                  <a:lnTo>
                    <a:pt x="1136990" y="2067590"/>
                  </a:lnTo>
                  <a:lnTo>
                    <a:pt x="1137177" y="2065298"/>
                  </a:lnTo>
                  <a:lnTo>
                    <a:pt x="1137364" y="2062800"/>
                  </a:lnTo>
                  <a:lnTo>
                    <a:pt x="1137551" y="2060075"/>
                  </a:lnTo>
                  <a:lnTo>
                    <a:pt x="1137738" y="2057650"/>
                  </a:lnTo>
                  <a:lnTo>
                    <a:pt x="1137924" y="2055971"/>
                  </a:lnTo>
                  <a:lnTo>
                    <a:pt x="1138111" y="2053902"/>
                  </a:lnTo>
                  <a:lnTo>
                    <a:pt x="1138298" y="2051600"/>
                  </a:lnTo>
                  <a:lnTo>
                    <a:pt x="1138485" y="2049706"/>
                  </a:lnTo>
                  <a:lnTo>
                    <a:pt x="1138672" y="2047412"/>
                  </a:lnTo>
                  <a:lnTo>
                    <a:pt x="1138859" y="2044886"/>
                  </a:lnTo>
                  <a:lnTo>
                    <a:pt x="1139046" y="2040959"/>
                  </a:lnTo>
                  <a:lnTo>
                    <a:pt x="1139233" y="2037245"/>
                  </a:lnTo>
                  <a:lnTo>
                    <a:pt x="1139420" y="2032657"/>
                  </a:lnTo>
                  <a:lnTo>
                    <a:pt x="1139607" y="2027786"/>
                  </a:lnTo>
                  <a:lnTo>
                    <a:pt x="1139794" y="2022868"/>
                  </a:lnTo>
                  <a:lnTo>
                    <a:pt x="1139981" y="2017022"/>
                  </a:lnTo>
                  <a:lnTo>
                    <a:pt x="1140167" y="2011541"/>
                  </a:lnTo>
                  <a:lnTo>
                    <a:pt x="1140354" y="2006400"/>
                  </a:lnTo>
                  <a:lnTo>
                    <a:pt x="1140541" y="2001492"/>
                  </a:lnTo>
                  <a:lnTo>
                    <a:pt x="1140728" y="1997185"/>
                  </a:lnTo>
                  <a:lnTo>
                    <a:pt x="1140915" y="1992567"/>
                  </a:lnTo>
                  <a:lnTo>
                    <a:pt x="1141102" y="1988824"/>
                  </a:lnTo>
                  <a:lnTo>
                    <a:pt x="1141289" y="1985078"/>
                  </a:lnTo>
                  <a:lnTo>
                    <a:pt x="1141476" y="1981850"/>
                  </a:lnTo>
                  <a:lnTo>
                    <a:pt x="1141663" y="1979094"/>
                  </a:lnTo>
                  <a:lnTo>
                    <a:pt x="1141850" y="1977125"/>
                  </a:lnTo>
                  <a:lnTo>
                    <a:pt x="1142037" y="1975444"/>
                  </a:lnTo>
                  <a:lnTo>
                    <a:pt x="1142224" y="1973658"/>
                  </a:lnTo>
                  <a:lnTo>
                    <a:pt x="1142411" y="1971731"/>
                  </a:lnTo>
                  <a:lnTo>
                    <a:pt x="1142597" y="1969806"/>
                  </a:lnTo>
                  <a:lnTo>
                    <a:pt x="1142784" y="1967837"/>
                  </a:lnTo>
                  <a:lnTo>
                    <a:pt x="1142971" y="1965715"/>
                  </a:lnTo>
                  <a:lnTo>
                    <a:pt x="1143158" y="1963616"/>
                  </a:lnTo>
                  <a:lnTo>
                    <a:pt x="1143345" y="1960989"/>
                  </a:lnTo>
                  <a:lnTo>
                    <a:pt x="1143532" y="1958538"/>
                  </a:lnTo>
                  <a:lnTo>
                    <a:pt x="1143719" y="1955814"/>
                  </a:lnTo>
                  <a:lnTo>
                    <a:pt x="1143906" y="1953425"/>
                  </a:lnTo>
                  <a:lnTo>
                    <a:pt x="1144093" y="1950138"/>
                  </a:lnTo>
                  <a:lnTo>
                    <a:pt x="1144280" y="1946492"/>
                  </a:lnTo>
                  <a:lnTo>
                    <a:pt x="1144467" y="1941391"/>
                  </a:lnTo>
                  <a:lnTo>
                    <a:pt x="1144654" y="1935622"/>
                  </a:lnTo>
                  <a:lnTo>
                    <a:pt x="1144841" y="1928882"/>
                  </a:lnTo>
                  <a:lnTo>
                    <a:pt x="1145027" y="1922036"/>
                  </a:lnTo>
                  <a:lnTo>
                    <a:pt x="1145214" y="1915035"/>
                  </a:lnTo>
                  <a:lnTo>
                    <a:pt x="1145401" y="1907720"/>
                  </a:lnTo>
                  <a:lnTo>
                    <a:pt x="1145588" y="1900145"/>
                  </a:lnTo>
                  <a:lnTo>
                    <a:pt x="1145775" y="1892703"/>
                  </a:lnTo>
                  <a:lnTo>
                    <a:pt x="1145962" y="1885375"/>
                  </a:lnTo>
                  <a:lnTo>
                    <a:pt x="1146149" y="1878214"/>
                  </a:lnTo>
                  <a:lnTo>
                    <a:pt x="1146336" y="1870924"/>
                  </a:lnTo>
                  <a:lnTo>
                    <a:pt x="1146523" y="1863287"/>
                  </a:lnTo>
                  <a:lnTo>
                    <a:pt x="1146710" y="1856200"/>
                  </a:lnTo>
                  <a:lnTo>
                    <a:pt x="1146897" y="1849119"/>
                  </a:lnTo>
                  <a:lnTo>
                    <a:pt x="1147084" y="1842064"/>
                  </a:lnTo>
                  <a:lnTo>
                    <a:pt x="1147270" y="1833829"/>
                  </a:lnTo>
                  <a:lnTo>
                    <a:pt x="1147457" y="1825107"/>
                  </a:lnTo>
                  <a:lnTo>
                    <a:pt x="1147644" y="1815439"/>
                  </a:lnTo>
                  <a:lnTo>
                    <a:pt x="1147831" y="1805247"/>
                  </a:lnTo>
                  <a:lnTo>
                    <a:pt x="1148018" y="1794556"/>
                  </a:lnTo>
                  <a:lnTo>
                    <a:pt x="1148205" y="1784567"/>
                  </a:lnTo>
                  <a:lnTo>
                    <a:pt x="1148392" y="1774437"/>
                  </a:lnTo>
                  <a:lnTo>
                    <a:pt x="1148579" y="1764365"/>
                  </a:lnTo>
                  <a:lnTo>
                    <a:pt x="1148766" y="1754157"/>
                  </a:lnTo>
                  <a:lnTo>
                    <a:pt x="1148953" y="1742538"/>
                  </a:lnTo>
                  <a:lnTo>
                    <a:pt x="1149140" y="1729173"/>
                  </a:lnTo>
                  <a:lnTo>
                    <a:pt x="1149327" y="1715666"/>
                  </a:lnTo>
                  <a:lnTo>
                    <a:pt x="1149514" y="1699617"/>
                  </a:lnTo>
                  <a:lnTo>
                    <a:pt x="1149700" y="1684157"/>
                  </a:lnTo>
                  <a:lnTo>
                    <a:pt x="1149887" y="1669348"/>
                  </a:lnTo>
                  <a:lnTo>
                    <a:pt x="1150074" y="1654726"/>
                  </a:lnTo>
                  <a:lnTo>
                    <a:pt x="1150261" y="1641398"/>
                  </a:lnTo>
                  <a:lnTo>
                    <a:pt x="1150448" y="1630064"/>
                  </a:lnTo>
                  <a:lnTo>
                    <a:pt x="1150635" y="1619571"/>
                  </a:lnTo>
                  <a:lnTo>
                    <a:pt x="1150822" y="1610791"/>
                  </a:lnTo>
                  <a:lnTo>
                    <a:pt x="1151009" y="1601729"/>
                  </a:lnTo>
                  <a:lnTo>
                    <a:pt x="1151196" y="1592658"/>
                  </a:lnTo>
                  <a:lnTo>
                    <a:pt x="1151383" y="1584789"/>
                  </a:lnTo>
                  <a:lnTo>
                    <a:pt x="1151570" y="1577110"/>
                  </a:lnTo>
                  <a:lnTo>
                    <a:pt x="1151757" y="1570708"/>
                  </a:lnTo>
                  <a:lnTo>
                    <a:pt x="1151943" y="1564618"/>
                  </a:lnTo>
                  <a:lnTo>
                    <a:pt x="1152130" y="1560062"/>
                  </a:lnTo>
                  <a:lnTo>
                    <a:pt x="1152317" y="1556001"/>
                  </a:lnTo>
                  <a:lnTo>
                    <a:pt x="1152504" y="1552634"/>
                  </a:lnTo>
                  <a:lnTo>
                    <a:pt x="1152691" y="1549633"/>
                  </a:lnTo>
                  <a:lnTo>
                    <a:pt x="1152878" y="1546887"/>
                  </a:lnTo>
                  <a:lnTo>
                    <a:pt x="1153065" y="1544076"/>
                  </a:lnTo>
                  <a:lnTo>
                    <a:pt x="1153252" y="1542198"/>
                  </a:lnTo>
                  <a:lnTo>
                    <a:pt x="1153439" y="1539916"/>
                  </a:lnTo>
                  <a:lnTo>
                    <a:pt x="1153626" y="1536595"/>
                  </a:lnTo>
                  <a:lnTo>
                    <a:pt x="1153813" y="1532068"/>
                  </a:lnTo>
                  <a:lnTo>
                    <a:pt x="1154000" y="1527416"/>
                  </a:lnTo>
                  <a:lnTo>
                    <a:pt x="1154187" y="1522342"/>
                  </a:lnTo>
                  <a:lnTo>
                    <a:pt x="1154373" y="1516976"/>
                  </a:lnTo>
                  <a:lnTo>
                    <a:pt x="1154560" y="1511412"/>
                  </a:lnTo>
                  <a:lnTo>
                    <a:pt x="1154747" y="1504490"/>
                  </a:lnTo>
                  <a:lnTo>
                    <a:pt x="1154934" y="1496244"/>
                  </a:lnTo>
                  <a:lnTo>
                    <a:pt x="1155121" y="1487701"/>
                  </a:lnTo>
                  <a:lnTo>
                    <a:pt x="1155308" y="1478983"/>
                  </a:lnTo>
                  <a:lnTo>
                    <a:pt x="1155495" y="1469813"/>
                  </a:lnTo>
                  <a:lnTo>
                    <a:pt x="1155682" y="1461599"/>
                  </a:lnTo>
                  <a:lnTo>
                    <a:pt x="1155869" y="1453241"/>
                  </a:lnTo>
                  <a:lnTo>
                    <a:pt x="1156056" y="1444313"/>
                  </a:lnTo>
                  <a:lnTo>
                    <a:pt x="1156243" y="1435932"/>
                  </a:lnTo>
                  <a:lnTo>
                    <a:pt x="1156430" y="1428694"/>
                  </a:lnTo>
                  <a:lnTo>
                    <a:pt x="1156617" y="1422953"/>
                  </a:lnTo>
                  <a:lnTo>
                    <a:pt x="1156803" y="1416941"/>
                  </a:lnTo>
                  <a:lnTo>
                    <a:pt x="1156990" y="1411376"/>
                  </a:lnTo>
                  <a:lnTo>
                    <a:pt x="1157177" y="1406692"/>
                  </a:lnTo>
                  <a:lnTo>
                    <a:pt x="1157364" y="1401297"/>
                  </a:lnTo>
                  <a:lnTo>
                    <a:pt x="1157551" y="1396804"/>
                  </a:lnTo>
                  <a:lnTo>
                    <a:pt x="1157738" y="1393637"/>
                  </a:lnTo>
                  <a:lnTo>
                    <a:pt x="1157925" y="1390918"/>
                  </a:lnTo>
                  <a:lnTo>
                    <a:pt x="1158112" y="1387613"/>
                  </a:lnTo>
                  <a:lnTo>
                    <a:pt x="1158299" y="1385139"/>
                  </a:lnTo>
                  <a:lnTo>
                    <a:pt x="1158486" y="1382853"/>
                  </a:lnTo>
                  <a:lnTo>
                    <a:pt x="1158673" y="1381686"/>
                  </a:lnTo>
                  <a:lnTo>
                    <a:pt x="1158860" y="1380364"/>
                  </a:lnTo>
                  <a:lnTo>
                    <a:pt x="1159046" y="1378334"/>
                  </a:lnTo>
                  <a:lnTo>
                    <a:pt x="1159233" y="1376406"/>
                  </a:lnTo>
                  <a:lnTo>
                    <a:pt x="1159420" y="1374178"/>
                  </a:lnTo>
                  <a:lnTo>
                    <a:pt x="1159607" y="1371771"/>
                  </a:lnTo>
                  <a:lnTo>
                    <a:pt x="1159794" y="1370395"/>
                  </a:lnTo>
                  <a:lnTo>
                    <a:pt x="1159981" y="1367995"/>
                  </a:lnTo>
                  <a:lnTo>
                    <a:pt x="1160168" y="1364500"/>
                  </a:lnTo>
                  <a:lnTo>
                    <a:pt x="1160355" y="1360212"/>
                  </a:lnTo>
                  <a:lnTo>
                    <a:pt x="1160542" y="1355852"/>
                  </a:lnTo>
                  <a:lnTo>
                    <a:pt x="1160729" y="1350034"/>
                  </a:lnTo>
                  <a:lnTo>
                    <a:pt x="1160916" y="1343827"/>
                  </a:lnTo>
                  <a:lnTo>
                    <a:pt x="1161103" y="1337166"/>
                  </a:lnTo>
                  <a:lnTo>
                    <a:pt x="1161290" y="1330676"/>
                  </a:lnTo>
                  <a:lnTo>
                    <a:pt x="1161476" y="1323610"/>
                  </a:lnTo>
                  <a:lnTo>
                    <a:pt x="1161663" y="1316364"/>
                  </a:lnTo>
                  <a:lnTo>
                    <a:pt x="1161850" y="1311305"/>
                  </a:lnTo>
                  <a:lnTo>
                    <a:pt x="1162037" y="1306123"/>
                  </a:lnTo>
                  <a:lnTo>
                    <a:pt x="1162224" y="1301168"/>
                  </a:lnTo>
                  <a:lnTo>
                    <a:pt x="1162411" y="1296121"/>
                  </a:lnTo>
                  <a:lnTo>
                    <a:pt x="1162598" y="1291554"/>
                  </a:lnTo>
                  <a:lnTo>
                    <a:pt x="1162785" y="1287301"/>
                  </a:lnTo>
                  <a:lnTo>
                    <a:pt x="1162972" y="1283437"/>
                  </a:lnTo>
                  <a:lnTo>
                    <a:pt x="1163159" y="1279237"/>
                  </a:lnTo>
                  <a:lnTo>
                    <a:pt x="1163346" y="1274305"/>
                  </a:lnTo>
                  <a:lnTo>
                    <a:pt x="1163533" y="1269683"/>
                  </a:lnTo>
                  <a:lnTo>
                    <a:pt x="1163720" y="1266325"/>
                  </a:lnTo>
                  <a:lnTo>
                    <a:pt x="1163906" y="1263157"/>
                  </a:lnTo>
                  <a:lnTo>
                    <a:pt x="1164093" y="1260759"/>
                  </a:lnTo>
                  <a:lnTo>
                    <a:pt x="1164280" y="1259174"/>
                  </a:lnTo>
                  <a:lnTo>
                    <a:pt x="1164467" y="1258657"/>
                  </a:lnTo>
                  <a:lnTo>
                    <a:pt x="1164654" y="1258570"/>
                  </a:lnTo>
                  <a:lnTo>
                    <a:pt x="1164841" y="1258931"/>
                  </a:lnTo>
                  <a:lnTo>
                    <a:pt x="1165028" y="1259756"/>
                  </a:lnTo>
                  <a:lnTo>
                    <a:pt x="1165215" y="1260133"/>
                  </a:lnTo>
                  <a:lnTo>
                    <a:pt x="1165402" y="1258963"/>
                  </a:lnTo>
                  <a:lnTo>
                    <a:pt x="1165589" y="1256828"/>
                  </a:lnTo>
                  <a:lnTo>
                    <a:pt x="1165776" y="1255129"/>
                  </a:lnTo>
                  <a:lnTo>
                    <a:pt x="1165963" y="1253650"/>
                  </a:lnTo>
                  <a:lnTo>
                    <a:pt x="1166149" y="1252238"/>
                  </a:lnTo>
                  <a:lnTo>
                    <a:pt x="1166336" y="1250905"/>
                  </a:lnTo>
                  <a:lnTo>
                    <a:pt x="1166523" y="1249687"/>
                  </a:lnTo>
                  <a:lnTo>
                    <a:pt x="1166710" y="1248468"/>
                  </a:lnTo>
                  <a:lnTo>
                    <a:pt x="1166897" y="1247247"/>
                  </a:lnTo>
                  <a:lnTo>
                    <a:pt x="1167084" y="1246312"/>
                  </a:lnTo>
                  <a:lnTo>
                    <a:pt x="1167271" y="1245723"/>
                  </a:lnTo>
                  <a:lnTo>
                    <a:pt x="1167458" y="1245463"/>
                  </a:lnTo>
                  <a:lnTo>
                    <a:pt x="1167645" y="1245093"/>
                  </a:lnTo>
                  <a:lnTo>
                    <a:pt x="1167832" y="1244634"/>
                  </a:lnTo>
                  <a:lnTo>
                    <a:pt x="1168019" y="1244187"/>
                  </a:lnTo>
                  <a:lnTo>
                    <a:pt x="1168206" y="1243211"/>
                  </a:lnTo>
                  <a:lnTo>
                    <a:pt x="1168393" y="1242552"/>
                  </a:lnTo>
                  <a:lnTo>
                    <a:pt x="1168579" y="1242099"/>
                  </a:lnTo>
                  <a:lnTo>
                    <a:pt x="1168766" y="1241565"/>
                  </a:lnTo>
                  <a:lnTo>
                    <a:pt x="1168953" y="1243357"/>
                  </a:lnTo>
                  <a:lnTo>
                    <a:pt x="1169140" y="1248357"/>
                  </a:lnTo>
                  <a:lnTo>
                    <a:pt x="1169327" y="1251371"/>
                  </a:lnTo>
                  <a:lnTo>
                    <a:pt x="1169514" y="1254248"/>
                  </a:lnTo>
                  <a:lnTo>
                    <a:pt x="1169701" y="1257140"/>
                  </a:lnTo>
                  <a:lnTo>
                    <a:pt x="1169888" y="1259682"/>
                  </a:lnTo>
                  <a:lnTo>
                    <a:pt x="1170075" y="1261424"/>
                  </a:lnTo>
                  <a:lnTo>
                    <a:pt x="1170262" y="1262821"/>
                  </a:lnTo>
                  <a:lnTo>
                    <a:pt x="1170449" y="1264287"/>
                  </a:lnTo>
                  <a:lnTo>
                    <a:pt x="1170636" y="1266086"/>
                  </a:lnTo>
                  <a:lnTo>
                    <a:pt x="1170822" y="1268110"/>
                  </a:lnTo>
                  <a:lnTo>
                    <a:pt x="1171009" y="1270502"/>
                  </a:lnTo>
                  <a:lnTo>
                    <a:pt x="1171196" y="1273464"/>
                  </a:lnTo>
                  <a:lnTo>
                    <a:pt x="1171383" y="1276209"/>
                  </a:lnTo>
                  <a:lnTo>
                    <a:pt x="1171570" y="1279342"/>
                  </a:lnTo>
                  <a:lnTo>
                    <a:pt x="1171757" y="1282614"/>
                  </a:lnTo>
                  <a:lnTo>
                    <a:pt x="1171944" y="1285704"/>
                  </a:lnTo>
                  <a:lnTo>
                    <a:pt x="1172131" y="1289266"/>
                  </a:lnTo>
                  <a:lnTo>
                    <a:pt x="1172318" y="1292383"/>
                  </a:lnTo>
                  <a:lnTo>
                    <a:pt x="1172505" y="1295680"/>
                  </a:lnTo>
                  <a:lnTo>
                    <a:pt x="1172692" y="1298800"/>
                  </a:lnTo>
                  <a:lnTo>
                    <a:pt x="1172879" y="1301249"/>
                  </a:lnTo>
                  <a:lnTo>
                    <a:pt x="1173066" y="1303823"/>
                  </a:lnTo>
                  <a:lnTo>
                    <a:pt x="1173252" y="1304796"/>
                  </a:lnTo>
                  <a:lnTo>
                    <a:pt x="1173439" y="1304976"/>
                  </a:lnTo>
                  <a:lnTo>
                    <a:pt x="1173626" y="1303852"/>
                  </a:lnTo>
                  <a:lnTo>
                    <a:pt x="1173813" y="1302223"/>
                  </a:lnTo>
                  <a:lnTo>
                    <a:pt x="1174000" y="1299804"/>
                  </a:lnTo>
                  <a:lnTo>
                    <a:pt x="1174187" y="1296346"/>
                  </a:lnTo>
                  <a:lnTo>
                    <a:pt x="1174374" y="1291970"/>
                  </a:lnTo>
                  <a:lnTo>
                    <a:pt x="1174561" y="1287135"/>
                  </a:lnTo>
                  <a:lnTo>
                    <a:pt x="1174748" y="1281721"/>
                  </a:lnTo>
                  <a:lnTo>
                    <a:pt x="1174935" y="1277231"/>
                  </a:lnTo>
                  <a:lnTo>
                    <a:pt x="1175122" y="1272169"/>
                  </a:lnTo>
                  <a:lnTo>
                    <a:pt x="1175309" y="1265744"/>
                  </a:lnTo>
                  <a:lnTo>
                    <a:pt x="1175496" y="1258306"/>
                  </a:lnTo>
                  <a:lnTo>
                    <a:pt x="1175682" y="1251433"/>
                  </a:lnTo>
                  <a:lnTo>
                    <a:pt x="1175869" y="1243785"/>
                  </a:lnTo>
                  <a:lnTo>
                    <a:pt x="1176056" y="1236434"/>
                  </a:lnTo>
                  <a:lnTo>
                    <a:pt x="1176243" y="1229802"/>
                  </a:lnTo>
                  <a:lnTo>
                    <a:pt x="1176430" y="1222736"/>
                  </a:lnTo>
                  <a:lnTo>
                    <a:pt x="1176617" y="1215383"/>
                  </a:lnTo>
                  <a:lnTo>
                    <a:pt x="1176804" y="1207734"/>
                  </a:lnTo>
                  <a:lnTo>
                    <a:pt x="1176991" y="1200875"/>
                  </a:lnTo>
                  <a:lnTo>
                    <a:pt x="1177178" y="1193824"/>
                  </a:lnTo>
                  <a:lnTo>
                    <a:pt x="1177365" y="1187502"/>
                  </a:lnTo>
                  <a:lnTo>
                    <a:pt x="1177552" y="1183028"/>
                  </a:lnTo>
                  <a:lnTo>
                    <a:pt x="1177739" y="1180040"/>
                  </a:lnTo>
                  <a:lnTo>
                    <a:pt x="1177925" y="1177175"/>
                  </a:lnTo>
                  <a:lnTo>
                    <a:pt x="1178112" y="1173531"/>
                  </a:lnTo>
                  <a:lnTo>
                    <a:pt x="1178299" y="1170938"/>
                  </a:lnTo>
                  <a:lnTo>
                    <a:pt x="1178486" y="1167406"/>
                  </a:lnTo>
                  <a:lnTo>
                    <a:pt x="1178673" y="1164612"/>
                  </a:lnTo>
                  <a:lnTo>
                    <a:pt x="1178860" y="1161276"/>
                  </a:lnTo>
                  <a:lnTo>
                    <a:pt x="1179047" y="1158240"/>
                  </a:lnTo>
                  <a:lnTo>
                    <a:pt x="1179234" y="1154847"/>
                  </a:lnTo>
                  <a:lnTo>
                    <a:pt x="1179421" y="1151337"/>
                  </a:lnTo>
                  <a:lnTo>
                    <a:pt x="1179608" y="1148542"/>
                  </a:lnTo>
                  <a:lnTo>
                    <a:pt x="1179795" y="1146178"/>
                  </a:lnTo>
                  <a:lnTo>
                    <a:pt x="1179982" y="1144386"/>
                  </a:lnTo>
                  <a:lnTo>
                    <a:pt x="1180169" y="1143121"/>
                  </a:lnTo>
                  <a:lnTo>
                    <a:pt x="1180355" y="1142185"/>
                  </a:lnTo>
                  <a:lnTo>
                    <a:pt x="1180542" y="1141183"/>
                  </a:lnTo>
                  <a:lnTo>
                    <a:pt x="1180729" y="1140127"/>
                  </a:lnTo>
                  <a:lnTo>
                    <a:pt x="1180916" y="1138959"/>
                  </a:lnTo>
                  <a:lnTo>
                    <a:pt x="1181103" y="1137096"/>
                  </a:lnTo>
                  <a:lnTo>
                    <a:pt x="1181290" y="1134985"/>
                  </a:lnTo>
                  <a:lnTo>
                    <a:pt x="1181477" y="1133656"/>
                  </a:lnTo>
                  <a:lnTo>
                    <a:pt x="1181664" y="1132521"/>
                  </a:lnTo>
                  <a:lnTo>
                    <a:pt x="1181851" y="1132453"/>
                  </a:lnTo>
                  <a:lnTo>
                    <a:pt x="1182038" y="1132767"/>
                  </a:lnTo>
                  <a:lnTo>
                    <a:pt x="1182225" y="1134582"/>
                  </a:lnTo>
                  <a:lnTo>
                    <a:pt x="1182412" y="1136510"/>
                  </a:lnTo>
                  <a:lnTo>
                    <a:pt x="1182599" y="1138320"/>
                  </a:lnTo>
                  <a:lnTo>
                    <a:pt x="1182785" y="1140836"/>
                  </a:lnTo>
                  <a:lnTo>
                    <a:pt x="1182972" y="1143414"/>
                  </a:lnTo>
                  <a:lnTo>
                    <a:pt x="1183159" y="1144802"/>
                  </a:lnTo>
                  <a:lnTo>
                    <a:pt x="1183346" y="1145506"/>
                  </a:lnTo>
                  <a:lnTo>
                    <a:pt x="1183533" y="1146038"/>
                  </a:lnTo>
                  <a:lnTo>
                    <a:pt x="1183720" y="1147325"/>
                  </a:lnTo>
                  <a:lnTo>
                    <a:pt x="1183907" y="1149284"/>
                  </a:lnTo>
                  <a:lnTo>
                    <a:pt x="1184094" y="1151315"/>
                  </a:lnTo>
                  <a:lnTo>
                    <a:pt x="1184281" y="1153465"/>
                  </a:lnTo>
                  <a:lnTo>
                    <a:pt x="1184468" y="1155783"/>
                  </a:lnTo>
                  <a:lnTo>
                    <a:pt x="1184655" y="1158894"/>
                  </a:lnTo>
                  <a:lnTo>
                    <a:pt x="1184842" y="1161764"/>
                  </a:lnTo>
                  <a:lnTo>
                    <a:pt x="1185028" y="1165006"/>
                  </a:lnTo>
                  <a:lnTo>
                    <a:pt x="1185215" y="1168378"/>
                  </a:lnTo>
                  <a:lnTo>
                    <a:pt x="1185402" y="1171263"/>
                  </a:lnTo>
                  <a:lnTo>
                    <a:pt x="1185589" y="1173028"/>
                  </a:lnTo>
                  <a:lnTo>
                    <a:pt x="1185776" y="1174905"/>
                  </a:lnTo>
                  <a:lnTo>
                    <a:pt x="1185963" y="1176557"/>
                  </a:lnTo>
                  <a:lnTo>
                    <a:pt x="1186150" y="1179056"/>
                  </a:lnTo>
                  <a:lnTo>
                    <a:pt x="1186337" y="1183418"/>
                  </a:lnTo>
                  <a:lnTo>
                    <a:pt x="1186524" y="1187943"/>
                  </a:lnTo>
                  <a:lnTo>
                    <a:pt x="1186711" y="1192909"/>
                  </a:lnTo>
                  <a:lnTo>
                    <a:pt x="1186898" y="1199524"/>
                  </a:lnTo>
                  <a:lnTo>
                    <a:pt x="1187085" y="1205206"/>
                  </a:lnTo>
                  <a:lnTo>
                    <a:pt x="1187272" y="1210606"/>
                  </a:lnTo>
                  <a:lnTo>
                    <a:pt x="1187458" y="1215426"/>
                  </a:lnTo>
                  <a:lnTo>
                    <a:pt x="1187645" y="1220331"/>
                  </a:lnTo>
                  <a:lnTo>
                    <a:pt x="1187832" y="1223424"/>
                  </a:lnTo>
                  <a:lnTo>
                    <a:pt x="1188019" y="1226745"/>
                  </a:lnTo>
                  <a:lnTo>
                    <a:pt x="1188206" y="1229417"/>
                  </a:lnTo>
                  <a:lnTo>
                    <a:pt x="1188393" y="1232490"/>
                  </a:lnTo>
                  <a:lnTo>
                    <a:pt x="1188580" y="1235471"/>
                  </a:lnTo>
                  <a:lnTo>
                    <a:pt x="1188767" y="1236757"/>
                  </a:lnTo>
                  <a:lnTo>
                    <a:pt x="1188954" y="1238069"/>
                  </a:lnTo>
                  <a:lnTo>
                    <a:pt x="1189141" y="1238318"/>
                  </a:lnTo>
                  <a:lnTo>
                    <a:pt x="1189328" y="1238816"/>
                  </a:lnTo>
                  <a:lnTo>
                    <a:pt x="1189515" y="1238441"/>
                  </a:lnTo>
                  <a:lnTo>
                    <a:pt x="1189701" y="1237523"/>
                  </a:lnTo>
                  <a:lnTo>
                    <a:pt x="1189888" y="1235903"/>
                  </a:lnTo>
                  <a:lnTo>
                    <a:pt x="1190075" y="1234087"/>
                  </a:lnTo>
                  <a:lnTo>
                    <a:pt x="1190262" y="1232215"/>
                  </a:lnTo>
                  <a:lnTo>
                    <a:pt x="1190449" y="1231004"/>
                  </a:lnTo>
                  <a:lnTo>
                    <a:pt x="1190636" y="1230183"/>
                  </a:lnTo>
                  <a:lnTo>
                    <a:pt x="1190823" y="1230824"/>
                  </a:lnTo>
                  <a:lnTo>
                    <a:pt x="1191010" y="1231762"/>
                  </a:lnTo>
                  <a:lnTo>
                    <a:pt x="1191197" y="1233419"/>
                  </a:lnTo>
                  <a:lnTo>
                    <a:pt x="1191384" y="1235129"/>
                  </a:lnTo>
                  <a:lnTo>
                    <a:pt x="1191571" y="1237045"/>
                  </a:lnTo>
                  <a:lnTo>
                    <a:pt x="1191758" y="1239493"/>
                  </a:lnTo>
                  <a:lnTo>
                    <a:pt x="1191945" y="1241936"/>
                  </a:lnTo>
                  <a:lnTo>
                    <a:pt x="1192131" y="1244519"/>
                  </a:lnTo>
                  <a:lnTo>
                    <a:pt x="1192318" y="1248562"/>
                  </a:lnTo>
                  <a:lnTo>
                    <a:pt x="1192505" y="1252804"/>
                  </a:lnTo>
                  <a:lnTo>
                    <a:pt x="1192692" y="1258367"/>
                  </a:lnTo>
                  <a:lnTo>
                    <a:pt x="1192879" y="1264707"/>
                  </a:lnTo>
                  <a:lnTo>
                    <a:pt x="1193066" y="1269300"/>
                  </a:lnTo>
                  <a:lnTo>
                    <a:pt x="1193253" y="1273211"/>
                  </a:lnTo>
                  <a:lnTo>
                    <a:pt x="1193440" y="1276536"/>
                  </a:lnTo>
                  <a:lnTo>
                    <a:pt x="1193627" y="1278953"/>
                  </a:lnTo>
                  <a:lnTo>
                    <a:pt x="1193814" y="1279927"/>
                  </a:lnTo>
                  <a:lnTo>
                    <a:pt x="1194001" y="1279677"/>
                  </a:lnTo>
                  <a:lnTo>
                    <a:pt x="1194188" y="1278334"/>
                  </a:lnTo>
                  <a:lnTo>
                    <a:pt x="1194375" y="1276259"/>
                  </a:lnTo>
                  <a:lnTo>
                    <a:pt x="1194561" y="1273269"/>
                  </a:lnTo>
                  <a:lnTo>
                    <a:pt x="1194748" y="1270818"/>
                  </a:lnTo>
                  <a:lnTo>
                    <a:pt x="1194935" y="1266850"/>
                  </a:lnTo>
                  <a:lnTo>
                    <a:pt x="1195122" y="1260419"/>
                  </a:lnTo>
                  <a:lnTo>
                    <a:pt x="1195309" y="1254537"/>
                  </a:lnTo>
                  <a:lnTo>
                    <a:pt x="1195496" y="1247806"/>
                  </a:lnTo>
                  <a:lnTo>
                    <a:pt x="1195683" y="1239685"/>
                  </a:lnTo>
                  <a:lnTo>
                    <a:pt x="1195870" y="1231291"/>
                  </a:lnTo>
                  <a:lnTo>
                    <a:pt x="1196057" y="1221435"/>
                  </a:lnTo>
                  <a:lnTo>
                    <a:pt x="1196244" y="1214285"/>
                  </a:lnTo>
                  <a:lnTo>
                    <a:pt x="1196431" y="1207927"/>
                  </a:lnTo>
                  <a:lnTo>
                    <a:pt x="1196618" y="1201358"/>
                  </a:lnTo>
                  <a:lnTo>
                    <a:pt x="1196804" y="1194456"/>
                  </a:lnTo>
                  <a:lnTo>
                    <a:pt x="1196991" y="1188235"/>
                  </a:lnTo>
                  <a:lnTo>
                    <a:pt x="1197178" y="1182582"/>
                  </a:lnTo>
                  <a:lnTo>
                    <a:pt x="1197365" y="1179050"/>
                  </a:lnTo>
                  <a:lnTo>
                    <a:pt x="1197552" y="1176187"/>
                  </a:lnTo>
                  <a:lnTo>
                    <a:pt x="1197739" y="1174703"/>
                  </a:lnTo>
                  <a:lnTo>
                    <a:pt x="1197926" y="1174031"/>
                  </a:lnTo>
                  <a:lnTo>
                    <a:pt x="1198113" y="1174535"/>
                  </a:lnTo>
                  <a:lnTo>
                    <a:pt x="1198300" y="1175988"/>
                  </a:lnTo>
                  <a:lnTo>
                    <a:pt x="1198487" y="1178036"/>
                  </a:lnTo>
                  <a:lnTo>
                    <a:pt x="1198674" y="1178768"/>
                  </a:lnTo>
                  <a:lnTo>
                    <a:pt x="1198861" y="1180504"/>
                  </a:lnTo>
                  <a:lnTo>
                    <a:pt x="1199048" y="1182678"/>
                  </a:lnTo>
                  <a:lnTo>
                    <a:pt x="1199234" y="1182508"/>
                  </a:lnTo>
                  <a:lnTo>
                    <a:pt x="1199421" y="1182031"/>
                  </a:lnTo>
                  <a:lnTo>
                    <a:pt x="1199608" y="1181885"/>
                  </a:lnTo>
                  <a:lnTo>
                    <a:pt x="1199795" y="1181847"/>
                  </a:lnTo>
                  <a:lnTo>
                    <a:pt x="1199982" y="1181550"/>
                  </a:lnTo>
                  <a:lnTo>
                    <a:pt x="1200169" y="1180565"/>
                  </a:lnTo>
                  <a:lnTo>
                    <a:pt x="1200356" y="1179843"/>
                  </a:lnTo>
                  <a:lnTo>
                    <a:pt x="1200543" y="1179193"/>
                  </a:lnTo>
                  <a:lnTo>
                    <a:pt x="1200730" y="1178945"/>
                  </a:lnTo>
                  <a:lnTo>
                    <a:pt x="1200917" y="1178537"/>
                  </a:lnTo>
                  <a:lnTo>
                    <a:pt x="1201104" y="1178062"/>
                  </a:lnTo>
                  <a:lnTo>
                    <a:pt x="1201291" y="1178309"/>
                  </a:lnTo>
                  <a:lnTo>
                    <a:pt x="1201478" y="1178346"/>
                  </a:lnTo>
                  <a:lnTo>
                    <a:pt x="1201664" y="1178177"/>
                  </a:lnTo>
                  <a:lnTo>
                    <a:pt x="1201851" y="1176651"/>
                  </a:lnTo>
                  <a:lnTo>
                    <a:pt x="1202038" y="1174797"/>
                  </a:lnTo>
                  <a:lnTo>
                    <a:pt x="1202225" y="1172997"/>
                  </a:lnTo>
                  <a:lnTo>
                    <a:pt x="1202412" y="1171034"/>
                  </a:lnTo>
                  <a:lnTo>
                    <a:pt x="1202599" y="1168637"/>
                  </a:lnTo>
                  <a:lnTo>
                    <a:pt x="1202786" y="1165956"/>
                  </a:lnTo>
                  <a:lnTo>
                    <a:pt x="1202973" y="1162667"/>
                  </a:lnTo>
                  <a:lnTo>
                    <a:pt x="1203160" y="1158892"/>
                  </a:lnTo>
                  <a:lnTo>
                    <a:pt x="1203347" y="1154966"/>
                  </a:lnTo>
                  <a:lnTo>
                    <a:pt x="1203534" y="1150943"/>
                  </a:lnTo>
                  <a:lnTo>
                    <a:pt x="1203721" y="1146530"/>
                  </a:lnTo>
                  <a:lnTo>
                    <a:pt x="1203907" y="1141378"/>
                  </a:lnTo>
                  <a:lnTo>
                    <a:pt x="1204094" y="1136059"/>
                  </a:lnTo>
                  <a:lnTo>
                    <a:pt x="1204281" y="1132018"/>
                  </a:lnTo>
                  <a:lnTo>
                    <a:pt x="1204468" y="1128590"/>
                  </a:lnTo>
                  <a:lnTo>
                    <a:pt x="1204655" y="1125296"/>
                  </a:lnTo>
                  <a:lnTo>
                    <a:pt x="1204842" y="1122066"/>
                  </a:lnTo>
                  <a:lnTo>
                    <a:pt x="1205029" y="1118968"/>
                  </a:lnTo>
                  <a:lnTo>
                    <a:pt x="1205216" y="1115480"/>
                  </a:lnTo>
                  <a:lnTo>
                    <a:pt x="1205403" y="1112041"/>
                  </a:lnTo>
                  <a:lnTo>
                    <a:pt x="1205590" y="1109291"/>
                  </a:lnTo>
                  <a:lnTo>
                    <a:pt x="1205777" y="1107001"/>
                  </a:lnTo>
                  <a:lnTo>
                    <a:pt x="1205964" y="1105156"/>
                  </a:lnTo>
                  <a:lnTo>
                    <a:pt x="1206151" y="1103717"/>
                  </a:lnTo>
                  <a:lnTo>
                    <a:pt x="1206337" y="1102321"/>
                  </a:lnTo>
                  <a:lnTo>
                    <a:pt x="1206524" y="1100837"/>
                  </a:lnTo>
                  <a:lnTo>
                    <a:pt x="1206711" y="1099723"/>
                  </a:lnTo>
                  <a:lnTo>
                    <a:pt x="1206898" y="1098054"/>
                  </a:lnTo>
                  <a:lnTo>
                    <a:pt x="1207085" y="1096451"/>
                  </a:lnTo>
                  <a:lnTo>
                    <a:pt x="1207272" y="1094782"/>
                  </a:lnTo>
                  <a:lnTo>
                    <a:pt x="1207459" y="1093146"/>
                  </a:lnTo>
                  <a:lnTo>
                    <a:pt x="1207646" y="1090710"/>
                  </a:lnTo>
                  <a:lnTo>
                    <a:pt x="1207833" y="1087764"/>
                  </a:lnTo>
                  <a:lnTo>
                    <a:pt x="1208020" y="1085231"/>
                  </a:lnTo>
                  <a:lnTo>
                    <a:pt x="1208207" y="1082690"/>
                  </a:lnTo>
                  <a:lnTo>
                    <a:pt x="1208394" y="1080313"/>
                  </a:lnTo>
                  <a:lnTo>
                    <a:pt x="1208580" y="1076577"/>
                  </a:lnTo>
                  <a:lnTo>
                    <a:pt x="1208767" y="1072086"/>
                  </a:lnTo>
                  <a:lnTo>
                    <a:pt x="1208954" y="1066938"/>
                  </a:lnTo>
                  <a:lnTo>
                    <a:pt x="1209141" y="1060026"/>
                  </a:lnTo>
                  <a:lnTo>
                    <a:pt x="1209328" y="1052683"/>
                  </a:lnTo>
                  <a:lnTo>
                    <a:pt x="1209515" y="1044692"/>
                  </a:lnTo>
                  <a:lnTo>
                    <a:pt x="1209702" y="1036328"/>
                  </a:lnTo>
                  <a:lnTo>
                    <a:pt x="1209889" y="1027216"/>
                  </a:lnTo>
                  <a:lnTo>
                    <a:pt x="1210076" y="1017303"/>
                  </a:lnTo>
                  <a:lnTo>
                    <a:pt x="1210263" y="1006522"/>
                  </a:lnTo>
                  <a:lnTo>
                    <a:pt x="1210450" y="995589"/>
                  </a:lnTo>
                  <a:lnTo>
                    <a:pt x="1210637" y="985307"/>
                  </a:lnTo>
                  <a:lnTo>
                    <a:pt x="1210824" y="975082"/>
                  </a:lnTo>
                  <a:lnTo>
                    <a:pt x="1211010" y="965465"/>
                  </a:lnTo>
                  <a:lnTo>
                    <a:pt x="1211197" y="955450"/>
                  </a:lnTo>
                  <a:lnTo>
                    <a:pt x="1211384" y="945132"/>
                  </a:lnTo>
                  <a:lnTo>
                    <a:pt x="1211571" y="935820"/>
                  </a:lnTo>
                  <a:lnTo>
                    <a:pt x="1211758" y="927566"/>
                  </a:lnTo>
                  <a:lnTo>
                    <a:pt x="1211945" y="920877"/>
                  </a:lnTo>
                  <a:lnTo>
                    <a:pt x="1212132" y="915909"/>
                  </a:lnTo>
                  <a:lnTo>
                    <a:pt x="1212319" y="911229"/>
                  </a:lnTo>
                  <a:lnTo>
                    <a:pt x="1212506" y="908031"/>
                  </a:lnTo>
                  <a:lnTo>
                    <a:pt x="1212693" y="906496"/>
                  </a:lnTo>
                  <a:lnTo>
                    <a:pt x="1212880" y="907336"/>
                  </a:lnTo>
                  <a:lnTo>
                    <a:pt x="1213067" y="908713"/>
                  </a:lnTo>
                  <a:lnTo>
                    <a:pt x="1213254" y="911247"/>
                  </a:lnTo>
                  <a:lnTo>
                    <a:pt x="1213440" y="915046"/>
                  </a:lnTo>
                  <a:lnTo>
                    <a:pt x="1213627" y="919611"/>
                  </a:lnTo>
                  <a:lnTo>
                    <a:pt x="1213814" y="926249"/>
                  </a:lnTo>
                  <a:lnTo>
                    <a:pt x="1214001" y="933342"/>
                  </a:lnTo>
                  <a:lnTo>
                    <a:pt x="1214188" y="941578"/>
                  </a:lnTo>
                  <a:lnTo>
                    <a:pt x="1214375" y="949081"/>
                  </a:lnTo>
                  <a:lnTo>
                    <a:pt x="1214562" y="957138"/>
                  </a:lnTo>
                  <a:lnTo>
                    <a:pt x="1214749" y="966182"/>
                  </a:lnTo>
                  <a:lnTo>
                    <a:pt x="1214936" y="971973"/>
                  </a:lnTo>
                  <a:lnTo>
                    <a:pt x="1215123" y="975116"/>
                  </a:lnTo>
                  <a:lnTo>
                    <a:pt x="1215310" y="977005"/>
                  </a:lnTo>
                  <a:lnTo>
                    <a:pt x="1215497" y="977996"/>
                  </a:lnTo>
                  <a:lnTo>
                    <a:pt x="1215683" y="976833"/>
                  </a:lnTo>
                  <a:lnTo>
                    <a:pt x="1215870" y="975127"/>
                  </a:lnTo>
                  <a:lnTo>
                    <a:pt x="1216057" y="972649"/>
                  </a:lnTo>
                  <a:lnTo>
                    <a:pt x="1216244" y="970440"/>
                  </a:lnTo>
                  <a:lnTo>
                    <a:pt x="1216431" y="967705"/>
                  </a:lnTo>
                  <a:lnTo>
                    <a:pt x="1216618" y="965490"/>
                  </a:lnTo>
                  <a:lnTo>
                    <a:pt x="1216805" y="963979"/>
                  </a:lnTo>
                  <a:lnTo>
                    <a:pt x="1216992" y="962740"/>
                  </a:lnTo>
                  <a:lnTo>
                    <a:pt x="1217179" y="962116"/>
                  </a:lnTo>
                  <a:lnTo>
                    <a:pt x="1217366" y="961253"/>
                  </a:lnTo>
                  <a:lnTo>
                    <a:pt x="1217553" y="960149"/>
                  </a:lnTo>
                  <a:lnTo>
                    <a:pt x="1217740" y="959535"/>
                  </a:lnTo>
                  <a:lnTo>
                    <a:pt x="1217927" y="958804"/>
                  </a:lnTo>
                  <a:lnTo>
                    <a:pt x="1218113" y="959285"/>
                  </a:lnTo>
                  <a:lnTo>
                    <a:pt x="1218300" y="960036"/>
                  </a:lnTo>
                  <a:lnTo>
                    <a:pt x="1218487" y="962396"/>
                  </a:lnTo>
                  <a:lnTo>
                    <a:pt x="1218674" y="965622"/>
                  </a:lnTo>
                  <a:lnTo>
                    <a:pt x="1218861" y="968592"/>
                  </a:lnTo>
                  <a:lnTo>
                    <a:pt x="1219048" y="971667"/>
                  </a:lnTo>
                  <a:lnTo>
                    <a:pt x="1219235" y="975690"/>
                  </a:lnTo>
                  <a:lnTo>
                    <a:pt x="1219422" y="979941"/>
                  </a:lnTo>
                  <a:lnTo>
                    <a:pt x="1219609" y="983268"/>
                  </a:lnTo>
                  <a:lnTo>
                    <a:pt x="1219796" y="986682"/>
                  </a:lnTo>
                  <a:lnTo>
                    <a:pt x="1219983" y="990240"/>
                  </a:lnTo>
                  <a:lnTo>
                    <a:pt x="1220170" y="993512"/>
                  </a:lnTo>
                  <a:lnTo>
                    <a:pt x="1220357" y="997261"/>
                  </a:lnTo>
                  <a:lnTo>
                    <a:pt x="1220543" y="1002220"/>
                  </a:lnTo>
                  <a:lnTo>
                    <a:pt x="1220730" y="1008153"/>
                  </a:lnTo>
                  <a:lnTo>
                    <a:pt x="1220917" y="1014314"/>
                  </a:lnTo>
                  <a:lnTo>
                    <a:pt x="1221104" y="1020117"/>
                  </a:lnTo>
                  <a:lnTo>
                    <a:pt x="1221291" y="1025535"/>
                  </a:lnTo>
                  <a:lnTo>
                    <a:pt x="1221478" y="1030719"/>
                  </a:lnTo>
                  <a:lnTo>
                    <a:pt x="1221665" y="1035829"/>
                  </a:lnTo>
                  <a:lnTo>
                    <a:pt x="1221852" y="1040761"/>
                  </a:lnTo>
                  <a:lnTo>
                    <a:pt x="1222039" y="1045770"/>
                  </a:lnTo>
                  <a:lnTo>
                    <a:pt x="1222226" y="1051071"/>
                  </a:lnTo>
                  <a:lnTo>
                    <a:pt x="1222413" y="1056190"/>
                  </a:lnTo>
                  <a:lnTo>
                    <a:pt x="1222600" y="1060487"/>
                  </a:lnTo>
                  <a:lnTo>
                    <a:pt x="1222786" y="1064976"/>
                  </a:lnTo>
                  <a:lnTo>
                    <a:pt x="1222973" y="1068873"/>
                  </a:lnTo>
                  <a:lnTo>
                    <a:pt x="1223160" y="1072112"/>
                  </a:lnTo>
                  <a:lnTo>
                    <a:pt x="1223347" y="1075650"/>
                  </a:lnTo>
                  <a:lnTo>
                    <a:pt x="1223534" y="1077862"/>
                  </a:lnTo>
                  <a:lnTo>
                    <a:pt x="1223721" y="1078848"/>
                  </a:lnTo>
                  <a:lnTo>
                    <a:pt x="1223908" y="1082202"/>
                  </a:lnTo>
                  <a:lnTo>
                    <a:pt x="1224095" y="1085387"/>
                  </a:lnTo>
                  <a:lnTo>
                    <a:pt x="1224282" y="1089657"/>
                  </a:lnTo>
                  <a:lnTo>
                    <a:pt x="1224469" y="1094802"/>
                  </a:lnTo>
                  <a:lnTo>
                    <a:pt x="1224656" y="1099745"/>
                  </a:lnTo>
                  <a:lnTo>
                    <a:pt x="1224843" y="1105681"/>
                  </a:lnTo>
                  <a:lnTo>
                    <a:pt x="1225030" y="1111066"/>
                  </a:lnTo>
                  <a:lnTo>
                    <a:pt x="1225216" y="1117197"/>
                  </a:lnTo>
                  <a:lnTo>
                    <a:pt x="1225403" y="1122255"/>
                  </a:lnTo>
                  <a:lnTo>
                    <a:pt x="1225590" y="1126791"/>
                  </a:lnTo>
                  <a:lnTo>
                    <a:pt x="1225777" y="1131312"/>
                  </a:lnTo>
                  <a:lnTo>
                    <a:pt x="1225964" y="1136391"/>
                  </a:lnTo>
                  <a:lnTo>
                    <a:pt x="1226151" y="1141868"/>
                  </a:lnTo>
                  <a:lnTo>
                    <a:pt x="1226338" y="1147269"/>
                  </a:lnTo>
                  <a:lnTo>
                    <a:pt x="1226525" y="1153300"/>
                  </a:lnTo>
                  <a:lnTo>
                    <a:pt x="1226712" y="1159449"/>
                  </a:lnTo>
                  <a:lnTo>
                    <a:pt x="1226899" y="1166175"/>
                  </a:lnTo>
                  <a:lnTo>
                    <a:pt x="1227086" y="1173042"/>
                  </a:lnTo>
                  <a:lnTo>
                    <a:pt x="1227273" y="1179880"/>
                  </a:lnTo>
                  <a:lnTo>
                    <a:pt x="1227459" y="1186643"/>
                  </a:lnTo>
                  <a:lnTo>
                    <a:pt x="1227646" y="1193007"/>
                  </a:lnTo>
                  <a:lnTo>
                    <a:pt x="1227833" y="1198558"/>
                  </a:lnTo>
                  <a:lnTo>
                    <a:pt x="1228020" y="1203394"/>
                  </a:lnTo>
                  <a:lnTo>
                    <a:pt x="1228207" y="1207780"/>
                  </a:lnTo>
                  <a:lnTo>
                    <a:pt x="1228394" y="1212119"/>
                  </a:lnTo>
                  <a:lnTo>
                    <a:pt x="1228581" y="1215873"/>
                  </a:lnTo>
                  <a:lnTo>
                    <a:pt x="1228768" y="1219225"/>
                  </a:lnTo>
                  <a:lnTo>
                    <a:pt x="1228955" y="1222314"/>
                  </a:lnTo>
                  <a:lnTo>
                    <a:pt x="1229142" y="1224909"/>
                  </a:lnTo>
                  <a:lnTo>
                    <a:pt x="1229329" y="1227218"/>
                  </a:lnTo>
                  <a:lnTo>
                    <a:pt x="1229516" y="1230161"/>
                  </a:lnTo>
                  <a:lnTo>
                    <a:pt x="1229703" y="1232529"/>
                  </a:lnTo>
                  <a:lnTo>
                    <a:pt x="1229889" y="1235336"/>
                  </a:lnTo>
                  <a:lnTo>
                    <a:pt x="1230076" y="1237652"/>
                  </a:lnTo>
                  <a:lnTo>
                    <a:pt x="1230263" y="1240281"/>
                  </a:lnTo>
                  <a:lnTo>
                    <a:pt x="1230450" y="1244292"/>
                  </a:lnTo>
                  <a:lnTo>
                    <a:pt x="1230637" y="1249591"/>
                  </a:lnTo>
                  <a:lnTo>
                    <a:pt x="1230824" y="1256153"/>
                  </a:lnTo>
                  <a:lnTo>
                    <a:pt x="1231011" y="1263382"/>
                  </a:lnTo>
                  <a:lnTo>
                    <a:pt x="1231198" y="1271535"/>
                  </a:lnTo>
                  <a:lnTo>
                    <a:pt x="1231385" y="1280551"/>
                  </a:lnTo>
                  <a:lnTo>
                    <a:pt x="1231572" y="1290639"/>
                  </a:lnTo>
                  <a:lnTo>
                    <a:pt x="1231759" y="1301180"/>
                  </a:lnTo>
                  <a:lnTo>
                    <a:pt x="1231946" y="1312071"/>
                  </a:lnTo>
                  <a:lnTo>
                    <a:pt x="1232133" y="1323572"/>
                  </a:lnTo>
                  <a:lnTo>
                    <a:pt x="1232319" y="1336835"/>
                  </a:lnTo>
                  <a:lnTo>
                    <a:pt x="1232506" y="1351373"/>
                  </a:lnTo>
                  <a:lnTo>
                    <a:pt x="1232693" y="1365176"/>
                  </a:lnTo>
                  <a:lnTo>
                    <a:pt x="1232880" y="1380317"/>
                  </a:lnTo>
                  <a:lnTo>
                    <a:pt x="1233067" y="1396400"/>
                  </a:lnTo>
                  <a:lnTo>
                    <a:pt x="1233254" y="1412014"/>
                  </a:lnTo>
                  <a:lnTo>
                    <a:pt x="1233441" y="1427145"/>
                  </a:lnTo>
                  <a:lnTo>
                    <a:pt x="1233628" y="1439828"/>
                  </a:lnTo>
                  <a:lnTo>
                    <a:pt x="1233815" y="1452236"/>
                  </a:lnTo>
                  <a:lnTo>
                    <a:pt x="1234002" y="1464679"/>
                  </a:lnTo>
                  <a:lnTo>
                    <a:pt x="1234189" y="1477520"/>
                  </a:lnTo>
                  <a:lnTo>
                    <a:pt x="1234376" y="1490274"/>
                  </a:lnTo>
                  <a:lnTo>
                    <a:pt x="1234562" y="1502279"/>
                  </a:lnTo>
                  <a:lnTo>
                    <a:pt x="1234749" y="1512168"/>
                  </a:lnTo>
                  <a:lnTo>
                    <a:pt x="1234936" y="1522328"/>
                  </a:lnTo>
                  <a:lnTo>
                    <a:pt x="1235123" y="1530967"/>
                  </a:lnTo>
                  <a:lnTo>
                    <a:pt x="1235310" y="1539025"/>
                  </a:lnTo>
                  <a:lnTo>
                    <a:pt x="1235497" y="1546484"/>
                  </a:lnTo>
                  <a:lnTo>
                    <a:pt x="1235684" y="1553276"/>
                  </a:lnTo>
                  <a:lnTo>
                    <a:pt x="1235871" y="1559582"/>
                  </a:lnTo>
                  <a:lnTo>
                    <a:pt x="1236058" y="1567701"/>
                  </a:lnTo>
                  <a:lnTo>
                    <a:pt x="1236245" y="1575824"/>
                  </a:lnTo>
                  <a:lnTo>
                    <a:pt x="1236432" y="1583265"/>
                  </a:lnTo>
                  <a:lnTo>
                    <a:pt x="1236619" y="1590003"/>
                  </a:lnTo>
                  <a:lnTo>
                    <a:pt x="1236806" y="1596661"/>
                  </a:lnTo>
                  <a:lnTo>
                    <a:pt x="1236992" y="1602077"/>
                  </a:lnTo>
                  <a:lnTo>
                    <a:pt x="1237179" y="1606909"/>
                  </a:lnTo>
                  <a:lnTo>
                    <a:pt x="1237366" y="1611232"/>
                  </a:lnTo>
                  <a:lnTo>
                    <a:pt x="1237553" y="1615853"/>
                  </a:lnTo>
                  <a:lnTo>
                    <a:pt x="1237740" y="1619472"/>
                  </a:lnTo>
                  <a:lnTo>
                    <a:pt x="1237927" y="1622589"/>
                  </a:lnTo>
                  <a:lnTo>
                    <a:pt x="1238114" y="1625315"/>
                  </a:lnTo>
                  <a:lnTo>
                    <a:pt x="1238301" y="1627049"/>
                  </a:lnTo>
                  <a:lnTo>
                    <a:pt x="1238488" y="1628085"/>
                  </a:lnTo>
                  <a:lnTo>
                    <a:pt x="1238675" y="1628252"/>
                  </a:lnTo>
                  <a:lnTo>
                    <a:pt x="1238862" y="1627485"/>
                  </a:lnTo>
                  <a:lnTo>
                    <a:pt x="1239049" y="1625741"/>
                  </a:lnTo>
                  <a:lnTo>
                    <a:pt x="1239236" y="1624909"/>
                  </a:lnTo>
                  <a:lnTo>
                    <a:pt x="1239422" y="1624315"/>
                  </a:lnTo>
                  <a:lnTo>
                    <a:pt x="1239609" y="1623509"/>
                  </a:lnTo>
                  <a:lnTo>
                    <a:pt x="1239796" y="1623065"/>
                  </a:lnTo>
                  <a:lnTo>
                    <a:pt x="1239983" y="1623838"/>
                  </a:lnTo>
                  <a:lnTo>
                    <a:pt x="1240170" y="1624713"/>
                  </a:lnTo>
                  <a:lnTo>
                    <a:pt x="1240357" y="1625712"/>
                  </a:lnTo>
                  <a:lnTo>
                    <a:pt x="1240544" y="1626961"/>
                  </a:lnTo>
                  <a:lnTo>
                    <a:pt x="1240731" y="1628174"/>
                  </a:lnTo>
                  <a:lnTo>
                    <a:pt x="1240918" y="1629146"/>
                  </a:lnTo>
                  <a:lnTo>
                    <a:pt x="1241105" y="1631045"/>
                  </a:lnTo>
                  <a:lnTo>
                    <a:pt x="1241292" y="1633947"/>
                  </a:lnTo>
                  <a:lnTo>
                    <a:pt x="1241479" y="1637126"/>
                  </a:lnTo>
                  <a:lnTo>
                    <a:pt x="1241665" y="1639068"/>
                  </a:lnTo>
                  <a:lnTo>
                    <a:pt x="1241852" y="1640162"/>
                  </a:lnTo>
                  <a:lnTo>
                    <a:pt x="1242039" y="1641047"/>
                  </a:lnTo>
                  <a:lnTo>
                    <a:pt x="1242226" y="1640902"/>
                  </a:lnTo>
                  <a:lnTo>
                    <a:pt x="1242413" y="1640720"/>
                  </a:lnTo>
                  <a:lnTo>
                    <a:pt x="1242600" y="1640105"/>
                  </a:lnTo>
                  <a:lnTo>
                    <a:pt x="1242787" y="1639572"/>
                  </a:lnTo>
                  <a:lnTo>
                    <a:pt x="1242974" y="1638320"/>
                  </a:lnTo>
                  <a:lnTo>
                    <a:pt x="1243161" y="1636311"/>
                  </a:lnTo>
                  <a:lnTo>
                    <a:pt x="1243348" y="1633310"/>
                  </a:lnTo>
                  <a:lnTo>
                    <a:pt x="1243535" y="1630115"/>
                  </a:lnTo>
                  <a:lnTo>
                    <a:pt x="1243722" y="1626767"/>
                  </a:lnTo>
                  <a:lnTo>
                    <a:pt x="1243909" y="1622724"/>
                  </a:lnTo>
                  <a:lnTo>
                    <a:pt x="1244095" y="1618279"/>
                  </a:lnTo>
                  <a:lnTo>
                    <a:pt x="1244282" y="1613689"/>
                  </a:lnTo>
                  <a:lnTo>
                    <a:pt x="1244469" y="1609190"/>
                  </a:lnTo>
                  <a:lnTo>
                    <a:pt x="1244656" y="1605553"/>
                  </a:lnTo>
                  <a:lnTo>
                    <a:pt x="1244843" y="1601993"/>
                  </a:lnTo>
                  <a:lnTo>
                    <a:pt x="1245030" y="1599591"/>
                  </a:lnTo>
                  <a:lnTo>
                    <a:pt x="1245217" y="1596501"/>
                  </a:lnTo>
                  <a:lnTo>
                    <a:pt x="1245404" y="1593784"/>
                  </a:lnTo>
                  <a:lnTo>
                    <a:pt x="1245591" y="1590699"/>
                  </a:lnTo>
                  <a:lnTo>
                    <a:pt x="1245778" y="1587470"/>
                  </a:lnTo>
                  <a:lnTo>
                    <a:pt x="1245965" y="1585909"/>
                  </a:lnTo>
                  <a:lnTo>
                    <a:pt x="1246152" y="1585729"/>
                  </a:lnTo>
                  <a:lnTo>
                    <a:pt x="1246338" y="1586063"/>
                  </a:lnTo>
                  <a:lnTo>
                    <a:pt x="1246525" y="1586671"/>
                  </a:lnTo>
                  <a:lnTo>
                    <a:pt x="1246712" y="1588080"/>
                  </a:lnTo>
                  <a:lnTo>
                    <a:pt x="1246899" y="1590223"/>
                  </a:lnTo>
                  <a:lnTo>
                    <a:pt x="1247086" y="1593111"/>
                  </a:lnTo>
                  <a:lnTo>
                    <a:pt x="1247273" y="1596963"/>
                  </a:lnTo>
                  <a:lnTo>
                    <a:pt x="1247460" y="1601898"/>
                  </a:lnTo>
                  <a:lnTo>
                    <a:pt x="1247647" y="1608094"/>
                  </a:lnTo>
                  <a:lnTo>
                    <a:pt x="1247834" y="1614567"/>
                  </a:lnTo>
                  <a:lnTo>
                    <a:pt x="1248021" y="1621507"/>
                  </a:lnTo>
                  <a:lnTo>
                    <a:pt x="1248208" y="1628367"/>
                  </a:lnTo>
                  <a:lnTo>
                    <a:pt x="1248395" y="1636197"/>
                  </a:lnTo>
                  <a:lnTo>
                    <a:pt x="1248582" y="1645020"/>
                  </a:lnTo>
                  <a:lnTo>
                    <a:pt x="1248768" y="1654604"/>
                  </a:lnTo>
                  <a:lnTo>
                    <a:pt x="1248955" y="1663418"/>
                  </a:lnTo>
                  <a:lnTo>
                    <a:pt x="1249142" y="1672008"/>
                  </a:lnTo>
                  <a:lnTo>
                    <a:pt x="1249329" y="1679529"/>
                  </a:lnTo>
                  <a:lnTo>
                    <a:pt x="1249516" y="1685919"/>
                  </a:lnTo>
                  <a:lnTo>
                    <a:pt x="1249703" y="1690680"/>
                  </a:lnTo>
                  <a:lnTo>
                    <a:pt x="1249890" y="1694508"/>
                  </a:lnTo>
                  <a:lnTo>
                    <a:pt x="1250077" y="1697532"/>
                  </a:lnTo>
                  <a:lnTo>
                    <a:pt x="1250264" y="1698829"/>
                  </a:lnTo>
                  <a:lnTo>
                    <a:pt x="1250451" y="1698990"/>
                  </a:lnTo>
                  <a:lnTo>
                    <a:pt x="1250638" y="1699361"/>
                  </a:lnTo>
                  <a:lnTo>
                    <a:pt x="1250825" y="1699416"/>
                  </a:lnTo>
                  <a:lnTo>
                    <a:pt x="1251012" y="1698909"/>
                  </a:lnTo>
                  <a:lnTo>
                    <a:pt x="1251198" y="1697862"/>
                  </a:lnTo>
                  <a:lnTo>
                    <a:pt x="1251385" y="1697316"/>
                  </a:lnTo>
                  <a:lnTo>
                    <a:pt x="1251572" y="1696955"/>
                  </a:lnTo>
                  <a:lnTo>
                    <a:pt x="1251759" y="1697417"/>
                  </a:lnTo>
                  <a:lnTo>
                    <a:pt x="1251946" y="1697826"/>
                  </a:lnTo>
                  <a:lnTo>
                    <a:pt x="1252133" y="1696857"/>
                  </a:lnTo>
                  <a:lnTo>
                    <a:pt x="1252320" y="1696777"/>
                  </a:lnTo>
                  <a:lnTo>
                    <a:pt x="1252507" y="1697336"/>
                  </a:lnTo>
                  <a:lnTo>
                    <a:pt x="1252694" y="1698284"/>
                  </a:lnTo>
                  <a:lnTo>
                    <a:pt x="1252881" y="1699002"/>
                  </a:lnTo>
                  <a:lnTo>
                    <a:pt x="1253068" y="1701253"/>
                  </a:lnTo>
                  <a:lnTo>
                    <a:pt x="1253255" y="1703439"/>
                  </a:lnTo>
                  <a:lnTo>
                    <a:pt x="1253441" y="1706523"/>
                  </a:lnTo>
                  <a:lnTo>
                    <a:pt x="1253628" y="1707570"/>
                  </a:lnTo>
                  <a:lnTo>
                    <a:pt x="1253815" y="1708348"/>
                  </a:lnTo>
                  <a:lnTo>
                    <a:pt x="1254002" y="1708935"/>
                  </a:lnTo>
                  <a:lnTo>
                    <a:pt x="1254189" y="1708059"/>
                  </a:lnTo>
                  <a:lnTo>
                    <a:pt x="1254376" y="1706740"/>
                  </a:lnTo>
                  <a:lnTo>
                    <a:pt x="1254563" y="1705197"/>
                  </a:lnTo>
                  <a:lnTo>
                    <a:pt x="1254750" y="1704277"/>
                  </a:lnTo>
                  <a:lnTo>
                    <a:pt x="1254937" y="1704671"/>
                  </a:lnTo>
                  <a:lnTo>
                    <a:pt x="1255124" y="1704453"/>
                  </a:lnTo>
                  <a:lnTo>
                    <a:pt x="1255311" y="1703873"/>
                  </a:lnTo>
                  <a:lnTo>
                    <a:pt x="1255498" y="1702392"/>
                  </a:lnTo>
                  <a:lnTo>
                    <a:pt x="1255685" y="1700507"/>
                  </a:lnTo>
                  <a:lnTo>
                    <a:pt x="1255871" y="1697528"/>
                  </a:lnTo>
                  <a:lnTo>
                    <a:pt x="1256058" y="1693440"/>
                  </a:lnTo>
                  <a:lnTo>
                    <a:pt x="1256245" y="1688845"/>
                  </a:lnTo>
                  <a:lnTo>
                    <a:pt x="1256432" y="1684581"/>
                  </a:lnTo>
                  <a:lnTo>
                    <a:pt x="1256619" y="1679625"/>
                  </a:lnTo>
                  <a:lnTo>
                    <a:pt x="1256806" y="1674631"/>
                  </a:lnTo>
                  <a:lnTo>
                    <a:pt x="1256993" y="1669867"/>
                  </a:lnTo>
                  <a:lnTo>
                    <a:pt x="1257180" y="1664844"/>
                  </a:lnTo>
                  <a:lnTo>
                    <a:pt x="1257367" y="1659966"/>
                  </a:lnTo>
                  <a:lnTo>
                    <a:pt x="1257554" y="1655051"/>
                  </a:lnTo>
                  <a:lnTo>
                    <a:pt x="1257741" y="1650219"/>
                  </a:lnTo>
                  <a:lnTo>
                    <a:pt x="1257928" y="1645732"/>
                  </a:lnTo>
                  <a:lnTo>
                    <a:pt x="1258114" y="1641783"/>
                  </a:lnTo>
                  <a:lnTo>
                    <a:pt x="1258301" y="1638314"/>
                  </a:lnTo>
                  <a:lnTo>
                    <a:pt x="1258488" y="1634059"/>
                  </a:lnTo>
                  <a:lnTo>
                    <a:pt x="1258675" y="1629833"/>
                  </a:lnTo>
                  <a:lnTo>
                    <a:pt x="1258862" y="1625914"/>
                  </a:lnTo>
                  <a:lnTo>
                    <a:pt x="1259049" y="1622223"/>
                  </a:lnTo>
                  <a:lnTo>
                    <a:pt x="1259236" y="1619257"/>
                  </a:lnTo>
                  <a:lnTo>
                    <a:pt x="1259423" y="1616266"/>
                  </a:lnTo>
                  <a:lnTo>
                    <a:pt x="1259610" y="1613036"/>
                  </a:lnTo>
                  <a:lnTo>
                    <a:pt x="1259797" y="1610507"/>
                  </a:lnTo>
                  <a:lnTo>
                    <a:pt x="1259984" y="1608888"/>
                  </a:lnTo>
                  <a:lnTo>
                    <a:pt x="1260171" y="1607323"/>
                  </a:lnTo>
                  <a:lnTo>
                    <a:pt x="1260358" y="1605907"/>
                  </a:lnTo>
                  <a:lnTo>
                    <a:pt x="1260544" y="1605256"/>
                  </a:lnTo>
                  <a:lnTo>
                    <a:pt x="1260731" y="1605593"/>
                  </a:lnTo>
                  <a:lnTo>
                    <a:pt x="1260918" y="1606446"/>
                  </a:lnTo>
                  <a:lnTo>
                    <a:pt x="1261105" y="1608036"/>
                  </a:lnTo>
                  <a:lnTo>
                    <a:pt x="1261292" y="1609287"/>
                  </a:lnTo>
                  <a:lnTo>
                    <a:pt x="1261479" y="1610711"/>
                  </a:lnTo>
                  <a:lnTo>
                    <a:pt x="1261666" y="1611556"/>
                  </a:lnTo>
                  <a:lnTo>
                    <a:pt x="1261853" y="1612220"/>
                  </a:lnTo>
                  <a:lnTo>
                    <a:pt x="1262040" y="1612631"/>
                  </a:lnTo>
                  <a:lnTo>
                    <a:pt x="1262227" y="1612458"/>
                  </a:lnTo>
                  <a:lnTo>
                    <a:pt x="1262414" y="1611589"/>
                  </a:lnTo>
                  <a:lnTo>
                    <a:pt x="1262601" y="1610626"/>
                  </a:lnTo>
                  <a:lnTo>
                    <a:pt x="1262788" y="1610112"/>
                  </a:lnTo>
                  <a:lnTo>
                    <a:pt x="1262974" y="1609765"/>
                  </a:lnTo>
                  <a:lnTo>
                    <a:pt x="1263161" y="1609883"/>
                  </a:lnTo>
                  <a:lnTo>
                    <a:pt x="1263348" y="1609704"/>
                  </a:lnTo>
                  <a:lnTo>
                    <a:pt x="1263535" y="1609614"/>
                  </a:lnTo>
                  <a:lnTo>
                    <a:pt x="1263722" y="1609530"/>
                  </a:lnTo>
                  <a:lnTo>
                    <a:pt x="1263909" y="1609159"/>
                  </a:lnTo>
                  <a:lnTo>
                    <a:pt x="1264096" y="1608115"/>
                  </a:lnTo>
                  <a:lnTo>
                    <a:pt x="1264283" y="1606735"/>
                  </a:lnTo>
                  <a:lnTo>
                    <a:pt x="1264470" y="1605872"/>
                  </a:lnTo>
                  <a:lnTo>
                    <a:pt x="1264657" y="1605273"/>
                  </a:lnTo>
                  <a:lnTo>
                    <a:pt x="1264844" y="1604799"/>
                  </a:lnTo>
                  <a:lnTo>
                    <a:pt x="1265031" y="1605101"/>
                  </a:lnTo>
                  <a:lnTo>
                    <a:pt x="1265217" y="1606044"/>
                  </a:lnTo>
                  <a:lnTo>
                    <a:pt x="1265404" y="1607337"/>
                  </a:lnTo>
                  <a:lnTo>
                    <a:pt x="1265591" y="1608392"/>
                  </a:lnTo>
                  <a:lnTo>
                    <a:pt x="1265778" y="1609709"/>
                  </a:lnTo>
                  <a:lnTo>
                    <a:pt x="1265965" y="1611419"/>
                  </a:lnTo>
                  <a:lnTo>
                    <a:pt x="1266152" y="1613471"/>
                  </a:lnTo>
                  <a:lnTo>
                    <a:pt x="1266339" y="1615688"/>
                  </a:lnTo>
                  <a:lnTo>
                    <a:pt x="1266526" y="1618038"/>
                  </a:lnTo>
                  <a:lnTo>
                    <a:pt x="1266713" y="1620552"/>
                  </a:lnTo>
                  <a:lnTo>
                    <a:pt x="1266900" y="1623135"/>
                  </a:lnTo>
                  <a:lnTo>
                    <a:pt x="1267087" y="1625755"/>
                  </a:lnTo>
                  <a:lnTo>
                    <a:pt x="1267274" y="1628425"/>
                  </a:lnTo>
                  <a:lnTo>
                    <a:pt x="1267461" y="1631204"/>
                  </a:lnTo>
                  <a:lnTo>
                    <a:pt x="1267647" y="1633751"/>
                  </a:lnTo>
                  <a:lnTo>
                    <a:pt x="1267834" y="1636064"/>
                  </a:lnTo>
                  <a:lnTo>
                    <a:pt x="1268021" y="1638276"/>
                  </a:lnTo>
                  <a:lnTo>
                    <a:pt x="1268208" y="1640309"/>
                  </a:lnTo>
                  <a:lnTo>
                    <a:pt x="1268395" y="1642236"/>
                  </a:lnTo>
                  <a:lnTo>
                    <a:pt x="1268582" y="1644119"/>
                  </a:lnTo>
                  <a:lnTo>
                    <a:pt x="1268769" y="1645983"/>
                  </a:lnTo>
                  <a:lnTo>
                    <a:pt x="1268956" y="1647400"/>
                  </a:lnTo>
                  <a:lnTo>
                    <a:pt x="1269143" y="1648162"/>
                  </a:lnTo>
                  <a:lnTo>
                    <a:pt x="1269330" y="1648432"/>
                  </a:lnTo>
                  <a:lnTo>
                    <a:pt x="1269517" y="1647396"/>
                  </a:lnTo>
                  <a:lnTo>
                    <a:pt x="1269704" y="1644168"/>
                  </a:lnTo>
                  <a:lnTo>
                    <a:pt x="1269891" y="1641077"/>
                  </a:lnTo>
                  <a:lnTo>
                    <a:pt x="1270077" y="1636907"/>
                  </a:lnTo>
                  <a:lnTo>
                    <a:pt x="1270264" y="1632384"/>
                  </a:lnTo>
                  <a:lnTo>
                    <a:pt x="1270451" y="1627230"/>
                  </a:lnTo>
                  <a:lnTo>
                    <a:pt x="1270638" y="1622085"/>
                  </a:lnTo>
                  <a:lnTo>
                    <a:pt x="1270825" y="1617259"/>
                  </a:lnTo>
                  <a:lnTo>
                    <a:pt x="1271012" y="1612742"/>
                  </a:lnTo>
                  <a:lnTo>
                    <a:pt x="1271199" y="1608249"/>
                  </a:lnTo>
                  <a:lnTo>
                    <a:pt x="1271386" y="1603715"/>
                  </a:lnTo>
                  <a:lnTo>
                    <a:pt x="1271573" y="1599174"/>
                  </a:lnTo>
                  <a:lnTo>
                    <a:pt x="1271760" y="1594523"/>
                  </a:lnTo>
                  <a:lnTo>
                    <a:pt x="1271947" y="1591348"/>
                  </a:lnTo>
                  <a:lnTo>
                    <a:pt x="1272134" y="1588744"/>
                  </a:lnTo>
                  <a:lnTo>
                    <a:pt x="1272320" y="1586573"/>
                  </a:lnTo>
                  <a:lnTo>
                    <a:pt x="1272507" y="1586046"/>
                  </a:lnTo>
                  <a:lnTo>
                    <a:pt x="1272694" y="1586175"/>
                  </a:lnTo>
                  <a:lnTo>
                    <a:pt x="1272881" y="1586746"/>
                  </a:lnTo>
                  <a:lnTo>
                    <a:pt x="1273068" y="1587846"/>
                  </a:lnTo>
                  <a:lnTo>
                    <a:pt x="1273255" y="1589003"/>
                  </a:lnTo>
                  <a:lnTo>
                    <a:pt x="1273442" y="1589630"/>
                  </a:lnTo>
                  <a:lnTo>
                    <a:pt x="1273629" y="1589926"/>
                  </a:lnTo>
                  <a:lnTo>
                    <a:pt x="1273816" y="1589831"/>
                  </a:lnTo>
                  <a:lnTo>
                    <a:pt x="1274003" y="1590264"/>
                  </a:lnTo>
                  <a:lnTo>
                    <a:pt x="1274190" y="1590937"/>
                  </a:lnTo>
                  <a:lnTo>
                    <a:pt x="1274377" y="1592427"/>
                  </a:lnTo>
                  <a:lnTo>
                    <a:pt x="1274564" y="1594109"/>
                  </a:lnTo>
                  <a:lnTo>
                    <a:pt x="1274750" y="1595725"/>
                  </a:lnTo>
                  <a:lnTo>
                    <a:pt x="1274937" y="1597295"/>
                  </a:lnTo>
                  <a:lnTo>
                    <a:pt x="1275124" y="1599120"/>
                  </a:lnTo>
                  <a:lnTo>
                    <a:pt x="1275311" y="1600708"/>
                  </a:lnTo>
                  <a:lnTo>
                    <a:pt x="1275498" y="1602252"/>
                  </a:lnTo>
                  <a:lnTo>
                    <a:pt x="1275685" y="1604294"/>
                  </a:lnTo>
                  <a:lnTo>
                    <a:pt x="1275872" y="1606149"/>
                  </a:lnTo>
                  <a:lnTo>
                    <a:pt x="1276059" y="1608138"/>
                  </a:lnTo>
                  <a:lnTo>
                    <a:pt x="1276246" y="1610437"/>
                  </a:lnTo>
                  <a:lnTo>
                    <a:pt x="1276433" y="1612915"/>
                  </a:lnTo>
                  <a:lnTo>
                    <a:pt x="1276620" y="1614107"/>
                  </a:lnTo>
                  <a:lnTo>
                    <a:pt x="1276807" y="1614253"/>
                  </a:lnTo>
                  <a:lnTo>
                    <a:pt x="1276993" y="1614227"/>
                  </a:lnTo>
                  <a:lnTo>
                    <a:pt x="1277180" y="1613718"/>
                  </a:lnTo>
                  <a:lnTo>
                    <a:pt x="1277367" y="1612531"/>
                  </a:lnTo>
                  <a:lnTo>
                    <a:pt x="1277554" y="1612119"/>
                  </a:lnTo>
                  <a:lnTo>
                    <a:pt x="1277741" y="1611845"/>
                  </a:lnTo>
                  <a:lnTo>
                    <a:pt x="1277928" y="1610958"/>
                  </a:lnTo>
                  <a:lnTo>
                    <a:pt x="1278115" y="1610534"/>
                  </a:lnTo>
                  <a:lnTo>
                    <a:pt x="1278302" y="1610420"/>
                  </a:lnTo>
                  <a:lnTo>
                    <a:pt x="1278489" y="1609258"/>
                  </a:lnTo>
                  <a:lnTo>
                    <a:pt x="1278676" y="1607976"/>
                  </a:lnTo>
                  <a:lnTo>
                    <a:pt x="1278863" y="1606301"/>
                  </a:lnTo>
                  <a:lnTo>
                    <a:pt x="1279050" y="1604365"/>
                  </a:lnTo>
                  <a:lnTo>
                    <a:pt x="1279237" y="1602228"/>
                  </a:lnTo>
                  <a:lnTo>
                    <a:pt x="1279423" y="1600401"/>
                  </a:lnTo>
                  <a:lnTo>
                    <a:pt x="1279610" y="1599941"/>
                  </a:lnTo>
                  <a:lnTo>
                    <a:pt x="1279797" y="1599439"/>
                  </a:lnTo>
                  <a:lnTo>
                    <a:pt x="1279984" y="1599520"/>
                  </a:lnTo>
                  <a:lnTo>
                    <a:pt x="1280171" y="1599413"/>
                  </a:lnTo>
                  <a:lnTo>
                    <a:pt x="1280358" y="1599900"/>
                  </a:lnTo>
                  <a:lnTo>
                    <a:pt x="1280545" y="1600790"/>
                  </a:lnTo>
                  <a:lnTo>
                    <a:pt x="1280732" y="1602768"/>
                  </a:lnTo>
                  <a:lnTo>
                    <a:pt x="1280919" y="1604550"/>
                  </a:lnTo>
                  <a:lnTo>
                    <a:pt x="1281106" y="1606638"/>
                  </a:lnTo>
                  <a:lnTo>
                    <a:pt x="1281293" y="1610182"/>
                  </a:lnTo>
                  <a:lnTo>
                    <a:pt x="1281480" y="1614214"/>
                  </a:lnTo>
                  <a:lnTo>
                    <a:pt x="1281667" y="1619030"/>
                  </a:lnTo>
                  <a:lnTo>
                    <a:pt x="1281853" y="1624410"/>
                  </a:lnTo>
                  <a:lnTo>
                    <a:pt x="1282040" y="1629805"/>
                  </a:lnTo>
                  <a:lnTo>
                    <a:pt x="1282227" y="1635240"/>
                  </a:lnTo>
                  <a:lnTo>
                    <a:pt x="1282414" y="1640113"/>
                  </a:lnTo>
                  <a:lnTo>
                    <a:pt x="1282601" y="1645746"/>
                  </a:lnTo>
                  <a:lnTo>
                    <a:pt x="1282788" y="1650641"/>
                  </a:lnTo>
                  <a:lnTo>
                    <a:pt x="1282975" y="1656250"/>
                  </a:lnTo>
                  <a:lnTo>
                    <a:pt x="1283162" y="1662172"/>
                  </a:lnTo>
                  <a:lnTo>
                    <a:pt x="1283349" y="1667865"/>
                  </a:lnTo>
                  <a:lnTo>
                    <a:pt x="1283536" y="1673162"/>
                  </a:lnTo>
                  <a:lnTo>
                    <a:pt x="1283723" y="1679078"/>
                  </a:lnTo>
                  <a:lnTo>
                    <a:pt x="1283910" y="1686541"/>
                  </a:lnTo>
                  <a:lnTo>
                    <a:pt x="1284096" y="1693627"/>
                  </a:lnTo>
                  <a:lnTo>
                    <a:pt x="1284283" y="1700539"/>
                  </a:lnTo>
                  <a:lnTo>
                    <a:pt x="1284470" y="1706935"/>
                  </a:lnTo>
                  <a:lnTo>
                    <a:pt x="1284657" y="1712587"/>
                  </a:lnTo>
                  <a:lnTo>
                    <a:pt x="1284844" y="1717947"/>
                  </a:lnTo>
                  <a:lnTo>
                    <a:pt x="1285031" y="1723735"/>
                  </a:lnTo>
                  <a:lnTo>
                    <a:pt x="1285218" y="1729743"/>
                  </a:lnTo>
                  <a:lnTo>
                    <a:pt x="1285405" y="1735925"/>
                  </a:lnTo>
                  <a:lnTo>
                    <a:pt x="1285592" y="1742917"/>
                  </a:lnTo>
                  <a:lnTo>
                    <a:pt x="1285779" y="1749455"/>
                  </a:lnTo>
                  <a:lnTo>
                    <a:pt x="1285966" y="1755359"/>
                  </a:lnTo>
                  <a:lnTo>
                    <a:pt x="1286153" y="1761019"/>
                  </a:lnTo>
                  <a:lnTo>
                    <a:pt x="1286340" y="1767066"/>
                  </a:lnTo>
                  <a:lnTo>
                    <a:pt x="1286526" y="1772558"/>
                  </a:lnTo>
                  <a:lnTo>
                    <a:pt x="1286713" y="1777383"/>
                  </a:lnTo>
                  <a:lnTo>
                    <a:pt x="1286900" y="1782113"/>
                  </a:lnTo>
                  <a:lnTo>
                    <a:pt x="1287087" y="1787489"/>
                  </a:lnTo>
                  <a:lnTo>
                    <a:pt x="1287274" y="1792594"/>
                  </a:lnTo>
                  <a:lnTo>
                    <a:pt x="1287461" y="1797788"/>
                  </a:lnTo>
                  <a:lnTo>
                    <a:pt x="1287648" y="1803238"/>
                  </a:lnTo>
                  <a:lnTo>
                    <a:pt x="1287835" y="1808558"/>
                  </a:lnTo>
                  <a:lnTo>
                    <a:pt x="1288022" y="1812615"/>
                  </a:lnTo>
                  <a:lnTo>
                    <a:pt x="1288209" y="1815595"/>
                  </a:lnTo>
                  <a:lnTo>
                    <a:pt x="1288396" y="1818538"/>
                  </a:lnTo>
                  <a:lnTo>
                    <a:pt x="1288583" y="1821573"/>
                  </a:lnTo>
                  <a:lnTo>
                    <a:pt x="1288770" y="1824248"/>
                  </a:lnTo>
                  <a:lnTo>
                    <a:pt x="1288956" y="1826333"/>
                  </a:lnTo>
                  <a:lnTo>
                    <a:pt x="1289143" y="1827797"/>
                  </a:lnTo>
                  <a:lnTo>
                    <a:pt x="1289330" y="1828813"/>
                  </a:lnTo>
                  <a:lnTo>
                    <a:pt x="1289517" y="1829374"/>
                  </a:lnTo>
                  <a:lnTo>
                    <a:pt x="1289704" y="1829576"/>
                  </a:lnTo>
                  <a:lnTo>
                    <a:pt x="1289891" y="1829531"/>
                  </a:lnTo>
                  <a:lnTo>
                    <a:pt x="1290078" y="1829436"/>
                  </a:lnTo>
                  <a:lnTo>
                    <a:pt x="1290265" y="1830162"/>
                  </a:lnTo>
                  <a:lnTo>
                    <a:pt x="1290452" y="1830599"/>
                  </a:lnTo>
                  <a:lnTo>
                    <a:pt x="1290639" y="1831604"/>
                  </a:lnTo>
                  <a:lnTo>
                    <a:pt x="1290826" y="1832152"/>
                  </a:lnTo>
                  <a:lnTo>
                    <a:pt x="1291013" y="1834096"/>
                  </a:lnTo>
                  <a:lnTo>
                    <a:pt x="1291199" y="1835732"/>
                  </a:lnTo>
                  <a:lnTo>
                    <a:pt x="1291386" y="1836699"/>
                  </a:lnTo>
                  <a:lnTo>
                    <a:pt x="1291573" y="1837957"/>
                  </a:lnTo>
                  <a:lnTo>
                    <a:pt x="1291760" y="1839180"/>
                  </a:lnTo>
                  <a:lnTo>
                    <a:pt x="1291947" y="1839382"/>
                  </a:lnTo>
                  <a:lnTo>
                    <a:pt x="1292134" y="1838986"/>
                  </a:lnTo>
                  <a:lnTo>
                    <a:pt x="1292321" y="1837834"/>
                  </a:lnTo>
                  <a:lnTo>
                    <a:pt x="1292508" y="1837067"/>
                  </a:lnTo>
                  <a:lnTo>
                    <a:pt x="1292695" y="1836714"/>
                  </a:lnTo>
                  <a:lnTo>
                    <a:pt x="1292882" y="1836454"/>
                  </a:lnTo>
                  <a:lnTo>
                    <a:pt x="1293069" y="1836035"/>
                  </a:lnTo>
                  <a:lnTo>
                    <a:pt x="1293256" y="1835187"/>
                  </a:lnTo>
                  <a:lnTo>
                    <a:pt x="1293443" y="1834419"/>
                  </a:lnTo>
                  <a:lnTo>
                    <a:pt x="1293629" y="1834247"/>
                  </a:lnTo>
                  <a:lnTo>
                    <a:pt x="1293816" y="1833902"/>
                  </a:lnTo>
                  <a:lnTo>
                    <a:pt x="1294003" y="1833543"/>
                  </a:lnTo>
                  <a:lnTo>
                    <a:pt x="1294190" y="1833688"/>
                  </a:lnTo>
                  <a:lnTo>
                    <a:pt x="1294377" y="1834425"/>
                  </a:lnTo>
                  <a:lnTo>
                    <a:pt x="1294564" y="1835511"/>
                  </a:lnTo>
                  <a:lnTo>
                    <a:pt x="1294751" y="1838414"/>
                  </a:lnTo>
                  <a:lnTo>
                    <a:pt x="1294938" y="1842007"/>
                  </a:lnTo>
                  <a:lnTo>
                    <a:pt x="1295125" y="1845476"/>
                  </a:lnTo>
                  <a:lnTo>
                    <a:pt x="1295312" y="1848317"/>
                  </a:lnTo>
                  <a:lnTo>
                    <a:pt x="1295499" y="1850397"/>
                  </a:lnTo>
                  <a:lnTo>
                    <a:pt x="1295686" y="1852530"/>
                  </a:lnTo>
                  <a:lnTo>
                    <a:pt x="1295872" y="1855574"/>
                  </a:lnTo>
                  <a:lnTo>
                    <a:pt x="1296059" y="1859085"/>
                  </a:lnTo>
                  <a:lnTo>
                    <a:pt x="1296246" y="1862686"/>
                  </a:lnTo>
                  <a:lnTo>
                    <a:pt x="1296433" y="1866392"/>
                  </a:lnTo>
                  <a:lnTo>
                    <a:pt x="1296620" y="1869971"/>
                  </a:lnTo>
                  <a:lnTo>
                    <a:pt x="1296807" y="1873813"/>
                  </a:lnTo>
                  <a:lnTo>
                    <a:pt x="1296994" y="1877399"/>
                  </a:lnTo>
                  <a:lnTo>
                    <a:pt x="1297181" y="1880554"/>
                  </a:lnTo>
                  <a:lnTo>
                    <a:pt x="1297368" y="1884032"/>
                  </a:lnTo>
                  <a:lnTo>
                    <a:pt x="1297555" y="1887033"/>
                  </a:lnTo>
                  <a:lnTo>
                    <a:pt x="1297742" y="1890368"/>
                  </a:lnTo>
                  <a:lnTo>
                    <a:pt x="1297929" y="1893241"/>
                  </a:lnTo>
                  <a:lnTo>
                    <a:pt x="1298116" y="1895360"/>
                  </a:lnTo>
                  <a:lnTo>
                    <a:pt x="1298302" y="1897403"/>
                  </a:lnTo>
                  <a:lnTo>
                    <a:pt x="1298489" y="1899186"/>
                  </a:lnTo>
                  <a:lnTo>
                    <a:pt x="1298676" y="1900160"/>
                  </a:lnTo>
                  <a:lnTo>
                    <a:pt x="1298863" y="1901084"/>
                  </a:lnTo>
                  <a:lnTo>
                    <a:pt x="1299050" y="1902087"/>
                  </a:lnTo>
                  <a:lnTo>
                    <a:pt x="1299237" y="1902823"/>
                  </a:lnTo>
                  <a:lnTo>
                    <a:pt x="1299424" y="1903508"/>
                  </a:lnTo>
                  <a:lnTo>
                    <a:pt x="1299611" y="1904331"/>
                  </a:lnTo>
                  <a:lnTo>
                    <a:pt x="1299798" y="1905572"/>
                  </a:lnTo>
                  <a:lnTo>
                    <a:pt x="1299985" y="1906756"/>
                  </a:lnTo>
                  <a:lnTo>
                    <a:pt x="1300172" y="1907897"/>
                  </a:lnTo>
                  <a:lnTo>
                    <a:pt x="1300359" y="1909423"/>
                  </a:lnTo>
                  <a:lnTo>
                    <a:pt x="1300546" y="1910848"/>
                  </a:lnTo>
                  <a:lnTo>
                    <a:pt x="1300732" y="1912536"/>
                  </a:lnTo>
                  <a:lnTo>
                    <a:pt x="1300919" y="1914285"/>
                  </a:lnTo>
                  <a:lnTo>
                    <a:pt x="1301106" y="1916173"/>
                  </a:lnTo>
                  <a:lnTo>
                    <a:pt x="1301293" y="1917972"/>
                  </a:lnTo>
                  <a:lnTo>
                    <a:pt x="1301480" y="1920514"/>
                  </a:lnTo>
                  <a:lnTo>
                    <a:pt x="1301667" y="1922652"/>
                  </a:lnTo>
                  <a:lnTo>
                    <a:pt x="1301854" y="1924235"/>
                  </a:lnTo>
                  <a:lnTo>
                    <a:pt x="1302041" y="1925502"/>
                  </a:lnTo>
                  <a:lnTo>
                    <a:pt x="1302228" y="1926733"/>
                  </a:lnTo>
                  <a:lnTo>
                    <a:pt x="1302415" y="1927314"/>
                  </a:lnTo>
                  <a:lnTo>
                    <a:pt x="1302602" y="1927665"/>
                  </a:lnTo>
                  <a:lnTo>
                    <a:pt x="1302789" y="1928088"/>
                  </a:lnTo>
                  <a:lnTo>
                    <a:pt x="1302975" y="1928448"/>
                  </a:lnTo>
                  <a:lnTo>
                    <a:pt x="1303162" y="1928633"/>
                  </a:lnTo>
                  <a:lnTo>
                    <a:pt x="1303349" y="1928378"/>
                  </a:lnTo>
                  <a:lnTo>
                    <a:pt x="1303536" y="1928105"/>
                  </a:lnTo>
                  <a:lnTo>
                    <a:pt x="1303723" y="1927753"/>
                  </a:lnTo>
                  <a:lnTo>
                    <a:pt x="1303910" y="1927182"/>
                  </a:lnTo>
                  <a:lnTo>
                    <a:pt x="1304097" y="1926144"/>
                  </a:lnTo>
                  <a:lnTo>
                    <a:pt x="1304284" y="1925238"/>
                  </a:lnTo>
                  <a:lnTo>
                    <a:pt x="1304471" y="1924341"/>
                  </a:lnTo>
                  <a:lnTo>
                    <a:pt x="1304658" y="1923426"/>
                  </a:lnTo>
                  <a:lnTo>
                    <a:pt x="1304845" y="1922617"/>
                  </a:lnTo>
                  <a:lnTo>
                    <a:pt x="1305032" y="1921508"/>
                  </a:lnTo>
                  <a:lnTo>
                    <a:pt x="1305219" y="1920558"/>
                  </a:lnTo>
                  <a:lnTo>
                    <a:pt x="1305405" y="1919301"/>
                  </a:lnTo>
                  <a:lnTo>
                    <a:pt x="1305592" y="1916961"/>
                  </a:lnTo>
                  <a:lnTo>
                    <a:pt x="1305779" y="1914035"/>
                  </a:lnTo>
                  <a:lnTo>
                    <a:pt x="1305966" y="1910082"/>
                  </a:lnTo>
                  <a:lnTo>
                    <a:pt x="1306153" y="1905730"/>
                  </a:lnTo>
                  <a:lnTo>
                    <a:pt x="1306340" y="1901688"/>
                  </a:lnTo>
                  <a:lnTo>
                    <a:pt x="1306527" y="1898833"/>
                  </a:lnTo>
                  <a:lnTo>
                    <a:pt x="1306714" y="1896714"/>
                  </a:lnTo>
                  <a:lnTo>
                    <a:pt x="1306901" y="1895588"/>
                  </a:lnTo>
                  <a:lnTo>
                    <a:pt x="1307088" y="1894339"/>
                  </a:lnTo>
                  <a:lnTo>
                    <a:pt x="1307275" y="1892598"/>
                  </a:lnTo>
                  <a:lnTo>
                    <a:pt x="1307462" y="1890853"/>
                  </a:lnTo>
                  <a:lnTo>
                    <a:pt x="1307649" y="1889207"/>
                  </a:lnTo>
                  <a:lnTo>
                    <a:pt x="1307835" y="1886492"/>
                  </a:lnTo>
                  <a:lnTo>
                    <a:pt x="1308022" y="1885192"/>
                  </a:lnTo>
                  <a:lnTo>
                    <a:pt x="1308209" y="1888363"/>
                  </a:lnTo>
                  <a:lnTo>
                    <a:pt x="1308396" y="1893121"/>
                  </a:lnTo>
                  <a:lnTo>
                    <a:pt x="1308583" y="1898257"/>
                  </a:lnTo>
                  <a:lnTo>
                    <a:pt x="1308770" y="1903710"/>
                  </a:lnTo>
                  <a:lnTo>
                    <a:pt x="1308957" y="1909116"/>
                  </a:lnTo>
                  <a:lnTo>
                    <a:pt x="1309144" y="1914406"/>
                  </a:lnTo>
                  <a:lnTo>
                    <a:pt x="1309331" y="1918527"/>
                  </a:lnTo>
                  <a:lnTo>
                    <a:pt x="1309518" y="1922524"/>
                  </a:lnTo>
                  <a:lnTo>
                    <a:pt x="1309705" y="1925737"/>
                  </a:lnTo>
                  <a:lnTo>
                    <a:pt x="1309892" y="1928307"/>
                  </a:lnTo>
                  <a:lnTo>
                    <a:pt x="1310078" y="1930329"/>
                  </a:lnTo>
                  <a:lnTo>
                    <a:pt x="1310265" y="1931779"/>
                  </a:lnTo>
                  <a:lnTo>
                    <a:pt x="1310452" y="1932722"/>
                  </a:lnTo>
                  <a:lnTo>
                    <a:pt x="1310639" y="1933884"/>
                  </a:lnTo>
                  <a:lnTo>
                    <a:pt x="1310826" y="1934932"/>
                  </a:lnTo>
                  <a:lnTo>
                    <a:pt x="1311013" y="1936009"/>
                  </a:lnTo>
                  <a:lnTo>
                    <a:pt x="1311200" y="1937226"/>
                  </a:lnTo>
                  <a:lnTo>
                    <a:pt x="1311387" y="1938240"/>
                  </a:lnTo>
                  <a:lnTo>
                    <a:pt x="1311574" y="1938264"/>
                  </a:lnTo>
                  <a:lnTo>
                    <a:pt x="1311761" y="1938288"/>
                  </a:lnTo>
                  <a:lnTo>
                    <a:pt x="1311948" y="1938412"/>
                  </a:lnTo>
                  <a:lnTo>
                    <a:pt x="1312135" y="1939137"/>
                  </a:lnTo>
                  <a:lnTo>
                    <a:pt x="1312322" y="1939814"/>
                  </a:lnTo>
                  <a:lnTo>
                    <a:pt x="1312508" y="1940690"/>
                  </a:lnTo>
                  <a:lnTo>
                    <a:pt x="1312695" y="1942157"/>
                  </a:lnTo>
                  <a:lnTo>
                    <a:pt x="1312882" y="1944185"/>
                  </a:lnTo>
                  <a:lnTo>
                    <a:pt x="1313069" y="1946906"/>
                  </a:lnTo>
                  <a:lnTo>
                    <a:pt x="1313256" y="1950029"/>
                  </a:lnTo>
                  <a:lnTo>
                    <a:pt x="1313443" y="1953045"/>
                  </a:lnTo>
                  <a:lnTo>
                    <a:pt x="1313630" y="1955851"/>
                  </a:lnTo>
                  <a:lnTo>
                    <a:pt x="1313817" y="1958780"/>
                  </a:lnTo>
                  <a:lnTo>
                    <a:pt x="1314004" y="1962245"/>
                  </a:lnTo>
                  <a:lnTo>
                    <a:pt x="1314191" y="1965994"/>
                  </a:lnTo>
                  <a:lnTo>
                    <a:pt x="1314378" y="1969276"/>
                  </a:lnTo>
                  <a:lnTo>
                    <a:pt x="1314565" y="1972337"/>
                  </a:lnTo>
                  <a:lnTo>
                    <a:pt x="1314751" y="1975140"/>
                  </a:lnTo>
                  <a:lnTo>
                    <a:pt x="1314938" y="1976761"/>
                  </a:lnTo>
                  <a:lnTo>
                    <a:pt x="1315125" y="1978716"/>
                  </a:lnTo>
                  <a:lnTo>
                    <a:pt x="1315312" y="1980738"/>
                  </a:lnTo>
                  <a:lnTo>
                    <a:pt x="1315499" y="1982146"/>
                  </a:lnTo>
                  <a:lnTo>
                    <a:pt x="1315686" y="1982774"/>
                  </a:lnTo>
                  <a:lnTo>
                    <a:pt x="1315873" y="1983347"/>
                  </a:lnTo>
                  <a:lnTo>
                    <a:pt x="1316060" y="1983674"/>
                  </a:lnTo>
                  <a:lnTo>
                    <a:pt x="1316247" y="1984126"/>
                  </a:lnTo>
                  <a:lnTo>
                    <a:pt x="1316434" y="1985036"/>
                  </a:lnTo>
                  <a:lnTo>
                    <a:pt x="1316621" y="1986272"/>
                  </a:lnTo>
                  <a:lnTo>
                    <a:pt x="1316808" y="1987111"/>
                  </a:lnTo>
                  <a:lnTo>
                    <a:pt x="1316995" y="1987486"/>
                  </a:lnTo>
                  <a:lnTo>
                    <a:pt x="1317181" y="1987884"/>
                  </a:lnTo>
                  <a:lnTo>
                    <a:pt x="1317368" y="1988682"/>
                  </a:lnTo>
                  <a:lnTo>
                    <a:pt x="1317555" y="1989530"/>
                  </a:lnTo>
                  <a:lnTo>
                    <a:pt x="1317742" y="1990240"/>
                  </a:lnTo>
                  <a:lnTo>
                    <a:pt x="1317929" y="1990984"/>
                  </a:lnTo>
                  <a:lnTo>
                    <a:pt x="1318116" y="1991995"/>
                  </a:lnTo>
                  <a:lnTo>
                    <a:pt x="1318303" y="1993766"/>
                  </a:lnTo>
                  <a:lnTo>
                    <a:pt x="1318490" y="1995946"/>
                  </a:lnTo>
                  <a:lnTo>
                    <a:pt x="1318677" y="1997014"/>
                  </a:lnTo>
                  <a:lnTo>
                    <a:pt x="1318864" y="1997773"/>
                  </a:lnTo>
                  <a:lnTo>
                    <a:pt x="1319051" y="1998278"/>
                  </a:lnTo>
                  <a:lnTo>
                    <a:pt x="1319238" y="1998163"/>
                  </a:lnTo>
                  <a:lnTo>
                    <a:pt x="1319425" y="1997405"/>
                  </a:lnTo>
                  <a:lnTo>
                    <a:pt x="1319611" y="1996366"/>
                  </a:lnTo>
                  <a:lnTo>
                    <a:pt x="1319798" y="1995389"/>
                  </a:lnTo>
                  <a:lnTo>
                    <a:pt x="1319985" y="1994570"/>
                  </a:lnTo>
                  <a:lnTo>
                    <a:pt x="1320172" y="1993991"/>
                  </a:lnTo>
                  <a:lnTo>
                    <a:pt x="1320359" y="1993195"/>
                  </a:lnTo>
                  <a:lnTo>
                    <a:pt x="1320546" y="1992215"/>
                  </a:lnTo>
                  <a:lnTo>
                    <a:pt x="1320733" y="1991197"/>
                  </a:lnTo>
                  <a:lnTo>
                    <a:pt x="1320920" y="1989534"/>
                  </a:lnTo>
                  <a:lnTo>
                    <a:pt x="1321107" y="1986724"/>
                  </a:lnTo>
                  <a:lnTo>
                    <a:pt x="1321294" y="1983754"/>
                  </a:lnTo>
                  <a:lnTo>
                    <a:pt x="1321481" y="1980932"/>
                  </a:lnTo>
                  <a:lnTo>
                    <a:pt x="1321668" y="1978245"/>
                  </a:lnTo>
                  <a:lnTo>
                    <a:pt x="1321854" y="1976534"/>
                  </a:lnTo>
                  <a:lnTo>
                    <a:pt x="1322041" y="1975228"/>
                  </a:lnTo>
                  <a:lnTo>
                    <a:pt x="1322228" y="1973817"/>
                  </a:lnTo>
                  <a:lnTo>
                    <a:pt x="1322415" y="1972071"/>
                  </a:lnTo>
                  <a:lnTo>
                    <a:pt x="1322602" y="1970136"/>
                  </a:lnTo>
                  <a:lnTo>
                    <a:pt x="1322789" y="1967825"/>
                  </a:lnTo>
                  <a:lnTo>
                    <a:pt x="1322976" y="1965469"/>
                  </a:lnTo>
                  <a:lnTo>
                    <a:pt x="1323163" y="1962816"/>
                  </a:lnTo>
                  <a:lnTo>
                    <a:pt x="1323350" y="1960615"/>
                  </a:lnTo>
                  <a:lnTo>
                    <a:pt x="1323537" y="1958670"/>
                  </a:lnTo>
                  <a:lnTo>
                    <a:pt x="1323724" y="1957284"/>
                  </a:lnTo>
                  <a:lnTo>
                    <a:pt x="1323911" y="1956344"/>
                  </a:lnTo>
                  <a:lnTo>
                    <a:pt x="1324098" y="1955458"/>
                  </a:lnTo>
                  <a:lnTo>
                    <a:pt x="1324284" y="1954674"/>
                  </a:lnTo>
                  <a:lnTo>
                    <a:pt x="1324471" y="1953737"/>
                  </a:lnTo>
                  <a:lnTo>
                    <a:pt x="1324658" y="1952325"/>
                  </a:lnTo>
                  <a:lnTo>
                    <a:pt x="1324845" y="1950307"/>
                  </a:lnTo>
                  <a:lnTo>
                    <a:pt x="1325032" y="1948495"/>
                  </a:lnTo>
                  <a:lnTo>
                    <a:pt x="1325219" y="1947306"/>
                  </a:lnTo>
                  <a:lnTo>
                    <a:pt x="1325406" y="1946722"/>
                  </a:lnTo>
                  <a:lnTo>
                    <a:pt x="1325593" y="1947126"/>
                  </a:lnTo>
                  <a:lnTo>
                    <a:pt x="1325780" y="1947513"/>
                  </a:lnTo>
                  <a:lnTo>
                    <a:pt x="1325967" y="1948727"/>
                  </a:lnTo>
                  <a:lnTo>
                    <a:pt x="1326154" y="1950258"/>
                  </a:lnTo>
                  <a:lnTo>
                    <a:pt x="1326341" y="1952342"/>
                  </a:lnTo>
                  <a:lnTo>
                    <a:pt x="1326528" y="1954867"/>
                  </a:lnTo>
                  <a:lnTo>
                    <a:pt x="1326714" y="1957919"/>
                  </a:lnTo>
                  <a:lnTo>
                    <a:pt x="1326901" y="1961965"/>
                  </a:lnTo>
                  <a:lnTo>
                    <a:pt x="1327088" y="1966680"/>
                  </a:lnTo>
                  <a:lnTo>
                    <a:pt x="1327275" y="1971895"/>
                  </a:lnTo>
                  <a:lnTo>
                    <a:pt x="1327462" y="1977903"/>
                  </a:lnTo>
                  <a:lnTo>
                    <a:pt x="1327649" y="1984517"/>
                  </a:lnTo>
                  <a:lnTo>
                    <a:pt x="1327836" y="1990965"/>
                  </a:lnTo>
                  <a:lnTo>
                    <a:pt x="1328023" y="1997403"/>
                  </a:lnTo>
                  <a:lnTo>
                    <a:pt x="1328210" y="2003895"/>
                  </a:lnTo>
                  <a:lnTo>
                    <a:pt x="1328397" y="2010852"/>
                  </a:lnTo>
                  <a:lnTo>
                    <a:pt x="1328584" y="2017924"/>
                  </a:lnTo>
                  <a:lnTo>
                    <a:pt x="1328771" y="2024714"/>
                  </a:lnTo>
                  <a:lnTo>
                    <a:pt x="1328957" y="2031303"/>
                  </a:lnTo>
                  <a:lnTo>
                    <a:pt x="1329144" y="2037442"/>
                  </a:lnTo>
                  <a:lnTo>
                    <a:pt x="1329331" y="2044030"/>
                  </a:lnTo>
                  <a:lnTo>
                    <a:pt x="1329518" y="2050258"/>
                  </a:lnTo>
                  <a:lnTo>
                    <a:pt x="1329705" y="2055553"/>
                  </a:lnTo>
                  <a:lnTo>
                    <a:pt x="1329892" y="2060241"/>
                  </a:lnTo>
                  <a:lnTo>
                    <a:pt x="1330079" y="2064827"/>
                  </a:lnTo>
                  <a:lnTo>
                    <a:pt x="1330266" y="2068764"/>
                  </a:lnTo>
                  <a:lnTo>
                    <a:pt x="1330453" y="2072178"/>
                  </a:lnTo>
                  <a:lnTo>
                    <a:pt x="1330640" y="2076201"/>
                  </a:lnTo>
                  <a:lnTo>
                    <a:pt x="1330827" y="2080209"/>
                  </a:lnTo>
                  <a:lnTo>
                    <a:pt x="1331014" y="2083571"/>
                  </a:lnTo>
                  <a:lnTo>
                    <a:pt x="1331201" y="2087045"/>
                  </a:lnTo>
                  <a:lnTo>
                    <a:pt x="1331387" y="2090638"/>
                  </a:lnTo>
                  <a:lnTo>
                    <a:pt x="1331574" y="2094151"/>
                  </a:lnTo>
                  <a:lnTo>
                    <a:pt x="1331761" y="2096961"/>
                  </a:lnTo>
                  <a:lnTo>
                    <a:pt x="1331948" y="2099164"/>
                  </a:lnTo>
                  <a:lnTo>
                    <a:pt x="1332135" y="2098373"/>
                  </a:lnTo>
                  <a:lnTo>
                    <a:pt x="1332322" y="2096228"/>
                  </a:lnTo>
                  <a:lnTo>
                    <a:pt x="1332509" y="2093465"/>
                  </a:lnTo>
                  <a:lnTo>
                    <a:pt x="1332696" y="2090768"/>
                  </a:lnTo>
                  <a:lnTo>
                    <a:pt x="1332883" y="2087365"/>
                  </a:lnTo>
                  <a:lnTo>
                    <a:pt x="1333070" y="2084355"/>
                  </a:lnTo>
                  <a:lnTo>
                    <a:pt x="1333257" y="2081204"/>
                  </a:lnTo>
                  <a:lnTo>
                    <a:pt x="1333444" y="2076762"/>
                  </a:lnTo>
                  <a:lnTo>
                    <a:pt x="1333630" y="2071467"/>
                  </a:lnTo>
                  <a:lnTo>
                    <a:pt x="1333817" y="2066349"/>
                  </a:lnTo>
                  <a:lnTo>
                    <a:pt x="1334004" y="2060159"/>
                  </a:lnTo>
                  <a:lnTo>
                    <a:pt x="1334191" y="2053470"/>
                  </a:lnTo>
                  <a:lnTo>
                    <a:pt x="1334378" y="2047579"/>
                  </a:lnTo>
                  <a:lnTo>
                    <a:pt x="1334565" y="2042233"/>
                  </a:lnTo>
                  <a:lnTo>
                    <a:pt x="1334752" y="2037117"/>
                  </a:lnTo>
                  <a:lnTo>
                    <a:pt x="1334939" y="2033720"/>
                  </a:lnTo>
                  <a:lnTo>
                    <a:pt x="1335126" y="2031194"/>
                  </a:lnTo>
                  <a:lnTo>
                    <a:pt x="1335313" y="2029526"/>
                  </a:lnTo>
                  <a:lnTo>
                    <a:pt x="1335500" y="2027964"/>
                  </a:lnTo>
                  <a:lnTo>
                    <a:pt x="1335687" y="2026614"/>
                  </a:lnTo>
                  <a:lnTo>
                    <a:pt x="1335874" y="2025218"/>
                  </a:lnTo>
                  <a:lnTo>
                    <a:pt x="1336060" y="2023991"/>
                  </a:lnTo>
                  <a:lnTo>
                    <a:pt x="1336247" y="2023738"/>
                  </a:lnTo>
                  <a:lnTo>
                    <a:pt x="1336434" y="2024395"/>
                  </a:lnTo>
                  <a:lnTo>
                    <a:pt x="1336621" y="2025358"/>
                  </a:lnTo>
                  <a:lnTo>
                    <a:pt x="1336808" y="2026396"/>
                  </a:lnTo>
                  <a:lnTo>
                    <a:pt x="1336995" y="2027436"/>
                  </a:lnTo>
                  <a:lnTo>
                    <a:pt x="1337182" y="2027982"/>
                  </a:lnTo>
                  <a:lnTo>
                    <a:pt x="1337369" y="2027656"/>
                  </a:lnTo>
                  <a:lnTo>
                    <a:pt x="1337556" y="2026819"/>
                  </a:lnTo>
                  <a:lnTo>
                    <a:pt x="1337743" y="2025105"/>
                  </a:lnTo>
                  <a:lnTo>
                    <a:pt x="1337930" y="2022922"/>
                  </a:lnTo>
                  <a:lnTo>
                    <a:pt x="1338117" y="2020512"/>
                  </a:lnTo>
                  <a:lnTo>
                    <a:pt x="1338304" y="2017894"/>
                  </a:lnTo>
                  <a:lnTo>
                    <a:pt x="1338490" y="2014834"/>
                  </a:lnTo>
                  <a:lnTo>
                    <a:pt x="1338677" y="2011349"/>
                  </a:lnTo>
                  <a:lnTo>
                    <a:pt x="1338864" y="2006880"/>
                  </a:lnTo>
                  <a:lnTo>
                    <a:pt x="1339051" y="2000986"/>
                  </a:lnTo>
                  <a:lnTo>
                    <a:pt x="1339238" y="1994918"/>
                  </a:lnTo>
                  <a:lnTo>
                    <a:pt x="1339425" y="1988083"/>
                  </a:lnTo>
                  <a:lnTo>
                    <a:pt x="1339612" y="1980576"/>
                  </a:lnTo>
                  <a:lnTo>
                    <a:pt x="1339799" y="1972490"/>
                  </a:lnTo>
                  <a:lnTo>
                    <a:pt x="1339986" y="1963459"/>
                  </a:lnTo>
                  <a:lnTo>
                    <a:pt x="1340173" y="1952930"/>
                  </a:lnTo>
                  <a:lnTo>
                    <a:pt x="1340360" y="1942313"/>
                  </a:lnTo>
                  <a:lnTo>
                    <a:pt x="1340547" y="1931811"/>
                  </a:lnTo>
                  <a:lnTo>
                    <a:pt x="1340733" y="1921729"/>
                  </a:lnTo>
                  <a:lnTo>
                    <a:pt x="1340920" y="1911491"/>
                  </a:lnTo>
                  <a:lnTo>
                    <a:pt x="1341107" y="1901201"/>
                  </a:lnTo>
                  <a:lnTo>
                    <a:pt x="1341294" y="1890961"/>
                  </a:lnTo>
                  <a:lnTo>
                    <a:pt x="1341481" y="1881271"/>
                  </a:lnTo>
                  <a:lnTo>
                    <a:pt x="1341668" y="1872110"/>
                  </a:lnTo>
                  <a:lnTo>
                    <a:pt x="1341855" y="1864373"/>
                  </a:lnTo>
                  <a:lnTo>
                    <a:pt x="1342042" y="1855396"/>
                  </a:lnTo>
                  <a:lnTo>
                    <a:pt x="1342229" y="1847327"/>
                  </a:lnTo>
                  <a:lnTo>
                    <a:pt x="1342416" y="1839692"/>
                  </a:lnTo>
                  <a:lnTo>
                    <a:pt x="1342603" y="1833465"/>
                  </a:lnTo>
                  <a:lnTo>
                    <a:pt x="1342790" y="1829102"/>
                  </a:lnTo>
                  <a:lnTo>
                    <a:pt x="1342977" y="1826912"/>
                  </a:lnTo>
                  <a:lnTo>
                    <a:pt x="1343163" y="1825879"/>
                  </a:lnTo>
                  <a:lnTo>
                    <a:pt x="1343350" y="1826094"/>
                  </a:lnTo>
                  <a:lnTo>
                    <a:pt x="1343537" y="1826672"/>
                  </a:lnTo>
                  <a:lnTo>
                    <a:pt x="1343724" y="1827442"/>
                  </a:lnTo>
                  <a:lnTo>
                    <a:pt x="1343911" y="1828618"/>
                  </a:lnTo>
                  <a:lnTo>
                    <a:pt x="1344098" y="1830351"/>
                  </a:lnTo>
                  <a:lnTo>
                    <a:pt x="1344285" y="1832595"/>
                  </a:lnTo>
                  <a:lnTo>
                    <a:pt x="1344472" y="1837082"/>
                  </a:lnTo>
                  <a:lnTo>
                    <a:pt x="1344659" y="1842312"/>
                  </a:lnTo>
                  <a:lnTo>
                    <a:pt x="1344846" y="1848937"/>
                  </a:lnTo>
                  <a:lnTo>
                    <a:pt x="1345033" y="1855513"/>
                  </a:lnTo>
                  <a:lnTo>
                    <a:pt x="1345220" y="1863599"/>
                  </a:lnTo>
                  <a:lnTo>
                    <a:pt x="1345407" y="1870551"/>
                  </a:lnTo>
                  <a:lnTo>
                    <a:pt x="1345593" y="1873271"/>
                  </a:lnTo>
                  <a:lnTo>
                    <a:pt x="1345780" y="1874707"/>
                  </a:lnTo>
                  <a:lnTo>
                    <a:pt x="1345967" y="1876051"/>
                  </a:lnTo>
                  <a:lnTo>
                    <a:pt x="1346154" y="1877607"/>
                  </a:lnTo>
                  <a:lnTo>
                    <a:pt x="1346341" y="1879291"/>
                  </a:lnTo>
                  <a:lnTo>
                    <a:pt x="1346528" y="1881105"/>
                  </a:lnTo>
                  <a:lnTo>
                    <a:pt x="1346715" y="1882704"/>
                  </a:lnTo>
                  <a:lnTo>
                    <a:pt x="1346902" y="1883958"/>
                  </a:lnTo>
                  <a:lnTo>
                    <a:pt x="1347089" y="1884965"/>
                  </a:lnTo>
                  <a:lnTo>
                    <a:pt x="1347276" y="1885533"/>
                  </a:lnTo>
                  <a:lnTo>
                    <a:pt x="1347463" y="1885379"/>
                  </a:lnTo>
                  <a:lnTo>
                    <a:pt x="1347650" y="1884712"/>
                  </a:lnTo>
                  <a:lnTo>
                    <a:pt x="1347836" y="1883057"/>
                  </a:lnTo>
                  <a:lnTo>
                    <a:pt x="1348023" y="1880834"/>
                  </a:lnTo>
                  <a:lnTo>
                    <a:pt x="1348210" y="1878214"/>
                  </a:lnTo>
                  <a:lnTo>
                    <a:pt x="1348397" y="1875376"/>
                  </a:lnTo>
                  <a:lnTo>
                    <a:pt x="1348584" y="1872406"/>
                  </a:lnTo>
                  <a:lnTo>
                    <a:pt x="1348771" y="1869326"/>
                  </a:lnTo>
                  <a:lnTo>
                    <a:pt x="1348958" y="1867175"/>
                  </a:lnTo>
                  <a:lnTo>
                    <a:pt x="1349145" y="1864909"/>
                  </a:lnTo>
                  <a:lnTo>
                    <a:pt x="1349332" y="1862631"/>
                  </a:lnTo>
                  <a:lnTo>
                    <a:pt x="1349519" y="1860317"/>
                  </a:lnTo>
                  <a:lnTo>
                    <a:pt x="1349706" y="1858443"/>
                  </a:lnTo>
                  <a:lnTo>
                    <a:pt x="1349893" y="1856716"/>
                  </a:lnTo>
                  <a:lnTo>
                    <a:pt x="1350080" y="1855346"/>
                  </a:lnTo>
                  <a:lnTo>
                    <a:pt x="1350266" y="1854198"/>
                  </a:lnTo>
                  <a:lnTo>
                    <a:pt x="1350453" y="1853192"/>
                  </a:lnTo>
                  <a:lnTo>
                    <a:pt x="1350640" y="1852603"/>
                  </a:lnTo>
                  <a:lnTo>
                    <a:pt x="1350827" y="1852435"/>
                  </a:lnTo>
                  <a:lnTo>
                    <a:pt x="1351014" y="1852664"/>
                  </a:lnTo>
                  <a:lnTo>
                    <a:pt x="1351201" y="1852092"/>
                  </a:lnTo>
                  <a:lnTo>
                    <a:pt x="1351388" y="1851257"/>
                  </a:lnTo>
                  <a:lnTo>
                    <a:pt x="1351575" y="1850411"/>
                  </a:lnTo>
                  <a:lnTo>
                    <a:pt x="1351762" y="1849540"/>
                  </a:lnTo>
                  <a:lnTo>
                    <a:pt x="1351949" y="1848862"/>
                  </a:lnTo>
                  <a:lnTo>
                    <a:pt x="1352136" y="1848162"/>
                  </a:lnTo>
                  <a:lnTo>
                    <a:pt x="1352323" y="1847414"/>
                  </a:lnTo>
                  <a:lnTo>
                    <a:pt x="1352509" y="1846203"/>
                  </a:lnTo>
                  <a:lnTo>
                    <a:pt x="1352696" y="1845649"/>
                  </a:lnTo>
                  <a:lnTo>
                    <a:pt x="1352883" y="1845431"/>
                  </a:lnTo>
                  <a:lnTo>
                    <a:pt x="1353070" y="1846030"/>
                  </a:lnTo>
                  <a:lnTo>
                    <a:pt x="1353257" y="1847262"/>
                  </a:lnTo>
                  <a:lnTo>
                    <a:pt x="1353444" y="1849289"/>
                  </a:lnTo>
                  <a:lnTo>
                    <a:pt x="1353631" y="1851795"/>
                  </a:lnTo>
                  <a:lnTo>
                    <a:pt x="1353818" y="1854303"/>
                  </a:lnTo>
                  <a:lnTo>
                    <a:pt x="1354005" y="1857577"/>
                  </a:lnTo>
                  <a:lnTo>
                    <a:pt x="1354192" y="1860983"/>
                  </a:lnTo>
                  <a:lnTo>
                    <a:pt x="1354379" y="1864679"/>
                  </a:lnTo>
                  <a:lnTo>
                    <a:pt x="1354566" y="1868699"/>
                  </a:lnTo>
                  <a:lnTo>
                    <a:pt x="1354753" y="1872679"/>
                  </a:lnTo>
                  <a:lnTo>
                    <a:pt x="1354939" y="1876861"/>
                  </a:lnTo>
                  <a:lnTo>
                    <a:pt x="1355126" y="1881097"/>
                  </a:lnTo>
                  <a:lnTo>
                    <a:pt x="1355313" y="1885510"/>
                  </a:lnTo>
                  <a:lnTo>
                    <a:pt x="1355500" y="1888769"/>
                  </a:lnTo>
                  <a:lnTo>
                    <a:pt x="1355687" y="1891047"/>
                  </a:lnTo>
                  <a:lnTo>
                    <a:pt x="1355874" y="1892250"/>
                  </a:lnTo>
                  <a:lnTo>
                    <a:pt x="1356061" y="1893717"/>
                  </a:lnTo>
                  <a:lnTo>
                    <a:pt x="1356248" y="1895093"/>
                  </a:lnTo>
                  <a:lnTo>
                    <a:pt x="1356435" y="1896570"/>
                  </a:lnTo>
                  <a:lnTo>
                    <a:pt x="1356622" y="1898037"/>
                  </a:lnTo>
                  <a:lnTo>
                    <a:pt x="1356809" y="1899791"/>
                  </a:lnTo>
                  <a:lnTo>
                    <a:pt x="1356996" y="1902122"/>
                  </a:lnTo>
                  <a:lnTo>
                    <a:pt x="1357183" y="1904590"/>
                  </a:lnTo>
                  <a:lnTo>
                    <a:pt x="1357369" y="1907130"/>
                  </a:lnTo>
                  <a:lnTo>
                    <a:pt x="1357556" y="1909338"/>
                  </a:lnTo>
                  <a:lnTo>
                    <a:pt x="1357743" y="1911275"/>
                  </a:lnTo>
                  <a:lnTo>
                    <a:pt x="1357930" y="1913166"/>
                  </a:lnTo>
                  <a:lnTo>
                    <a:pt x="1358117" y="1914770"/>
                  </a:lnTo>
                  <a:lnTo>
                    <a:pt x="1358304" y="1916895"/>
                  </a:lnTo>
                  <a:lnTo>
                    <a:pt x="1358491" y="1920002"/>
                  </a:lnTo>
                  <a:lnTo>
                    <a:pt x="1358678" y="1923317"/>
                  </a:lnTo>
                  <a:lnTo>
                    <a:pt x="1358865" y="1926560"/>
                  </a:lnTo>
                  <a:lnTo>
                    <a:pt x="1359052" y="1929474"/>
                  </a:lnTo>
                  <a:lnTo>
                    <a:pt x="1359239" y="1931763"/>
                  </a:lnTo>
                  <a:lnTo>
                    <a:pt x="1359426" y="1933955"/>
                  </a:lnTo>
                  <a:lnTo>
                    <a:pt x="1359612" y="1935990"/>
                  </a:lnTo>
                  <a:lnTo>
                    <a:pt x="1359799" y="1937072"/>
                  </a:lnTo>
                  <a:lnTo>
                    <a:pt x="1359986" y="1938198"/>
                  </a:lnTo>
                  <a:lnTo>
                    <a:pt x="1360173" y="1939464"/>
                  </a:lnTo>
                  <a:lnTo>
                    <a:pt x="1360360" y="1940872"/>
                  </a:lnTo>
                  <a:lnTo>
                    <a:pt x="1360547" y="1942736"/>
                  </a:lnTo>
                  <a:lnTo>
                    <a:pt x="1360734" y="1944478"/>
                  </a:lnTo>
                  <a:lnTo>
                    <a:pt x="1360921" y="1946176"/>
                  </a:lnTo>
                  <a:lnTo>
                    <a:pt x="1361108" y="1947433"/>
                  </a:lnTo>
                  <a:lnTo>
                    <a:pt x="1361295" y="1948463"/>
                  </a:lnTo>
                  <a:lnTo>
                    <a:pt x="1361482" y="1949421"/>
                  </a:lnTo>
                  <a:lnTo>
                    <a:pt x="1361669" y="1950696"/>
                  </a:lnTo>
                  <a:lnTo>
                    <a:pt x="1361856" y="1952297"/>
                  </a:lnTo>
                  <a:lnTo>
                    <a:pt x="1362042" y="1954623"/>
                  </a:lnTo>
                  <a:lnTo>
                    <a:pt x="1362229" y="1957725"/>
                  </a:lnTo>
                  <a:lnTo>
                    <a:pt x="1362416" y="1961013"/>
                  </a:lnTo>
                  <a:lnTo>
                    <a:pt x="1362603" y="1964244"/>
                  </a:lnTo>
                  <a:lnTo>
                    <a:pt x="1362790" y="1967247"/>
                  </a:lnTo>
                  <a:lnTo>
                    <a:pt x="1362977" y="1970003"/>
                  </a:lnTo>
                  <a:lnTo>
                    <a:pt x="1363164" y="1972526"/>
                  </a:lnTo>
                  <a:lnTo>
                    <a:pt x="1363351" y="1974298"/>
                  </a:lnTo>
                  <a:lnTo>
                    <a:pt x="1363538" y="1975728"/>
                  </a:lnTo>
                  <a:lnTo>
                    <a:pt x="1363725" y="1977316"/>
                  </a:lnTo>
                  <a:lnTo>
                    <a:pt x="1363912" y="1979212"/>
                  </a:lnTo>
                  <a:lnTo>
                    <a:pt x="1364099" y="1981422"/>
                  </a:lnTo>
                  <a:lnTo>
                    <a:pt x="1364285" y="1983693"/>
                  </a:lnTo>
                  <a:lnTo>
                    <a:pt x="1364472" y="1985744"/>
                  </a:lnTo>
                  <a:lnTo>
                    <a:pt x="1364659" y="1987448"/>
                  </a:lnTo>
                  <a:lnTo>
                    <a:pt x="1364846" y="1988020"/>
                  </a:lnTo>
                  <a:lnTo>
                    <a:pt x="1365033" y="1987413"/>
                  </a:lnTo>
                  <a:lnTo>
                    <a:pt x="1365220" y="1986490"/>
                  </a:lnTo>
                  <a:lnTo>
                    <a:pt x="1365407" y="1984660"/>
                  </a:lnTo>
                  <a:lnTo>
                    <a:pt x="1365594" y="1982690"/>
                  </a:lnTo>
                  <a:lnTo>
                    <a:pt x="1365781" y="1980500"/>
                  </a:lnTo>
                  <a:lnTo>
                    <a:pt x="1365968" y="1978547"/>
                  </a:lnTo>
                  <a:lnTo>
                    <a:pt x="1366155" y="1977104"/>
                  </a:lnTo>
                  <a:lnTo>
                    <a:pt x="1366342" y="1976216"/>
                  </a:lnTo>
                  <a:lnTo>
                    <a:pt x="1366529" y="1975328"/>
                  </a:lnTo>
                  <a:lnTo>
                    <a:pt x="1366715" y="1973762"/>
                  </a:lnTo>
                  <a:lnTo>
                    <a:pt x="1366902" y="1971941"/>
                  </a:lnTo>
                  <a:lnTo>
                    <a:pt x="1367089" y="1970182"/>
                  </a:lnTo>
                  <a:lnTo>
                    <a:pt x="1367276" y="1968748"/>
                  </a:lnTo>
                  <a:lnTo>
                    <a:pt x="1367463" y="1967012"/>
                  </a:lnTo>
                  <a:lnTo>
                    <a:pt x="1367650" y="1966066"/>
                  </a:lnTo>
                  <a:lnTo>
                    <a:pt x="1367837" y="1966117"/>
                  </a:lnTo>
                  <a:lnTo>
                    <a:pt x="1368024" y="1966633"/>
                  </a:lnTo>
                  <a:lnTo>
                    <a:pt x="1368211" y="1968272"/>
                  </a:lnTo>
                  <a:lnTo>
                    <a:pt x="1368398" y="1970451"/>
                  </a:lnTo>
                  <a:lnTo>
                    <a:pt x="1368585" y="1972650"/>
                  </a:lnTo>
                  <a:lnTo>
                    <a:pt x="1368772" y="1974951"/>
                  </a:lnTo>
                  <a:lnTo>
                    <a:pt x="1368959" y="1976917"/>
                  </a:lnTo>
                  <a:lnTo>
                    <a:pt x="1369145" y="1978989"/>
                  </a:lnTo>
                  <a:lnTo>
                    <a:pt x="1369332" y="1981281"/>
                  </a:lnTo>
                  <a:lnTo>
                    <a:pt x="1369519" y="1984713"/>
                  </a:lnTo>
                  <a:lnTo>
                    <a:pt x="1369706" y="1989013"/>
                  </a:lnTo>
                  <a:lnTo>
                    <a:pt x="1369893" y="1993974"/>
                  </a:lnTo>
                  <a:lnTo>
                    <a:pt x="1370080" y="1999172"/>
                  </a:lnTo>
                  <a:lnTo>
                    <a:pt x="1370267" y="2005442"/>
                  </a:lnTo>
                  <a:lnTo>
                    <a:pt x="1370454" y="2010902"/>
                  </a:lnTo>
                  <a:lnTo>
                    <a:pt x="1370641" y="2016173"/>
                  </a:lnTo>
                  <a:lnTo>
                    <a:pt x="1370828" y="2022003"/>
                  </a:lnTo>
                  <a:lnTo>
                    <a:pt x="1371015" y="2028296"/>
                  </a:lnTo>
                  <a:lnTo>
                    <a:pt x="1371202" y="2034124"/>
                  </a:lnTo>
                  <a:lnTo>
                    <a:pt x="1371388" y="2040728"/>
                  </a:lnTo>
                  <a:lnTo>
                    <a:pt x="1371575" y="2047516"/>
                  </a:lnTo>
                  <a:lnTo>
                    <a:pt x="1371762" y="2054114"/>
                  </a:lnTo>
                  <a:lnTo>
                    <a:pt x="1371949" y="2060764"/>
                  </a:lnTo>
                  <a:lnTo>
                    <a:pt x="1372136" y="2067248"/>
                  </a:lnTo>
                  <a:lnTo>
                    <a:pt x="1372323" y="2073230"/>
                  </a:lnTo>
                  <a:lnTo>
                    <a:pt x="1372510" y="2078798"/>
                  </a:lnTo>
                  <a:lnTo>
                    <a:pt x="1372697" y="2083697"/>
                  </a:lnTo>
                  <a:lnTo>
                    <a:pt x="1372884" y="2088160"/>
                  </a:lnTo>
                  <a:lnTo>
                    <a:pt x="1373071" y="2092382"/>
                  </a:lnTo>
                  <a:lnTo>
                    <a:pt x="1373258" y="2096713"/>
                  </a:lnTo>
                  <a:lnTo>
                    <a:pt x="1373445" y="2101323"/>
                  </a:lnTo>
                  <a:lnTo>
                    <a:pt x="1373632" y="2104856"/>
                  </a:lnTo>
                  <a:lnTo>
                    <a:pt x="1373818" y="2107652"/>
                  </a:lnTo>
                  <a:lnTo>
                    <a:pt x="1374005" y="2110215"/>
                  </a:lnTo>
                  <a:lnTo>
                    <a:pt x="1374192" y="2112840"/>
                  </a:lnTo>
                  <a:lnTo>
                    <a:pt x="1374379" y="2115373"/>
                  </a:lnTo>
                  <a:lnTo>
                    <a:pt x="1374566" y="2117974"/>
                  </a:lnTo>
                  <a:lnTo>
                    <a:pt x="1374753" y="2120642"/>
                  </a:lnTo>
                  <a:lnTo>
                    <a:pt x="1374940" y="2123336"/>
                  </a:lnTo>
                  <a:lnTo>
                    <a:pt x="1375127" y="2126216"/>
                  </a:lnTo>
                  <a:lnTo>
                    <a:pt x="1375314" y="2128751"/>
                  </a:lnTo>
                  <a:lnTo>
                    <a:pt x="1375501" y="2130802"/>
                  </a:lnTo>
                  <a:lnTo>
                    <a:pt x="1375688" y="2132189"/>
                  </a:lnTo>
                  <a:lnTo>
                    <a:pt x="1375875" y="2133259"/>
                  </a:lnTo>
                  <a:lnTo>
                    <a:pt x="1376062" y="2135041"/>
                  </a:lnTo>
                  <a:lnTo>
                    <a:pt x="1376248" y="2137111"/>
                  </a:lnTo>
                  <a:lnTo>
                    <a:pt x="1376435" y="2140243"/>
                  </a:lnTo>
                  <a:lnTo>
                    <a:pt x="1376622" y="2143029"/>
                  </a:lnTo>
                  <a:lnTo>
                    <a:pt x="1376809" y="2146553"/>
                  </a:lnTo>
                  <a:lnTo>
                    <a:pt x="1376996" y="2150389"/>
                  </a:lnTo>
                  <a:lnTo>
                    <a:pt x="1377183" y="2154428"/>
                  </a:lnTo>
                  <a:lnTo>
                    <a:pt x="1377370" y="2158930"/>
                  </a:lnTo>
                  <a:lnTo>
                    <a:pt x="1377557" y="2165111"/>
                  </a:lnTo>
                  <a:lnTo>
                    <a:pt x="1377744" y="2171495"/>
                  </a:lnTo>
                  <a:lnTo>
                    <a:pt x="1377931" y="2177680"/>
                  </a:lnTo>
                  <a:lnTo>
                    <a:pt x="1378118" y="2183627"/>
                  </a:lnTo>
                  <a:lnTo>
                    <a:pt x="1378305" y="2189707"/>
                  </a:lnTo>
                  <a:lnTo>
                    <a:pt x="1378491" y="2196844"/>
                  </a:lnTo>
                  <a:lnTo>
                    <a:pt x="1378678" y="2204429"/>
                  </a:lnTo>
                  <a:lnTo>
                    <a:pt x="1378865" y="2211870"/>
                  </a:lnTo>
                  <a:lnTo>
                    <a:pt x="1379052" y="2218994"/>
                  </a:lnTo>
                  <a:lnTo>
                    <a:pt x="1379239" y="2224917"/>
                  </a:lnTo>
                  <a:lnTo>
                    <a:pt x="1379426" y="2231541"/>
                  </a:lnTo>
                  <a:lnTo>
                    <a:pt x="1379613" y="2237071"/>
                  </a:lnTo>
                  <a:lnTo>
                    <a:pt x="1379800" y="2242313"/>
                  </a:lnTo>
                  <a:lnTo>
                    <a:pt x="1379987" y="2246338"/>
                  </a:lnTo>
                  <a:lnTo>
                    <a:pt x="1380174" y="2249118"/>
                  </a:lnTo>
                  <a:lnTo>
                    <a:pt x="1380361" y="2250447"/>
                  </a:lnTo>
                  <a:lnTo>
                    <a:pt x="1380548" y="2251022"/>
                  </a:lnTo>
                  <a:lnTo>
                    <a:pt x="1380735" y="2251236"/>
                  </a:lnTo>
                  <a:lnTo>
                    <a:pt x="1380921" y="2251571"/>
                  </a:lnTo>
                  <a:lnTo>
                    <a:pt x="1381108" y="2251887"/>
                  </a:lnTo>
                  <a:lnTo>
                    <a:pt x="1381295" y="2252124"/>
                  </a:lnTo>
                  <a:lnTo>
                    <a:pt x="1381482" y="2251825"/>
                  </a:lnTo>
                  <a:lnTo>
                    <a:pt x="1381669" y="2251130"/>
                  </a:lnTo>
                  <a:lnTo>
                    <a:pt x="1381856" y="2250110"/>
                  </a:lnTo>
                  <a:lnTo>
                    <a:pt x="1382043" y="2248896"/>
                  </a:lnTo>
                  <a:lnTo>
                    <a:pt x="1382230" y="2247216"/>
                  </a:lnTo>
                  <a:lnTo>
                    <a:pt x="1382417" y="2245730"/>
                  </a:lnTo>
                  <a:lnTo>
                    <a:pt x="1382604" y="2244604"/>
                  </a:lnTo>
                  <a:lnTo>
                    <a:pt x="1382791" y="2243724"/>
                  </a:lnTo>
                  <a:lnTo>
                    <a:pt x="1382978" y="2242792"/>
                  </a:lnTo>
                  <a:lnTo>
                    <a:pt x="1383164" y="2242150"/>
                  </a:lnTo>
                  <a:lnTo>
                    <a:pt x="1383351" y="2241604"/>
                  </a:lnTo>
                  <a:lnTo>
                    <a:pt x="1383538" y="2241191"/>
                  </a:lnTo>
                  <a:lnTo>
                    <a:pt x="1383725" y="2241059"/>
                  </a:lnTo>
                  <a:lnTo>
                    <a:pt x="1383912" y="2241041"/>
                  </a:lnTo>
                  <a:lnTo>
                    <a:pt x="1384099" y="2241244"/>
                  </a:lnTo>
                  <a:lnTo>
                    <a:pt x="1384286" y="2241640"/>
                  </a:lnTo>
                  <a:lnTo>
                    <a:pt x="1384473" y="2241763"/>
                  </a:lnTo>
                  <a:lnTo>
                    <a:pt x="1384660" y="2241780"/>
                  </a:lnTo>
                  <a:lnTo>
                    <a:pt x="1384847" y="2242282"/>
                  </a:lnTo>
                  <a:lnTo>
                    <a:pt x="1385034" y="2243249"/>
                  </a:lnTo>
                  <a:lnTo>
                    <a:pt x="1385221" y="2244929"/>
                  </a:lnTo>
                  <a:lnTo>
                    <a:pt x="1385408" y="2246644"/>
                  </a:lnTo>
                  <a:lnTo>
                    <a:pt x="1385594" y="2248280"/>
                  </a:lnTo>
                  <a:lnTo>
                    <a:pt x="1385781" y="2249292"/>
                  </a:lnTo>
                  <a:lnTo>
                    <a:pt x="1385968" y="2249767"/>
                  </a:lnTo>
                  <a:lnTo>
                    <a:pt x="1386155" y="2249186"/>
                  </a:lnTo>
                  <a:lnTo>
                    <a:pt x="1386342" y="2248192"/>
                  </a:lnTo>
                  <a:lnTo>
                    <a:pt x="1386529" y="2246433"/>
                  </a:lnTo>
                  <a:lnTo>
                    <a:pt x="1386716" y="2244094"/>
                  </a:lnTo>
                  <a:lnTo>
                    <a:pt x="1386903" y="2241235"/>
                  </a:lnTo>
                  <a:lnTo>
                    <a:pt x="1387090" y="2237963"/>
                  </a:lnTo>
                  <a:lnTo>
                    <a:pt x="1387277" y="2234726"/>
                  </a:lnTo>
                  <a:lnTo>
                    <a:pt x="1387464" y="2231392"/>
                  </a:lnTo>
                  <a:lnTo>
                    <a:pt x="1387651" y="2227425"/>
                  </a:lnTo>
                  <a:lnTo>
                    <a:pt x="1387838" y="2223098"/>
                  </a:lnTo>
                  <a:lnTo>
                    <a:pt x="1388024" y="2218463"/>
                  </a:lnTo>
                  <a:lnTo>
                    <a:pt x="1388211" y="2213827"/>
                  </a:lnTo>
                  <a:lnTo>
                    <a:pt x="1388398" y="2209456"/>
                  </a:lnTo>
                  <a:lnTo>
                    <a:pt x="1388585" y="2206579"/>
                  </a:lnTo>
                  <a:lnTo>
                    <a:pt x="1388772" y="2204354"/>
                  </a:lnTo>
                  <a:lnTo>
                    <a:pt x="1388959" y="2203765"/>
                  </a:lnTo>
                  <a:lnTo>
                    <a:pt x="1389146" y="2203659"/>
                  </a:lnTo>
                  <a:lnTo>
                    <a:pt x="1389333" y="2204152"/>
                  </a:lnTo>
                  <a:lnTo>
                    <a:pt x="1389520" y="2205348"/>
                  </a:lnTo>
                  <a:lnTo>
                    <a:pt x="1389707" y="2207169"/>
                  </a:lnTo>
                  <a:lnTo>
                    <a:pt x="1389894" y="2209596"/>
                  </a:lnTo>
                  <a:lnTo>
                    <a:pt x="1390081" y="2211998"/>
                  </a:lnTo>
                  <a:lnTo>
                    <a:pt x="1390267" y="2214161"/>
                  </a:lnTo>
                  <a:lnTo>
                    <a:pt x="1390454" y="2216114"/>
                  </a:lnTo>
                  <a:lnTo>
                    <a:pt x="1390641" y="2218014"/>
                  </a:lnTo>
                  <a:lnTo>
                    <a:pt x="1390828" y="2219342"/>
                  </a:lnTo>
                  <a:lnTo>
                    <a:pt x="1391015" y="2220239"/>
                  </a:lnTo>
                  <a:lnTo>
                    <a:pt x="1391202" y="2221416"/>
                  </a:lnTo>
                  <a:lnTo>
                    <a:pt x="1391389" y="2221786"/>
                  </a:lnTo>
                  <a:lnTo>
                    <a:pt x="1391576" y="2222138"/>
                  </a:lnTo>
                  <a:lnTo>
                    <a:pt x="1391763" y="2221769"/>
                  </a:lnTo>
                  <a:lnTo>
                    <a:pt x="1391950" y="2221248"/>
                  </a:lnTo>
                  <a:lnTo>
                    <a:pt x="1392137" y="2220525"/>
                  </a:lnTo>
                  <a:lnTo>
                    <a:pt x="1392324" y="2219537"/>
                  </a:lnTo>
                  <a:lnTo>
                    <a:pt x="1392511" y="2218626"/>
                  </a:lnTo>
                  <a:lnTo>
                    <a:pt x="1392697" y="2217324"/>
                  </a:lnTo>
                  <a:lnTo>
                    <a:pt x="1392884" y="2216219"/>
                  </a:lnTo>
                  <a:lnTo>
                    <a:pt x="1393071" y="2215251"/>
                  </a:lnTo>
                  <a:lnTo>
                    <a:pt x="1393258" y="2214742"/>
                  </a:lnTo>
                  <a:lnTo>
                    <a:pt x="1393445" y="2214278"/>
                  </a:lnTo>
                  <a:lnTo>
                    <a:pt x="1393632" y="2213855"/>
                  </a:lnTo>
                  <a:lnTo>
                    <a:pt x="1393819" y="2213381"/>
                  </a:lnTo>
                  <a:lnTo>
                    <a:pt x="1394006" y="2213098"/>
                  </a:lnTo>
                  <a:lnTo>
                    <a:pt x="1394193" y="2212583"/>
                  </a:lnTo>
                  <a:lnTo>
                    <a:pt x="1394380" y="2211568"/>
                  </a:lnTo>
                  <a:lnTo>
                    <a:pt x="1394567" y="2210998"/>
                  </a:lnTo>
                  <a:lnTo>
                    <a:pt x="1394754" y="2210766"/>
                  </a:lnTo>
                  <a:lnTo>
                    <a:pt x="1394941" y="2211130"/>
                  </a:lnTo>
                  <a:lnTo>
                    <a:pt x="1395127" y="2211606"/>
                  </a:lnTo>
                  <a:lnTo>
                    <a:pt x="1395314" y="2211962"/>
                  </a:lnTo>
                  <a:lnTo>
                    <a:pt x="1395501" y="2212185"/>
                  </a:lnTo>
                  <a:lnTo>
                    <a:pt x="1395688" y="2212721"/>
                  </a:lnTo>
                  <a:lnTo>
                    <a:pt x="1395875" y="2213607"/>
                  </a:lnTo>
                  <a:lnTo>
                    <a:pt x="1396062" y="2214837"/>
                  </a:lnTo>
                  <a:lnTo>
                    <a:pt x="1396249" y="2215873"/>
                  </a:lnTo>
                  <a:lnTo>
                    <a:pt x="1396436" y="2216577"/>
                  </a:lnTo>
                  <a:lnTo>
                    <a:pt x="1396623" y="2216879"/>
                  </a:lnTo>
                  <a:lnTo>
                    <a:pt x="1396810" y="2217026"/>
                  </a:lnTo>
                  <a:lnTo>
                    <a:pt x="1396997" y="2217159"/>
                  </a:lnTo>
                  <a:lnTo>
                    <a:pt x="1397184" y="2217964"/>
                  </a:lnTo>
                  <a:lnTo>
                    <a:pt x="1397370" y="2218331"/>
                  </a:lnTo>
                  <a:lnTo>
                    <a:pt x="1397557" y="2218458"/>
                  </a:lnTo>
                  <a:lnTo>
                    <a:pt x="1397744" y="2218212"/>
                  </a:lnTo>
                  <a:lnTo>
                    <a:pt x="1397931" y="2217754"/>
                  </a:lnTo>
                  <a:lnTo>
                    <a:pt x="1398118" y="2217380"/>
                  </a:lnTo>
                  <a:lnTo>
                    <a:pt x="1398305" y="2216870"/>
                  </a:lnTo>
                  <a:lnTo>
                    <a:pt x="1398492" y="2216025"/>
                  </a:lnTo>
                  <a:lnTo>
                    <a:pt x="1398679" y="2214932"/>
                  </a:lnTo>
                  <a:lnTo>
                    <a:pt x="1398866" y="2213931"/>
                  </a:lnTo>
                  <a:lnTo>
                    <a:pt x="1399053" y="2212575"/>
                  </a:lnTo>
                  <a:lnTo>
                    <a:pt x="1399240" y="2211209"/>
                  </a:lnTo>
                  <a:lnTo>
                    <a:pt x="1399427" y="2209825"/>
                  </a:lnTo>
                  <a:lnTo>
                    <a:pt x="1399614" y="2208604"/>
                  </a:lnTo>
                  <a:lnTo>
                    <a:pt x="1399800" y="2206781"/>
                  </a:lnTo>
                  <a:lnTo>
                    <a:pt x="1399987" y="2204630"/>
                  </a:lnTo>
                  <a:lnTo>
                    <a:pt x="1400174" y="2202202"/>
                  </a:lnTo>
                  <a:lnTo>
                    <a:pt x="1400361" y="2199323"/>
                  </a:lnTo>
                  <a:lnTo>
                    <a:pt x="1400548" y="2195708"/>
                  </a:lnTo>
                  <a:lnTo>
                    <a:pt x="1400735" y="2191967"/>
                  </a:lnTo>
                  <a:lnTo>
                    <a:pt x="1400922" y="2187116"/>
                  </a:lnTo>
                  <a:lnTo>
                    <a:pt x="1401109" y="2182176"/>
                  </a:lnTo>
                  <a:lnTo>
                    <a:pt x="1401296" y="2177018"/>
                  </a:lnTo>
                  <a:lnTo>
                    <a:pt x="1401483" y="2172265"/>
                  </a:lnTo>
                  <a:lnTo>
                    <a:pt x="1401670" y="2167611"/>
                  </a:lnTo>
                  <a:lnTo>
                    <a:pt x="1401857" y="2163554"/>
                  </a:lnTo>
                  <a:lnTo>
                    <a:pt x="1402043" y="2159818"/>
                  </a:lnTo>
                  <a:lnTo>
                    <a:pt x="1402230" y="2156634"/>
                  </a:lnTo>
                  <a:lnTo>
                    <a:pt x="1402417" y="2153899"/>
                  </a:lnTo>
                  <a:lnTo>
                    <a:pt x="1402604" y="2151629"/>
                  </a:lnTo>
                  <a:lnTo>
                    <a:pt x="1402791" y="2150292"/>
                  </a:lnTo>
                  <a:lnTo>
                    <a:pt x="1402978" y="2149395"/>
                  </a:lnTo>
                  <a:lnTo>
                    <a:pt x="1403165" y="2148489"/>
                  </a:lnTo>
                  <a:lnTo>
                    <a:pt x="1403352" y="2147610"/>
                  </a:lnTo>
                  <a:lnTo>
                    <a:pt x="1403539" y="2147293"/>
                  </a:lnTo>
                  <a:lnTo>
                    <a:pt x="1403726" y="2146959"/>
                  </a:lnTo>
                  <a:lnTo>
                    <a:pt x="1403913" y="2146897"/>
                  </a:lnTo>
                  <a:lnTo>
                    <a:pt x="1404100" y="2147768"/>
                  </a:lnTo>
                  <a:lnTo>
                    <a:pt x="1404287" y="2148911"/>
                  </a:lnTo>
                  <a:lnTo>
                    <a:pt x="1404473" y="2149782"/>
                  </a:lnTo>
                  <a:lnTo>
                    <a:pt x="1404660" y="2150310"/>
                  </a:lnTo>
                  <a:lnTo>
                    <a:pt x="1404847" y="2151365"/>
                  </a:lnTo>
                  <a:lnTo>
                    <a:pt x="1405034" y="2152377"/>
                  </a:lnTo>
                  <a:lnTo>
                    <a:pt x="1405221" y="2153415"/>
                  </a:lnTo>
                  <a:lnTo>
                    <a:pt x="1405408" y="2154664"/>
                  </a:lnTo>
                  <a:lnTo>
                    <a:pt x="1405595" y="2155508"/>
                  </a:lnTo>
                  <a:lnTo>
                    <a:pt x="1405782" y="2156528"/>
                  </a:lnTo>
                  <a:lnTo>
                    <a:pt x="1405969" y="2157654"/>
                  </a:lnTo>
                  <a:lnTo>
                    <a:pt x="1406156" y="2158710"/>
                  </a:lnTo>
                  <a:lnTo>
                    <a:pt x="1406343" y="2159625"/>
                  </a:lnTo>
                  <a:lnTo>
                    <a:pt x="1406530" y="2160407"/>
                  </a:lnTo>
                  <a:lnTo>
                    <a:pt x="1406717" y="2161568"/>
                  </a:lnTo>
                  <a:lnTo>
                    <a:pt x="1406903" y="2162765"/>
                  </a:lnTo>
                  <a:lnTo>
                    <a:pt x="1407090" y="2163838"/>
                  </a:lnTo>
                  <a:lnTo>
                    <a:pt x="1407277" y="2165078"/>
                  </a:lnTo>
                  <a:lnTo>
                    <a:pt x="1407464" y="2166485"/>
                  </a:lnTo>
                  <a:lnTo>
                    <a:pt x="1407651" y="2167655"/>
                  </a:lnTo>
                  <a:lnTo>
                    <a:pt x="1407838" y="2168412"/>
                  </a:lnTo>
                  <a:lnTo>
                    <a:pt x="1408025" y="2168860"/>
                  </a:lnTo>
                  <a:lnTo>
                    <a:pt x="1408212" y="2169177"/>
                  </a:lnTo>
                  <a:lnTo>
                    <a:pt x="1408399" y="2169194"/>
                  </a:lnTo>
                  <a:lnTo>
                    <a:pt x="1408586" y="2168922"/>
                  </a:lnTo>
                  <a:lnTo>
                    <a:pt x="1408773" y="2168227"/>
                  </a:lnTo>
                  <a:lnTo>
                    <a:pt x="1408960" y="2166688"/>
                  </a:lnTo>
                  <a:lnTo>
                    <a:pt x="1409146" y="2164770"/>
                  </a:lnTo>
                  <a:lnTo>
                    <a:pt x="1409333" y="2162774"/>
                  </a:lnTo>
                  <a:lnTo>
                    <a:pt x="1409520" y="2160443"/>
                  </a:lnTo>
                  <a:lnTo>
                    <a:pt x="1409707" y="2157839"/>
                  </a:lnTo>
                  <a:lnTo>
                    <a:pt x="1409894" y="2155024"/>
                  </a:lnTo>
                  <a:lnTo>
                    <a:pt x="1410081" y="2152201"/>
                  </a:lnTo>
                  <a:lnTo>
                    <a:pt x="1410268" y="2149034"/>
                  </a:lnTo>
                  <a:lnTo>
                    <a:pt x="1410455" y="2145595"/>
                  </a:lnTo>
                  <a:lnTo>
                    <a:pt x="1410642" y="2142306"/>
                  </a:lnTo>
                  <a:lnTo>
                    <a:pt x="1410829" y="2139245"/>
                  </a:lnTo>
                  <a:lnTo>
                    <a:pt x="1411016" y="2136421"/>
                  </a:lnTo>
                  <a:lnTo>
                    <a:pt x="1411203" y="2133765"/>
                  </a:lnTo>
                  <a:lnTo>
                    <a:pt x="1411390" y="2131919"/>
                  </a:lnTo>
                  <a:lnTo>
                    <a:pt x="1411576" y="2130273"/>
                  </a:lnTo>
                  <a:lnTo>
                    <a:pt x="1411763" y="2129112"/>
                  </a:lnTo>
                  <a:lnTo>
                    <a:pt x="1411950" y="2128112"/>
                  </a:lnTo>
                  <a:lnTo>
                    <a:pt x="1412137" y="2127234"/>
                  </a:lnTo>
                  <a:lnTo>
                    <a:pt x="1412324" y="2126287"/>
                  </a:lnTo>
                  <a:lnTo>
                    <a:pt x="1412511" y="2125406"/>
                  </a:lnTo>
                  <a:lnTo>
                    <a:pt x="1412698" y="2124941"/>
                  </a:lnTo>
                  <a:lnTo>
                    <a:pt x="1412885" y="2124917"/>
                  </a:lnTo>
                  <a:lnTo>
                    <a:pt x="1413072" y="2125607"/>
                  </a:lnTo>
                  <a:lnTo>
                    <a:pt x="1413259" y="2126942"/>
                  </a:lnTo>
                  <a:lnTo>
                    <a:pt x="1413446" y="2127908"/>
                  </a:lnTo>
                  <a:lnTo>
                    <a:pt x="1413633" y="2128866"/>
                  </a:lnTo>
                  <a:lnTo>
                    <a:pt x="1413820" y="2130078"/>
                  </a:lnTo>
                  <a:lnTo>
                    <a:pt x="1414006" y="2131688"/>
                  </a:lnTo>
                  <a:lnTo>
                    <a:pt x="1414193" y="2133373"/>
                  </a:lnTo>
                  <a:lnTo>
                    <a:pt x="1414380" y="2135452"/>
                  </a:lnTo>
                  <a:lnTo>
                    <a:pt x="1414567" y="2138468"/>
                  </a:lnTo>
                  <a:lnTo>
                    <a:pt x="1414754" y="2142254"/>
                  </a:lnTo>
                  <a:lnTo>
                    <a:pt x="1414941" y="2146073"/>
                  </a:lnTo>
                  <a:lnTo>
                    <a:pt x="1415128" y="2150105"/>
                  </a:lnTo>
                  <a:lnTo>
                    <a:pt x="1415315" y="2154337"/>
                  </a:lnTo>
                  <a:lnTo>
                    <a:pt x="1415502" y="2158607"/>
                  </a:lnTo>
                  <a:lnTo>
                    <a:pt x="1415689" y="2162610"/>
                  </a:lnTo>
                  <a:lnTo>
                    <a:pt x="1415876" y="2165783"/>
                  </a:lnTo>
                  <a:lnTo>
                    <a:pt x="1416063" y="2168759"/>
                  </a:lnTo>
                  <a:lnTo>
                    <a:pt x="1416249" y="2171850"/>
                  </a:lnTo>
                  <a:lnTo>
                    <a:pt x="1416436" y="2174955"/>
                  </a:lnTo>
                  <a:lnTo>
                    <a:pt x="1416623" y="2177927"/>
                  </a:lnTo>
                  <a:lnTo>
                    <a:pt x="1416810" y="2181442"/>
                  </a:lnTo>
                  <a:lnTo>
                    <a:pt x="1416997" y="2185058"/>
                  </a:lnTo>
                  <a:lnTo>
                    <a:pt x="1417184" y="2188778"/>
                  </a:lnTo>
                  <a:lnTo>
                    <a:pt x="1417371" y="2192125"/>
                  </a:lnTo>
                  <a:lnTo>
                    <a:pt x="1417558" y="2195090"/>
                  </a:lnTo>
                  <a:lnTo>
                    <a:pt x="1417745" y="2198301"/>
                  </a:lnTo>
                  <a:lnTo>
                    <a:pt x="1417932" y="2201613"/>
                  </a:lnTo>
                  <a:lnTo>
                    <a:pt x="1418119" y="2205103"/>
                  </a:lnTo>
                  <a:lnTo>
                    <a:pt x="1418306" y="2208446"/>
                  </a:lnTo>
                  <a:lnTo>
                    <a:pt x="1418493" y="2211892"/>
                  </a:lnTo>
                  <a:lnTo>
                    <a:pt x="1418679" y="2215320"/>
                  </a:lnTo>
                  <a:lnTo>
                    <a:pt x="1418866" y="2218841"/>
                  </a:lnTo>
                  <a:lnTo>
                    <a:pt x="1419053" y="2222596"/>
                  </a:lnTo>
                  <a:lnTo>
                    <a:pt x="1419240" y="2226123"/>
                  </a:lnTo>
                  <a:lnTo>
                    <a:pt x="1419427" y="2229491"/>
                  </a:lnTo>
                  <a:lnTo>
                    <a:pt x="1419614" y="2232737"/>
                  </a:lnTo>
                  <a:lnTo>
                    <a:pt x="1419801" y="2235806"/>
                  </a:lnTo>
                  <a:lnTo>
                    <a:pt x="1419988" y="2238414"/>
                  </a:lnTo>
                  <a:lnTo>
                    <a:pt x="1420175" y="2240751"/>
                  </a:lnTo>
                  <a:lnTo>
                    <a:pt x="1420362" y="2243071"/>
                  </a:lnTo>
                  <a:lnTo>
                    <a:pt x="1420549" y="2244904"/>
                  </a:lnTo>
                  <a:lnTo>
                    <a:pt x="1420736" y="2246283"/>
                  </a:lnTo>
                  <a:lnTo>
                    <a:pt x="1420922" y="2247098"/>
                  </a:lnTo>
                  <a:lnTo>
                    <a:pt x="1421109" y="2247547"/>
                  </a:lnTo>
                  <a:lnTo>
                    <a:pt x="1421296" y="2247784"/>
                  </a:lnTo>
                  <a:lnTo>
                    <a:pt x="1421483" y="2248136"/>
                  </a:lnTo>
                  <a:lnTo>
                    <a:pt x="1421670" y="2248655"/>
                  </a:lnTo>
                  <a:lnTo>
                    <a:pt x="1421857" y="2249649"/>
                  </a:lnTo>
                  <a:lnTo>
                    <a:pt x="1422044" y="2250898"/>
                  </a:lnTo>
                  <a:lnTo>
                    <a:pt x="1422231" y="2252094"/>
                  </a:lnTo>
                  <a:lnTo>
                    <a:pt x="1422418" y="2253238"/>
                  </a:lnTo>
                  <a:lnTo>
                    <a:pt x="1422605" y="2254408"/>
                  </a:lnTo>
                  <a:lnTo>
                    <a:pt x="1422792" y="2255921"/>
                  </a:lnTo>
                  <a:lnTo>
                    <a:pt x="1422979" y="2257592"/>
                  </a:lnTo>
                  <a:lnTo>
                    <a:pt x="1423166" y="2259747"/>
                  </a:lnTo>
                  <a:lnTo>
                    <a:pt x="1423352" y="2262762"/>
                  </a:lnTo>
                  <a:lnTo>
                    <a:pt x="1423539" y="2266982"/>
                  </a:lnTo>
                  <a:lnTo>
                    <a:pt x="1423726" y="2271727"/>
                  </a:lnTo>
                  <a:lnTo>
                    <a:pt x="1423913" y="2277308"/>
                  </a:lnTo>
                  <a:lnTo>
                    <a:pt x="1424100" y="2283614"/>
                  </a:lnTo>
                  <a:lnTo>
                    <a:pt x="1424287" y="2290104"/>
                  </a:lnTo>
                  <a:lnTo>
                    <a:pt x="1424474" y="2296586"/>
                  </a:lnTo>
                  <a:lnTo>
                    <a:pt x="1424661" y="2302681"/>
                  </a:lnTo>
                  <a:lnTo>
                    <a:pt x="1424848" y="2308517"/>
                  </a:lnTo>
                  <a:lnTo>
                    <a:pt x="1425035" y="2314620"/>
                  </a:lnTo>
                  <a:lnTo>
                    <a:pt x="1425222" y="2320593"/>
                  </a:lnTo>
                  <a:lnTo>
                    <a:pt x="1425409" y="2326512"/>
                  </a:lnTo>
                  <a:lnTo>
                    <a:pt x="1425596" y="2332492"/>
                  </a:lnTo>
                  <a:lnTo>
                    <a:pt x="1425782" y="2338502"/>
                  </a:lnTo>
                  <a:lnTo>
                    <a:pt x="1425969" y="2344257"/>
                  </a:lnTo>
                  <a:lnTo>
                    <a:pt x="1426156" y="2349901"/>
                  </a:lnTo>
                  <a:lnTo>
                    <a:pt x="1426343" y="2354513"/>
                  </a:lnTo>
                  <a:lnTo>
                    <a:pt x="1426530" y="2358832"/>
                  </a:lnTo>
                  <a:lnTo>
                    <a:pt x="1426717" y="2362465"/>
                  </a:lnTo>
                  <a:lnTo>
                    <a:pt x="1426904" y="2365490"/>
                  </a:lnTo>
                  <a:lnTo>
                    <a:pt x="1427091" y="2368182"/>
                  </a:lnTo>
                  <a:lnTo>
                    <a:pt x="1427278" y="2370768"/>
                  </a:lnTo>
                  <a:lnTo>
                    <a:pt x="1427465" y="2373468"/>
                  </a:lnTo>
                  <a:lnTo>
                    <a:pt x="1427652" y="2376485"/>
                  </a:lnTo>
                  <a:lnTo>
                    <a:pt x="1427839" y="2379634"/>
                  </a:lnTo>
                  <a:lnTo>
                    <a:pt x="1428025" y="2382730"/>
                  </a:lnTo>
                  <a:lnTo>
                    <a:pt x="1428212" y="2385853"/>
                  </a:lnTo>
                  <a:lnTo>
                    <a:pt x="1428399" y="2389107"/>
                  </a:lnTo>
                  <a:lnTo>
                    <a:pt x="1428586" y="2391730"/>
                  </a:lnTo>
                  <a:lnTo>
                    <a:pt x="1428773" y="2394556"/>
                  </a:lnTo>
                  <a:lnTo>
                    <a:pt x="1428960" y="2397153"/>
                  </a:lnTo>
                  <a:lnTo>
                    <a:pt x="1429147" y="2399966"/>
                  </a:lnTo>
                  <a:lnTo>
                    <a:pt x="1429334" y="2402564"/>
                  </a:lnTo>
                  <a:lnTo>
                    <a:pt x="1429521" y="2405170"/>
                  </a:lnTo>
                  <a:lnTo>
                    <a:pt x="1429708" y="2407522"/>
                  </a:lnTo>
                  <a:lnTo>
                    <a:pt x="1429895" y="2409464"/>
                  </a:lnTo>
                  <a:lnTo>
                    <a:pt x="1430082" y="2411138"/>
                  </a:lnTo>
                  <a:lnTo>
                    <a:pt x="1430269" y="2412935"/>
                  </a:lnTo>
                  <a:lnTo>
                    <a:pt x="1430455" y="2414840"/>
                  </a:lnTo>
                  <a:lnTo>
                    <a:pt x="1430642" y="2416973"/>
                  </a:lnTo>
                  <a:lnTo>
                    <a:pt x="1430829" y="2419222"/>
                  </a:lnTo>
                  <a:lnTo>
                    <a:pt x="1431016" y="2421499"/>
                  </a:lnTo>
                  <a:lnTo>
                    <a:pt x="1431203" y="2423438"/>
                  </a:lnTo>
                  <a:lnTo>
                    <a:pt x="1431390" y="2425176"/>
                  </a:lnTo>
                  <a:lnTo>
                    <a:pt x="1431577" y="2426697"/>
                  </a:lnTo>
                  <a:lnTo>
                    <a:pt x="1431764" y="2428432"/>
                  </a:lnTo>
                  <a:lnTo>
                    <a:pt x="1431951" y="2429486"/>
                  </a:lnTo>
                  <a:lnTo>
                    <a:pt x="1432138" y="2430440"/>
                  </a:lnTo>
                  <a:lnTo>
                    <a:pt x="1432325" y="2431230"/>
                  </a:lnTo>
                  <a:lnTo>
                    <a:pt x="1432512" y="2432608"/>
                  </a:lnTo>
                  <a:lnTo>
                    <a:pt x="1432699" y="2434410"/>
                  </a:lnTo>
                  <a:lnTo>
                    <a:pt x="1432885" y="2436764"/>
                  </a:lnTo>
                  <a:lnTo>
                    <a:pt x="1433072" y="2438754"/>
                  </a:lnTo>
                  <a:lnTo>
                    <a:pt x="1433259" y="2440314"/>
                  </a:lnTo>
                  <a:lnTo>
                    <a:pt x="1433446" y="2441268"/>
                  </a:lnTo>
                  <a:lnTo>
                    <a:pt x="1433633" y="2442411"/>
                  </a:lnTo>
                  <a:lnTo>
                    <a:pt x="1433820" y="2444214"/>
                  </a:lnTo>
                  <a:lnTo>
                    <a:pt x="1434007" y="2446647"/>
                  </a:lnTo>
                  <a:lnTo>
                    <a:pt x="1434194" y="2449425"/>
                  </a:lnTo>
                  <a:lnTo>
                    <a:pt x="1434381" y="2452644"/>
                  </a:lnTo>
                  <a:lnTo>
                    <a:pt x="1434568" y="2455898"/>
                  </a:lnTo>
                  <a:lnTo>
                    <a:pt x="1434755" y="2459371"/>
                  </a:lnTo>
                  <a:lnTo>
                    <a:pt x="1434942" y="2462944"/>
                  </a:lnTo>
                  <a:lnTo>
                    <a:pt x="1435128" y="2466391"/>
                  </a:lnTo>
                  <a:lnTo>
                    <a:pt x="1435315" y="2469787"/>
                  </a:lnTo>
                  <a:lnTo>
                    <a:pt x="1435502" y="2473118"/>
                  </a:lnTo>
                  <a:lnTo>
                    <a:pt x="1435689" y="2476435"/>
                  </a:lnTo>
                  <a:lnTo>
                    <a:pt x="1435876" y="2479998"/>
                  </a:lnTo>
                  <a:lnTo>
                    <a:pt x="1436063" y="2483789"/>
                  </a:lnTo>
                  <a:lnTo>
                    <a:pt x="1436250" y="2487585"/>
                  </a:lnTo>
                  <a:lnTo>
                    <a:pt x="1436437" y="2491540"/>
                  </a:lnTo>
                  <a:lnTo>
                    <a:pt x="1436624" y="2495520"/>
                  </a:lnTo>
                  <a:lnTo>
                    <a:pt x="1436811" y="2499415"/>
                  </a:lnTo>
                  <a:lnTo>
                    <a:pt x="1436998" y="2503155"/>
                  </a:lnTo>
                  <a:lnTo>
                    <a:pt x="1437185" y="2507302"/>
                  </a:lnTo>
                  <a:lnTo>
                    <a:pt x="1437372" y="2511587"/>
                  </a:lnTo>
                  <a:lnTo>
                    <a:pt x="1437558" y="2516053"/>
                  </a:lnTo>
                  <a:lnTo>
                    <a:pt x="1437745" y="2521156"/>
                  </a:lnTo>
                  <a:lnTo>
                    <a:pt x="1437932" y="2527300"/>
                  </a:lnTo>
                  <a:lnTo>
                    <a:pt x="1438119" y="2533686"/>
                  </a:lnTo>
                  <a:lnTo>
                    <a:pt x="1438306" y="2541402"/>
                  </a:lnTo>
                  <a:lnTo>
                    <a:pt x="1438493" y="2549084"/>
                  </a:lnTo>
                  <a:lnTo>
                    <a:pt x="1438680" y="2556783"/>
                  </a:lnTo>
                  <a:lnTo>
                    <a:pt x="1438867" y="2564047"/>
                  </a:lnTo>
                  <a:lnTo>
                    <a:pt x="1439054" y="2571090"/>
                  </a:lnTo>
                  <a:lnTo>
                    <a:pt x="1439241" y="2577376"/>
                  </a:lnTo>
                  <a:lnTo>
                    <a:pt x="1439428" y="2583038"/>
                  </a:lnTo>
                  <a:lnTo>
                    <a:pt x="1439615" y="2588445"/>
                  </a:lnTo>
                  <a:lnTo>
                    <a:pt x="1439801" y="2593545"/>
                  </a:lnTo>
                  <a:lnTo>
                    <a:pt x="1439988" y="2598481"/>
                  </a:lnTo>
                  <a:lnTo>
                    <a:pt x="1440175" y="2603432"/>
                  </a:lnTo>
                  <a:lnTo>
                    <a:pt x="1440362" y="2608131"/>
                  </a:lnTo>
                  <a:lnTo>
                    <a:pt x="1440549" y="2613018"/>
                  </a:lnTo>
                  <a:lnTo>
                    <a:pt x="1440736" y="2617808"/>
                  </a:lnTo>
                  <a:lnTo>
                    <a:pt x="1440923" y="2621991"/>
                  </a:lnTo>
                  <a:lnTo>
                    <a:pt x="1441110" y="2625857"/>
                  </a:lnTo>
                  <a:lnTo>
                    <a:pt x="1441297" y="2629459"/>
                  </a:lnTo>
                  <a:lnTo>
                    <a:pt x="1441484" y="2632701"/>
                  </a:lnTo>
                  <a:lnTo>
                    <a:pt x="1441671" y="2635907"/>
                  </a:lnTo>
                  <a:lnTo>
                    <a:pt x="1441858" y="2639448"/>
                  </a:lnTo>
                  <a:lnTo>
                    <a:pt x="1442045" y="2643156"/>
                  </a:lnTo>
                  <a:lnTo>
                    <a:pt x="1442231" y="2646652"/>
                  </a:lnTo>
                  <a:lnTo>
                    <a:pt x="1442418" y="2649975"/>
                  </a:lnTo>
                  <a:lnTo>
                    <a:pt x="1442605" y="2653033"/>
                  </a:lnTo>
                  <a:lnTo>
                    <a:pt x="1442792" y="2655724"/>
                  </a:lnTo>
                  <a:lnTo>
                    <a:pt x="1442979" y="2657951"/>
                  </a:lnTo>
                  <a:lnTo>
                    <a:pt x="1443166" y="2659843"/>
                  </a:lnTo>
                  <a:lnTo>
                    <a:pt x="1443353" y="2661399"/>
                  </a:lnTo>
                  <a:lnTo>
                    <a:pt x="1443540" y="2662840"/>
                  </a:lnTo>
                  <a:lnTo>
                    <a:pt x="1443727" y="2664281"/>
                  </a:lnTo>
                  <a:lnTo>
                    <a:pt x="1443914" y="2665846"/>
                  </a:lnTo>
                  <a:lnTo>
                    <a:pt x="1444101" y="2667322"/>
                  </a:lnTo>
                  <a:lnTo>
                    <a:pt x="1444288" y="2668443"/>
                  </a:lnTo>
                  <a:lnTo>
                    <a:pt x="1444475" y="2669188"/>
                  </a:lnTo>
                  <a:lnTo>
                    <a:pt x="1444661" y="2669260"/>
                  </a:lnTo>
                  <a:lnTo>
                    <a:pt x="1444848" y="2669071"/>
                  </a:lnTo>
                  <a:lnTo>
                    <a:pt x="1445035" y="2668897"/>
                  </a:lnTo>
                  <a:lnTo>
                    <a:pt x="1445222" y="2668969"/>
                  </a:lnTo>
                  <a:lnTo>
                    <a:pt x="1445409" y="2669012"/>
                  </a:lnTo>
                  <a:lnTo>
                    <a:pt x="1445596" y="2669246"/>
                  </a:lnTo>
                  <a:lnTo>
                    <a:pt x="1445783" y="2669531"/>
                  </a:lnTo>
                  <a:lnTo>
                    <a:pt x="1445970" y="2670073"/>
                  </a:lnTo>
                  <a:lnTo>
                    <a:pt x="1446157" y="2671037"/>
                  </a:lnTo>
                  <a:lnTo>
                    <a:pt x="1446344" y="2672872"/>
                  </a:lnTo>
                  <a:lnTo>
                    <a:pt x="1446531" y="2675059"/>
                  </a:lnTo>
                  <a:lnTo>
                    <a:pt x="1446718" y="2677176"/>
                  </a:lnTo>
                  <a:lnTo>
                    <a:pt x="1446904" y="2679505"/>
                  </a:lnTo>
                  <a:lnTo>
                    <a:pt x="1447091" y="2681996"/>
                  </a:lnTo>
                  <a:lnTo>
                    <a:pt x="1447278" y="2684781"/>
                  </a:lnTo>
                  <a:lnTo>
                    <a:pt x="1447465" y="2687751"/>
                  </a:lnTo>
                  <a:lnTo>
                    <a:pt x="1447652" y="2691127"/>
                  </a:lnTo>
                  <a:lnTo>
                    <a:pt x="1447839" y="2694565"/>
                  </a:lnTo>
                  <a:lnTo>
                    <a:pt x="1448026" y="2697708"/>
                  </a:lnTo>
                  <a:lnTo>
                    <a:pt x="1448213" y="2700919"/>
                  </a:lnTo>
                  <a:lnTo>
                    <a:pt x="1448400" y="2703804"/>
                  </a:lnTo>
                  <a:lnTo>
                    <a:pt x="1448587" y="2707061"/>
                  </a:lnTo>
                  <a:lnTo>
                    <a:pt x="1448774" y="2709586"/>
                  </a:lnTo>
                  <a:lnTo>
                    <a:pt x="1448961" y="2711823"/>
                  </a:lnTo>
                  <a:lnTo>
                    <a:pt x="1449148" y="2713467"/>
                  </a:lnTo>
                  <a:lnTo>
                    <a:pt x="1449334" y="2714870"/>
                  </a:lnTo>
                  <a:lnTo>
                    <a:pt x="1449521" y="2716454"/>
                  </a:lnTo>
                  <a:lnTo>
                    <a:pt x="1449708" y="2718202"/>
                  </a:lnTo>
                  <a:lnTo>
                    <a:pt x="1449895" y="2719974"/>
                  </a:lnTo>
                  <a:lnTo>
                    <a:pt x="1450082" y="2721771"/>
                  </a:lnTo>
                  <a:lnTo>
                    <a:pt x="1450269" y="2723565"/>
                  </a:lnTo>
                  <a:lnTo>
                    <a:pt x="1450456" y="2725468"/>
                  </a:lnTo>
                  <a:lnTo>
                    <a:pt x="1450643" y="2727338"/>
                  </a:lnTo>
                  <a:lnTo>
                    <a:pt x="1450830" y="2729392"/>
                  </a:lnTo>
                  <a:lnTo>
                    <a:pt x="1451017" y="2731611"/>
                  </a:lnTo>
                  <a:lnTo>
                    <a:pt x="1451204" y="2733941"/>
                  </a:lnTo>
                  <a:lnTo>
                    <a:pt x="1451391" y="2736295"/>
                  </a:lnTo>
                  <a:lnTo>
                    <a:pt x="1451578" y="2738622"/>
                  </a:lnTo>
                  <a:lnTo>
                    <a:pt x="1451764" y="2740773"/>
                  </a:lnTo>
                  <a:lnTo>
                    <a:pt x="1451951" y="2742671"/>
                  </a:lnTo>
                  <a:lnTo>
                    <a:pt x="1452138" y="2744124"/>
                  </a:lnTo>
                  <a:lnTo>
                    <a:pt x="1452325" y="2745177"/>
                  </a:lnTo>
                  <a:lnTo>
                    <a:pt x="1452512" y="2745901"/>
                  </a:lnTo>
                  <a:lnTo>
                    <a:pt x="1452699" y="2746562"/>
                  </a:lnTo>
                  <a:lnTo>
                    <a:pt x="1452886" y="2747062"/>
                  </a:lnTo>
                  <a:lnTo>
                    <a:pt x="1453073" y="2747771"/>
                  </a:lnTo>
                  <a:lnTo>
                    <a:pt x="1453260" y="2748385"/>
                  </a:lnTo>
                  <a:lnTo>
                    <a:pt x="1453447" y="2748898"/>
                  </a:lnTo>
                  <a:lnTo>
                    <a:pt x="1453634" y="2749209"/>
                  </a:lnTo>
                  <a:lnTo>
                    <a:pt x="1453821" y="2749468"/>
                  </a:lnTo>
                  <a:lnTo>
                    <a:pt x="1454007" y="2749718"/>
                  </a:lnTo>
                  <a:lnTo>
                    <a:pt x="1454194" y="2749824"/>
                  </a:lnTo>
                  <a:lnTo>
                    <a:pt x="1454381" y="2749661"/>
                  </a:lnTo>
                  <a:lnTo>
                    <a:pt x="1454568" y="2749504"/>
                  </a:lnTo>
                  <a:lnTo>
                    <a:pt x="1454755" y="2749151"/>
                  </a:lnTo>
                  <a:lnTo>
                    <a:pt x="1454942" y="2748789"/>
                  </a:lnTo>
                  <a:lnTo>
                    <a:pt x="1455129" y="2748356"/>
                  </a:lnTo>
                  <a:lnTo>
                    <a:pt x="1455316" y="2747865"/>
                  </a:lnTo>
                  <a:lnTo>
                    <a:pt x="1455503" y="2747099"/>
                  </a:lnTo>
                  <a:lnTo>
                    <a:pt x="1455690" y="2746315"/>
                  </a:lnTo>
                  <a:lnTo>
                    <a:pt x="1455877" y="2745059"/>
                  </a:lnTo>
                  <a:lnTo>
                    <a:pt x="1456064" y="2743557"/>
                  </a:lnTo>
                  <a:lnTo>
                    <a:pt x="1456251" y="2741849"/>
                  </a:lnTo>
                  <a:lnTo>
                    <a:pt x="1456437" y="2739914"/>
                  </a:lnTo>
                  <a:lnTo>
                    <a:pt x="1456624" y="2737830"/>
                  </a:lnTo>
                  <a:lnTo>
                    <a:pt x="1456811" y="2735587"/>
                  </a:lnTo>
                  <a:lnTo>
                    <a:pt x="1456998" y="2733557"/>
                  </a:lnTo>
                  <a:lnTo>
                    <a:pt x="1457185" y="2731402"/>
                  </a:lnTo>
                  <a:lnTo>
                    <a:pt x="1457372" y="2729188"/>
                  </a:lnTo>
                  <a:lnTo>
                    <a:pt x="1457559" y="2727097"/>
                  </a:lnTo>
                  <a:lnTo>
                    <a:pt x="1457746" y="2724978"/>
                  </a:lnTo>
                  <a:lnTo>
                    <a:pt x="1457933" y="2723152"/>
                  </a:lnTo>
                  <a:lnTo>
                    <a:pt x="1458120" y="2721578"/>
                  </a:lnTo>
                  <a:lnTo>
                    <a:pt x="1458307" y="2720145"/>
                  </a:lnTo>
                  <a:lnTo>
                    <a:pt x="1458494" y="2718889"/>
                  </a:lnTo>
                  <a:lnTo>
                    <a:pt x="1458680" y="2717983"/>
                  </a:lnTo>
                  <a:lnTo>
                    <a:pt x="1458867" y="2717148"/>
                  </a:lnTo>
                  <a:lnTo>
                    <a:pt x="1459054" y="2716458"/>
                  </a:lnTo>
                  <a:lnTo>
                    <a:pt x="1459241" y="2715877"/>
                  </a:lnTo>
                  <a:lnTo>
                    <a:pt x="1459428" y="2715444"/>
                  </a:lnTo>
                  <a:lnTo>
                    <a:pt x="1459615" y="2715291"/>
                  </a:lnTo>
                  <a:lnTo>
                    <a:pt x="1459802" y="2715330"/>
                  </a:lnTo>
                  <a:lnTo>
                    <a:pt x="1459989" y="2715785"/>
                  </a:lnTo>
                  <a:lnTo>
                    <a:pt x="1460176" y="2716412"/>
                  </a:lnTo>
                  <a:lnTo>
                    <a:pt x="1460363" y="2716975"/>
                  </a:lnTo>
                  <a:lnTo>
                    <a:pt x="1460550" y="2717810"/>
                  </a:lnTo>
                  <a:lnTo>
                    <a:pt x="1460737" y="2718366"/>
                  </a:lnTo>
                  <a:lnTo>
                    <a:pt x="1460924" y="2718949"/>
                  </a:lnTo>
                  <a:lnTo>
                    <a:pt x="1461110" y="2719481"/>
                  </a:lnTo>
                  <a:lnTo>
                    <a:pt x="1461297" y="2720013"/>
                  </a:lnTo>
                  <a:lnTo>
                    <a:pt x="1461484" y="2720401"/>
                  </a:lnTo>
                  <a:lnTo>
                    <a:pt x="1461671" y="2720789"/>
                  </a:lnTo>
                  <a:lnTo>
                    <a:pt x="1461858" y="2721177"/>
                  </a:lnTo>
                  <a:lnTo>
                    <a:pt x="1462045" y="2721565"/>
                  </a:lnTo>
                  <a:lnTo>
                    <a:pt x="1462232" y="2722018"/>
                  </a:lnTo>
                  <a:lnTo>
                    <a:pt x="1462419" y="2722309"/>
                  </a:lnTo>
                  <a:lnTo>
                    <a:pt x="1462606" y="2722466"/>
                  </a:lnTo>
                  <a:lnTo>
                    <a:pt x="1462793" y="2722502"/>
                  </a:lnTo>
                  <a:lnTo>
                    <a:pt x="1462980" y="2722380"/>
                  </a:lnTo>
                  <a:lnTo>
                    <a:pt x="1463167" y="2722211"/>
                  </a:lnTo>
                  <a:lnTo>
                    <a:pt x="1463354" y="2721927"/>
                  </a:lnTo>
                  <a:lnTo>
                    <a:pt x="1463540" y="2721657"/>
                  </a:lnTo>
                  <a:lnTo>
                    <a:pt x="1463727" y="2721311"/>
                  </a:lnTo>
                  <a:lnTo>
                    <a:pt x="1463914" y="2721056"/>
                  </a:lnTo>
                  <a:lnTo>
                    <a:pt x="1464101" y="2720458"/>
                  </a:lnTo>
                  <a:lnTo>
                    <a:pt x="1464288" y="2719596"/>
                  </a:lnTo>
                  <a:lnTo>
                    <a:pt x="1464475" y="2718329"/>
                  </a:lnTo>
                  <a:lnTo>
                    <a:pt x="1464662" y="2716728"/>
                  </a:lnTo>
                  <a:lnTo>
                    <a:pt x="1464849" y="2714969"/>
                  </a:lnTo>
                  <a:lnTo>
                    <a:pt x="1465036" y="2713591"/>
                  </a:lnTo>
                  <a:lnTo>
                    <a:pt x="1465223" y="2712336"/>
                  </a:lnTo>
                  <a:lnTo>
                    <a:pt x="1465410" y="2711480"/>
                  </a:lnTo>
                  <a:lnTo>
                    <a:pt x="1465597" y="2710342"/>
                  </a:lnTo>
                  <a:lnTo>
                    <a:pt x="1465783" y="2709070"/>
                  </a:lnTo>
                  <a:lnTo>
                    <a:pt x="1465970" y="2707654"/>
                  </a:lnTo>
                  <a:lnTo>
                    <a:pt x="1466157" y="2706105"/>
                  </a:lnTo>
                  <a:lnTo>
                    <a:pt x="1466344" y="2704482"/>
                  </a:lnTo>
                  <a:lnTo>
                    <a:pt x="1466531" y="2702806"/>
                  </a:lnTo>
                  <a:lnTo>
                    <a:pt x="1466718" y="2701191"/>
                  </a:lnTo>
                  <a:lnTo>
                    <a:pt x="1466905" y="2699838"/>
                  </a:lnTo>
                  <a:lnTo>
                    <a:pt x="1467092" y="2698791"/>
                  </a:lnTo>
                  <a:lnTo>
                    <a:pt x="1467279" y="2698169"/>
                  </a:lnTo>
                  <a:lnTo>
                    <a:pt x="1467466" y="2698014"/>
                  </a:lnTo>
                  <a:lnTo>
                    <a:pt x="1467653" y="2698012"/>
                  </a:lnTo>
                  <a:lnTo>
                    <a:pt x="1467840" y="2698003"/>
                  </a:lnTo>
                  <a:lnTo>
                    <a:pt x="1468027" y="2697446"/>
                  </a:lnTo>
                  <a:lnTo>
                    <a:pt x="1468213" y="2696794"/>
                  </a:lnTo>
                  <a:lnTo>
                    <a:pt x="1468400" y="2696466"/>
                  </a:lnTo>
                  <a:lnTo>
                    <a:pt x="1468587" y="2696051"/>
                  </a:lnTo>
                  <a:lnTo>
                    <a:pt x="1468774" y="2696023"/>
                  </a:lnTo>
                  <a:lnTo>
                    <a:pt x="1468961" y="2696235"/>
                  </a:lnTo>
                  <a:lnTo>
                    <a:pt x="1469148" y="2696360"/>
                  </a:lnTo>
                  <a:lnTo>
                    <a:pt x="1469335" y="2696780"/>
                  </a:lnTo>
                  <a:lnTo>
                    <a:pt x="1469522" y="2696891"/>
                  </a:lnTo>
                  <a:lnTo>
                    <a:pt x="1469709" y="2696708"/>
                  </a:lnTo>
                  <a:lnTo>
                    <a:pt x="1469896" y="2696437"/>
                  </a:lnTo>
                  <a:lnTo>
                    <a:pt x="1470083" y="2695700"/>
                  </a:lnTo>
                  <a:lnTo>
                    <a:pt x="1470270" y="2694507"/>
                  </a:lnTo>
                  <a:lnTo>
                    <a:pt x="1470456" y="2693080"/>
                  </a:lnTo>
                  <a:lnTo>
                    <a:pt x="1470643" y="2691388"/>
                  </a:lnTo>
                  <a:lnTo>
                    <a:pt x="1470830" y="2689750"/>
                  </a:lnTo>
                  <a:lnTo>
                    <a:pt x="1471017" y="2687873"/>
                  </a:lnTo>
                  <a:lnTo>
                    <a:pt x="1471204" y="2685986"/>
                  </a:lnTo>
                  <a:lnTo>
                    <a:pt x="1471391" y="2683928"/>
                  </a:lnTo>
                  <a:lnTo>
                    <a:pt x="1471578" y="2681334"/>
                  </a:lnTo>
                  <a:lnTo>
                    <a:pt x="1471765" y="2678319"/>
                  </a:lnTo>
                  <a:lnTo>
                    <a:pt x="1471952" y="2675404"/>
                  </a:lnTo>
                  <a:lnTo>
                    <a:pt x="1472139" y="2672517"/>
                  </a:lnTo>
                  <a:lnTo>
                    <a:pt x="1472326" y="2669674"/>
                  </a:lnTo>
                  <a:lnTo>
                    <a:pt x="1472513" y="2666823"/>
                  </a:lnTo>
                  <a:lnTo>
                    <a:pt x="1472700" y="2663951"/>
                  </a:lnTo>
                  <a:lnTo>
                    <a:pt x="1472886" y="2661324"/>
                  </a:lnTo>
                  <a:lnTo>
                    <a:pt x="1473073" y="2658639"/>
                  </a:lnTo>
                  <a:lnTo>
                    <a:pt x="1473260" y="2655738"/>
                  </a:lnTo>
                  <a:lnTo>
                    <a:pt x="1473447" y="2652721"/>
                  </a:lnTo>
                  <a:lnTo>
                    <a:pt x="1473634" y="2649265"/>
                  </a:lnTo>
                  <a:lnTo>
                    <a:pt x="1473821" y="2645539"/>
                  </a:lnTo>
                  <a:lnTo>
                    <a:pt x="1474008" y="2642109"/>
                  </a:lnTo>
                  <a:lnTo>
                    <a:pt x="1474195" y="2638850"/>
                  </a:lnTo>
                  <a:lnTo>
                    <a:pt x="1474382" y="2636006"/>
                  </a:lnTo>
                  <a:lnTo>
                    <a:pt x="1474569" y="2633524"/>
                  </a:lnTo>
                  <a:lnTo>
                    <a:pt x="1474756" y="2631350"/>
                  </a:lnTo>
                  <a:lnTo>
                    <a:pt x="1474943" y="2629356"/>
                  </a:lnTo>
                  <a:lnTo>
                    <a:pt x="1475130" y="2626973"/>
                  </a:lnTo>
                  <a:lnTo>
                    <a:pt x="1475316" y="2624676"/>
                  </a:lnTo>
                  <a:lnTo>
                    <a:pt x="1475503" y="2622023"/>
                  </a:lnTo>
                  <a:lnTo>
                    <a:pt x="1475690" y="2619352"/>
                  </a:lnTo>
                  <a:lnTo>
                    <a:pt x="1475877" y="2616906"/>
                  </a:lnTo>
                  <a:lnTo>
                    <a:pt x="1476064" y="2614828"/>
                  </a:lnTo>
                  <a:lnTo>
                    <a:pt x="1476251" y="2613081"/>
                  </a:lnTo>
                  <a:lnTo>
                    <a:pt x="1476438" y="2611775"/>
                  </a:lnTo>
                  <a:lnTo>
                    <a:pt x="1476625" y="2610909"/>
                  </a:lnTo>
                  <a:lnTo>
                    <a:pt x="1476812" y="2610101"/>
                  </a:lnTo>
                  <a:lnTo>
                    <a:pt x="1476999" y="2609076"/>
                  </a:lnTo>
                  <a:lnTo>
                    <a:pt x="1477186" y="2607939"/>
                  </a:lnTo>
                  <a:lnTo>
                    <a:pt x="1477373" y="2606738"/>
                  </a:lnTo>
                  <a:lnTo>
                    <a:pt x="1477559" y="2605181"/>
                  </a:lnTo>
                  <a:lnTo>
                    <a:pt x="1477746" y="2603120"/>
                  </a:lnTo>
                  <a:lnTo>
                    <a:pt x="1477933" y="2601259"/>
                  </a:lnTo>
                  <a:lnTo>
                    <a:pt x="1478120" y="2599538"/>
                  </a:lnTo>
                  <a:lnTo>
                    <a:pt x="1478307" y="2598162"/>
                  </a:lnTo>
                  <a:lnTo>
                    <a:pt x="1478494" y="2597204"/>
                  </a:lnTo>
                  <a:lnTo>
                    <a:pt x="1478681" y="2596267"/>
                  </a:lnTo>
                  <a:lnTo>
                    <a:pt x="1478868" y="2595382"/>
                  </a:lnTo>
                  <a:lnTo>
                    <a:pt x="1479055" y="2594437"/>
                  </a:lnTo>
                  <a:lnTo>
                    <a:pt x="1479242" y="2593369"/>
                  </a:lnTo>
                  <a:lnTo>
                    <a:pt x="1479429" y="2591926"/>
                  </a:lnTo>
                  <a:lnTo>
                    <a:pt x="1479616" y="2590562"/>
                  </a:lnTo>
                  <a:lnTo>
                    <a:pt x="1479803" y="2589501"/>
                  </a:lnTo>
                  <a:lnTo>
                    <a:pt x="1479989" y="2588269"/>
                  </a:lnTo>
                  <a:lnTo>
                    <a:pt x="1480176" y="2586917"/>
                  </a:lnTo>
                  <a:lnTo>
                    <a:pt x="1480363" y="2585758"/>
                  </a:lnTo>
                  <a:lnTo>
                    <a:pt x="1480550" y="2584641"/>
                  </a:lnTo>
                  <a:lnTo>
                    <a:pt x="1480737" y="2583466"/>
                  </a:lnTo>
                  <a:lnTo>
                    <a:pt x="1480924" y="2582313"/>
                  </a:lnTo>
                  <a:lnTo>
                    <a:pt x="1481111" y="2581282"/>
                  </a:lnTo>
                  <a:lnTo>
                    <a:pt x="1481298" y="2580167"/>
                  </a:lnTo>
                  <a:lnTo>
                    <a:pt x="1481485" y="2578908"/>
                  </a:lnTo>
                  <a:lnTo>
                    <a:pt x="1481672" y="2577821"/>
                  </a:lnTo>
                  <a:lnTo>
                    <a:pt x="1481859" y="2576795"/>
                  </a:lnTo>
                  <a:lnTo>
                    <a:pt x="1482046" y="2576134"/>
                  </a:lnTo>
                  <a:lnTo>
                    <a:pt x="1482233" y="2575971"/>
                  </a:lnTo>
                  <a:lnTo>
                    <a:pt x="1482419" y="2575652"/>
                  </a:lnTo>
                  <a:lnTo>
                    <a:pt x="1482606" y="2575043"/>
                  </a:lnTo>
                  <a:lnTo>
                    <a:pt x="1482793" y="2574112"/>
                  </a:lnTo>
                  <a:lnTo>
                    <a:pt x="1482980" y="2573210"/>
                  </a:lnTo>
                  <a:lnTo>
                    <a:pt x="1483167" y="2572520"/>
                  </a:lnTo>
                  <a:lnTo>
                    <a:pt x="1483354" y="2571723"/>
                  </a:lnTo>
                  <a:lnTo>
                    <a:pt x="1483541" y="2570926"/>
                  </a:lnTo>
                  <a:lnTo>
                    <a:pt x="1483728" y="2570050"/>
                  </a:lnTo>
                  <a:lnTo>
                    <a:pt x="1483915" y="2568769"/>
                  </a:lnTo>
                  <a:lnTo>
                    <a:pt x="1484102" y="2567318"/>
                  </a:lnTo>
                  <a:lnTo>
                    <a:pt x="1484289" y="2565711"/>
                  </a:lnTo>
                  <a:lnTo>
                    <a:pt x="1484476" y="2563824"/>
                  </a:lnTo>
                  <a:lnTo>
                    <a:pt x="1484662" y="2561581"/>
                  </a:lnTo>
                  <a:lnTo>
                    <a:pt x="1484849" y="2559172"/>
                  </a:lnTo>
                  <a:lnTo>
                    <a:pt x="1485036" y="2556368"/>
                  </a:lnTo>
                  <a:lnTo>
                    <a:pt x="1485223" y="2553442"/>
                  </a:lnTo>
                  <a:lnTo>
                    <a:pt x="1485410" y="2551022"/>
                  </a:lnTo>
                  <a:lnTo>
                    <a:pt x="1485597" y="2549098"/>
                  </a:lnTo>
                  <a:lnTo>
                    <a:pt x="1485784" y="2547394"/>
                  </a:lnTo>
                  <a:lnTo>
                    <a:pt x="1485971" y="2545416"/>
                  </a:lnTo>
                  <a:lnTo>
                    <a:pt x="1486158" y="2543352"/>
                  </a:lnTo>
                  <a:lnTo>
                    <a:pt x="1486345" y="2541126"/>
                  </a:lnTo>
                  <a:lnTo>
                    <a:pt x="1486532" y="2538781"/>
                  </a:lnTo>
                  <a:lnTo>
                    <a:pt x="1486719" y="2536718"/>
                  </a:lnTo>
                  <a:lnTo>
                    <a:pt x="1486906" y="2535104"/>
                  </a:lnTo>
                  <a:lnTo>
                    <a:pt x="1487092" y="2533812"/>
                  </a:lnTo>
                  <a:lnTo>
                    <a:pt x="1487279" y="2532672"/>
                  </a:lnTo>
                  <a:lnTo>
                    <a:pt x="1487466" y="2531722"/>
                  </a:lnTo>
                  <a:lnTo>
                    <a:pt x="1487653" y="2530630"/>
                  </a:lnTo>
                  <a:lnTo>
                    <a:pt x="1487840" y="2529595"/>
                  </a:lnTo>
                  <a:lnTo>
                    <a:pt x="1488027" y="2528660"/>
                  </a:lnTo>
                  <a:lnTo>
                    <a:pt x="1488214" y="2527611"/>
                  </a:lnTo>
                  <a:lnTo>
                    <a:pt x="1488401" y="2526619"/>
                  </a:lnTo>
                  <a:lnTo>
                    <a:pt x="1488588" y="2525595"/>
                  </a:lnTo>
                  <a:lnTo>
                    <a:pt x="1488775" y="2524719"/>
                  </a:lnTo>
                  <a:lnTo>
                    <a:pt x="1488962" y="2524072"/>
                  </a:lnTo>
                  <a:lnTo>
                    <a:pt x="1489149" y="2523523"/>
                  </a:lnTo>
                  <a:lnTo>
                    <a:pt x="1489335" y="2523263"/>
                  </a:lnTo>
                  <a:lnTo>
                    <a:pt x="1489522" y="2523080"/>
                  </a:lnTo>
                  <a:lnTo>
                    <a:pt x="1489709" y="2523084"/>
                  </a:lnTo>
                  <a:lnTo>
                    <a:pt x="1489896" y="2523289"/>
                  </a:lnTo>
                  <a:lnTo>
                    <a:pt x="1490083" y="2523524"/>
                  </a:lnTo>
                  <a:lnTo>
                    <a:pt x="1490270" y="2523864"/>
                  </a:lnTo>
                  <a:lnTo>
                    <a:pt x="1490457" y="2524233"/>
                  </a:lnTo>
                  <a:lnTo>
                    <a:pt x="1490644" y="2524818"/>
                  </a:lnTo>
                  <a:lnTo>
                    <a:pt x="1490831" y="2525559"/>
                  </a:lnTo>
                  <a:lnTo>
                    <a:pt x="1491018" y="2526522"/>
                  </a:lnTo>
                  <a:lnTo>
                    <a:pt x="1491205" y="2527345"/>
                  </a:lnTo>
                  <a:lnTo>
                    <a:pt x="1491392" y="2528062"/>
                  </a:lnTo>
                  <a:lnTo>
                    <a:pt x="1491579" y="2528779"/>
                  </a:lnTo>
                  <a:lnTo>
                    <a:pt x="1491765" y="2529664"/>
                  </a:lnTo>
                  <a:lnTo>
                    <a:pt x="1491952" y="2530380"/>
                  </a:lnTo>
                  <a:lnTo>
                    <a:pt x="1492139" y="2531225"/>
                  </a:lnTo>
                  <a:lnTo>
                    <a:pt x="1492326" y="2532021"/>
                  </a:lnTo>
                  <a:lnTo>
                    <a:pt x="1492513" y="2532758"/>
                  </a:lnTo>
                  <a:lnTo>
                    <a:pt x="1492700" y="2533526"/>
                  </a:lnTo>
                  <a:lnTo>
                    <a:pt x="1492887" y="2534355"/>
                  </a:lnTo>
                  <a:lnTo>
                    <a:pt x="1493074" y="2535237"/>
                  </a:lnTo>
                  <a:lnTo>
                    <a:pt x="1493261" y="2536248"/>
                  </a:lnTo>
                  <a:lnTo>
                    <a:pt x="1493448" y="2537295"/>
                  </a:lnTo>
                  <a:lnTo>
                    <a:pt x="1493635" y="2538104"/>
                  </a:lnTo>
                  <a:lnTo>
                    <a:pt x="1493822" y="2538808"/>
                  </a:lnTo>
                  <a:lnTo>
                    <a:pt x="1494009" y="2539353"/>
                  </a:lnTo>
                  <a:lnTo>
                    <a:pt x="1494195" y="2539864"/>
                  </a:lnTo>
                  <a:lnTo>
                    <a:pt x="1494382" y="2540135"/>
                  </a:lnTo>
                  <a:lnTo>
                    <a:pt x="1494569" y="2540514"/>
                  </a:lnTo>
                  <a:lnTo>
                    <a:pt x="1494756" y="2541035"/>
                  </a:lnTo>
                  <a:lnTo>
                    <a:pt x="1494943" y="2541492"/>
                  </a:lnTo>
                  <a:lnTo>
                    <a:pt x="1495130" y="2542003"/>
                  </a:lnTo>
                  <a:lnTo>
                    <a:pt x="1495317" y="2542463"/>
                  </a:lnTo>
                  <a:lnTo>
                    <a:pt x="1495504" y="2542887"/>
                  </a:lnTo>
                  <a:lnTo>
                    <a:pt x="1495691" y="2543231"/>
                  </a:lnTo>
                  <a:lnTo>
                    <a:pt x="1495878" y="2543511"/>
                  </a:lnTo>
                  <a:lnTo>
                    <a:pt x="1496065" y="2543829"/>
                  </a:lnTo>
                  <a:lnTo>
                    <a:pt x="1496252" y="2544073"/>
                  </a:lnTo>
                  <a:lnTo>
                    <a:pt x="1496438" y="2544297"/>
                  </a:lnTo>
                  <a:lnTo>
                    <a:pt x="1496625" y="2544542"/>
                  </a:lnTo>
                  <a:lnTo>
                    <a:pt x="1496812" y="2544817"/>
                  </a:lnTo>
                  <a:lnTo>
                    <a:pt x="1496999" y="2545062"/>
                  </a:lnTo>
                  <a:lnTo>
                    <a:pt x="1497186" y="2545111"/>
                  </a:lnTo>
                  <a:lnTo>
                    <a:pt x="1497373" y="2544873"/>
                  </a:lnTo>
                  <a:lnTo>
                    <a:pt x="1497560" y="2544454"/>
                  </a:lnTo>
                  <a:lnTo>
                    <a:pt x="1497747" y="2544097"/>
                  </a:lnTo>
                  <a:lnTo>
                    <a:pt x="1497934" y="2543479"/>
                  </a:lnTo>
                  <a:lnTo>
                    <a:pt x="1498121" y="2542888"/>
                  </a:lnTo>
                  <a:lnTo>
                    <a:pt x="1498308" y="2542272"/>
                  </a:lnTo>
                  <a:lnTo>
                    <a:pt x="1498495" y="2541448"/>
                  </a:lnTo>
                  <a:lnTo>
                    <a:pt x="1498682" y="2540618"/>
                  </a:lnTo>
                  <a:lnTo>
                    <a:pt x="1498868" y="2539729"/>
                  </a:lnTo>
                  <a:lnTo>
                    <a:pt x="1499055" y="2538382"/>
                  </a:lnTo>
                  <a:lnTo>
                    <a:pt x="1499242" y="2537250"/>
                  </a:lnTo>
                  <a:lnTo>
                    <a:pt x="1499429" y="2536184"/>
                  </a:lnTo>
                  <a:lnTo>
                    <a:pt x="1499616" y="2535219"/>
                  </a:lnTo>
                  <a:lnTo>
                    <a:pt x="1499803" y="2534408"/>
                  </a:lnTo>
                  <a:lnTo>
                    <a:pt x="1499990" y="2533825"/>
                  </a:lnTo>
                  <a:lnTo>
                    <a:pt x="1500177" y="2533356"/>
                  </a:lnTo>
                  <a:lnTo>
                    <a:pt x="1500364" y="2533045"/>
                  </a:lnTo>
                  <a:lnTo>
                    <a:pt x="1500551" y="2532752"/>
                  </a:lnTo>
                  <a:lnTo>
                    <a:pt x="1500738" y="2532589"/>
                  </a:lnTo>
                  <a:lnTo>
                    <a:pt x="1500925" y="2532519"/>
                  </a:lnTo>
                  <a:lnTo>
                    <a:pt x="1501112" y="2532461"/>
                  </a:lnTo>
                  <a:lnTo>
                    <a:pt x="1501298" y="2532531"/>
                  </a:lnTo>
                  <a:lnTo>
                    <a:pt x="1501485" y="2532989"/>
                  </a:lnTo>
                  <a:lnTo>
                    <a:pt x="1501672" y="2533991"/>
                  </a:lnTo>
                  <a:lnTo>
                    <a:pt x="1501859" y="2535759"/>
                  </a:lnTo>
                  <a:lnTo>
                    <a:pt x="1502046" y="2538042"/>
                  </a:lnTo>
                  <a:lnTo>
                    <a:pt x="1502233" y="2540483"/>
                  </a:lnTo>
                  <a:lnTo>
                    <a:pt x="1502420" y="2542436"/>
                  </a:lnTo>
                  <a:lnTo>
                    <a:pt x="1502607" y="2544198"/>
                  </a:lnTo>
                  <a:lnTo>
                    <a:pt x="1502794" y="2545505"/>
                  </a:lnTo>
                  <a:lnTo>
                    <a:pt x="1502981" y="2546896"/>
                  </a:lnTo>
                  <a:lnTo>
                    <a:pt x="1503168" y="2548384"/>
                  </a:lnTo>
                  <a:lnTo>
                    <a:pt x="1503355" y="2549762"/>
                  </a:lnTo>
                  <a:lnTo>
                    <a:pt x="1503541" y="2550788"/>
                  </a:lnTo>
                  <a:lnTo>
                    <a:pt x="1503728" y="2551451"/>
                  </a:lnTo>
                  <a:lnTo>
                    <a:pt x="1503915" y="2552061"/>
                  </a:lnTo>
                  <a:lnTo>
                    <a:pt x="1504102" y="2552731"/>
                  </a:lnTo>
                  <a:lnTo>
                    <a:pt x="1504289" y="2553145"/>
                  </a:lnTo>
                  <a:lnTo>
                    <a:pt x="1504476" y="2553427"/>
                  </a:lnTo>
                  <a:lnTo>
                    <a:pt x="1504663" y="2553602"/>
                  </a:lnTo>
                  <a:lnTo>
                    <a:pt x="1504850" y="2553366"/>
                  </a:lnTo>
                  <a:lnTo>
                    <a:pt x="1505037" y="2552841"/>
                  </a:lnTo>
                  <a:lnTo>
                    <a:pt x="1505224" y="2552292"/>
                  </a:lnTo>
                  <a:lnTo>
                    <a:pt x="1505411" y="2551772"/>
                  </a:lnTo>
                  <a:lnTo>
                    <a:pt x="1505598" y="2551410"/>
                  </a:lnTo>
                  <a:lnTo>
                    <a:pt x="1505785" y="2550815"/>
                  </a:lnTo>
                  <a:lnTo>
                    <a:pt x="1505971" y="2550365"/>
                  </a:lnTo>
                  <a:lnTo>
                    <a:pt x="1506158" y="2549678"/>
                  </a:lnTo>
                  <a:lnTo>
                    <a:pt x="1506345" y="2549102"/>
                  </a:lnTo>
                  <a:lnTo>
                    <a:pt x="1506532" y="2548816"/>
                  </a:lnTo>
                  <a:lnTo>
                    <a:pt x="1506719" y="2548600"/>
                  </a:lnTo>
                  <a:lnTo>
                    <a:pt x="1506906" y="2548362"/>
                  </a:lnTo>
                  <a:lnTo>
                    <a:pt x="1507093" y="2548274"/>
                  </a:lnTo>
                  <a:lnTo>
                    <a:pt x="1507280" y="2547854"/>
                  </a:lnTo>
                  <a:lnTo>
                    <a:pt x="1507467" y="2547504"/>
                  </a:lnTo>
                  <a:lnTo>
                    <a:pt x="1507654" y="2547411"/>
                  </a:lnTo>
                  <a:lnTo>
                    <a:pt x="1507841" y="2547528"/>
                  </a:lnTo>
                  <a:lnTo>
                    <a:pt x="1508028" y="2547928"/>
                  </a:lnTo>
                  <a:lnTo>
                    <a:pt x="1508214" y="2548388"/>
                  </a:lnTo>
                  <a:lnTo>
                    <a:pt x="1508401" y="2549231"/>
                  </a:lnTo>
                  <a:lnTo>
                    <a:pt x="1508588" y="2549849"/>
                  </a:lnTo>
                  <a:lnTo>
                    <a:pt x="1508775" y="2550838"/>
                  </a:lnTo>
                  <a:lnTo>
                    <a:pt x="1508962" y="2552122"/>
                  </a:lnTo>
                  <a:lnTo>
                    <a:pt x="1509149" y="2553578"/>
                  </a:lnTo>
                  <a:lnTo>
                    <a:pt x="1509336" y="2554891"/>
                  </a:lnTo>
                  <a:lnTo>
                    <a:pt x="1509523" y="2556112"/>
                  </a:lnTo>
                  <a:lnTo>
                    <a:pt x="1509710" y="2557270"/>
                  </a:lnTo>
                  <a:lnTo>
                    <a:pt x="1509897" y="2557756"/>
                  </a:lnTo>
                  <a:lnTo>
                    <a:pt x="1510084" y="2558303"/>
                  </a:lnTo>
                  <a:lnTo>
                    <a:pt x="1510271" y="2558534"/>
                  </a:lnTo>
                  <a:lnTo>
                    <a:pt x="1510458" y="2558986"/>
                  </a:lnTo>
                  <a:lnTo>
                    <a:pt x="1510644" y="2559839"/>
                  </a:lnTo>
                  <a:lnTo>
                    <a:pt x="1510831" y="2560711"/>
                  </a:lnTo>
                  <a:lnTo>
                    <a:pt x="1511018" y="2562161"/>
                  </a:lnTo>
                  <a:lnTo>
                    <a:pt x="1511205" y="2563936"/>
                  </a:lnTo>
                  <a:lnTo>
                    <a:pt x="1511392" y="2565551"/>
                  </a:lnTo>
                  <a:lnTo>
                    <a:pt x="1511579" y="2567232"/>
                  </a:lnTo>
                  <a:lnTo>
                    <a:pt x="1511766" y="2568391"/>
                  </a:lnTo>
                  <a:lnTo>
                    <a:pt x="1511953" y="2569216"/>
                  </a:lnTo>
                  <a:lnTo>
                    <a:pt x="1512140" y="2570030"/>
                  </a:lnTo>
                  <a:lnTo>
                    <a:pt x="1512327" y="2570910"/>
                  </a:lnTo>
                  <a:lnTo>
                    <a:pt x="1512514" y="2572175"/>
                  </a:lnTo>
                  <a:lnTo>
                    <a:pt x="1512701" y="2573602"/>
                  </a:lnTo>
                  <a:lnTo>
                    <a:pt x="1512888" y="2575867"/>
                  </a:lnTo>
                  <a:lnTo>
                    <a:pt x="1513074" y="2578430"/>
                  </a:lnTo>
                  <a:lnTo>
                    <a:pt x="1513261" y="2580847"/>
                  </a:lnTo>
                  <a:lnTo>
                    <a:pt x="1513448" y="2582768"/>
                  </a:lnTo>
                  <a:lnTo>
                    <a:pt x="1513635" y="2584458"/>
                  </a:lnTo>
                  <a:lnTo>
                    <a:pt x="1513822" y="2585675"/>
                  </a:lnTo>
                  <a:lnTo>
                    <a:pt x="1514009" y="2586452"/>
                  </a:lnTo>
                  <a:lnTo>
                    <a:pt x="1514196" y="2587171"/>
                  </a:lnTo>
                  <a:lnTo>
                    <a:pt x="1514383" y="2588124"/>
                  </a:lnTo>
                  <a:lnTo>
                    <a:pt x="1514570" y="2589353"/>
                  </a:lnTo>
                  <a:lnTo>
                    <a:pt x="1514757" y="2590492"/>
                  </a:lnTo>
                  <a:lnTo>
                    <a:pt x="1514944" y="2591887"/>
                  </a:lnTo>
                  <a:lnTo>
                    <a:pt x="1515131" y="2593610"/>
                  </a:lnTo>
                  <a:lnTo>
                    <a:pt x="1515317" y="2595016"/>
                  </a:lnTo>
                  <a:lnTo>
                    <a:pt x="1515504" y="2596253"/>
                  </a:lnTo>
                  <a:lnTo>
                    <a:pt x="1515691" y="2596987"/>
                  </a:lnTo>
                  <a:lnTo>
                    <a:pt x="1515878" y="2597348"/>
                  </a:lnTo>
                  <a:lnTo>
                    <a:pt x="1516065" y="2597461"/>
                  </a:lnTo>
                  <a:lnTo>
                    <a:pt x="1516252" y="2597691"/>
                  </a:lnTo>
                  <a:lnTo>
                    <a:pt x="1516439" y="2597691"/>
                  </a:lnTo>
                  <a:lnTo>
                    <a:pt x="1516626" y="2597540"/>
                  </a:lnTo>
                  <a:lnTo>
                    <a:pt x="1516813" y="2597457"/>
                  </a:lnTo>
                  <a:lnTo>
                    <a:pt x="1517000" y="2597005"/>
                  </a:lnTo>
                  <a:lnTo>
                    <a:pt x="1517187" y="2596062"/>
                  </a:lnTo>
                  <a:lnTo>
                    <a:pt x="1517374" y="2594869"/>
                  </a:lnTo>
                  <a:lnTo>
                    <a:pt x="1517561" y="2593434"/>
                  </a:lnTo>
                  <a:lnTo>
                    <a:pt x="1517747" y="2591628"/>
                  </a:lnTo>
                  <a:lnTo>
                    <a:pt x="1517934" y="2589893"/>
                  </a:lnTo>
                  <a:lnTo>
                    <a:pt x="1518121" y="2588351"/>
                  </a:lnTo>
                  <a:lnTo>
                    <a:pt x="1518308" y="2586673"/>
                  </a:lnTo>
                  <a:lnTo>
                    <a:pt x="1518495" y="2584908"/>
                  </a:lnTo>
                  <a:lnTo>
                    <a:pt x="1518682" y="2583052"/>
                  </a:lnTo>
                  <a:lnTo>
                    <a:pt x="1518869" y="2581110"/>
                  </a:lnTo>
                  <a:lnTo>
                    <a:pt x="1519056" y="2579123"/>
                  </a:lnTo>
                  <a:lnTo>
                    <a:pt x="1519243" y="2577320"/>
                  </a:lnTo>
                  <a:lnTo>
                    <a:pt x="1519430" y="2575631"/>
                  </a:lnTo>
                  <a:lnTo>
                    <a:pt x="1519617" y="2573802"/>
                  </a:lnTo>
                  <a:lnTo>
                    <a:pt x="1519804" y="2572491"/>
                  </a:lnTo>
                  <a:lnTo>
                    <a:pt x="1519991" y="2571752"/>
                  </a:lnTo>
                  <a:lnTo>
                    <a:pt x="1520177" y="2572007"/>
                  </a:lnTo>
                  <a:lnTo>
                    <a:pt x="1520364" y="2572535"/>
                  </a:lnTo>
                  <a:lnTo>
                    <a:pt x="1520551" y="2573274"/>
                  </a:lnTo>
                  <a:lnTo>
                    <a:pt x="1520738" y="2574154"/>
                  </a:lnTo>
                  <a:lnTo>
                    <a:pt x="1520925" y="2575033"/>
                  </a:lnTo>
                  <a:lnTo>
                    <a:pt x="1521112" y="2576089"/>
                  </a:lnTo>
                  <a:lnTo>
                    <a:pt x="1521299" y="2577470"/>
                  </a:lnTo>
                  <a:lnTo>
                    <a:pt x="1521486" y="2579451"/>
                  </a:lnTo>
                  <a:lnTo>
                    <a:pt x="1521673" y="2582126"/>
                  </a:lnTo>
                  <a:lnTo>
                    <a:pt x="1521860" y="2585012"/>
                  </a:lnTo>
                  <a:lnTo>
                    <a:pt x="1522047" y="2588096"/>
                  </a:lnTo>
                  <a:lnTo>
                    <a:pt x="1522234" y="2591279"/>
                  </a:lnTo>
                  <a:lnTo>
                    <a:pt x="1522420" y="2594829"/>
                  </a:lnTo>
                  <a:lnTo>
                    <a:pt x="1522607" y="2598546"/>
                  </a:lnTo>
                  <a:lnTo>
                    <a:pt x="1522794" y="2601981"/>
                  </a:lnTo>
                  <a:lnTo>
                    <a:pt x="1522981" y="2604659"/>
                  </a:lnTo>
                  <a:lnTo>
                    <a:pt x="1523168" y="2607257"/>
                  </a:lnTo>
                  <a:lnTo>
                    <a:pt x="1523355" y="2609591"/>
                  </a:lnTo>
                  <a:lnTo>
                    <a:pt x="1523542" y="2611932"/>
                  </a:lnTo>
                  <a:lnTo>
                    <a:pt x="1523729" y="2614523"/>
                  </a:lnTo>
                  <a:lnTo>
                    <a:pt x="1523916" y="2617366"/>
                  </a:lnTo>
                  <a:lnTo>
                    <a:pt x="1524103" y="2620020"/>
                  </a:lnTo>
                  <a:lnTo>
                    <a:pt x="1524290" y="2622145"/>
                  </a:lnTo>
                  <a:lnTo>
                    <a:pt x="1524477" y="2623905"/>
                  </a:lnTo>
                  <a:lnTo>
                    <a:pt x="1524664" y="2625366"/>
                  </a:lnTo>
                  <a:lnTo>
                    <a:pt x="1524850" y="2626388"/>
                  </a:lnTo>
                  <a:lnTo>
                    <a:pt x="1525037" y="2627240"/>
                  </a:lnTo>
                  <a:lnTo>
                    <a:pt x="1525224" y="2628025"/>
                  </a:lnTo>
                  <a:lnTo>
                    <a:pt x="1525411" y="2628650"/>
                  </a:lnTo>
                  <a:lnTo>
                    <a:pt x="1525598" y="2628926"/>
                  </a:lnTo>
                  <a:lnTo>
                    <a:pt x="1525785" y="2629363"/>
                  </a:lnTo>
                  <a:lnTo>
                    <a:pt x="1525972" y="2629689"/>
                  </a:lnTo>
                  <a:lnTo>
                    <a:pt x="1526159" y="2630004"/>
                  </a:lnTo>
                  <a:lnTo>
                    <a:pt x="1526346" y="2629927"/>
                  </a:lnTo>
                  <a:lnTo>
                    <a:pt x="1526533" y="2629630"/>
                  </a:lnTo>
                  <a:lnTo>
                    <a:pt x="1526720" y="2628803"/>
                  </a:lnTo>
                  <a:lnTo>
                    <a:pt x="1526907" y="2628043"/>
                  </a:lnTo>
                  <a:lnTo>
                    <a:pt x="1527093" y="2627177"/>
                  </a:lnTo>
                  <a:lnTo>
                    <a:pt x="1527280" y="2625991"/>
                  </a:lnTo>
                  <a:lnTo>
                    <a:pt x="1527467" y="2624711"/>
                  </a:lnTo>
                  <a:lnTo>
                    <a:pt x="1527654" y="2623381"/>
                  </a:lnTo>
                  <a:lnTo>
                    <a:pt x="1527841" y="2622060"/>
                  </a:lnTo>
                  <a:lnTo>
                    <a:pt x="1528028" y="2620318"/>
                  </a:lnTo>
                  <a:lnTo>
                    <a:pt x="1528215" y="2618535"/>
                  </a:lnTo>
                  <a:lnTo>
                    <a:pt x="1528402" y="2616731"/>
                  </a:lnTo>
                  <a:lnTo>
                    <a:pt x="1528589" y="2614594"/>
                  </a:lnTo>
                  <a:lnTo>
                    <a:pt x="1528776" y="2612408"/>
                  </a:lnTo>
                  <a:lnTo>
                    <a:pt x="1528963" y="2610007"/>
                  </a:lnTo>
                  <a:lnTo>
                    <a:pt x="1529150" y="2606963"/>
                  </a:lnTo>
                  <a:lnTo>
                    <a:pt x="1529337" y="2604037"/>
                  </a:lnTo>
                  <a:lnTo>
                    <a:pt x="1529523" y="2600970"/>
                  </a:lnTo>
                  <a:lnTo>
                    <a:pt x="1529710" y="2598138"/>
                  </a:lnTo>
                  <a:lnTo>
                    <a:pt x="1529897" y="2595660"/>
                  </a:lnTo>
                  <a:lnTo>
                    <a:pt x="1530084" y="2593489"/>
                  </a:lnTo>
                  <a:lnTo>
                    <a:pt x="1530271" y="2591503"/>
                  </a:lnTo>
                  <a:lnTo>
                    <a:pt x="1530458" y="2589667"/>
                  </a:lnTo>
                  <a:lnTo>
                    <a:pt x="1530645" y="2587967"/>
                  </a:lnTo>
                  <a:lnTo>
                    <a:pt x="1530832" y="2586341"/>
                  </a:lnTo>
                  <a:lnTo>
                    <a:pt x="1531019" y="2585195"/>
                  </a:lnTo>
                  <a:lnTo>
                    <a:pt x="1531206" y="2584189"/>
                  </a:lnTo>
                  <a:lnTo>
                    <a:pt x="1531393" y="2583677"/>
                  </a:lnTo>
                  <a:lnTo>
                    <a:pt x="1531580" y="2583426"/>
                  </a:lnTo>
                  <a:lnTo>
                    <a:pt x="1531767" y="2583482"/>
                  </a:lnTo>
                  <a:lnTo>
                    <a:pt x="1531953" y="2583556"/>
                  </a:lnTo>
                  <a:lnTo>
                    <a:pt x="1532140" y="2583420"/>
                  </a:lnTo>
                  <a:lnTo>
                    <a:pt x="1532327" y="2582991"/>
                  </a:lnTo>
                  <a:lnTo>
                    <a:pt x="1532514" y="2582316"/>
                  </a:lnTo>
                  <a:lnTo>
                    <a:pt x="1532701" y="2581398"/>
                  </a:lnTo>
                  <a:lnTo>
                    <a:pt x="1532888" y="2579999"/>
                  </a:lnTo>
                  <a:lnTo>
                    <a:pt x="1533075" y="2578838"/>
                  </a:lnTo>
                  <a:lnTo>
                    <a:pt x="1533262" y="2577738"/>
                  </a:lnTo>
                  <a:lnTo>
                    <a:pt x="1533449" y="2576612"/>
                  </a:lnTo>
                  <a:lnTo>
                    <a:pt x="1533636" y="2575979"/>
                  </a:lnTo>
                  <a:lnTo>
                    <a:pt x="1533823" y="2575443"/>
                  </a:lnTo>
                  <a:lnTo>
                    <a:pt x="1534010" y="2574750"/>
                  </a:lnTo>
                  <a:lnTo>
                    <a:pt x="1534196" y="2574073"/>
                  </a:lnTo>
                  <a:lnTo>
                    <a:pt x="1534383" y="2573427"/>
                  </a:lnTo>
                  <a:lnTo>
                    <a:pt x="1534570" y="2572714"/>
                  </a:lnTo>
                  <a:lnTo>
                    <a:pt x="1534757" y="2572144"/>
                  </a:lnTo>
                  <a:lnTo>
                    <a:pt x="1534944" y="2571709"/>
                  </a:lnTo>
                  <a:lnTo>
                    <a:pt x="1535131" y="2571361"/>
                  </a:lnTo>
                  <a:lnTo>
                    <a:pt x="1535318" y="2571144"/>
                  </a:lnTo>
                  <a:lnTo>
                    <a:pt x="1535505" y="2570776"/>
                  </a:lnTo>
                  <a:lnTo>
                    <a:pt x="1535692" y="2570337"/>
                  </a:lnTo>
                  <a:lnTo>
                    <a:pt x="1535879" y="2570018"/>
                  </a:lnTo>
                  <a:lnTo>
                    <a:pt x="1536066" y="2569792"/>
                  </a:lnTo>
                  <a:lnTo>
                    <a:pt x="1536253" y="2569625"/>
                  </a:lnTo>
                  <a:lnTo>
                    <a:pt x="1536440" y="2569882"/>
                  </a:lnTo>
                  <a:lnTo>
                    <a:pt x="1536626" y="2570033"/>
                  </a:lnTo>
                  <a:lnTo>
                    <a:pt x="1536813" y="2570254"/>
                  </a:lnTo>
                  <a:lnTo>
                    <a:pt x="1537000" y="2570378"/>
                  </a:lnTo>
                  <a:lnTo>
                    <a:pt x="1537187" y="2570486"/>
                  </a:lnTo>
                  <a:lnTo>
                    <a:pt x="1537374" y="2570631"/>
                  </a:lnTo>
                  <a:lnTo>
                    <a:pt x="1537561" y="2570775"/>
                  </a:lnTo>
                  <a:lnTo>
                    <a:pt x="1537748" y="2570941"/>
                  </a:lnTo>
                  <a:lnTo>
                    <a:pt x="1537935" y="2571229"/>
                  </a:lnTo>
                  <a:lnTo>
                    <a:pt x="1538122" y="2571388"/>
                  </a:lnTo>
                  <a:lnTo>
                    <a:pt x="1538309" y="2571519"/>
                  </a:lnTo>
                  <a:lnTo>
                    <a:pt x="1538496" y="2571579"/>
                  </a:lnTo>
                  <a:lnTo>
                    <a:pt x="1538683" y="2571699"/>
                  </a:lnTo>
                  <a:lnTo>
                    <a:pt x="1538870" y="2571680"/>
                  </a:lnTo>
                  <a:lnTo>
                    <a:pt x="1539056" y="2571391"/>
                  </a:lnTo>
                  <a:lnTo>
                    <a:pt x="1539243" y="2570769"/>
                  </a:lnTo>
                  <a:lnTo>
                    <a:pt x="1539430" y="2569957"/>
                  </a:lnTo>
                  <a:lnTo>
                    <a:pt x="1539617" y="2569206"/>
                  </a:lnTo>
                  <a:lnTo>
                    <a:pt x="1539804" y="2568571"/>
                  </a:lnTo>
                  <a:lnTo>
                    <a:pt x="1539991" y="2567713"/>
                  </a:lnTo>
                  <a:lnTo>
                    <a:pt x="1540178" y="2566935"/>
                  </a:lnTo>
                  <a:lnTo>
                    <a:pt x="1540365" y="2566331"/>
                  </a:lnTo>
                  <a:lnTo>
                    <a:pt x="1540552" y="2565569"/>
                  </a:lnTo>
                  <a:lnTo>
                    <a:pt x="1540739" y="2564991"/>
                  </a:lnTo>
                  <a:lnTo>
                    <a:pt x="1540926" y="2564581"/>
                  </a:lnTo>
                  <a:lnTo>
                    <a:pt x="1541113" y="2564719"/>
                  </a:lnTo>
                  <a:lnTo>
                    <a:pt x="1541299" y="2565065"/>
                  </a:lnTo>
                  <a:lnTo>
                    <a:pt x="1541486" y="2565279"/>
                  </a:lnTo>
                  <a:lnTo>
                    <a:pt x="1541673" y="2565716"/>
                  </a:lnTo>
                  <a:lnTo>
                    <a:pt x="1541860" y="2566348"/>
                  </a:lnTo>
                  <a:lnTo>
                    <a:pt x="1542047" y="2566979"/>
                  </a:lnTo>
                  <a:lnTo>
                    <a:pt x="1542234" y="2567982"/>
                  </a:lnTo>
                  <a:lnTo>
                    <a:pt x="1542421" y="2569173"/>
                  </a:lnTo>
                  <a:lnTo>
                    <a:pt x="1542608" y="2570394"/>
                  </a:lnTo>
                  <a:lnTo>
                    <a:pt x="1542795" y="2571870"/>
                  </a:lnTo>
                  <a:lnTo>
                    <a:pt x="1542982" y="2573210"/>
                  </a:lnTo>
                  <a:lnTo>
                    <a:pt x="1543169" y="2574302"/>
                  </a:lnTo>
                  <a:lnTo>
                    <a:pt x="1543356" y="2575569"/>
                  </a:lnTo>
                  <a:lnTo>
                    <a:pt x="1543543" y="2576884"/>
                  </a:lnTo>
                  <a:lnTo>
                    <a:pt x="1543729" y="2577630"/>
                  </a:lnTo>
                  <a:lnTo>
                    <a:pt x="1543916" y="2577904"/>
                  </a:lnTo>
                  <a:lnTo>
                    <a:pt x="1544103" y="2577904"/>
                  </a:lnTo>
                  <a:lnTo>
                    <a:pt x="1544290" y="2578035"/>
                  </a:lnTo>
                  <a:lnTo>
                    <a:pt x="1544477" y="2577868"/>
                  </a:lnTo>
                  <a:lnTo>
                    <a:pt x="1544664" y="2577470"/>
                  </a:lnTo>
                  <a:lnTo>
                    <a:pt x="1544851" y="2576651"/>
                  </a:lnTo>
                  <a:lnTo>
                    <a:pt x="1545038" y="2575301"/>
                  </a:lnTo>
                  <a:lnTo>
                    <a:pt x="1545225" y="2573337"/>
                  </a:lnTo>
                  <a:lnTo>
                    <a:pt x="1545412" y="2571178"/>
                  </a:lnTo>
                  <a:lnTo>
                    <a:pt x="1545599" y="2568959"/>
                  </a:lnTo>
                  <a:lnTo>
                    <a:pt x="1545786" y="2566533"/>
                  </a:lnTo>
                  <a:lnTo>
                    <a:pt x="1545972" y="2564139"/>
                  </a:lnTo>
                  <a:lnTo>
                    <a:pt x="1546159" y="2561126"/>
                  </a:lnTo>
                  <a:lnTo>
                    <a:pt x="1546346" y="2557768"/>
                  </a:lnTo>
                  <a:lnTo>
                    <a:pt x="1546533" y="2554828"/>
                  </a:lnTo>
                  <a:lnTo>
                    <a:pt x="1546720" y="2552106"/>
                  </a:lnTo>
                  <a:lnTo>
                    <a:pt x="1546907" y="2549625"/>
                  </a:lnTo>
                  <a:lnTo>
                    <a:pt x="1547094" y="2547268"/>
                  </a:lnTo>
                  <a:lnTo>
                    <a:pt x="1547281" y="2546063"/>
                  </a:lnTo>
                  <a:lnTo>
                    <a:pt x="1547468" y="2545168"/>
                  </a:lnTo>
                  <a:lnTo>
                    <a:pt x="1547655" y="2544616"/>
                  </a:lnTo>
                  <a:lnTo>
                    <a:pt x="1547842" y="2544111"/>
                  </a:lnTo>
                  <a:lnTo>
                    <a:pt x="1548029" y="2543828"/>
                  </a:lnTo>
                  <a:lnTo>
                    <a:pt x="1548216" y="2543750"/>
                  </a:lnTo>
                  <a:lnTo>
                    <a:pt x="1548402" y="2543481"/>
                  </a:lnTo>
                  <a:lnTo>
                    <a:pt x="1548589" y="2543036"/>
                  </a:lnTo>
                  <a:lnTo>
                    <a:pt x="1548776" y="2542632"/>
                  </a:lnTo>
                  <a:lnTo>
                    <a:pt x="1548963" y="2542381"/>
                  </a:lnTo>
                  <a:lnTo>
                    <a:pt x="1549150" y="2542685"/>
                  </a:lnTo>
                  <a:lnTo>
                    <a:pt x="1549337" y="2543022"/>
                  </a:lnTo>
                  <a:lnTo>
                    <a:pt x="1549524" y="2542773"/>
                  </a:lnTo>
                  <a:lnTo>
                    <a:pt x="1549711" y="2542189"/>
                  </a:lnTo>
                  <a:lnTo>
                    <a:pt x="1549898" y="2541316"/>
                  </a:lnTo>
                  <a:lnTo>
                    <a:pt x="1550085" y="2540073"/>
                  </a:lnTo>
                  <a:lnTo>
                    <a:pt x="1550272" y="2538322"/>
                  </a:lnTo>
                  <a:lnTo>
                    <a:pt x="1550459" y="2536465"/>
                  </a:lnTo>
                  <a:lnTo>
                    <a:pt x="1550646" y="2534794"/>
                  </a:lnTo>
                  <a:lnTo>
                    <a:pt x="1550832" y="2533436"/>
                  </a:lnTo>
                  <a:lnTo>
                    <a:pt x="1551019" y="2532259"/>
                  </a:lnTo>
                  <a:lnTo>
                    <a:pt x="1551206" y="2531174"/>
                  </a:lnTo>
                  <a:lnTo>
                    <a:pt x="1551393" y="2530103"/>
                  </a:lnTo>
                  <a:lnTo>
                    <a:pt x="1551580" y="2529182"/>
                  </a:lnTo>
                  <a:lnTo>
                    <a:pt x="1551767" y="2528359"/>
                  </a:lnTo>
                  <a:lnTo>
                    <a:pt x="1551954" y="2527401"/>
                  </a:lnTo>
                  <a:lnTo>
                    <a:pt x="1552141" y="2526535"/>
                  </a:lnTo>
                  <a:lnTo>
                    <a:pt x="1552328" y="2526016"/>
                  </a:lnTo>
                  <a:lnTo>
                    <a:pt x="1552515" y="2525822"/>
                  </a:lnTo>
                  <a:lnTo>
                    <a:pt x="1552702" y="2525883"/>
                  </a:lnTo>
                  <a:lnTo>
                    <a:pt x="1552889" y="2525842"/>
                  </a:lnTo>
                  <a:lnTo>
                    <a:pt x="1553075" y="2525956"/>
                  </a:lnTo>
                  <a:lnTo>
                    <a:pt x="1553262" y="2525882"/>
                  </a:lnTo>
                  <a:lnTo>
                    <a:pt x="1553449" y="2525985"/>
                  </a:lnTo>
                  <a:lnTo>
                    <a:pt x="1553636" y="2525917"/>
                  </a:lnTo>
                  <a:lnTo>
                    <a:pt x="1553823" y="2526218"/>
                  </a:lnTo>
                  <a:lnTo>
                    <a:pt x="1554010" y="2526800"/>
                  </a:lnTo>
                  <a:lnTo>
                    <a:pt x="1554197" y="2527787"/>
                  </a:lnTo>
                  <a:lnTo>
                    <a:pt x="1554384" y="2528966"/>
                  </a:lnTo>
                  <a:lnTo>
                    <a:pt x="1554571" y="2530364"/>
                  </a:lnTo>
                  <a:lnTo>
                    <a:pt x="1554758" y="2532036"/>
                  </a:lnTo>
                  <a:lnTo>
                    <a:pt x="1554945" y="2533971"/>
                  </a:lnTo>
                  <a:lnTo>
                    <a:pt x="1555132" y="2536082"/>
                  </a:lnTo>
                  <a:lnTo>
                    <a:pt x="1555319" y="2538078"/>
                  </a:lnTo>
                  <a:lnTo>
                    <a:pt x="1555505" y="2539881"/>
                  </a:lnTo>
                  <a:lnTo>
                    <a:pt x="1555692" y="2541957"/>
                  </a:lnTo>
                  <a:lnTo>
                    <a:pt x="1555879" y="2544024"/>
                  </a:lnTo>
                  <a:lnTo>
                    <a:pt x="1556066" y="2546549"/>
                  </a:lnTo>
                  <a:lnTo>
                    <a:pt x="1556253" y="2549363"/>
                  </a:lnTo>
                  <a:lnTo>
                    <a:pt x="1556440" y="2552257"/>
                  </a:lnTo>
                  <a:lnTo>
                    <a:pt x="1556627" y="2555195"/>
                  </a:lnTo>
                  <a:lnTo>
                    <a:pt x="1556814" y="2557992"/>
                  </a:lnTo>
                  <a:lnTo>
                    <a:pt x="1557001" y="2560525"/>
                  </a:lnTo>
                  <a:lnTo>
                    <a:pt x="1557188" y="2562627"/>
                  </a:lnTo>
                  <a:lnTo>
                    <a:pt x="1557375" y="2564369"/>
                  </a:lnTo>
                  <a:lnTo>
                    <a:pt x="1557562" y="2565583"/>
                  </a:lnTo>
                  <a:lnTo>
                    <a:pt x="1557749" y="2566462"/>
                  </a:lnTo>
                  <a:lnTo>
                    <a:pt x="1557935" y="2567166"/>
                  </a:lnTo>
                  <a:lnTo>
                    <a:pt x="1558122" y="2567870"/>
                  </a:lnTo>
                  <a:lnTo>
                    <a:pt x="1558309" y="2568573"/>
                  </a:lnTo>
                  <a:lnTo>
                    <a:pt x="1558496" y="2569180"/>
                  </a:lnTo>
                  <a:lnTo>
                    <a:pt x="1558683" y="2569840"/>
                  </a:lnTo>
                  <a:lnTo>
                    <a:pt x="1558870" y="2569585"/>
                  </a:lnTo>
                  <a:lnTo>
                    <a:pt x="1559057" y="2568589"/>
                  </a:lnTo>
                  <a:lnTo>
                    <a:pt x="1559244" y="2567158"/>
                  </a:lnTo>
                  <a:lnTo>
                    <a:pt x="1559431" y="2565520"/>
                  </a:lnTo>
                  <a:lnTo>
                    <a:pt x="1559618" y="2563368"/>
                  </a:lnTo>
                  <a:lnTo>
                    <a:pt x="1559805" y="2560362"/>
                  </a:lnTo>
                  <a:lnTo>
                    <a:pt x="1559992" y="2556714"/>
                  </a:lnTo>
                  <a:lnTo>
                    <a:pt x="1560178" y="2553842"/>
                  </a:lnTo>
                  <a:lnTo>
                    <a:pt x="1560365" y="2550188"/>
                  </a:lnTo>
                  <a:lnTo>
                    <a:pt x="1560552" y="2546708"/>
                  </a:lnTo>
                  <a:lnTo>
                    <a:pt x="1560739" y="2543434"/>
                  </a:lnTo>
                  <a:lnTo>
                    <a:pt x="1560926" y="2539937"/>
                  </a:lnTo>
                  <a:lnTo>
                    <a:pt x="1561113" y="2536650"/>
                  </a:lnTo>
                  <a:lnTo>
                    <a:pt x="1561300" y="2533348"/>
                  </a:lnTo>
                  <a:lnTo>
                    <a:pt x="1561487" y="2529663"/>
                  </a:lnTo>
                  <a:lnTo>
                    <a:pt x="1561674" y="2526397"/>
                  </a:lnTo>
                  <a:lnTo>
                    <a:pt x="1561861" y="2523009"/>
                  </a:lnTo>
                  <a:lnTo>
                    <a:pt x="1562048" y="2519834"/>
                  </a:lnTo>
                  <a:lnTo>
                    <a:pt x="1562235" y="2516793"/>
                  </a:lnTo>
                  <a:lnTo>
                    <a:pt x="1562422" y="2514183"/>
                  </a:lnTo>
                  <a:lnTo>
                    <a:pt x="1562608" y="2511748"/>
                  </a:lnTo>
                  <a:lnTo>
                    <a:pt x="1562795" y="2509517"/>
                  </a:lnTo>
                  <a:lnTo>
                    <a:pt x="1562982" y="2507241"/>
                  </a:lnTo>
                  <a:lnTo>
                    <a:pt x="1563169" y="2505594"/>
                  </a:lnTo>
                  <a:lnTo>
                    <a:pt x="1563356" y="2503833"/>
                  </a:lnTo>
                  <a:lnTo>
                    <a:pt x="1563543" y="2501954"/>
                  </a:lnTo>
                  <a:lnTo>
                    <a:pt x="1563730" y="2500420"/>
                  </a:lnTo>
                  <a:lnTo>
                    <a:pt x="1563917" y="2498787"/>
                  </a:lnTo>
                  <a:lnTo>
                    <a:pt x="1564104" y="2497633"/>
                  </a:lnTo>
                  <a:lnTo>
                    <a:pt x="1564291" y="2496335"/>
                  </a:lnTo>
                  <a:lnTo>
                    <a:pt x="1564478" y="2495327"/>
                  </a:lnTo>
                  <a:lnTo>
                    <a:pt x="1564665" y="2494793"/>
                  </a:lnTo>
                  <a:lnTo>
                    <a:pt x="1564851" y="2494471"/>
                  </a:lnTo>
                  <a:lnTo>
                    <a:pt x="1565038" y="2494141"/>
                  </a:lnTo>
                  <a:lnTo>
                    <a:pt x="1565225" y="2493705"/>
                  </a:lnTo>
                  <a:lnTo>
                    <a:pt x="1565412" y="2493399"/>
                  </a:lnTo>
                  <a:lnTo>
                    <a:pt x="1565599" y="2493015"/>
                  </a:lnTo>
                  <a:lnTo>
                    <a:pt x="1565786" y="2492751"/>
                  </a:lnTo>
                  <a:lnTo>
                    <a:pt x="1565973" y="2493100"/>
                  </a:lnTo>
                  <a:lnTo>
                    <a:pt x="1566160" y="2493503"/>
                  </a:lnTo>
                  <a:lnTo>
                    <a:pt x="1566347" y="2494294"/>
                  </a:lnTo>
                  <a:lnTo>
                    <a:pt x="1566534" y="2495759"/>
                  </a:lnTo>
                  <a:lnTo>
                    <a:pt x="1566721" y="2497255"/>
                  </a:lnTo>
                  <a:lnTo>
                    <a:pt x="1566908" y="2498879"/>
                  </a:lnTo>
                  <a:lnTo>
                    <a:pt x="1567095" y="2500419"/>
                  </a:lnTo>
                  <a:lnTo>
                    <a:pt x="1567281" y="2501956"/>
                  </a:lnTo>
                  <a:lnTo>
                    <a:pt x="1567468" y="2503319"/>
                  </a:lnTo>
                  <a:lnTo>
                    <a:pt x="1567655" y="2504510"/>
                  </a:lnTo>
                  <a:lnTo>
                    <a:pt x="1567842" y="2505789"/>
                  </a:lnTo>
                  <a:lnTo>
                    <a:pt x="1568029" y="2507216"/>
                  </a:lnTo>
                  <a:lnTo>
                    <a:pt x="1568216" y="2508605"/>
                  </a:lnTo>
                  <a:lnTo>
                    <a:pt x="1568403" y="2509795"/>
                  </a:lnTo>
                  <a:lnTo>
                    <a:pt x="1568590" y="2510942"/>
                  </a:lnTo>
                  <a:lnTo>
                    <a:pt x="1568777" y="2511762"/>
                  </a:lnTo>
                  <a:lnTo>
                    <a:pt x="1568964" y="2512523"/>
                  </a:lnTo>
                  <a:lnTo>
                    <a:pt x="1569151" y="2512995"/>
                  </a:lnTo>
                  <a:lnTo>
                    <a:pt x="1569338" y="2513449"/>
                  </a:lnTo>
                  <a:lnTo>
                    <a:pt x="1569525" y="2514051"/>
                  </a:lnTo>
                  <a:lnTo>
                    <a:pt x="1569711" y="2514832"/>
                  </a:lnTo>
                  <a:lnTo>
                    <a:pt x="1569898" y="2515780"/>
                  </a:lnTo>
                  <a:lnTo>
                    <a:pt x="1570085" y="2516680"/>
                  </a:lnTo>
                  <a:lnTo>
                    <a:pt x="1570272" y="2517903"/>
                  </a:lnTo>
                  <a:lnTo>
                    <a:pt x="1570459" y="2518650"/>
                  </a:lnTo>
                  <a:lnTo>
                    <a:pt x="1570646" y="2518897"/>
                  </a:lnTo>
                  <a:lnTo>
                    <a:pt x="1570833" y="2518589"/>
                  </a:lnTo>
                  <a:lnTo>
                    <a:pt x="1571020" y="2517604"/>
                  </a:lnTo>
                  <a:lnTo>
                    <a:pt x="1571207" y="2516390"/>
                  </a:lnTo>
                  <a:lnTo>
                    <a:pt x="1571394" y="2515211"/>
                  </a:lnTo>
                  <a:lnTo>
                    <a:pt x="1571581" y="2513188"/>
                  </a:lnTo>
                  <a:lnTo>
                    <a:pt x="1571768" y="2510294"/>
                  </a:lnTo>
                  <a:lnTo>
                    <a:pt x="1571954" y="2506750"/>
                  </a:lnTo>
                  <a:lnTo>
                    <a:pt x="1572141" y="2502589"/>
                  </a:lnTo>
                  <a:lnTo>
                    <a:pt x="1572328" y="2497910"/>
                  </a:lnTo>
                  <a:lnTo>
                    <a:pt x="1572515" y="2492773"/>
                  </a:lnTo>
                  <a:lnTo>
                    <a:pt x="1572702" y="2487065"/>
                  </a:lnTo>
                  <a:lnTo>
                    <a:pt x="1572889" y="2481356"/>
                  </a:lnTo>
                  <a:lnTo>
                    <a:pt x="1573076" y="2475357"/>
                  </a:lnTo>
                  <a:lnTo>
                    <a:pt x="1573263" y="2468928"/>
                  </a:lnTo>
                  <a:lnTo>
                    <a:pt x="1573450" y="2462718"/>
                  </a:lnTo>
                  <a:lnTo>
                    <a:pt x="1573637" y="2456534"/>
                  </a:lnTo>
                  <a:lnTo>
                    <a:pt x="1573824" y="2450544"/>
                  </a:lnTo>
                  <a:lnTo>
                    <a:pt x="1574011" y="2444532"/>
                  </a:lnTo>
                  <a:lnTo>
                    <a:pt x="1574198" y="2438473"/>
                  </a:lnTo>
                  <a:lnTo>
                    <a:pt x="1574384" y="2433060"/>
                  </a:lnTo>
                  <a:lnTo>
                    <a:pt x="1574571" y="2428160"/>
                  </a:lnTo>
                  <a:lnTo>
                    <a:pt x="1574758" y="2423849"/>
                  </a:lnTo>
                  <a:lnTo>
                    <a:pt x="1574945" y="2419609"/>
                  </a:lnTo>
                  <a:lnTo>
                    <a:pt x="1575132" y="2415303"/>
                  </a:lnTo>
                  <a:lnTo>
                    <a:pt x="1575319" y="2410988"/>
                  </a:lnTo>
                  <a:lnTo>
                    <a:pt x="1575506" y="2407263"/>
                  </a:lnTo>
                  <a:lnTo>
                    <a:pt x="1575693" y="2403579"/>
                  </a:lnTo>
                  <a:lnTo>
                    <a:pt x="1575880" y="2400427"/>
                  </a:lnTo>
                  <a:lnTo>
                    <a:pt x="1576067" y="2397924"/>
                  </a:lnTo>
                  <a:lnTo>
                    <a:pt x="1576254" y="2395682"/>
                  </a:lnTo>
                  <a:lnTo>
                    <a:pt x="1576441" y="2393914"/>
                  </a:lnTo>
                  <a:lnTo>
                    <a:pt x="1576627" y="2392274"/>
                  </a:lnTo>
                  <a:lnTo>
                    <a:pt x="1576814" y="2390734"/>
                  </a:lnTo>
                  <a:lnTo>
                    <a:pt x="1577001" y="2389045"/>
                  </a:lnTo>
                  <a:lnTo>
                    <a:pt x="1577188" y="2387406"/>
                  </a:lnTo>
                  <a:lnTo>
                    <a:pt x="1577375" y="2386696"/>
                  </a:lnTo>
                  <a:lnTo>
                    <a:pt x="1577562" y="2386111"/>
                  </a:lnTo>
                  <a:lnTo>
                    <a:pt x="1577749" y="2385798"/>
                  </a:lnTo>
                  <a:lnTo>
                    <a:pt x="1577936" y="2386098"/>
                  </a:lnTo>
                  <a:lnTo>
                    <a:pt x="1578123" y="2386835"/>
                  </a:lnTo>
                  <a:lnTo>
                    <a:pt x="1578310" y="2387606"/>
                  </a:lnTo>
                  <a:lnTo>
                    <a:pt x="1578497" y="2388392"/>
                  </a:lnTo>
                  <a:lnTo>
                    <a:pt x="1578684" y="2389200"/>
                  </a:lnTo>
                  <a:lnTo>
                    <a:pt x="1578871" y="2390141"/>
                  </a:lnTo>
                  <a:lnTo>
                    <a:pt x="1579057" y="2390967"/>
                  </a:lnTo>
                  <a:lnTo>
                    <a:pt x="1579244" y="2391634"/>
                  </a:lnTo>
                  <a:lnTo>
                    <a:pt x="1579431" y="2392302"/>
                  </a:lnTo>
                  <a:lnTo>
                    <a:pt x="1579618" y="2392830"/>
                  </a:lnTo>
                  <a:lnTo>
                    <a:pt x="1579805" y="2393466"/>
                  </a:lnTo>
                  <a:lnTo>
                    <a:pt x="1579992" y="2393958"/>
                  </a:lnTo>
                  <a:lnTo>
                    <a:pt x="1580179" y="2394142"/>
                  </a:lnTo>
                  <a:lnTo>
                    <a:pt x="1580366" y="2394326"/>
                  </a:lnTo>
                  <a:lnTo>
                    <a:pt x="1580553" y="2394801"/>
                  </a:lnTo>
                  <a:lnTo>
                    <a:pt x="1580740" y="2395131"/>
                  </a:lnTo>
                  <a:lnTo>
                    <a:pt x="1580927" y="2395377"/>
                  </a:lnTo>
                  <a:lnTo>
                    <a:pt x="1581114" y="2396028"/>
                  </a:lnTo>
                  <a:lnTo>
                    <a:pt x="1581301" y="2396928"/>
                  </a:lnTo>
                  <a:lnTo>
                    <a:pt x="1581487" y="2397951"/>
                  </a:lnTo>
                  <a:lnTo>
                    <a:pt x="1581674" y="2398957"/>
                  </a:lnTo>
                  <a:lnTo>
                    <a:pt x="1581861" y="2400213"/>
                  </a:lnTo>
                  <a:lnTo>
                    <a:pt x="1582048" y="2401618"/>
                  </a:lnTo>
                  <a:lnTo>
                    <a:pt x="1582235" y="2403286"/>
                  </a:lnTo>
                  <a:lnTo>
                    <a:pt x="1582422" y="2405505"/>
                  </a:lnTo>
                  <a:lnTo>
                    <a:pt x="1582609" y="2408196"/>
                  </a:lnTo>
                  <a:lnTo>
                    <a:pt x="1582796" y="2410894"/>
                  </a:lnTo>
                  <a:lnTo>
                    <a:pt x="1582983" y="2413716"/>
                  </a:lnTo>
                  <a:lnTo>
                    <a:pt x="1583170" y="2416590"/>
                  </a:lnTo>
                  <a:lnTo>
                    <a:pt x="1583357" y="2419537"/>
                  </a:lnTo>
                  <a:lnTo>
                    <a:pt x="1583544" y="2422346"/>
                  </a:lnTo>
                  <a:lnTo>
                    <a:pt x="1583730" y="2425430"/>
                  </a:lnTo>
                  <a:lnTo>
                    <a:pt x="1583917" y="2428147"/>
                  </a:lnTo>
                  <a:lnTo>
                    <a:pt x="1584104" y="2430568"/>
                  </a:lnTo>
                  <a:lnTo>
                    <a:pt x="1584291" y="2432737"/>
                  </a:lnTo>
                  <a:lnTo>
                    <a:pt x="1584478" y="2434582"/>
                  </a:lnTo>
                  <a:lnTo>
                    <a:pt x="1584665" y="2436058"/>
                  </a:lnTo>
                  <a:lnTo>
                    <a:pt x="1584852" y="2437195"/>
                  </a:lnTo>
                  <a:lnTo>
                    <a:pt x="1585039" y="2438336"/>
                  </a:lnTo>
                  <a:lnTo>
                    <a:pt x="1585226" y="2439012"/>
                  </a:lnTo>
                  <a:lnTo>
                    <a:pt x="1585413" y="2439342"/>
                  </a:lnTo>
                  <a:lnTo>
                    <a:pt x="1585600" y="2439801"/>
                  </a:lnTo>
                  <a:lnTo>
                    <a:pt x="1585787" y="2440266"/>
                  </a:lnTo>
                  <a:lnTo>
                    <a:pt x="1585974" y="2440689"/>
                  </a:lnTo>
                  <a:lnTo>
                    <a:pt x="1586160" y="2440781"/>
                  </a:lnTo>
                  <a:lnTo>
                    <a:pt x="1586347" y="2440884"/>
                  </a:lnTo>
                  <a:lnTo>
                    <a:pt x="1586534" y="2440660"/>
                  </a:lnTo>
                  <a:lnTo>
                    <a:pt x="1586721" y="2440427"/>
                  </a:lnTo>
                  <a:lnTo>
                    <a:pt x="1586908" y="2440717"/>
                  </a:lnTo>
                  <a:lnTo>
                    <a:pt x="1587095" y="2441483"/>
                  </a:lnTo>
                  <a:lnTo>
                    <a:pt x="1587282" y="2442407"/>
                  </a:lnTo>
                  <a:lnTo>
                    <a:pt x="1587469" y="2443398"/>
                  </a:lnTo>
                  <a:lnTo>
                    <a:pt x="1587656" y="2444453"/>
                  </a:lnTo>
                  <a:lnTo>
                    <a:pt x="1587843" y="2444915"/>
                  </a:lnTo>
                  <a:lnTo>
                    <a:pt x="1588030" y="2444815"/>
                  </a:lnTo>
                  <a:lnTo>
                    <a:pt x="1588217" y="2444684"/>
                  </a:lnTo>
                  <a:lnTo>
                    <a:pt x="1588404" y="2444380"/>
                  </a:lnTo>
                  <a:lnTo>
                    <a:pt x="1588590" y="2444027"/>
                  </a:lnTo>
                  <a:lnTo>
                    <a:pt x="1588777" y="2443342"/>
                  </a:lnTo>
                  <a:lnTo>
                    <a:pt x="1588964" y="2442824"/>
                  </a:lnTo>
                  <a:lnTo>
                    <a:pt x="1589151" y="2442411"/>
                  </a:lnTo>
                  <a:lnTo>
                    <a:pt x="1589338" y="2442403"/>
                  </a:lnTo>
                  <a:lnTo>
                    <a:pt x="1589525" y="2442489"/>
                  </a:lnTo>
                  <a:lnTo>
                    <a:pt x="1589712" y="2442380"/>
                  </a:lnTo>
                  <a:lnTo>
                    <a:pt x="1589899" y="2442030"/>
                  </a:lnTo>
                  <a:lnTo>
                    <a:pt x="1590086" y="2441513"/>
                  </a:lnTo>
                  <a:lnTo>
                    <a:pt x="1590273" y="2441163"/>
                  </a:lnTo>
                  <a:lnTo>
                    <a:pt x="1590460" y="2440999"/>
                  </a:lnTo>
                  <a:lnTo>
                    <a:pt x="1590647" y="2441134"/>
                  </a:lnTo>
                  <a:lnTo>
                    <a:pt x="1590833" y="2441214"/>
                  </a:lnTo>
                  <a:lnTo>
                    <a:pt x="1591020" y="2441441"/>
                  </a:lnTo>
                  <a:lnTo>
                    <a:pt x="1591207" y="2441501"/>
                  </a:lnTo>
                  <a:lnTo>
                    <a:pt x="1591394" y="2441635"/>
                  </a:lnTo>
                  <a:lnTo>
                    <a:pt x="1591581" y="2441769"/>
                  </a:lnTo>
                  <a:lnTo>
                    <a:pt x="1591768" y="2442109"/>
                  </a:lnTo>
                  <a:lnTo>
                    <a:pt x="1591955" y="2442545"/>
                  </a:lnTo>
                  <a:lnTo>
                    <a:pt x="1592142" y="2443057"/>
                  </a:lnTo>
                  <a:lnTo>
                    <a:pt x="1592329" y="2443302"/>
                  </a:lnTo>
                  <a:lnTo>
                    <a:pt x="1592516" y="2443433"/>
                  </a:lnTo>
                  <a:lnTo>
                    <a:pt x="1592703" y="2443172"/>
                  </a:lnTo>
                  <a:lnTo>
                    <a:pt x="1592890" y="2442867"/>
                  </a:lnTo>
                  <a:lnTo>
                    <a:pt x="1593077" y="2442317"/>
                  </a:lnTo>
                  <a:lnTo>
                    <a:pt x="1593263" y="2441922"/>
                  </a:lnTo>
                  <a:lnTo>
                    <a:pt x="1593450" y="2441241"/>
                  </a:lnTo>
                  <a:lnTo>
                    <a:pt x="1593637" y="2440587"/>
                  </a:lnTo>
                  <a:lnTo>
                    <a:pt x="1593824" y="2439919"/>
                  </a:lnTo>
                  <a:lnTo>
                    <a:pt x="1594011" y="2439308"/>
                  </a:lnTo>
                  <a:lnTo>
                    <a:pt x="1594198" y="2438519"/>
                  </a:lnTo>
                  <a:lnTo>
                    <a:pt x="1594385" y="2437549"/>
                  </a:lnTo>
                  <a:lnTo>
                    <a:pt x="1594572" y="2436475"/>
                  </a:lnTo>
                  <a:lnTo>
                    <a:pt x="1594759" y="2435265"/>
                  </a:lnTo>
                  <a:lnTo>
                    <a:pt x="1594946" y="2434035"/>
                  </a:lnTo>
                  <a:lnTo>
                    <a:pt x="1595133" y="2433064"/>
                  </a:lnTo>
                  <a:lnTo>
                    <a:pt x="1595320" y="2432316"/>
                  </a:lnTo>
                  <a:lnTo>
                    <a:pt x="1595506" y="2431734"/>
                  </a:lnTo>
                  <a:lnTo>
                    <a:pt x="1595693" y="2431275"/>
                  </a:lnTo>
                  <a:lnTo>
                    <a:pt x="1595880" y="2430968"/>
                  </a:lnTo>
                  <a:lnTo>
                    <a:pt x="1596067" y="2430724"/>
                  </a:lnTo>
                  <a:lnTo>
                    <a:pt x="1596254" y="2431089"/>
                  </a:lnTo>
                  <a:lnTo>
                    <a:pt x="1596441" y="2431785"/>
                  </a:lnTo>
                  <a:lnTo>
                    <a:pt x="1596628" y="2432950"/>
                  </a:lnTo>
                  <a:lnTo>
                    <a:pt x="1596815" y="2434300"/>
                  </a:lnTo>
                  <a:lnTo>
                    <a:pt x="1597002" y="2436055"/>
                  </a:lnTo>
                  <a:lnTo>
                    <a:pt x="1597189" y="2438808"/>
                  </a:lnTo>
                  <a:lnTo>
                    <a:pt x="1597376" y="2442369"/>
                  </a:lnTo>
                  <a:lnTo>
                    <a:pt x="1597563" y="2445335"/>
                  </a:lnTo>
                  <a:lnTo>
                    <a:pt x="1597750" y="2449278"/>
                  </a:lnTo>
                  <a:lnTo>
                    <a:pt x="1597936" y="2453047"/>
                  </a:lnTo>
                  <a:lnTo>
                    <a:pt x="1598123" y="2456609"/>
                  </a:lnTo>
                  <a:lnTo>
                    <a:pt x="1598310" y="2460395"/>
                  </a:lnTo>
                  <a:lnTo>
                    <a:pt x="1598497" y="2463827"/>
                  </a:lnTo>
                  <a:lnTo>
                    <a:pt x="1598684" y="2467222"/>
                  </a:lnTo>
                  <a:lnTo>
                    <a:pt x="1598871" y="2470897"/>
                  </a:lnTo>
                  <a:lnTo>
                    <a:pt x="1599058" y="2474121"/>
                  </a:lnTo>
                  <a:lnTo>
                    <a:pt x="1599245" y="2477508"/>
                  </a:lnTo>
                  <a:lnTo>
                    <a:pt x="1599432" y="2480651"/>
                  </a:lnTo>
                  <a:lnTo>
                    <a:pt x="1599619" y="2483844"/>
                  </a:lnTo>
                  <a:lnTo>
                    <a:pt x="1599806" y="2486719"/>
                  </a:lnTo>
                  <a:lnTo>
                    <a:pt x="1599993" y="2489098"/>
                  </a:lnTo>
                  <a:lnTo>
                    <a:pt x="1600180" y="2491097"/>
                  </a:lnTo>
                  <a:lnTo>
                    <a:pt x="1600366" y="2493129"/>
                  </a:lnTo>
                  <a:lnTo>
                    <a:pt x="1600553" y="2494362"/>
                  </a:lnTo>
                  <a:lnTo>
                    <a:pt x="1600740" y="2495819"/>
                  </a:lnTo>
                  <a:lnTo>
                    <a:pt x="1600927" y="2497270"/>
                  </a:lnTo>
                  <a:lnTo>
                    <a:pt x="1601114" y="2498508"/>
                  </a:lnTo>
                  <a:lnTo>
                    <a:pt x="1601301" y="2499946"/>
                  </a:lnTo>
                  <a:lnTo>
                    <a:pt x="1601488" y="2500916"/>
                  </a:lnTo>
                  <a:lnTo>
                    <a:pt x="1601675" y="2501654"/>
                  </a:lnTo>
                  <a:lnTo>
                    <a:pt x="1601862" y="2502498"/>
                  </a:lnTo>
                  <a:lnTo>
                    <a:pt x="1602049" y="2503047"/>
                  </a:lnTo>
                  <a:lnTo>
                    <a:pt x="1602236" y="2503490"/>
                  </a:lnTo>
                  <a:lnTo>
                    <a:pt x="1602423" y="2503823"/>
                  </a:lnTo>
                  <a:lnTo>
                    <a:pt x="1602609" y="2504338"/>
                  </a:lnTo>
                  <a:lnTo>
                    <a:pt x="1602796" y="2505115"/>
                  </a:lnTo>
                  <a:lnTo>
                    <a:pt x="1602983" y="2506026"/>
                  </a:lnTo>
                  <a:lnTo>
                    <a:pt x="1603170" y="2507078"/>
                  </a:lnTo>
                  <a:lnTo>
                    <a:pt x="1603357" y="2507855"/>
                  </a:lnTo>
                  <a:lnTo>
                    <a:pt x="1603544" y="2508627"/>
                  </a:lnTo>
                  <a:lnTo>
                    <a:pt x="1603731" y="2509226"/>
                  </a:lnTo>
                  <a:lnTo>
                    <a:pt x="1603918" y="2509905"/>
                  </a:lnTo>
                  <a:lnTo>
                    <a:pt x="1604105" y="2510727"/>
                  </a:lnTo>
                  <a:lnTo>
                    <a:pt x="1604292" y="2511723"/>
                  </a:lnTo>
                  <a:lnTo>
                    <a:pt x="1604479" y="2512813"/>
                  </a:lnTo>
                  <a:lnTo>
                    <a:pt x="1604666" y="2513742"/>
                  </a:lnTo>
                  <a:lnTo>
                    <a:pt x="1604853" y="2514502"/>
                  </a:lnTo>
                  <a:lnTo>
                    <a:pt x="1605039" y="2515144"/>
                  </a:lnTo>
                  <a:lnTo>
                    <a:pt x="1605226" y="2515628"/>
                  </a:lnTo>
                  <a:lnTo>
                    <a:pt x="1605413" y="2515945"/>
                  </a:lnTo>
                  <a:lnTo>
                    <a:pt x="1605600" y="2516235"/>
                  </a:lnTo>
                  <a:lnTo>
                    <a:pt x="1605787" y="2516657"/>
                  </a:lnTo>
                  <a:lnTo>
                    <a:pt x="1605974" y="2517220"/>
                  </a:lnTo>
                  <a:lnTo>
                    <a:pt x="1606161" y="2517774"/>
                  </a:lnTo>
                  <a:lnTo>
                    <a:pt x="1606348" y="2518232"/>
                  </a:lnTo>
                  <a:lnTo>
                    <a:pt x="1606535" y="2518232"/>
                  </a:lnTo>
                  <a:lnTo>
                    <a:pt x="1606722" y="2518073"/>
                  </a:lnTo>
                  <a:lnTo>
                    <a:pt x="1606909" y="2517994"/>
                  </a:lnTo>
                  <a:lnTo>
                    <a:pt x="1607096" y="2517994"/>
                  </a:lnTo>
                  <a:lnTo>
                    <a:pt x="1607283" y="2518291"/>
                  </a:lnTo>
                  <a:lnTo>
                    <a:pt x="1607469" y="2518585"/>
                  </a:lnTo>
                  <a:lnTo>
                    <a:pt x="1607656" y="2519036"/>
                  </a:lnTo>
                  <a:lnTo>
                    <a:pt x="1607843" y="2519545"/>
                  </a:lnTo>
                  <a:lnTo>
                    <a:pt x="1608030" y="2520407"/>
                  </a:lnTo>
                  <a:lnTo>
                    <a:pt x="1608217" y="2521646"/>
                  </a:lnTo>
                  <a:lnTo>
                    <a:pt x="1608404" y="2522984"/>
                  </a:lnTo>
                  <a:lnTo>
                    <a:pt x="1608591" y="2524135"/>
                  </a:lnTo>
                  <a:lnTo>
                    <a:pt x="1608778" y="2525133"/>
                  </a:lnTo>
                  <a:lnTo>
                    <a:pt x="1608965" y="2526808"/>
                  </a:lnTo>
                  <a:lnTo>
                    <a:pt x="1609152" y="2529093"/>
                  </a:lnTo>
                  <a:lnTo>
                    <a:pt x="1609339" y="2532347"/>
                  </a:lnTo>
                  <a:lnTo>
                    <a:pt x="1609526" y="2536197"/>
                  </a:lnTo>
                  <a:lnTo>
                    <a:pt x="1609712" y="2540301"/>
                  </a:lnTo>
                  <a:lnTo>
                    <a:pt x="1609899" y="2544659"/>
                  </a:lnTo>
                  <a:lnTo>
                    <a:pt x="1610086" y="2549523"/>
                  </a:lnTo>
                  <a:lnTo>
                    <a:pt x="1610273" y="2554623"/>
                  </a:lnTo>
                  <a:lnTo>
                    <a:pt x="1610460" y="2560136"/>
                  </a:lnTo>
                  <a:lnTo>
                    <a:pt x="1610647" y="2566038"/>
                  </a:lnTo>
                  <a:lnTo>
                    <a:pt x="1610834" y="2571896"/>
                  </a:lnTo>
                  <a:lnTo>
                    <a:pt x="1611021" y="2577754"/>
                  </a:lnTo>
                  <a:lnTo>
                    <a:pt x="1611208" y="2583603"/>
                  </a:lnTo>
                  <a:lnTo>
                    <a:pt x="1611395" y="2589602"/>
                  </a:lnTo>
                  <a:lnTo>
                    <a:pt x="1611582" y="2595689"/>
                  </a:lnTo>
                  <a:lnTo>
                    <a:pt x="1611769" y="2601274"/>
                  </a:lnTo>
                  <a:lnTo>
                    <a:pt x="1611956" y="2606552"/>
                  </a:lnTo>
                  <a:lnTo>
                    <a:pt x="1612142" y="2611354"/>
                  </a:lnTo>
                  <a:lnTo>
                    <a:pt x="1612329" y="2616095"/>
                  </a:lnTo>
                  <a:lnTo>
                    <a:pt x="1612516" y="2620880"/>
                  </a:lnTo>
                  <a:lnTo>
                    <a:pt x="1612703" y="2625691"/>
                  </a:lnTo>
                  <a:lnTo>
                    <a:pt x="1612890" y="2629948"/>
                  </a:lnTo>
                  <a:lnTo>
                    <a:pt x="1613077" y="2634100"/>
                  </a:lnTo>
                  <a:lnTo>
                    <a:pt x="1613264" y="2637662"/>
                  </a:lnTo>
                  <a:lnTo>
                    <a:pt x="1613451" y="2640231"/>
                  </a:lnTo>
                  <a:lnTo>
                    <a:pt x="1613638" y="2642535"/>
                  </a:lnTo>
                  <a:lnTo>
                    <a:pt x="1613825" y="2644312"/>
                  </a:lnTo>
                  <a:lnTo>
                    <a:pt x="1614012" y="2645878"/>
                  </a:lnTo>
                  <a:lnTo>
                    <a:pt x="1614199" y="2647188"/>
                  </a:lnTo>
                  <a:lnTo>
                    <a:pt x="1614385" y="2648420"/>
                  </a:lnTo>
                  <a:lnTo>
                    <a:pt x="1614572" y="2649475"/>
                  </a:lnTo>
                  <a:lnTo>
                    <a:pt x="1614759" y="2649658"/>
                  </a:lnTo>
                  <a:lnTo>
                    <a:pt x="1614946" y="2649715"/>
                  </a:lnTo>
                  <a:lnTo>
                    <a:pt x="1615133" y="2649500"/>
                  </a:lnTo>
                  <a:lnTo>
                    <a:pt x="1615320" y="2648865"/>
                  </a:lnTo>
                  <a:lnTo>
                    <a:pt x="1615507" y="2648015"/>
                  </a:lnTo>
                  <a:lnTo>
                    <a:pt x="1615694" y="2647243"/>
                  </a:lnTo>
                  <a:lnTo>
                    <a:pt x="1615881" y="2646457"/>
                  </a:lnTo>
                  <a:lnTo>
                    <a:pt x="1616068" y="2645728"/>
                  </a:lnTo>
                  <a:lnTo>
                    <a:pt x="1616255" y="2645236"/>
                  </a:lnTo>
                  <a:lnTo>
                    <a:pt x="1616442" y="2644877"/>
                  </a:lnTo>
                  <a:lnTo>
                    <a:pt x="1616629" y="2644701"/>
                  </a:lnTo>
                  <a:lnTo>
                    <a:pt x="1616815" y="2644579"/>
                  </a:lnTo>
                  <a:lnTo>
                    <a:pt x="1617002" y="2644588"/>
                  </a:lnTo>
                  <a:lnTo>
                    <a:pt x="1617189" y="2644656"/>
                  </a:lnTo>
                  <a:lnTo>
                    <a:pt x="1617376" y="2644876"/>
                  </a:lnTo>
                  <a:lnTo>
                    <a:pt x="1617563" y="2645572"/>
                  </a:lnTo>
                  <a:lnTo>
                    <a:pt x="1617750" y="2646267"/>
                  </a:lnTo>
                  <a:lnTo>
                    <a:pt x="1617937" y="2646663"/>
                  </a:lnTo>
                  <a:lnTo>
                    <a:pt x="1618124" y="2647019"/>
                  </a:lnTo>
                  <a:lnTo>
                    <a:pt x="1618311" y="2647275"/>
                  </a:lnTo>
                  <a:lnTo>
                    <a:pt x="1618498" y="2647414"/>
                  </a:lnTo>
                  <a:lnTo>
                    <a:pt x="1618685" y="2647341"/>
                  </a:lnTo>
                  <a:lnTo>
                    <a:pt x="1618872" y="2647057"/>
                  </a:lnTo>
                  <a:lnTo>
                    <a:pt x="1619059" y="2646852"/>
                  </a:lnTo>
                  <a:lnTo>
                    <a:pt x="1619245" y="2646926"/>
                  </a:lnTo>
                  <a:lnTo>
                    <a:pt x="1619432" y="2647177"/>
                  </a:lnTo>
                  <a:lnTo>
                    <a:pt x="1619619" y="2647591"/>
                  </a:lnTo>
                  <a:lnTo>
                    <a:pt x="1619806" y="2647912"/>
                  </a:lnTo>
                  <a:lnTo>
                    <a:pt x="1619993" y="2648352"/>
                  </a:lnTo>
                  <a:lnTo>
                    <a:pt x="1620180" y="2648730"/>
                  </a:lnTo>
                  <a:lnTo>
                    <a:pt x="1620367" y="2648904"/>
                  </a:lnTo>
                  <a:lnTo>
                    <a:pt x="1620554" y="2649150"/>
                  </a:lnTo>
                  <a:lnTo>
                    <a:pt x="1620741" y="2649308"/>
                  </a:lnTo>
                  <a:lnTo>
                    <a:pt x="1620928" y="2649740"/>
                  </a:lnTo>
                  <a:lnTo>
                    <a:pt x="1621115" y="2650165"/>
                  </a:lnTo>
                  <a:lnTo>
                    <a:pt x="1621302" y="2650676"/>
                  </a:lnTo>
                  <a:lnTo>
                    <a:pt x="1621488" y="2651195"/>
                  </a:lnTo>
                  <a:lnTo>
                    <a:pt x="1621675" y="2651833"/>
                  </a:lnTo>
                  <a:lnTo>
                    <a:pt x="1621862" y="2652508"/>
                  </a:lnTo>
                  <a:lnTo>
                    <a:pt x="1622049" y="2653149"/>
                  </a:lnTo>
                  <a:lnTo>
                    <a:pt x="1622236" y="2653709"/>
                  </a:lnTo>
                  <a:lnTo>
                    <a:pt x="1622423" y="2654057"/>
                  </a:lnTo>
                  <a:lnTo>
                    <a:pt x="1622610" y="2654385"/>
                  </a:lnTo>
                  <a:lnTo>
                    <a:pt x="1622797" y="2654655"/>
                  </a:lnTo>
                  <a:lnTo>
                    <a:pt x="1622984" y="2655019"/>
                  </a:lnTo>
                  <a:lnTo>
                    <a:pt x="1623171" y="2655537"/>
                  </a:lnTo>
                  <a:lnTo>
                    <a:pt x="1623358" y="2656122"/>
                  </a:lnTo>
                  <a:lnTo>
                    <a:pt x="1623545" y="2656893"/>
                  </a:lnTo>
                  <a:lnTo>
                    <a:pt x="1623732" y="2657018"/>
                  </a:lnTo>
                  <a:lnTo>
                    <a:pt x="1623918" y="2657181"/>
                  </a:lnTo>
                  <a:lnTo>
                    <a:pt x="1624105" y="2657405"/>
                  </a:lnTo>
                  <a:lnTo>
                    <a:pt x="1624292" y="2657828"/>
                  </a:lnTo>
                  <a:lnTo>
                    <a:pt x="1624479" y="2658152"/>
                  </a:lnTo>
                  <a:lnTo>
                    <a:pt x="1624666" y="2658636"/>
                  </a:lnTo>
                  <a:lnTo>
                    <a:pt x="1624853" y="2659061"/>
                  </a:lnTo>
                  <a:lnTo>
                    <a:pt x="1625040" y="2659484"/>
                  </a:lnTo>
                  <a:lnTo>
                    <a:pt x="1625227" y="2660174"/>
                  </a:lnTo>
                  <a:lnTo>
                    <a:pt x="1625414" y="2661163"/>
                  </a:lnTo>
                  <a:lnTo>
                    <a:pt x="1625601" y="2661997"/>
                  </a:lnTo>
                  <a:lnTo>
                    <a:pt x="1625788" y="2662621"/>
                  </a:lnTo>
                  <a:lnTo>
                    <a:pt x="1625975" y="2663210"/>
                  </a:lnTo>
                  <a:lnTo>
                    <a:pt x="1626162" y="2664275"/>
                  </a:lnTo>
                  <a:lnTo>
                    <a:pt x="1626348" y="2665286"/>
                  </a:lnTo>
                  <a:lnTo>
                    <a:pt x="1626535" y="2666421"/>
                  </a:lnTo>
                  <a:lnTo>
                    <a:pt x="1626722" y="2667218"/>
                  </a:lnTo>
                  <a:lnTo>
                    <a:pt x="1626909" y="2667784"/>
                  </a:lnTo>
                  <a:lnTo>
                    <a:pt x="1627096" y="2668367"/>
                  </a:lnTo>
                  <a:lnTo>
                    <a:pt x="1627283" y="2668949"/>
                  </a:lnTo>
                  <a:lnTo>
                    <a:pt x="1627470" y="2669611"/>
                  </a:lnTo>
                  <a:lnTo>
                    <a:pt x="1627657" y="2670097"/>
                  </a:lnTo>
                  <a:lnTo>
                    <a:pt x="1627844" y="2670413"/>
                  </a:lnTo>
                  <a:lnTo>
                    <a:pt x="1628031" y="2670530"/>
                  </a:lnTo>
                  <a:lnTo>
                    <a:pt x="1628218" y="2670733"/>
                  </a:lnTo>
                  <a:lnTo>
                    <a:pt x="1628405" y="2670534"/>
                  </a:lnTo>
                  <a:lnTo>
                    <a:pt x="1628591" y="2670397"/>
                  </a:lnTo>
                  <a:lnTo>
                    <a:pt x="1628778" y="2670040"/>
                  </a:lnTo>
                  <a:lnTo>
                    <a:pt x="1628965" y="2669429"/>
                  </a:lnTo>
                  <a:lnTo>
                    <a:pt x="1629152" y="2668652"/>
                  </a:lnTo>
                  <a:lnTo>
                    <a:pt x="1629339" y="2667781"/>
                  </a:lnTo>
                  <a:lnTo>
                    <a:pt x="1629526" y="2666863"/>
                  </a:lnTo>
                  <a:lnTo>
                    <a:pt x="1629713" y="2666054"/>
                  </a:lnTo>
                  <a:lnTo>
                    <a:pt x="1629900" y="2665127"/>
                  </a:lnTo>
                  <a:lnTo>
                    <a:pt x="1630087" y="2664405"/>
                  </a:lnTo>
                  <a:lnTo>
                    <a:pt x="1630274" y="2663021"/>
                  </a:lnTo>
                  <a:lnTo>
                    <a:pt x="1630461" y="2661821"/>
                  </a:lnTo>
                  <a:lnTo>
                    <a:pt x="1630648" y="2660210"/>
                  </a:lnTo>
                  <a:lnTo>
                    <a:pt x="1630835" y="2658446"/>
                  </a:lnTo>
                  <a:lnTo>
                    <a:pt x="1631021" y="2656470"/>
                  </a:lnTo>
                  <a:lnTo>
                    <a:pt x="1631208" y="2654816"/>
                  </a:lnTo>
                  <a:lnTo>
                    <a:pt x="1631395" y="2652911"/>
                  </a:lnTo>
                  <a:lnTo>
                    <a:pt x="1631582" y="2651229"/>
                  </a:lnTo>
                  <a:lnTo>
                    <a:pt x="1631769" y="2649920"/>
                  </a:lnTo>
                  <a:lnTo>
                    <a:pt x="1631956" y="2648936"/>
                  </a:lnTo>
                  <a:lnTo>
                    <a:pt x="1632143" y="2648080"/>
                  </a:lnTo>
                  <a:lnTo>
                    <a:pt x="1632330" y="2647480"/>
                  </a:lnTo>
                  <a:lnTo>
                    <a:pt x="1632517" y="2646885"/>
                  </a:lnTo>
                  <a:lnTo>
                    <a:pt x="1632704" y="2646226"/>
                  </a:lnTo>
                  <a:lnTo>
                    <a:pt x="1632891" y="2645409"/>
                  </a:lnTo>
                  <a:lnTo>
                    <a:pt x="1633078" y="2644742"/>
                  </a:lnTo>
                  <a:lnTo>
                    <a:pt x="1633264" y="2643994"/>
                  </a:lnTo>
                  <a:lnTo>
                    <a:pt x="1633451" y="2643543"/>
                  </a:lnTo>
                  <a:lnTo>
                    <a:pt x="1633638" y="2643415"/>
                  </a:lnTo>
                  <a:lnTo>
                    <a:pt x="1633825" y="2643292"/>
                  </a:lnTo>
                  <a:lnTo>
                    <a:pt x="1634012" y="2642795"/>
                  </a:lnTo>
                  <a:lnTo>
                    <a:pt x="1634199" y="2642500"/>
                  </a:lnTo>
                  <a:lnTo>
                    <a:pt x="1634386" y="2642206"/>
                  </a:lnTo>
                  <a:lnTo>
                    <a:pt x="1634573" y="2641599"/>
                  </a:lnTo>
                  <a:lnTo>
                    <a:pt x="1634760" y="2640738"/>
                  </a:lnTo>
                  <a:lnTo>
                    <a:pt x="1634947" y="2639811"/>
                  </a:lnTo>
                  <a:lnTo>
                    <a:pt x="1635134" y="2638566"/>
                  </a:lnTo>
                  <a:lnTo>
                    <a:pt x="1635321" y="2637628"/>
                  </a:lnTo>
                  <a:lnTo>
                    <a:pt x="1635508" y="2636601"/>
                  </a:lnTo>
                  <a:lnTo>
                    <a:pt x="1635694" y="2635720"/>
                  </a:lnTo>
                  <a:lnTo>
                    <a:pt x="1635881" y="2634999"/>
                  </a:lnTo>
                  <a:lnTo>
                    <a:pt x="1636068" y="2634277"/>
                  </a:lnTo>
                  <a:lnTo>
                    <a:pt x="1636255" y="2633458"/>
                  </a:lnTo>
                  <a:lnTo>
                    <a:pt x="1636442" y="2632633"/>
                  </a:lnTo>
                  <a:lnTo>
                    <a:pt x="1636629" y="2631824"/>
                  </a:lnTo>
                  <a:lnTo>
                    <a:pt x="1636816" y="2631446"/>
                  </a:lnTo>
                  <a:lnTo>
                    <a:pt x="1637003" y="2631092"/>
                  </a:lnTo>
                  <a:lnTo>
                    <a:pt x="1637190" y="2630703"/>
                  </a:lnTo>
                  <a:lnTo>
                    <a:pt x="1637377" y="2630255"/>
                  </a:lnTo>
                  <a:lnTo>
                    <a:pt x="1637564" y="2629898"/>
                  </a:lnTo>
                  <a:lnTo>
                    <a:pt x="1637751" y="2629650"/>
                  </a:lnTo>
                  <a:lnTo>
                    <a:pt x="1637938" y="2629454"/>
                  </a:lnTo>
                  <a:lnTo>
                    <a:pt x="1638124" y="2628893"/>
                  </a:lnTo>
                  <a:lnTo>
                    <a:pt x="1638311" y="2628384"/>
                  </a:lnTo>
                  <a:lnTo>
                    <a:pt x="1638498" y="2627637"/>
                  </a:lnTo>
                  <a:lnTo>
                    <a:pt x="1638685" y="2626687"/>
                  </a:lnTo>
                  <a:lnTo>
                    <a:pt x="1638872" y="2625482"/>
                  </a:lnTo>
                  <a:lnTo>
                    <a:pt x="1639059" y="2624171"/>
                  </a:lnTo>
                  <a:lnTo>
                    <a:pt x="1639246" y="2622765"/>
                  </a:lnTo>
                  <a:lnTo>
                    <a:pt x="1639433" y="2621381"/>
                  </a:lnTo>
                  <a:lnTo>
                    <a:pt x="1639620" y="2620384"/>
                  </a:lnTo>
                  <a:lnTo>
                    <a:pt x="1639807" y="2619504"/>
                  </a:lnTo>
                  <a:lnTo>
                    <a:pt x="1639994" y="2618433"/>
                  </a:lnTo>
                  <a:lnTo>
                    <a:pt x="1640181" y="2617396"/>
                  </a:lnTo>
                  <a:lnTo>
                    <a:pt x="1640367" y="2616226"/>
                  </a:lnTo>
                  <a:lnTo>
                    <a:pt x="1640554" y="2614810"/>
                  </a:lnTo>
                  <a:lnTo>
                    <a:pt x="1640741" y="2613236"/>
                  </a:lnTo>
                  <a:lnTo>
                    <a:pt x="1640928" y="2611724"/>
                  </a:lnTo>
                  <a:lnTo>
                    <a:pt x="1641115" y="2610068"/>
                  </a:lnTo>
                  <a:lnTo>
                    <a:pt x="1641302" y="2608178"/>
                  </a:lnTo>
                  <a:lnTo>
                    <a:pt x="1641489" y="2606171"/>
                  </a:lnTo>
                  <a:lnTo>
                    <a:pt x="1641676" y="2604090"/>
                  </a:lnTo>
                  <a:lnTo>
                    <a:pt x="1641863" y="2602011"/>
                  </a:lnTo>
                  <a:lnTo>
                    <a:pt x="1642050" y="2600157"/>
                  </a:lnTo>
                  <a:lnTo>
                    <a:pt x="1642237" y="2598389"/>
                  </a:lnTo>
                  <a:lnTo>
                    <a:pt x="1642424" y="2596393"/>
                  </a:lnTo>
                  <a:lnTo>
                    <a:pt x="1642611" y="2594411"/>
                  </a:lnTo>
                  <a:lnTo>
                    <a:pt x="1642797" y="2592941"/>
                  </a:lnTo>
                  <a:lnTo>
                    <a:pt x="1642984" y="2591244"/>
                  </a:lnTo>
                  <a:lnTo>
                    <a:pt x="1643171" y="2589634"/>
                  </a:lnTo>
                  <a:lnTo>
                    <a:pt x="1643358" y="2588236"/>
                  </a:lnTo>
                  <a:lnTo>
                    <a:pt x="1643545" y="2587268"/>
                  </a:lnTo>
                  <a:lnTo>
                    <a:pt x="1643732" y="2586608"/>
                  </a:lnTo>
                  <a:lnTo>
                    <a:pt x="1643919" y="2586626"/>
                  </a:lnTo>
                  <a:lnTo>
                    <a:pt x="1644106" y="2586723"/>
                  </a:lnTo>
                  <a:lnTo>
                    <a:pt x="1644293" y="2586732"/>
                  </a:lnTo>
                  <a:lnTo>
                    <a:pt x="1644480" y="2587020"/>
                  </a:lnTo>
                  <a:lnTo>
                    <a:pt x="1644667" y="2587131"/>
                  </a:lnTo>
                  <a:lnTo>
                    <a:pt x="1644854" y="2587059"/>
                  </a:lnTo>
                  <a:lnTo>
                    <a:pt x="1645041" y="2586757"/>
                  </a:lnTo>
                  <a:lnTo>
                    <a:pt x="1645227" y="2586526"/>
                  </a:lnTo>
                  <a:lnTo>
                    <a:pt x="1645414" y="2586252"/>
                  </a:lnTo>
                  <a:lnTo>
                    <a:pt x="1645601" y="2586199"/>
                  </a:lnTo>
                  <a:lnTo>
                    <a:pt x="1645788" y="2586026"/>
                  </a:lnTo>
                  <a:lnTo>
                    <a:pt x="1645975" y="2586045"/>
                  </a:lnTo>
                  <a:lnTo>
                    <a:pt x="1646162" y="2586074"/>
                  </a:lnTo>
                  <a:lnTo>
                    <a:pt x="1646349" y="2586147"/>
                  </a:lnTo>
                  <a:lnTo>
                    <a:pt x="1646536" y="2586111"/>
                  </a:lnTo>
                  <a:lnTo>
                    <a:pt x="1646723" y="2585858"/>
                  </a:lnTo>
                  <a:lnTo>
                    <a:pt x="1646910" y="2585621"/>
                  </a:lnTo>
                  <a:lnTo>
                    <a:pt x="1647097" y="2585525"/>
                  </a:lnTo>
                  <a:lnTo>
                    <a:pt x="1647284" y="2585558"/>
                  </a:lnTo>
                  <a:lnTo>
                    <a:pt x="1647470" y="2585484"/>
                  </a:lnTo>
                  <a:lnTo>
                    <a:pt x="1647657" y="2584898"/>
                  </a:lnTo>
                  <a:lnTo>
                    <a:pt x="1647844" y="2584124"/>
                  </a:lnTo>
                  <a:lnTo>
                    <a:pt x="1648031" y="2583256"/>
                  </a:lnTo>
                  <a:lnTo>
                    <a:pt x="1648218" y="2581940"/>
                  </a:lnTo>
                  <a:lnTo>
                    <a:pt x="1648405" y="2580335"/>
                  </a:lnTo>
                  <a:lnTo>
                    <a:pt x="1648592" y="2578715"/>
                  </a:lnTo>
                  <a:lnTo>
                    <a:pt x="1648779" y="2576338"/>
                  </a:lnTo>
                  <a:lnTo>
                    <a:pt x="1648966" y="2573044"/>
                  </a:lnTo>
                  <a:lnTo>
                    <a:pt x="1649153" y="2569231"/>
                  </a:lnTo>
                  <a:lnTo>
                    <a:pt x="1649340" y="2564094"/>
                  </a:lnTo>
                  <a:lnTo>
                    <a:pt x="1649527" y="2559178"/>
                  </a:lnTo>
                  <a:lnTo>
                    <a:pt x="1649714" y="2554347"/>
                  </a:lnTo>
                  <a:lnTo>
                    <a:pt x="1649900" y="2550195"/>
                  </a:lnTo>
                  <a:lnTo>
                    <a:pt x="1650087" y="2546106"/>
                  </a:lnTo>
                  <a:lnTo>
                    <a:pt x="1650274" y="2542849"/>
                  </a:lnTo>
                  <a:lnTo>
                    <a:pt x="1650461" y="2539772"/>
                  </a:lnTo>
                  <a:lnTo>
                    <a:pt x="1650648" y="2537178"/>
                  </a:lnTo>
                  <a:lnTo>
                    <a:pt x="1650835" y="2535243"/>
                  </a:lnTo>
                  <a:lnTo>
                    <a:pt x="1651022" y="2533505"/>
                  </a:lnTo>
                  <a:lnTo>
                    <a:pt x="1651209" y="2531832"/>
                  </a:lnTo>
                  <a:lnTo>
                    <a:pt x="1651396" y="2530072"/>
                  </a:lnTo>
                  <a:lnTo>
                    <a:pt x="1651583" y="2528803"/>
                  </a:lnTo>
                  <a:lnTo>
                    <a:pt x="1651770" y="2528099"/>
                  </a:lnTo>
                  <a:lnTo>
                    <a:pt x="1651957" y="2527544"/>
                  </a:lnTo>
                  <a:lnTo>
                    <a:pt x="1652143" y="2527356"/>
                  </a:lnTo>
                  <a:lnTo>
                    <a:pt x="1652330" y="2527356"/>
                  </a:lnTo>
                  <a:lnTo>
                    <a:pt x="1652517" y="2527180"/>
                  </a:lnTo>
                  <a:lnTo>
                    <a:pt x="1652704" y="2526810"/>
                  </a:lnTo>
                  <a:lnTo>
                    <a:pt x="1652891" y="2526412"/>
                  </a:lnTo>
                  <a:lnTo>
                    <a:pt x="1653078" y="2525978"/>
                  </a:lnTo>
                  <a:lnTo>
                    <a:pt x="1653265" y="2525548"/>
                  </a:lnTo>
                  <a:lnTo>
                    <a:pt x="1653452" y="2524942"/>
                  </a:lnTo>
                  <a:lnTo>
                    <a:pt x="1653639" y="2524074"/>
                  </a:lnTo>
                  <a:lnTo>
                    <a:pt x="1653826" y="2522851"/>
                  </a:lnTo>
                  <a:lnTo>
                    <a:pt x="1654013" y="2521664"/>
                  </a:lnTo>
                  <a:lnTo>
                    <a:pt x="1654200" y="2520582"/>
                  </a:lnTo>
                  <a:lnTo>
                    <a:pt x="1654387" y="2519342"/>
                  </a:lnTo>
                  <a:lnTo>
                    <a:pt x="1654573" y="2517970"/>
                  </a:lnTo>
                  <a:lnTo>
                    <a:pt x="1654760" y="2516729"/>
                  </a:lnTo>
                  <a:lnTo>
                    <a:pt x="1654947" y="2515524"/>
                  </a:lnTo>
                  <a:lnTo>
                    <a:pt x="1655134" y="2514513"/>
                  </a:lnTo>
                  <a:lnTo>
                    <a:pt x="1655321" y="2514029"/>
                  </a:lnTo>
                  <a:lnTo>
                    <a:pt x="1655508" y="2513413"/>
                  </a:lnTo>
                  <a:lnTo>
                    <a:pt x="1655695" y="2512824"/>
                  </a:lnTo>
                  <a:lnTo>
                    <a:pt x="1655882" y="2512024"/>
                  </a:lnTo>
                  <a:lnTo>
                    <a:pt x="1656069" y="2511109"/>
                  </a:lnTo>
                  <a:lnTo>
                    <a:pt x="1656256" y="2510256"/>
                  </a:lnTo>
                  <a:lnTo>
                    <a:pt x="1656443" y="2509376"/>
                  </a:lnTo>
                  <a:lnTo>
                    <a:pt x="1656630" y="2508398"/>
                  </a:lnTo>
                  <a:lnTo>
                    <a:pt x="1656817" y="2507472"/>
                  </a:lnTo>
                  <a:lnTo>
                    <a:pt x="1657003" y="2506789"/>
                  </a:lnTo>
                  <a:lnTo>
                    <a:pt x="1657190" y="2506121"/>
                  </a:lnTo>
                  <a:lnTo>
                    <a:pt x="1657377" y="2505453"/>
                  </a:lnTo>
                  <a:lnTo>
                    <a:pt x="1657564" y="2504999"/>
                  </a:lnTo>
                  <a:lnTo>
                    <a:pt x="1657751" y="2504466"/>
                  </a:lnTo>
                  <a:lnTo>
                    <a:pt x="1657938" y="2503826"/>
                  </a:lnTo>
                  <a:lnTo>
                    <a:pt x="1658125" y="2503299"/>
                  </a:lnTo>
                  <a:lnTo>
                    <a:pt x="1658312" y="2502854"/>
                  </a:lnTo>
                  <a:lnTo>
                    <a:pt x="1658499" y="2502239"/>
                  </a:lnTo>
                  <a:lnTo>
                    <a:pt x="1658686" y="2501614"/>
                  </a:lnTo>
                  <a:lnTo>
                    <a:pt x="1658873" y="2501182"/>
                  </a:lnTo>
                  <a:lnTo>
                    <a:pt x="1659060" y="2500723"/>
                  </a:lnTo>
                  <a:lnTo>
                    <a:pt x="1659246" y="2500473"/>
                  </a:lnTo>
                  <a:lnTo>
                    <a:pt x="1659433" y="2500159"/>
                  </a:lnTo>
                  <a:lnTo>
                    <a:pt x="1659620" y="2499842"/>
                  </a:lnTo>
                  <a:lnTo>
                    <a:pt x="1659807" y="2499189"/>
                  </a:lnTo>
                  <a:lnTo>
                    <a:pt x="1659994" y="2498765"/>
                  </a:lnTo>
                  <a:lnTo>
                    <a:pt x="1660181" y="2498341"/>
                  </a:lnTo>
                  <a:lnTo>
                    <a:pt x="1660368" y="2497704"/>
                  </a:lnTo>
                  <a:lnTo>
                    <a:pt x="1660555" y="2497159"/>
                  </a:lnTo>
                  <a:lnTo>
                    <a:pt x="1660742" y="2496724"/>
                  </a:lnTo>
                  <a:lnTo>
                    <a:pt x="1660929" y="2496292"/>
                  </a:lnTo>
                  <a:lnTo>
                    <a:pt x="1661116" y="2496661"/>
                  </a:lnTo>
                  <a:lnTo>
                    <a:pt x="1661303" y="2497330"/>
                  </a:lnTo>
                  <a:lnTo>
                    <a:pt x="1661490" y="2498253"/>
                  </a:lnTo>
                  <a:lnTo>
                    <a:pt x="1661676" y="2498983"/>
                  </a:lnTo>
                  <a:lnTo>
                    <a:pt x="1661863" y="2499590"/>
                  </a:lnTo>
                  <a:lnTo>
                    <a:pt x="1662050" y="2499942"/>
                  </a:lnTo>
                  <a:lnTo>
                    <a:pt x="1662237" y="2500373"/>
                  </a:lnTo>
                  <a:lnTo>
                    <a:pt x="1662424" y="2500839"/>
                  </a:lnTo>
                  <a:lnTo>
                    <a:pt x="1662611" y="2501675"/>
                  </a:lnTo>
                  <a:lnTo>
                    <a:pt x="1662798" y="2502710"/>
                  </a:lnTo>
                  <a:lnTo>
                    <a:pt x="1662985" y="2503769"/>
                  </a:lnTo>
                  <a:lnTo>
                    <a:pt x="1663172" y="2504830"/>
                  </a:lnTo>
                  <a:lnTo>
                    <a:pt x="1663359" y="2505740"/>
                  </a:lnTo>
                  <a:lnTo>
                    <a:pt x="1663546" y="2506311"/>
                  </a:lnTo>
                  <a:lnTo>
                    <a:pt x="1663733" y="2506199"/>
                  </a:lnTo>
                  <a:lnTo>
                    <a:pt x="1663920" y="2505399"/>
                  </a:lnTo>
                  <a:lnTo>
                    <a:pt x="1664106" y="2504465"/>
                  </a:lnTo>
                  <a:lnTo>
                    <a:pt x="1664293" y="2503531"/>
                  </a:lnTo>
                  <a:lnTo>
                    <a:pt x="1664480" y="2502488"/>
                  </a:lnTo>
                  <a:lnTo>
                    <a:pt x="1664667" y="2501447"/>
                  </a:lnTo>
                  <a:lnTo>
                    <a:pt x="1664854" y="2500292"/>
                  </a:lnTo>
                  <a:lnTo>
                    <a:pt x="1665041" y="2499145"/>
                  </a:lnTo>
                  <a:lnTo>
                    <a:pt x="1665228" y="2497651"/>
                  </a:lnTo>
                  <a:lnTo>
                    <a:pt x="1665415" y="2496020"/>
                  </a:lnTo>
                  <a:lnTo>
                    <a:pt x="1665602" y="2494602"/>
                  </a:lnTo>
                  <a:lnTo>
                    <a:pt x="1665789" y="2492986"/>
                  </a:lnTo>
                  <a:lnTo>
                    <a:pt x="1665976" y="2491319"/>
                  </a:lnTo>
                  <a:lnTo>
                    <a:pt x="1666163" y="2489637"/>
                  </a:lnTo>
                  <a:lnTo>
                    <a:pt x="1666349" y="2487797"/>
                  </a:lnTo>
                  <a:lnTo>
                    <a:pt x="1666536" y="2486130"/>
                  </a:lnTo>
                  <a:lnTo>
                    <a:pt x="1666723" y="2484420"/>
                  </a:lnTo>
                  <a:lnTo>
                    <a:pt x="1666910" y="2482384"/>
                  </a:lnTo>
                  <a:lnTo>
                    <a:pt x="1667097" y="2480731"/>
                  </a:lnTo>
                  <a:lnTo>
                    <a:pt x="1667284" y="2479233"/>
                  </a:lnTo>
                  <a:lnTo>
                    <a:pt x="1667471" y="2477985"/>
                  </a:lnTo>
                  <a:lnTo>
                    <a:pt x="1667658" y="2477511"/>
                  </a:lnTo>
                  <a:lnTo>
                    <a:pt x="1667845" y="2476953"/>
                  </a:lnTo>
                  <a:lnTo>
                    <a:pt x="1668032" y="2476931"/>
                  </a:lnTo>
                  <a:lnTo>
                    <a:pt x="1668219" y="2477300"/>
                  </a:lnTo>
                  <a:lnTo>
                    <a:pt x="1668406" y="2477869"/>
                  </a:lnTo>
                  <a:lnTo>
                    <a:pt x="1668593" y="2478243"/>
                  </a:lnTo>
                  <a:lnTo>
                    <a:pt x="1668779" y="2478346"/>
                  </a:lnTo>
                  <a:lnTo>
                    <a:pt x="1668966" y="2478700"/>
                  </a:lnTo>
                  <a:lnTo>
                    <a:pt x="1669153" y="2479244"/>
                  </a:lnTo>
                  <a:lnTo>
                    <a:pt x="1669340" y="2479982"/>
                  </a:lnTo>
                  <a:lnTo>
                    <a:pt x="1669527" y="2481257"/>
                  </a:lnTo>
                  <a:lnTo>
                    <a:pt x="1669714" y="2482864"/>
                  </a:lnTo>
                  <a:lnTo>
                    <a:pt x="1669901" y="2484532"/>
                  </a:lnTo>
                  <a:lnTo>
                    <a:pt x="1670088" y="2486020"/>
                  </a:lnTo>
                  <a:lnTo>
                    <a:pt x="1670275" y="2487469"/>
                  </a:lnTo>
                  <a:lnTo>
                    <a:pt x="1670462" y="2488278"/>
                  </a:lnTo>
                  <a:lnTo>
                    <a:pt x="1670649" y="2489158"/>
                  </a:lnTo>
                  <a:lnTo>
                    <a:pt x="1670836" y="2489721"/>
                  </a:lnTo>
                  <a:lnTo>
                    <a:pt x="1671022" y="2489870"/>
                  </a:lnTo>
                  <a:lnTo>
                    <a:pt x="1671209" y="2489888"/>
                  </a:lnTo>
                  <a:lnTo>
                    <a:pt x="1671396" y="2490108"/>
                  </a:lnTo>
                  <a:lnTo>
                    <a:pt x="1671583" y="2490126"/>
                  </a:lnTo>
                  <a:lnTo>
                    <a:pt x="1671770" y="2490073"/>
                  </a:lnTo>
                  <a:lnTo>
                    <a:pt x="1671957" y="2490161"/>
                  </a:lnTo>
                  <a:lnTo>
                    <a:pt x="1672144" y="2490161"/>
                  </a:lnTo>
                  <a:lnTo>
                    <a:pt x="1672331" y="2490038"/>
                  </a:lnTo>
                  <a:lnTo>
                    <a:pt x="1672518" y="2490038"/>
                  </a:lnTo>
                  <a:lnTo>
                    <a:pt x="1672705" y="2489774"/>
                  </a:lnTo>
                  <a:lnTo>
                    <a:pt x="1672892" y="2490014"/>
                  </a:lnTo>
                  <a:lnTo>
                    <a:pt x="1673079" y="2490138"/>
                  </a:lnTo>
                  <a:lnTo>
                    <a:pt x="1673266" y="2490333"/>
                  </a:lnTo>
                  <a:lnTo>
                    <a:pt x="1673452" y="2490333"/>
                  </a:lnTo>
                  <a:lnTo>
                    <a:pt x="1673639" y="2490174"/>
                  </a:lnTo>
                  <a:lnTo>
                    <a:pt x="1673826" y="2489763"/>
                  </a:lnTo>
                  <a:lnTo>
                    <a:pt x="1674013" y="2489315"/>
                  </a:lnTo>
                  <a:lnTo>
                    <a:pt x="1674200" y="2488716"/>
                  </a:lnTo>
                  <a:lnTo>
                    <a:pt x="1674387" y="2488276"/>
                  </a:lnTo>
                  <a:lnTo>
                    <a:pt x="1674574" y="2488117"/>
                  </a:lnTo>
                  <a:lnTo>
                    <a:pt x="1674761" y="2488009"/>
                  </a:lnTo>
                  <a:lnTo>
                    <a:pt x="1674948" y="2488081"/>
                  </a:lnTo>
                  <a:lnTo>
                    <a:pt x="1675135" y="2488435"/>
                  </a:lnTo>
                  <a:lnTo>
                    <a:pt x="1675322" y="2488403"/>
                  </a:lnTo>
                  <a:lnTo>
                    <a:pt x="1675509" y="2488534"/>
                  </a:lnTo>
                  <a:lnTo>
                    <a:pt x="1675696" y="2488328"/>
                  </a:lnTo>
                  <a:lnTo>
                    <a:pt x="1675882" y="2488220"/>
                  </a:lnTo>
                  <a:lnTo>
                    <a:pt x="1676069" y="2488303"/>
                  </a:lnTo>
                  <a:lnTo>
                    <a:pt x="1676256" y="2488852"/>
                  </a:lnTo>
                  <a:lnTo>
                    <a:pt x="1676443" y="2489671"/>
                  </a:lnTo>
                  <a:lnTo>
                    <a:pt x="1676630" y="2490183"/>
                  </a:lnTo>
                  <a:lnTo>
                    <a:pt x="1676817" y="2490635"/>
                  </a:lnTo>
                  <a:lnTo>
                    <a:pt x="1677004" y="2490588"/>
                  </a:lnTo>
                  <a:lnTo>
                    <a:pt x="1677191" y="2490333"/>
                  </a:lnTo>
                  <a:lnTo>
                    <a:pt x="1677378" y="2489980"/>
                  </a:lnTo>
                  <a:lnTo>
                    <a:pt x="1677565" y="2489544"/>
                  </a:lnTo>
                  <a:lnTo>
                    <a:pt x="1677752" y="2489095"/>
                  </a:lnTo>
                  <a:lnTo>
                    <a:pt x="1677939" y="2488580"/>
                  </a:lnTo>
                  <a:lnTo>
                    <a:pt x="1678125" y="2488382"/>
                  </a:lnTo>
                  <a:lnTo>
                    <a:pt x="1678312" y="2487790"/>
                  </a:lnTo>
                  <a:lnTo>
                    <a:pt x="1678499" y="2487403"/>
                  </a:lnTo>
                  <a:lnTo>
                    <a:pt x="1678686" y="2487316"/>
                  </a:lnTo>
                  <a:lnTo>
                    <a:pt x="1678873" y="2487116"/>
                  </a:lnTo>
                  <a:lnTo>
                    <a:pt x="1679060" y="2487130"/>
                  </a:lnTo>
                  <a:lnTo>
                    <a:pt x="1679247" y="2487092"/>
                  </a:lnTo>
                  <a:lnTo>
                    <a:pt x="1679434" y="2486780"/>
                  </a:lnTo>
                  <a:lnTo>
                    <a:pt x="1679621" y="2485541"/>
                  </a:lnTo>
                  <a:lnTo>
                    <a:pt x="1679808" y="2484767"/>
                  </a:lnTo>
                  <a:lnTo>
                    <a:pt x="1679995" y="2484365"/>
                  </a:lnTo>
                  <a:lnTo>
                    <a:pt x="1680182" y="2483891"/>
                  </a:lnTo>
                  <a:lnTo>
                    <a:pt x="1680369" y="2483829"/>
                  </a:lnTo>
                  <a:lnTo>
                    <a:pt x="1680555" y="2483776"/>
                  </a:lnTo>
                  <a:lnTo>
                    <a:pt x="1680742" y="2484223"/>
                  </a:lnTo>
                  <a:lnTo>
                    <a:pt x="1680929" y="2484561"/>
                  </a:lnTo>
                  <a:lnTo>
                    <a:pt x="1681116" y="2485047"/>
                  </a:lnTo>
                  <a:lnTo>
                    <a:pt x="1681303" y="2485416"/>
                  </a:lnTo>
                  <a:lnTo>
                    <a:pt x="1681490" y="2485730"/>
                  </a:lnTo>
                  <a:lnTo>
                    <a:pt x="1681677" y="2486016"/>
                  </a:lnTo>
                  <a:lnTo>
                    <a:pt x="1681864" y="2485850"/>
                  </a:lnTo>
                  <a:lnTo>
                    <a:pt x="1682051" y="2485617"/>
                  </a:lnTo>
                  <a:lnTo>
                    <a:pt x="1682238" y="2485993"/>
                  </a:lnTo>
                  <a:lnTo>
                    <a:pt x="1682425" y="2486714"/>
                  </a:lnTo>
                  <a:lnTo>
                    <a:pt x="1682612" y="2487580"/>
                  </a:lnTo>
                  <a:lnTo>
                    <a:pt x="1682798" y="2488576"/>
                  </a:lnTo>
                  <a:lnTo>
                    <a:pt x="1682985" y="2489264"/>
                  </a:lnTo>
                  <a:lnTo>
                    <a:pt x="1683172" y="2490159"/>
                  </a:lnTo>
                  <a:lnTo>
                    <a:pt x="1683359" y="2490840"/>
                  </a:lnTo>
                  <a:lnTo>
                    <a:pt x="1683546" y="2491306"/>
                  </a:lnTo>
                  <a:lnTo>
                    <a:pt x="1683733" y="2491619"/>
                  </a:lnTo>
                  <a:lnTo>
                    <a:pt x="1683920" y="2492002"/>
                  </a:lnTo>
                  <a:lnTo>
                    <a:pt x="1684107" y="2492714"/>
                  </a:lnTo>
                  <a:lnTo>
                    <a:pt x="1684294" y="2493393"/>
                  </a:lnTo>
                  <a:lnTo>
                    <a:pt x="1684481" y="2493911"/>
                  </a:lnTo>
                  <a:lnTo>
                    <a:pt x="1684668" y="2494429"/>
                  </a:lnTo>
                  <a:lnTo>
                    <a:pt x="1684855" y="2495196"/>
                  </a:lnTo>
                  <a:lnTo>
                    <a:pt x="1685042" y="2496188"/>
                  </a:lnTo>
                  <a:lnTo>
                    <a:pt x="1685228" y="2497065"/>
                  </a:lnTo>
                  <a:lnTo>
                    <a:pt x="1685415" y="2497971"/>
                  </a:lnTo>
                  <a:lnTo>
                    <a:pt x="1685602" y="2499056"/>
                  </a:lnTo>
                  <a:lnTo>
                    <a:pt x="1685789" y="2500450"/>
                  </a:lnTo>
                  <a:lnTo>
                    <a:pt x="1685976" y="2501648"/>
                  </a:lnTo>
                  <a:lnTo>
                    <a:pt x="1686163" y="2503514"/>
                  </a:lnTo>
                  <a:lnTo>
                    <a:pt x="1686350" y="2506130"/>
                  </a:lnTo>
                  <a:lnTo>
                    <a:pt x="1686537" y="2509279"/>
                  </a:lnTo>
                  <a:lnTo>
                    <a:pt x="1686724" y="2513567"/>
                  </a:lnTo>
                  <a:lnTo>
                    <a:pt x="1686911" y="2517596"/>
                  </a:lnTo>
                  <a:lnTo>
                    <a:pt x="1687098" y="2521370"/>
                  </a:lnTo>
                  <a:lnTo>
                    <a:pt x="1687285" y="2524580"/>
                  </a:lnTo>
                  <a:lnTo>
                    <a:pt x="1687472" y="2527539"/>
                  </a:lnTo>
                  <a:lnTo>
                    <a:pt x="1687658" y="2529595"/>
                  </a:lnTo>
                  <a:lnTo>
                    <a:pt x="1687845" y="2531465"/>
                  </a:lnTo>
                  <a:lnTo>
                    <a:pt x="1688032" y="2533030"/>
                  </a:lnTo>
                  <a:lnTo>
                    <a:pt x="1688219" y="2534281"/>
                  </a:lnTo>
                  <a:lnTo>
                    <a:pt x="1688406" y="2535504"/>
                  </a:lnTo>
                  <a:lnTo>
                    <a:pt x="1688593" y="2536800"/>
                  </a:lnTo>
                  <a:lnTo>
                    <a:pt x="1688780" y="2538474"/>
                  </a:lnTo>
                  <a:lnTo>
                    <a:pt x="1688967" y="2539864"/>
                  </a:lnTo>
                  <a:lnTo>
                    <a:pt x="1689154" y="2540933"/>
                  </a:lnTo>
                  <a:lnTo>
                    <a:pt x="1689341" y="2541791"/>
                  </a:lnTo>
                  <a:lnTo>
                    <a:pt x="1689528" y="2542476"/>
                  </a:lnTo>
                  <a:lnTo>
                    <a:pt x="1689715" y="2542790"/>
                  </a:lnTo>
                  <a:lnTo>
                    <a:pt x="1689901" y="2543166"/>
                  </a:lnTo>
                  <a:lnTo>
                    <a:pt x="1690088" y="2543619"/>
                  </a:lnTo>
                  <a:lnTo>
                    <a:pt x="1690275" y="2544123"/>
                  </a:lnTo>
                  <a:lnTo>
                    <a:pt x="1690462" y="2544703"/>
                  </a:lnTo>
                  <a:lnTo>
                    <a:pt x="1690649" y="2545182"/>
                  </a:lnTo>
                  <a:lnTo>
                    <a:pt x="1690836" y="2545940"/>
                  </a:lnTo>
                  <a:lnTo>
                    <a:pt x="1691023" y="2546658"/>
                  </a:lnTo>
                  <a:lnTo>
                    <a:pt x="1691210" y="2547576"/>
                  </a:lnTo>
                  <a:lnTo>
                    <a:pt x="1691397" y="2548805"/>
                  </a:lnTo>
                  <a:lnTo>
                    <a:pt x="1691584" y="2549908"/>
                  </a:lnTo>
                  <a:lnTo>
                    <a:pt x="1691771" y="2551283"/>
                  </a:lnTo>
                  <a:lnTo>
                    <a:pt x="1691958" y="2552702"/>
                  </a:lnTo>
                  <a:lnTo>
                    <a:pt x="1692145" y="2553935"/>
                  </a:lnTo>
                  <a:lnTo>
                    <a:pt x="1692331" y="2554681"/>
                  </a:lnTo>
                  <a:lnTo>
                    <a:pt x="1692518" y="2555020"/>
                  </a:lnTo>
                  <a:lnTo>
                    <a:pt x="1692705" y="2554658"/>
                  </a:lnTo>
                  <a:lnTo>
                    <a:pt x="1692892" y="2554286"/>
                  </a:lnTo>
                  <a:lnTo>
                    <a:pt x="1693079" y="2553574"/>
                  </a:lnTo>
                  <a:lnTo>
                    <a:pt x="1693266" y="2552966"/>
                  </a:lnTo>
                  <a:lnTo>
                    <a:pt x="1693453" y="2552867"/>
                  </a:lnTo>
                  <a:lnTo>
                    <a:pt x="1693640" y="2552437"/>
                  </a:lnTo>
                  <a:lnTo>
                    <a:pt x="1693827" y="2552033"/>
                  </a:lnTo>
                  <a:lnTo>
                    <a:pt x="1694014" y="2551120"/>
                  </a:lnTo>
                  <a:lnTo>
                    <a:pt x="1694201" y="2549985"/>
                  </a:lnTo>
                  <a:lnTo>
                    <a:pt x="1694388" y="2548518"/>
                  </a:lnTo>
                  <a:lnTo>
                    <a:pt x="1694575" y="2547039"/>
                  </a:lnTo>
                  <a:lnTo>
                    <a:pt x="1694761" y="2545533"/>
                  </a:lnTo>
                  <a:lnTo>
                    <a:pt x="1694948" y="2544230"/>
                  </a:lnTo>
                  <a:lnTo>
                    <a:pt x="1695135" y="2543098"/>
                  </a:lnTo>
                  <a:lnTo>
                    <a:pt x="1695322" y="2542028"/>
                  </a:lnTo>
                  <a:lnTo>
                    <a:pt x="1695509" y="2541229"/>
                  </a:lnTo>
                  <a:lnTo>
                    <a:pt x="1695696" y="2540669"/>
                  </a:lnTo>
                  <a:lnTo>
                    <a:pt x="1695883" y="2540774"/>
                  </a:lnTo>
                  <a:lnTo>
                    <a:pt x="1696070" y="2541003"/>
                  </a:lnTo>
                  <a:lnTo>
                    <a:pt x="1696257" y="2541235"/>
                  </a:lnTo>
                  <a:lnTo>
                    <a:pt x="1696444" y="2541669"/>
                  </a:lnTo>
                  <a:lnTo>
                    <a:pt x="1696631" y="2542251"/>
                  </a:lnTo>
                  <a:lnTo>
                    <a:pt x="1696818" y="2543073"/>
                  </a:lnTo>
                  <a:lnTo>
                    <a:pt x="1697004" y="2544212"/>
                  </a:lnTo>
                  <a:lnTo>
                    <a:pt x="1697191" y="2545863"/>
                  </a:lnTo>
                  <a:lnTo>
                    <a:pt x="1697378" y="2547621"/>
                  </a:lnTo>
                  <a:lnTo>
                    <a:pt x="1697565" y="2549405"/>
                  </a:lnTo>
                  <a:lnTo>
                    <a:pt x="1697752" y="2550979"/>
                  </a:lnTo>
                  <a:lnTo>
                    <a:pt x="1697939" y="2552607"/>
                  </a:lnTo>
                  <a:lnTo>
                    <a:pt x="1698126" y="2554445"/>
                  </a:lnTo>
                  <a:lnTo>
                    <a:pt x="1698313" y="2556213"/>
                  </a:lnTo>
                  <a:lnTo>
                    <a:pt x="1698500" y="2557620"/>
                  </a:lnTo>
                  <a:lnTo>
                    <a:pt x="1698687" y="2558570"/>
                  </a:lnTo>
                  <a:lnTo>
                    <a:pt x="1698874" y="2559203"/>
                  </a:lnTo>
                  <a:lnTo>
                    <a:pt x="1699061" y="2559787"/>
                  </a:lnTo>
                  <a:lnTo>
                    <a:pt x="1699248" y="2560291"/>
                  </a:lnTo>
                  <a:lnTo>
                    <a:pt x="1699434" y="2560751"/>
                  </a:lnTo>
                  <a:lnTo>
                    <a:pt x="1699621" y="2561123"/>
                  </a:lnTo>
                  <a:lnTo>
                    <a:pt x="1699808" y="2561286"/>
                  </a:lnTo>
                  <a:lnTo>
                    <a:pt x="1699995" y="2561118"/>
                  </a:lnTo>
                  <a:lnTo>
                    <a:pt x="1700182" y="2560750"/>
                  </a:lnTo>
                  <a:lnTo>
                    <a:pt x="1700369" y="2560359"/>
                  </a:lnTo>
                  <a:lnTo>
                    <a:pt x="1700556" y="2559966"/>
                  </a:lnTo>
                  <a:lnTo>
                    <a:pt x="1700743" y="2559706"/>
                  </a:lnTo>
                  <a:lnTo>
                    <a:pt x="1700930" y="2559627"/>
                  </a:lnTo>
                  <a:lnTo>
                    <a:pt x="1701117" y="2560103"/>
                  </a:lnTo>
                  <a:lnTo>
                    <a:pt x="1701304" y="2560933"/>
                  </a:lnTo>
                  <a:lnTo>
                    <a:pt x="1701491" y="2561799"/>
                  </a:lnTo>
                  <a:lnTo>
                    <a:pt x="1701677" y="2562686"/>
                  </a:lnTo>
                  <a:lnTo>
                    <a:pt x="1701864" y="2563479"/>
                  </a:lnTo>
                  <a:lnTo>
                    <a:pt x="1702051" y="2564227"/>
                  </a:lnTo>
                  <a:lnTo>
                    <a:pt x="1702238" y="2564704"/>
                  </a:lnTo>
                  <a:lnTo>
                    <a:pt x="1702425" y="2565239"/>
                  </a:lnTo>
                  <a:lnTo>
                    <a:pt x="1702612" y="2566234"/>
                  </a:lnTo>
                  <a:lnTo>
                    <a:pt x="1702799" y="2567567"/>
                  </a:lnTo>
                  <a:lnTo>
                    <a:pt x="1702986" y="2568690"/>
                  </a:lnTo>
                  <a:lnTo>
                    <a:pt x="1703173" y="2569956"/>
                  </a:lnTo>
                  <a:lnTo>
                    <a:pt x="1703360" y="2571153"/>
                  </a:lnTo>
                  <a:lnTo>
                    <a:pt x="1703547" y="2572079"/>
                  </a:lnTo>
                  <a:lnTo>
                    <a:pt x="1703734" y="2573032"/>
                  </a:lnTo>
                  <a:lnTo>
                    <a:pt x="1703921" y="2573905"/>
                  </a:lnTo>
                  <a:lnTo>
                    <a:pt x="1704107" y="2574915"/>
                  </a:lnTo>
                  <a:lnTo>
                    <a:pt x="1704294" y="2576301"/>
                  </a:lnTo>
                  <a:lnTo>
                    <a:pt x="1704481" y="2577305"/>
                  </a:lnTo>
                  <a:lnTo>
                    <a:pt x="1704668" y="2578499"/>
                  </a:lnTo>
                  <a:lnTo>
                    <a:pt x="1704855" y="2579701"/>
                  </a:lnTo>
                  <a:lnTo>
                    <a:pt x="1705042" y="2581089"/>
                  </a:lnTo>
                  <a:lnTo>
                    <a:pt x="1705229" y="2582536"/>
                  </a:lnTo>
                  <a:lnTo>
                    <a:pt x="1705416" y="2583675"/>
                  </a:lnTo>
                  <a:lnTo>
                    <a:pt x="1705603" y="2584581"/>
                  </a:lnTo>
                  <a:lnTo>
                    <a:pt x="1705790" y="2585429"/>
                  </a:lnTo>
                  <a:lnTo>
                    <a:pt x="1705977" y="2586471"/>
                  </a:lnTo>
                  <a:lnTo>
                    <a:pt x="1706164" y="2588127"/>
                  </a:lnTo>
                  <a:lnTo>
                    <a:pt x="1706351" y="2589734"/>
                  </a:lnTo>
                  <a:lnTo>
                    <a:pt x="1706537" y="2591073"/>
                  </a:lnTo>
                  <a:lnTo>
                    <a:pt x="1706724" y="2591838"/>
                  </a:lnTo>
                  <a:lnTo>
                    <a:pt x="1706911" y="2592032"/>
                  </a:lnTo>
                  <a:lnTo>
                    <a:pt x="1707098" y="2591833"/>
                  </a:lnTo>
                  <a:lnTo>
                    <a:pt x="1707285" y="2591537"/>
                  </a:lnTo>
                  <a:lnTo>
                    <a:pt x="1707472" y="2591280"/>
                  </a:lnTo>
                  <a:lnTo>
                    <a:pt x="1707659" y="2591054"/>
                  </a:lnTo>
                  <a:lnTo>
                    <a:pt x="1707846" y="2591195"/>
                  </a:lnTo>
                  <a:lnTo>
                    <a:pt x="1708033" y="2591195"/>
                  </a:lnTo>
                  <a:lnTo>
                    <a:pt x="1708220" y="2591028"/>
                  </a:lnTo>
                  <a:lnTo>
                    <a:pt x="1708407" y="2590676"/>
                  </a:lnTo>
                  <a:lnTo>
                    <a:pt x="1708594" y="2590324"/>
                  </a:lnTo>
                  <a:lnTo>
                    <a:pt x="1708780" y="2590078"/>
                  </a:lnTo>
                  <a:lnTo>
                    <a:pt x="1708967" y="2589550"/>
                  </a:lnTo>
                  <a:lnTo>
                    <a:pt x="1709154" y="2589198"/>
                  </a:lnTo>
                  <a:lnTo>
                    <a:pt x="1709341" y="2588864"/>
                  </a:lnTo>
                  <a:lnTo>
                    <a:pt x="1709528" y="2588688"/>
                  </a:lnTo>
                  <a:lnTo>
                    <a:pt x="1709715" y="2588292"/>
                  </a:lnTo>
                  <a:lnTo>
                    <a:pt x="1709902" y="2587351"/>
                  </a:lnTo>
                  <a:lnTo>
                    <a:pt x="1710089" y="2585741"/>
                  </a:lnTo>
                  <a:lnTo>
                    <a:pt x="1710276" y="2583295"/>
                  </a:lnTo>
                  <a:lnTo>
                    <a:pt x="1710463" y="2580547"/>
                  </a:lnTo>
                  <a:lnTo>
                    <a:pt x="1710650" y="2577334"/>
                  </a:lnTo>
                  <a:lnTo>
                    <a:pt x="1710837" y="2574035"/>
                  </a:lnTo>
                  <a:lnTo>
                    <a:pt x="1711024" y="2571100"/>
                  </a:lnTo>
                  <a:lnTo>
                    <a:pt x="1711210" y="2568629"/>
                  </a:lnTo>
                  <a:lnTo>
                    <a:pt x="1711397" y="2566013"/>
                  </a:lnTo>
                  <a:lnTo>
                    <a:pt x="1711584" y="2563137"/>
                  </a:lnTo>
                  <a:lnTo>
                    <a:pt x="1711771" y="2560395"/>
                  </a:lnTo>
                  <a:lnTo>
                    <a:pt x="1711958" y="2557688"/>
                  </a:lnTo>
                  <a:lnTo>
                    <a:pt x="1712145" y="2555368"/>
                  </a:lnTo>
                  <a:lnTo>
                    <a:pt x="1712332" y="2553243"/>
                  </a:lnTo>
                  <a:lnTo>
                    <a:pt x="1712519" y="2551413"/>
                  </a:lnTo>
                  <a:lnTo>
                    <a:pt x="1712706" y="2550471"/>
                  </a:lnTo>
                  <a:lnTo>
                    <a:pt x="1712893" y="2550311"/>
                  </a:lnTo>
                  <a:lnTo>
                    <a:pt x="1713080" y="2550727"/>
                  </a:lnTo>
                  <a:lnTo>
                    <a:pt x="1713267" y="2551583"/>
                  </a:lnTo>
                  <a:lnTo>
                    <a:pt x="1713454" y="2552679"/>
                  </a:lnTo>
                  <a:lnTo>
                    <a:pt x="1713640" y="2553951"/>
                  </a:lnTo>
                  <a:lnTo>
                    <a:pt x="1713827" y="2555243"/>
                  </a:lnTo>
                  <a:lnTo>
                    <a:pt x="1714014" y="2556621"/>
                  </a:lnTo>
                  <a:lnTo>
                    <a:pt x="1714201" y="2557996"/>
                  </a:lnTo>
                  <a:lnTo>
                    <a:pt x="1714388" y="2559599"/>
                  </a:lnTo>
                  <a:lnTo>
                    <a:pt x="1714575" y="2561440"/>
                  </a:lnTo>
                  <a:lnTo>
                    <a:pt x="1714762" y="2563341"/>
                  </a:lnTo>
                  <a:lnTo>
                    <a:pt x="1714949" y="2565318"/>
                  </a:lnTo>
                  <a:lnTo>
                    <a:pt x="1715136" y="2567321"/>
                  </a:lnTo>
                  <a:lnTo>
                    <a:pt x="1715323" y="2569333"/>
                  </a:lnTo>
                  <a:lnTo>
                    <a:pt x="1715510" y="2571208"/>
                  </a:lnTo>
                  <a:lnTo>
                    <a:pt x="1715697" y="2573348"/>
                  </a:lnTo>
                  <a:lnTo>
                    <a:pt x="1715883" y="2575398"/>
                  </a:lnTo>
                  <a:lnTo>
                    <a:pt x="1716070" y="2577131"/>
                  </a:lnTo>
                  <a:lnTo>
                    <a:pt x="1716257" y="2578825"/>
                  </a:lnTo>
                  <a:lnTo>
                    <a:pt x="1716444" y="2579904"/>
                  </a:lnTo>
                  <a:lnTo>
                    <a:pt x="1716631" y="2580786"/>
                  </a:lnTo>
                  <a:lnTo>
                    <a:pt x="1716818" y="2581651"/>
                  </a:lnTo>
                  <a:lnTo>
                    <a:pt x="1717005" y="2583239"/>
                  </a:lnTo>
                  <a:lnTo>
                    <a:pt x="1717192" y="2584958"/>
                  </a:lnTo>
                  <a:lnTo>
                    <a:pt x="1717379" y="2586237"/>
                  </a:lnTo>
                  <a:lnTo>
                    <a:pt x="1717566" y="2587119"/>
                  </a:lnTo>
                  <a:lnTo>
                    <a:pt x="1717753" y="2587613"/>
                  </a:lnTo>
                  <a:lnTo>
                    <a:pt x="1717940" y="2587659"/>
                  </a:lnTo>
                  <a:lnTo>
                    <a:pt x="1718127" y="2586618"/>
                  </a:lnTo>
                  <a:lnTo>
                    <a:pt x="1718313" y="2585065"/>
                  </a:lnTo>
                  <a:lnTo>
                    <a:pt x="1718500" y="2583237"/>
                  </a:lnTo>
                  <a:lnTo>
                    <a:pt x="1718687" y="2581430"/>
                  </a:lnTo>
                  <a:lnTo>
                    <a:pt x="1718874" y="2580093"/>
                  </a:lnTo>
                  <a:lnTo>
                    <a:pt x="1719061" y="2578917"/>
                  </a:lnTo>
                  <a:lnTo>
                    <a:pt x="1719248" y="2578108"/>
                  </a:lnTo>
                  <a:lnTo>
                    <a:pt x="1719435" y="2577137"/>
                  </a:lnTo>
                  <a:lnTo>
                    <a:pt x="1719622" y="2575883"/>
                  </a:lnTo>
                  <a:lnTo>
                    <a:pt x="1719809" y="2574740"/>
                  </a:lnTo>
                  <a:lnTo>
                    <a:pt x="1719996" y="2573638"/>
                  </a:lnTo>
                  <a:lnTo>
                    <a:pt x="1720183" y="2572537"/>
                  </a:lnTo>
                  <a:lnTo>
                    <a:pt x="1720370" y="2571526"/>
                  </a:lnTo>
                  <a:lnTo>
                    <a:pt x="1720556" y="2570505"/>
                  </a:lnTo>
                  <a:lnTo>
                    <a:pt x="1720743" y="2570053"/>
                  </a:lnTo>
                  <a:lnTo>
                    <a:pt x="1720930" y="2570179"/>
                  </a:lnTo>
                  <a:lnTo>
                    <a:pt x="1721117" y="2570392"/>
                  </a:lnTo>
                  <a:lnTo>
                    <a:pt x="1721304" y="2570579"/>
                  </a:lnTo>
                  <a:lnTo>
                    <a:pt x="1721491" y="2570127"/>
                  </a:lnTo>
                  <a:lnTo>
                    <a:pt x="1721678" y="2569714"/>
                  </a:lnTo>
                  <a:lnTo>
                    <a:pt x="1721865" y="2569444"/>
                  </a:lnTo>
                  <a:lnTo>
                    <a:pt x="1722052" y="2569238"/>
                  </a:lnTo>
                  <a:lnTo>
                    <a:pt x="1722239" y="2569199"/>
                  </a:lnTo>
                  <a:lnTo>
                    <a:pt x="1722426" y="2569251"/>
                  </a:lnTo>
                  <a:lnTo>
                    <a:pt x="1722613" y="2569580"/>
                  </a:lnTo>
                  <a:lnTo>
                    <a:pt x="1722800" y="2569936"/>
                  </a:lnTo>
                  <a:lnTo>
                    <a:pt x="1722986" y="2570169"/>
                  </a:lnTo>
                  <a:lnTo>
                    <a:pt x="1723173" y="2570219"/>
                  </a:lnTo>
                  <a:lnTo>
                    <a:pt x="1723360" y="2570330"/>
                  </a:lnTo>
                  <a:lnTo>
                    <a:pt x="1723547" y="2570293"/>
                  </a:lnTo>
                  <a:lnTo>
                    <a:pt x="1723734" y="2570419"/>
                  </a:lnTo>
                  <a:lnTo>
                    <a:pt x="1723921" y="2570513"/>
                  </a:lnTo>
                  <a:lnTo>
                    <a:pt x="1724108" y="2570754"/>
                  </a:lnTo>
                  <a:lnTo>
                    <a:pt x="1724295" y="2571142"/>
                  </a:lnTo>
                  <a:lnTo>
                    <a:pt x="1724482" y="2571698"/>
                  </a:lnTo>
                  <a:lnTo>
                    <a:pt x="1724669" y="2572164"/>
                  </a:lnTo>
                  <a:lnTo>
                    <a:pt x="1724856" y="2572733"/>
                  </a:lnTo>
                  <a:lnTo>
                    <a:pt x="1725043" y="2573462"/>
                  </a:lnTo>
                  <a:lnTo>
                    <a:pt x="1725230" y="2574141"/>
                  </a:lnTo>
                  <a:lnTo>
                    <a:pt x="1725416" y="2574694"/>
                  </a:lnTo>
                  <a:lnTo>
                    <a:pt x="1725603" y="2575229"/>
                  </a:lnTo>
                  <a:lnTo>
                    <a:pt x="1725790" y="2575885"/>
                  </a:lnTo>
                  <a:lnTo>
                    <a:pt x="1725977" y="2576755"/>
                  </a:lnTo>
                  <a:lnTo>
                    <a:pt x="1726164" y="2577386"/>
                  </a:lnTo>
                  <a:lnTo>
                    <a:pt x="1726351" y="2577977"/>
                  </a:lnTo>
                  <a:lnTo>
                    <a:pt x="1726538" y="2578492"/>
                  </a:lnTo>
                  <a:lnTo>
                    <a:pt x="1726725" y="2579077"/>
                  </a:lnTo>
                  <a:lnTo>
                    <a:pt x="1726912" y="2579636"/>
                  </a:lnTo>
                  <a:lnTo>
                    <a:pt x="1727099" y="2580184"/>
                  </a:lnTo>
                  <a:lnTo>
                    <a:pt x="1727286" y="2580688"/>
                  </a:lnTo>
                  <a:lnTo>
                    <a:pt x="1727473" y="2581308"/>
                  </a:lnTo>
                  <a:lnTo>
                    <a:pt x="1727659" y="2581906"/>
                  </a:lnTo>
                  <a:lnTo>
                    <a:pt x="1727846" y="2582464"/>
                  </a:lnTo>
                  <a:lnTo>
                    <a:pt x="1728033" y="2583118"/>
                  </a:lnTo>
                  <a:lnTo>
                    <a:pt x="1728220" y="2583573"/>
                  </a:lnTo>
                  <a:lnTo>
                    <a:pt x="1728407" y="2583864"/>
                  </a:lnTo>
                  <a:lnTo>
                    <a:pt x="1728594" y="2583869"/>
                  </a:lnTo>
                  <a:lnTo>
                    <a:pt x="1728781" y="2583247"/>
                  </a:lnTo>
                  <a:lnTo>
                    <a:pt x="1728968" y="2582505"/>
                  </a:lnTo>
                  <a:lnTo>
                    <a:pt x="1729155" y="2581482"/>
                  </a:lnTo>
                  <a:lnTo>
                    <a:pt x="1729342" y="2580379"/>
                  </a:lnTo>
                  <a:lnTo>
                    <a:pt x="1729529" y="2579322"/>
                  </a:lnTo>
                  <a:lnTo>
                    <a:pt x="1729716" y="2578216"/>
                  </a:lnTo>
                  <a:lnTo>
                    <a:pt x="1729903" y="2576936"/>
                  </a:lnTo>
                  <a:lnTo>
                    <a:pt x="1730089" y="2576013"/>
                  </a:lnTo>
                  <a:lnTo>
                    <a:pt x="1730276" y="2575224"/>
                  </a:lnTo>
                  <a:lnTo>
                    <a:pt x="1730463" y="2574591"/>
                  </a:lnTo>
                  <a:lnTo>
                    <a:pt x="1730650" y="2573923"/>
                  </a:lnTo>
                  <a:lnTo>
                    <a:pt x="1730837" y="2572835"/>
                  </a:lnTo>
                  <a:lnTo>
                    <a:pt x="1731024" y="2572227"/>
                  </a:lnTo>
                  <a:lnTo>
                    <a:pt x="1731211" y="2571963"/>
                  </a:lnTo>
                  <a:lnTo>
                    <a:pt x="1731398" y="2572383"/>
                  </a:lnTo>
                  <a:lnTo>
                    <a:pt x="1731585" y="2573025"/>
                  </a:lnTo>
                  <a:lnTo>
                    <a:pt x="1731772" y="2573788"/>
                  </a:lnTo>
                  <a:lnTo>
                    <a:pt x="1731959" y="2574520"/>
                  </a:lnTo>
                  <a:lnTo>
                    <a:pt x="1732146" y="2574988"/>
                  </a:lnTo>
                  <a:lnTo>
                    <a:pt x="1732333" y="2575077"/>
                  </a:lnTo>
                  <a:lnTo>
                    <a:pt x="1732519" y="2575488"/>
                  </a:lnTo>
                  <a:lnTo>
                    <a:pt x="1732706" y="2576417"/>
                  </a:lnTo>
                  <a:lnTo>
                    <a:pt x="1732893" y="2577216"/>
                  </a:lnTo>
                  <a:lnTo>
                    <a:pt x="1733080" y="2578013"/>
                  </a:lnTo>
                  <a:lnTo>
                    <a:pt x="1733267" y="2578795"/>
                  </a:lnTo>
                  <a:lnTo>
                    <a:pt x="1733454" y="2579508"/>
                  </a:lnTo>
                  <a:lnTo>
                    <a:pt x="1733641" y="2580158"/>
                  </a:lnTo>
                  <a:lnTo>
                    <a:pt x="1733828" y="2580290"/>
                  </a:lnTo>
                  <a:lnTo>
                    <a:pt x="1734015" y="2579727"/>
                  </a:lnTo>
                  <a:lnTo>
                    <a:pt x="1734202" y="2578591"/>
                  </a:lnTo>
                  <a:lnTo>
                    <a:pt x="1734389" y="2577259"/>
                  </a:lnTo>
                  <a:lnTo>
                    <a:pt x="1734576" y="2575568"/>
                  </a:lnTo>
                  <a:lnTo>
                    <a:pt x="1734762" y="2573827"/>
                  </a:lnTo>
                  <a:lnTo>
                    <a:pt x="1734949" y="2572157"/>
                  </a:lnTo>
                  <a:lnTo>
                    <a:pt x="1735136" y="2570723"/>
                  </a:lnTo>
                  <a:lnTo>
                    <a:pt x="1735323" y="2569039"/>
                  </a:lnTo>
                  <a:lnTo>
                    <a:pt x="1735510" y="2567143"/>
                  </a:lnTo>
                  <a:lnTo>
                    <a:pt x="1735697" y="2565318"/>
                  </a:lnTo>
                  <a:lnTo>
                    <a:pt x="1735884" y="2563521"/>
                  </a:lnTo>
                  <a:lnTo>
                    <a:pt x="1736071" y="2561309"/>
                  </a:lnTo>
                  <a:lnTo>
                    <a:pt x="1736258" y="2559100"/>
                  </a:lnTo>
                  <a:lnTo>
                    <a:pt x="1736445" y="2556500"/>
                  </a:lnTo>
                  <a:lnTo>
                    <a:pt x="1736632" y="2553588"/>
                  </a:lnTo>
                  <a:lnTo>
                    <a:pt x="1736819" y="2551744"/>
                  </a:lnTo>
                  <a:lnTo>
                    <a:pt x="1737006" y="2550730"/>
                  </a:lnTo>
                  <a:lnTo>
                    <a:pt x="1737192" y="2550153"/>
                  </a:lnTo>
                  <a:lnTo>
                    <a:pt x="1737379" y="2549837"/>
                  </a:lnTo>
                  <a:lnTo>
                    <a:pt x="1737566" y="2549433"/>
                  </a:lnTo>
                  <a:lnTo>
                    <a:pt x="1737753" y="2548651"/>
                  </a:lnTo>
                  <a:lnTo>
                    <a:pt x="1737940" y="2547359"/>
                  </a:lnTo>
                  <a:lnTo>
                    <a:pt x="1738127" y="2545724"/>
                  </a:lnTo>
                  <a:lnTo>
                    <a:pt x="1738314" y="2543834"/>
                  </a:lnTo>
                  <a:lnTo>
                    <a:pt x="1738501" y="2541797"/>
                  </a:lnTo>
                  <a:lnTo>
                    <a:pt x="1738688" y="2539886"/>
                  </a:lnTo>
                  <a:lnTo>
                    <a:pt x="1738875" y="2538115"/>
                  </a:lnTo>
                  <a:lnTo>
                    <a:pt x="1739062" y="2536428"/>
                  </a:lnTo>
                  <a:lnTo>
                    <a:pt x="1739249" y="2534929"/>
                  </a:lnTo>
                  <a:lnTo>
                    <a:pt x="1739435" y="2533238"/>
                  </a:lnTo>
                  <a:lnTo>
                    <a:pt x="1739622" y="2531462"/>
                  </a:lnTo>
                  <a:lnTo>
                    <a:pt x="1739809" y="2529571"/>
                  </a:lnTo>
                  <a:lnTo>
                    <a:pt x="1739996" y="2527530"/>
                  </a:lnTo>
                  <a:lnTo>
                    <a:pt x="1740183" y="2525349"/>
                  </a:lnTo>
                  <a:lnTo>
                    <a:pt x="1740370" y="2523167"/>
                  </a:lnTo>
                  <a:lnTo>
                    <a:pt x="1740557" y="2521522"/>
                  </a:lnTo>
                  <a:lnTo>
                    <a:pt x="1740744" y="2520458"/>
                  </a:lnTo>
                  <a:lnTo>
                    <a:pt x="1740931" y="2520212"/>
                  </a:lnTo>
                  <a:lnTo>
                    <a:pt x="1741118" y="2520511"/>
                  </a:lnTo>
                  <a:lnTo>
                    <a:pt x="1741305" y="2520863"/>
                  </a:lnTo>
                  <a:lnTo>
                    <a:pt x="1741492" y="2521039"/>
                  </a:lnTo>
                  <a:lnTo>
                    <a:pt x="1741679" y="2520942"/>
                  </a:lnTo>
                  <a:lnTo>
                    <a:pt x="1741865" y="2520962"/>
                  </a:lnTo>
                  <a:lnTo>
                    <a:pt x="1742052" y="2520597"/>
                  </a:lnTo>
                  <a:lnTo>
                    <a:pt x="1742239" y="2520246"/>
                  </a:lnTo>
                  <a:lnTo>
                    <a:pt x="1742426" y="2519993"/>
                  </a:lnTo>
                  <a:lnTo>
                    <a:pt x="1742613" y="2519822"/>
                  </a:lnTo>
                  <a:lnTo>
                    <a:pt x="1742800" y="2519687"/>
                  </a:lnTo>
                  <a:lnTo>
                    <a:pt x="1742987" y="2519609"/>
                  </a:lnTo>
                  <a:lnTo>
                    <a:pt x="1743174" y="2519550"/>
                  </a:lnTo>
                  <a:lnTo>
                    <a:pt x="1743361" y="2519147"/>
                  </a:lnTo>
                  <a:lnTo>
                    <a:pt x="1743548" y="2518624"/>
                  </a:lnTo>
                  <a:lnTo>
                    <a:pt x="1743735" y="2517912"/>
                  </a:lnTo>
                  <a:lnTo>
                    <a:pt x="1743922" y="2517085"/>
                  </a:lnTo>
                  <a:lnTo>
                    <a:pt x="1744109" y="2516341"/>
                  </a:lnTo>
                  <a:lnTo>
                    <a:pt x="1744295" y="2515736"/>
                  </a:lnTo>
                  <a:lnTo>
                    <a:pt x="1744482" y="2515008"/>
                  </a:lnTo>
                  <a:lnTo>
                    <a:pt x="1744669" y="2514245"/>
                  </a:lnTo>
                  <a:lnTo>
                    <a:pt x="1744856" y="2513522"/>
                  </a:lnTo>
                  <a:lnTo>
                    <a:pt x="1745043" y="2512449"/>
                  </a:lnTo>
                  <a:lnTo>
                    <a:pt x="1745230" y="2511121"/>
                  </a:lnTo>
                  <a:lnTo>
                    <a:pt x="1745417" y="2509713"/>
                  </a:lnTo>
                  <a:lnTo>
                    <a:pt x="1745604" y="2508165"/>
                  </a:lnTo>
                  <a:lnTo>
                    <a:pt x="1745791" y="2506582"/>
                  </a:lnTo>
                  <a:lnTo>
                    <a:pt x="1745978" y="2504902"/>
                  </a:lnTo>
                  <a:lnTo>
                    <a:pt x="1746165" y="2503398"/>
                  </a:lnTo>
                  <a:lnTo>
                    <a:pt x="1746352" y="2502272"/>
                  </a:lnTo>
                  <a:lnTo>
                    <a:pt x="1746538" y="2500874"/>
                  </a:lnTo>
                  <a:lnTo>
                    <a:pt x="1746725" y="2499202"/>
                  </a:lnTo>
                  <a:lnTo>
                    <a:pt x="1746912" y="2497346"/>
                  </a:lnTo>
                  <a:lnTo>
                    <a:pt x="1747099" y="2495464"/>
                  </a:lnTo>
                  <a:lnTo>
                    <a:pt x="1747286" y="2494470"/>
                  </a:lnTo>
                  <a:lnTo>
                    <a:pt x="1747473" y="2494347"/>
                  </a:lnTo>
                  <a:lnTo>
                    <a:pt x="1747660" y="2494760"/>
                  </a:lnTo>
                  <a:lnTo>
                    <a:pt x="1747847" y="2495455"/>
                  </a:lnTo>
                  <a:lnTo>
                    <a:pt x="1748034" y="2496669"/>
                  </a:lnTo>
                  <a:lnTo>
                    <a:pt x="1748221" y="2498182"/>
                  </a:lnTo>
                  <a:lnTo>
                    <a:pt x="1748408" y="2499906"/>
                  </a:lnTo>
                  <a:lnTo>
                    <a:pt x="1748595" y="2501674"/>
                  </a:lnTo>
                  <a:lnTo>
                    <a:pt x="1748782" y="2503671"/>
                  </a:lnTo>
                  <a:lnTo>
                    <a:pt x="1748968" y="2505491"/>
                  </a:lnTo>
                  <a:lnTo>
                    <a:pt x="1749155" y="2506802"/>
                  </a:lnTo>
                  <a:lnTo>
                    <a:pt x="1749342" y="2507972"/>
                  </a:lnTo>
                  <a:lnTo>
                    <a:pt x="1749529" y="2509115"/>
                  </a:lnTo>
                  <a:lnTo>
                    <a:pt x="1749716" y="2510347"/>
                  </a:lnTo>
                  <a:lnTo>
                    <a:pt x="1749903" y="2511622"/>
                  </a:lnTo>
                  <a:lnTo>
                    <a:pt x="1750090" y="2512176"/>
                  </a:lnTo>
                  <a:lnTo>
                    <a:pt x="1750277" y="2511745"/>
                  </a:lnTo>
                  <a:lnTo>
                    <a:pt x="1750464" y="2511042"/>
                  </a:lnTo>
                  <a:lnTo>
                    <a:pt x="1750651" y="2510294"/>
                  </a:lnTo>
                  <a:lnTo>
                    <a:pt x="1750838" y="2509291"/>
                  </a:lnTo>
                  <a:lnTo>
                    <a:pt x="1751025" y="2507910"/>
                  </a:lnTo>
                  <a:lnTo>
                    <a:pt x="1751212" y="2506494"/>
                  </a:lnTo>
                  <a:lnTo>
                    <a:pt x="1751398" y="2505104"/>
                  </a:lnTo>
                  <a:lnTo>
                    <a:pt x="1751585" y="2503794"/>
                  </a:lnTo>
                  <a:lnTo>
                    <a:pt x="1751772" y="2502677"/>
                  </a:lnTo>
                  <a:lnTo>
                    <a:pt x="1751959" y="2501727"/>
                  </a:lnTo>
                  <a:lnTo>
                    <a:pt x="1752146" y="2500689"/>
                  </a:lnTo>
                  <a:lnTo>
                    <a:pt x="1752333" y="2499364"/>
                  </a:lnTo>
                  <a:lnTo>
                    <a:pt x="1752520" y="2497975"/>
                  </a:lnTo>
                  <a:lnTo>
                    <a:pt x="1752707" y="2496304"/>
                  </a:lnTo>
                  <a:lnTo>
                    <a:pt x="1752894" y="2494338"/>
                  </a:lnTo>
                  <a:lnTo>
                    <a:pt x="1753081" y="2492669"/>
                  </a:lnTo>
                  <a:lnTo>
                    <a:pt x="1753268" y="2491055"/>
                  </a:lnTo>
                  <a:lnTo>
                    <a:pt x="1753455" y="2489207"/>
                  </a:lnTo>
                  <a:lnTo>
                    <a:pt x="1753641" y="2487613"/>
                  </a:lnTo>
                  <a:lnTo>
                    <a:pt x="1753828" y="2486365"/>
                  </a:lnTo>
                  <a:lnTo>
                    <a:pt x="1754015" y="2485000"/>
                  </a:lnTo>
                  <a:lnTo>
                    <a:pt x="1754202" y="2483439"/>
                  </a:lnTo>
                  <a:lnTo>
                    <a:pt x="1754389" y="2481702"/>
                  </a:lnTo>
                  <a:lnTo>
                    <a:pt x="1754576" y="2479288"/>
                  </a:lnTo>
                  <a:lnTo>
                    <a:pt x="1754763" y="2476540"/>
                  </a:lnTo>
                  <a:lnTo>
                    <a:pt x="1754950" y="2473987"/>
                  </a:lnTo>
                  <a:lnTo>
                    <a:pt x="1755137" y="2471426"/>
                  </a:lnTo>
                  <a:lnTo>
                    <a:pt x="1755324" y="2469067"/>
                  </a:lnTo>
                  <a:lnTo>
                    <a:pt x="1755511" y="2467066"/>
                  </a:lnTo>
                  <a:lnTo>
                    <a:pt x="1755698" y="2465652"/>
                  </a:lnTo>
                  <a:lnTo>
                    <a:pt x="1755885" y="2464178"/>
                  </a:lnTo>
                  <a:lnTo>
                    <a:pt x="1756071" y="2462662"/>
                  </a:lnTo>
                  <a:lnTo>
                    <a:pt x="1756258" y="2461117"/>
                  </a:lnTo>
                  <a:lnTo>
                    <a:pt x="1756445" y="2459508"/>
                  </a:lnTo>
                  <a:lnTo>
                    <a:pt x="1756632" y="2457776"/>
                  </a:lnTo>
                  <a:lnTo>
                    <a:pt x="1756819" y="2456407"/>
                  </a:lnTo>
                  <a:lnTo>
                    <a:pt x="1757006" y="2455129"/>
                  </a:lnTo>
                  <a:lnTo>
                    <a:pt x="1757193" y="2453968"/>
                  </a:lnTo>
                  <a:lnTo>
                    <a:pt x="1757380" y="2453178"/>
                  </a:lnTo>
                  <a:lnTo>
                    <a:pt x="1757567" y="2452784"/>
                  </a:lnTo>
                  <a:lnTo>
                    <a:pt x="1757754" y="2452483"/>
                  </a:lnTo>
                  <a:lnTo>
                    <a:pt x="1757941" y="2452545"/>
                  </a:lnTo>
                  <a:lnTo>
                    <a:pt x="1758128" y="2452288"/>
                  </a:lnTo>
                  <a:lnTo>
                    <a:pt x="1758314" y="2452086"/>
                  </a:lnTo>
                  <a:lnTo>
                    <a:pt x="1758501" y="2452054"/>
                  </a:lnTo>
                  <a:lnTo>
                    <a:pt x="1758688" y="2452183"/>
                  </a:lnTo>
                  <a:lnTo>
                    <a:pt x="1758875" y="2452712"/>
                  </a:lnTo>
                  <a:lnTo>
                    <a:pt x="1759062" y="2453170"/>
                  </a:lnTo>
                  <a:lnTo>
                    <a:pt x="1759249" y="2453541"/>
                  </a:lnTo>
                  <a:lnTo>
                    <a:pt x="1759436" y="2453973"/>
                  </a:lnTo>
                  <a:lnTo>
                    <a:pt x="1759623" y="2454235"/>
                  </a:lnTo>
                  <a:lnTo>
                    <a:pt x="1759810" y="2454640"/>
                  </a:lnTo>
                  <a:lnTo>
                    <a:pt x="1759997" y="2454826"/>
                  </a:lnTo>
                  <a:lnTo>
                    <a:pt x="1760184" y="2455046"/>
                  </a:lnTo>
                  <a:lnTo>
                    <a:pt x="1760371" y="2455396"/>
                  </a:lnTo>
                  <a:lnTo>
                    <a:pt x="1760558" y="2455963"/>
                  </a:lnTo>
                  <a:lnTo>
                    <a:pt x="1760744" y="2456529"/>
                  </a:lnTo>
                  <a:lnTo>
                    <a:pt x="1760931" y="2457165"/>
                  </a:lnTo>
                  <a:lnTo>
                    <a:pt x="1761118" y="2457497"/>
                  </a:lnTo>
                  <a:lnTo>
                    <a:pt x="1761305" y="2457804"/>
                  </a:lnTo>
                  <a:lnTo>
                    <a:pt x="1761492" y="2458104"/>
                  </a:lnTo>
                  <a:lnTo>
                    <a:pt x="1761679" y="2458084"/>
                  </a:lnTo>
                  <a:lnTo>
                    <a:pt x="1761866" y="2458057"/>
                  </a:lnTo>
                  <a:lnTo>
                    <a:pt x="1762053" y="2458004"/>
                  </a:lnTo>
                  <a:lnTo>
                    <a:pt x="1762240" y="2457898"/>
                  </a:lnTo>
                  <a:lnTo>
                    <a:pt x="1762427" y="2457570"/>
                  </a:lnTo>
                  <a:lnTo>
                    <a:pt x="1762614" y="2457077"/>
                  </a:lnTo>
                  <a:lnTo>
                    <a:pt x="1762801" y="2456672"/>
                  </a:lnTo>
                  <a:lnTo>
                    <a:pt x="1762988" y="2456118"/>
                  </a:lnTo>
                  <a:lnTo>
                    <a:pt x="1763174" y="2455406"/>
                  </a:lnTo>
                  <a:lnTo>
                    <a:pt x="1763361" y="2454359"/>
                  </a:lnTo>
                  <a:lnTo>
                    <a:pt x="1763548" y="2453400"/>
                  </a:lnTo>
                  <a:lnTo>
                    <a:pt x="1763735" y="2452477"/>
                  </a:lnTo>
                  <a:lnTo>
                    <a:pt x="1763922" y="2451580"/>
                  </a:lnTo>
                  <a:lnTo>
                    <a:pt x="1764109" y="2450700"/>
                  </a:lnTo>
                  <a:lnTo>
                    <a:pt x="1764296" y="2449821"/>
                  </a:lnTo>
                  <a:lnTo>
                    <a:pt x="1764483" y="2449099"/>
                  </a:lnTo>
                  <a:lnTo>
                    <a:pt x="1764670" y="2448396"/>
                  </a:lnTo>
                  <a:lnTo>
                    <a:pt x="1764857" y="2447692"/>
                  </a:lnTo>
                  <a:lnTo>
                    <a:pt x="1765044" y="2446988"/>
                  </a:lnTo>
                  <a:lnTo>
                    <a:pt x="1765231" y="2445968"/>
                  </a:lnTo>
                  <a:lnTo>
                    <a:pt x="1765417" y="2444877"/>
                  </a:lnTo>
                  <a:lnTo>
                    <a:pt x="1765604" y="2443963"/>
                  </a:lnTo>
                  <a:lnTo>
                    <a:pt x="1765791" y="2443470"/>
                  </a:lnTo>
                  <a:lnTo>
                    <a:pt x="1765978" y="2443285"/>
                  </a:lnTo>
                  <a:lnTo>
                    <a:pt x="1766165" y="2443364"/>
                  </a:lnTo>
                  <a:lnTo>
                    <a:pt x="1766352" y="2443540"/>
                  </a:lnTo>
                  <a:lnTo>
                    <a:pt x="1766539" y="2443760"/>
                  </a:lnTo>
                  <a:lnTo>
                    <a:pt x="1766726" y="2443963"/>
                  </a:lnTo>
                  <a:lnTo>
                    <a:pt x="1766913" y="2443734"/>
                  </a:lnTo>
                  <a:lnTo>
                    <a:pt x="1767100" y="2443514"/>
                  </a:lnTo>
                  <a:lnTo>
                    <a:pt x="1767287" y="2443320"/>
                  </a:lnTo>
                  <a:lnTo>
                    <a:pt x="1767474" y="2443145"/>
                  </a:lnTo>
                  <a:lnTo>
                    <a:pt x="1767661" y="2442986"/>
                  </a:lnTo>
                  <a:lnTo>
                    <a:pt x="1767847" y="2442986"/>
                  </a:lnTo>
                  <a:lnTo>
                    <a:pt x="1768034" y="2443382"/>
                  </a:lnTo>
                  <a:lnTo>
                    <a:pt x="1768221" y="2443954"/>
                  </a:lnTo>
                  <a:lnTo>
                    <a:pt x="1768408" y="2444411"/>
                  </a:lnTo>
                  <a:lnTo>
                    <a:pt x="1768595" y="2444288"/>
                  </a:lnTo>
                  <a:lnTo>
                    <a:pt x="1768782" y="2443769"/>
                  </a:lnTo>
                  <a:lnTo>
                    <a:pt x="1768969" y="2443197"/>
                  </a:lnTo>
                  <a:lnTo>
                    <a:pt x="1769156" y="2442670"/>
                  </a:lnTo>
                  <a:lnTo>
                    <a:pt x="1769343" y="2442757"/>
                  </a:lnTo>
                  <a:lnTo>
                    <a:pt x="1769530" y="2443235"/>
                  </a:lnTo>
                  <a:lnTo>
                    <a:pt x="1769717" y="2444412"/>
                  </a:lnTo>
                  <a:lnTo>
                    <a:pt x="1769904" y="2445553"/>
                  </a:lnTo>
                  <a:lnTo>
                    <a:pt x="1770091" y="2446397"/>
                  </a:lnTo>
                  <a:lnTo>
                    <a:pt x="1770277" y="2447175"/>
                  </a:lnTo>
                  <a:lnTo>
                    <a:pt x="1770464" y="2447780"/>
                  </a:lnTo>
                  <a:lnTo>
                    <a:pt x="1770651" y="2447872"/>
                  </a:lnTo>
                  <a:lnTo>
                    <a:pt x="1770838" y="2447913"/>
                  </a:lnTo>
                  <a:lnTo>
                    <a:pt x="1771025" y="2448017"/>
                  </a:lnTo>
                  <a:lnTo>
                    <a:pt x="1771212" y="2448636"/>
                  </a:lnTo>
                  <a:lnTo>
                    <a:pt x="1771399" y="2449839"/>
                  </a:lnTo>
                  <a:lnTo>
                    <a:pt x="1771586" y="2451524"/>
                  </a:lnTo>
                  <a:lnTo>
                    <a:pt x="1771773" y="2453209"/>
                  </a:lnTo>
                  <a:lnTo>
                    <a:pt x="1771960" y="2454812"/>
                  </a:lnTo>
                  <a:lnTo>
                    <a:pt x="1772147" y="2455899"/>
                  </a:lnTo>
                  <a:lnTo>
                    <a:pt x="1772334" y="2456464"/>
                  </a:lnTo>
                  <a:lnTo>
                    <a:pt x="1772520" y="2456850"/>
                  </a:lnTo>
                  <a:lnTo>
                    <a:pt x="1772707" y="2456722"/>
                  </a:lnTo>
                  <a:lnTo>
                    <a:pt x="1772894" y="2456451"/>
                  </a:lnTo>
                  <a:lnTo>
                    <a:pt x="1773081" y="2456179"/>
                  </a:lnTo>
                  <a:lnTo>
                    <a:pt x="1773268" y="2455779"/>
                  </a:lnTo>
                  <a:lnTo>
                    <a:pt x="1773455" y="2455888"/>
                  </a:lnTo>
                  <a:lnTo>
                    <a:pt x="1773642" y="2456007"/>
                  </a:lnTo>
                  <a:lnTo>
                    <a:pt x="1773829" y="2456315"/>
                  </a:lnTo>
                  <a:lnTo>
                    <a:pt x="1774016" y="2456860"/>
                  </a:lnTo>
                  <a:lnTo>
                    <a:pt x="1774203" y="2456337"/>
                  </a:lnTo>
                  <a:lnTo>
                    <a:pt x="1774390" y="2454428"/>
                  </a:lnTo>
                  <a:lnTo>
                    <a:pt x="1774577" y="2452151"/>
                  </a:lnTo>
                  <a:lnTo>
                    <a:pt x="1774764" y="2449829"/>
                  </a:lnTo>
                  <a:lnTo>
                    <a:pt x="1774950" y="2447806"/>
                  </a:lnTo>
                  <a:lnTo>
                    <a:pt x="1775137" y="2446372"/>
                  </a:lnTo>
                  <a:lnTo>
                    <a:pt x="1775324" y="2445361"/>
                  </a:lnTo>
                  <a:lnTo>
                    <a:pt x="1775511" y="2444921"/>
                  </a:lnTo>
                  <a:lnTo>
                    <a:pt x="1775698" y="2444780"/>
                  </a:lnTo>
                  <a:lnTo>
                    <a:pt x="1775885" y="2444552"/>
                  </a:lnTo>
                  <a:lnTo>
                    <a:pt x="1776072" y="2444235"/>
                  </a:lnTo>
                  <a:lnTo>
                    <a:pt x="1776259" y="2443918"/>
                  </a:lnTo>
                  <a:lnTo>
                    <a:pt x="1776446" y="2443373"/>
                  </a:lnTo>
                  <a:lnTo>
                    <a:pt x="1776633" y="2442836"/>
                  </a:lnTo>
                  <a:lnTo>
                    <a:pt x="1776820" y="2442581"/>
                  </a:lnTo>
                  <a:lnTo>
                    <a:pt x="1777007" y="2442880"/>
                  </a:lnTo>
                  <a:lnTo>
                    <a:pt x="1777193" y="2443144"/>
                  </a:lnTo>
                  <a:lnTo>
                    <a:pt x="1777380" y="2443162"/>
                  </a:lnTo>
                  <a:lnTo>
                    <a:pt x="1777567" y="2443109"/>
                  </a:lnTo>
                  <a:lnTo>
                    <a:pt x="1777754" y="2443092"/>
                  </a:lnTo>
                  <a:lnTo>
                    <a:pt x="1777941" y="2443294"/>
                  </a:lnTo>
                  <a:lnTo>
                    <a:pt x="1778128" y="2443426"/>
                  </a:lnTo>
                  <a:lnTo>
                    <a:pt x="1778315" y="2443162"/>
                  </a:lnTo>
                  <a:lnTo>
                    <a:pt x="1778502" y="2442775"/>
                  </a:lnTo>
                  <a:lnTo>
                    <a:pt x="1778689" y="2442291"/>
                  </a:lnTo>
                  <a:lnTo>
                    <a:pt x="1778876" y="2441939"/>
                  </a:lnTo>
                  <a:lnTo>
                    <a:pt x="1779063" y="2441904"/>
                  </a:lnTo>
                  <a:lnTo>
                    <a:pt x="1779250" y="2442254"/>
                  </a:lnTo>
                  <a:lnTo>
                    <a:pt x="1779437" y="2443015"/>
                  </a:lnTo>
                  <a:lnTo>
                    <a:pt x="1779623" y="2443691"/>
                  </a:lnTo>
                  <a:lnTo>
                    <a:pt x="1779810" y="2444014"/>
                  </a:lnTo>
                  <a:lnTo>
                    <a:pt x="1779997" y="2444255"/>
                  </a:lnTo>
                  <a:lnTo>
                    <a:pt x="1780184" y="2444743"/>
                  </a:lnTo>
                  <a:lnTo>
                    <a:pt x="1780371" y="2445471"/>
                  </a:lnTo>
                  <a:lnTo>
                    <a:pt x="1780558" y="2446216"/>
                  </a:lnTo>
                  <a:lnTo>
                    <a:pt x="1780745" y="2446936"/>
                  </a:lnTo>
                  <a:lnTo>
                    <a:pt x="1780932" y="2447433"/>
                  </a:lnTo>
                  <a:lnTo>
                    <a:pt x="1781119" y="2447230"/>
                  </a:lnTo>
                  <a:lnTo>
                    <a:pt x="1781306" y="2446579"/>
                  </a:lnTo>
                  <a:lnTo>
                    <a:pt x="1781493" y="2446056"/>
                  </a:lnTo>
                  <a:lnTo>
                    <a:pt x="1781680" y="2445606"/>
                  </a:lnTo>
                  <a:lnTo>
                    <a:pt x="1781867" y="2445278"/>
                  </a:lnTo>
                  <a:lnTo>
                    <a:pt x="1782053" y="2444827"/>
                  </a:lnTo>
                  <a:lnTo>
                    <a:pt x="1782240" y="2444319"/>
                  </a:lnTo>
                  <a:lnTo>
                    <a:pt x="1782427" y="2444117"/>
                  </a:lnTo>
                  <a:lnTo>
                    <a:pt x="1782614" y="2444029"/>
                  </a:lnTo>
                  <a:lnTo>
                    <a:pt x="1782801" y="2444002"/>
                  </a:lnTo>
                  <a:lnTo>
                    <a:pt x="1782988" y="2444310"/>
                  </a:lnTo>
                  <a:lnTo>
                    <a:pt x="1783175" y="2444838"/>
                  </a:lnTo>
                  <a:lnTo>
                    <a:pt x="1783362" y="2445524"/>
                  </a:lnTo>
                  <a:lnTo>
                    <a:pt x="1783549" y="2446034"/>
                  </a:lnTo>
                  <a:lnTo>
                    <a:pt x="1783736" y="2446641"/>
                  </a:lnTo>
                  <a:lnTo>
                    <a:pt x="1783923" y="2447881"/>
                  </a:lnTo>
                  <a:lnTo>
                    <a:pt x="1784110" y="2449816"/>
                  </a:lnTo>
                  <a:lnTo>
                    <a:pt x="1784296" y="2452147"/>
                  </a:lnTo>
                  <a:lnTo>
                    <a:pt x="1784483" y="2454777"/>
                  </a:lnTo>
                  <a:lnTo>
                    <a:pt x="1784670" y="2456959"/>
                  </a:lnTo>
                  <a:lnTo>
                    <a:pt x="1784857" y="2458823"/>
                  </a:lnTo>
                  <a:lnTo>
                    <a:pt x="1785044" y="2460574"/>
                  </a:lnTo>
                  <a:lnTo>
                    <a:pt x="1785231" y="2462298"/>
                  </a:lnTo>
                  <a:lnTo>
                    <a:pt x="1785418" y="2463907"/>
                  </a:lnTo>
                  <a:lnTo>
                    <a:pt x="1785605" y="2465667"/>
                  </a:lnTo>
                  <a:lnTo>
                    <a:pt x="1785792" y="2467118"/>
                  </a:lnTo>
                  <a:lnTo>
                    <a:pt x="1785979" y="2468349"/>
                  </a:lnTo>
                  <a:lnTo>
                    <a:pt x="1786166" y="2469633"/>
                  </a:lnTo>
                  <a:lnTo>
                    <a:pt x="1786353" y="2471182"/>
                  </a:lnTo>
                  <a:lnTo>
                    <a:pt x="1786540" y="2472677"/>
                  </a:lnTo>
                  <a:lnTo>
                    <a:pt x="1786726" y="2474322"/>
                  </a:lnTo>
                  <a:lnTo>
                    <a:pt x="1786913" y="2475843"/>
                  </a:lnTo>
                  <a:lnTo>
                    <a:pt x="1787100" y="2476996"/>
                  </a:lnTo>
                  <a:lnTo>
                    <a:pt x="1787287" y="2477787"/>
                  </a:lnTo>
                  <a:lnTo>
                    <a:pt x="1787474" y="2478684"/>
                  </a:lnTo>
                  <a:lnTo>
                    <a:pt x="1787661" y="2479995"/>
                  </a:lnTo>
                  <a:lnTo>
                    <a:pt x="1787848" y="2480866"/>
                  </a:lnTo>
                  <a:lnTo>
                    <a:pt x="1788035" y="2481437"/>
                  </a:lnTo>
                  <a:lnTo>
                    <a:pt x="1788222" y="2482036"/>
                  </a:lnTo>
                  <a:lnTo>
                    <a:pt x="1788409" y="2482783"/>
                  </a:lnTo>
                  <a:lnTo>
                    <a:pt x="1788596" y="2483663"/>
                  </a:lnTo>
                  <a:lnTo>
                    <a:pt x="1788783" y="2484542"/>
                  </a:lnTo>
                  <a:lnTo>
                    <a:pt x="1788969" y="2485325"/>
                  </a:lnTo>
                  <a:lnTo>
                    <a:pt x="1789156" y="2485888"/>
                  </a:lnTo>
                  <a:lnTo>
                    <a:pt x="1789343" y="2486565"/>
                  </a:lnTo>
                  <a:lnTo>
                    <a:pt x="1789530" y="2487542"/>
                  </a:lnTo>
                  <a:lnTo>
                    <a:pt x="1789717" y="2488588"/>
                  </a:lnTo>
                  <a:lnTo>
                    <a:pt x="1789904" y="2489937"/>
                  </a:lnTo>
                  <a:lnTo>
                    <a:pt x="1790091" y="2491586"/>
                  </a:lnTo>
                  <a:lnTo>
                    <a:pt x="1790278" y="2493521"/>
                  </a:lnTo>
                  <a:lnTo>
                    <a:pt x="1790465" y="2495291"/>
                  </a:lnTo>
                  <a:lnTo>
                    <a:pt x="1790652" y="2497093"/>
                  </a:lnTo>
                  <a:lnTo>
                    <a:pt x="1790839" y="2499381"/>
                  </a:lnTo>
                  <a:lnTo>
                    <a:pt x="1791026" y="2501480"/>
                  </a:lnTo>
                  <a:lnTo>
                    <a:pt x="1791213" y="2503442"/>
                  </a:lnTo>
                  <a:lnTo>
                    <a:pt x="1791399" y="2505515"/>
                  </a:lnTo>
                  <a:lnTo>
                    <a:pt x="1791586" y="2507667"/>
                  </a:lnTo>
                  <a:lnTo>
                    <a:pt x="1791773" y="2510162"/>
                  </a:lnTo>
                  <a:lnTo>
                    <a:pt x="1791960" y="2513106"/>
                  </a:lnTo>
                  <a:lnTo>
                    <a:pt x="1792147" y="2516384"/>
                  </a:lnTo>
                  <a:lnTo>
                    <a:pt x="1792334" y="2519486"/>
                  </a:lnTo>
                  <a:lnTo>
                    <a:pt x="1792521" y="2522706"/>
                  </a:lnTo>
                  <a:lnTo>
                    <a:pt x="1792708" y="2526010"/>
                  </a:lnTo>
                  <a:lnTo>
                    <a:pt x="1792895" y="2529081"/>
                  </a:lnTo>
                  <a:lnTo>
                    <a:pt x="1793082" y="2531753"/>
                  </a:lnTo>
                  <a:lnTo>
                    <a:pt x="1793269" y="2534159"/>
                  </a:lnTo>
                  <a:lnTo>
                    <a:pt x="1793456" y="2537010"/>
                  </a:lnTo>
                  <a:lnTo>
                    <a:pt x="1793643" y="2539506"/>
                  </a:lnTo>
                  <a:lnTo>
                    <a:pt x="1793829" y="2542361"/>
                  </a:lnTo>
                  <a:lnTo>
                    <a:pt x="1794016" y="2545253"/>
                  </a:lnTo>
                  <a:lnTo>
                    <a:pt x="1794203" y="2547793"/>
                  </a:lnTo>
                  <a:lnTo>
                    <a:pt x="1794390" y="2549913"/>
                  </a:lnTo>
                  <a:lnTo>
                    <a:pt x="1794577" y="2551328"/>
                  </a:lnTo>
                  <a:lnTo>
                    <a:pt x="1794764" y="2551929"/>
                  </a:lnTo>
                  <a:lnTo>
                    <a:pt x="1794951" y="2551949"/>
                  </a:lnTo>
                  <a:lnTo>
                    <a:pt x="1795138" y="2551716"/>
                  </a:lnTo>
                  <a:lnTo>
                    <a:pt x="1795325" y="2551231"/>
                  </a:lnTo>
                  <a:lnTo>
                    <a:pt x="1795512" y="2550743"/>
                  </a:lnTo>
                  <a:lnTo>
                    <a:pt x="1795699" y="2550121"/>
                  </a:lnTo>
                  <a:lnTo>
                    <a:pt x="1795886" y="2549466"/>
                  </a:lnTo>
                  <a:lnTo>
                    <a:pt x="1796072" y="2548747"/>
                  </a:lnTo>
                  <a:lnTo>
                    <a:pt x="1796259" y="2547841"/>
                  </a:lnTo>
                  <a:lnTo>
                    <a:pt x="1796446" y="2546558"/>
                  </a:lnTo>
                  <a:lnTo>
                    <a:pt x="1796633" y="2545214"/>
                  </a:lnTo>
                  <a:lnTo>
                    <a:pt x="1796820" y="2543223"/>
                  </a:lnTo>
                  <a:lnTo>
                    <a:pt x="1797007" y="2541277"/>
                  </a:lnTo>
                  <a:lnTo>
                    <a:pt x="1797194" y="2539760"/>
                  </a:lnTo>
                  <a:lnTo>
                    <a:pt x="1797381" y="2538808"/>
                  </a:lnTo>
                  <a:lnTo>
                    <a:pt x="1797568" y="2538665"/>
                  </a:lnTo>
                  <a:lnTo>
                    <a:pt x="1797755" y="2538554"/>
                  </a:lnTo>
                  <a:lnTo>
                    <a:pt x="1797942" y="2538123"/>
                  </a:lnTo>
                  <a:lnTo>
                    <a:pt x="1798129" y="2537692"/>
                  </a:lnTo>
                  <a:lnTo>
                    <a:pt x="1798316" y="2537190"/>
                  </a:lnTo>
                  <a:lnTo>
                    <a:pt x="1798502" y="2536715"/>
                  </a:lnTo>
                  <a:lnTo>
                    <a:pt x="1798689" y="2536196"/>
                  </a:lnTo>
                  <a:lnTo>
                    <a:pt x="1798876" y="2535581"/>
                  </a:lnTo>
                  <a:lnTo>
                    <a:pt x="1799063" y="2535185"/>
                  </a:lnTo>
                  <a:lnTo>
                    <a:pt x="1799250" y="2534833"/>
                  </a:lnTo>
                  <a:lnTo>
                    <a:pt x="1799437" y="2534481"/>
                  </a:lnTo>
                  <a:lnTo>
                    <a:pt x="1799624" y="2534164"/>
                  </a:lnTo>
                  <a:lnTo>
                    <a:pt x="1799811" y="2534085"/>
                  </a:lnTo>
                  <a:lnTo>
                    <a:pt x="1799998" y="2534186"/>
                  </a:lnTo>
                  <a:lnTo>
                    <a:pt x="1800185" y="2533967"/>
                  </a:lnTo>
                  <a:lnTo>
                    <a:pt x="1800372" y="2533696"/>
                  </a:lnTo>
                  <a:lnTo>
                    <a:pt x="1800559" y="2533483"/>
                  </a:lnTo>
                  <a:lnTo>
                    <a:pt x="1800746" y="2533452"/>
                  </a:lnTo>
                  <a:lnTo>
                    <a:pt x="1800932" y="2533333"/>
                  </a:lnTo>
                  <a:lnTo>
                    <a:pt x="1801119" y="2533178"/>
                  </a:lnTo>
                  <a:lnTo>
                    <a:pt x="1801306" y="2533084"/>
                  </a:lnTo>
                  <a:lnTo>
                    <a:pt x="1801493" y="2533131"/>
                  </a:lnTo>
                  <a:lnTo>
                    <a:pt x="1801680" y="2533221"/>
                  </a:lnTo>
                  <a:lnTo>
                    <a:pt x="1801867" y="2533405"/>
                  </a:lnTo>
                  <a:lnTo>
                    <a:pt x="1802054" y="2533801"/>
                  </a:lnTo>
                  <a:lnTo>
                    <a:pt x="1802241" y="2534067"/>
                  </a:lnTo>
                  <a:lnTo>
                    <a:pt x="1802428" y="2534333"/>
                  </a:lnTo>
                  <a:lnTo>
                    <a:pt x="1802615" y="2534916"/>
                  </a:lnTo>
                  <a:lnTo>
                    <a:pt x="1802802" y="2535818"/>
                  </a:lnTo>
                  <a:lnTo>
                    <a:pt x="1802989" y="2536794"/>
                  </a:lnTo>
                  <a:lnTo>
                    <a:pt x="1803175" y="2537612"/>
                  </a:lnTo>
                  <a:lnTo>
                    <a:pt x="1803362" y="2538465"/>
                  </a:lnTo>
                  <a:lnTo>
                    <a:pt x="1803549" y="2539001"/>
                  </a:lnTo>
                  <a:lnTo>
                    <a:pt x="1803736" y="2539529"/>
                  </a:lnTo>
                  <a:lnTo>
                    <a:pt x="1803923" y="2539934"/>
                  </a:lnTo>
                  <a:lnTo>
                    <a:pt x="1804110" y="2540445"/>
                  </a:lnTo>
                  <a:lnTo>
                    <a:pt x="1804297" y="2541307"/>
                  </a:lnTo>
                  <a:lnTo>
                    <a:pt x="1804484" y="2542561"/>
                  </a:lnTo>
                  <a:lnTo>
                    <a:pt x="1804671" y="2544175"/>
                  </a:lnTo>
                  <a:lnTo>
                    <a:pt x="1804858" y="2545768"/>
                  </a:lnTo>
                  <a:lnTo>
                    <a:pt x="1805045" y="2547491"/>
                  </a:lnTo>
                  <a:lnTo>
                    <a:pt x="1805232" y="2549214"/>
                  </a:lnTo>
                  <a:lnTo>
                    <a:pt x="1805419" y="2550682"/>
                  </a:lnTo>
                  <a:lnTo>
                    <a:pt x="1805605" y="2552142"/>
                  </a:lnTo>
                  <a:lnTo>
                    <a:pt x="1805792" y="2553715"/>
                  </a:lnTo>
                  <a:lnTo>
                    <a:pt x="1805979" y="2555591"/>
                  </a:lnTo>
                  <a:lnTo>
                    <a:pt x="1806166" y="2557656"/>
                  </a:lnTo>
                  <a:lnTo>
                    <a:pt x="1806353" y="2559844"/>
                  </a:lnTo>
                  <a:lnTo>
                    <a:pt x="1806540" y="2562032"/>
                  </a:lnTo>
                  <a:lnTo>
                    <a:pt x="1806727" y="2563714"/>
                  </a:lnTo>
                  <a:lnTo>
                    <a:pt x="1806914" y="2565385"/>
                  </a:lnTo>
                  <a:lnTo>
                    <a:pt x="1807101" y="2566487"/>
                  </a:lnTo>
                  <a:lnTo>
                    <a:pt x="1807288" y="2567122"/>
                  </a:lnTo>
                  <a:lnTo>
                    <a:pt x="1807475" y="2567475"/>
                  </a:lnTo>
                  <a:lnTo>
                    <a:pt x="1807662" y="2567611"/>
                  </a:lnTo>
                  <a:lnTo>
                    <a:pt x="1807848" y="2567737"/>
                  </a:lnTo>
                  <a:lnTo>
                    <a:pt x="1808035" y="2568077"/>
                  </a:lnTo>
                  <a:lnTo>
                    <a:pt x="1808222" y="2568449"/>
                  </a:lnTo>
                  <a:lnTo>
                    <a:pt x="1808409" y="2568739"/>
                  </a:lnTo>
                  <a:lnTo>
                    <a:pt x="1808596" y="2568775"/>
                  </a:lnTo>
                  <a:lnTo>
                    <a:pt x="1808783" y="2568406"/>
                  </a:lnTo>
                  <a:lnTo>
                    <a:pt x="1808970" y="2567828"/>
                  </a:lnTo>
                  <a:lnTo>
                    <a:pt x="1809157" y="2567083"/>
                  </a:lnTo>
                  <a:lnTo>
                    <a:pt x="1809344" y="2566532"/>
                  </a:lnTo>
                  <a:lnTo>
                    <a:pt x="1809531" y="2566483"/>
                  </a:lnTo>
                  <a:lnTo>
                    <a:pt x="1809718" y="2566887"/>
                  </a:lnTo>
                  <a:lnTo>
                    <a:pt x="1809905" y="2567574"/>
                  </a:lnTo>
                  <a:lnTo>
                    <a:pt x="1810092" y="2568814"/>
                  </a:lnTo>
                  <a:lnTo>
                    <a:pt x="1810278" y="2569926"/>
                  </a:lnTo>
                  <a:lnTo>
                    <a:pt x="1810465" y="2570915"/>
                  </a:lnTo>
                  <a:lnTo>
                    <a:pt x="1810652" y="2571713"/>
                  </a:lnTo>
                  <a:lnTo>
                    <a:pt x="1810839" y="2572320"/>
                  </a:lnTo>
                  <a:lnTo>
                    <a:pt x="1811026" y="2572854"/>
                  </a:lnTo>
                  <a:lnTo>
                    <a:pt x="1811213" y="2573437"/>
                  </a:lnTo>
                  <a:lnTo>
                    <a:pt x="1811400" y="2574294"/>
                  </a:lnTo>
                  <a:lnTo>
                    <a:pt x="1811587" y="2575852"/>
                  </a:lnTo>
                  <a:lnTo>
                    <a:pt x="1811774" y="2577754"/>
                  </a:lnTo>
                  <a:lnTo>
                    <a:pt x="1811961" y="2579698"/>
                  </a:lnTo>
                  <a:lnTo>
                    <a:pt x="1812148" y="2581487"/>
                  </a:lnTo>
                  <a:lnTo>
                    <a:pt x="1812335" y="2583026"/>
                  </a:lnTo>
                  <a:lnTo>
                    <a:pt x="1812522" y="2584205"/>
                  </a:lnTo>
                  <a:lnTo>
                    <a:pt x="1812708" y="2585461"/>
                  </a:lnTo>
                  <a:lnTo>
                    <a:pt x="1812895" y="2586489"/>
                  </a:lnTo>
                  <a:lnTo>
                    <a:pt x="1813082" y="2587627"/>
                  </a:lnTo>
                  <a:lnTo>
                    <a:pt x="1813269" y="2589011"/>
                  </a:lnTo>
                  <a:lnTo>
                    <a:pt x="1813456" y="2590541"/>
                  </a:lnTo>
                  <a:lnTo>
                    <a:pt x="1813643" y="2591985"/>
                  </a:lnTo>
                  <a:lnTo>
                    <a:pt x="1813830" y="2593601"/>
                  </a:lnTo>
                  <a:lnTo>
                    <a:pt x="1814017" y="2595115"/>
                  </a:lnTo>
                  <a:lnTo>
                    <a:pt x="1814204" y="2596750"/>
                  </a:lnTo>
                  <a:lnTo>
                    <a:pt x="1814391" y="2598301"/>
                  </a:lnTo>
                  <a:lnTo>
                    <a:pt x="1814578" y="2600237"/>
                  </a:lnTo>
                  <a:lnTo>
                    <a:pt x="1814765" y="2602506"/>
                  </a:lnTo>
                  <a:lnTo>
                    <a:pt x="1814951" y="2604916"/>
                  </a:lnTo>
                  <a:lnTo>
                    <a:pt x="1815138" y="2607379"/>
                  </a:lnTo>
                  <a:lnTo>
                    <a:pt x="1815325" y="2609657"/>
                  </a:lnTo>
                  <a:lnTo>
                    <a:pt x="1815512" y="2611593"/>
                  </a:lnTo>
                  <a:lnTo>
                    <a:pt x="1815699" y="2613528"/>
                  </a:lnTo>
                  <a:lnTo>
                    <a:pt x="1815886" y="2615331"/>
                  </a:lnTo>
                  <a:lnTo>
                    <a:pt x="1816073" y="2617222"/>
                  </a:lnTo>
                  <a:lnTo>
                    <a:pt x="1816260" y="2619157"/>
                  </a:lnTo>
                  <a:lnTo>
                    <a:pt x="1816447" y="2621048"/>
                  </a:lnTo>
                  <a:lnTo>
                    <a:pt x="1816634" y="2622596"/>
                  </a:lnTo>
                  <a:lnTo>
                    <a:pt x="1816821" y="2623836"/>
                  </a:lnTo>
                  <a:lnTo>
                    <a:pt x="1817008" y="2625068"/>
                  </a:lnTo>
                  <a:lnTo>
                    <a:pt x="1817195" y="2626299"/>
                  </a:lnTo>
                  <a:lnTo>
                    <a:pt x="1817381" y="2627319"/>
                  </a:lnTo>
                  <a:lnTo>
                    <a:pt x="1817568" y="2628023"/>
                  </a:lnTo>
                  <a:lnTo>
                    <a:pt x="1817755" y="2628428"/>
                  </a:lnTo>
                  <a:lnTo>
                    <a:pt x="1817942" y="2628780"/>
                  </a:lnTo>
                  <a:lnTo>
                    <a:pt x="1818129" y="2629061"/>
                  </a:lnTo>
                  <a:lnTo>
                    <a:pt x="1818316" y="2629492"/>
                  </a:lnTo>
                  <a:lnTo>
                    <a:pt x="1818503" y="2630512"/>
                  </a:lnTo>
                  <a:lnTo>
                    <a:pt x="1818690" y="2631700"/>
                  </a:lnTo>
                  <a:lnTo>
                    <a:pt x="1818877" y="2632834"/>
                  </a:lnTo>
                  <a:lnTo>
                    <a:pt x="1819064" y="2633714"/>
                  </a:lnTo>
                  <a:lnTo>
                    <a:pt x="1819251" y="2634594"/>
                  </a:lnTo>
                  <a:lnTo>
                    <a:pt x="1819438" y="2635473"/>
                  </a:lnTo>
                  <a:lnTo>
                    <a:pt x="1819625" y="2636520"/>
                  </a:lnTo>
                  <a:lnTo>
                    <a:pt x="1819811" y="2637479"/>
                  </a:lnTo>
                  <a:lnTo>
                    <a:pt x="1819998" y="2638543"/>
                  </a:lnTo>
                  <a:lnTo>
                    <a:pt x="1820185" y="2639713"/>
                  </a:lnTo>
                  <a:lnTo>
                    <a:pt x="1820372" y="2640522"/>
                  </a:lnTo>
                  <a:lnTo>
                    <a:pt x="1820559" y="2640997"/>
                  </a:lnTo>
                  <a:lnTo>
                    <a:pt x="1820746" y="2641252"/>
                  </a:lnTo>
                  <a:lnTo>
                    <a:pt x="1820933" y="2641498"/>
                  </a:lnTo>
                  <a:lnTo>
                    <a:pt x="1821120" y="2641595"/>
                  </a:lnTo>
                  <a:lnTo>
                    <a:pt x="1821307" y="2641278"/>
                  </a:lnTo>
                  <a:lnTo>
                    <a:pt x="1821494" y="2640610"/>
                  </a:lnTo>
                  <a:lnTo>
                    <a:pt x="1821681" y="2640020"/>
                  </a:lnTo>
                  <a:lnTo>
                    <a:pt x="1821868" y="2639511"/>
                  </a:lnTo>
                  <a:lnTo>
                    <a:pt x="1822054" y="2638893"/>
                  </a:lnTo>
                  <a:lnTo>
                    <a:pt x="1822241" y="2638230"/>
                  </a:lnTo>
                  <a:lnTo>
                    <a:pt x="1822428" y="2637567"/>
                  </a:lnTo>
                  <a:lnTo>
                    <a:pt x="1822615" y="2637037"/>
                  </a:lnTo>
                  <a:lnTo>
                    <a:pt x="1822802" y="2636509"/>
                  </a:lnTo>
                  <a:lnTo>
                    <a:pt x="1822989" y="2635858"/>
                  </a:lnTo>
                  <a:lnTo>
                    <a:pt x="1823176" y="2635373"/>
                  </a:lnTo>
                  <a:lnTo>
                    <a:pt x="1823363" y="2635155"/>
                  </a:lnTo>
                  <a:lnTo>
                    <a:pt x="1823550" y="2634952"/>
                  </a:lnTo>
                  <a:lnTo>
                    <a:pt x="1823737" y="2634935"/>
                  </a:lnTo>
                  <a:lnTo>
                    <a:pt x="1823924" y="2635217"/>
                  </a:lnTo>
                  <a:lnTo>
                    <a:pt x="1824111" y="2635420"/>
                  </a:lnTo>
                  <a:lnTo>
                    <a:pt x="1824298" y="2635725"/>
                  </a:lnTo>
                  <a:lnTo>
                    <a:pt x="1824484" y="2635706"/>
                  </a:lnTo>
                  <a:lnTo>
                    <a:pt x="1824671" y="2635434"/>
                  </a:lnTo>
                  <a:lnTo>
                    <a:pt x="1824858" y="2635170"/>
                  </a:lnTo>
                  <a:lnTo>
                    <a:pt x="1825045" y="2634880"/>
                  </a:lnTo>
                  <a:lnTo>
                    <a:pt x="1825232" y="2635011"/>
                  </a:lnTo>
                  <a:lnTo>
                    <a:pt x="1825419" y="2635240"/>
                  </a:lnTo>
                  <a:lnTo>
                    <a:pt x="1825606" y="2635416"/>
                  </a:lnTo>
                  <a:lnTo>
                    <a:pt x="1825793" y="2635775"/>
                  </a:lnTo>
                  <a:lnTo>
                    <a:pt x="1825980" y="2636073"/>
                  </a:lnTo>
                  <a:lnTo>
                    <a:pt x="1826167" y="2636316"/>
                  </a:lnTo>
                  <a:lnTo>
                    <a:pt x="1826354" y="2636501"/>
                  </a:lnTo>
                  <a:lnTo>
                    <a:pt x="1826541" y="2636410"/>
                  </a:lnTo>
                  <a:lnTo>
                    <a:pt x="1826727" y="2636019"/>
                  </a:lnTo>
                  <a:lnTo>
                    <a:pt x="1826914" y="2635532"/>
                  </a:lnTo>
                  <a:lnTo>
                    <a:pt x="1827101" y="2635096"/>
                  </a:lnTo>
                  <a:lnTo>
                    <a:pt x="1827288" y="2634775"/>
                  </a:lnTo>
                  <a:lnTo>
                    <a:pt x="1827475" y="2634724"/>
                  </a:lnTo>
                  <a:lnTo>
                    <a:pt x="1827662" y="2634666"/>
                  </a:lnTo>
                  <a:lnTo>
                    <a:pt x="1827849" y="2634673"/>
                  </a:lnTo>
                  <a:lnTo>
                    <a:pt x="1828036" y="2634622"/>
                  </a:lnTo>
                  <a:lnTo>
                    <a:pt x="1828223" y="2634529"/>
                  </a:lnTo>
                  <a:lnTo>
                    <a:pt x="1828410" y="2634536"/>
                  </a:lnTo>
                  <a:lnTo>
                    <a:pt x="1828597" y="2634759"/>
                  </a:lnTo>
                  <a:lnTo>
                    <a:pt x="1828784" y="2635346"/>
                  </a:lnTo>
                  <a:lnTo>
                    <a:pt x="1828971" y="2635887"/>
                  </a:lnTo>
                  <a:lnTo>
                    <a:pt x="1829157" y="2636464"/>
                  </a:lnTo>
                  <a:lnTo>
                    <a:pt x="1829344" y="2637186"/>
                  </a:lnTo>
                  <a:lnTo>
                    <a:pt x="1829531" y="2637908"/>
                  </a:lnTo>
                  <a:lnTo>
                    <a:pt x="1829718" y="2638630"/>
                  </a:lnTo>
                  <a:lnTo>
                    <a:pt x="1829905" y="2639488"/>
                  </a:lnTo>
                  <a:lnTo>
                    <a:pt x="1830092" y="2640412"/>
                  </a:lnTo>
                  <a:lnTo>
                    <a:pt x="1830279" y="2641587"/>
                  </a:lnTo>
                  <a:lnTo>
                    <a:pt x="1830466" y="2642915"/>
                  </a:lnTo>
                  <a:lnTo>
                    <a:pt x="1830653" y="2644473"/>
                  </a:lnTo>
                  <a:lnTo>
                    <a:pt x="1830840" y="2645516"/>
                  </a:lnTo>
                  <a:lnTo>
                    <a:pt x="1831027" y="2646624"/>
                  </a:lnTo>
                  <a:lnTo>
                    <a:pt x="1831214" y="2647391"/>
                  </a:lnTo>
                  <a:lnTo>
                    <a:pt x="1831401" y="2648070"/>
                  </a:lnTo>
                  <a:lnTo>
                    <a:pt x="1831587" y="2648967"/>
                  </a:lnTo>
                  <a:lnTo>
                    <a:pt x="1831774" y="2650180"/>
                  </a:lnTo>
                  <a:lnTo>
                    <a:pt x="1831961" y="2651782"/>
                  </a:lnTo>
                  <a:lnTo>
                    <a:pt x="1832148" y="2653749"/>
                  </a:lnTo>
                  <a:lnTo>
                    <a:pt x="1832335" y="2655902"/>
                  </a:lnTo>
                  <a:lnTo>
                    <a:pt x="1832522" y="2658123"/>
                  </a:lnTo>
                  <a:lnTo>
                    <a:pt x="1832709" y="2660244"/>
                  </a:lnTo>
                  <a:lnTo>
                    <a:pt x="1832896" y="2662333"/>
                  </a:lnTo>
                  <a:lnTo>
                    <a:pt x="1833083" y="2664274"/>
                  </a:lnTo>
                  <a:lnTo>
                    <a:pt x="1833270" y="2665967"/>
                  </a:lnTo>
                  <a:lnTo>
                    <a:pt x="1833457" y="2667715"/>
                  </a:lnTo>
                  <a:lnTo>
                    <a:pt x="1833644" y="2669589"/>
                  </a:lnTo>
                  <a:lnTo>
                    <a:pt x="1833830" y="2671752"/>
                  </a:lnTo>
                  <a:lnTo>
                    <a:pt x="1834017" y="2673940"/>
                  </a:lnTo>
                  <a:lnTo>
                    <a:pt x="1834204" y="2676635"/>
                  </a:lnTo>
                  <a:lnTo>
                    <a:pt x="1834391" y="2679214"/>
                  </a:lnTo>
                  <a:lnTo>
                    <a:pt x="1834578" y="2681259"/>
                  </a:lnTo>
                  <a:lnTo>
                    <a:pt x="1834765" y="2682958"/>
                  </a:lnTo>
                  <a:lnTo>
                    <a:pt x="1834952" y="2683937"/>
                  </a:lnTo>
                  <a:lnTo>
                    <a:pt x="1835139" y="2684752"/>
                  </a:lnTo>
                  <a:lnTo>
                    <a:pt x="1835326" y="2685807"/>
                  </a:lnTo>
                  <a:lnTo>
                    <a:pt x="1835513" y="2686652"/>
                  </a:lnTo>
                  <a:lnTo>
                    <a:pt x="1835700" y="2687356"/>
                  </a:lnTo>
                  <a:lnTo>
                    <a:pt x="1835887" y="2688165"/>
                  </a:lnTo>
                  <a:lnTo>
                    <a:pt x="1836074" y="2689044"/>
                  </a:lnTo>
                  <a:lnTo>
                    <a:pt x="1836260" y="2689862"/>
                  </a:lnTo>
                  <a:lnTo>
                    <a:pt x="1836447" y="2690434"/>
                  </a:lnTo>
                  <a:lnTo>
                    <a:pt x="1836634" y="2690865"/>
                  </a:lnTo>
                  <a:lnTo>
                    <a:pt x="1836821" y="2691015"/>
                  </a:lnTo>
                  <a:lnTo>
                    <a:pt x="1837008" y="2690628"/>
                  </a:lnTo>
                  <a:lnTo>
                    <a:pt x="1837195" y="2689766"/>
                  </a:lnTo>
                  <a:lnTo>
                    <a:pt x="1837382" y="2688750"/>
                  </a:lnTo>
                  <a:lnTo>
                    <a:pt x="1837569" y="2688028"/>
                  </a:lnTo>
                  <a:lnTo>
                    <a:pt x="1837756" y="2687463"/>
                  </a:lnTo>
                  <a:lnTo>
                    <a:pt x="1837943" y="2686972"/>
                  </a:lnTo>
                  <a:lnTo>
                    <a:pt x="1838130" y="2686467"/>
                  </a:lnTo>
                  <a:lnTo>
                    <a:pt x="1838317" y="2685944"/>
                  </a:lnTo>
                  <a:lnTo>
                    <a:pt x="1838504" y="2685325"/>
                  </a:lnTo>
                  <a:lnTo>
                    <a:pt x="1838690" y="2684557"/>
                  </a:lnTo>
                  <a:lnTo>
                    <a:pt x="1838877" y="2683533"/>
                  </a:lnTo>
                  <a:lnTo>
                    <a:pt x="1839064" y="2682388"/>
                  </a:lnTo>
                  <a:lnTo>
                    <a:pt x="1839251" y="2681184"/>
                  </a:lnTo>
                  <a:lnTo>
                    <a:pt x="1839438" y="2680005"/>
                  </a:lnTo>
                  <a:lnTo>
                    <a:pt x="1839625" y="2679238"/>
                  </a:lnTo>
                  <a:lnTo>
                    <a:pt x="1839812" y="2678857"/>
                  </a:lnTo>
                  <a:lnTo>
                    <a:pt x="1839999" y="2678371"/>
                  </a:lnTo>
                  <a:lnTo>
                    <a:pt x="1840186" y="2677784"/>
                  </a:lnTo>
                  <a:lnTo>
                    <a:pt x="1840373" y="2676501"/>
                  </a:lnTo>
                  <a:lnTo>
                    <a:pt x="1840560" y="2675206"/>
                  </a:lnTo>
                  <a:lnTo>
                    <a:pt x="1840747" y="2674005"/>
                  </a:lnTo>
                  <a:lnTo>
                    <a:pt x="1840933" y="2672873"/>
                  </a:lnTo>
                  <a:lnTo>
                    <a:pt x="1841120" y="2672110"/>
                  </a:lnTo>
                  <a:lnTo>
                    <a:pt x="1841307" y="2671557"/>
                  </a:lnTo>
                  <a:lnTo>
                    <a:pt x="1841494" y="2670869"/>
                  </a:lnTo>
                  <a:lnTo>
                    <a:pt x="1841681" y="2670323"/>
                  </a:lnTo>
                  <a:lnTo>
                    <a:pt x="1841868" y="2669672"/>
                  </a:lnTo>
                  <a:lnTo>
                    <a:pt x="1842055" y="2668885"/>
                  </a:lnTo>
                  <a:lnTo>
                    <a:pt x="1842242" y="2668084"/>
                  </a:lnTo>
                  <a:lnTo>
                    <a:pt x="1842429" y="2667068"/>
                  </a:lnTo>
                  <a:lnTo>
                    <a:pt x="1842616" y="2666255"/>
                  </a:lnTo>
                  <a:lnTo>
                    <a:pt x="1842803" y="2665705"/>
                  </a:lnTo>
                  <a:lnTo>
                    <a:pt x="1842990" y="2665331"/>
                  </a:lnTo>
                  <a:lnTo>
                    <a:pt x="1843177" y="2665140"/>
                  </a:lnTo>
                  <a:lnTo>
                    <a:pt x="1843363" y="2664823"/>
                  </a:lnTo>
                  <a:lnTo>
                    <a:pt x="1843550" y="2664400"/>
                  </a:lnTo>
                  <a:lnTo>
                    <a:pt x="1843737" y="2663572"/>
                  </a:lnTo>
                  <a:lnTo>
                    <a:pt x="1843924" y="2662669"/>
                  </a:lnTo>
                  <a:lnTo>
                    <a:pt x="1844111" y="2661240"/>
                  </a:lnTo>
                  <a:lnTo>
                    <a:pt x="1844298" y="2659713"/>
                  </a:lnTo>
                  <a:lnTo>
                    <a:pt x="1844485" y="2658300"/>
                  </a:lnTo>
                  <a:lnTo>
                    <a:pt x="1844672" y="2657099"/>
                  </a:lnTo>
                  <a:lnTo>
                    <a:pt x="1844859" y="2656036"/>
                  </a:lnTo>
                  <a:lnTo>
                    <a:pt x="1845046" y="2654914"/>
                  </a:lnTo>
                  <a:lnTo>
                    <a:pt x="1845233" y="2653879"/>
                  </a:lnTo>
                  <a:lnTo>
                    <a:pt x="1845420" y="2652679"/>
                  </a:lnTo>
                  <a:lnTo>
                    <a:pt x="1845606" y="2651114"/>
                  </a:lnTo>
                  <a:lnTo>
                    <a:pt x="1845793" y="2649573"/>
                  </a:lnTo>
                  <a:lnTo>
                    <a:pt x="1845980" y="2648074"/>
                  </a:lnTo>
                  <a:lnTo>
                    <a:pt x="1846167" y="2646855"/>
                  </a:lnTo>
                  <a:lnTo>
                    <a:pt x="1846354" y="2645723"/>
                  </a:lnTo>
                  <a:lnTo>
                    <a:pt x="1846541" y="2644695"/>
                  </a:lnTo>
                  <a:lnTo>
                    <a:pt x="1846728" y="2643695"/>
                  </a:lnTo>
                  <a:lnTo>
                    <a:pt x="1846915" y="2642801"/>
                  </a:lnTo>
                  <a:lnTo>
                    <a:pt x="1847102" y="2641662"/>
                  </a:lnTo>
                  <a:lnTo>
                    <a:pt x="1847289" y="2639938"/>
                  </a:lnTo>
                  <a:lnTo>
                    <a:pt x="1847476" y="2637860"/>
                  </a:lnTo>
                  <a:lnTo>
                    <a:pt x="1847663" y="2635742"/>
                  </a:lnTo>
                  <a:lnTo>
                    <a:pt x="1847850" y="2633183"/>
                  </a:lnTo>
                  <a:lnTo>
                    <a:pt x="1848036" y="2630773"/>
                  </a:lnTo>
                  <a:lnTo>
                    <a:pt x="1848223" y="2628398"/>
                  </a:lnTo>
                  <a:lnTo>
                    <a:pt x="1848410" y="2626093"/>
                  </a:lnTo>
                  <a:lnTo>
                    <a:pt x="1848597" y="2623903"/>
                  </a:lnTo>
                  <a:lnTo>
                    <a:pt x="1848784" y="2621574"/>
                  </a:lnTo>
                  <a:lnTo>
                    <a:pt x="1848971" y="2618766"/>
                  </a:lnTo>
                  <a:lnTo>
                    <a:pt x="1849158" y="2616547"/>
                  </a:lnTo>
                  <a:lnTo>
                    <a:pt x="1849345" y="2614648"/>
                  </a:lnTo>
                  <a:lnTo>
                    <a:pt x="1849532" y="2612893"/>
                  </a:lnTo>
                  <a:lnTo>
                    <a:pt x="1849719" y="2611284"/>
                  </a:lnTo>
                  <a:lnTo>
                    <a:pt x="1849906" y="2610272"/>
                  </a:lnTo>
                  <a:lnTo>
                    <a:pt x="1850093" y="2609500"/>
                  </a:lnTo>
                  <a:lnTo>
                    <a:pt x="1850280" y="2609317"/>
                  </a:lnTo>
                  <a:lnTo>
                    <a:pt x="1850466" y="2609436"/>
                  </a:lnTo>
                  <a:lnTo>
                    <a:pt x="1850653" y="2609653"/>
                  </a:lnTo>
                  <a:lnTo>
                    <a:pt x="1850840" y="2609882"/>
                  </a:lnTo>
                  <a:lnTo>
                    <a:pt x="1851027" y="2610418"/>
                  </a:lnTo>
                  <a:lnTo>
                    <a:pt x="1851214" y="2611035"/>
                  </a:lnTo>
                  <a:lnTo>
                    <a:pt x="1851401" y="2611642"/>
                  </a:lnTo>
                  <a:lnTo>
                    <a:pt x="1851588" y="2612126"/>
                  </a:lnTo>
                  <a:lnTo>
                    <a:pt x="1851775" y="2612686"/>
                  </a:lnTo>
                  <a:lnTo>
                    <a:pt x="1851962" y="2613081"/>
                  </a:lnTo>
                  <a:lnTo>
                    <a:pt x="1852149" y="2613433"/>
                  </a:lnTo>
                  <a:lnTo>
                    <a:pt x="1852336" y="2613784"/>
                  </a:lnTo>
                  <a:lnTo>
                    <a:pt x="1852523" y="2614066"/>
                  </a:lnTo>
                  <a:lnTo>
                    <a:pt x="1852709" y="2614004"/>
                  </a:lnTo>
                  <a:lnTo>
                    <a:pt x="1852896" y="2613828"/>
                  </a:lnTo>
                  <a:lnTo>
                    <a:pt x="1853083" y="2613653"/>
                  </a:lnTo>
                  <a:lnTo>
                    <a:pt x="1853270" y="2613477"/>
                  </a:lnTo>
                  <a:lnTo>
                    <a:pt x="1853457" y="2613230"/>
                  </a:lnTo>
                  <a:lnTo>
                    <a:pt x="1853644" y="2612694"/>
                  </a:lnTo>
                  <a:lnTo>
                    <a:pt x="1853831" y="2611990"/>
                  </a:lnTo>
                  <a:lnTo>
                    <a:pt x="1854018" y="2611286"/>
                  </a:lnTo>
                  <a:lnTo>
                    <a:pt x="1854205" y="2610750"/>
                  </a:lnTo>
                  <a:lnTo>
                    <a:pt x="1854392" y="2610055"/>
                  </a:lnTo>
                  <a:lnTo>
                    <a:pt x="1854579" y="2609351"/>
                  </a:lnTo>
                  <a:lnTo>
                    <a:pt x="1854766" y="2608577"/>
                  </a:lnTo>
                  <a:lnTo>
                    <a:pt x="1854953" y="2607372"/>
                  </a:lnTo>
                  <a:lnTo>
                    <a:pt x="1855139" y="2605859"/>
                  </a:lnTo>
                  <a:lnTo>
                    <a:pt x="1855326" y="2603933"/>
                  </a:lnTo>
                  <a:lnTo>
                    <a:pt x="1855513" y="2601866"/>
                  </a:lnTo>
                  <a:lnTo>
                    <a:pt x="1855700" y="2599931"/>
                  </a:lnTo>
                  <a:lnTo>
                    <a:pt x="1855887" y="2598049"/>
                  </a:lnTo>
                  <a:lnTo>
                    <a:pt x="1856074" y="2596448"/>
                  </a:lnTo>
                  <a:lnTo>
                    <a:pt x="1856261" y="2594979"/>
                  </a:lnTo>
                  <a:lnTo>
                    <a:pt x="1856448" y="2593932"/>
                  </a:lnTo>
                  <a:lnTo>
                    <a:pt x="1856635" y="2592912"/>
                  </a:lnTo>
                  <a:lnTo>
                    <a:pt x="1856822" y="2591856"/>
                  </a:lnTo>
                  <a:lnTo>
                    <a:pt x="1857009" y="2590449"/>
                  </a:lnTo>
                  <a:lnTo>
                    <a:pt x="1857196" y="2589174"/>
                  </a:lnTo>
                  <a:lnTo>
                    <a:pt x="1857383" y="2587819"/>
                  </a:lnTo>
                  <a:lnTo>
                    <a:pt x="1857569" y="2586377"/>
                  </a:lnTo>
                  <a:lnTo>
                    <a:pt x="1857756" y="2585717"/>
                  </a:lnTo>
                  <a:lnTo>
                    <a:pt x="1857943" y="2585479"/>
                  </a:lnTo>
                  <a:lnTo>
                    <a:pt x="1858130" y="2585550"/>
                  </a:lnTo>
                  <a:lnTo>
                    <a:pt x="1858317" y="2585603"/>
                  </a:lnTo>
                  <a:lnTo>
                    <a:pt x="1858504" y="2585427"/>
                  </a:lnTo>
                  <a:lnTo>
                    <a:pt x="1858691" y="2585198"/>
                  </a:lnTo>
                  <a:lnTo>
                    <a:pt x="1858878" y="2584661"/>
                  </a:lnTo>
                  <a:lnTo>
                    <a:pt x="1859065" y="2583712"/>
                  </a:lnTo>
                  <a:lnTo>
                    <a:pt x="1859252" y="2582638"/>
                  </a:lnTo>
                  <a:lnTo>
                    <a:pt x="1859439" y="2581919"/>
                  </a:lnTo>
                  <a:lnTo>
                    <a:pt x="1859626" y="2581351"/>
                  </a:lnTo>
                  <a:lnTo>
                    <a:pt x="1859812" y="2580888"/>
                  </a:lnTo>
                  <a:lnTo>
                    <a:pt x="1859999" y="2580380"/>
                  </a:lnTo>
                  <a:lnTo>
                    <a:pt x="1860186" y="2579913"/>
                  </a:lnTo>
                  <a:lnTo>
                    <a:pt x="1860373" y="2579492"/>
                  </a:lnTo>
                  <a:lnTo>
                    <a:pt x="1860560" y="2578921"/>
                  </a:lnTo>
                  <a:lnTo>
                    <a:pt x="1860747" y="2578304"/>
                  </a:lnTo>
                  <a:lnTo>
                    <a:pt x="1860934" y="2577821"/>
                  </a:lnTo>
                  <a:lnTo>
                    <a:pt x="1861121" y="2577600"/>
                  </a:lnTo>
                  <a:lnTo>
                    <a:pt x="1861308" y="2577573"/>
                  </a:lnTo>
                  <a:lnTo>
                    <a:pt x="1861495" y="2577370"/>
                  </a:lnTo>
                  <a:lnTo>
                    <a:pt x="1861682" y="2577277"/>
                  </a:lnTo>
                  <a:lnTo>
                    <a:pt x="1861869" y="2577436"/>
                  </a:lnTo>
                  <a:lnTo>
                    <a:pt x="1862056" y="2577708"/>
                  </a:lnTo>
                  <a:lnTo>
                    <a:pt x="1862242" y="2578043"/>
                  </a:lnTo>
                  <a:lnTo>
                    <a:pt x="1862429" y="2578394"/>
                  </a:lnTo>
                  <a:lnTo>
                    <a:pt x="1862616" y="2578825"/>
                  </a:lnTo>
                  <a:lnTo>
                    <a:pt x="1862803" y="2579432"/>
                  </a:lnTo>
                  <a:lnTo>
                    <a:pt x="1862990" y="2580189"/>
                  </a:lnTo>
                  <a:lnTo>
                    <a:pt x="1863177" y="2580885"/>
                  </a:lnTo>
                  <a:lnTo>
                    <a:pt x="1863364" y="2581388"/>
                  </a:lnTo>
                  <a:lnTo>
                    <a:pt x="1863551" y="2581849"/>
                  </a:lnTo>
                  <a:lnTo>
                    <a:pt x="1863738" y="2582367"/>
                  </a:lnTo>
                  <a:lnTo>
                    <a:pt x="1863925" y="2583030"/>
                  </a:lnTo>
                  <a:lnTo>
                    <a:pt x="1864112" y="2583693"/>
                  </a:lnTo>
                  <a:lnTo>
                    <a:pt x="1864299" y="2584532"/>
                  </a:lnTo>
                  <a:lnTo>
                    <a:pt x="1864485" y="2585320"/>
                  </a:lnTo>
                  <a:lnTo>
                    <a:pt x="1864672" y="2585867"/>
                  </a:lnTo>
                  <a:lnTo>
                    <a:pt x="1864859" y="2586160"/>
                  </a:lnTo>
                  <a:lnTo>
                    <a:pt x="1865046" y="2586439"/>
                  </a:lnTo>
                  <a:lnTo>
                    <a:pt x="1865233" y="2586588"/>
                  </a:lnTo>
                  <a:lnTo>
                    <a:pt x="1865420" y="2586736"/>
                  </a:lnTo>
                  <a:lnTo>
                    <a:pt x="1865607" y="2586820"/>
                  </a:lnTo>
                  <a:lnTo>
                    <a:pt x="1865794" y="2586825"/>
                  </a:lnTo>
                  <a:lnTo>
                    <a:pt x="1865981" y="2586750"/>
                  </a:lnTo>
                  <a:lnTo>
                    <a:pt x="1866168" y="2586589"/>
                  </a:lnTo>
                  <a:lnTo>
                    <a:pt x="1866355" y="2586693"/>
                  </a:lnTo>
                  <a:lnTo>
                    <a:pt x="1866542" y="2586760"/>
                  </a:lnTo>
                  <a:lnTo>
                    <a:pt x="1866729" y="2586683"/>
                  </a:lnTo>
                  <a:lnTo>
                    <a:pt x="1866915" y="2586607"/>
                  </a:lnTo>
                  <a:lnTo>
                    <a:pt x="1867102" y="2586530"/>
                  </a:lnTo>
                  <a:lnTo>
                    <a:pt x="1867289" y="2586453"/>
                  </a:lnTo>
                  <a:lnTo>
                    <a:pt x="1867476" y="2586447"/>
                  </a:lnTo>
                  <a:lnTo>
                    <a:pt x="1867663" y="2586546"/>
                  </a:lnTo>
                  <a:lnTo>
                    <a:pt x="1867850" y="2586645"/>
                  </a:lnTo>
                  <a:lnTo>
                    <a:pt x="1868037" y="2586744"/>
                  </a:lnTo>
                  <a:lnTo>
                    <a:pt x="1868224" y="2586844"/>
                  </a:lnTo>
                  <a:lnTo>
                    <a:pt x="1868411" y="2586916"/>
                  </a:lnTo>
                  <a:lnTo>
                    <a:pt x="1868598" y="2586840"/>
                  </a:lnTo>
                  <a:lnTo>
                    <a:pt x="1868785" y="2586655"/>
                  </a:lnTo>
                  <a:lnTo>
                    <a:pt x="1868972" y="2586323"/>
                  </a:lnTo>
                  <a:lnTo>
                    <a:pt x="1869159" y="2585998"/>
                  </a:lnTo>
                  <a:lnTo>
                    <a:pt x="1869345" y="2585646"/>
                  </a:lnTo>
                  <a:lnTo>
                    <a:pt x="1869532" y="2585294"/>
                  </a:lnTo>
                  <a:lnTo>
                    <a:pt x="1869719" y="2584942"/>
                  </a:lnTo>
                  <a:lnTo>
                    <a:pt x="1869906" y="2584591"/>
                  </a:lnTo>
                  <a:lnTo>
                    <a:pt x="1870093" y="2584239"/>
                  </a:lnTo>
                  <a:lnTo>
                    <a:pt x="1870280" y="2583887"/>
                  </a:lnTo>
                  <a:lnTo>
                    <a:pt x="1870467" y="2583535"/>
                  </a:lnTo>
                  <a:lnTo>
                    <a:pt x="1870654" y="2583315"/>
                  </a:lnTo>
                  <a:lnTo>
                    <a:pt x="1870841" y="2583139"/>
                  </a:lnTo>
                  <a:lnTo>
                    <a:pt x="1871028" y="2582884"/>
                  </a:lnTo>
                  <a:lnTo>
                    <a:pt x="1871215" y="2582559"/>
                  </a:lnTo>
                  <a:lnTo>
                    <a:pt x="1871402" y="2582383"/>
                  </a:lnTo>
                  <a:lnTo>
                    <a:pt x="1871588" y="2582295"/>
                  </a:lnTo>
                  <a:lnTo>
                    <a:pt x="1871775" y="2582295"/>
                  </a:lnTo>
                  <a:lnTo>
                    <a:pt x="1871962" y="2582295"/>
                  </a:lnTo>
                  <a:lnTo>
                    <a:pt x="1872149" y="2582295"/>
                  </a:lnTo>
                  <a:lnTo>
                    <a:pt x="1872336" y="2582339"/>
                  </a:lnTo>
                  <a:lnTo>
                    <a:pt x="1872523" y="2582488"/>
                  </a:lnTo>
                  <a:lnTo>
                    <a:pt x="1872710" y="2582488"/>
                  </a:lnTo>
                  <a:lnTo>
                    <a:pt x="1872897" y="2582700"/>
                  </a:lnTo>
                  <a:lnTo>
                    <a:pt x="1873084" y="2583051"/>
                  </a:lnTo>
                  <a:lnTo>
                    <a:pt x="1873271" y="2583403"/>
                  </a:lnTo>
                  <a:lnTo>
                    <a:pt x="1873458" y="2583623"/>
                  </a:lnTo>
                  <a:lnTo>
                    <a:pt x="1873645" y="2583799"/>
                  </a:lnTo>
                  <a:lnTo>
                    <a:pt x="1873832" y="2584054"/>
                  </a:lnTo>
                  <a:lnTo>
                    <a:pt x="1874018" y="2584503"/>
                  </a:lnTo>
                  <a:lnTo>
                    <a:pt x="1874205" y="2585233"/>
                  </a:lnTo>
                  <a:lnTo>
                    <a:pt x="1874392" y="2586411"/>
                  </a:lnTo>
                  <a:lnTo>
                    <a:pt x="1874579" y="2587801"/>
                  </a:lnTo>
                  <a:lnTo>
                    <a:pt x="1874766" y="2589252"/>
                  </a:lnTo>
                  <a:lnTo>
                    <a:pt x="1874953" y="2590660"/>
                  </a:lnTo>
                  <a:lnTo>
                    <a:pt x="1875140" y="2592023"/>
                  </a:lnTo>
                  <a:lnTo>
                    <a:pt x="1875327" y="2593281"/>
                  </a:lnTo>
                  <a:lnTo>
                    <a:pt x="1875514" y="2594688"/>
                  </a:lnTo>
                  <a:lnTo>
                    <a:pt x="1875701" y="2596113"/>
                  </a:lnTo>
                  <a:lnTo>
                    <a:pt x="1875888" y="2597635"/>
                  </a:lnTo>
                  <a:lnTo>
                    <a:pt x="1876075" y="2599218"/>
                  </a:lnTo>
                  <a:lnTo>
                    <a:pt x="1876262" y="2600898"/>
                  </a:lnTo>
                  <a:lnTo>
                    <a:pt x="1876448" y="2602657"/>
                  </a:lnTo>
                  <a:lnTo>
                    <a:pt x="1876635" y="2604416"/>
                  </a:lnTo>
                  <a:lnTo>
                    <a:pt x="1876822" y="2606079"/>
                  </a:lnTo>
                  <a:lnTo>
                    <a:pt x="1877009" y="2607460"/>
                  </a:lnTo>
                  <a:lnTo>
                    <a:pt x="1877196" y="2608506"/>
                  </a:lnTo>
                  <a:lnTo>
                    <a:pt x="1877383" y="2609782"/>
                  </a:lnTo>
                  <a:lnTo>
                    <a:pt x="1877570" y="2611041"/>
                  </a:lnTo>
                  <a:lnTo>
                    <a:pt x="1877757" y="2612773"/>
                  </a:lnTo>
                  <a:lnTo>
                    <a:pt x="1877944" y="2614626"/>
                  </a:lnTo>
                  <a:lnTo>
                    <a:pt x="1878131" y="2616359"/>
                  </a:lnTo>
                  <a:lnTo>
                    <a:pt x="1878318" y="2618172"/>
                  </a:lnTo>
                  <a:lnTo>
                    <a:pt x="1878505" y="2619617"/>
                  </a:lnTo>
                  <a:lnTo>
                    <a:pt x="1878691" y="2620931"/>
                  </a:lnTo>
                  <a:lnTo>
                    <a:pt x="1878878" y="2622201"/>
                  </a:lnTo>
                  <a:lnTo>
                    <a:pt x="1879065" y="2623288"/>
                  </a:lnTo>
                  <a:lnTo>
                    <a:pt x="1879252" y="2624264"/>
                  </a:lnTo>
                  <a:lnTo>
                    <a:pt x="1879439" y="2625274"/>
                  </a:lnTo>
                  <a:lnTo>
                    <a:pt x="1879626" y="2626090"/>
                  </a:lnTo>
                  <a:lnTo>
                    <a:pt x="1879813" y="2626947"/>
                  </a:lnTo>
                  <a:lnTo>
                    <a:pt x="1880000" y="2627472"/>
                  </a:lnTo>
                  <a:lnTo>
                    <a:pt x="1880187" y="2627732"/>
                  </a:lnTo>
                  <a:lnTo>
                    <a:pt x="1880374" y="2627818"/>
                  </a:lnTo>
                  <a:lnTo>
                    <a:pt x="1880561" y="2627597"/>
                  </a:lnTo>
                  <a:lnTo>
                    <a:pt x="1880748" y="2627340"/>
                  </a:lnTo>
                  <a:lnTo>
                    <a:pt x="1880935" y="2627086"/>
                  </a:lnTo>
                  <a:lnTo>
                    <a:pt x="1881121" y="2627115"/>
                  </a:lnTo>
                  <a:lnTo>
                    <a:pt x="1881308" y="2627219"/>
                  </a:lnTo>
                  <a:lnTo>
                    <a:pt x="1881495" y="2627784"/>
                  </a:lnTo>
                  <a:lnTo>
                    <a:pt x="1881682" y="2628435"/>
                  </a:lnTo>
                  <a:lnTo>
                    <a:pt x="1881869" y="2628925"/>
                  </a:lnTo>
                  <a:lnTo>
                    <a:pt x="1882056" y="2629553"/>
                  </a:lnTo>
                  <a:lnTo>
                    <a:pt x="1882243" y="2630169"/>
                  </a:lnTo>
                  <a:lnTo>
                    <a:pt x="1882430" y="2631220"/>
                  </a:lnTo>
                  <a:lnTo>
                    <a:pt x="1882617" y="2632272"/>
                  </a:lnTo>
                  <a:lnTo>
                    <a:pt x="1882804" y="2633648"/>
                  </a:lnTo>
                  <a:lnTo>
                    <a:pt x="1882991" y="2635390"/>
                  </a:lnTo>
                  <a:lnTo>
                    <a:pt x="1883178" y="2637106"/>
                  </a:lnTo>
                  <a:lnTo>
                    <a:pt x="1883364" y="2638895"/>
                  </a:lnTo>
                  <a:lnTo>
                    <a:pt x="1883551" y="2640554"/>
                  </a:lnTo>
                  <a:lnTo>
                    <a:pt x="1883738" y="2642214"/>
                  </a:lnTo>
                  <a:lnTo>
                    <a:pt x="1883925" y="2643937"/>
                  </a:lnTo>
                  <a:lnTo>
                    <a:pt x="1884112" y="2645641"/>
                  </a:lnTo>
                  <a:lnTo>
                    <a:pt x="1884299" y="2647238"/>
                  </a:lnTo>
                  <a:lnTo>
                    <a:pt x="1884486" y="2649055"/>
                  </a:lnTo>
                  <a:lnTo>
                    <a:pt x="1884673" y="2651306"/>
                  </a:lnTo>
                  <a:lnTo>
                    <a:pt x="1884860" y="2653780"/>
                  </a:lnTo>
                  <a:lnTo>
                    <a:pt x="1885047" y="2656522"/>
                  </a:lnTo>
                  <a:lnTo>
                    <a:pt x="1885234" y="2659830"/>
                  </a:lnTo>
                  <a:lnTo>
                    <a:pt x="1885421" y="2663286"/>
                  </a:lnTo>
                  <a:lnTo>
                    <a:pt x="1885608" y="2666805"/>
                  </a:lnTo>
                  <a:lnTo>
                    <a:pt x="1885794" y="2670341"/>
                  </a:lnTo>
                  <a:lnTo>
                    <a:pt x="1885981" y="2673859"/>
                  </a:lnTo>
                  <a:lnTo>
                    <a:pt x="1886168" y="2677439"/>
                  </a:lnTo>
                  <a:lnTo>
                    <a:pt x="1886355" y="2681063"/>
                  </a:lnTo>
                  <a:lnTo>
                    <a:pt x="1886542" y="2684370"/>
                  </a:lnTo>
                  <a:lnTo>
                    <a:pt x="1886729" y="2687334"/>
                  </a:lnTo>
                  <a:lnTo>
                    <a:pt x="1886916" y="2690149"/>
                  </a:lnTo>
                  <a:lnTo>
                    <a:pt x="1887103" y="2692858"/>
                  </a:lnTo>
                  <a:lnTo>
                    <a:pt x="1887290" y="2695119"/>
                  </a:lnTo>
                  <a:lnTo>
                    <a:pt x="1887477" y="2697150"/>
                  </a:lnTo>
                  <a:lnTo>
                    <a:pt x="1887664" y="2698725"/>
                  </a:lnTo>
                  <a:lnTo>
                    <a:pt x="1887851" y="2699780"/>
                  </a:lnTo>
                  <a:lnTo>
                    <a:pt x="1888038" y="2700519"/>
                  </a:lnTo>
                  <a:lnTo>
                    <a:pt x="1888224" y="2701056"/>
                  </a:lnTo>
                  <a:lnTo>
                    <a:pt x="1888411" y="2701232"/>
                  </a:lnTo>
                  <a:lnTo>
                    <a:pt x="1888598" y="2701455"/>
                  </a:lnTo>
                  <a:lnTo>
                    <a:pt x="1888785" y="2701665"/>
                  </a:lnTo>
                  <a:lnTo>
                    <a:pt x="1888972" y="2701825"/>
                  </a:lnTo>
                  <a:lnTo>
                    <a:pt x="1889159" y="2701747"/>
                  </a:lnTo>
                  <a:lnTo>
                    <a:pt x="1889346" y="2701648"/>
                  </a:lnTo>
                  <a:lnTo>
                    <a:pt x="1889533" y="2701549"/>
                  </a:lnTo>
                  <a:lnTo>
                    <a:pt x="1889720" y="2701450"/>
                  </a:lnTo>
                  <a:lnTo>
                    <a:pt x="1889907" y="2701351"/>
                  </a:lnTo>
                  <a:lnTo>
                    <a:pt x="1890094" y="2701331"/>
                  </a:lnTo>
                  <a:lnTo>
                    <a:pt x="1890281" y="2701299"/>
                  </a:lnTo>
                  <a:lnTo>
                    <a:pt x="1890467" y="2701231"/>
                  </a:lnTo>
                  <a:lnTo>
                    <a:pt x="1890654" y="2701250"/>
                  </a:lnTo>
                  <a:lnTo>
                    <a:pt x="1890841" y="2701253"/>
                  </a:lnTo>
                  <a:lnTo>
                    <a:pt x="1891028" y="2701546"/>
                  </a:lnTo>
                  <a:lnTo>
                    <a:pt x="1891215" y="2702006"/>
                  </a:lnTo>
                  <a:lnTo>
                    <a:pt x="1891402" y="2702413"/>
                  </a:lnTo>
                  <a:lnTo>
                    <a:pt x="1891589" y="2702797"/>
                  </a:lnTo>
                  <a:lnTo>
                    <a:pt x="1891776" y="2703140"/>
                  </a:lnTo>
                  <a:lnTo>
                    <a:pt x="1891963" y="2703642"/>
                  </a:lnTo>
                  <a:lnTo>
                    <a:pt x="1892150" y="2704381"/>
                  </a:lnTo>
                  <a:lnTo>
                    <a:pt x="1892337" y="2705586"/>
                  </a:lnTo>
                  <a:lnTo>
                    <a:pt x="1892524" y="2707098"/>
                  </a:lnTo>
                  <a:lnTo>
                    <a:pt x="1892711" y="2709025"/>
                  </a:lnTo>
                  <a:lnTo>
                    <a:pt x="1892897" y="2711136"/>
                  </a:lnTo>
                  <a:lnTo>
                    <a:pt x="1893084" y="2713141"/>
                  </a:lnTo>
                  <a:lnTo>
                    <a:pt x="1893271" y="2714733"/>
                  </a:lnTo>
                  <a:lnTo>
                    <a:pt x="1893458" y="2716316"/>
                  </a:lnTo>
                  <a:lnTo>
                    <a:pt x="1893645" y="2717847"/>
                  </a:lnTo>
                  <a:lnTo>
                    <a:pt x="1893832" y="2719070"/>
                  </a:lnTo>
                  <a:lnTo>
                    <a:pt x="1894019" y="2720266"/>
                  </a:lnTo>
                  <a:lnTo>
                    <a:pt x="1894206" y="2721444"/>
                  </a:lnTo>
                  <a:lnTo>
                    <a:pt x="1894393" y="2722562"/>
                  </a:lnTo>
                  <a:lnTo>
                    <a:pt x="1894580" y="2723626"/>
                  </a:lnTo>
                  <a:lnTo>
                    <a:pt x="1894767" y="2724673"/>
                  </a:lnTo>
                  <a:lnTo>
                    <a:pt x="1894954" y="2725570"/>
                  </a:lnTo>
                  <a:lnTo>
                    <a:pt x="1895140" y="2725948"/>
                  </a:lnTo>
                  <a:lnTo>
                    <a:pt x="1895327" y="2726141"/>
                  </a:lnTo>
                  <a:lnTo>
                    <a:pt x="1895514" y="2725851"/>
                  </a:lnTo>
                  <a:lnTo>
                    <a:pt x="1895701" y="2725438"/>
                  </a:lnTo>
                  <a:lnTo>
                    <a:pt x="1895888" y="2725323"/>
                  </a:lnTo>
                  <a:lnTo>
                    <a:pt x="1896075" y="2725666"/>
                  </a:lnTo>
                  <a:lnTo>
                    <a:pt x="1896262" y="2726229"/>
                  </a:lnTo>
                  <a:lnTo>
                    <a:pt x="1896449" y="2727083"/>
                  </a:lnTo>
                  <a:lnTo>
                    <a:pt x="1896636" y="2728146"/>
                  </a:lnTo>
                  <a:lnTo>
                    <a:pt x="1896823" y="2729079"/>
                  </a:lnTo>
                  <a:lnTo>
                    <a:pt x="1897010" y="2729712"/>
                  </a:lnTo>
                  <a:lnTo>
                    <a:pt x="1897197" y="2730421"/>
                  </a:lnTo>
                  <a:lnTo>
                    <a:pt x="1897384" y="2731015"/>
                  </a:lnTo>
                  <a:lnTo>
                    <a:pt x="1897570" y="2731590"/>
                  </a:lnTo>
                  <a:lnTo>
                    <a:pt x="1897757" y="2732199"/>
                  </a:lnTo>
                  <a:lnTo>
                    <a:pt x="1897944" y="2732849"/>
                  </a:lnTo>
                  <a:lnTo>
                    <a:pt x="1898131" y="2733358"/>
                  </a:lnTo>
                  <a:lnTo>
                    <a:pt x="1898318" y="2733878"/>
                  </a:lnTo>
                  <a:lnTo>
                    <a:pt x="1898505" y="2734214"/>
                  </a:lnTo>
                  <a:lnTo>
                    <a:pt x="1898692" y="2734385"/>
                  </a:lnTo>
                  <a:lnTo>
                    <a:pt x="1898879" y="2734733"/>
                  </a:lnTo>
                  <a:lnTo>
                    <a:pt x="1899066" y="2734732"/>
                  </a:lnTo>
                  <a:lnTo>
                    <a:pt x="1899253" y="2734758"/>
                  </a:lnTo>
                  <a:lnTo>
                    <a:pt x="1899440" y="2734890"/>
                  </a:lnTo>
                  <a:lnTo>
                    <a:pt x="1899627" y="2735085"/>
                  </a:lnTo>
                  <a:lnTo>
                    <a:pt x="1899814" y="2735570"/>
                  </a:lnTo>
                  <a:lnTo>
                    <a:pt x="1900000" y="2735901"/>
                  </a:lnTo>
                  <a:lnTo>
                    <a:pt x="1900187" y="2736030"/>
                  </a:lnTo>
                  <a:lnTo>
                    <a:pt x="1900374" y="2736148"/>
                  </a:lnTo>
                  <a:lnTo>
                    <a:pt x="1900561" y="2736144"/>
                  </a:lnTo>
                  <a:lnTo>
                    <a:pt x="1900748" y="2736394"/>
                  </a:lnTo>
                  <a:lnTo>
                    <a:pt x="1900935" y="2736634"/>
                  </a:lnTo>
                  <a:lnTo>
                    <a:pt x="1901122" y="2736837"/>
                  </a:lnTo>
                  <a:lnTo>
                    <a:pt x="1901309" y="2737040"/>
                  </a:lnTo>
                  <a:lnTo>
                    <a:pt x="1901496" y="2737142"/>
                  </a:lnTo>
                  <a:lnTo>
                    <a:pt x="1901683" y="2736887"/>
                  </a:lnTo>
                  <a:lnTo>
                    <a:pt x="1901870" y="2736763"/>
                  </a:lnTo>
                  <a:lnTo>
                    <a:pt x="1902057" y="2736548"/>
                  </a:lnTo>
                  <a:lnTo>
                    <a:pt x="1902243" y="2736400"/>
                  </a:lnTo>
                  <a:lnTo>
                    <a:pt x="1902430" y="2736232"/>
                  </a:lnTo>
                  <a:lnTo>
                    <a:pt x="1902617" y="2736087"/>
                  </a:lnTo>
                  <a:lnTo>
                    <a:pt x="1902804" y="2735891"/>
                  </a:lnTo>
                  <a:lnTo>
                    <a:pt x="1902991" y="2735425"/>
                  </a:lnTo>
                  <a:lnTo>
                    <a:pt x="1903178" y="2734897"/>
                  </a:lnTo>
                  <a:lnTo>
                    <a:pt x="1903365" y="2734299"/>
                  </a:lnTo>
                  <a:lnTo>
                    <a:pt x="1903552" y="2733673"/>
                  </a:lnTo>
                  <a:lnTo>
                    <a:pt x="1903739" y="2733064"/>
                  </a:lnTo>
                  <a:lnTo>
                    <a:pt x="1903926" y="2732426"/>
                  </a:lnTo>
                  <a:lnTo>
                    <a:pt x="1904113" y="2731550"/>
                  </a:lnTo>
                  <a:lnTo>
                    <a:pt x="1904300" y="2730617"/>
                  </a:lnTo>
                  <a:lnTo>
                    <a:pt x="1904487" y="2729625"/>
                  </a:lnTo>
                  <a:lnTo>
                    <a:pt x="1904673" y="2728410"/>
                  </a:lnTo>
                  <a:lnTo>
                    <a:pt x="1904860" y="2727031"/>
                  </a:lnTo>
                  <a:lnTo>
                    <a:pt x="1905047" y="2725488"/>
                  </a:lnTo>
                  <a:lnTo>
                    <a:pt x="1905234" y="2723816"/>
                  </a:lnTo>
                  <a:lnTo>
                    <a:pt x="1905421" y="2722107"/>
                  </a:lnTo>
                  <a:lnTo>
                    <a:pt x="1905608" y="2720384"/>
                  </a:lnTo>
                  <a:lnTo>
                    <a:pt x="1905795" y="2718645"/>
                  </a:lnTo>
                  <a:lnTo>
                    <a:pt x="1905982" y="2716989"/>
                  </a:lnTo>
                  <a:lnTo>
                    <a:pt x="1906169" y="2715480"/>
                  </a:lnTo>
                  <a:lnTo>
                    <a:pt x="1906356" y="2713746"/>
                  </a:lnTo>
                  <a:lnTo>
                    <a:pt x="1906543" y="2711674"/>
                  </a:lnTo>
                  <a:lnTo>
                    <a:pt x="1906730" y="2709105"/>
                  </a:lnTo>
                  <a:lnTo>
                    <a:pt x="1906917" y="2706572"/>
                  </a:lnTo>
                  <a:lnTo>
                    <a:pt x="1907103" y="2704232"/>
                  </a:lnTo>
                  <a:lnTo>
                    <a:pt x="1907290" y="2702183"/>
                  </a:lnTo>
                  <a:lnTo>
                    <a:pt x="1907477" y="2700415"/>
                  </a:lnTo>
                  <a:lnTo>
                    <a:pt x="1907664" y="2698761"/>
                  </a:lnTo>
                  <a:lnTo>
                    <a:pt x="1907851" y="2697178"/>
                  </a:lnTo>
                  <a:lnTo>
                    <a:pt x="1908038" y="2695683"/>
                  </a:lnTo>
                  <a:lnTo>
                    <a:pt x="1908225" y="2694126"/>
                  </a:lnTo>
                  <a:lnTo>
                    <a:pt x="1908412" y="2692859"/>
                  </a:lnTo>
                  <a:lnTo>
                    <a:pt x="1908599" y="2691971"/>
                  </a:lnTo>
                  <a:lnTo>
                    <a:pt x="1908786" y="2691091"/>
                  </a:lnTo>
                  <a:lnTo>
                    <a:pt x="1908973" y="2690124"/>
                  </a:lnTo>
                  <a:lnTo>
                    <a:pt x="1909160" y="2689403"/>
                  </a:lnTo>
                  <a:lnTo>
                    <a:pt x="1909346" y="2689033"/>
                  </a:lnTo>
                  <a:lnTo>
                    <a:pt x="1909533" y="2688778"/>
                  </a:lnTo>
                  <a:lnTo>
                    <a:pt x="1909720" y="2688673"/>
                  </a:lnTo>
                  <a:lnTo>
                    <a:pt x="1909907" y="2688523"/>
                  </a:lnTo>
                  <a:lnTo>
                    <a:pt x="1910094" y="2688409"/>
                  </a:lnTo>
                  <a:lnTo>
                    <a:pt x="1910281" y="2688233"/>
                  </a:lnTo>
                  <a:lnTo>
                    <a:pt x="1910468" y="2687986"/>
                  </a:lnTo>
                  <a:lnTo>
                    <a:pt x="1910655" y="2687635"/>
                  </a:lnTo>
                  <a:lnTo>
                    <a:pt x="1910842" y="2687353"/>
                  </a:lnTo>
                  <a:lnTo>
                    <a:pt x="1911029" y="2687177"/>
                  </a:lnTo>
                  <a:lnTo>
                    <a:pt x="1911216" y="2686922"/>
                  </a:lnTo>
                  <a:lnTo>
                    <a:pt x="1911403" y="2686570"/>
                  </a:lnTo>
                  <a:lnTo>
                    <a:pt x="1911590" y="2686219"/>
                  </a:lnTo>
                  <a:lnTo>
                    <a:pt x="1911776" y="2685919"/>
                  </a:lnTo>
                  <a:lnTo>
                    <a:pt x="1911963" y="2685744"/>
                  </a:lnTo>
                  <a:lnTo>
                    <a:pt x="1912150" y="2685700"/>
                  </a:lnTo>
                  <a:lnTo>
                    <a:pt x="1912337" y="2685700"/>
                  </a:lnTo>
                  <a:lnTo>
                    <a:pt x="1912524" y="2685805"/>
                  </a:lnTo>
                  <a:lnTo>
                    <a:pt x="1912711" y="2685955"/>
                  </a:lnTo>
                  <a:lnTo>
                    <a:pt x="1912898" y="2686069"/>
                  </a:lnTo>
                  <a:lnTo>
                    <a:pt x="1913085" y="2686245"/>
                  </a:lnTo>
                  <a:lnTo>
                    <a:pt x="1913272" y="2686491"/>
                  </a:lnTo>
                  <a:lnTo>
                    <a:pt x="1913459" y="2686843"/>
                  </a:lnTo>
                  <a:lnTo>
                    <a:pt x="1913646" y="2687195"/>
                  </a:lnTo>
                  <a:lnTo>
                    <a:pt x="1913833" y="2687547"/>
                  </a:lnTo>
                  <a:lnTo>
                    <a:pt x="1914019" y="2687899"/>
                  </a:lnTo>
                  <a:lnTo>
                    <a:pt x="1914206" y="2688250"/>
                  </a:lnTo>
                  <a:lnTo>
                    <a:pt x="1914393" y="2688602"/>
                  </a:lnTo>
                  <a:lnTo>
                    <a:pt x="1914580" y="2688901"/>
                  </a:lnTo>
                  <a:lnTo>
                    <a:pt x="1914767" y="2688901"/>
                  </a:lnTo>
                  <a:lnTo>
                    <a:pt x="1914954" y="2688593"/>
                  </a:lnTo>
                  <a:lnTo>
                    <a:pt x="1915141" y="2688242"/>
                  </a:lnTo>
                  <a:lnTo>
                    <a:pt x="1915328" y="2687746"/>
                  </a:lnTo>
                  <a:lnTo>
                    <a:pt x="1915515" y="2687117"/>
                  </a:lnTo>
                  <a:lnTo>
                    <a:pt x="1915702" y="2686621"/>
                  </a:lnTo>
                  <a:lnTo>
                    <a:pt x="1915889" y="2686020"/>
                  </a:lnTo>
                  <a:lnTo>
                    <a:pt x="1916076" y="2685344"/>
                  </a:lnTo>
                  <a:lnTo>
                    <a:pt x="1916263" y="2684683"/>
                  </a:lnTo>
                  <a:lnTo>
                    <a:pt x="1916449" y="2684126"/>
                  </a:lnTo>
                  <a:lnTo>
                    <a:pt x="1916636" y="2683585"/>
                  </a:lnTo>
                  <a:lnTo>
                    <a:pt x="1916823" y="2683146"/>
                  </a:lnTo>
                  <a:lnTo>
                    <a:pt x="1917010" y="2682954"/>
                  </a:lnTo>
                  <a:lnTo>
                    <a:pt x="1917197" y="2682825"/>
                  </a:lnTo>
                  <a:lnTo>
                    <a:pt x="1917384" y="2682825"/>
                  </a:lnTo>
                  <a:lnTo>
                    <a:pt x="1917571" y="2682861"/>
                  </a:lnTo>
                  <a:lnTo>
                    <a:pt x="1917758" y="2682861"/>
                  </a:lnTo>
                  <a:lnTo>
                    <a:pt x="1917945" y="2682853"/>
                  </a:lnTo>
                  <a:lnTo>
                    <a:pt x="1918132" y="2682801"/>
                  </a:lnTo>
                  <a:lnTo>
                    <a:pt x="1918319" y="2682835"/>
                  </a:lnTo>
                  <a:lnTo>
                    <a:pt x="1918506" y="2682914"/>
                  </a:lnTo>
                  <a:lnTo>
                    <a:pt x="1918693" y="2683064"/>
                  </a:lnTo>
                  <a:lnTo>
                    <a:pt x="1918879" y="2683290"/>
                  </a:lnTo>
                  <a:lnTo>
                    <a:pt x="1919066" y="2683511"/>
                  </a:lnTo>
                  <a:lnTo>
                    <a:pt x="1919253" y="2683861"/>
                  </a:lnTo>
                  <a:lnTo>
                    <a:pt x="1919440" y="2684162"/>
                  </a:lnTo>
                  <a:lnTo>
                    <a:pt x="1919627" y="2684339"/>
                  </a:lnTo>
                  <a:lnTo>
                    <a:pt x="1919814" y="2684244"/>
                  </a:lnTo>
                  <a:lnTo>
                    <a:pt x="1920001" y="2683875"/>
                  </a:lnTo>
                  <a:lnTo>
                    <a:pt x="1920188" y="2683347"/>
                  </a:lnTo>
                  <a:lnTo>
                    <a:pt x="1920375" y="2683166"/>
                  </a:lnTo>
                  <a:lnTo>
                    <a:pt x="1920562" y="2683195"/>
                  </a:lnTo>
                  <a:lnTo>
                    <a:pt x="1920749" y="2683280"/>
                  </a:lnTo>
                  <a:lnTo>
                    <a:pt x="1920936" y="2683736"/>
                  </a:lnTo>
                  <a:lnTo>
                    <a:pt x="1921122" y="2684383"/>
                  </a:lnTo>
                  <a:lnTo>
                    <a:pt x="1921309" y="2685037"/>
                  </a:lnTo>
                  <a:lnTo>
                    <a:pt x="1921496" y="2685764"/>
                  </a:lnTo>
                  <a:lnTo>
                    <a:pt x="1921683" y="2686493"/>
                  </a:lnTo>
                  <a:lnTo>
                    <a:pt x="1921870" y="2687222"/>
                  </a:lnTo>
                  <a:lnTo>
                    <a:pt x="1922057" y="2687951"/>
                  </a:lnTo>
                  <a:lnTo>
                    <a:pt x="1922244" y="2688811"/>
                  </a:lnTo>
                  <a:lnTo>
                    <a:pt x="1922431" y="2689716"/>
                  </a:lnTo>
                  <a:lnTo>
                    <a:pt x="1922618" y="2690621"/>
                  </a:lnTo>
                  <a:lnTo>
                    <a:pt x="1922805" y="2691526"/>
                  </a:lnTo>
                  <a:lnTo>
                    <a:pt x="1922992" y="2692431"/>
                  </a:lnTo>
                  <a:lnTo>
                    <a:pt x="1923179" y="2693334"/>
                  </a:lnTo>
                  <a:lnTo>
                    <a:pt x="1923366" y="2694237"/>
                  </a:lnTo>
                  <a:lnTo>
                    <a:pt x="1923552" y="2695070"/>
                  </a:lnTo>
                  <a:lnTo>
                    <a:pt x="1923739" y="2695609"/>
                  </a:lnTo>
                  <a:lnTo>
                    <a:pt x="1923926" y="2696062"/>
                  </a:lnTo>
                  <a:lnTo>
                    <a:pt x="1924113" y="2696418"/>
                  </a:lnTo>
                  <a:lnTo>
                    <a:pt x="1924300" y="2696738"/>
                  </a:lnTo>
                  <a:lnTo>
                    <a:pt x="1924487" y="2696914"/>
                  </a:lnTo>
                  <a:lnTo>
                    <a:pt x="1924674" y="2697090"/>
                  </a:lnTo>
                  <a:lnTo>
                    <a:pt x="1924861" y="2697266"/>
                  </a:lnTo>
                  <a:lnTo>
                    <a:pt x="1925048" y="2697310"/>
                  </a:lnTo>
                  <a:lnTo>
                    <a:pt x="1925235" y="2697415"/>
                  </a:lnTo>
                  <a:lnTo>
                    <a:pt x="1925422" y="2697591"/>
                  </a:lnTo>
                  <a:lnTo>
                    <a:pt x="1925609" y="2697767"/>
                  </a:lnTo>
                  <a:lnTo>
                    <a:pt x="1925796" y="2697943"/>
                  </a:lnTo>
                  <a:lnTo>
                    <a:pt x="1925982" y="2697939"/>
                  </a:lnTo>
                  <a:lnTo>
                    <a:pt x="1926169" y="2697905"/>
                  </a:lnTo>
                  <a:lnTo>
                    <a:pt x="1926356" y="2697860"/>
                  </a:lnTo>
                  <a:lnTo>
                    <a:pt x="1926543" y="2697937"/>
                  </a:lnTo>
                  <a:lnTo>
                    <a:pt x="1926730" y="2698037"/>
                  </a:lnTo>
                  <a:lnTo>
                    <a:pt x="1926917" y="2698136"/>
                  </a:lnTo>
                  <a:lnTo>
                    <a:pt x="1927104" y="2698235"/>
                  </a:lnTo>
                  <a:lnTo>
                    <a:pt x="1927291" y="2698334"/>
                  </a:lnTo>
                  <a:lnTo>
                    <a:pt x="1927478" y="2698433"/>
                  </a:lnTo>
                  <a:lnTo>
                    <a:pt x="1927665" y="2698641"/>
                  </a:lnTo>
                  <a:lnTo>
                    <a:pt x="1927852" y="2698884"/>
                  </a:lnTo>
                  <a:lnTo>
                    <a:pt x="1928039" y="2699041"/>
                  </a:lnTo>
                  <a:lnTo>
                    <a:pt x="1928225" y="2699285"/>
                  </a:lnTo>
                  <a:lnTo>
                    <a:pt x="1928412" y="2699528"/>
                  </a:lnTo>
                  <a:lnTo>
                    <a:pt x="1928599" y="2699772"/>
                  </a:lnTo>
                  <a:lnTo>
                    <a:pt x="1928786" y="2700069"/>
                  </a:lnTo>
                  <a:lnTo>
                    <a:pt x="1928973" y="2700388"/>
                  </a:lnTo>
                  <a:lnTo>
                    <a:pt x="1929160" y="2700916"/>
                  </a:lnTo>
                  <a:lnTo>
                    <a:pt x="1929347" y="2701294"/>
                  </a:lnTo>
                  <a:lnTo>
                    <a:pt x="1929534" y="2701646"/>
                  </a:lnTo>
                  <a:lnTo>
                    <a:pt x="1929721" y="2701998"/>
                  </a:lnTo>
                  <a:lnTo>
                    <a:pt x="1929908" y="2702350"/>
                  </a:lnTo>
                  <a:lnTo>
                    <a:pt x="1930095" y="2702701"/>
                  </a:lnTo>
                  <a:lnTo>
                    <a:pt x="1930282" y="2703141"/>
                  </a:lnTo>
                  <a:lnTo>
                    <a:pt x="1930469" y="2703599"/>
                  </a:lnTo>
                  <a:lnTo>
                    <a:pt x="1930655" y="2704469"/>
                  </a:lnTo>
                  <a:lnTo>
                    <a:pt x="1930842" y="2705349"/>
                  </a:lnTo>
                  <a:lnTo>
                    <a:pt x="1931029" y="2706211"/>
                  </a:lnTo>
                  <a:lnTo>
                    <a:pt x="1931216" y="2707091"/>
                  </a:lnTo>
                  <a:lnTo>
                    <a:pt x="1931403" y="2707856"/>
                  </a:lnTo>
                  <a:lnTo>
                    <a:pt x="1931590" y="2708445"/>
                  </a:lnTo>
                  <a:lnTo>
                    <a:pt x="1931777" y="2709096"/>
                  </a:lnTo>
                  <a:lnTo>
                    <a:pt x="1931964" y="2709641"/>
                  </a:lnTo>
                  <a:lnTo>
                    <a:pt x="1932151" y="2710301"/>
                  </a:lnTo>
                  <a:lnTo>
                    <a:pt x="1932338" y="2711110"/>
                  </a:lnTo>
                  <a:lnTo>
                    <a:pt x="1932525" y="2711902"/>
                  </a:lnTo>
                  <a:lnTo>
                    <a:pt x="1932712" y="2712893"/>
                  </a:lnTo>
                  <a:lnTo>
                    <a:pt x="1932898" y="2714160"/>
                  </a:lnTo>
                  <a:lnTo>
                    <a:pt x="1933085" y="2715647"/>
                  </a:lnTo>
                  <a:lnTo>
                    <a:pt x="1933272" y="2717020"/>
                  </a:lnTo>
                  <a:lnTo>
                    <a:pt x="1933459" y="2717935"/>
                  </a:lnTo>
                  <a:lnTo>
                    <a:pt x="1933646" y="2718842"/>
                  </a:lnTo>
                  <a:lnTo>
                    <a:pt x="1933833" y="2719599"/>
                  </a:lnTo>
                  <a:lnTo>
                    <a:pt x="1934020" y="2720146"/>
                  </a:lnTo>
                  <a:lnTo>
                    <a:pt x="1934207" y="2720726"/>
                  </a:lnTo>
                  <a:lnTo>
                    <a:pt x="1934394" y="2721643"/>
                  </a:lnTo>
                  <a:lnTo>
                    <a:pt x="1934581" y="2722408"/>
                  </a:lnTo>
                  <a:lnTo>
                    <a:pt x="1934768" y="2723346"/>
                  </a:lnTo>
                  <a:lnTo>
                    <a:pt x="1934955" y="2724248"/>
                  </a:lnTo>
                  <a:lnTo>
                    <a:pt x="1935142" y="2725027"/>
                  </a:lnTo>
                  <a:lnTo>
                    <a:pt x="1935328" y="2725821"/>
                  </a:lnTo>
                  <a:lnTo>
                    <a:pt x="1935515" y="2726645"/>
                  </a:lnTo>
                  <a:lnTo>
                    <a:pt x="1935702" y="2727254"/>
                  </a:lnTo>
                  <a:lnTo>
                    <a:pt x="1935889" y="2727463"/>
                  </a:lnTo>
                  <a:lnTo>
                    <a:pt x="1936076" y="2727644"/>
                  </a:lnTo>
                  <a:lnTo>
                    <a:pt x="1936263" y="2727824"/>
                  </a:lnTo>
                  <a:lnTo>
                    <a:pt x="1936450" y="2728142"/>
                  </a:lnTo>
                  <a:lnTo>
                    <a:pt x="1936637" y="2728502"/>
                  </a:lnTo>
                  <a:lnTo>
                    <a:pt x="1936824" y="2728898"/>
                  </a:lnTo>
                  <a:lnTo>
                    <a:pt x="1937011" y="2729205"/>
                  </a:lnTo>
                  <a:lnTo>
                    <a:pt x="1937198" y="2729274"/>
                  </a:lnTo>
                  <a:lnTo>
                    <a:pt x="1937385" y="2729567"/>
                  </a:lnTo>
                  <a:lnTo>
                    <a:pt x="1937572" y="2729878"/>
                  </a:lnTo>
                  <a:lnTo>
                    <a:pt x="1937758" y="2730059"/>
                  </a:lnTo>
                  <a:lnTo>
                    <a:pt x="1937945" y="2730239"/>
                  </a:lnTo>
                  <a:lnTo>
                    <a:pt x="1938132" y="2730419"/>
                  </a:lnTo>
                  <a:lnTo>
                    <a:pt x="1938319" y="2730708"/>
                  </a:lnTo>
                  <a:lnTo>
                    <a:pt x="1938506" y="2731033"/>
                  </a:lnTo>
                  <a:lnTo>
                    <a:pt x="1938693" y="2731358"/>
                  </a:lnTo>
                  <a:lnTo>
                    <a:pt x="1938880" y="2731783"/>
                  </a:lnTo>
                  <a:lnTo>
                    <a:pt x="1939067" y="2732389"/>
                  </a:lnTo>
                  <a:lnTo>
                    <a:pt x="1939254" y="2732866"/>
                  </a:lnTo>
                  <a:lnTo>
                    <a:pt x="1939441" y="2733291"/>
                  </a:lnTo>
                  <a:lnTo>
                    <a:pt x="1939628" y="2733616"/>
                  </a:lnTo>
                  <a:lnTo>
                    <a:pt x="1939815" y="2734047"/>
                  </a:lnTo>
                  <a:lnTo>
                    <a:pt x="1940001" y="2734544"/>
                  </a:lnTo>
                  <a:lnTo>
                    <a:pt x="1940188" y="2735092"/>
                  </a:lnTo>
                  <a:lnTo>
                    <a:pt x="1940375" y="2735998"/>
                  </a:lnTo>
                  <a:lnTo>
                    <a:pt x="1940562" y="2736922"/>
                  </a:lnTo>
                  <a:lnTo>
                    <a:pt x="1940749" y="2737872"/>
                  </a:lnTo>
                  <a:lnTo>
                    <a:pt x="1940936" y="2738436"/>
                  </a:lnTo>
                  <a:lnTo>
                    <a:pt x="1941123" y="2738693"/>
                  </a:lnTo>
                  <a:lnTo>
                    <a:pt x="1941310" y="2738979"/>
                  </a:lnTo>
                  <a:lnTo>
                    <a:pt x="1941497" y="2739503"/>
                  </a:lnTo>
                  <a:lnTo>
                    <a:pt x="1941684" y="2740085"/>
                  </a:lnTo>
                  <a:lnTo>
                    <a:pt x="1941871" y="2740925"/>
                  </a:lnTo>
                  <a:lnTo>
                    <a:pt x="1942058" y="2742019"/>
                  </a:lnTo>
                  <a:lnTo>
                    <a:pt x="1942245" y="2743101"/>
                  </a:lnTo>
                  <a:lnTo>
                    <a:pt x="1942431" y="2744317"/>
                  </a:lnTo>
                  <a:lnTo>
                    <a:pt x="1942618" y="2745686"/>
                  </a:lnTo>
                  <a:lnTo>
                    <a:pt x="1942805" y="2747223"/>
                  </a:lnTo>
                  <a:lnTo>
                    <a:pt x="1942992" y="2748750"/>
                  </a:lnTo>
                  <a:lnTo>
                    <a:pt x="1943179" y="2750162"/>
                  </a:lnTo>
                  <a:lnTo>
                    <a:pt x="1943366" y="2751764"/>
                  </a:lnTo>
                  <a:lnTo>
                    <a:pt x="1943553" y="2753301"/>
                  </a:lnTo>
                  <a:lnTo>
                    <a:pt x="1943740" y="2755217"/>
                  </a:lnTo>
                  <a:lnTo>
                    <a:pt x="1943927" y="2757557"/>
                  </a:lnTo>
                  <a:lnTo>
                    <a:pt x="1944114" y="2760392"/>
                  </a:lnTo>
                  <a:lnTo>
                    <a:pt x="1944301" y="2763051"/>
                  </a:lnTo>
                  <a:lnTo>
                    <a:pt x="1944488" y="2765430"/>
                  </a:lnTo>
                  <a:lnTo>
                    <a:pt x="1944675" y="2767472"/>
                  </a:lnTo>
                  <a:lnTo>
                    <a:pt x="1944861" y="2769146"/>
                  </a:lnTo>
                  <a:lnTo>
                    <a:pt x="1945048" y="2770740"/>
                  </a:lnTo>
                  <a:lnTo>
                    <a:pt x="1945235" y="2772234"/>
                  </a:lnTo>
                  <a:lnTo>
                    <a:pt x="1945422" y="2773566"/>
                  </a:lnTo>
                  <a:lnTo>
                    <a:pt x="1945609" y="2774839"/>
                  </a:lnTo>
                  <a:lnTo>
                    <a:pt x="1945796" y="2775713"/>
                  </a:lnTo>
                  <a:lnTo>
                    <a:pt x="1945983" y="2776274"/>
                  </a:lnTo>
                  <a:lnTo>
                    <a:pt x="1946170" y="2776685"/>
                  </a:lnTo>
                  <a:lnTo>
                    <a:pt x="1946357" y="2776860"/>
                  </a:lnTo>
                  <a:lnTo>
                    <a:pt x="1946544" y="2776702"/>
                  </a:lnTo>
                  <a:lnTo>
                    <a:pt x="1946731" y="2776192"/>
                  </a:lnTo>
                  <a:lnTo>
                    <a:pt x="1946918" y="2775567"/>
                  </a:lnTo>
                  <a:lnTo>
                    <a:pt x="1947104" y="2775119"/>
                  </a:lnTo>
                  <a:lnTo>
                    <a:pt x="1947291" y="2774943"/>
                  </a:lnTo>
                  <a:lnTo>
                    <a:pt x="1947478" y="2774899"/>
                  </a:lnTo>
                  <a:lnTo>
                    <a:pt x="1947665" y="2774855"/>
                  </a:lnTo>
                  <a:lnTo>
                    <a:pt x="1947852" y="2774925"/>
                  </a:lnTo>
                  <a:lnTo>
                    <a:pt x="1948039" y="2775101"/>
                  </a:lnTo>
                  <a:lnTo>
                    <a:pt x="1948226" y="2775312"/>
                  </a:lnTo>
                  <a:lnTo>
                    <a:pt x="1948413" y="2775488"/>
                  </a:lnTo>
                  <a:lnTo>
                    <a:pt x="1948600" y="2775515"/>
                  </a:lnTo>
                  <a:lnTo>
                    <a:pt x="1948787" y="2775515"/>
                  </a:lnTo>
                  <a:lnTo>
                    <a:pt x="1948974" y="2775515"/>
                  </a:lnTo>
                  <a:lnTo>
                    <a:pt x="1949161" y="2775515"/>
                  </a:lnTo>
                  <a:lnTo>
                    <a:pt x="1949348" y="2775515"/>
                  </a:lnTo>
                  <a:lnTo>
                    <a:pt x="1949534" y="2775409"/>
                  </a:lnTo>
                  <a:lnTo>
                    <a:pt x="1949721" y="2775233"/>
                  </a:lnTo>
                  <a:lnTo>
                    <a:pt x="1949908" y="2774952"/>
                  </a:lnTo>
                  <a:lnTo>
                    <a:pt x="1950095" y="2774600"/>
                  </a:lnTo>
                  <a:lnTo>
                    <a:pt x="1950282" y="2774222"/>
                  </a:lnTo>
                  <a:lnTo>
                    <a:pt x="1950469" y="2774046"/>
                  </a:lnTo>
                  <a:lnTo>
                    <a:pt x="1950656" y="2773799"/>
                  </a:lnTo>
                  <a:lnTo>
                    <a:pt x="1950843" y="2773448"/>
                  </a:lnTo>
                  <a:lnTo>
                    <a:pt x="1951030" y="2773096"/>
                  </a:lnTo>
                  <a:lnTo>
                    <a:pt x="1951217" y="2772744"/>
                  </a:lnTo>
                  <a:lnTo>
                    <a:pt x="1951404" y="2772542"/>
                  </a:lnTo>
                  <a:lnTo>
                    <a:pt x="1951591" y="2772366"/>
                  </a:lnTo>
                  <a:lnTo>
                    <a:pt x="1951777" y="2772190"/>
                  </a:lnTo>
                  <a:lnTo>
                    <a:pt x="1951964" y="2772014"/>
                  </a:lnTo>
                  <a:lnTo>
                    <a:pt x="1952151" y="2772014"/>
                  </a:lnTo>
                  <a:lnTo>
                    <a:pt x="1952338" y="2772295"/>
                  </a:lnTo>
                  <a:lnTo>
                    <a:pt x="1952525" y="2772647"/>
                  </a:lnTo>
                  <a:lnTo>
                    <a:pt x="1952712" y="2772999"/>
                  </a:lnTo>
                  <a:lnTo>
                    <a:pt x="1952899" y="2773325"/>
                  </a:lnTo>
                  <a:lnTo>
                    <a:pt x="1953086" y="2773491"/>
                  </a:lnTo>
                  <a:lnTo>
                    <a:pt x="1953273" y="2773578"/>
                  </a:lnTo>
                  <a:lnTo>
                    <a:pt x="1953460" y="2773537"/>
                  </a:lnTo>
                  <a:lnTo>
                    <a:pt x="1953647" y="2773431"/>
                  </a:lnTo>
                  <a:lnTo>
                    <a:pt x="1953834" y="2773190"/>
                  </a:lnTo>
                  <a:lnTo>
                    <a:pt x="1954021" y="2773059"/>
                  </a:lnTo>
                  <a:lnTo>
                    <a:pt x="1954207" y="2772927"/>
                  </a:lnTo>
                  <a:lnTo>
                    <a:pt x="1954394" y="2773006"/>
                  </a:lnTo>
                  <a:lnTo>
                    <a:pt x="1954581" y="2773085"/>
                  </a:lnTo>
                  <a:lnTo>
                    <a:pt x="1954768" y="2773110"/>
                  </a:lnTo>
                  <a:lnTo>
                    <a:pt x="1954955" y="2773074"/>
                  </a:lnTo>
                  <a:lnTo>
                    <a:pt x="1955142" y="2773060"/>
                  </a:lnTo>
                  <a:lnTo>
                    <a:pt x="1955329" y="2773024"/>
                  </a:lnTo>
                  <a:lnTo>
                    <a:pt x="1955516" y="2773009"/>
                  </a:lnTo>
                  <a:lnTo>
                    <a:pt x="1955703" y="2773031"/>
                  </a:lnTo>
                  <a:lnTo>
                    <a:pt x="1955890" y="2772884"/>
                  </a:lnTo>
                  <a:lnTo>
                    <a:pt x="1956077" y="2772819"/>
                  </a:lnTo>
                  <a:lnTo>
                    <a:pt x="1956264" y="2772844"/>
                  </a:lnTo>
                  <a:lnTo>
                    <a:pt x="1956451" y="2772794"/>
                  </a:lnTo>
                  <a:lnTo>
                    <a:pt x="1956637" y="2772822"/>
                  </a:lnTo>
                  <a:lnTo>
                    <a:pt x="1956824" y="2772737"/>
                  </a:lnTo>
                  <a:lnTo>
                    <a:pt x="1957011" y="2772544"/>
                  </a:lnTo>
                  <a:lnTo>
                    <a:pt x="1957198" y="2772278"/>
                  </a:lnTo>
                  <a:lnTo>
                    <a:pt x="1957385" y="2772234"/>
                  </a:lnTo>
                  <a:lnTo>
                    <a:pt x="1957572" y="2772344"/>
                  </a:lnTo>
                  <a:lnTo>
                    <a:pt x="1957759" y="2772153"/>
                  </a:lnTo>
                  <a:lnTo>
                    <a:pt x="1957946" y="2771782"/>
                  </a:lnTo>
                  <a:lnTo>
                    <a:pt x="1958133" y="2771427"/>
                  </a:lnTo>
                  <a:lnTo>
                    <a:pt x="1958320" y="2771018"/>
                  </a:lnTo>
                  <a:lnTo>
                    <a:pt x="1958507" y="2770479"/>
                  </a:lnTo>
                  <a:lnTo>
                    <a:pt x="1958694" y="2770078"/>
                  </a:lnTo>
                  <a:lnTo>
                    <a:pt x="1958880" y="2769604"/>
                  </a:lnTo>
                  <a:lnTo>
                    <a:pt x="1959067" y="2769127"/>
                  </a:lnTo>
                  <a:lnTo>
                    <a:pt x="1959254" y="2768767"/>
                  </a:lnTo>
                  <a:lnTo>
                    <a:pt x="1959441" y="2768435"/>
                  </a:lnTo>
                  <a:lnTo>
                    <a:pt x="1959628" y="2768103"/>
                  </a:lnTo>
                  <a:lnTo>
                    <a:pt x="1959815" y="2767843"/>
                  </a:lnTo>
                  <a:lnTo>
                    <a:pt x="1960002" y="2767511"/>
                  </a:lnTo>
                  <a:lnTo>
                    <a:pt x="1960189" y="2767085"/>
                  </a:lnTo>
                  <a:lnTo>
                    <a:pt x="1960376" y="2766561"/>
                  </a:lnTo>
                  <a:lnTo>
                    <a:pt x="1960563" y="2765996"/>
                  </a:lnTo>
                  <a:lnTo>
                    <a:pt x="1960750" y="2765093"/>
                  </a:lnTo>
                  <a:lnTo>
                    <a:pt x="1960937" y="2764190"/>
                  </a:lnTo>
                  <a:lnTo>
                    <a:pt x="1961124" y="2763361"/>
                  </a:lnTo>
                  <a:lnTo>
                    <a:pt x="1961310" y="2762556"/>
                  </a:lnTo>
                  <a:lnTo>
                    <a:pt x="1961497" y="2761786"/>
                  </a:lnTo>
                  <a:lnTo>
                    <a:pt x="1961684" y="2760939"/>
                  </a:lnTo>
                  <a:lnTo>
                    <a:pt x="1961871" y="2760130"/>
                  </a:lnTo>
                  <a:lnTo>
                    <a:pt x="1962058" y="2759250"/>
                  </a:lnTo>
                  <a:lnTo>
                    <a:pt x="1962245" y="2758371"/>
                  </a:lnTo>
                  <a:lnTo>
                    <a:pt x="1962432" y="2757491"/>
                  </a:lnTo>
                  <a:lnTo>
                    <a:pt x="1962619" y="2756655"/>
                  </a:lnTo>
                  <a:lnTo>
                    <a:pt x="1962806" y="2755952"/>
                  </a:lnTo>
                  <a:lnTo>
                    <a:pt x="1962993" y="2755362"/>
                  </a:lnTo>
                  <a:lnTo>
                    <a:pt x="1963180" y="2754835"/>
                  </a:lnTo>
                  <a:lnTo>
                    <a:pt x="1963367" y="2754333"/>
                  </a:lnTo>
                  <a:lnTo>
                    <a:pt x="1963554" y="2753981"/>
                  </a:lnTo>
                  <a:lnTo>
                    <a:pt x="1963740" y="2753630"/>
                  </a:lnTo>
                  <a:lnTo>
                    <a:pt x="1963927" y="2753278"/>
                  </a:lnTo>
                  <a:lnTo>
                    <a:pt x="1964114" y="2752926"/>
                  </a:lnTo>
                  <a:lnTo>
                    <a:pt x="1964301" y="2752636"/>
                  </a:lnTo>
                  <a:lnTo>
                    <a:pt x="1964488" y="2752398"/>
                  </a:lnTo>
                  <a:lnTo>
                    <a:pt x="1964675" y="2752152"/>
                  </a:lnTo>
                  <a:lnTo>
                    <a:pt x="1964862" y="2751976"/>
                  </a:lnTo>
                  <a:lnTo>
                    <a:pt x="1965049" y="2751800"/>
                  </a:lnTo>
                  <a:lnTo>
                    <a:pt x="1965236" y="2751624"/>
                  </a:lnTo>
                  <a:lnTo>
                    <a:pt x="1965423" y="2751448"/>
                  </a:lnTo>
                  <a:lnTo>
                    <a:pt x="1965610" y="2751272"/>
                  </a:lnTo>
                  <a:lnTo>
                    <a:pt x="1965797" y="2751052"/>
                  </a:lnTo>
                  <a:lnTo>
                    <a:pt x="1965983" y="2750701"/>
                  </a:lnTo>
                  <a:lnTo>
                    <a:pt x="1966170" y="2750349"/>
                  </a:lnTo>
                  <a:lnTo>
                    <a:pt x="1966357" y="2749997"/>
                  </a:lnTo>
                  <a:lnTo>
                    <a:pt x="1966544" y="2749645"/>
                  </a:lnTo>
                  <a:lnTo>
                    <a:pt x="1966731" y="2749293"/>
                  </a:lnTo>
                  <a:lnTo>
                    <a:pt x="1966918" y="2748941"/>
                  </a:lnTo>
                  <a:lnTo>
                    <a:pt x="1967105" y="2748590"/>
                  </a:lnTo>
                  <a:lnTo>
                    <a:pt x="1967292" y="2748299"/>
                  </a:lnTo>
                  <a:lnTo>
                    <a:pt x="1967479" y="2748123"/>
                  </a:lnTo>
                  <a:lnTo>
                    <a:pt x="1967666" y="2747948"/>
                  </a:lnTo>
                  <a:lnTo>
                    <a:pt x="1967853" y="2747772"/>
                  </a:lnTo>
                  <a:lnTo>
                    <a:pt x="1968040" y="2747596"/>
                  </a:lnTo>
                  <a:lnTo>
                    <a:pt x="1968227" y="2747420"/>
                  </a:lnTo>
                  <a:lnTo>
                    <a:pt x="1968413" y="2747244"/>
                  </a:lnTo>
                  <a:lnTo>
                    <a:pt x="1968600" y="2747112"/>
                  </a:lnTo>
                  <a:lnTo>
                    <a:pt x="1968787" y="2747226"/>
                  </a:lnTo>
                  <a:lnTo>
                    <a:pt x="1968974" y="2747569"/>
                  </a:lnTo>
                  <a:lnTo>
                    <a:pt x="1969161" y="2748097"/>
                  </a:lnTo>
                  <a:lnTo>
                    <a:pt x="1969348" y="2748783"/>
                  </a:lnTo>
                  <a:lnTo>
                    <a:pt x="1969535" y="2749641"/>
                  </a:lnTo>
                  <a:lnTo>
                    <a:pt x="1969722" y="2750498"/>
                  </a:lnTo>
                  <a:lnTo>
                    <a:pt x="1969909" y="2751479"/>
                  </a:lnTo>
                  <a:lnTo>
                    <a:pt x="1970096" y="2752357"/>
                  </a:lnTo>
                  <a:lnTo>
                    <a:pt x="1970283" y="2753295"/>
                  </a:lnTo>
                  <a:lnTo>
                    <a:pt x="1970470" y="2754161"/>
                  </a:lnTo>
                  <a:lnTo>
                    <a:pt x="1970656" y="2754940"/>
                  </a:lnTo>
                  <a:lnTo>
                    <a:pt x="1970843" y="2755662"/>
                  </a:lnTo>
                  <a:lnTo>
                    <a:pt x="1971030" y="2756311"/>
                  </a:lnTo>
                  <a:lnTo>
                    <a:pt x="1971217" y="2756867"/>
                  </a:lnTo>
                  <a:lnTo>
                    <a:pt x="1971404" y="2757300"/>
                  </a:lnTo>
                  <a:lnTo>
                    <a:pt x="1971591" y="2757632"/>
                  </a:lnTo>
                  <a:lnTo>
                    <a:pt x="1971778" y="2757755"/>
                  </a:lnTo>
                  <a:lnTo>
                    <a:pt x="1971965" y="2757755"/>
                  </a:lnTo>
                  <a:lnTo>
                    <a:pt x="1972152" y="2757567"/>
                  </a:lnTo>
                  <a:lnTo>
                    <a:pt x="1972339" y="2757027"/>
                  </a:lnTo>
                  <a:lnTo>
                    <a:pt x="1972526" y="2756259"/>
                  </a:lnTo>
                  <a:lnTo>
                    <a:pt x="1972713" y="2754816"/>
                  </a:lnTo>
                  <a:lnTo>
                    <a:pt x="1972900" y="2753140"/>
                  </a:lnTo>
                  <a:lnTo>
                    <a:pt x="1973086" y="2751307"/>
                  </a:lnTo>
                  <a:lnTo>
                    <a:pt x="1973273" y="2749548"/>
                  </a:lnTo>
                  <a:lnTo>
                    <a:pt x="1973460" y="2747895"/>
                  </a:lnTo>
                  <a:lnTo>
                    <a:pt x="1973647" y="2746311"/>
                  </a:lnTo>
                  <a:lnTo>
                    <a:pt x="1973834" y="2744605"/>
                  </a:lnTo>
                  <a:lnTo>
                    <a:pt x="1974021" y="2742547"/>
                  </a:lnTo>
                  <a:lnTo>
                    <a:pt x="1974208" y="2740207"/>
                  </a:lnTo>
                  <a:lnTo>
                    <a:pt x="1974395" y="2737577"/>
                  </a:lnTo>
                  <a:lnTo>
                    <a:pt x="1974582" y="2734973"/>
                  </a:lnTo>
                  <a:lnTo>
                    <a:pt x="1974769" y="2732326"/>
                  </a:lnTo>
                  <a:lnTo>
                    <a:pt x="1974956" y="2729582"/>
                  </a:lnTo>
                  <a:lnTo>
                    <a:pt x="1975143" y="2727713"/>
                  </a:lnTo>
                  <a:lnTo>
                    <a:pt x="1975330" y="2725919"/>
                  </a:lnTo>
                  <a:lnTo>
                    <a:pt x="1975516" y="2724321"/>
                  </a:lnTo>
                  <a:lnTo>
                    <a:pt x="1975703" y="2723180"/>
                  </a:lnTo>
                  <a:lnTo>
                    <a:pt x="1975890" y="2721598"/>
                  </a:lnTo>
                  <a:lnTo>
                    <a:pt x="1976077" y="2719731"/>
                  </a:lnTo>
                  <a:lnTo>
                    <a:pt x="1976264" y="2717744"/>
                  </a:lnTo>
                  <a:lnTo>
                    <a:pt x="1976451" y="2715707"/>
                  </a:lnTo>
                  <a:lnTo>
                    <a:pt x="1976638" y="2713745"/>
                  </a:lnTo>
                  <a:lnTo>
                    <a:pt x="1976825" y="2712085"/>
                  </a:lnTo>
                  <a:lnTo>
                    <a:pt x="1977012" y="2710639"/>
                  </a:lnTo>
                  <a:lnTo>
                    <a:pt x="1977199" y="2709381"/>
                  </a:lnTo>
                  <a:lnTo>
                    <a:pt x="1977386" y="2708073"/>
                  </a:lnTo>
                  <a:lnTo>
                    <a:pt x="1977573" y="2706671"/>
                  </a:lnTo>
                  <a:lnTo>
                    <a:pt x="1977759" y="2705363"/>
                  </a:lnTo>
                  <a:lnTo>
                    <a:pt x="1977946" y="2704144"/>
                  </a:lnTo>
                  <a:lnTo>
                    <a:pt x="1978133" y="2703077"/>
                  </a:lnTo>
                  <a:lnTo>
                    <a:pt x="1978320" y="2702132"/>
                  </a:lnTo>
                  <a:lnTo>
                    <a:pt x="1978507" y="2701141"/>
                  </a:lnTo>
                  <a:lnTo>
                    <a:pt x="1978694" y="2700565"/>
                  </a:lnTo>
                  <a:lnTo>
                    <a:pt x="1978881" y="2700169"/>
                  </a:lnTo>
                  <a:lnTo>
                    <a:pt x="1979068" y="2699641"/>
                  </a:lnTo>
                  <a:lnTo>
                    <a:pt x="1979255" y="2698984"/>
                  </a:lnTo>
                  <a:lnTo>
                    <a:pt x="1979442" y="2698401"/>
                  </a:lnTo>
                  <a:lnTo>
                    <a:pt x="1979629" y="2697968"/>
                  </a:lnTo>
                  <a:lnTo>
                    <a:pt x="1979816" y="2697591"/>
                  </a:lnTo>
                  <a:lnTo>
                    <a:pt x="1980003" y="2697190"/>
                  </a:lnTo>
                  <a:lnTo>
                    <a:pt x="1980189" y="2696633"/>
                  </a:lnTo>
                  <a:lnTo>
                    <a:pt x="1980376" y="2695984"/>
                  </a:lnTo>
                  <a:lnTo>
                    <a:pt x="1980563" y="2695458"/>
                  </a:lnTo>
                  <a:lnTo>
                    <a:pt x="1980750" y="2694702"/>
                  </a:lnTo>
                  <a:lnTo>
                    <a:pt x="1980937" y="2693699"/>
                  </a:lnTo>
                  <a:lnTo>
                    <a:pt x="1981124" y="2692311"/>
                  </a:lnTo>
                  <a:lnTo>
                    <a:pt x="1981311" y="2690478"/>
                  </a:lnTo>
                  <a:lnTo>
                    <a:pt x="1981498" y="2688276"/>
                  </a:lnTo>
                  <a:lnTo>
                    <a:pt x="1981685" y="2685916"/>
                  </a:lnTo>
                  <a:lnTo>
                    <a:pt x="1981872" y="2683801"/>
                  </a:lnTo>
                  <a:lnTo>
                    <a:pt x="1982059" y="2681697"/>
                  </a:lnTo>
                  <a:lnTo>
                    <a:pt x="1982246" y="2679566"/>
                  </a:lnTo>
                  <a:lnTo>
                    <a:pt x="1982433" y="2677005"/>
                  </a:lnTo>
                  <a:lnTo>
                    <a:pt x="1982619" y="2674694"/>
                  </a:lnTo>
                  <a:lnTo>
                    <a:pt x="1982806" y="2671899"/>
                  </a:lnTo>
                  <a:lnTo>
                    <a:pt x="1982993" y="2669957"/>
                  </a:lnTo>
                  <a:lnTo>
                    <a:pt x="1983180" y="2668105"/>
                  </a:lnTo>
                  <a:lnTo>
                    <a:pt x="1983367" y="2666432"/>
                  </a:lnTo>
                  <a:lnTo>
                    <a:pt x="1983554" y="2664704"/>
                  </a:lnTo>
                  <a:lnTo>
                    <a:pt x="1983741" y="2663158"/>
                  </a:lnTo>
                  <a:lnTo>
                    <a:pt x="1983928" y="2661755"/>
                  </a:lnTo>
                  <a:lnTo>
                    <a:pt x="1984115" y="2660362"/>
                  </a:lnTo>
                  <a:lnTo>
                    <a:pt x="1984302" y="2659148"/>
                  </a:lnTo>
                  <a:lnTo>
                    <a:pt x="1984489" y="2657763"/>
                  </a:lnTo>
                  <a:lnTo>
                    <a:pt x="1984676" y="2656260"/>
                  </a:lnTo>
                  <a:lnTo>
                    <a:pt x="1984862" y="2654734"/>
                  </a:lnTo>
                  <a:lnTo>
                    <a:pt x="1985049" y="2653248"/>
                  </a:lnTo>
                  <a:lnTo>
                    <a:pt x="1985236" y="2651861"/>
                  </a:lnTo>
                  <a:lnTo>
                    <a:pt x="1985423" y="2650629"/>
                  </a:lnTo>
                  <a:lnTo>
                    <a:pt x="1985610" y="2649760"/>
                  </a:lnTo>
                  <a:lnTo>
                    <a:pt x="1985797" y="2648755"/>
                  </a:lnTo>
                  <a:lnTo>
                    <a:pt x="1985984" y="2647949"/>
                  </a:lnTo>
                  <a:lnTo>
                    <a:pt x="1986171" y="2647226"/>
                  </a:lnTo>
                  <a:lnTo>
                    <a:pt x="1986358" y="2646611"/>
                  </a:lnTo>
                  <a:lnTo>
                    <a:pt x="1986545" y="2646022"/>
                  </a:lnTo>
                  <a:lnTo>
                    <a:pt x="1986732" y="2645512"/>
                  </a:lnTo>
                  <a:lnTo>
                    <a:pt x="1986919" y="2645450"/>
                  </a:lnTo>
                  <a:lnTo>
                    <a:pt x="1987106" y="2645688"/>
                  </a:lnTo>
                  <a:lnTo>
                    <a:pt x="1987292" y="2645934"/>
                  </a:lnTo>
                  <a:lnTo>
                    <a:pt x="1987479" y="2646110"/>
                  </a:lnTo>
                  <a:lnTo>
                    <a:pt x="1987666" y="2646242"/>
                  </a:lnTo>
                  <a:lnTo>
                    <a:pt x="1987853" y="2646259"/>
                  </a:lnTo>
                  <a:lnTo>
                    <a:pt x="1988040" y="2646435"/>
                  </a:lnTo>
                  <a:lnTo>
                    <a:pt x="1988227" y="2646611"/>
                  </a:lnTo>
                  <a:lnTo>
                    <a:pt x="1988414" y="2646787"/>
                  </a:lnTo>
                  <a:lnTo>
                    <a:pt x="1988601" y="2646963"/>
                  </a:lnTo>
                  <a:lnTo>
                    <a:pt x="1988788" y="2646989"/>
                  </a:lnTo>
                  <a:lnTo>
                    <a:pt x="1988975" y="2646999"/>
                  </a:lnTo>
                  <a:lnTo>
                    <a:pt x="1989162" y="2647028"/>
                  </a:lnTo>
                  <a:lnTo>
                    <a:pt x="1989349" y="2647105"/>
                  </a:lnTo>
                  <a:lnTo>
                    <a:pt x="1989535" y="2647182"/>
                  </a:lnTo>
                  <a:lnTo>
                    <a:pt x="1989722" y="2647153"/>
                  </a:lnTo>
                  <a:lnTo>
                    <a:pt x="1989909" y="2647054"/>
                  </a:lnTo>
                  <a:lnTo>
                    <a:pt x="1990096" y="2647041"/>
                  </a:lnTo>
                  <a:lnTo>
                    <a:pt x="1990283" y="2647236"/>
                  </a:lnTo>
                  <a:lnTo>
                    <a:pt x="1990470" y="2647457"/>
                  </a:lnTo>
                  <a:lnTo>
                    <a:pt x="1990657" y="2647841"/>
                  </a:lnTo>
                  <a:lnTo>
                    <a:pt x="1990844" y="2648298"/>
                  </a:lnTo>
                  <a:lnTo>
                    <a:pt x="1991031" y="2648758"/>
                  </a:lnTo>
                  <a:lnTo>
                    <a:pt x="1991218" y="2649367"/>
                  </a:lnTo>
                  <a:lnTo>
                    <a:pt x="1991405" y="2650003"/>
                  </a:lnTo>
                  <a:lnTo>
                    <a:pt x="1991592" y="2650640"/>
                  </a:lnTo>
                  <a:lnTo>
                    <a:pt x="1991779" y="2651137"/>
                  </a:lnTo>
                  <a:lnTo>
                    <a:pt x="1991965" y="2651568"/>
                  </a:lnTo>
                  <a:lnTo>
                    <a:pt x="1992152" y="2651850"/>
                  </a:lnTo>
                  <a:lnTo>
                    <a:pt x="1992339" y="2651998"/>
                  </a:lnTo>
                  <a:lnTo>
                    <a:pt x="1992526" y="2652162"/>
                  </a:lnTo>
                  <a:lnTo>
                    <a:pt x="1992713" y="2652371"/>
                  </a:lnTo>
                  <a:lnTo>
                    <a:pt x="1992900" y="2652571"/>
                  </a:lnTo>
                  <a:lnTo>
                    <a:pt x="1993087" y="2652534"/>
                  </a:lnTo>
                  <a:lnTo>
                    <a:pt x="1993274" y="2652619"/>
                  </a:lnTo>
                  <a:lnTo>
                    <a:pt x="1993461" y="2652580"/>
                  </a:lnTo>
                  <a:lnTo>
                    <a:pt x="1993648" y="2652533"/>
                  </a:lnTo>
                  <a:lnTo>
                    <a:pt x="1993835" y="2652652"/>
                  </a:lnTo>
                  <a:lnTo>
                    <a:pt x="1994022" y="2652643"/>
                  </a:lnTo>
                  <a:lnTo>
                    <a:pt x="1994209" y="2652296"/>
                  </a:lnTo>
                  <a:lnTo>
                    <a:pt x="1994395" y="2651881"/>
                  </a:lnTo>
                  <a:lnTo>
                    <a:pt x="1994582" y="2651573"/>
                  </a:lnTo>
                  <a:lnTo>
                    <a:pt x="1994769" y="2651266"/>
                  </a:lnTo>
                  <a:lnTo>
                    <a:pt x="1994956" y="2650821"/>
                  </a:lnTo>
                  <a:lnTo>
                    <a:pt x="1995143" y="2650490"/>
                  </a:lnTo>
                  <a:lnTo>
                    <a:pt x="1995330" y="2650128"/>
                  </a:lnTo>
                  <a:lnTo>
                    <a:pt x="1995517" y="2649721"/>
                  </a:lnTo>
                  <a:lnTo>
                    <a:pt x="1995704" y="2649322"/>
                  </a:lnTo>
                  <a:lnTo>
                    <a:pt x="1995891" y="2649038"/>
                  </a:lnTo>
                  <a:lnTo>
                    <a:pt x="1996078" y="2648609"/>
                  </a:lnTo>
                  <a:lnTo>
                    <a:pt x="1996265" y="2648181"/>
                  </a:lnTo>
                  <a:lnTo>
                    <a:pt x="1996452" y="2647734"/>
                  </a:lnTo>
                  <a:lnTo>
                    <a:pt x="1996638" y="2647014"/>
                  </a:lnTo>
                  <a:lnTo>
                    <a:pt x="1996825" y="2646134"/>
                  </a:lnTo>
                  <a:lnTo>
                    <a:pt x="1997012" y="2645446"/>
                  </a:lnTo>
                  <a:lnTo>
                    <a:pt x="1997199" y="2644801"/>
                  </a:lnTo>
                  <a:lnTo>
                    <a:pt x="1997386" y="2644229"/>
                  </a:lnTo>
                  <a:lnTo>
                    <a:pt x="1997573" y="2643591"/>
                  </a:lnTo>
                  <a:lnTo>
                    <a:pt x="1997760" y="2643034"/>
                  </a:lnTo>
                  <a:lnTo>
                    <a:pt x="1997947" y="2642520"/>
                  </a:lnTo>
                  <a:lnTo>
                    <a:pt x="1998134" y="2642344"/>
                  </a:lnTo>
                  <a:lnTo>
                    <a:pt x="1998321" y="2642168"/>
                  </a:lnTo>
                  <a:lnTo>
                    <a:pt x="1998508" y="2641992"/>
                  </a:lnTo>
                  <a:lnTo>
                    <a:pt x="1998695" y="2641816"/>
                  </a:lnTo>
                  <a:lnTo>
                    <a:pt x="1998882" y="2641702"/>
                  </a:lnTo>
                  <a:lnTo>
                    <a:pt x="1999068" y="2641500"/>
                  </a:lnTo>
                  <a:lnTo>
                    <a:pt x="1999255" y="2641271"/>
                  </a:lnTo>
                  <a:lnTo>
                    <a:pt x="1999442" y="2641209"/>
                  </a:lnTo>
                  <a:lnTo>
                    <a:pt x="1999629" y="2641201"/>
                  </a:lnTo>
                  <a:lnTo>
                    <a:pt x="1999816" y="2641306"/>
                  </a:lnTo>
                  <a:lnTo>
                    <a:pt x="2000003" y="2641262"/>
                  </a:lnTo>
                  <a:lnTo>
                    <a:pt x="2000190" y="2641086"/>
                  </a:lnTo>
                  <a:lnTo>
                    <a:pt x="2000377" y="2640954"/>
                  </a:lnTo>
                  <a:lnTo>
                    <a:pt x="2000564" y="2640778"/>
                  </a:lnTo>
                  <a:lnTo>
                    <a:pt x="2000751" y="2640523"/>
                  </a:lnTo>
                  <a:lnTo>
                    <a:pt x="2000938" y="2639996"/>
                  </a:lnTo>
                  <a:lnTo>
                    <a:pt x="2001125" y="2639468"/>
                  </a:lnTo>
                  <a:lnTo>
                    <a:pt x="2001311" y="2638940"/>
                  </a:lnTo>
                  <a:lnTo>
                    <a:pt x="2001498" y="2638637"/>
                  </a:lnTo>
                  <a:lnTo>
                    <a:pt x="2001685" y="2638059"/>
                  </a:lnTo>
                  <a:lnTo>
                    <a:pt x="2001872" y="2637533"/>
                  </a:lnTo>
                  <a:lnTo>
                    <a:pt x="2002059" y="2636872"/>
                  </a:lnTo>
                  <a:lnTo>
                    <a:pt x="2002246" y="2635996"/>
                  </a:lnTo>
                  <a:lnTo>
                    <a:pt x="2002433" y="2635207"/>
                  </a:lnTo>
                  <a:lnTo>
                    <a:pt x="2002620" y="2634425"/>
                  </a:lnTo>
                  <a:lnTo>
                    <a:pt x="2002807" y="2633780"/>
                  </a:lnTo>
                  <a:lnTo>
                    <a:pt x="2002994" y="2633135"/>
                  </a:lnTo>
                  <a:lnTo>
                    <a:pt x="2003181" y="2632534"/>
                  </a:lnTo>
                  <a:lnTo>
                    <a:pt x="2003368" y="2632065"/>
                  </a:lnTo>
                  <a:lnTo>
                    <a:pt x="2003555" y="2631524"/>
                  </a:lnTo>
                  <a:lnTo>
                    <a:pt x="2003741" y="2631158"/>
                  </a:lnTo>
                  <a:lnTo>
                    <a:pt x="2003928" y="2630722"/>
                  </a:lnTo>
                  <a:lnTo>
                    <a:pt x="2004115" y="2630244"/>
                  </a:lnTo>
                  <a:lnTo>
                    <a:pt x="2004302" y="2629644"/>
                  </a:lnTo>
                  <a:lnTo>
                    <a:pt x="2004489" y="2629126"/>
                  </a:lnTo>
                  <a:lnTo>
                    <a:pt x="2004676" y="2628177"/>
                  </a:lnTo>
                  <a:lnTo>
                    <a:pt x="2004863" y="2627322"/>
                  </a:lnTo>
                  <a:lnTo>
                    <a:pt x="2005050" y="2626425"/>
                  </a:lnTo>
                  <a:lnTo>
                    <a:pt x="2005237" y="2625491"/>
                  </a:lnTo>
                  <a:lnTo>
                    <a:pt x="2005424" y="2624558"/>
                  </a:lnTo>
                  <a:lnTo>
                    <a:pt x="2005611" y="2623624"/>
                  </a:lnTo>
                  <a:lnTo>
                    <a:pt x="2005798" y="2622532"/>
                  </a:lnTo>
                  <a:lnTo>
                    <a:pt x="2005985" y="2621128"/>
                  </a:lnTo>
                  <a:lnTo>
                    <a:pt x="2006171" y="2619506"/>
                  </a:lnTo>
                  <a:lnTo>
                    <a:pt x="2006358" y="2617834"/>
                  </a:lnTo>
                  <a:lnTo>
                    <a:pt x="2006545" y="2616184"/>
                  </a:lnTo>
                  <a:lnTo>
                    <a:pt x="2006732" y="2614566"/>
                  </a:lnTo>
                  <a:lnTo>
                    <a:pt x="2006919" y="2612302"/>
                  </a:lnTo>
                  <a:lnTo>
                    <a:pt x="2007106" y="2610063"/>
                  </a:lnTo>
                  <a:lnTo>
                    <a:pt x="2007293" y="2607939"/>
                  </a:lnTo>
                  <a:lnTo>
                    <a:pt x="2007480" y="2606104"/>
                  </a:lnTo>
                  <a:lnTo>
                    <a:pt x="2007667" y="2604340"/>
                  </a:lnTo>
                  <a:lnTo>
                    <a:pt x="2007854" y="2602867"/>
                  </a:lnTo>
                  <a:lnTo>
                    <a:pt x="2008041" y="2601532"/>
                  </a:lnTo>
                  <a:lnTo>
                    <a:pt x="2008228" y="2600256"/>
                  </a:lnTo>
                  <a:lnTo>
                    <a:pt x="2008414" y="2599051"/>
                  </a:lnTo>
                  <a:lnTo>
                    <a:pt x="2008601" y="2598134"/>
                  </a:lnTo>
                  <a:lnTo>
                    <a:pt x="2008788" y="2597665"/>
                  </a:lnTo>
                  <a:lnTo>
                    <a:pt x="2008975" y="2597228"/>
                  </a:lnTo>
                  <a:lnTo>
                    <a:pt x="2009162" y="2597086"/>
                  </a:lnTo>
                  <a:lnTo>
                    <a:pt x="2009349" y="2596853"/>
                  </a:lnTo>
                  <a:lnTo>
                    <a:pt x="2009536" y="2596572"/>
                  </a:lnTo>
                  <a:lnTo>
                    <a:pt x="2009723" y="2596796"/>
                  </a:lnTo>
                  <a:lnTo>
                    <a:pt x="2009910" y="2597406"/>
                  </a:lnTo>
                  <a:lnTo>
                    <a:pt x="2010097" y="2598565"/>
                  </a:lnTo>
                  <a:lnTo>
                    <a:pt x="2010284" y="2599699"/>
                  </a:lnTo>
                  <a:lnTo>
                    <a:pt x="2010471" y="2600930"/>
                  </a:lnTo>
                  <a:lnTo>
                    <a:pt x="2010658" y="2602508"/>
                  </a:lnTo>
                  <a:lnTo>
                    <a:pt x="2010844" y="2603784"/>
                  </a:lnTo>
                  <a:lnTo>
                    <a:pt x="2011031" y="2604889"/>
                  </a:lnTo>
                  <a:lnTo>
                    <a:pt x="2011218" y="2606307"/>
                  </a:lnTo>
                  <a:lnTo>
                    <a:pt x="2011405" y="2608008"/>
                  </a:lnTo>
                  <a:lnTo>
                    <a:pt x="2011592" y="2609946"/>
                  </a:lnTo>
                  <a:lnTo>
                    <a:pt x="2011779" y="2612161"/>
                  </a:lnTo>
                  <a:lnTo>
                    <a:pt x="2011966" y="2614139"/>
                  </a:lnTo>
                  <a:lnTo>
                    <a:pt x="2012153" y="2616135"/>
                  </a:lnTo>
                  <a:lnTo>
                    <a:pt x="2012340" y="2618390"/>
                  </a:lnTo>
                  <a:lnTo>
                    <a:pt x="2012527" y="2619857"/>
                  </a:lnTo>
                  <a:lnTo>
                    <a:pt x="2012714" y="2621249"/>
                  </a:lnTo>
                  <a:lnTo>
                    <a:pt x="2012901" y="2622605"/>
                  </a:lnTo>
                  <a:lnTo>
                    <a:pt x="2013088" y="2623567"/>
                  </a:lnTo>
                  <a:lnTo>
                    <a:pt x="2013274" y="2624969"/>
                  </a:lnTo>
                  <a:lnTo>
                    <a:pt x="2013461" y="2626503"/>
                  </a:lnTo>
                  <a:lnTo>
                    <a:pt x="2013648" y="2628194"/>
                  </a:lnTo>
                  <a:lnTo>
                    <a:pt x="2013835" y="2629902"/>
                  </a:lnTo>
                  <a:lnTo>
                    <a:pt x="2014022" y="2631160"/>
                  </a:lnTo>
                  <a:lnTo>
                    <a:pt x="2014209" y="2632072"/>
                  </a:lnTo>
                  <a:lnTo>
                    <a:pt x="2014396" y="2632815"/>
                  </a:lnTo>
                  <a:lnTo>
                    <a:pt x="2014583" y="2633475"/>
                  </a:lnTo>
                  <a:lnTo>
                    <a:pt x="2014770" y="2634387"/>
                  </a:lnTo>
                  <a:lnTo>
                    <a:pt x="2014957" y="2635437"/>
                  </a:lnTo>
                  <a:lnTo>
                    <a:pt x="2015144" y="2636305"/>
                  </a:lnTo>
                  <a:lnTo>
                    <a:pt x="2015331" y="2637128"/>
                  </a:lnTo>
                  <a:lnTo>
                    <a:pt x="2015517" y="2637844"/>
                  </a:lnTo>
                  <a:lnTo>
                    <a:pt x="2015704" y="2638674"/>
                  </a:lnTo>
                  <a:lnTo>
                    <a:pt x="2015891" y="2639942"/>
                  </a:lnTo>
                  <a:lnTo>
                    <a:pt x="2016078" y="2640788"/>
                  </a:lnTo>
                  <a:lnTo>
                    <a:pt x="2016265" y="2641468"/>
                  </a:lnTo>
                  <a:lnTo>
                    <a:pt x="2016452" y="2642280"/>
                  </a:lnTo>
                  <a:lnTo>
                    <a:pt x="2016639" y="2643152"/>
                  </a:lnTo>
                  <a:lnTo>
                    <a:pt x="2016826" y="2643795"/>
                  </a:lnTo>
                  <a:lnTo>
                    <a:pt x="2017013" y="2644510"/>
                  </a:lnTo>
                  <a:lnTo>
                    <a:pt x="2017200" y="2645078"/>
                  </a:lnTo>
                  <a:lnTo>
                    <a:pt x="2017387" y="2645539"/>
                  </a:lnTo>
                  <a:lnTo>
                    <a:pt x="2017574" y="2646025"/>
                  </a:lnTo>
                  <a:lnTo>
                    <a:pt x="2017761" y="2646626"/>
                  </a:lnTo>
                  <a:lnTo>
                    <a:pt x="2017947" y="2647255"/>
                  </a:lnTo>
                  <a:lnTo>
                    <a:pt x="2018134" y="2647852"/>
                  </a:lnTo>
                  <a:lnTo>
                    <a:pt x="2018321" y="2648704"/>
                  </a:lnTo>
                  <a:lnTo>
                    <a:pt x="2018508" y="2649715"/>
                  </a:lnTo>
                  <a:lnTo>
                    <a:pt x="2018695" y="2650727"/>
                  </a:lnTo>
                  <a:lnTo>
                    <a:pt x="2018882" y="2652071"/>
                  </a:lnTo>
                  <a:lnTo>
                    <a:pt x="2019069" y="2653426"/>
                  </a:lnTo>
                  <a:lnTo>
                    <a:pt x="2019256" y="2654622"/>
                  </a:lnTo>
                  <a:lnTo>
                    <a:pt x="2019443" y="2655818"/>
                  </a:lnTo>
                  <a:lnTo>
                    <a:pt x="2019630" y="2656953"/>
                  </a:lnTo>
                  <a:lnTo>
                    <a:pt x="2019817" y="2658330"/>
                  </a:lnTo>
                  <a:lnTo>
                    <a:pt x="2020004" y="2659387"/>
                  </a:lnTo>
                  <a:lnTo>
                    <a:pt x="2020190" y="2660996"/>
                  </a:lnTo>
                  <a:lnTo>
                    <a:pt x="2020377" y="2661627"/>
                  </a:lnTo>
                  <a:lnTo>
                    <a:pt x="2020564" y="2662226"/>
                  </a:lnTo>
                  <a:lnTo>
                    <a:pt x="2020751" y="2662600"/>
                  </a:lnTo>
                  <a:lnTo>
                    <a:pt x="2020938" y="2663029"/>
                  </a:lnTo>
                  <a:lnTo>
                    <a:pt x="2021125" y="2663374"/>
                  </a:lnTo>
                  <a:lnTo>
                    <a:pt x="2021312" y="2663222"/>
                  </a:lnTo>
                  <a:lnTo>
                    <a:pt x="2021499" y="2663574"/>
                  </a:lnTo>
                  <a:lnTo>
                    <a:pt x="2021686" y="2663561"/>
                  </a:lnTo>
                  <a:lnTo>
                    <a:pt x="2021873" y="2662904"/>
                  </a:lnTo>
                  <a:lnTo>
                    <a:pt x="2022060" y="2661773"/>
                  </a:lnTo>
                  <a:lnTo>
                    <a:pt x="2022247" y="2660015"/>
                  </a:lnTo>
                  <a:lnTo>
                    <a:pt x="2022434" y="2658560"/>
                  </a:lnTo>
                  <a:lnTo>
                    <a:pt x="2022620" y="2657062"/>
                  </a:lnTo>
                  <a:lnTo>
                    <a:pt x="2022807" y="2655517"/>
                  </a:lnTo>
                  <a:lnTo>
                    <a:pt x="2022994" y="2653680"/>
                  </a:lnTo>
                  <a:lnTo>
                    <a:pt x="2023181" y="2651887"/>
                  </a:lnTo>
                  <a:lnTo>
                    <a:pt x="2023368" y="2650102"/>
                  </a:lnTo>
                  <a:lnTo>
                    <a:pt x="2023555" y="2648189"/>
                  </a:lnTo>
                  <a:lnTo>
                    <a:pt x="2023742" y="2646230"/>
                  </a:lnTo>
                  <a:lnTo>
                    <a:pt x="2023929" y="2644279"/>
                  </a:lnTo>
                  <a:lnTo>
                    <a:pt x="2024116" y="2642369"/>
                  </a:lnTo>
                  <a:lnTo>
                    <a:pt x="2024303" y="2640058"/>
                  </a:lnTo>
                  <a:lnTo>
                    <a:pt x="2024490" y="2637631"/>
                  </a:lnTo>
                  <a:lnTo>
                    <a:pt x="2024677" y="2635440"/>
                  </a:lnTo>
                  <a:lnTo>
                    <a:pt x="2024864" y="2633594"/>
                  </a:lnTo>
                  <a:lnTo>
                    <a:pt x="2025050" y="2632161"/>
                  </a:lnTo>
                  <a:lnTo>
                    <a:pt x="2025237" y="2630775"/>
                  </a:lnTo>
                  <a:lnTo>
                    <a:pt x="2025424" y="2629247"/>
                  </a:lnTo>
                  <a:lnTo>
                    <a:pt x="2025611" y="2627804"/>
                  </a:lnTo>
                  <a:lnTo>
                    <a:pt x="2025798" y="2626406"/>
                  </a:lnTo>
                  <a:lnTo>
                    <a:pt x="2025985" y="2624699"/>
                  </a:lnTo>
                  <a:lnTo>
                    <a:pt x="2026172" y="2622675"/>
                  </a:lnTo>
                  <a:lnTo>
                    <a:pt x="2026359" y="2620440"/>
                  </a:lnTo>
                  <a:lnTo>
                    <a:pt x="2026546" y="2617659"/>
                  </a:lnTo>
                  <a:lnTo>
                    <a:pt x="2026733" y="2614852"/>
                  </a:lnTo>
                  <a:lnTo>
                    <a:pt x="2026920" y="2612114"/>
                  </a:lnTo>
                  <a:lnTo>
                    <a:pt x="2027107" y="2609632"/>
                  </a:lnTo>
                  <a:lnTo>
                    <a:pt x="2027293" y="2607191"/>
                  </a:lnTo>
                  <a:lnTo>
                    <a:pt x="2027480" y="2604186"/>
                  </a:lnTo>
                  <a:lnTo>
                    <a:pt x="2027667" y="2601212"/>
                  </a:lnTo>
                  <a:lnTo>
                    <a:pt x="2027854" y="2598150"/>
                  </a:lnTo>
                  <a:lnTo>
                    <a:pt x="2028041" y="2595066"/>
                  </a:lnTo>
                  <a:lnTo>
                    <a:pt x="2028228" y="2592181"/>
                  </a:lnTo>
                  <a:lnTo>
                    <a:pt x="2028415" y="2589496"/>
                  </a:lnTo>
                  <a:lnTo>
                    <a:pt x="2028602" y="2586925"/>
                  </a:lnTo>
                  <a:lnTo>
                    <a:pt x="2028789" y="2584697"/>
                  </a:lnTo>
                  <a:lnTo>
                    <a:pt x="2028976" y="2582856"/>
                  </a:lnTo>
                  <a:lnTo>
                    <a:pt x="2029163" y="2581356"/>
                  </a:lnTo>
                  <a:lnTo>
                    <a:pt x="2029350" y="2580573"/>
                  </a:lnTo>
                  <a:lnTo>
                    <a:pt x="2029537" y="2579948"/>
                  </a:lnTo>
                  <a:lnTo>
                    <a:pt x="2029723" y="2579367"/>
                  </a:lnTo>
                  <a:lnTo>
                    <a:pt x="2029910" y="2578840"/>
                  </a:lnTo>
                  <a:lnTo>
                    <a:pt x="2030097" y="2578497"/>
                  </a:lnTo>
                  <a:lnTo>
                    <a:pt x="2030284" y="2578409"/>
                  </a:lnTo>
                  <a:lnTo>
                    <a:pt x="2030471" y="2578585"/>
                  </a:lnTo>
                  <a:lnTo>
                    <a:pt x="2030658" y="2578787"/>
                  </a:lnTo>
                  <a:lnTo>
                    <a:pt x="2030845" y="2579112"/>
                  </a:lnTo>
                  <a:lnTo>
                    <a:pt x="2031032" y="2579280"/>
                  </a:lnTo>
                  <a:lnTo>
                    <a:pt x="2031219" y="2579280"/>
                  </a:lnTo>
                  <a:lnTo>
                    <a:pt x="2031406" y="2579315"/>
                  </a:lnTo>
                  <a:lnTo>
                    <a:pt x="2031593" y="2579667"/>
                  </a:lnTo>
                  <a:lnTo>
                    <a:pt x="2031780" y="2580194"/>
                  </a:lnTo>
                  <a:lnTo>
                    <a:pt x="2031967" y="2580722"/>
                  </a:lnTo>
                  <a:lnTo>
                    <a:pt x="2032153" y="2581250"/>
                  </a:lnTo>
                  <a:lnTo>
                    <a:pt x="2032340" y="2581874"/>
                  </a:lnTo>
                  <a:lnTo>
                    <a:pt x="2032527" y="2582552"/>
                  </a:lnTo>
                  <a:lnTo>
                    <a:pt x="2032714" y="2583255"/>
                  </a:lnTo>
                  <a:lnTo>
                    <a:pt x="2032901" y="2583853"/>
                  </a:lnTo>
                  <a:lnTo>
                    <a:pt x="2033088" y="2584320"/>
                  </a:lnTo>
                  <a:lnTo>
                    <a:pt x="2033275" y="2584680"/>
                  </a:lnTo>
                  <a:lnTo>
                    <a:pt x="2033462" y="2585208"/>
                  </a:lnTo>
                  <a:lnTo>
                    <a:pt x="2033649" y="2585736"/>
                  </a:lnTo>
                  <a:lnTo>
                    <a:pt x="2033836" y="2586281"/>
                  </a:lnTo>
                  <a:lnTo>
                    <a:pt x="2034023" y="2586985"/>
                  </a:lnTo>
                  <a:lnTo>
                    <a:pt x="2034210" y="2587820"/>
                  </a:lnTo>
                  <a:lnTo>
                    <a:pt x="2034396" y="2588462"/>
                  </a:lnTo>
                  <a:lnTo>
                    <a:pt x="2034583" y="2588990"/>
                  </a:lnTo>
                  <a:lnTo>
                    <a:pt x="2034770" y="2589596"/>
                  </a:lnTo>
                  <a:lnTo>
                    <a:pt x="2034957" y="2590285"/>
                  </a:lnTo>
                  <a:lnTo>
                    <a:pt x="2035144" y="2591023"/>
                  </a:lnTo>
                  <a:lnTo>
                    <a:pt x="2035331" y="2591707"/>
                  </a:lnTo>
                  <a:lnTo>
                    <a:pt x="2035518" y="2592088"/>
                  </a:lnTo>
                  <a:lnTo>
                    <a:pt x="2035705" y="2592332"/>
                  </a:lnTo>
                  <a:lnTo>
                    <a:pt x="2035892" y="2592380"/>
                  </a:lnTo>
                  <a:lnTo>
                    <a:pt x="2036079" y="2591989"/>
                  </a:lnTo>
                  <a:lnTo>
                    <a:pt x="2036266" y="2591128"/>
                  </a:lnTo>
                  <a:lnTo>
                    <a:pt x="2036453" y="2590348"/>
                  </a:lnTo>
                  <a:lnTo>
                    <a:pt x="2036640" y="2589699"/>
                  </a:lnTo>
                  <a:lnTo>
                    <a:pt x="2036826" y="2588902"/>
                  </a:lnTo>
                  <a:lnTo>
                    <a:pt x="2037013" y="2587808"/>
                  </a:lnTo>
                  <a:lnTo>
                    <a:pt x="2037200" y="2586462"/>
                  </a:lnTo>
                  <a:lnTo>
                    <a:pt x="2037387" y="2585178"/>
                  </a:lnTo>
                  <a:lnTo>
                    <a:pt x="2037574" y="2583582"/>
                  </a:lnTo>
                  <a:lnTo>
                    <a:pt x="2037761" y="2581865"/>
                  </a:lnTo>
                  <a:lnTo>
                    <a:pt x="2037948" y="2579936"/>
                  </a:lnTo>
                  <a:lnTo>
                    <a:pt x="2038135" y="2577605"/>
                  </a:lnTo>
                  <a:lnTo>
                    <a:pt x="2038322" y="2575766"/>
                  </a:lnTo>
                  <a:lnTo>
                    <a:pt x="2038509" y="2574095"/>
                  </a:lnTo>
                  <a:lnTo>
                    <a:pt x="2038696" y="2572547"/>
                  </a:lnTo>
                  <a:lnTo>
                    <a:pt x="2038883" y="2571109"/>
                  </a:lnTo>
                  <a:lnTo>
                    <a:pt x="2039069" y="2570420"/>
                  </a:lnTo>
                  <a:lnTo>
                    <a:pt x="2039256" y="2569776"/>
                  </a:lnTo>
                  <a:lnTo>
                    <a:pt x="2039443" y="2569276"/>
                  </a:lnTo>
                  <a:lnTo>
                    <a:pt x="2039630" y="2568982"/>
                  </a:lnTo>
                  <a:lnTo>
                    <a:pt x="2039817" y="2568901"/>
                  </a:lnTo>
                  <a:lnTo>
                    <a:pt x="2040004" y="2568891"/>
                  </a:lnTo>
                  <a:lnTo>
                    <a:pt x="2040191" y="2568551"/>
                  </a:lnTo>
                  <a:lnTo>
                    <a:pt x="2040378" y="2568308"/>
                  </a:lnTo>
                  <a:lnTo>
                    <a:pt x="2040565" y="2567941"/>
                  </a:lnTo>
                  <a:lnTo>
                    <a:pt x="2040752" y="2567707"/>
                  </a:lnTo>
                  <a:lnTo>
                    <a:pt x="2040939" y="2567386"/>
                  </a:lnTo>
                  <a:lnTo>
                    <a:pt x="2041126" y="2566872"/>
                  </a:lnTo>
                  <a:lnTo>
                    <a:pt x="2041313" y="2566428"/>
                  </a:lnTo>
                  <a:lnTo>
                    <a:pt x="2041499" y="2565983"/>
                  </a:lnTo>
                  <a:lnTo>
                    <a:pt x="2041686" y="2565844"/>
                  </a:lnTo>
                  <a:lnTo>
                    <a:pt x="2041873" y="2565447"/>
                  </a:lnTo>
                  <a:lnTo>
                    <a:pt x="2042060" y="2565068"/>
                  </a:lnTo>
                  <a:lnTo>
                    <a:pt x="2042247" y="2564119"/>
                  </a:lnTo>
                  <a:lnTo>
                    <a:pt x="2042434" y="2562923"/>
                  </a:lnTo>
                  <a:lnTo>
                    <a:pt x="2042621" y="2561746"/>
                  </a:lnTo>
                  <a:lnTo>
                    <a:pt x="2042808" y="2560657"/>
                  </a:lnTo>
                  <a:lnTo>
                    <a:pt x="2042995" y="2559717"/>
                  </a:lnTo>
                  <a:lnTo>
                    <a:pt x="2043182" y="2559041"/>
                  </a:lnTo>
                  <a:lnTo>
                    <a:pt x="2043369" y="2559127"/>
                  </a:lnTo>
                  <a:lnTo>
                    <a:pt x="2043556" y="2558813"/>
                  </a:lnTo>
                  <a:lnTo>
                    <a:pt x="2043743" y="2558402"/>
                  </a:lnTo>
                  <a:lnTo>
                    <a:pt x="2043929" y="2557694"/>
                  </a:lnTo>
                  <a:lnTo>
                    <a:pt x="2044116" y="2557074"/>
                  </a:lnTo>
                  <a:lnTo>
                    <a:pt x="2044303" y="2557022"/>
                  </a:lnTo>
                  <a:lnTo>
                    <a:pt x="2044490" y="2556768"/>
                  </a:lnTo>
                  <a:lnTo>
                    <a:pt x="2044677" y="2556516"/>
                  </a:lnTo>
                  <a:lnTo>
                    <a:pt x="2044864" y="2556224"/>
                  </a:lnTo>
                  <a:lnTo>
                    <a:pt x="2045051" y="2556088"/>
                  </a:lnTo>
                  <a:lnTo>
                    <a:pt x="2045238" y="2555776"/>
                  </a:lnTo>
                  <a:lnTo>
                    <a:pt x="2045425" y="2555347"/>
                  </a:lnTo>
                  <a:lnTo>
                    <a:pt x="2045612" y="2554869"/>
                  </a:lnTo>
                  <a:lnTo>
                    <a:pt x="2045799" y="2554459"/>
                  </a:lnTo>
                  <a:lnTo>
                    <a:pt x="2045986" y="2553913"/>
                  </a:lnTo>
                  <a:lnTo>
                    <a:pt x="2046172" y="2553071"/>
                  </a:lnTo>
                  <a:lnTo>
                    <a:pt x="2046359" y="2552648"/>
                  </a:lnTo>
                  <a:lnTo>
                    <a:pt x="2046546" y="2552213"/>
                  </a:lnTo>
                  <a:lnTo>
                    <a:pt x="2046733" y="2552251"/>
                  </a:lnTo>
                  <a:lnTo>
                    <a:pt x="2046920" y="2552650"/>
                  </a:lnTo>
                  <a:lnTo>
                    <a:pt x="2047107" y="2552737"/>
                  </a:lnTo>
                  <a:lnTo>
                    <a:pt x="2047294" y="2552931"/>
                  </a:lnTo>
                  <a:lnTo>
                    <a:pt x="2047481" y="2553180"/>
                  </a:lnTo>
                  <a:lnTo>
                    <a:pt x="2047668" y="2553576"/>
                  </a:lnTo>
                  <a:lnTo>
                    <a:pt x="2047855" y="2554016"/>
                  </a:lnTo>
                  <a:lnTo>
                    <a:pt x="2048042" y="2554373"/>
                  </a:lnTo>
                  <a:lnTo>
                    <a:pt x="2048229" y="2555186"/>
                  </a:lnTo>
                  <a:lnTo>
                    <a:pt x="2048416" y="2556170"/>
                  </a:lnTo>
                  <a:lnTo>
                    <a:pt x="2048602" y="2556991"/>
                  </a:lnTo>
                  <a:lnTo>
                    <a:pt x="2048789" y="2557888"/>
                  </a:lnTo>
                  <a:lnTo>
                    <a:pt x="2048976" y="2558831"/>
                  </a:lnTo>
                  <a:lnTo>
                    <a:pt x="2049163" y="2559749"/>
                  </a:lnTo>
                  <a:lnTo>
                    <a:pt x="2049350" y="2560746"/>
                  </a:lnTo>
                  <a:lnTo>
                    <a:pt x="2049537" y="2561618"/>
                  </a:lnTo>
                  <a:lnTo>
                    <a:pt x="2049724" y="2562402"/>
                  </a:lnTo>
                  <a:lnTo>
                    <a:pt x="2049911" y="2563057"/>
                  </a:lnTo>
                  <a:lnTo>
                    <a:pt x="2050098" y="2563828"/>
                  </a:lnTo>
                  <a:lnTo>
                    <a:pt x="2050285" y="2564464"/>
                  </a:lnTo>
                  <a:lnTo>
                    <a:pt x="2050472" y="2565038"/>
                  </a:lnTo>
                  <a:lnTo>
                    <a:pt x="2050659" y="2565619"/>
                  </a:lnTo>
                  <a:lnTo>
                    <a:pt x="2050846" y="2566197"/>
                  </a:lnTo>
                  <a:lnTo>
                    <a:pt x="2051032" y="2566552"/>
                  </a:lnTo>
                  <a:lnTo>
                    <a:pt x="2051219" y="2566768"/>
                  </a:lnTo>
                  <a:lnTo>
                    <a:pt x="2051406" y="2567193"/>
                  </a:lnTo>
                  <a:lnTo>
                    <a:pt x="2051593" y="2567471"/>
                  </a:lnTo>
                  <a:lnTo>
                    <a:pt x="2051780" y="2567706"/>
                  </a:lnTo>
                  <a:lnTo>
                    <a:pt x="2051967" y="2567812"/>
                  </a:lnTo>
                  <a:lnTo>
                    <a:pt x="2052154" y="2567671"/>
                  </a:lnTo>
                  <a:lnTo>
                    <a:pt x="2052341" y="2567378"/>
                  </a:lnTo>
                  <a:lnTo>
                    <a:pt x="2052528" y="2567099"/>
                  </a:lnTo>
                  <a:lnTo>
                    <a:pt x="2052715" y="2566950"/>
                  </a:lnTo>
                  <a:lnTo>
                    <a:pt x="2052902" y="2566730"/>
                  </a:lnTo>
                  <a:lnTo>
                    <a:pt x="2053089" y="2566318"/>
                  </a:lnTo>
                  <a:lnTo>
                    <a:pt x="2053275" y="2565589"/>
                  </a:lnTo>
                  <a:lnTo>
                    <a:pt x="2053462" y="2564439"/>
                  </a:lnTo>
                  <a:lnTo>
                    <a:pt x="2053649" y="2563495"/>
                  </a:lnTo>
                  <a:lnTo>
                    <a:pt x="2053836" y="2562657"/>
                  </a:lnTo>
                  <a:lnTo>
                    <a:pt x="2054023" y="2561891"/>
                  </a:lnTo>
                  <a:lnTo>
                    <a:pt x="2054210" y="2561423"/>
                  </a:lnTo>
                  <a:lnTo>
                    <a:pt x="2054397" y="2560841"/>
                  </a:lnTo>
                  <a:lnTo>
                    <a:pt x="2054584" y="2560202"/>
                  </a:lnTo>
                  <a:lnTo>
                    <a:pt x="2054771" y="2559434"/>
                  </a:lnTo>
                  <a:lnTo>
                    <a:pt x="2054958" y="2558560"/>
                  </a:lnTo>
                  <a:lnTo>
                    <a:pt x="2055145" y="2557748"/>
                  </a:lnTo>
                  <a:lnTo>
                    <a:pt x="2055332" y="2556847"/>
                  </a:lnTo>
                  <a:lnTo>
                    <a:pt x="2055519" y="2555713"/>
                  </a:lnTo>
                  <a:lnTo>
                    <a:pt x="2055705" y="2554447"/>
                  </a:lnTo>
                  <a:lnTo>
                    <a:pt x="2055892" y="2552971"/>
                  </a:lnTo>
                  <a:lnTo>
                    <a:pt x="2056079" y="2551783"/>
                  </a:lnTo>
                  <a:lnTo>
                    <a:pt x="2056266" y="2550614"/>
                  </a:lnTo>
                  <a:lnTo>
                    <a:pt x="2056453" y="2549700"/>
                  </a:lnTo>
                  <a:lnTo>
                    <a:pt x="2056640" y="2548662"/>
                  </a:lnTo>
                  <a:lnTo>
                    <a:pt x="2056827" y="2547465"/>
                  </a:lnTo>
                  <a:lnTo>
                    <a:pt x="2057014" y="2546445"/>
                  </a:lnTo>
                  <a:lnTo>
                    <a:pt x="2057201" y="2545402"/>
                  </a:lnTo>
                  <a:lnTo>
                    <a:pt x="2057388" y="2544529"/>
                  </a:lnTo>
                  <a:lnTo>
                    <a:pt x="2057575" y="2543776"/>
                  </a:lnTo>
                  <a:lnTo>
                    <a:pt x="2057762" y="2543365"/>
                  </a:lnTo>
                  <a:lnTo>
                    <a:pt x="2057948" y="2543155"/>
                  </a:lnTo>
                  <a:lnTo>
                    <a:pt x="2058135" y="2543092"/>
                  </a:lnTo>
                  <a:lnTo>
                    <a:pt x="2058322" y="2543268"/>
                  </a:lnTo>
                  <a:lnTo>
                    <a:pt x="2058509" y="2543652"/>
                  </a:lnTo>
                  <a:lnTo>
                    <a:pt x="2058696" y="2544697"/>
                  </a:lnTo>
                  <a:lnTo>
                    <a:pt x="2058883" y="2545104"/>
                  </a:lnTo>
                  <a:lnTo>
                    <a:pt x="2059070" y="2545574"/>
                  </a:lnTo>
                  <a:lnTo>
                    <a:pt x="2059257" y="2546279"/>
                  </a:lnTo>
                  <a:lnTo>
                    <a:pt x="2059444" y="2547629"/>
                  </a:lnTo>
                  <a:lnTo>
                    <a:pt x="2059631" y="2549841"/>
                  </a:lnTo>
                  <a:lnTo>
                    <a:pt x="2059818" y="2551647"/>
                  </a:lnTo>
                  <a:lnTo>
                    <a:pt x="2060005" y="2553441"/>
                  </a:lnTo>
                  <a:lnTo>
                    <a:pt x="2060192" y="2554986"/>
                  </a:lnTo>
                  <a:lnTo>
                    <a:pt x="2060378" y="2556434"/>
                  </a:lnTo>
                  <a:lnTo>
                    <a:pt x="2060565" y="2557824"/>
                  </a:lnTo>
                  <a:lnTo>
                    <a:pt x="2060752" y="2559158"/>
                  </a:lnTo>
                  <a:lnTo>
                    <a:pt x="2060939" y="2560563"/>
                  </a:lnTo>
                  <a:lnTo>
                    <a:pt x="2061126" y="2562028"/>
                  </a:lnTo>
                  <a:lnTo>
                    <a:pt x="2061313" y="2563522"/>
                  </a:lnTo>
                  <a:lnTo>
                    <a:pt x="2061500" y="2565089"/>
                  </a:lnTo>
                  <a:lnTo>
                    <a:pt x="2061687" y="2566995"/>
                  </a:lnTo>
                  <a:lnTo>
                    <a:pt x="2061874" y="2568710"/>
                  </a:lnTo>
                  <a:lnTo>
                    <a:pt x="2062061" y="2570400"/>
                  </a:lnTo>
                  <a:lnTo>
                    <a:pt x="2062248" y="2572025"/>
                  </a:lnTo>
                  <a:lnTo>
                    <a:pt x="2062435" y="2573182"/>
                  </a:lnTo>
                  <a:lnTo>
                    <a:pt x="2062622" y="2574038"/>
                  </a:lnTo>
                  <a:lnTo>
                    <a:pt x="2062808" y="2574950"/>
                  </a:lnTo>
                  <a:lnTo>
                    <a:pt x="2062995" y="2575791"/>
                  </a:lnTo>
                  <a:lnTo>
                    <a:pt x="2063182" y="2576292"/>
                  </a:lnTo>
                  <a:lnTo>
                    <a:pt x="2063369" y="2577195"/>
                  </a:lnTo>
                  <a:lnTo>
                    <a:pt x="2063556" y="2578184"/>
                  </a:lnTo>
                  <a:lnTo>
                    <a:pt x="2063743" y="2579216"/>
                  </a:lnTo>
                  <a:lnTo>
                    <a:pt x="2063930" y="2580994"/>
                  </a:lnTo>
                  <a:lnTo>
                    <a:pt x="2064117" y="2582683"/>
                  </a:lnTo>
                  <a:lnTo>
                    <a:pt x="2064304" y="2583890"/>
                  </a:lnTo>
                  <a:lnTo>
                    <a:pt x="2064491" y="2584541"/>
                  </a:lnTo>
                  <a:lnTo>
                    <a:pt x="2064678" y="2585241"/>
                  </a:lnTo>
                  <a:lnTo>
                    <a:pt x="2064865" y="2586318"/>
                  </a:lnTo>
                  <a:lnTo>
                    <a:pt x="2065051" y="2587355"/>
                  </a:lnTo>
                  <a:lnTo>
                    <a:pt x="2065238" y="2588159"/>
                  </a:lnTo>
                  <a:lnTo>
                    <a:pt x="2065425" y="2589133"/>
                  </a:lnTo>
                  <a:lnTo>
                    <a:pt x="2065612" y="2589885"/>
                  </a:lnTo>
                  <a:lnTo>
                    <a:pt x="2065799" y="2590889"/>
                  </a:lnTo>
                  <a:lnTo>
                    <a:pt x="2065986" y="2591892"/>
                  </a:lnTo>
                  <a:lnTo>
                    <a:pt x="2066173" y="2592377"/>
                  </a:lnTo>
                  <a:lnTo>
                    <a:pt x="2066360" y="2592549"/>
                  </a:lnTo>
                  <a:lnTo>
                    <a:pt x="2066547" y="2592374"/>
                  </a:lnTo>
                  <a:lnTo>
                    <a:pt x="2066734" y="2591444"/>
                  </a:lnTo>
                  <a:lnTo>
                    <a:pt x="2066921" y="2590501"/>
                  </a:lnTo>
                  <a:lnTo>
                    <a:pt x="2067108" y="2589673"/>
                  </a:lnTo>
                  <a:lnTo>
                    <a:pt x="2067295" y="2589130"/>
                  </a:lnTo>
                  <a:lnTo>
                    <a:pt x="2067481" y="2588908"/>
                  </a:lnTo>
                  <a:lnTo>
                    <a:pt x="2067668" y="2588549"/>
                  </a:lnTo>
                  <a:lnTo>
                    <a:pt x="2067855" y="2587832"/>
                  </a:lnTo>
                  <a:lnTo>
                    <a:pt x="2068042" y="2586893"/>
                  </a:lnTo>
                  <a:lnTo>
                    <a:pt x="2068229" y="2585778"/>
                  </a:lnTo>
                  <a:lnTo>
                    <a:pt x="2068416" y="2584747"/>
                  </a:lnTo>
                  <a:lnTo>
                    <a:pt x="2068603" y="2583752"/>
                  </a:lnTo>
                  <a:lnTo>
                    <a:pt x="2068790" y="2582683"/>
                  </a:lnTo>
                  <a:lnTo>
                    <a:pt x="2068977" y="2581380"/>
                  </a:lnTo>
                  <a:lnTo>
                    <a:pt x="2069164" y="2580214"/>
                  </a:lnTo>
                  <a:lnTo>
                    <a:pt x="2069351" y="2579054"/>
                  </a:lnTo>
                  <a:lnTo>
                    <a:pt x="2069538" y="2578025"/>
                  </a:lnTo>
                  <a:lnTo>
                    <a:pt x="2069725" y="2577270"/>
                  </a:lnTo>
                  <a:lnTo>
                    <a:pt x="2069911" y="2576096"/>
                  </a:lnTo>
                  <a:lnTo>
                    <a:pt x="2070098" y="2574325"/>
                  </a:lnTo>
                  <a:lnTo>
                    <a:pt x="2070285" y="2572584"/>
                  </a:lnTo>
                  <a:lnTo>
                    <a:pt x="2070472" y="2571276"/>
                  </a:lnTo>
                  <a:lnTo>
                    <a:pt x="2070659" y="2569887"/>
                  </a:lnTo>
                  <a:lnTo>
                    <a:pt x="2070846" y="2568533"/>
                  </a:lnTo>
                  <a:lnTo>
                    <a:pt x="2071033" y="2567041"/>
                  </a:lnTo>
                  <a:lnTo>
                    <a:pt x="2071220" y="2565264"/>
                  </a:lnTo>
                  <a:lnTo>
                    <a:pt x="2071407" y="2563500"/>
                  </a:lnTo>
                  <a:lnTo>
                    <a:pt x="2071594" y="2561591"/>
                  </a:lnTo>
                  <a:lnTo>
                    <a:pt x="2071781" y="2559758"/>
                  </a:lnTo>
                  <a:lnTo>
                    <a:pt x="2071968" y="2557854"/>
                  </a:lnTo>
                  <a:lnTo>
                    <a:pt x="2072154" y="2555843"/>
                  </a:lnTo>
                  <a:lnTo>
                    <a:pt x="2072341" y="2553812"/>
                  </a:lnTo>
                  <a:lnTo>
                    <a:pt x="2072528" y="2551705"/>
                  </a:lnTo>
                  <a:lnTo>
                    <a:pt x="2072715" y="2549652"/>
                  </a:lnTo>
                  <a:lnTo>
                    <a:pt x="2072902" y="2548156"/>
                  </a:lnTo>
                  <a:lnTo>
                    <a:pt x="2073089" y="2546543"/>
                  </a:lnTo>
                  <a:lnTo>
                    <a:pt x="2073276" y="2544884"/>
                  </a:lnTo>
                  <a:lnTo>
                    <a:pt x="2073463" y="2543934"/>
                  </a:lnTo>
                  <a:lnTo>
                    <a:pt x="2073650" y="2543568"/>
                  </a:lnTo>
                  <a:lnTo>
                    <a:pt x="2073837" y="2543522"/>
                  </a:lnTo>
                  <a:lnTo>
                    <a:pt x="2074024" y="2543640"/>
                  </a:lnTo>
                  <a:lnTo>
                    <a:pt x="2074211" y="2543602"/>
                  </a:lnTo>
                  <a:lnTo>
                    <a:pt x="2074398" y="2543982"/>
                  </a:lnTo>
                  <a:lnTo>
                    <a:pt x="2074584" y="2544270"/>
                  </a:lnTo>
                  <a:lnTo>
                    <a:pt x="2074771" y="2544703"/>
                  </a:lnTo>
                  <a:lnTo>
                    <a:pt x="2074958" y="2545493"/>
                  </a:lnTo>
                  <a:lnTo>
                    <a:pt x="2075145" y="2546381"/>
                  </a:lnTo>
                  <a:lnTo>
                    <a:pt x="2075332" y="2547601"/>
                  </a:lnTo>
                  <a:lnTo>
                    <a:pt x="2075519" y="2549637"/>
                  </a:lnTo>
                  <a:lnTo>
                    <a:pt x="2075706" y="2551072"/>
                  </a:lnTo>
                  <a:lnTo>
                    <a:pt x="2075893" y="2552456"/>
                  </a:lnTo>
                  <a:lnTo>
                    <a:pt x="2076080" y="2553752"/>
                  </a:lnTo>
                  <a:lnTo>
                    <a:pt x="2076267" y="2554479"/>
                  </a:lnTo>
                  <a:lnTo>
                    <a:pt x="2076454" y="2554642"/>
                  </a:lnTo>
                  <a:lnTo>
                    <a:pt x="2076641" y="2554646"/>
                  </a:lnTo>
                  <a:lnTo>
                    <a:pt x="2076827" y="2554638"/>
                  </a:lnTo>
                  <a:lnTo>
                    <a:pt x="2077014" y="2554752"/>
                  </a:lnTo>
                  <a:lnTo>
                    <a:pt x="2077201" y="2554743"/>
                  </a:lnTo>
                  <a:lnTo>
                    <a:pt x="2077388" y="2554374"/>
                  </a:lnTo>
                  <a:lnTo>
                    <a:pt x="2077575" y="2553978"/>
                  </a:lnTo>
                  <a:lnTo>
                    <a:pt x="2077762" y="2553283"/>
                  </a:lnTo>
                  <a:lnTo>
                    <a:pt x="2077949" y="2552711"/>
                  </a:lnTo>
                  <a:lnTo>
                    <a:pt x="2078136" y="2552008"/>
                  </a:lnTo>
                  <a:lnTo>
                    <a:pt x="2078323" y="2551497"/>
                  </a:lnTo>
                  <a:lnTo>
                    <a:pt x="2078510" y="2551506"/>
                  </a:lnTo>
                  <a:lnTo>
                    <a:pt x="2078697" y="2551462"/>
                  </a:lnTo>
                  <a:lnTo>
                    <a:pt x="2078884" y="2551128"/>
                  </a:lnTo>
                  <a:lnTo>
                    <a:pt x="2079071" y="2551074"/>
                  </a:lnTo>
                  <a:lnTo>
                    <a:pt x="2079257" y="2551293"/>
                  </a:lnTo>
                  <a:lnTo>
                    <a:pt x="2079444" y="2551697"/>
                  </a:lnTo>
                  <a:lnTo>
                    <a:pt x="2079631" y="2552422"/>
                  </a:lnTo>
                  <a:lnTo>
                    <a:pt x="2079818" y="2553438"/>
                  </a:lnTo>
                  <a:lnTo>
                    <a:pt x="2080005" y="2554471"/>
                  </a:lnTo>
                  <a:lnTo>
                    <a:pt x="2080192" y="2555647"/>
                  </a:lnTo>
                  <a:lnTo>
                    <a:pt x="2080379" y="2556854"/>
                  </a:lnTo>
                  <a:lnTo>
                    <a:pt x="2080566" y="2558121"/>
                  </a:lnTo>
                  <a:lnTo>
                    <a:pt x="2080753" y="2558894"/>
                  </a:lnTo>
                  <a:lnTo>
                    <a:pt x="2080940" y="2560153"/>
                  </a:lnTo>
                  <a:lnTo>
                    <a:pt x="2081127" y="2561560"/>
                  </a:lnTo>
                  <a:lnTo>
                    <a:pt x="2081314" y="2563343"/>
                  </a:lnTo>
                  <a:lnTo>
                    <a:pt x="2081501" y="2565084"/>
                  </a:lnTo>
                  <a:lnTo>
                    <a:pt x="2081687" y="2566866"/>
                  </a:lnTo>
                  <a:lnTo>
                    <a:pt x="2081874" y="2568656"/>
                  </a:lnTo>
                  <a:lnTo>
                    <a:pt x="2082061" y="2570167"/>
                  </a:lnTo>
                  <a:lnTo>
                    <a:pt x="2082248" y="2571210"/>
                  </a:lnTo>
                  <a:lnTo>
                    <a:pt x="2082435" y="2572100"/>
                  </a:lnTo>
                  <a:lnTo>
                    <a:pt x="2082622" y="2572876"/>
                  </a:lnTo>
                  <a:lnTo>
                    <a:pt x="2082809" y="2573686"/>
                  </a:lnTo>
                  <a:lnTo>
                    <a:pt x="2082996" y="2574409"/>
                  </a:lnTo>
                  <a:lnTo>
                    <a:pt x="2083183" y="2574940"/>
                  </a:lnTo>
                  <a:lnTo>
                    <a:pt x="2083370" y="2575415"/>
                  </a:lnTo>
                  <a:lnTo>
                    <a:pt x="2083557" y="2575859"/>
                  </a:lnTo>
                  <a:lnTo>
                    <a:pt x="2083744" y="2575912"/>
                  </a:lnTo>
                  <a:lnTo>
                    <a:pt x="2083930" y="2575688"/>
                  </a:lnTo>
                  <a:lnTo>
                    <a:pt x="2084117" y="2574895"/>
                  </a:lnTo>
                  <a:lnTo>
                    <a:pt x="2084304" y="2573644"/>
                  </a:lnTo>
                  <a:lnTo>
                    <a:pt x="2084491" y="2572464"/>
                  </a:lnTo>
                  <a:lnTo>
                    <a:pt x="2084678" y="2571274"/>
                  </a:lnTo>
                  <a:lnTo>
                    <a:pt x="2084865" y="2570201"/>
                  </a:lnTo>
                  <a:lnTo>
                    <a:pt x="2085052" y="2569444"/>
                  </a:lnTo>
                  <a:lnTo>
                    <a:pt x="2085239" y="2568516"/>
                  </a:lnTo>
                  <a:lnTo>
                    <a:pt x="2085426" y="2567438"/>
                  </a:lnTo>
                  <a:lnTo>
                    <a:pt x="2085613" y="2566094"/>
                  </a:lnTo>
                  <a:lnTo>
                    <a:pt x="2085800" y="2565003"/>
                  </a:lnTo>
                  <a:lnTo>
                    <a:pt x="2085987" y="2563993"/>
                  </a:lnTo>
                  <a:lnTo>
                    <a:pt x="2086174" y="2563159"/>
                  </a:lnTo>
                  <a:lnTo>
                    <a:pt x="2086360" y="2562325"/>
                  </a:lnTo>
                  <a:lnTo>
                    <a:pt x="2086547" y="2561555"/>
                  </a:lnTo>
                  <a:lnTo>
                    <a:pt x="2086734" y="2560971"/>
                  </a:lnTo>
                  <a:lnTo>
                    <a:pt x="2086921" y="2560608"/>
                  </a:lnTo>
                  <a:lnTo>
                    <a:pt x="2087108" y="2560417"/>
                  </a:lnTo>
                  <a:lnTo>
                    <a:pt x="2087295" y="2560554"/>
                  </a:lnTo>
                  <a:lnTo>
                    <a:pt x="2087482" y="2560574"/>
                  </a:lnTo>
                  <a:lnTo>
                    <a:pt x="2087669" y="2560568"/>
                  </a:lnTo>
                  <a:lnTo>
                    <a:pt x="2087856" y="2560561"/>
                  </a:lnTo>
                  <a:lnTo>
                    <a:pt x="2088043" y="2560688"/>
                  </a:lnTo>
                  <a:lnTo>
                    <a:pt x="2088230" y="2560971"/>
                  </a:lnTo>
                  <a:lnTo>
                    <a:pt x="2088417" y="2561471"/>
                  </a:lnTo>
                  <a:lnTo>
                    <a:pt x="2088603" y="2562125"/>
                  </a:lnTo>
                  <a:lnTo>
                    <a:pt x="2088790" y="2562936"/>
                  </a:lnTo>
                  <a:lnTo>
                    <a:pt x="2088977" y="2563911"/>
                  </a:lnTo>
                  <a:lnTo>
                    <a:pt x="2089164" y="2564885"/>
                  </a:lnTo>
                  <a:lnTo>
                    <a:pt x="2089351" y="2565775"/>
                  </a:lnTo>
                  <a:lnTo>
                    <a:pt x="2089538" y="2566487"/>
                  </a:lnTo>
                  <a:lnTo>
                    <a:pt x="2089725" y="2567308"/>
                  </a:lnTo>
                  <a:lnTo>
                    <a:pt x="2089912" y="2568115"/>
                  </a:lnTo>
                  <a:lnTo>
                    <a:pt x="2090099" y="2568791"/>
                  </a:lnTo>
                  <a:lnTo>
                    <a:pt x="2090286" y="2569693"/>
                  </a:lnTo>
                  <a:lnTo>
                    <a:pt x="2090473" y="2570734"/>
                  </a:lnTo>
                  <a:lnTo>
                    <a:pt x="2090660" y="2571904"/>
                  </a:lnTo>
                  <a:lnTo>
                    <a:pt x="2090847" y="2573501"/>
                  </a:lnTo>
                  <a:lnTo>
                    <a:pt x="2091033" y="2574878"/>
                  </a:lnTo>
                  <a:lnTo>
                    <a:pt x="2091220" y="2576149"/>
                  </a:lnTo>
                  <a:lnTo>
                    <a:pt x="2091407" y="2577218"/>
                  </a:lnTo>
                  <a:lnTo>
                    <a:pt x="2091594" y="2578111"/>
                  </a:lnTo>
                  <a:lnTo>
                    <a:pt x="2091781" y="2579004"/>
                  </a:lnTo>
                  <a:lnTo>
                    <a:pt x="2091968" y="2579968"/>
                  </a:lnTo>
                  <a:lnTo>
                    <a:pt x="2092155" y="2581169"/>
                  </a:lnTo>
                  <a:lnTo>
                    <a:pt x="2092342" y="2582475"/>
                  </a:lnTo>
                  <a:lnTo>
                    <a:pt x="2092529" y="2583720"/>
                  </a:lnTo>
                  <a:lnTo>
                    <a:pt x="2092716" y="2585062"/>
                  </a:lnTo>
                  <a:lnTo>
                    <a:pt x="2092903" y="2586773"/>
                  </a:lnTo>
                  <a:lnTo>
                    <a:pt x="2093090" y="2588581"/>
                  </a:lnTo>
                  <a:lnTo>
                    <a:pt x="2093277" y="2590743"/>
                  </a:lnTo>
                  <a:lnTo>
                    <a:pt x="2093463" y="2592836"/>
                  </a:lnTo>
                  <a:lnTo>
                    <a:pt x="2093650" y="2594992"/>
                  </a:lnTo>
                  <a:lnTo>
                    <a:pt x="2093837" y="2597173"/>
                  </a:lnTo>
                  <a:lnTo>
                    <a:pt x="2094024" y="2599480"/>
                  </a:lnTo>
                  <a:lnTo>
                    <a:pt x="2094211" y="2601844"/>
                  </a:lnTo>
                  <a:lnTo>
                    <a:pt x="2094398" y="2604207"/>
                  </a:lnTo>
                  <a:lnTo>
                    <a:pt x="2094585" y="2606747"/>
                  </a:lnTo>
                  <a:lnTo>
                    <a:pt x="2094772" y="2609216"/>
                  </a:lnTo>
                  <a:lnTo>
                    <a:pt x="2094959" y="2611571"/>
                  </a:lnTo>
                  <a:lnTo>
                    <a:pt x="2095146" y="2613829"/>
                  </a:lnTo>
                  <a:lnTo>
                    <a:pt x="2095333" y="2616017"/>
                  </a:lnTo>
                  <a:lnTo>
                    <a:pt x="2095520" y="2618212"/>
                  </a:lnTo>
                  <a:lnTo>
                    <a:pt x="2095706" y="2620033"/>
                  </a:lnTo>
                  <a:lnTo>
                    <a:pt x="2095893" y="2621542"/>
                  </a:lnTo>
                  <a:lnTo>
                    <a:pt x="2096080" y="2622548"/>
                  </a:lnTo>
                  <a:lnTo>
                    <a:pt x="2096267" y="2623658"/>
                  </a:lnTo>
                  <a:lnTo>
                    <a:pt x="2096454" y="2624961"/>
                  </a:lnTo>
                  <a:lnTo>
                    <a:pt x="2096641" y="2626351"/>
                  </a:lnTo>
                  <a:lnTo>
                    <a:pt x="2096828" y="2627494"/>
                  </a:lnTo>
                  <a:lnTo>
                    <a:pt x="2097015" y="2628545"/>
                  </a:lnTo>
                  <a:lnTo>
                    <a:pt x="2097202" y="2629719"/>
                  </a:lnTo>
                  <a:lnTo>
                    <a:pt x="2097389" y="2630719"/>
                  </a:lnTo>
                  <a:lnTo>
                    <a:pt x="2097576" y="2631801"/>
                  </a:lnTo>
                  <a:lnTo>
                    <a:pt x="2097763" y="2632805"/>
                  </a:lnTo>
                  <a:lnTo>
                    <a:pt x="2097950" y="2633888"/>
                  </a:lnTo>
                  <a:lnTo>
                    <a:pt x="2098136" y="2634970"/>
                  </a:lnTo>
                  <a:lnTo>
                    <a:pt x="2098323" y="2635997"/>
                  </a:lnTo>
                  <a:lnTo>
                    <a:pt x="2098510" y="2637054"/>
                  </a:lnTo>
                  <a:lnTo>
                    <a:pt x="2098697" y="2638153"/>
                  </a:lnTo>
                  <a:lnTo>
                    <a:pt x="2098884" y="2639332"/>
                  </a:lnTo>
                  <a:lnTo>
                    <a:pt x="2099071" y="2640255"/>
                  </a:lnTo>
                  <a:lnTo>
                    <a:pt x="2099258" y="2641258"/>
                  </a:lnTo>
                  <a:lnTo>
                    <a:pt x="2099445" y="2642041"/>
                  </a:lnTo>
                  <a:lnTo>
                    <a:pt x="2099632" y="2642613"/>
                  </a:lnTo>
                  <a:lnTo>
                    <a:pt x="2099819" y="2643197"/>
                  </a:lnTo>
                  <a:lnTo>
                    <a:pt x="2100006" y="2643886"/>
                  </a:lnTo>
                  <a:lnTo>
                    <a:pt x="2100193" y="2644607"/>
                  </a:lnTo>
                  <a:lnTo>
                    <a:pt x="2100380" y="2645385"/>
                  </a:lnTo>
                  <a:lnTo>
                    <a:pt x="2100566" y="2646318"/>
                  </a:lnTo>
                  <a:lnTo>
                    <a:pt x="2100753" y="2647121"/>
                  </a:lnTo>
                  <a:lnTo>
                    <a:pt x="2100940" y="2647866"/>
                  </a:lnTo>
                  <a:lnTo>
                    <a:pt x="2101127" y="2648707"/>
                  </a:lnTo>
                  <a:lnTo>
                    <a:pt x="2101314" y="2649438"/>
                  </a:lnTo>
                  <a:lnTo>
                    <a:pt x="2101501" y="2650209"/>
                  </a:lnTo>
                  <a:lnTo>
                    <a:pt x="2101688" y="2651391"/>
                  </a:lnTo>
                  <a:lnTo>
                    <a:pt x="2101875" y="2652890"/>
                  </a:lnTo>
                  <a:lnTo>
                    <a:pt x="2102062" y="2654162"/>
                  </a:lnTo>
                  <a:lnTo>
                    <a:pt x="2102249" y="2655318"/>
                  </a:lnTo>
                  <a:lnTo>
                    <a:pt x="2102436" y="2656273"/>
                  </a:lnTo>
                  <a:lnTo>
                    <a:pt x="2102623" y="2657340"/>
                  </a:lnTo>
                  <a:lnTo>
                    <a:pt x="2102809" y="2658174"/>
                  </a:lnTo>
                  <a:lnTo>
                    <a:pt x="2102996" y="2659158"/>
                  </a:lnTo>
                  <a:lnTo>
                    <a:pt x="2103183" y="2659830"/>
                  </a:lnTo>
                  <a:lnTo>
                    <a:pt x="2103370" y="2660503"/>
                  </a:lnTo>
                  <a:lnTo>
                    <a:pt x="2103557" y="2661380"/>
                  </a:lnTo>
                  <a:lnTo>
                    <a:pt x="2103744" y="2662421"/>
                  </a:lnTo>
                  <a:lnTo>
                    <a:pt x="2103931" y="2663394"/>
                  </a:lnTo>
                  <a:lnTo>
                    <a:pt x="2104118" y="2664528"/>
                  </a:lnTo>
                  <a:lnTo>
                    <a:pt x="2104305" y="2665717"/>
                  </a:lnTo>
                  <a:lnTo>
                    <a:pt x="2104492" y="2666905"/>
                  </a:lnTo>
                  <a:lnTo>
                    <a:pt x="2104679" y="2667500"/>
                  </a:lnTo>
                  <a:lnTo>
                    <a:pt x="2104866" y="2667864"/>
                  </a:lnTo>
                  <a:lnTo>
                    <a:pt x="2105053" y="2668504"/>
                  </a:lnTo>
                  <a:lnTo>
                    <a:pt x="2105239" y="2669537"/>
                  </a:lnTo>
                  <a:lnTo>
                    <a:pt x="2105426" y="2671022"/>
                  </a:lnTo>
                  <a:lnTo>
                    <a:pt x="2105613" y="2672665"/>
                  </a:lnTo>
                  <a:lnTo>
                    <a:pt x="2105800" y="2674224"/>
                  </a:lnTo>
                  <a:lnTo>
                    <a:pt x="2105987" y="2675746"/>
                  </a:lnTo>
                  <a:lnTo>
                    <a:pt x="2106174" y="2677343"/>
                  </a:lnTo>
                  <a:lnTo>
                    <a:pt x="2106361" y="2679174"/>
                  </a:lnTo>
                  <a:lnTo>
                    <a:pt x="2106548" y="2680868"/>
                  </a:lnTo>
                  <a:lnTo>
                    <a:pt x="2106735" y="2682405"/>
                  </a:lnTo>
                  <a:lnTo>
                    <a:pt x="2106922" y="2683786"/>
                  </a:lnTo>
                  <a:lnTo>
                    <a:pt x="2107109" y="2684621"/>
                  </a:lnTo>
                  <a:lnTo>
                    <a:pt x="2107296" y="2685646"/>
                  </a:lnTo>
                  <a:lnTo>
                    <a:pt x="2107482" y="2687240"/>
                  </a:lnTo>
                  <a:lnTo>
                    <a:pt x="2107669" y="2688683"/>
                  </a:lnTo>
                  <a:lnTo>
                    <a:pt x="2107856" y="2689638"/>
                  </a:lnTo>
                  <a:lnTo>
                    <a:pt x="2108043" y="2690588"/>
                  </a:lnTo>
                  <a:lnTo>
                    <a:pt x="2108230" y="2691238"/>
                  </a:lnTo>
                  <a:lnTo>
                    <a:pt x="2108417" y="2691983"/>
                  </a:lnTo>
                  <a:lnTo>
                    <a:pt x="2108604" y="2692880"/>
                  </a:lnTo>
                  <a:lnTo>
                    <a:pt x="2108791" y="2693765"/>
                  </a:lnTo>
                  <a:lnTo>
                    <a:pt x="2108978" y="2694793"/>
                  </a:lnTo>
                  <a:lnTo>
                    <a:pt x="2109165" y="2695747"/>
                  </a:lnTo>
                  <a:lnTo>
                    <a:pt x="2109352" y="2696622"/>
                  </a:lnTo>
                  <a:lnTo>
                    <a:pt x="2109539" y="2697649"/>
                  </a:lnTo>
                  <a:lnTo>
                    <a:pt x="2109726" y="2698797"/>
                  </a:lnTo>
                  <a:lnTo>
                    <a:pt x="2109912" y="2699973"/>
                  </a:lnTo>
                  <a:lnTo>
                    <a:pt x="2110099" y="2701166"/>
                  </a:lnTo>
                  <a:lnTo>
                    <a:pt x="2110286" y="2702105"/>
                  </a:lnTo>
                  <a:lnTo>
                    <a:pt x="2110473" y="2703290"/>
                  </a:lnTo>
                  <a:lnTo>
                    <a:pt x="2110660" y="2704645"/>
                  </a:lnTo>
                  <a:lnTo>
                    <a:pt x="2110847" y="2705713"/>
                  </a:lnTo>
                  <a:lnTo>
                    <a:pt x="2111034" y="2706765"/>
                  </a:lnTo>
                  <a:lnTo>
                    <a:pt x="2111221" y="2707662"/>
                  </a:lnTo>
                  <a:lnTo>
                    <a:pt x="2111408" y="2708527"/>
                  </a:lnTo>
                  <a:lnTo>
                    <a:pt x="2111595" y="2709598"/>
                  </a:lnTo>
                  <a:lnTo>
                    <a:pt x="2111782" y="2710498"/>
                  </a:lnTo>
                  <a:lnTo>
                    <a:pt x="2111969" y="2711625"/>
                  </a:lnTo>
                  <a:lnTo>
                    <a:pt x="2112156" y="2712696"/>
                  </a:lnTo>
                  <a:lnTo>
                    <a:pt x="2112342" y="2713345"/>
                  </a:lnTo>
                  <a:lnTo>
                    <a:pt x="2112529" y="2713426"/>
                  </a:lnTo>
                  <a:lnTo>
                    <a:pt x="2112716" y="2713431"/>
                  </a:lnTo>
                  <a:lnTo>
                    <a:pt x="2112903" y="2713075"/>
                  </a:lnTo>
                  <a:lnTo>
                    <a:pt x="2113090" y="2712951"/>
                  </a:lnTo>
                  <a:lnTo>
                    <a:pt x="2113277" y="2712843"/>
                  </a:lnTo>
                  <a:lnTo>
                    <a:pt x="2113464" y="2712822"/>
                  </a:lnTo>
                  <a:lnTo>
                    <a:pt x="2113651" y="2713132"/>
                  </a:lnTo>
                  <a:lnTo>
                    <a:pt x="2113838" y="2713348"/>
                  </a:lnTo>
                  <a:lnTo>
                    <a:pt x="2114025" y="2713520"/>
                  </a:lnTo>
                  <a:lnTo>
                    <a:pt x="2114212" y="2713704"/>
                  </a:lnTo>
                  <a:lnTo>
                    <a:pt x="2114399" y="2713704"/>
                  </a:lnTo>
                  <a:lnTo>
                    <a:pt x="2114585" y="2713440"/>
                  </a:lnTo>
                  <a:lnTo>
                    <a:pt x="2114772" y="2713308"/>
                  </a:lnTo>
                  <a:lnTo>
                    <a:pt x="2114959" y="2713168"/>
                  </a:lnTo>
                  <a:lnTo>
                    <a:pt x="2115146" y="2713502"/>
                  </a:lnTo>
                  <a:lnTo>
                    <a:pt x="2115333" y="2714267"/>
                  </a:lnTo>
                  <a:lnTo>
                    <a:pt x="2115520" y="2715147"/>
                  </a:lnTo>
                  <a:lnTo>
                    <a:pt x="2115707" y="2715991"/>
                  </a:lnTo>
                  <a:lnTo>
                    <a:pt x="2115894" y="2716334"/>
                  </a:lnTo>
                  <a:lnTo>
                    <a:pt x="2116081" y="2716730"/>
                  </a:lnTo>
                  <a:lnTo>
                    <a:pt x="2116268" y="2717460"/>
                  </a:lnTo>
                  <a:lnTo>
                    <a:pt x="2116455" y="2717725"/>
                  </a:lnTo>
                  <a:lnTo>
                    <a:pt x="2116642" y="2718008"/>
                  </a:lnTo>
                  <a:lnTo>
                    <a:pt x="2116829" y="2718342"/>
                  </a:lnTo>
                  <a:lnTo>
                    <a:pt x="2117015" y="2718716"/>
                  </a:lnTo>
                  <a:lnTo>
                    <a:pt x="2117202" y="2718941"/>
                  </a:lnTo>
                  <a:lnTo>
                    <a:pt x="2117389" y="2719227"/>
                  </a:lnTo>
                  <a:lnTo>
                    <a:pt x="2117576" y="2719688"/>
                  </a:lnTo>
                  <a:lnTo>
                    <a:pt x="2117763" y="2720271"/>
                  </a:lnTo>
                  <a:lnTo>
                    <a:pt x="2117950" y="2720800"/>
                  </a:lnTo>
                  <a:lnTo>
                    <a:pt x="2118137" y="2721089"/>
                  </a:lnTo>
                  <a:lnTo>
                    <a:pt x="2118324" y="2721183"/>
                  </a:lnTo>
                  <a:lnTo>
                    <a:pt x="2118511" y="2721183"/>
                  </a:lnTo>
                  <a:lnTo>
                    <a:pt x="2118698" y="2721082"/>
                  </a:lnTo>
                  <a:lnTo>
                    <a:pt x="2118885" y="2720865"/>
                  </a:lnTo>
                  <a:lnTo>
                    <a:pt x="2119072" y="2720425"/>
                  </a:lnTo>
                  <a:lnTo>
                    <a:pt x="2119259" y="2720132"/>
                  </a:lnTo>
                  <a:lnTo>
                    <a:pt x="2119445" y="2719829"/>
                  </a:lnTo>
                  <a:lnTo>
                    <a:pt x="2119632" y="2719756"/>
                  </a:lnTo>
                  <a:lnTo>
                    <a:pt x="2119819" y="2719612"/>
                  </a:lnTo>
                  <a:lnTo>
                    <a:pt x="2120006" y="2719590"/>
                  </a:lnTo>
                  <a:lnTo>
                    <a:pt x="2120193" y="2719619"/>
                  </a:lnTo>
                  <a:lnTo>
                    <a:pt x="2120380" y="2719640"/>
                  </a:lnTo>
                  <a:lnTo>
                    <a:pt x="2120567" y="2719702"/>
                  </a:lnTo>
                  <a:lnTo>
                    <a:pt x="2120754" y="2719739"/>
                  </a:lnTo>
                  <a:lnTo>
                    <a:pt x="2120941" y="2719793"/>
                  </a:lnTo>
                  <a:lnTo>
                    <a:pt x="2121128" y="2720085"/>
                  </a:lnTo>
                  <a:lnTo>
                    <a:pt x="2121315" y="2720620"/>
                  </a:lnTo>
                  <a:lnTo>
                    <a:pt x="2121502" y="2721438"/>
                  </a:lnTo>
                  <a:lnTo>
                    <a:pt x="2121688" y="2722457"/>
                  </a:lnTo>
                  <a:lnTo>
                    <a:pt x="2121875" y="2723522"/>
                  </a:lnTo>
                  <a:lnTo>
                    <a:pt x="2122062" y="2724211"/>
                  </a:lnTo>
                  <a:lnTo>
                    <a:pt x="2122249" y="2724959"/>
                  </a:lnTo>
                  <a:lnTo>
                    <a:pt x="2122436" y="2725539"/>
                  </a:lnTo>
                  <a:lnTo>
                    <a:pt x="2122623" y="2726248"/>
                  </a:lnTo>
                  <a:lnTo>
                    <a:pt x="2122810" y="2726974"/>
                  </a:lnTo>
                  <a:lnTo>
                    <a:pt x="2122997" y="2727707"/>
                  </a:lnTo>
                  <a:lnTo>
                    <a:pt x="2123184" y="2728196"/>
                  </a:lnTo>
                  <a:lnTo>
                    <a:pt x="2123371" y="2728674"/>
                  </a:lnTo>
                  <a:lnTo>
                    <a:pt x="2123558" y="2728967"/>
                  </a:lnTo>
                  <a:lnTo>
                    <a:pt x="2123745" y="2729260"/>
                  </a:lnTo>
                  <a:lnTo>
                    <a:pt x="2123932" y="2729552"/>
                  </a:lnTo>
                  <a:lnTo>
                    <a:pt x="2124118" y="2729739"/>
                  </a:lnTo>
                  <a:lnTo>
                    <a:pt x="2124305" y="2729706"/>
                  </a:lnTo>
                  <a:lnTo>
                    <a:pt x="2124492" y="2729558"/>
                  </a:lnTo>
                  <a:lnTo>
                    <a:pt x="2124679" y="2729370"/>
                  </a:lnTo>
                  <a:lnTo>
                    <a:pt x="2124866" y="2729333"/>
                  </a:lnTo>
                  <a:lnTo>
                    <a:pt x="2125053" y="2729297"/>
                  </a:lnTo>
                  <a:lnTo>
                    <a:pt x="2125240" y="2729174"/>
                  </a:lnTo>
                  <a:lnTo>
                    <a:pt x="2125427" y="2728821"/>
                  </a:lnTo>
                  <a:lnTo>
                    <a:pt x="2125614" y="2728408"/>
                  </a:lnTo>
                  <a:lnTo>
                    <a:pt x="2125801" y="2727823"/>
                  </a:lnTo>
                  <a:lnTo>
                    <a:pt x="2125988" y="2727101"/>
                  </a:lnTo>
                  <a:lnTo>
                    <a:pt x="2126175" y="2726349"/>
                  </a:lnTo>
                  <a:lnTo>
                    <a:pt x="2126361" y="2725519"/>
                  </a:lnTo>
                  <a:lnTo>
                    <a:pt x="2126548" y="2724689"/>
                  </a:lnTo>
                  <a:lnTo>
                    <a:pt x="2126735" y="2723879"/>
                  </a:lnTo>
                  <a:lnTo>
                    <a:pt x="2126922" y="2723202"/>
                  </a:lnTo>
                  <a:lnTo>
                    <a:pt x="2127109" y="2722526"/>
                  </a:lnTo>
                  <a:lnTo>
                    <a:pt x="2127296" y="2721849"/>
                  </a:lnTo>
                  <a:lnTo>
                    <a:pt x="2127483" y="2720920"/>
                  </a:lnTo>
                  <a:lnTo>
                    <a:pt x="2127670" y="2719317"/>
                  </a:lnTo>
                  <a:lnTo>
                    <a:pt x="2127857" y="2717595"/>
                  </a:lnTo>
                  <a:lnTo>
                    <a:pt x="2128044" y="2715935"/>
                  </a:lnTo>
                  <a:lnTo>
                    <a:pt x="2128231" y="2714123"/>
                  </a:lnTo>
                  <a:lnTo>
                    <a:pt x="2128418" y="2712627"/>
                  </a:lnTo>
                  <a:lnTo>
                    <a:pt x="2128605" y="2711232"/>
                  </a:lnTo>
                  <a:lnTo>
                    <a:pt x="2128791" y="2710085"/>
                  </a:lnTo>
                  <a:lnTo>
                    <a:pt x="2128978" y="2708823"/>
                  </a:lnTo>
                  <a:lnTo>
                    <a:pt x="2129165" y="2707301"/>
                  </a:lnTo>
                  <a:lnTo>
                    <a:pt x="2129352" y="2705408"/>
                  </a:lnTo>
                  <a:lnTo>
                    <a:pt x="2129539" y="2703295"/>
                  </a:lnTo>
                  <a:lnTo>
                    <a:pt x="2129726" y="2701144"/>
                  </a:lnTo>
                  <a:lnTo>
                    <a:pt x="2129913" y="2698993"/>
                  </a:lnTo>
                  <a:lnTo>
                    <a:pt x="2130100" y="2696817"/>
                  </a:lnTo>
                  <a:lnTo>
                    <a:pt x="2130287" y="2694760"/>
                  </a:lnTo>
                  <a:lnTo>
                    <a:pt x="2130474" y="2693185"/>
                  </a:lnTo>
                  <a:lnTo>
                    <a:pt x="2130661" y="2691587"/>
                  </a:lnTo>
                  <a:lnTo>
                    <a:pt x="2130848" y="2690129"/>
                  </a:lnTo>
                  <a:lnTo>
                    <a:pt x="2131035" y="2688801"/>
                  </a:lnTo>
                  <a:lnTo>
                    <a:pt x="2131221" y="2687403"/>
                  </a:lnTo>
                  <a:lnTo>
                    <a:pt x="2131408" y="2685827"/>
                  </a:lnTo>
                  <a:lnTo>
                    <a:pt x="2131595" y="2683991"/>
                  </a:lnTo>
                  <a:lnTo>
                    <a:pt x="2131782" y="2682283"/>
                  </a:lnTo>
                  <a:lnTo>
                    <a:pt x="2131969" y="2680970"/>
                  </a:lnTo>
                  <a:lnTo>
                    <a:pt x="2132156" y="2679829"/>
                  </a:lnTo>
                  <a:lnTo>
                    <a:pt x="2132343" y="2678952"/>
                  </a:lnTo>
                  <a:lnTo>
                    <a:pt x="2132530" y="2677996"/>
                  </a:lnTo>
                  <a:lnTo>
                    <a:pt x="2132717" y="2677040"/>
                  </a:lnTo>
                  <a:lnTo>
                    <a:pt x="2132904" y="2676014"/>
                  </a:lnTo>
                  <a:lnTo>
                    <a:pt x="2133091" y="2675257"/>
                  </a:lnTo>
                  <a:lnTo>
                    <a:pt x="2133278" y="2674751"/>
                  </a:lnTo>
                  <a:lnTo>
                    <a:pt x="2133464" y="2674608"/>
                  </a:lnTo>
                  <a:lnTo>
                    <a:pt x="2133651" y="2674483"/>
                  </a:lnTo>
                  <a:lnTo>
                    <a:pt x="2133838" y="2674314"/>
                  </a:lnTo>
                  <a:lnTo>
                    <a:pt x="2134025" y="2674480"/>
                  </a:lnTo>
                  <a:lnTo>
                    <a:pt x="2134212" y="2675003"/>
                  </a:lnTo>
                  <a:lnTo>
                    <a:pt x="2134399" y="2675559"/>
                  </a:lnTo>
                  <a:lnTo>
                    <a:pt x="2134586" y="2676136"/>
                  </a:lnTo>
                  <a:lnTo>
                    <a:pt x="2134773" y="2676800"/>
                  </a:lnTo>
                  <a:lnTo>
                    <a:pt x="2134960" y="2677522"/>
                  </a:lnTo>
                  <a:lnTo>
                    <a:pt x="2135147" y="2678279"/>
                  </a:lnTo>
                  <a:lnTo>
                    <a:pt x="2135334" y="2679145"/>
                  </a:lnTo>
                  <a:lnTo>
                    <a:pt x="2135521" y="2680012"/>
                  </a:lnTo>
                  <a:lnTo>
                    <a:pt x="2135708" y="2680934"/>
                  </a:lnTo>
                  <a:lnTo>
                    <a:pt x="2135894" y="2681702"/>
                  </a:lnTo>
                  <a:lnTo>
                    <a:pt x="2136081" y="2682367"/>
                  </a:lnTo>
                  <a:lnTo>
                    <a:pt x="2136268" y="2682759"/>
                  </a:lnTo>
                  <a:lnTo>
                    <a:pt x="2136455" y="2683124"/>
                  </a:lnTo>
                  <a:lnTo>
                    <a:pt x="2136642" y="2683489"/>
                  </a:lnTo>
                  <a:lnTo>
                    <a:pt x="2136829" y="2683855"/>
                  </a:lnTo>
                  <a:lnTo>
                    <a:pt x="2137016" y="2684174"/>
                  </a:lnTo>
                  <a:lnTo>
                    <a:pt x="2137203" y="2684350"/>
                  </a:lnTo>
                  <a:lnTo>
                    <a:pt x="2137390" y="2684526"/>
                  </a:lnTo>
                  <a:lnTo>
                    <a:pt x="2137577" y="2684597"/>
                  </a:lnTo>
                  <a:lnTo>
                    <a:pt x="2137764" y="2684597"/>
                  </a:lnTo>
                  <a:lnTo>
                    <a:pt x="2137951" y="2684737"/>
                  </a:lnTo>
                  <a:lnTo>
                    <a:pt x="2138138" y="2684896"/>
                  </a:lnTo>
                  <a:lnTo>
                    <a:pt x="2138324" y="2685186"/>
                  </a:lnTo>
                  <a:lnTo>
                    <a:pt x="2138511" y="2685186"/>
                  </a:lnTo>
                  <a:lnTo>
                    <a:pt x="2138698" y="2684989"/>
                  </a:lnTo>
                  <a:lnTo>
                    <a:pt x="2138885" y="2684565"/>
                  </a:lnTo>
                  <a:lnTo>
                    <a:pt x="2139072" y="2684133"/>
                  </a:lnTo>
                  <a:lnTo>
                    <a:pt x="2139259" y="2683685"/>
                  </a:lnTo>
                  <a:lnTo>
                    <a:pt x="2139446" y="2683373"/>
                  </a:lnTo>
                  <a:lnTo>
                    <a:pt x="2139633" y="2683279"/>
                  </a:lnTo>
                  <a:lnTo>
                    <a:pt x="2139820" y="2683335"/>
                  </a:lnTo>
                  <a:lnTo>
                    <a:pt x="2140007" y="2683601"/>
                  </a:lnTo>
                  <a:lnTo>
                    <a:pt x="2140194" y="2683976"/>
                  </a:lnTo>
                  <a:lnTo>
                    <a:pt x="2140381" y="2684350"/>
                  </a:lnTo>
                  <a:lnTo>
                    <a:pt x="2140567" y="2684724"/>
                  </a:lnTo>
                  <a:lnTo>
                    <a:pt x="2140754" y="2684983"/>
                  </a:lnTo>
                  <a:lnTo>
                    <a:pt x="2140941" y="2685231"/>
                  </a:lnTo>
                  <a:lnTo>
                    <a:pt x="2141128" y="2685398"/>
                  </a:lnTo>
                  <a:lnTo>
                    <a:pt x="2141315" y="2685867"/>
                  </a:lnTo>
                  <a:lnTo>
                    <a:pt x="2141502" y="2686350"/>
                  </a:lnTo>
                  <a:lnTo>
                    <a:pt x="2141689" y="2687089"/>
                  </a:lnTo>
                  <a:lnTo>
                    <a:pt x="2141876" y="2687837"/>
                  </a:lnTo>
                  <a:lnTo>
                    <a:pt x="2142063" y="2688839"/>
                  </a:lnTo>
                  <a:lnTo>
                    <a:pt x="2142250" y="2689675"/>
                  </a:lnTo>
                  <a:lnTo>
                    <a:pt x="2142437" y="2690247"/>
                  </a:lnTo>
                  <a:lnTo>
                    <a:pt x="2142624" y="2690634"/>
                  </a:lnTo>
                  <a:lnTo>
                    <a:pt x="2142811" y="2690766"/>
                  </a:lnTo>
                  <a:lnTo>
                    <a:pt x="2142997" y="2690766"/>
                  </a:lnTo>
                  <a:lnTo>
                    <a:pt x="2143184" y="2690766"/>
                  </a:lnTo>
                  <a:lnTo>
                    <a:pt x="2143371" y="2690766"/>
                  </a:lnTo>
                  <a:lnTo>
                    <a:pt x="2143558" y="2690766"/>
                  </a:lnTo>
                  <a:lnTo>
                    <a:pt x="2143745" y="2690766"/>
                  </a:lnTo>
                  <a:lnTo>
                    <a:pt x="2143932" y="2690766"/>
                  </a:lnTo>
                  <a:lnTo>
                    <a:pt x="2144119" y="2690915"/>
                  </a:lnTo>
                  <a:lnTo>
                    <a:pt x="2144306" y="2691091"/>
                  </a:lnTo>
                  <a:lnTo>
                    <a:pt x="2144493" y="2691425"/>
                  </a:lnTo>
                  <a:lnTo>
                    <a:pt x="2144680" y="2691777"/>
                  </a:lnTo>
                  <a:lnTo>
                    <a:pt x="2144867" y="2692129"/>
                  </a:lnTo>
                  <a:lnTo>
                    <a:pt x="2145054" y="2692604"/>
                  </a:lnTo>
                  <a:lnTo>
                    <a:pt x="2145240" y="2693132"/>
                  </a:lnTo>
                  <a:lnTo>
                    <a:pt x="2145427" y="2693580"/>
                  </a:lnTo>
                  <a:lnTo>
                    <a:pt x="2145614" y="2694239"/>
                  </a:lnTo>
                  <a:lnTo>
                    <a:pt x="2145801" y="2694840"/>
                  </a:lnTo>
                  <a:lnTo>
                    <a:pt x="2145988" y="2695573"/>
                  </a:lnTo>
                  <a:lnTo>
                    <a:pt x="2146175" y="2696306"/>
                  </a:lnTo>
                  <a:lnTo>
                    <a:pt x="2146362" y="2697039"/>
                  </a:lnTo>
                  <a:lnTo>
                    <a:pt x="2146549" y="2697819"/>
                  </a:lnTo>
                  <a:lnTo>
                    <a:pt x="2146736" y="2698749"/>
                  </a:lnTo>
                  <a:lnTo>
                    <a:pt x="2146923" y="2699520"/>
                  </a:lnTo>
                  <a:lnTo>
                    <a:pt x="2147110" y="2700149"/>
                  </a:lnTo>
                  <a:lnTo>
                    <a:pt x="2147297" y="2700658"/>
                  </a:lnTo>
                  <a:lnTo>
                    <a:pt x="2147484" y="2701150"/>
                  </a:lnTo>
                  <a:lnTo>
                    <a:pt x="2147670" y="2701642"/>
                  </a:lnTo>
                  <a:lnTo>
                    <a:pt x="2147857" y="2702142"/>
                  </a:lnTo>
                  <a:lnTo>
                    <a:pt x="2148044" y="2702713"/>
                  </a:lnTo>
                  <a:lnTo>
                    <a:pt x="2148231" y="2703431"/>
                  </a:lnTo>
                  <a:lnTo>
                    <a:pt x="2148418" y="2704083"/>
                  </a:lnTo>
                  <a:lnTo>
                    <a:pt x="2148605" y="2704772"/>
                  </a:lnTo>
                  <a:lnTo>
                    <a:pt x="2148792" y="2705223"/>
                  </a:lnTo>
                  <a:lnTo>
                    <a:pt x="2148979" y="2705525"/>
                  </a:lnTo>
                  <a:lnTo>
                    <a:pt x="2149166" y="2705752"/>
                  </a:lnTo>
                  <a:lnTo>
                    <a:pt x="2149353" y="2705812"/>
                  </a:lnTo>
                  <a:lnTo>
                    <a:pt x="2149540" y="2705694"/>
                  </a:lnTo>
                  <a:lnTo>
                    <a:pt x="2149727" y="2705890"/>
                  </a:lnTo>
                  <a:lnTo>
                    <a:pt x="2149914" y="2706494"/>
                  </a:lnTo>
                  <a:lnTo>
                    <a:pt x="2150100" y="2706958"/>
                  </a:lnTo>
                  <a:lnTo>
                    <a:pt x="2150287" y="2707162"/>
                  </a:lnTo>
                  <a:lnTo>
                    <a:pt x="2150474" y="2707472"/>
                  </a:lnTo>
                  <a:lnTo>
                    <a:pt x="2150661" y="2707540"/>
                  </a:lnTo>
                  <a:lnTo>
                    <a:pt x="2150848" y="2707290"/>
                  </a:lnTo>
                  <a:lnTo>
                    <a:pt x="2151035" y="2706661"/>
                  </a:lnTo>
                  <a:lnTo>
                    <a:pt x="2151222" y="2706047"/>
                  </a:lnTo>
                  <a:lnTo>
                    <a:pt x="2151409" y="2705443"/>
                  </a:lnTo>
                  <a:lnTo>
                    <a:pt x="2151596" y="2704820"/>
                  </a:lnTo>
                  <a:lnTo>
                    <a:pt x="2151783" y="2704303"/>
                  </a:lnTo>
                  <a:lnTo>
                    <a:pt x="2151970" y="2703955"/>
                  </a:lnTo>
                  <a:lnTo>
                    <a:pt x="2152157" y="2703840"/>
                  </a:lnTo>
                  <a:lnTo>
                    <a:pt x="2152343" y="2703808"/>
                  </a:lnTo>
                  <a:lnTo>
                    <a:pt x="2152530" y="2703603"/>
                  </a:lnTo>
                  <a:lnTo>
                    <a:pt x="2152717" y="2703105"/>
                  </a:lnTo>
                  <a:lnTo>
                    <a:pt x="2152904" y="2702709"/>
                  </a:lnTo>
                  <a:lnTo>
                    <a:pt x="2153091" y="2702551"/>
                  </a:lnTo>
                  <a:lnTo>
                    <a:pt x="2153278" y="2702533"/>
                  </a:lnTo>
                  <a:lnTo>
                    <a:pt x="2153465" y="2702198"/>
                  </a:lnTo>
                  <a:lnTo>
                    <a:pt x="2153652" y="2702119"/>
                  </a:lnTo>
                  <a:lnTo>
                    <a:pt x="2153839" y="2702436"/>
                  </a:lnTo>
                  <a:lnTo>
                    <a:pt x="2154026" y="2702788"/>
                  </a:lnTo>
                  <a:lnTo>
                    <a:pt x="2154213" y="2703315"/>
                  </a:lnTo>
                  <a:lnTo>
                    <a:pt x="2154400" y="2703993"/>
                  </a:lnTo>
                  <a:lnTo>
                    <a:pt x="2154587" y="2704846"/>
                  </a:lnTo>
                  <a:lnTo>
                    <a:pt x="2154773" y="2705470"/>
                  </a:lnTo>
                  <a:lnTo>
                    <a:pt x="2154960" y="2705681"/>
                  </a:lnTo>
                  <a:lnTo>
                    <a:pt x="2155147" y="2705589"/>
                  </a:lnTo>
                  <a:lnTo>
                    <a:pt x="2155334" y="2705384"/>
                  </a:lnTo>
                  <a:lnTo>
                    <a:pt x="2155521" y="2705420"/>
                  </a:lnTo>
                  <a:lnTo>
                    <a:pt x="2155708" y="2705651"/>
                  </a:lnTo>
                  <a:lnTo>
                    <a:pt x="2155895" y="2706161"/>
                  </a:lnTo>
                  <a:lnTo>
                    <a:pt x="2156082" y="2706691"/>
                  </a:lnTo>
                  <a:lnTo>
                    <a:pt x="2156269" y="2707434"/>
                  </a:lnTo>
                  <a:lnTo>
                    <a:pt x="2156456" y="2708300"/>
                  </a:lnTo>
                  <a:lnTo>
                    <a:pt x="2156643" y="2709188"/>
                  </a:lnTo>
                  <a:lnTo>
                    <a:pt x="2156830" y="2710212"/>
                  </a:lnTo>
                  <a:lnTo>
                    <a:pt x="2157017" y="2711223"/>
                  </a:lnTo>
                  <a:lnTo>
                    <a:pt x="2157203" y="2712233"/>
                  </a:lnTo>
                  <a:lnTo>
                    <a:pt x="2157390" y="2713121"/>
                  </a:lnTo>
                  <a:lnTo>
                    <a:pt x="2157577" y="2714124"/>
                  </a:lnTo>
                  <a:lnTo>
                    <a:pt x="2157764" y="2715279"/>
                  </a:lnTo>
                  <a:lnTo>
                    <a:pt x="2157951" y="2716517"/>
                  </a:lnTo>
                  <a:lnTo>
                    <a:pt x="2158138" y="2717778"/>
                  </a:lnTo>
                  <a:lnTo>
                    <a:pt x="2158325" y="2719023"/>
                  </a:lnTo>
                  <a:lnTo>
                    <a:pt x="2158512" y="2720031"/>
                  </a:lnTo>
                  <a:lnTo>
                    <a:pt x="2158699" y="2720915"/>
                  </a:lnTo>
                  <a:lnTo>
                    <a:pt x="2158886" y="2721762"/>
                  </a:lnTo>
                  <a:lnTo>
                    <a:pt x="2159073" y="2722466"/>
                  </a:lnTo>
                  <a:lnTo>
                    <a:pt x="2159260" y="2723196"/>
                  </a:lnTo>
                  <a:lnTo>
                    <a:pt x="2159446" y="2724049"/>
                  </a:lnTo>
                  <a:lnTo>
                    <a:pt x="2159633" y="2724726"/>
                  </a:lnTo>
                  <a:lnTo>
                    <a:pt x="2159820" y="2725254"/>
                  </a:lnTo>
                  <a:lnTo>
                    <a:pt x="2160007" y="2725782"/>
                  </a:lnTo>
                  <a:lnTo>
                    <a:pt x="2160194" y="2726310"/>
                  </a:lnTo>
                  <a:lnTo>
                    <a:pt x="2160381" y="2726837"/>
                  </a:lnTo>
                  <a:lnTo>
                    <a:pt x="2160568" y="2727286"/>
                  </a:lnTo>
                  <a:lnTo>
                    <a:pt x="2160755" y="2727638"/>
                  </a:lnTo>
                  <a:lnTo>
                    <a:pt x="2160942" y="2727990"/>
                  </a:lnTo>
                  <a:lnTo>
                    <a:pt x="2161129" y="2728341"/>
                  </a:lnTo>
                  <a:lnTo>
                    <a:pt x="2161316" y="2728693"/>
                  </a:lnTo>
                  <a:lnTo>
                    <a:pt x="2161503" y="2728984"/>
                  </a:lnTo>
                  <a:lnTo>
                    <a:pt x="2161690" y="2729159"/>
                  </a:lnTo>
                  <a:lnTo>
                    <a:pt x="2161876" y="2729142"/>
                  </a:lnTo>
                  <a:lnTo>
                    <a:pt x="2162063" y="2728623"/>
                  </a:lnTo>
                  <a:lnTo>
                    <a:pt x="2162250" y="2727761"/>
                  </a:lnTo>
                  <a:lnTo>
                    <a:pt x="2162437" y="2726881"/>
                  </a:lnTo>
                  <a:lnTo>
                    <a:pt x="2162624" y="2726090"/>
                  </a:lnTo>
                  <a:lnTo>
                    <a:pt x="2162811" y="2725386"/>
                  </a:lnTo>
                  <a:lnTo>
                    <a:pt x="2162998" y="2724744"/>
                  </a:lnTo>
                  <a:lnTo>
                    <a:pt x="2163185" y="2724243"/>
                  </a:lnTo>
                  <a:lnTo>
                    <a:pt x="2163372" y="2723720"/>
                  </a:lnTo>
                  <a:lnTo>
                    <a:pt x="2163559" y="2723138"/>
                  </a:lnTo>
                  <a:lnTo>
                    <a:pt x="2163746" y="2722583"/>
                  </a:lnTo>
                  <a:lnTo>
                    <a:pt x="2163933" y="2722029"/>
                  </a:lnTo>
                  <a:lnTo>
                    <a:pt x="2164119" y="2721474"/>
                  </a:lnTo>
                  <a:lnTo>
                    <a:pt x="2164306" y="2720980"/>
                  </a:lnTo>
                  <a:lnTo>
                    <a:pt x="2164493" y="2720601"/>
                  </a:lnTo>
                  <a:lnTo>
                    <a:pt x="2164680" y="2720310"/>
                  </a:lnTo>
                  <a:lnTo>
                    <a:pt x="2164867" y="2720501"/>
                  </a:lnTo>
                  <a:lnTo>
                    <a:pt x="2165054" y="2721149"/>
                  </a:lnTo>
                  <a:lnTo>
                    <a:pt x="2165241" y="2721812"/>
                  </a:lnTo>
                  <a:lnTo>
                    <a:pt x="2165428" y="2722403"/>
                  </a:lnTo>
                  <a:lnTo>
                    <a:pt x="2165615" y="2723066"/>
                  </a:lnTo>
                  <a:lnTo>
                    <a:pt x="2165802" y="2723299"/>
                  </a:lnTo>
                  <a:lnTo>
                    <a:pt x="2165989" y="2723265"/>
                  </a:lnTo>
                  <a:lnTo>
                    <a:pt x="2166176" y="2722666"/>
                  </a:lnTo>
                  <a:lnTo>
                    <a:pt x="2166363" y="2722252"/>
                  </a:lnTo>
                  <a:lnTo>
                    <a:pt x="2166549" y="2722159"/>
                  </a:lnTo>
                  <a:lnTo>
                    <a:pt x="2166736" y="2722280"/>
                  </a:lnTo>
                  <a:lnTo>
                    <a:pt x="2166923" y="2722620"/>
                  </a:lnTo>
                  <a:lnTo>
                    <a:pt x="2167110" y="2722998"/>
                  </a:lnTo>
                  <a:lnTo>
                    <a:pt x="2167297" y="2723377"/>
                  </a:lnTo>
                  <a:lnTo>
                    <a:pt x="2167484" y="2723842"/>
                  </a:lnTo>
                  <a:lnTo>
                    <a:pt x="2167671" y="2724301"/>
                  </a:lnTo>
                  <a:lnTo>
                    <a:pt x="2167858" y="2724570"/>
                  </a:lnTo>
                  <a:lnTo>
                    <a:pt x="2168045" y="2724973"/>
                  </a:lnTo>
                  <a:lnTo>
                    <a:pt x="2168232" y="2725376"/>
                  </a:lnTo>
                  <a:lnTo>
                    <a:pt x="2168419" y="2725683"/>
                  </a:lnTo>
                  <a:lnTo>
                    <a:pt x="2168606" y="2726184"/>
                  </a:lnTo>
                  <a:lnTo>
                    <a:pt x="2168793" y="2727028"/>
                  </a:lnTo>
                  <a:lnTo>
                    <a:pt x="2168979" y="2728761"/>
                  </a:lnTo>
                  <a:lnTo>
                    <a:pt x="2169166" y="2730392"/>
                  </a:lnTo>
                  <a:lnTo>
                    <a:pt x="2169353" y="2731645"/>
                  </a:lnTo>
                  <a:lnTo>
                    <a:pt x="2169540" y="2732886"/>
                  </a:lnTo>
                  <a:lnTo>
                    <a:pt x="2169727" y="2733862"/>
                  </a:lnTo>
                  <a:lnTo>
                    <a:pt x="2169914" y="2734917"/>
                  </a:lnTo>
                  <a:lnTo>
                    <a:pt x="2170101" y="2735973"/>
                  </a:lnTo>
                  <a:lnTo>
                    <a:pt x="2170288" y="2736993"/>
                  </a:lnTo>
                  <a:lnTo>
                    <a:pt x="2170475" y="2737873"/>
                  </a:lnTo>
                  <a:lnTo>
                    <a:pt x="2170662" y="2738744"/>
                  </a:lnTo>
                  <a:lnTo>
                    <a:pt x="2170849" y="2739447"/>
                  </a:lnTo>
                  <a:lnTo>
                    <a:pt x="2171036" y="2740151"/>
                  </a:lnTo>
                  <a:lnTo>
                    <a:pt x="2171222" y="2740828"/>
                  </a:lnTo>
                  <a:lnTo>
                    <a:pt x="2171409" y="2741338"/>
                  </a:lnTo>
                  <a:lnTo>
                    <a:pt x="2171596" y="2741485"/>
                  </a:lnTo>
                  <a:lnTo>
                    <a:pt x="2171783" y="2741462"/>
                  </a:lnTo>
                  <a:lnTo>
                    <a:pt x="2171970" y="2741241"/>
                  </a:lnTo>
                  <a:lnTo>
                    <a:pt x="2172157" y="2740861"/>
                  </a:lnTo>
                  <a:lnTo>
                    <a:pt x="2172344" y="2740332"/>
                  </a:lnTo>
                  <a:lnTo>
                    <a:pt x="2172531" y="2739723"/>
                  </a:lnTo>
                  <a:lnTo>
                    <a:pt x="2172718" y="2738962"/>
                  </a:lnTo>
                  <a:lnTo>
                    <a:pt x="2172905" y="2738069"/>
                  </a:lnTo>
                  <a:lnTo>
                    <a:pt x="2173092" y="2737176"/>
                  </a:lnTo>
                  <a:lnTo>
                    <a:pt x="2173279" y="2736159"/>
                  </a:lnTo>
                  <a:lnTo>
                    <a:pt x="2173466" y="2735090"/>
                  </a:lnTo>
                  <a:lnTo>
                    <a:pt x="2173652" y="2734021"/>
                  </a:lnTo>
                  <a:lnTo>
                    <a:pt x="2173839" y="2732952"/>
                  </a:lnTo>
                  <a:lnTo>
                    <a:pt x="2174026" y="2731883"/>
                  </a:lnTo>
                  <a:lnTo>
                    <a:pt x="2174213" y="2730814"/>
                  </a:lnTo>
                  <a:lnTo>
                    <a:pt x="2174400" y="2729791"/>
                  </a:lnTo>
                  <a:lnTo>
                    <a:pt x="2174587" y="2728911"/>
                  </a:lnTo>
                  <a:lnTo>
                    <a:pt x="2174774" y="2728049"/>
                  </a:lnTo>
                  <a:lnTo>
                    <a:pt x="2174961" y="2727328"/>
                  </a:lnTo>
                  <a:lnTo>
                    <a:pt x="2175148" y="2726756"/>
                  </a:lnTo>
                  <a:lnTo>
                    <a:pt x="2175335" y="2726228"/>
                  </a:lnTo>
                  <a:lnTo>
                    <a:pt x="2175522" y="2725762"/>
                  </a:lnTo>
                  <a:lnTo>
                    <a:pt x="2175709" y="2725586"/>
                  </a:lnTo>
                  <a:lnTo>
                    <a:pt x="2175896" y="2725560"/>
                  </a:lnTo>
                  <a:lnTo>
                    <a:pt x="2176082" y="2725542"/>
                  </a:lnTo>
                  <a:lnTo>
                    <a:pt x="2176269" y="2725710"/>
                  </a:lnTo>
                  <a:lnTo>
                    <a:pt x="2176456" y="2725885"/>
                  </a:lnTo>
                  <a:lnTo>
                    <a:pt x="2176643" y="2726061"/>
                  </a:lnTo>
                  <a:lnTo>
                    <a:pt x="2176830" y="2726237"/>
                  </a:lnTo>
                  <a:lnTo>
                    <a:pt x="2177017" y="2726413"/>
                  </a:lnTo>
                  <a:lnTo>
                    <a:pt x="2177204" y="2726589"/>
                  </a:lnTo>
                  <a:lnTo>
                    <a:pt x="2177391" y="2726633"/>
                  </a:lnTo>
                  <a:lnTo>
                    <a:pt x="2177578" y="2726791"/>
                  </a:lnTo>
                  <a:lnTo>
                    <a:pt x="2177765" y="2726774"/>
                  </a:lnTo>
                  <a:lnTo>
                    <a:pt x="2177952" y="2726598"/>
                  </a:lnTo>
                  <a:lnTo>
                    <a:pt x="2178139" y="2726334"/>
                  </a:lnTo>
                  <a:lnTo>
                    <a:pt x="2178325" y="2725965"/>
                  </a:lnTo>
                  <a:lnTo>
                    <a:pt x="2178512" y="2725270"/>
                  </a:lnTo>
                  <a:lnTo>
                    <a:pt x="2178699" y="2724285"/>
                  </a:lnTo>
                  <a:lnTo>
                    <a:pt x="2178886" y="2723194"/>
                  </a:lnTo>
                  <a:lnTo>
                    <a:pt x="2179073" y="2721971"/>
                  </a:lnTo>
                  <a:lnTo>
                    <a:pt x="2179260" y="2720740"/>
                  </a:lnTo>
                  <a:lnTo>
                    <a:pt x="2179447" y="2719377"/>
                  </a:lnTo>
                  <a:lnTo>
                    <a:pt x="2179634" y="2717969"/>
                  </a:lnTo>
                  <a:lnTo>
                    <a:pt x="2179821" y="2716562"/>
                  </a:lnTo>
                  <a:lnTo>
                    <a:pt x="2180008" y="2715155"/>
                  </a:lnTo>
                  <a:lnTo>
                    <a:pt x="2180195" y="2713879"/>
                  </a:lnTo>
                  <a:lnTo>
                    <a:pt x="2180382" y="2712648"/>
                  </a:lnTo>
                  <a:lnTo>
                    <a:pt x="2180569" y="2711610"/>
                  </a:lnTo>
                  <a:lnTo>
                    <a:pt x="2180755" y="2710730"/>
                  </a:lnTo>
                  <a:lnTo>
                    <a:pt x="2180942" y="2709939"/>
                  </a:lnTo>
                  <a:lnTo>
                    <a:pt x="2181129" y="2709235"/>
                  </a:lnTo>
                  <a:lnTo>
                    <a:pt x="2181316" y="2708602"/>
                  </a:lnTo>
                  <a:lnTo>
                    <a:pt x="2181503" y="2707704"/>
                  </a:lnTo>
                  <a:lnTo>
                    <a:pt x="2181690" y="2706658"/>
                  </a:lnTo>
                  <a:lnTo>
                    <a:pt x="2181877" y="2705309"/>
                  </a:lnTo>
                  <a:lnTo>
                    <a:pt x="2182064" y="2703960"/>
                  </a:lnTo>
                  <a:lnTo>
                    <a:pt x="2182251" y="2702814"/>
                  </a:lnTo>
                  <a:lnTo>
                    <a:pt x="2182438" y="2701510"/>
                  </a:lnTo>
                  <a:lnTo>
                    <a:pt x="2182625" y="2700112"/>
                  </a:lnTo>
                  <a:lnTo>
                    <a:pt x="2182812" y="2698735"/>
                  </a:lnTo>
                  <a:lnTo>
                    <a:pt x="2182998" y="2697034"/>
                  </a:lnTo>
                  <a:lnTo>
                    <a:pt x="2183185" y="2695206"/>
                  </a:lnTo>
                  <a:lnTo>
                    <a:pt x="2183372" y="2693102"/>
                  </a:lnTo>
                  <a:lnTo>
                    <a:pt x="2183559" y="2690725"/>
                  </a:lnTo>
                  <a:lnTo>
                    <a:pt x="2183746" y="2687965"/>
                  </a:lnTo>
                  <a:lnTo>
                    <a:pt x="2183933" y="2685021"/>
                  </a:lnTo>
                  <a:lnTo>
                    <a:pt x="2184120" y="2682572"/>
                  </a:lnTo>
                  <a:lnTo>
                    <a:pt x="2184307" y="2680451"/>
                  </a:lnTo>
                  <a:lnTo>
                    <a:pt x="2184494" y="2678665"/>
                  </a:lnTo>
                  <a:lnTo>
                    <a:pt x="2184681" y="2677448"/>
                  </a:lnTo>
                  <a:lnTo>
                    <a:pt x="2184868" y="2676232"/>
                  </a:lnTo>
                  <a:lnTo>
                    <a:pt x="2185055" y="2674644"/>
                  </a:lnTo>
                  <a:lnTo>
                    <a:pt x="2185242" y="2673251"/>
                  </a:lnTo>
                  <a:lnTo>
                    <a:pt x="2185428" y="2671952"/>
                  </a:lnTo>
                  <a:lnTo>
                    <a:pt x="2185615" y="2670661"/>
                  </a:lnTo>
                  <a:lnTo>
                    <a:pt x="2185802" y="2669498"/>
                  </a:lnTo>
                  <a:lnTo>
                    <a:pt x="2185989" y="2668391"/>
                  </a:lnTo>
                  <a:lnTo>
                    <a:pt x="2186176" y="2667663"/>
                  </a:lnTo>
                  <a:lnTo>
                    <a:pt x="2186363" y="2667338"/>
                  </a:lnTo>
                  <a:lnTo>
                    <a:pt x="2186550" y="2667430"/>
                  </a:lnTo>
                  <a:lnTo>
                    <a:pt x="2186737" y="2667476"/>
                  </a:lnTo>
                  <a:lnTo>
                    <a:pt x="2186924" y="2667532"/>
                  </a:lnTo>
                  <a:lnTo>
                    <a:pt x="2187111" y="2667193"/>
                  </a:lnTo>
                  <a:lnTo>
                    <a:pt x="2187298" y="2666883"/>
                  </a:lnTo>
                  <a:lnTo>
                    <a:pt x="2187485" y="2666717"/>
                  </a:lnTo>
                  <a:lnTo>
                    <a:pt x="2187672" y="2666810"/>
                  </a:lnTo>
                  <a:lnTo>
                    <a:pt x="2187858" y="2666798"/>
                  </a:lnTo>
                  <a:lnTo>
                    <a:pt x="2188045" y="2666846"/>
                  </a:lnTo>
                  <a:lnTo>
                    <a:pt x="2188232" y="2666929"/>
                  </a:lnTo>
                  <a:lnTo>
                    <a:pt x="2188419" y="2667107"/>
                  </a:lnTo>
                  <a:lnTo>
                    <a:pt x="2188606" y="2667292"/>
                  </a:lnTo>
                  <a:lnTo>
                    <a:pt x="2188793" y="2667585"/>
                  </a:lnTo>
                  <a:lnTo>
                    <a:pt x="2188980" y="2667861"/>
                  </a:lnTo>
                  <a:lnTo>
                    <a:pt x="2189167" y="2667944"/>
                  </a:lnTo>
                  <a:lnTo>
                    <a:pt x="2189354" y="2667917"/>
                  </a:lnTo>
                  <a:lnTo>
                    <a:pt x="2189541" y="2668151"/>
                  </a:lnTo>
                  <a:lnTo>
                    <a:pt x="2189728" y="2668571"/>
                  </a:lnTo>
                  <a:lnTo>
                    <a:pt x="2189915" y="2669076"/>
                  </a:lnTo>
                  <a:lnTo>
                    <a:pt x="2190101" y="2669520"/>
                  </a:lnTo>
                  <a:lnTo>
                    <a:pt x="2190288" y="2669510"/>
                  </a:lnTo>
                  <a:lnTo>
                    <a:pt x="2190475" y="2668961"/>
                  </a:lnTo>
                  <a:lnTo>
                    <a:pt x="2190662" y="2667906"/>
                  </a:lnTo>
                  <a:lnTo>
                    <a:pt x="2190849" y="2667194"/>
                  </a:lnTo>
                  <a:lnTo>
                    <a:pt x="2191036" y="2666344"/>
                  </a:lnTo>
                  <a:lnTo>
                    <a:pt x="2191223" y="2665184"/>
                  </a:lnTo>
                  <a:lnTo>
                    <a:pt x="2191410" y="2663953"/>
                  </a:lnTo>
                  <a:lnTo>
                    <a:pt x="2191597" y="2662438"/>
                  </a:lnTo>
                  <a:lnTo>
                    <a:pt x="2191784" y="2660333"/>
                  </a:lnTo>
                  <a:lnTo>
                    <a:pt x="2191971" y="2657956"/>
                  </a:lnTo>
                  <a:lnTo>
                    <a:pt x="2192158" y="2655703"/>
                  </a:lnTo>
                  <a:lnTo>
                    <a:pt x="2192345" y="2653379"/>
                  </a:lnTo>
                  <a:lnTo>
                    <a:pt x="2192531" y="2651192"/>
                  </a:lnTo>
                  <a:lnTo>
                    <a:pt x="2192718" y="2648993"/>
                  </a:lnTo>
                  <a:lnTo>
                    <a:pt x="2192905" y="2646373"/>
                  </a:lnTo>
                  <a:lnTo>
                    <a:pt x="2193092" y="2643403"/>
                  </a:lnTo>
                  <a:lnTo>
                    <a:pt x="2193279" y="2639383"/>
                  </a:lnTo>
                  <a:lnTo>
                    <a:pt x="2193466" y="2635457"/>
                  </a:lnTo>
                  <a:lnTo>
                    <a:pt x="2193653" y="2631231"/>
                  </a:lnTo>
                  <a:lnTo>
                    <a:pt x="2193840" y="2627017"/>
                  </a:lnTo>
                  <a:lnTo>
                    <a:pt x="2194027" y="2622794"/>
                  </a:lnTo>
                  <a:lnTo>
                    <a:pt x="2194214" y="2618570"/>
                  </a:lnTo>
                  <a:lnTo>
                    <a:pt x="2194401" y="2613960"/>
                  </a:lnTo>
                  <a:lnTo>
                    <a:pt x="2194588" y="2609438"/>
                  </a:lnTo>
                  <a:lnTo>
                    <a:pt x="2194774" y="2605171"/>
                  </a:lnTo>
                  <a:lnTo>
                    <a:pt x="2194961" y="2600846"/>
                  </a:lnTo>
                  <a:lnTo>
                    <a:pt x="2195148" y="2596434"/>
                  </a:lnTo>
                  <a:lnTo>
                    <a:pt x="2195335" y="2592023"/>
                  </a:lnTo>
                  <a:lnTo>
                    <a:pt x="2195522" y="2587611"/>
                  </a:lnTo>
                  <a:lnTo>
                    <a:pt x="2195709" y="2583622"/>
                  </a:lnTo>
                  <a:lnTo>
                    <a:pt x="2195896" y="2580187"/>
                  </a:lnTo>
                  <a:lnTo>
                    <a:pt x="2196083" y="2576867"/>
                  </a:lnTo>
                  <a:lnTo>
                    <a:pt x="2196270" y="2573442"/>
                  </a:lnTo>
                  <a:lnTo>
                    <a:pt x="2196457" y="2569712"/>
                  </a:lnTo>
                  <a:lnTo>
                    <a:pt x="2196644" y="2565605"/>
                  </a:lnTo>
                  <a:lnTo>
                    <a:pt x="2196831" y="2561462"/>
                  </a:lnTo>
                  <a:lnTo>
                    <a:pt x="2197018" y="2556818"/>
                  </a:lnTo>
                  <a:lnTo>
                    <a:pt x="2197204" y="2553345"/>
                  </a:lnTo>
                  <a:lnTo>
                    <a:pt x="2197391" y="2550489"/>
                  </a:lnTo>
                  <a:lnTo>
                    <a:pt x="2197578" y="2547968"/>
                  </a:lnTo>
                  <a:lnTo>
                    <a:pt x="2197765" y="2545397"/>
                  </a:lnTo>
                  <a:lnTo>
                    <a:pt x="2197952" y="2542826"/>
                  </a:lnTo>
                  <a:lnTo>
                    <a:pt x="2198139" y="2540236"/>
                  </a:lnTo>
                  <a:lnTo>
                    <a:pt x="2198326" y="2537551"/>
                  </a:lnTo>
                  <a:lnTo>
                    <a:pt x="2198513" y="2534886"/>
                  </a:lnTo>
                  <a:lnTo>
                    <a:pt x="2198700" y="2532315"/>
                  </a:lnTo>
                  <a:lnTo>
                    <a:pt x="2198887" y="2530157"/>
                  </a:lnTo>
                  <a:lnTo>
                    <a:pt x="2199074" y="2528453"/>
                  </a:lnTo>
                  <a:lnTo>
                    <a:pt x="2199261" y="2527326"/>
                  </a:lnTo>
                  <a:lnTo>
                    <a:pt x="2199448" y="2526762"/>
                  </a:lnTo>
                  <a:lnTo>
                    <a:pt x="2199634" y="2526455"/>
                  </a:lnTo>
                  <a:lnTo>
                    <a:pt x="2199821" y="2526586"/>
                  </a:lnTo>
                  <a:lnTo>
                    <a:pt x="2200008" y="2526874"/>
                  </a:lnTo>
                  <a:lnTo>
                    <a:pt x="2200195" y="2526948"/>
                  </a:lnTo>
                  <a:lnTo>
                    <a:pt x="2200382" y="2526992"/>
                  </a:lnTo>
                  <a:lnTo>
                    <a:pt x="2200569" y="2527088"/>
                  </a:lnTo>
                  <a:lnTo>
                    <a:pt x="2200756" y="2527590"/>
                  </a:lnTo>
                  <a:lnTo>
                    <a:pt x="2200943" y="2528214"/>
                  </a:lnTo>
                  <a:lnTo>
                    <a:pt x="2201130" y="2529050"/>
                  </a:lnTo>
                  <a:lnTo>
                    <a:pt x="2201317" y="2529929"/>
                  </a:lnTo>
                  <a:lnTo>
                    <a:pt x="2201504" y="2530809"/>
                  </a:lnTo>
                  <a:lnTo>
                    <a:pt x="2201691" y="2531627"/>
                  </a:lnTo>
                  <a:lnTo>
                    <a:pt x="2201877" y="2532331"/>
                  </a:lnTo>
                  <a:lnTo>
                    <a:pt x="2202064" y="2532946"/>
                  </a:lnTo>
                  <a:lnTo>
                    <a:pt x="2202251" y="2533430"/>
                  </a:lnTo>
                  <a:lnTo>
                    <a:pt x="2202438" y="2534055"/>
                  </a:lnTo>
                  <a:lnTo>
                    <a:pt x="2202625" y="2534758"/>
                  </a:lnTo>
                  <a:lnTo>
                    <a:pt x="2202812" y="2535462"/>
                  </a:lnTo>
                  <a:lnTo>
                    <a:pt x="2202999" y="2536245"/>
                  </a:lnTo>
                  <a:lnTo>
                    <a:pt x="2203186" y="2537177"/>
                  </a:lnTo>
                  <a:lnTo>
                    <a:pt x="2203373" y="2538417"/>
                  </a:lnTo>
                  <a:lnTo>
                    <a:pt x="2203560" y="2539974"/>
                  </a:lnTo>
                  <a:lnTo>
                    <a:pt x="2203747" y="2541461"/>
                  </a:lnTo>
                  <a:lnTo>
                    <a:pt x="2203934" y="2542886"/>
                  </a:lnTo>
                  <a:lnTo>
                    <a:pt x="2204121" y="2544469"/>
                  </a:lnTo>
                  <a:lnTo>
                    <a:pt x="2204307" y="2546052"/>
                  </a:lnTo>
                  <a:lnTo>
                    <a:pt x="2204494" y="2547635"/>
                  </a:lnTo>
                  <a:lnTo>
                    <a:pt x="2204681" y="2549219"/>
                  </a:lnTo>
                  <a:lnTo>
                    <a:pt x="2204868" y="2550740"/>
                  </a:lnTo>
                  <a:lnTo>
                    <a:pt x="2205055" y="2552148"/>
                  </a:lnTo>
                  <a:lnTo>
                    <a:pt x="2205242" y="2553300"/>
                  </a:lnTo>
                  <a:lnTo>
                    <a:pt x="2205429" y="2554355"/>
                  </a:lnTo>
                  <a:lnTo>
                    <a:pt x="2205616" y="2555411"/>
                  </a:lnTo>
                  <a:lnTo>
                    <a:pt x="2205803" y="2556387"/>
                  </a:lnTo>
                  <a:lnTo>
                    <a:pt x="2205990" y="2557012"/>
                  </a:lnTo>
                  <a:lnTo>
                    <a:pt x="2206177" y="2557179"/>
                  </a:lnTo>
                  <a:lnTo>
                    <a:pt x="2206364" y="2556765"/>
                  </a:lnTo>
                  <a:lnTo>
                    <a:pt x="2206551" y="2556018"/>
                  </a:lnTo>
                  <a:lnTo>
                    <a:pt x="2206737" y="2555121"/>
                  </a:lnTo>
                  <a:lnTo>
                    <a:pt x="2206924" y="2554065"/>
                  </a:lnTo>
                  <a:lnTo>
                    <a:pt x="2207111" y="2552684"/>
                  </a:lnTo>
                  <a:lnTo>
                    <a:pt x="2207298" y="2551215"/>
                  </a:lnTo>
                  <a:lnTo>
                    <a:pt x="2207485" y="2549148"/>
                  </a:lnTo>
                  <a:lnTo>
                    <a:pt x="2207672" y="2546861"/>
                  </a:lnTo>
                  <a:lnTo>
                    <a:pt x="2207859" y="2544451"/>
                  </a:lnTo>
                  <a:lnTo>
                    <a:pt x="2208046" y="2541988"/>
                  </a:lnTo>
                  <a:lnTo>
                    <a:pt x="2208233" y="2539526"/>
                  </a:lnTo>
                  <a:lnTo>
                    <a:pt x="2208420" y="2537063"/>
                  </a:lnTo>
                  <a:lnTo>
                    <a:pt x="2208607" y="2534600"/>
                  </a:lnTo>
                  <a:lnTo>
                    <a:pt x="2208794" y="2532375"/>
                  </a:lnTo>
                  <a:lnTo>
                    <a:pt x="2208980" y="2530439"/>
                  </a:lnTo>
                  <a:lnTo>
                    <a:pt x="2209167" y="2528328"/>
                  </a:lnTo>
                  <a:lnTo>
                    <a:pt x="2209354" y="2526420"/>
                  </a:lnTo>
                  <a:lnTo>
                    <a:pt x="2209541" y="2524511"/>
                  </a:lnTo>
                  <a:lnTo>
                    <a:pt x="2209728" y="2522286"/>
                  </a:lnTo>
                  <a:lnTo>
                    <a:pt x="2209915" y="2519981"/>
                  </a:lnTo>
                  <a:lnTo>
                    <a:pt x="2210102" y="2518205"/>
                  </a:lnTo>
                  <a:lnTo>
                    <a:pt x="2210289" y="2517071"/>
                  </a:lnTo>
                  <a:lnTo>
                    <a:pt x="2210476" y="2516181"/>
                  </a:lnTo>
                  <a:lnTo>
                    <a:pt x="2210663" y="2515422"/>
                  </a:lnTo>
                  <a:lnTo>
                    <a:pt x="2210850" y="2514759"/>
                  </a:lnTo>
                  <a:lnTo>
                    <a:pt x="2211037" y="2514039"/>
                  </a:lnTo>
                  <a:lnTo>
                    <a:pt x="2211224" y="2513231"/>
                  </a:lnTo>
                  <a:lnTo>
                    <a:pt x="2211410" y="2512388"/>
                  </a:lnTo>
                  <a:lnTo>
                    <a:pt x="2211597" y="2511307"/>
                  </a:lnTo>
                  <a:lnTo>
                    <a:pt x="2211784" y="2510066"/>
                  </a:lnTo>
                  <a:lnTo>
                    <a:pt x="2211971" y="2508934"/>
                  </a:lnTo>
                  <a:lnTo>
                    <a:pt x="2212158" y="2507842"/>
                  </a:lnTo>
                  <a:lnTo>
                    <a:pt x="2212345" y="2506646"/>
                  </a:lnTo>
                  <a:lnTo>
                    <a:pt x="2212532" y="2505588"/>
                  </a:lnTo>
                  <a:lnTo>
                    <a:pt x="2212719" y="2504855"/>
                  </a:lnTo>
                  <a:lnTo>
                    <a:pt x="2212906" y="2504102"/>
                  </a:lnTo>
                  <a:lnTo>
                    <a:pt x="2213093" y="2503185"/>
                  </a:lnTo>
                  <a:lnTo>
                    <a:pt x="2213280" y="2502041"/>
                  </a:lnTo>
                  <a:lnTo>
                    <a:pt x="2213467" y="2501476"/>
                  </a:lnTo>
                  <a:lnTo>
                    <a:pt x="2213653" y="2500928"/>
                  </a:lnTo>
                  <a:lnTo>
                    <a:pt x="2213840" y="2500299"/>
                  </a:lnTo>
                  <a:lnTo>
                    <a:pt x="2214027" y="2499749"/>
                  </a:lnTo>
                  <a:lnTo>
                    <a:pt x="2214214" y="2499234"/>
                  </a:lnTo>
                  <a:lnTo>
                    <a:pt x="2214401" y="2498843"/>
                  </a:lnTo>
                  <a:lnTo>
                    <a:pt x="2214588" y="2498581"/>
                  </a:lnTo>
                  <a:lnTo>
                    <a:pt x="2214775" y="2498560"/>
                  </a:lnTo>
                  <a:lnTo>
                    <a:pt x="2214962" y="2498482"/>
                  </a:lnTo>
                  <a:lnTo>
                    <a:pt x="2215149" y="2498753"/>
                  </a:lnTo>
                  <a:lnTo>
                    <a:pt x="2215336" y="2499168"/>
                  </a:lnTo>
                  <a:lnTo>
                    <a:pt x="2215523" y="2499498"/>
                  </a:lnTo>
                  <a:lnTo>
                    <a:pt x="2215710" y="2499909"/>
                  </a:lnTo>
                  <a:lnTo>
                    <a:pt x="2215897" y="2500530"/>
                  </a:lnTo>
                  <a:lnTo>
                    <a:pt x="2216083" y="2501190"/>
                  </a:lnTo>
                  <a:lnTo>
                    <a:pt x="2216270" y="2501797"/>
                  </a:lnTo>
                  <a:lnTo>
                    <a:pt x="2216457" y="2502313"/>
                  </a:lnTo>
                  <a:lnTo>
                    <a:pt x="2216644" y="2502832"/>
                  </a:lnTo>
                  <a:lnTo>
                    <a:pt x="2216831" y="2503492"/>
                  </a:lnTo>
                  <a:lnTo>
                    <a:pt x="2217018" y="2504196"/>
                  </a:lnTo>
                  <a:lnTo>
                    <a:pt x="2217205" y="2505040"/>
                  </a:lnTo>
                  <a:lnTo>
                    <a:pt x="2217392" y="2505920"/>
                  </a:lnTo>
                  <a:lnTo>
                    <a:pt x="2217579" y="2506667"/>
                  </a:lnTo>
                  <a:lnTo>
                    <a:pt x="2217766" y="2507512"/>
                  </a:lnTo>
                  <a:lnTo>
                    <a:pt x="2217953" y="2508198"/>
                  </a:lnTo>
                  <a:lnTo>
                    <a:pt x="2218140" y="2508858"/>
                  </a:lnTo>
                  <a:lnTo>
                    <a:pt x="2218327" y="2509447"/>
                  </a:lnTo>
                  <a:lnTo>
                    <a:pt x="2218513" y="2509799"/>
                  </a:lnTo>
                  <a:lnTo>
                    <a:pt x="2218700" y="2510080"/>
                  </a:lnTo>
                  <a:lnTo>
                    <a:pt x="2218887" y="2510625"/>
                  </a:lnTo>
                  <a:lnTo>
                    <a:pt x="2219074" y="2511320"/>
                  </a:lnTo>
                  <a:lnTo>
                    <a:pt x="2219261" y="2512230"/>
                  </a:lnTo>
                  <a:lnTo>
                    <a:pt x="2219448" y="2513051"/>
                  </a:lnTo>
                  <a:lnTo>
                    <a:pt x="2219635" y="2513625"/>
                  </a:lnTo>
                  <a:lnTo>
                    <a:pt x="2219822" y="2514225"/>
                  </a:lnTo>
                  <a:lnTo>
                    <a:pt x="2220009" y="2514920"/>
                  </a:lnTo>
                  <a:lnTo>
                    <a:pt x="2220196" y="2515752"/>
                  </a:lnTo>
                  <a:lnTo>
                    <a:pt x="2220383" y="2516793"/>
                  </a:lnTo>
                  <a:lnTo>
                    <a:pt x="2220570" y="2518064"/>
                  </a:lnTo>
                  <a:lnTo>
                    <a:pt x="2220756" y="2519611"/>
                  </a:lnTo>
                  <a:lnTo>
                    <a:pt x="2220943" y="2521431"/>
                  </a:lnTo>
                  <a:lnTo>
                    <a:pt x="2221130" y="2523827"/>
                  </a:lnTo>
                  <a:lnTo>
                    <a:pt x="2221317" y="2526519"/>
                  </a:lnTo>
                  <a:lnTo>
                    <a:pt x="2221504" y="2528715"/>
                  </a:lnTo>
                  <a:lnTo>
                    <a:pt x="2221691" y="2530620"/>
                  </a:lnTo>
                  <a:lnTo>
                    <a:pt x="2221878" y="2532305"/>
                  </a:lnTo>
                  <a:lnTo>
                    <a:pt x="2222065" y="2533645"/>
                  </a:lnTo>
                  <a:lnTo>
                    <a:pt x="2222252" y="2535074"/>
                  </a:lnTo>
                  <a:lnTo>
                    <a:pt x="2222439" y="2536917"/>
                  </a:lnTo>
                  <a:lnTo>
                    <a:pt x="2222626" y="2538698"/>
                  </a:lnTo>
                  <a:lnTo>
                    <a:pt x="2222813" y="2540385"/>
                  </a:lnTo>
                  <a:lnTo>
                    <a:pt x="2223000" y="2541935"/>
                  </a:lnTo>
                  <a:lnTo>
                    <a:pt x="2223186" y="2543326"/>
                  </a:lnTo>
                  <a:lnTo>
                    <a:pt x="2223373" y="2544580"/>
                  </a:lnTo>
                  <a:lnTo>
                    <a:pt x="2223560" y="2545559"/>
                  </a:lnTo>
                  <a:lnTo>
                    <a:pt x="2223747" y="2546286"/>
                  </a:lnTo>
                  <a:lnTo>
                    <a:pt x="2223934" y="2546670"/>
                  </a:lnTo>
                  <a:lnTo>
                    <a:pt x="2224121" y="2547269"/>
                  </a:lnTo>
                  <a:lnTo>
                    <a:pt x="2224308" y="2547990"/>
                  </a:lnTo>
                  <a:lnTo>
                    <a:pt x="2224495" y="2549172"/>
                  </a:lnTo>
                  <a:lnTo>
                    <a:pt x="2224682" y="2550346"/>
                  </a:lnTo>
                  <a:lnTo>
                    <a:pt x="2224869" y="2551456"/>
                  </a:lnTo>
                  <a:lnTo>
                    <a:pt x="2225056" y="2552565"/>
                  </a:lnTo>
                  <a:lnTo>
                    <a:pt x="2225243" y="2553675"/>
                  </a:lnTo>
                  <a:lnTo>
                    <a:pt x="2225430" y="2554720"/>
                  </a:lnTo>
                  <a:lnTo>
                    <a:pt x="2225616" y="2555941"/>
                  </a:lnTo>
                  <a:lnTo>
                    <a:pt x="2225803" y="2557301"/>
                  </a:lnTo>
                  <a:lnTo>
                    <a:pt x="2225990" y="2558619"/>
                  </a:lnTo>
                  <a:lnTo>
                    <a:pt x="2226177" y="2559788"/>
                  </a:lnTo>
                  <a:lnTo>
                    <a:pt x="2226364" y="2560979"/>
                  </a:lnTo>
                  <a:lnTo>
                    <a:pt x="2226551" y="2562256"/>
                  </a:lnTo>
                  <a:lnTo>
                    <a:pt x="2226738" y="2563563"/>
                  </a:lnTo>
                  <a:lnTo>
                    <a:pt x="2226925" y="2564430"/>
                  </a:lnTo>
                  <a:lnTo>
                    <a:pt x="2227112" y="2565209"/>
                  </a:lnTo>
                  <a:lnTo>
                    <a:pt x="2227299" y="2565801"/>
                  </a:lnTo>
                  <a:lnTo>
                    <a:pt x="2227486" y="2566317"/>
                  </a:lnTo>
                  <a:lnTo>
                    <a:pt x="2227673" y="2567071"/>
                  </a:lnTo>
                  <a:lnTo>
                    <a:pt x="2227859" y="2568124"/>
                  </a:lnTo>
                  <a:lnTo>
                    <a:pt x="2228046" y="2569546"/>
                  </a:lnTo>
                  <a:lnTo>
                    <a:pt x="2228233" y="2571033"/>
                  </a:lnTo>
                  <a:lnTo>
                    <a:pt x="2228420" y="2572519"/>
                  </a:lnTo>
                  <a:lnTo>
                    <a:pt x="2228607" y="2573877"/>
                  </a:lnTo>
                  <a:lnTo>
                    <a:pt x="2228794" y="2575148"/>
                  </a:lnTo>
                  <a:lnTo>
                    <a:pt x="2228981" y="2576347"/>
                  </a:lnTo>
                  <a:lnTo>
                    <a:pt x="2229168" y="2577951"/>
                  </a:lnTo>
                  <a:lnTo>
                    <a:pt x="2229355" y="2579800"/>
                  </a:lnTo>
                  <a:lnTo>
                    <a:pt x="2229542" y="2581693"/>
                  </a:lnTo>
                  <a:lnTo>
                    <a:pt x="2229729" y="2583779"/>
                  </a:lnTo>
                  <a:lnTo>
                    <a:pt x="2229916" y="2585790"/>
                  </a:lnTo>
                  <a:lnTo>
                    <a:pt x="2230103" y="2587751"/>
                  </a:lnTo>
                  <a:lnTo>
                    <a:pt x="2230289" y="2590020"/>
                  </a:lnTo>
                  <a:lnTo>
                    <a:pt x="2230476" y="2592637"/>
                  </a:lnTo>
                  <a:lnTo>
                    <a:pt x="2230663" y="2596120"/>
                  </a:lnTo>
                  <a:lnTo>
                    <a:pt x="2230850" y="2599489"/>
                  </a:lnTo>
                  <a:lnTo>
                    <a:pt x="2231037" y="2602981"/>
                  </a:lnTo>
                  <a:lnTo>
                    <a:pt x="2231224" y="2606447"/>
                  </a:lnTo>
                  <a:lnTo>
                    <a:pt x="2231411" y="2610000"/>
                  </a:lnTo>
                  <a:lnTo>
                    <a:pt x="2231598" y="2613712"/>
                  </a:lnTo>
                  <a:lnTo>
                    <a:pt x="2231785" y="2618048"/>
                  </a:lnTo>
                  <a:lnTo>
                    <a:pt x="2231972" y="2622209"/>
                  </a:lnTo>
                  <a:lnTo>
                    <a:pt x="2232159" y="2626079"/>
                  </a:lnTo>
                  <a:lnTo>
                    <a:pt x="2232346" y="2629870"/>
                  </a:lnTo>
                  <a:lnTo>
                    <a:pt x="2232532" y="2633740"/>
                  </a:lnTo>
                  <a:lnTo>
                    <a:pt x="2232719" y="2637610"/>
                  </a:lnTo>
                  <a:lnTo>
                    <a:pt x="2232906" y="2641542"/>
                  </a:lnTo>
                  <a:lnTo>
                    <a:pt x="2233093" y="2645166"/>
                  </a:lnTo>
                  <a:lnTo>
                    <a:pt x="2233280" y="2648148"/>
                  </a:lnTo>
                  <a:lnTo>
                    <a:pt x="2233467" y="2650760"/>
                  </a:lnTo>
                  <a:lnTo>
                    <a:pt x="2233654" y="2653513"/>
                  </a:lnTo>
                  <a:lnTo>
                    <a:pt x="2233841" y="2656697"/>
                  </a:lnTo>
                  <a:lnTo>
                    <a:pt x="2234028" y="2660075"/>
                  </a:lnTo>
                  <a:lnTo>
                    <a:pt x="2234215" y="2663338"/>
                  </a:lnTo>
                  <a:lnTo>
                    <a:pt x="2234402" y="2667103"/>
                  </a:lnTo>
                  <a:lnTo>
                    <a:pt x="2234589" y="2669696"/>
                  </a:lnTo>
                  <a:lnTo>
                    <a:pt x="2234776" y="2671813"/>
                  </a:lnTo>
                  <a:lnTo>
                    <a:pt x="2234962" y="2673630"/>
                  </a:lnTo>
                  <a:lnTo>
                    <a:pt x="2235149" y="2675498"/>
                  </a:lnTo>
                  <a:lnTo>
                    <a:pt x="2235336" y="2677365"/>
                  </a:lnTo>
                  <a:lnTo>
                    <a:pt x="2235523" y="2679102"/>
                  </a:lnTo>
                  <a:lnTo>
                    <a:pt x="2235710" y="2680907"/>
                  </a:lnTo>
                  <a:lnTo>
                    <a:pt x="2235897" y="2682693"/>
                  </a:lnTo>
                  <a:lnTo>
                    <a:pt x="2236084" y="2684473"/>
                  </a:lnTo>
                  <a:lnTo>
                    <a:pt x="2236271" y="2686164"/>
                  </a:lnTo>
                  <a:lnTo>
                    <a:pt x="2236458" y="2687516"/>
                  </a:lnTo>
                  <a:lnTo>
                    <a:pt x="2236645" y="2688664"/>
                  </a:lnTo>
                  <a:lnTo>
                    <a:pt x="2236832" y="2689773"/>
                  </a:lnTo>
                  <a:lnTo>
                    <a:pt x="2237019" y="2690946"/>
                  </a:lnTo>
                  <a:lnTo>
                    <a:pt x="2237206" y="2691739"/>
                  </a:lnTo>
                  <a:lnTo>
                    <a:pt x="2237392" y="2692375"/>
                  </a:lnTo>
                  <a:lnTo>
                    <a:pt x="2237579" y="2693227"/>
                  </a:lnTo>
                  <a:lnTo>
                    <a:pt x="2237766" y="2694108"/>
                  </a:lnTo>
                  <a:lnTo>
                    <a:pt x="2237953" y="2694936"/>
                  </a:lnTo>
                  <a:lnTo>
                    <a:pt x="2238140" y="2695535"/>
                  </a:lnTo>
                  <a:lnTo>
                    <a:pt x="2238327" y="2696231"/>
                  </a:lnTo>
                  <a:lnTo>
                    <a:pt x="2238514" y="2696859"/>
                  </a:lnTo>
                  <a:lnTo>
                    <a:pt x="2238701" y="2697278"/>
                  </a:lnTo>
                  <a:lnTo>
                    <a:pt x="2238888" y="2697680"/>
                  </a:lnTo>
                  <a:lnTo>
                    <a:pt x="2239075" y="2698081"/>
                  </a:lnTo>
                  <a:lnTo>
                    <a:pt x="2239262" y="2698477"/>
                  </a:lnTo>
                  <a:lnTo>
                    <a:pt x="2239449" y="2698738"/>
                  </a:lnTo>
                  <a:lnTo>
                    <a:pt x="2239635" y="2698630"/>
                  </a:lnTo>
                  <a:lnTo>
                    <a:pt x="2239822" y="2698292"/>
                  </a:lnTo>
                  <a:lnTo>
                    <a:pt x="2240009" y="2697582"/>
                  </a:lnTo>
                  <a:lnTo>
                    <a:pt x="2240196" y="2696793"/>
                  </a:lnTo>
                  <a:lnTo>
                    <a:pt x="2240383" y="2696003"/>
                  </a:lnTo>
                  <a:lnTo>
                    <a:pt x="2240570" y="2695071"/>
                  </a:lnTo>
                  <a:lnTo>
                    <a:pt x="2240757" y="2693817"/>
                  </a:lnTo>
                  <a:lnTo>
                    <a:pt x="2240944" y="2692368"/>
                  </a:lnTo>
                  <a:lnTo>
                    <a:pt x="2241131" y="2690696"/>
                  </a:lnTo>
                  <a:lnTo>
                    <a:pt x="2241318" y="2688625"/>
                  </a:lnTo>
                  <a:lnTo>
                    <a:pt x="2241505" y="2686477"/>
                  </a:lnTo>
                  <a:lnTo>
                    <a:pt x="2241692" y="2684334"/>
                  </a:lnTo>
                  <a:lnTo>
                    <a:pt x="2241879" y="2682015"/>
                  </a:lnTo>
                  <a:lnTo>
                    <a:pt x="2242065" y="2679389"/>
                  </a:lnTo>
                  <a:lnTo>
                    <a:pt x="2242252" y="2676439"/>
                  </a:lnTo>
                  <a:lnTo>
                    <a:pt x="2242439" y="2673742"/>
                  </a:lnTo>
                  <a:lnTo>
                    <a:pt x="2242626" y="2671059"/>
                  </a:lnTo>
                  <a:lnTo>
                    <a:pt x="2242813" y="2668398"/>
                  </a:lnTo>
                  <a:lnTo>
                    <a:pt x="2243000" y="2665701"/>
                  </a:lnTo>
                  <a:lnTo>
                    <a:pt x="2243187" y="2663004"/>
                  </a:lnTo>
                  <a:lnTo>
                    <a:pt x="2243374" y="2660580"/>
                  </a:lnTo>
                  <a:lnTo>
                    <a:pt x="2243561" y="2658360"/>
                  </a:lnTo>
                  <a:lnTo>
                    <a:pt x="2243748" y="2656279"/>
                  </a:lnTo>
                  <a:lnTo>
                    <a:pt x="2243935" y="2654606"/>
                  </a:lnTo>
                  <a:lnTo>
                    <a:pt x="2244122" y="2653441"/>
                  </a:lnTo>
                  <a:lnTo>
                    <a:pt x="2244309" y="2652470"/>
                  </a:lnTo>
                  <a:lnTo>
                    <a:pt x="2244495" y="2651758"/>
                  </a:lnTo>
                  <a:lnTo>
                    <a:pt x="2244682" y="2651345"/>
                  </a:lnTo>
                  <a:lnTo>
                    <a:pt x="2244869" y="2651845"/>
                  </a:lnTo>
                  <a:lnTo>
                    <a:pt x="2245056" y="2652938"/>
                  </a:lnTo>
                  <a:lnTo>
                    <a:pt x="2245243" y="2653897"/>
                  </a:lnTo>
                  <a:lnTo>
                    <a:pt x="2245430" y="2654952"/>
                  </a:lnTo>
                  <a:lnTo>
                    <a:pt x="2245617" y="2656052"/>
                  </a:lnTo>
                  <a:lnTo>
                    <a:pt x="2245804" y="2656931"/>
                  </a:lnTo>
                  <a:lnTo>
                    <a:pt x="2245991" y="2657811"/>
                  </a:lnTo>
                  <a:lnTo>
                    <a:pt x="2246178" y="2658488"/>
                  </a:lnTo>
                  <a:lnTo>
                    <a:pt x="2246365" y="2659042"/>
                  </a:lnTo>
                  <a:lnTo>
                    <a:pt x="2246552" y="2659711"/>
                  </a:lnTo>
                  <a:lnTo>
                    <a:pt x="2246738" y="2660212"/>
                  </a:lnTo>
                  <a:lnTo>
                    <a:pt x="2246925" y="2660652"/>
                  </a:lnTo>
                  <a:lnTo>
                    <a:pt x="2247112" y="2661400"/>
                  </a:lnTo>
                  <a:lnTo>
                    <a:pt x="2247299" y="2661954"/>
                  </a:lnTo>
                  <a:lnTo>
                    <a:pt x="2247486" y="2662302"/>
                  </a:lnTo>
                  <a:lnTo>
                    <a:pt x="2247673" y="2662190"/>
                  </a:lnTo>
                  <a:lnTo>
                    <a:pt x="2247860" y="2661788"/>
                  </a:lnTo>
                  <a:lnTo>
                    <a:pt x="2248047" y="2661340"/>
                  </a:lnTo>
                  <a:lnTo>
                    <a:pt x="2248234" y="2660561"/>
                  </a:lnTo>
                  <a:lnTo>
                    <a:pt x="2248421" y="2659861"/>
                  </a:lnTo>
                  <a:lnTo>
                    <a:pt x="2248608" y="2659247"/>
                  </a:lnTo>
                  <a:lnTo>
                    <a:pt x="2248795" y="2658547"/>
                  </a:lnTo>
                  <a:lnTo>
                    <a:pt x="2248982" y="2657999"/>
                  </a:lnTo>
                  <a:lnTo>
                    <a:pt x="2249168" y="2657739"/>
                  </a:lnTo>
                  <a:lnTo>
                    <a:pt x="2249355" y="2657277"/>
                  </a:lnTo>
                  <a:lnTo>
                    <a:pt x="2249542" y="2656850"/>
                  </a:lnTo>
                  <a:lnTo>
                    <a:pt x="2249729" y="2656555"/>
                  </a:lnTo>
                  <a:lnTo>
                    <a:pt x="2249916" y="2655820"/>
                  </a:lnTo>
                  <a:lnTo>
                    <a:pt x="2250103" y="2654749"/>
                  </a:lnTo>
                  <a:lnTo>
                    <a:pt x="2250290" y="2653747"/>
                  </a:lnTo>
                  <a:lnTo>
                    <a:pt x="2250477" y="2652779"/>
                  </a:lnTo>
                  <a:lnTo>
                    <a:pt x="2250664" y="2652264"/>
                  </a:lnTo>
                  <a:lnTo>
                    <a:pt x="2250851" y="2651177"/>
                  </a:lnTo>
                  <a:lnTo>
                    <a:pt x="2251038" y="2650510"/>
                  </a:lnTo>
                  <a:lnTo>
                    <a:pt x="2251225" y="2650041"/>
                  </a:lnTo>
                  <a:lnTo>
                    <a:pt x="2251411" y="2649789"/>
                  </a:lnTo>
                  <a:lnTo>
                    <a:pt x="2251598" y="2649623"/>
                  </a:lnTo>
                  <a:lnTo>
                    <a:pt x="2251785" y="2649464"/>
                  </a:lnTo>
                  <a:lnTo>
                    <a:pt x="2251972" y="2649175"/>
                  </a:lnTo>
                  <a:lnTo>
                    <a:pt x="2252159" y="2649067"/>
                  </a:lnTo>
                  <a:lnTo>
                    <a:pt x="2252346" y="2649344"/>
                  </a:lnTo>
                  <a:lnTo>
                    <a:pt x="2252533" y="2649530"/>
                  </a:lnTo>
                  <a:lnTo>
                    <a:pt x="2252720" y="2649920"/>
                  </a:lnTo>
                  <a:lnTo>
                    <a:pt x="2252907" y="2650364"/>
                  </a:lnTo>
                  <a:lnTo>
                    <a:pt x="2253094" y="2650833"/>
                  </a:lnTo>
                  <a:lnTo>
                    <a:pt x="2253281" y="2651259"/>
                  </a:lnTo>
                  <a:lnTo>
                    <a:pt x="2253468" y="2651583"/>
                  </a:lnTo>
                  <a:lnTo>
                    <a:pt x="2253655" y="2651837"/>
                  </a:lnTo>
                  <a:lnTo>
                    <a:pt x="2253841" y="2651623"/>
                  </a:lnTo>
                  <a:lnTo>
                    <a:pt x="2254028" y="2651348"/>
                  </a:lnTo>
                  <a:lnTo>
                    <a:pt x="2254215" y="2650845"/>
                  </a:lnTo>
                  <a:lnTo>
                    <a:pt x="2254402" y="2650360"/>
                  </a:lnTo>
                  <a:lnTo>
                    <a:pt x="2254589" y="2649479"/>
                  </a:lnTo>
                  <a:lnTo>
                    <a:pt x="2254776" y="2648275"/>
                  </a:lnTo>
                  <a:lnTo>
                    <a:pt x="2254963" y="2646902"/>
                  </a:lnTo>
                  <a:lnTo>
                    <a:pt x="2255150" y="2645100"/>
                  </a:lnTo>
                  <a:lnTo>
                    <a:pt x="2255337" y="2643228"/>
                  </a:lnTo>
                  <a:lnTo>
                    <a:pt x="2255524" y="2641236"/>
                  </a:lnTo>
                  <a:lnTo>
                    <a:pt x="2255711" y="2639328"/>
                  </a:lnTo>
                  <a:lnTo>
                    <a:pt x="2255898" y="2637569"/>
                  </a:lnTo>
                  <a:lnTo>
                    <a:pt x="2256085" y="2635737"/>
                  </a:lnTo>
                  <a:lnTo>
                    <a:pt x="2256271" y="2633866"/>
                  </a:lnTo>
                  <a:lnTo>
                    <a:pt x="2256458" y="2632235"/>
                  </a:lnTo>
                  <a:lnTo>
                    <a:pt x="2256645" y="2630789"/>
                  </a:lnTo>
                  <a:lnTo>
                    <a:pt x="2256832" y="2629630"/>
                  </a:lnTo>
                  <a:lnTo>
                    <a:pt x="2257019" y="2628255"/>
                  </a:lnTo>
                  <a:lnTo>
                    <a:pt x="2257206" y="2627009"/>
                  </a:lnTo>
                  <a:lnTo>
                    <a:pt x="2257393" y="2625975"/>
                  </a:lnTo>
                  <a:lnTo>
                    <a:pt x="2257580" y="2625230"/>
                  </a:lnTo>
                  <a:lnTo>
                    <a:pt x="2257767" y="2624701"/>
                  </a:lnTo>
                  <a:lnTo>
                    <a:pt x="2257954" y="2624469"/>
                  </a:lnTo>
                  <a:lnTo>
                    <a:pt x="2258141" y="2624207"/>
                  </a:lnTo>
                  <a:lnTo>
                    <a:pt x="2258328" y="2623924"/>
                  </a:lnTo>
                  <a:lnTo>
                    <a:pt x="2258514" y="2623469"/>
                  </a:lnTo>
                  <a:lnTo>
                    <a:pt x="2258701" y="2622798"/>
                  </a:lnTo>
                  <a:lnTo>
                    <a:pt x="2258888" y="2622134"/>
                  </a:lnTo>
                  <a:lnTo>
                    <a:pt x="2259075" y="2621521"/>
                  </a:lnTo>
                  <a:lnTo>
                    <a:pt x="2259262" y="2620784"/>
                  </a:lnTo>
                  <a:lnTo>
                    <a:pt x="2259449" y="2619939"/>
                  </a:lnTo>
                  <a:lnTo>
                    <a:pt x="2259636" y="2619040"/>
                  </a:lnTo>
                  <a:lnTo>
                    <a:pt x="2259823" y="2618244"/>
                  </a:lnTo>
                  <a:lnTo>
                    <a:pt x="2260010" y="2617377"/>
                  </a:lnTo>
                  <a:lnTo>
                    <a:pt x="2260197" y="2616331"/>
                  </a:lnTo>
                  <a:lnTo>
                    <a:pt x="2260384" y="2615275"/>
                  </a:lnTo>
                  <a:lnTo>
                    <a:pt x="2260571" y="2614132"/>
                  </a:lnTo>
                  <a:lnTo>
                    <a:pt x="2260758" y="2612988"/>
                  </a:lnTo>
                  <a:lnTo>
                    <a:pt x="2260944" y="2611933"/>
                  </a:lnTo>
                  <a:lnTo>
                    <a:pt x="2261131" y="2611000"/>
                  </a:lnTo>
                  <a:lnTo>
                    <a:pt x="2261318" y="2610121"/>
                  </a:lnTo>
                  <a:lnTo>
                    <a:pt x="2261505" y="2609312"/>
                  </a:lnTo>
                  <a:lnTo>
                    <a:pt x="2261692" y="2608608"/>
                  </a:lnTo>
                  <a:lnTo>
                    <a:pt x="2261879" y="2607904"/>
                  </a:lnTo>
                  <a:lnTo>
                    <a:pt x="2262066" y="2607297"/>
                  </a:lnTo>
                  <a:lnTo>
                    <a:pt x="2262253" y="2606594"/>
                  </a:lnTo>
                  <a:lnTo>
                    <a:pt x="2262440" y="2605890"/>
                  </a:lnTo>
                  <a:lnTo>
                    <a:pt x="2262627" y="2605019"/>
                  </a:lnTo>
                  <a:lnTo>
                    <a:pt x="2262814" y="2604342"/>
                  </a:lnTo>
                  <a:lnTo>
                    <a:pt x="2263001" y="2603727"/>
                  </a:lnTo>
                  <a:lnTo>
                    <a:pt x="2263188" y="2603171"/>
                  </a:lnTo>
                  <a:lnTo>
                    <a:pt x="2263374" y="2602748"/>
                  </a:lnTo>
                  <a:lnTo>
                    <a:pt x="2263561" y="2602241"/>
                  </a:lnTo>
                  <a:lnTo>
                    <a:pt x="2263748" y="2601609"/>
                  </a:lnTo>
                  <a:lnTo>
                    <a:pt x="2263935" y="2600941"/>
                  </a:lnTo>
                  <a:lnTo>
                    <a:pt x="2264122" y="2600274"/>
                  </a:lnTo>
                  <a:lnTo>
                    <a:pt x="2264309" y="2599700"/>
                  </a:lnTo>
                  <a:lnTo>
                    <a:pt x="2264496" y="2599177"/>
                  </a:lnTo>
                  <a:lnTo>
                    <a:pt x="2264683" y="2598653"/>
                  </a:lnTo>
                  <a:lnTo>
                    <a:pt x="2264870" y="2598033"/>
                  </a:lnTo>
                  <a:lnTo>
                    <a:pt x="2265057" y="2597510"/>
                  </a:lnTo>
                  <a:lnTo>
                    <a:pt x="2265244" y="2596987"/>
                  </a:lnTo>
                  <a:lnTo>
                    <a:pt x="2265431" y="2596630"/>
                  </a:lnTo>
                  <a:lnTo>
                    <a:pt x="2265617" y="2596189"/>
                  </a:lnTo>
                  <a:lnTo>
                    <a:pt x="2265804" y="2595712"/>
                  </a:lnTo>
                  <a:lnTo>
                    <a:pt x="2265991" y="2595373"/>
                  </a:lnTo>
                  <a:lnTo>
                    <a:pt x="2266178" y="2595139"/>
                  </a:lnTo>
                  <a:lnTo>
                    <a:pt x="2266365" y="2595455"/>
                  </a:lnTo>
                  <a:lnTo>
                    <a:pt x="2266552" y="2595948"/>
                  </a:lnTo>
                  <a:lnTo>
                    <a:pt x="2266739" y="2596476"/>
                  </a:lnTo>
                  <a:lnTo>
                    <a:pt x="2266926" y="2597003"/>
                  </a:lnTo>
                  <a:lnTo>
                    <a:pt x="2267113" y="2597417"/>
                  </a:lnTo>
                  <a:lnTo>
                    <a:pt x="2267300" y="2597769"/>
                  </a:lnTo>
                  <a:lnTo>
                    <a:pt x="2267487" y="2598182"/>
                  </a:lnTo>
                  <a:lnTo>
                    <a:pt x="2267674" y="2598736"/>
                  </a:lnTo>
                  <a:lnTo>
                    <a:pt x="2267861" y="2599238"/>
                  </a:lnTo>
                  <a:lnTo>
                    <a:pt x="2268047" y="2599501"/>
                  </a:lnTo>
                  <a:lnTo>
                    <a:pt x="2268234" y="2599677"/>
                  </a:lnTo>
                  <a:lnTo>
                    <a:pt x="2268421" y="2599809"/>
                  </a:lnTo>
                  <a:lnTo>
                    <a:pt x="2268608" y="2599774"/>
                  </a:lnTo>
                  <a:lnTo>
                    <a:pt x="2268795" y="2599801"/>
                  </a:lnTo>
                  <a:lnTo>
                    <a:pt x="2268982" y="2599662"/>
                  </a:lnTo>
                  <a:lnTo>
                    <a:pt x="2269169" y="2599214"/>
                  </a:lnTo>
                  <a:lnTo>
                    <a:pt x="2269356" y="2598854"/>
                  </a:lnTo>
                  <a:lnTo>
                    <a:pt x="2269543" y="2598530"/>
                  </a:lnTo>
                  <a:lnTo>
                    <a:pt x="2269730" y="2598183"/>
                  </a:lnTo>
                  <a:lnTo>
                    <a:pt x="2269917" y="2597649"/>
                  </a:lnTo>
                  <a:lnTo>
                    <a:pt x="2270104" y="2597036"/>
                  </a:lnTo>
                  <a:lnTo>
                    <a:pt x="2270290" y="2596231"/>
                  </a:lnTo>
                  <a:lnTo>
                    <a:pt x="2270477" y="2595399"/>
                  </a:lnTo>
                  <a:lnTo>
                    <a:pt x="2270664" y="2594632"/>
                  </a:lnTo>
                  <a:lnTo>
                    <a:pt x="2270851" y="2594123"/>
                  </a:lnTo>
                  <a:lnTo>
                    <a:pt x="2271038" y="2593685"/>
                  </a:lnTo>
                  <a:lnTo>
                    <a:pt x="2271225" y="2593294"/>
                  </a:lnTo>
                  <a:lnTo>
                    <a:pt x="2271412" y="2593088"/>
                  </a:lnTo>
                  <a:lnTo>
                    <a:pt x="2271599" y="2593017"/>
                  </a:lnTo>
                  <a:lnTo>
                    <a:pt x="2271786" y="2592711"/>
                  </a:lnTo>
                  <a:lnTo>
                    <a:pt x="2271973" y="2592068"/>
                  </a:lnTo>
                  <a:lnTo>
                    <a:pt x="2272160" y="2590899"/>
                  </a:lnTo>
                  <a:lnTo>
                    <a:pt x="2272347" y="2589658"/>
                  </a:lnTo>
                  <a:lnTo>
                    <a:pt x="2272534" y="2588101"/>
                  </a:lnTo>
                  <a:lnTo>
                    <a:pt x="2272720" y="2586668"/>
                  </a:lnTo>
                  <a:lnTo>
                    <a:pt x="2272907" y="2585146"/>
                  </a:lnTo>
                  <a:lnTo>
                    <a:pt x="2273094" y="2583721"/>
                  </a:lnTo>
                  <a:lnTo>
                    <a:pt x="2273281" y="2582235"/>
                  </a:lnTo>
                  <a:lnTo>
                    <a:pt x="2273468" y="2580669"/>
                  </a:lnTo>
                  <a:lnTo>
                    <a:pt x="2273655" y="2579086"/>
                  </a:lnTo>
                  <a:lnTo>
                    <a:pt x="2273842" y="2577503"/>
                  </a:lnTo>
                  <a:lnTo>
                    <a:pt x="2274029" y="2575704"/>
                  </a:lnTo>
                  <a:lnTo>
                    <a:pt x="2274216" y="2573894"/>
                  </a:lnTo>
                  <a:lnTo>
                    <a:pt x="2274403" y="2572016"/>
                  </a:lnTo>
                  <a:lnTo>
                    <a:pt x="2274590" y="2570353"/>
                  </a:lnTo>
                  <a:lnTo>
                    <a:pt x="2274777" y="2568839"/>
                  </a:lnTo>
                  <a:lnTo>
                    <a:pt x="2274964" y="2567712"/>
                  </a:lnTo>
                  <a:lnTo>
                    <a:pt x="2275150" y="2566620"/>
                  </a:lnTo>
                  <a:lnTo>
                    <a:pt x="2275337" y="2565871"/>
                  </a:lnTo>
                  <a:lnTo>
                    <a:pt x="2275524" y="2565228"/>
                  </a:lnTo>
                  <a:lnTo>
                    <a:pt x="2275711" y="2564796"/>
                  </a:lnTo>
                  <a:lnTo>
                    <a:pt x="2275898" y="2564388"/>
                  </a:lnTo>
                  <a:lnTo>
                    <a:pt x="2276085" y="2564224"/>
                  </a:lnTo>
                  <a:lnTo>
                    <a:pt x="2276272" y="2564174"/>
                  </a:lnTo>
                  <a:lnTo>
                    <a:pt x="2276459" y="2564124"/>
                  </a:lnTo>
                  <a:lnTo>
                    <a:pt x="2276646" y="2564080"/>
                  </a:lnTo>
                  <a:lnTo>
                    <a:pt x="2276833" y="2564171"/>
                  </a:lnTo>
                  <a:lnTo>
                    <a:pt x="2277020" y="2564534"/>
                  </a:lnTo>
                  <a:lnTo>
                    <a:pt x="2277207" y="2565048"/>
                  </a:lnTo>
                  <a:lnTo>
                    <a:pt x="2277393" y="2565837"/>
                  </a:lnTo>
                  <a:lnTo>
                    <a:pt x="2277580" y="2566626"/>
                  </a:lnTo>
                  <a:lnTo>
                    <a:pt x="2277767" y="2567578"/>
                  </a:lnTo>
                  <a:lnTo>
                    <a:pt x="2277954" y="2568655"/>
                  </a:lnTo>
                  <a:lnTo>
                    <a:pt x="2278141" y="2569954"/>
                  </a:lnTo>
                  <a:lnTo>
                    <a:pt x="2278328" y="2571448"/>
                  </a:lnTo>
                  <a:lnTo>
                    <a:pt x="2278515" y="2573165"/>
                  </a:lnTo>
                  <a:lnTo>
                    <a:pt x="2278702" y="2575281"/>
                  </a:lnTo>
                  <a:lnTo>
                    <a:pt x="2278889" y="2577388"/>
                  </a:lnTo>
                  <a:lnTo>
                    <a:pt x="2279076" y="2579432"/>
                  </a:lnTo>
                  <a:lnTo>
                    <a:pt x="2279263" y="2581651"/>
                  </a:lnTo>
                  <a:lnTo>
                    <a:pt x="2279450" y="2584178"/>
                  </a:lnTo>
                  <a:lnTo>
                    <a:pt x="2279637" y="2587028"/>
                  </a:lnTo>
                  <a:lnTo>
                    <a:pt x="2279823" y="2589626"/>
                  </a:lnTo>
                  <a:lnTo>
                    <a:pt x="2280010" y="2592210"/>
                  </a:lnTo>
                  <a:lnTo>
                    <a:pt x="2280197" y="2594851"/>
                  </a:lnTo>
                  <a:lnTo>
                    <a:pt x="2280384" y="2597594"/>
                  </a:lnTo>
                  <a:lnTo>
                    <a:pt x="2280571" y="2600325"/>
                  </a:lnTo>
                  <a:lnTo>
                    <a:pt x="2280758" y="2602990"/>
                  </a:lnTo>
                  <a:lnTo>
                    <a:pt x="2280945" y="2605395"/>
                  </a:lnTo>
                  <a:lnTo>
                    <a:pt x="2281132" y="2607679"/>
                  </a:lnTo>
                  <a:lnTo>
                    <a:pt x="2281319" y="2609659"/>
                  </a:lnTo>
                  <a:lnTo>
                    <a:pt x="2281506" y="2611176"/>
                  </a:lnTo>
                  <a:lnTo>
                    <a:pt x="2281693" y="2612604"/>
                  </a:lnTo>
                  <a:lnTo>
                    <a:pt x="2281880" y="2614169"/>
                  </a:lnTo>
                  <a:lnTo>
                    <a:pt x="2282067" y="2615524"/>
                  </a:lnTo>
                  <a:lnTo>
                    <a:pt x="2282253" y="2616563"/>
                  </a:lnTo>
                  <a:lnTo>
                    <a:pt x="2282440" y="2617229"/>
                  </a:lnTo>
                  <a:lnTo>
                    <a:pt x="2282627" y="2618153"/>
                  </a:lnTo>
                  <a:lnTo>
                    <a:pt x="2282814" y="2619032"/>
                  </a:lnTo>
                  <a:lnTo>
                    <a:pt x="2283001" y="2619868"/>
                  </a:lnTo>
                  <a:lnTo>
                    <a:pt x="2283188" y="2620923"/>
                  </a:lnTo>
                  <a:lnTo>
                    <a:pt x="2283375" y="2621979"/>
                  </a:lnTo>
                  <a:lnTo>
                    <a:pt x="2283562" y="2622999"/>
                  </a:lnTo>
                  <a:lnTo>
                    <a:pt x="2283749" y="2624019"/>
                  </a:lnTo>
                  <a:lnTo>
                    <a:pt x="2283936" y="2625172"/>
                  </a:lnTo>
                  <a:lnTo>
                    <a:pt x="2284123" y="2626667"/>
                  </a:lnTo>
                  <a:lnTo>
                    <a:pt x="2284310" y="2628417"/>
                  </a:lnTo>
                  <a:lnTo>
                    <a:pt x="2284496" y="2630203"/>
                  </a:lnTo>
                  <a:lnTo>
                    <a:pt x="2284683" y="2632305"/>
                  </a:lnTo>
                  <a:lnTo>
                    <a:pt x="2284870" y="2634129"/>
                  </a:lnTo>
                  <a:lnTo>
                    <a:pt x="2285057" y="2635903"/>
                  </a:lnTo>
                  <a:lnTo>
                    <a:pt x="2285244" y="2637722"/>
                  </a:lnTo>
                  <a:lnTo>
                    <a:pt x="2285431" y="2639536"/>
                  </a:lnTo>
                  <a:lnTo>
                    <a:pt x="2285618" y="2641339"/>
                  </a:lnTo>
                  <a:lnTo>
                    <a:pt x="2285805" y="2642909"/>
                  </a:lnTo>
                  <a:lnTo>
                    <a:pt x="2285992" y="2644330"/>
                  </a:lnTo>
                  <a:lnTo>
                    <a:pt x="2286179" y="2645873"/>
                  </a:lnTo>
                  <a:lnTo>
                    <a:pt x="2286366" y="2647503"/>
                  </a:lnTo>
                  <a:lnTo>
                    <a:pt x="2286553" y="2649003"/>
                  </a:lnTo>
                  <a:lnTo>
                    <a:pt x="2286740" y="2650597"/>
                  </a:lnTo>
                  <a:lnTo>
                    <a:pt x="2286926" y="2652099"/>
                  </a:lnTo>
                  <a:lnTo>
                    <a:pt x="2287113" y="2653405"/>
                  </a:lnTo>
                  <a:lnTo>
                    <a:pt x="2287300" y="2654890"/>
                  </a:lnTo>
                  <a:lnTo>
                    <a:pt x="2287487" y="2656343"/>
                  </a:lnTo>
                  <a:lnTo>
                    <a:pt x="2287674" y="2657701"/>
                  </a:lnTo>
                  <a:lnTo>
                    <a:pt x="2287861" y="2659059"/>
                  </a:lnTo>
                  <a:lnTo>
                    <a:pt x="2288048" y="2660392"/>
                  </a:lnTo>
                  <a:lnTo>
                    <a:pt x="2288235" y="2661842"/>
                  </a:lnTo>
                  <a:lnTo>
                    <a:pt x="2288422" y="2663224"/>
                  </a:lnTo>
                  <a:lnTo>
                    <a:pt x="2288609" y="2664701"/>
                  </a:lnTo>
                  <a:lnTo>
                    <a:pt x="2288796" y="2666031"/>
                  </a:lnTo>
                  <a:lnTo>
                    <a:pt x="2288983" y="2667239"/>
                  </a:lnTo>
                  <a:lnTo>
                    <a:pt x="2289169" y="2668317"/>
                  </a:lnTo>
                  <a:lnTo>
                    <a:pt x="2289356" y="2669395"/>
                  </a:lnTo>
                  <a:lnTo>
                    <a:pt x="2289543" y="2670184"/>
                  </a:lnTo>
                  <a:lnTo>
                    <a:pt x="2289730" y="2670425"/>
                  </a:lnTo>
                  <a:lnTo>
                    <a:pt x="2289917" y="2670513"/>
                  </a:lnTo>
                  <a:lnTo>
                    <a:pt x="2290104" y="2670412"/>
                  </a:lnTo>
                  <a:lnTo>
                    <a:pt x="2290291" y="2670430"/>
                  </a:lnTo>
                  <a:lnTo>
                    <a:pt x="2290478" y="2670430"/>
                  </a:lnTo>
                  <a:lnTo>
                    <a:pt x="2290665" y="2670430"/>
                  </a:lnTo>
                  <a:lnTo>
                    <a:pt x="2290852" y="2670430"/>
                  </a:lnTo>
                  <a:lnTo>
                    <a:pt x="2291039" y="2670572"/>
                  </a:lnTo>
                  <a:lnTo>
                    <a:pt x="2291226" y="2671149"/>
                  </a:lnTo>
                  <a:lnTo>
                    <a:pt x="2291413" y="2671784"/>
                  </a:lnTo>
                  <a:lnTo>
                    <a:pt x="2291599" y="2672552"/>
                  </a:lnTo>
                  <a:lnTo>
                    <a:pt x="2291786" y="2673002"/>
                  </a:lnTo>
                  <a:lnTo>
                    <a:pt x="2291973" y="2673495"/>
                  </a:lnTo>
                  <a:lnTo>
                    <a:pt x="2292160" y="2673995"/>
                  </a:lnTo>
                  <a:lnTo>
                    <a:pt x="2292347" y="2674454"/>
                  </a:lnTo>
                  <a:lnTo>
                    <a:pt x="2292534" y="2674963"/>
                  </a:lnTo>
                  <a:lnTo>
                    <a:pt x="2292721" y="2675392"/>
                  </a:lnTo>
                  <a:lnTo>
                    <a:pt x="2292908" y="2675845"/>
                  </a:lnTo>
                  <a:lnTo>
                    <a:pt x="2293095" y="2676197"/>
                  </a:lnTo>
                  <a:lnTo>
                    <a:pt x="2293282" y="2676548"/>
                  </a:lnTo>
                  <a:lnTo>
                    <a:pt x="2293469" y="2676884"/>
                  </a:lnTo>
                  <a:lnTo>
                    <a:pt x="2293656" y="2677094"/>
                  </a:lnTo>
                  <a:lnTo>
                    <a:pt x="2293843" y="2676965"/>
                  </a:lnTo>
                  <a:lnTo>
                    <a:pt x="2294029" y="2676740"/>
                  </a:lnTo>
                  <a:lnTo>
                    <a:pt x="2294216" y="2676315"/>
                  </a:lnTo>
                  <a:lnTo>
                    <a:pt x="2294403" y="2676239"/>
                  </a:lnTo>
                  <a:lnTo>
                    <a:pt x="2294590" y="2676465"/>
                  </a:lnTo>
                  <a:lnTo>
                    <a:pt x="2294777" y="2676690"/>
                  </a:lnTo>
                  <a:lnTo>
                    <a:pt x="2294964" y="2676907"/>
                  </a:lnTo>
                  <a:lnTo>
                    <a:pt x="2295151" y="2677119"/>
                  </a:lnTo>
                  <a:lnTo>
                    <a:pt x="2295338" y="2677378"/>
                  </a:lnTo>
                  <a:lnTo>
                    <a:pt x="2295525" y="2677930"/>
                  </a:lnTo>
                  <a:lnTo>
                    <a:pt x="2295712" y="2678565"/>
                  </a:lnTo>
                  <a:lnTo>
                    <a:pt x="2295899" y="2679178"/>
                  </a:lnTo>
                  <a:lnTo>
                    <a:pt x="2296086" y="2679849"/>
                  </a:lnTo>
                  <a:lnTo>
                    <a:pt x="2296272" y="2680601"/>
                  </a:lnTo>
                  <a:lnTo>
                    <a:pt x="2296459" y="2681470"/>
                  </a:lnTo>
                  <a:lnTo>
                    <a:pt x="2296646" y="2682558"/>
                  </a:lnTo>
                  <a:lnTo>
                    <a:pt x="2296833" y="2683667"/>
                  </a:lnTo>
                  <a:lnTo>
                    <a:pt x="2297020" y="2684741"/>
                  </a:lnTo>
                  <a:lnTo>
                    <a:pt x="2297207" y="2685670"/>
                  </a:lnTo>
                  <a:lnTo>
                    <a:pt x="2297394" y="2686536"/>
                  </a:lnTo>
                  <a:lnTo>
                    <a:pt x="2297581" y="2687727"/>
                  </a:lnTo>
                  <a:lnTo>
                    <a:pt x="2297768" y="2688846"/>
                  </a:lnTo>
                  <a:lnTo>
                    <a:pt x="2297955" y="2690034"/>
                  </a:lnTo>
                  <a:lnTo>
                    <a:pt x="2298142" y="2691223"/>
                  </a:lnTo>
                  <a:lnTo>
                    <a:pt x="2298329" y="2692122"/>
                  </a:lnTo>
                  <a:lnTo>
                    <a:pt x="2298516" y="2692753"/>
                  </a:lnTo>
                  <a:lnTo>
                    <a:pt x="2298702" y="2693143"/>
                  </a:lnTo>
                  <a:lnTo>
                    <a:pt x="2298889" y="2693377"/>
                  </a:lnTo>
                  <a:lnTo>
                    <a:pt x="2299076" y="2693274"/>
                  </a:lnTo>
                  <a:lnTo>
                    <a:pt x="2299263" y="2693013"/>
                  </a:lnTo>
                  <a:lnTo>
                    <a:pt x="2299450" y="2692517"/>
                  </a:lnTo>
                  <a:lnTo>
                    <a:pt x="2299637" y="2691837"/>
                  </a:lnTo>
                  <a:lnTo>
                    <a:pt x="2299824" y="2690926"/>
                  </a:lnTo>
                  <a:lnTo>
                    <a:pt x="2300011" y="2690052"/>
                  </a:lnTo>
                  <a:lnTo>
                    <a:pt x="2300198" y="2688897"/>
                  </a:lnTo>
                  <a:lnTo>
                    <a:pt x="2300385" y="2687509"/>
                  </a:lnTo>
                  <a:lnTo>
                    <a:pt x="2300572" y="2686183"/>
                  </a:lnTo>
                  <a:lnTo>
                    <a:pt x="2300759" y="2684432"/>
                  </a:lnTo>
                  <a:lnTo>
                    <a:pt x="2300945" y="2682849"/>
                  </a:lnTo>
                  <a:lnTo>
                    <a:pt x="2301132" y="2681653"/>
                  </a:lnTo>
                  <a:lnTo>
                    <a:pt x="2301319" y="2680668"/>
                  </a:lnTo>
                  <a:lnTo>
                    <a:pt x="2301506" y="2679911"/>
                  </a:lnTo>
                  <a:lnTo>
                    <a:pt x="2301693" y="2679260"/>
                  </a:lnTo>
                  <a:lnTo>
                    <a:pt x="2301880" y="2678891"/>
                  </a:lnTo>
                  <a:lnTo>
                    <a:pt x="2302067" y="2678715"/>
                  </a:lnTo>
                  <a:lnTo>
                    <a:pt x="2302254" y="2678803"/>
                  </a:lnTo>
                  <a:lnTo>
                    <a:pt x="2302441" y="2679137"/>
                  </a:lnTo>
                  <a:lnTo>
                    <a:pt x="2302628" y="2679753"/>
                  </a:lnTo>
                  <a:lnTo>
                    <a:pt x="2302815" y="2680360"/>
                  </a:lnTo>
                  <a:lnTo>
                    <a:pt x="2303002" y="2681204"/>
                  </a:lnTo>
                  <a:lnTo>
                    <a:pt x="2303189" y="2682005"/>
                  </a:lnTo>
                  <a:lnTo>
                    <a:pt x="2303375" y="2682708"/>
                  </a:lnTo>
                  <a:lnTo>
                    <a:pt x="2303562" y="2683315"/>
                  </a:lnTo>
                  <a:lnTo>
                    <a:pt x="2303749" y="2683667"/>
                  </a:lnTo>
                  <a:lnTo>
                    <a:pt x="2303936" y="2683878"/>
                  </a:lnTo>
                  <a:lnTo>
                    <a:pt x="2304123" y="2684054"/>
                  </a:lnTo>
                  <a:lnTo>
                    <a:pt x="2304310" y="2684230"/>
                  </a:lnTo>
                  <a:lnTo>
                    <a:pt x="2304497" y="2684406"/>
                  </a:lnTo>
                  <a:lnTo>
                    <a:pt x="2304684" y="2684582"/>
                  </a:lnTo>
                  <a:lnTo>
                    <a:pt x="2304871" y="2684758"/>
                  </a:lnTo>
                  <a:lnTo>
                    <a:pt x="2305058" y="2684907"/>
                  </a:lnTo>
                  <a:lnTo>
                    <a:pt x="2305245" y="2685110"/>
                  </a:lnTo>
                  <a:lnTo>
                    <a:pt x="2305432" y="2685549"/>
                  </a:lnTo>
                  <a:lnTo>
                    <a:pt x="2305619" y="2686077"/>
                  </a:lnTo>
                  <a:lnTo>
                    <a:pt x="2305805" y="2686649"/>
                  </a:lnTo>
                  <a:lnTo>
                    <a:pt x="2305992" y="2687388"/>
                  </a:lnTo>
                  <a:lnTo>
                    <a:pt x="2306179" y="2687985"/>
                  </a:lnTo>
                  <a:lnTo>
                    <a:pt x="2306366" y="2688590"/>
                  </a:lnTo>
                  <a:lnTo>
                    <a:pt x="2306553" y="2689170"/>
                  </a:lnTo>
                  <a:lnTo>
                    <a:pt x="2306740" y="2689618"/>
                  </a:lnTo>
                  <a:lnTo>
                    <a:pt x="2306927" y="2689943"/>
                  </a:lnTo>
                  <a:lnTo>
                    <a:pt x="2307114" y="2690289"/>
                  </a:lnTo>
                  <a:lnTo>
                    <a:pt x="2307301" y="2690823"/>
                  </a:lnTo>
                  <a:lnTo>
                    <a:pt x="2307488" y="2691437"/>
                  </a:lnTo>
                  <a:lnTo>
                    <a:pt x="2307675" y="2692171"/>
                  </a:lnTo>
                  <a:lnTo>
                    <a:pt x="2307862" y="2692652"/>
                  </a:lnTo>
                  <a:lnTo>
                    <a:pt x="2308048" y="2693154"/>
                  </a:lnTo>
                  <a:lnTo>
                    <a:pt x="2308235" y="2693514"/>
                  </a:lnTo>
                  <a:lnTo>
                    <a:pt x="2308422" y="2693776"/>
                  </a:lnTo>
                  <a:lnTo>
                    <a:pt x="2308609" y="2694008"/>
                  </a:lnTo>
                  <a:lnTo>
                    <a:pt x="2308796" y="2694241"/>
                  </a:lnTo>
                  <a:lnTo>
                    <a:pt x="2308983" y="2694488"/>
                  </a:lnTo>
                  <a:lnTo>
                    <a:pt x="2309170" y="2694970"/>
                  </a:lnTo>
                  <a:lnTo>
                    <a:pt x="2309357" y="2695885"/>
                  </a:lnTo>
                  <a:lnTo>
                    <a:pt x="2309544" y="2697319"/>
                  </a:lnTo>
                  <a:lnTo>
                    <a:pt x="2309731" y="2698911"/>
                  </a:lnTo>
                  <a:lnTo>
                    <a:pt x="2309918" y="2700820"/>
                  </a:lnTo>
                  <a:lnTo>
                    <a:pt x="2310105" y="2702605"/>
                  </a:lnTo>
                  <a:lnTo>
                    <a:pt x="2310292" y="2704602"/>
                  </a:lnTo>
                  <a:lnTo>
                    <a:pt x="2310478" y="2706387"/>
                  </a:lnTo>
                  <a:lnTo>
                    <a:pt x="2310665" y="2708287"/>
                  </a:lnTo>
                  <a:lnTo>
                    <a:pt x="2310852" y="2710117"/>
                  </a:lnTo>
                  <a:lnTo>
                    <a:pt x="2311039" y="2711779"/>
                  </a:lnTo>
                  <a:lnTo>
                    <a:pt x="2311226" y="2713362"/>
                  </a:lnTo>
                  <a:lnTo>
                    <a:pt x="2311413" y="2714937"/>
                  </a:lnTo>
                  <a:lnTo>
                    <a:pt x="2311600" y="2716344"/>
                  </a:lnTo>
                  <a:lnTo>
                    <a:pt x="2311787" y="2717558"/>
                  </a:lnTo>
                  <a:lnTo>
                    <a:pt x="2311974" y="2718473"/>
                  </a:lnTo>
                  <a:lnTo>
                    <a:pt x="2312161" y="2719238"/>
                  </a:lnTo>
                  <a:lnTo>
                    <a:pt x="2312348" y="2719616"/>
                  </a:lnTo>
                  <a:lnTo>
                    <a:pt x="2312535" y="2719959"/>
                  </a:lnTo>
                  <a:lnTo>
                    <a:pt x="2312722" y="2719959"/>
                  </a:lnTo>
                  <a:lnTo>
                    <a:pt x="2312908" y="2719854"/>
                  </a:lnTo>
                  <a:lnTo>
                    <a:pt x="2313095" y="2719440"/>
                  </a:lnTo>
                  <a:lnTo>
                    <a:pt x="2313282" y="2719089"/>
                  </a:lnTo>
                  <a:lnTo>
                    <a:pt x="2313469" y="2718772"/>
                  </a:lnTo>
                  <a:lnTo>
                    <a:pt x="2313656" y="2718420"/>
                  </a:lnTo>
                  <a:lnTo>
                    <a:pt x="2313843" y="2717963"/>
                  </a:lnTo>
                  <a:lnTo>
                    <a:pt x="2314030" y="2717391"/>
                  </a:lnTo>
                  <a:lnTo>
                    <a:pt x="2314217" y="2716687"/>
                  </a:lnTo>
                  <a:lnTo>
                    <a:pt x="2314404" y="2715984"/>
                  </a:lnTo>
                  <a:lnTo>
                    <a:pt x="2314591" y="2715412"/>
                  </a:lnTo>
                  <a:lnTo>
                    <a:pt x="2314778" y="2714981"/>
                  </a:lnTo>
                  <a:lnTo>
                    <a:pt x="2314965" y="2714629"/>
                  </a:lnTo>
                  <a:lnTo>
                    <a:pt x="2315151" y="2714115"/>
                  </a:lnTo>
                  <a:lnTo>
                    <a:pt x="2315338" y="2713584"/>
                  </a:lnTo>
                  <a:lnTo>
                    <a:pt x="2315525" y="2713011"/>
                  </a:lnTo>
                  <a:lnTo>
                    <a:pt x="2315712" y="2712438"/>
                  </a:lnTo>
                  <a:lnTo>
                    <a:pt x="2315899" y="2711865"/>
                  </a:lnTo>
                  <a:lnTo>
                    <a:pt x="2316086" y="2711169"/>
                  </a:lnTo>
                  <a:lnTo>
                    <a:pt x="2316273" y="2710366"/>
                  </a:lnTo>
                  <a:lnTo>
                    <a:pt x="2316460" y="2709058"/>
                  </a:lnTo>
                  <a:lnTo>
                    <a:pt x="2316647" y="2707574"/>
                  </a:lnTo>
                  <a:lnTo>
                    <a:pt x="2316834" y="2706310"/>
                  </a:lnTo>
                  <a:lnTo>
                    <a:pt x="2317021" y="2705178"/>
                  </a:lnTo>
                  <a:lnTo>
                    <a:pt x="2317208" y="2703905"/>
                  </a:lnTo>
                  <a:lnTo>
                    <a:pt x="2317395" y="2702596"/>
                  </a:lnTo>
                  <a:lnTo>
                    <a:pt x="2317581" y="2701209"/>
                  </a:lnTo>
                  <a:lnTo>
                    <a:pt x="2317768" y="2700081"/>
                  </a:lnTo>
                  <a:lnTo>
                    <a:pt x="2317955" y="2698735"/>
                  </a:lnTo>
                  <a:lnTo>
                    <a:pt x="2318142" y="2697477"/>
                  </a:lnTo>
                  <a:lnTo>
                    <a:pt x="2318329" y="2696567"/>
                  </a:lnTo>
                  <a:lnTo>
                    <a:pt x="2318516" y="2695726"/>
                  </a:lnTo>
                  <a:lnTo>
                    <a:pt x="2318703" y="2695088"/>
                  </a:lnTo>
                  <a:lnTo>
                    <a:pt x="2318890" y="2694639"/>
                  </a:lnTo>
                  <a:lnTo>
                    <a:pt x="2319077" y="2694243"/>
                  </a:lnTo>
                  <a:lnTo>
                    <a:pt x="2319264" y="2694238"/>
                  </a:lnTo>
                  <a:lnTo>
                    <a:pt x="2319451" y="2694494"/>
                  </a:lnTo>
                  <a:lnTo>
                    <a:pt x="2319638" y="2694569"/>
                  </a:lnTo>
                  <a:lnTo>
                    <a:pt x="2319824" y="2694506"/>
                  </a:lnTo>
                  <a:lnTo>
                    <a:pt x="2320011" y="2694257"/>
                  </a:lnTo>
                  <a:lnTo>
                    <a:pt x="2320198" y="2693965"/>
                  </a:lnTo>
                  <a:lnTo>
                    <a:pt x="2320385" y="2693606"/>
                  </a:lnTo>
                  <a:lnTo>
                    <a:pt x="2320572" y="2692984"/>
                  </a:lnTo>
                  <a:lnTo>
                    <a:pt x="2320759" y="2692461"/>
                  </a:lnTo>
                  <a:lnTo>
                    <a:pt x="2320946" y="2691891"/>
                  </a:lnTo>
                  <a:lnTo>
                    <a:pt x="2321133" y="2691154"/>
                  </a:lnTo>
                  <a:lnTo>
                    <a:pt x="2321320" y="2690347"/>
                  </a:lnTo>
                  <a:lnTo>
                    <a:pt x="2321507" y="2689353"/>
                  </a:lnTo>
                  <a:lnTo>
                    <a:pt x="2321694" y="2688324"/>
                  </a:lnTo>
                  <a:lnTo>
                    <a:pt x="2321881" y="2687419"/>
                  </a:lnTo>
                  <a:lnTo>
                    <a:pt x="2322068" y="2686513"/>
                  </a:lnTo>
                  <a:lnTo>
                    <a:pt x="2322254" y="2685532"/>
                  </a:lnTo>
                  <a:lnTo>
                    <a:pt x="2322441" y="2684626"/>
                  </a:lnTo>
                  <a:lnTo>
                    <a:pt x="2322628" y="2683771"/>
                  </a:lnTo>
                  <a:lnTo>
                    <a:pt x="2322815" y="2683224"/>
                  </a:lnTo>
                  <a:lnTo>
                    <a:pt x="2323002" y="2683216"/>
                  </a:lnTo>
                  <a:lnTo>
                    <a:pt x="2323189" y="2683334"/>
                  </a:lnTo>
                  <a:lnTo>
                    <a:pt x="2323376" y="2683849"/>
                  </a:lnTo>
                  <a:lnTo>
                    <a:pt x="2323563" y="2684507"/>
                  </a:lnTo>
                  <a:lnTo>
                    <a:pt x="2323750" y="2685240"/>
                  </a:lnTo>
                  <a:lnTo>
                    <a:pt x="2323937" y="2685973"/>
                  </a:lnTo>
                  <a:lnTo>
                    <a:pt x="2324124" y="2686692"/>
                  </a:lnTo>
                  <a:lnTo>
                    <a:pt x="2324311" y="2687220"/>
                  </a:lnTo>
                  <a:lnTo>
                    <a:pt x="2324498" y="2687774"/>
                  </a:lnTo>
                  <a:lnTo>
                    <a:pt x="2324684" y="2688302"/>
                  </a:lnTo>
                  <a:lnTo>
                    <a:pt x="2324871" y="2688830"/>
                  </a:lnTo>
                  <a:lnTo>
                    <a:pt x="2325058" y="2689498"/>
                  </a:lnTo>
                  <a:lnTo>
                    <a:pt x="2325245" y="2690281"/>
                  </a:lnTo>
                  <a:lnTo>
                    <a:pt x="2325432" y="2691160"/>
                  </a:lnTo>
                  <a:lnTo>
                    <a:pt x="2325619" y="2691996"/>
                  </a:lnTo>
                  <a:lnTo>
                    <a:pt x="2325806" y="2692374"/>
                  </a:lnTo>
                  <a:lnTo>
                    <a:pt x="2325993" y="2692524"/>
                  </a:lnTo>
                  <a:lnTo>
                    <a:pt x="2326180" y="2692497"/>
                  </a:lnTo>
                  <a:lnTo>
                    <a:pt x="2326367" y="2692321"/>
                  </a:lnTo>
                  <a:lnTo>
                    <a:pt x="2326554" y="2692146"/>
                  </a:lnTo>
                  <a:lnTo>
                    <a:pt x="2326741" y="2692155"/>
                  </a:lnTo>
                  <a:lnTo>
                    <a:pt x="2326927" y="2692184"/>
                  </a:lnTo>
                  <a:lnTo>
                    <a:pt x="2327114" y="2692366"/>
                  </a:lnTo>
                  <a:lnTo>
                    <a:pt x="2327301" y="2692619"/>
                  </a:lnTo>
                  <a:lnTo>
                    <a:pt x="2327488" y="2692734"/>
                  </a:lnTo>
                  <a:lnTo>
                    <a:pt x="2327675" y="2692720"/>
                  </a:lnTo>
                  <a:lnTo>
                    <a:pt x="2327862" y="2692684"/>
                  </a:lnTo>
                  <a:lnTo>
                    <a:pt x="2328049" y="2692648"/>
                  </a:lnTo>
                  <a:lnTo>
                    <a:pt x="2328236" y="2692612"/>
                  </a:lnTo>
                  <a:lnTo>
                    <a:pt x="2328423" y="2692576"/>
                  </a:lnTo>
                  <a:lnTo>
                    <a:pt x="2328610" y="2692670"/>
                  </a:lnTo>
                  <a:lnTo>
                    <a:pt x="2328797" y="2692778"/>
                  </a:lnTo>
                  <a:lnTo>
                    <a:pt x="2328984" y="2692996"/>
                  </a:lnTo>
                  <a:lnTo>
                    <a:pt x="2329171" y="2693636"/>
                  </a:lnTo>
                  <a:lnTo>
                    <a:pt x="2329357" y="2694487"/>
                  </a:lnTo>
                  <a:lnTo>
                    <a:pt x="2329544" y="2695606"/>
                  </a:lnTo>
                  <a:lnTo>
                    <a:pt x="2329731" y="2696902"/>
                  </a:lnTo>
                  <a:lnTo>
                    <a:pt x="2329918" y="2698230"/>
                  </a:lnTo>
                  <a:lnTo>
                    <a:pt x="2330105" y="2699673"/>
                  </a:lnTo>
                  <a:lnTo>
                    <a:pt x="2330292" y="2701247"/>
                  </a:lnTo>
                  <a:lnTo>
                    <a:pt x="2330479" y="2702980"/>
                  </a:lnTo>
                  <a:lnTo>
                    <a:pt x="2330666" y="2704739"/>
                  </a:lnTo>
                  <a:lnTo>
                    <a:pt x="2330853" y="2706525"/>
                  </a:lnTo>
                  <a:lnTo>
                    <a:pt x="2331040" y="2708363"/>
                  </a:lnTo>
                  <a:lnTo>
                    <a:pt x="2331227" y="2710298"/>
                  </a:lnTo>
                  <a:lnTo>
                    <a:pt x="2331414" y="2712233"/>
                  </a:lnTo>
                  <a:lnTo>
                    <a:pt x="2331601" y="2714168"/>
                  </a:lnTo>
                  <a:lnTo>
                    <a:pt x="2331787" y="2715866"/>
                  </a:lnTo>
                  <a:lnTo>
                    <a:pt x="2331974" y="2717238"/>
                  </a:lnTo>
                  <a:lnTo>
                    <a:pt x="2332161" y="2718399"/>
                  </a:lnTo>
                  <a:lnTo>
                    <a:pt x="2332348" y="2719279"/>
                  </a:lnTo>
                  <a:lnTo>
                    <a:pt x="2332535" y="2719833"/>
                  </a:lnTo>
                  <a:lnTo>
                    <a:pt x="2332722" y="2719719"/>
                  </a:lnTo>
                  <a:lnTo>
                    <a:pt x="2332909" y="2719252"/>
                  </a:lnTo>
                  <a:lnTo>
                    <a:pt x="2333096" y="2718689"/>
                  </a:lnTo>
                  <a:lnTo>
                    <a:pt x="2333283" y="2717819"/>
                  </a:lnTo>
                  <a:lnTo>
                    <a:pt x="2333470" y="2716851"/>
                  </a:lnTo>
                  <a:lnTo>
                    <a:pt x="2333657" y="2715620"/>
                  </a:lnTo>
                  <a:lnTo>
                    <a:pt x="2333844" y="2714309"/>
                  </a:lnTo>
                  <a:lnTo>
                    <a:pt x="2334030" y="2712788"/>
                  </a:lnTo>
                  <a:lnTo>
                    <a:pt x="2334217" y="2711204"/>
                  </a:lnTo>
                  <a:lnTo>
                    <a:pt x="2334404" y="2709621"/>
                  </a:lnTo>
                  <a:lnTo>
                    <a:pt x="2334591" y="2708187"/>
                  </a:lnTo>
                  <a:lnTo>
                    <a:pt x="2334778" y="2706578"/>
                  </a:lnTo>
                  <a:lnTo>
                    <a:pt x="2334965" y="2704675"/>
                  </a:lnTo>
                  <a:lnTo>
                    <a:pt x="2335152" y="2702729"/>
                  </a:lnTo>
                  <a:lnTo>
                    <a:pt x="2335339" y="2700863"/>
                  </a:lnTo>
                  <a:lnTo>
                    <a:pt x="2335526" y="2699323"/>
                  </a:lnTo>
                  <a:lnTo>
                    <a:pt x="2335713" y="2698072"/>
                  </a:lnTo>
                  <a:lnTo>
                    <a:pt x="2335900" y="2697001"/>
                  </a:lnTo>
                  <a:lnTo>
                    <a:pt x="2336087" y="2696426"/>
                  </a:lnTo>
                  <a:lnTo>
                    <a:pt x="2336274" y="2696034"/>
                  </a:lnTo>
                  <a:lnTo>
                    <a:pt x="2336460" y="2695925"/>
                  </a:lnTo>
                  <a:lnTo>
                    <a:pt x="2336647" y="2695650"/>
                  </a:lnTo>
                  <a:lnTo>
                    <a:pt x="2336834" y="2695337"/>
                  </a:lnTo>
                  <a:lnTo>
                    <a:pt x="2337021" y="2695313"/>
                  </a:lnTo>
                  <a:lnTo>
                    <a:pt x="2337208" y="2695520"/>
                  </a:lnTo>
                  <a:lnTo>
                    <a:pt x="2337395" y="2695858"/>
                  </a:lnTo>
                  <a:lnTo>
                    <a:pt x="2337582" y="2696599"/>
                  </a:lnTo>
                  <a:lnTo>
                    <a:pt x="2337769" y="2697644"/>
                  </a:lnTo>
                  <a:lnTo>
                    <a:pt x="2337956" y="2698645"/>
                  </a:lnTo>
                  <a:lnTo>
                    <a:pt x="2338143" y="2699719"/>
                  </a:lnTo>
                  <a:lnTo>
                    <a:pt x="2338330" y="2700712"/>
                  </a:lnTo>
                  <a:lnTo>
                    <a:pt x="2338517" y="2701231"/>
                  </a:lnTo>
                  <a:lnTo>
                    <a:pt x="2338703" y="2701513"/>
                  </a:lnTo>
                  <a:lnTo>
                    <a:pt x="2338890" y="2701566"/>
                  </a:lnTo>
                  <a:lnTo>
                    <a:pt x="2339077" y="2701513"/>
                  </a:lnTo>
                  <a:lnTo>
                    <a:pt x="2339264" y="2701363"/>
                  </a:lnTo>
                  <a:lnTo>
                    <a:pt x="2339451" y="2701372"/>
                  </a:lnTo>
                  <a:lnTo>
                    <a:pt x="2339638" y="2701478"/>
                  </a:lnTo>
                  <a:lnTo>
                    <a:pt x="2339825" y="2701126"/>
                  </a:lnTo>
                  <a:lnTo>
                    <a:pt x="2340012" y="2700334"/>
                  </a:lnTo>
                  <a:lnTo>
                    <a:pt x="2340199" y="2699384"/>
                  </a:lnTo>
                  <a:lnTo>
                    <a:pt x="2340386" y="2698188"/>
                  </a:lnTo>
                  <a:lnTo>
                    <a:pt x="2340573" y="2696957"/>
                  </a:lnTo>
                  <a:lnTo>
                    <a:pt x="2340760" y="2695822"/>
                  </a:lnTo>
                  <a:lnTo>
                    <a:pt x="2340947" y="2695057"/>
                  </a:lnTo>
                  <a:lnTo>
                    <a:pt x="2341133" y="2694213"/>
                  </a:lnTo>
                  <a:lnTo>
                    <a:pt x="2341320" y="2693142"/>
                  </a:lnTo>
                  <a:lnTo>
                    <a:pt x="2341507" y="2691680"/>
                  </a:lnTo>
                  <a:lnTo>
                    <a:pt x="2341694" y="2690297"/>
                  </a:lnTo>
                  <a:lnTo>
                    <a:pt x="2341881" y="2688896"/>
                  </a:lnTo>
                  <a:lnTo>
                    <a:pt x="2342068" y="2687311"/>
                  </a:lnTo>
                  <a:lnTo>
                    <a:pt x="2342255" y="2685721"/>
                  </a:lnTo>
                  <a:lnTo>
                    <a:pt x="2342442" y="2683998"/>
                  </a:lnTo>
                  <a:lnTo>
                    <a:pt x="2342629" y="2682194"/>
                  </a:lnTo>
                  <a:lnTo>
                    <a:pt x="2342816" y="2680484"/>
                  </a:lnTo>
                  <a:lnTo>
                    <a:pt x="2343003" y="2678773"/>
                  </a:lnTo>
                  <a:lnTo>
                    <a:pt x="2343190" y="2677063"/>
                  </a:lnTo>
                  <a:lnTo>
                    <a:pt x="2343377" y="2675353"/>
                  </a:lnTo>
                  <a:lnTo>
                    <a:pt x="2343563" y="2673643"/>
                  </a:lnTo>
                  <a:lnTo>
                    <a:pt x="2343750" y="2671964"/>
                  </a:lnTo>
                  <a:lnTo>
                    <a:pt x="2343937" y="2670634"/>
                  </a:lnTo>
                  <a:lnTo>
                    <a:pt x="2344124" y="2669740"/>
                  </a:lnTo>
                  <a:lnTo>
                    <a:pt x="2344311" y="2669247"/>
                  </a:lnTo>
                  <a:lnTo>
                    <a:pt x="2344498" y="2668943"/>
                  </a:lnTo>
                  <a:lnTo>
                    <a:pt x="2344685" y="2668495"/>
                  </a:lnTo>
                  <a:lnTo>
                    <a:pt x="2344872" y="2668149"/>
                  </a:lnTo>
                  <a:lnTo>
                    <a:pt x="2345059" y="2667609"/>
                  </a:lnTo>
                  <a:lnTo>
                    <a:pt x="2345246" y="2667114"/>
                  </a:lnTo>
                  <a:lnTo>
                    <a:pt x="2345433" y="2666619"/>
                  </a:lnTo>
                  <a:lnTo>
                    <a:pt x="2345620" y="2666107"/>
                  </a:lnTo>
                  <a:lnTo>
                    <a:pt x="2345806" y="2665442"/>
                  </a:lnTo>
                  <a:lnTo>
                    <a:pt x="2345993" y="2664747"/>
                  </a:lnTo>
                  <a:lnTo>
                    <a:pt x="2346180" y="2664217"/>
                  </a:lnTo>
                  <a:lnTo>
                    <a:pt x="2346367" y="2663697"/>
                  </a:lnTo>
                  <a:lnTo>
                    <a:pt x="2346554" y="2663080"/>
                  </a:lnTo>
                  <a:lnTo>
                    <a:pt x="2346741" y="2662410"/>
                  </a:lnTo>
                  <a:lnTo>
                    <a:pt x="2346928" y="2661678"/>
                  </a:lnTo>
                  <a:lnTo>
                    <a:pt x="2347115" y="2660856"/>
                  </a:lnTo>
                  <a:lnTo>
                    <a:pt x="2347302" y="2659857"/>
                  </a:lnTo>
                  <a:lnTo>
                    <a:pt x="2347489" y="2658738"/>
                  </a:lnTo>
                  <a:lnTo>
                    <a:pt x="2347676" y="2657588"/>
                  </a:lnTo>
                  <a:lnTo>
                    <a:pt x="2347863" y="2656422"/>
                  </a:lnTo>
                  <a:lnTo>
                    <a:pt x="2348050" y="2655059"/>
                  </a:lnTo>
                  <a:lnTo>
                    <a:pt x="2348236" y="2653851"/>
                  </a:lnTo>
                  <a:lnTo>
                    <a:pt x="2348423" y="2652659"/>
                  </a:lnTo>
                  <a:lnTo>
                    <a:pt x="2348610" y="2651703"/>
                  </a:lnTo>
                  <a:lnTo>
                    <a:pt x="2348797" y="2650772"/>
                  </a:lnTo>
                  <a:lnTo>
                    <a:pt x="2348984" y="2650162"/>
                  </a:lnTo>
                  <a:lnTo>
                    <a:pt x="2349171" y="2649724"/>
                  </a:lnTo>
                  <a:lnTo>
                    <a:pt x="2349358" y="2649363"/>
                  </a:lnTo>
                  <a:lnTo>
                    <a:pt x="2349545" y="2648974"/>
                  </a:lnTo>
                  <a:lnTo>
                    <a:pt x="2349732" y="2648585"/>
                  </a:lnTo>
                  <a:lnTo>
                    <a:pt x="2349919" y="2648134"/>
                  </a:lnTo>
                  <a:lnTo>
                    <a:pt x="2350106" y="2647858"/>
                  </a:lnTo>
                  <a:lnTo>
                    <a:pt x="2350293" y="2647713"/>
                  </a:lnTo>
                  <a:lnTo>
                    <a:pt x="2350480" y="2647466"/>
                  </a:lnTo>
                  <a:lnTo>
                    <a:pt x="2350666" y="2647339"/>
                  </a:lnTo>
                  <a:lnTo>
                    <a:pt x="2350853" y="2647400"/>
                  </a:lnTo>
                  <a:lnTo>
                    <a:pt x="2351040" y="2647400"/>
                  </a:lnTo>
                  <a:lnTo>
                    <a:pt x="2351227" y="2647530"/>
                  </a:lnTo>
                  <a:lnTo>
                    <a:pt x="2351414" y="2647724"/>
                  </a:lnTo>
                  <a:lnTo>
                    <a:pt x="2351601" y="2647836"/>
                  </a:lnTo>
                  <a:lnTo>
                    <a:pt x="2351788" y="2647825"/>
                  </a:lnTo>
                  <a:lnTo>
                    <a:pt x="2351975" y="2647348"/>
                  </a:lnTo>
                  <a:lnTo>
                    <a:pt x="2352162" y="2646895"/>
                  </a:lnTo>
                  <a:lnTo>
                    <a:pt x="2352349" y="2646192"/>
                  </a:lnTo>
                  <a:lnTo>
                    <a:pt x="2352536" y="2645488"/>
                  </a:lnTo>
                  <a:lnTo>
                    <a:pt x="2352723" y="2644943"/>
                  </a:lnTo>
                  <a:lnTo>
                    <a:pt x="2352909" y="2644415"/>
                  </a:lnTo>
                  <a:lnTo>
                    <a:pt x="2353096" y="2643887"/>
                  </a:lnTo>
                  <a:lnTo>
                    <a:pt x="2353283" y="2643439"/>
                  </a:lnTo>
                  <a:lnTo>
                    <a:pt x="2353470" y="2643104"/>
                  </a:lnTo>
                  <a:lnTo>
                    <a:pt x="2353657" y="2643034"/>
                  </a:lnTo>
                  <a:lnTo>
                    <a:pt x="2353844" y="2643676"/>
                  </a:lnTo>
                  <a:lnTo>
                    <a:pt x="2354031" y="2644556"/>
                  </a:lnTo>
                  <a:lnTo>
                    <a:pt x="2354218" y="2645286"/>
                  </a:lnTo>
                  <a:lnTo>
                    <a:pt x="2354405" y="2646165"/>
                  </a:lnTo>
                  <a:lnTo>
                    <a:pt x="2354592" y="2647300"/>
                  </a:lnTo>
                  <a:lnTo>
                    <a:pt x="2354779" y="2648479"/>
                  </a:lnTo>
                  <a:lnTo>
                    <a:pt x="2354966" y="2649367"/>
                  </a:lnTo>
                  <a:lnTo>
                    <a:pt x="2355153" y="2649923"/>
                  </a:lnTo>
                  <a:lnTo>
                    <a:pt x="2355339" y="2650706"/>
                  </a:lnTo>
                  <a:lnTo>
                    <a:pt x="2355526" y="2651432"/>
                  </a:lnTo>
                  <a:lnTo>
                    <a:pt x="2355713" y="2652158"/>
                  </a:lnTo>
                  <a:lnTo>
                    <a:pt x="2355900" y="2652885"/>
                  </a:lnTo>
                  <a:lnTo>
                    <a:pt x="2356087" y="2653611"/>
                  </a:lnTo>
                  <a:lnTo>
                    <a:pt x="2356274" y="2654341"/>
                  </a:lnTo>
                  <a:lnTo>
                    <a:pt x="2356461" y="2654869"/>
                  </a:lnTo>
                  <a:lnTo>
                    <a:pt x="2356648" y="2654592"/>
                  </a:lnTo>
                  <a:lnTo>
                    <a:pt x="2356835" y="2653985"/>
                  </a:lnTo>
                  <a:lnTo>
                    <a:pt x="2357022" y="2653505"/>
                  </a:lnTo>
                  <a:lnTo>
                    <a:pt x="2357209" y="2653040"/>
                  </a:lnTo>
                  <a:lnTo>
                    <a:pt x="2357396" y="2652762"/>
                  </a:lnTo>
                  <a:lnTo>
                    <a:pt x="2357582" y="2652578"/>
                  </a:lnTo>
                  <a:lnTo>
                    <a:pt x="2357769" y="2652752"/>
                  </a:lnTo>
                  <a:lnTo>
                    <a:pt x="2357956" y="2653199"/>
                  </a:lnTo>
                  <a:lnTo>
                    <a:pt x="2358143" y="2653546"/>
                  </a:lnTo>
                  <a:lnTo>
                    <a:pt x="2358330" y="2653940"/>
                  </a:lnTo>
                  <a:lnTo>
                    <a:pt x="2358517" y="2654334"/>
                  </a:lnTo>
                  <a:lnTo>
                    <a:pt x="2358704" y="2654728"/>
                  </a:lnTo>
                  <a:lnTo>
                    <a:pt x="2358891" y="2655106"/>
                  </a:lnTo>
                  <a:lnTo>
                    <a:pt x="2359078" y="2655484"/>
                  </a:lnTo>
                  <a:lnTo>
                    <a:pt x="2359265" y="2655976"/>
                  </a:lnTo>
                  <a:lnTo>
                    <a:pt x="2359452" y="2656811"/>
                  </a:lnTo>
                  <a:lnTo>
                    <a:pt x="2359639" y="2657792"/>
                  </a:lnTo>
                  <a:lnTo>
                    <a:pt x="2359826" y="2658900"/>
                  </a:lnTo>
                  <a:lnTo>
                    <a:pt x="2360012" y="2660085"/>
                  </a:lnTo>
                  <a:lnTo>
                    <a:pt x="2360199" y="2661006"/>
                  </a:lnTo>
                  <a:lnTo>
                    <a:pt x="2360386" y="2661686"/>
                  </a:lnTo>
                  <a:lnTo>
                    <a:pt x="2360573" y="2662343"/>
                  </a:lnTo>
                  <a:lnTo>
                    <a:pt x="2360760" y="2662753"/>
                  </a:lnTo>
                  <a:lnTo>
                    <a:pt x="2360947" y="2663020"/>
                  </a:lnTo>
                  <a:lnTo>
                    <a:pt x="2361134" y="2663212"/>
                  </a:lnTo>
                  <a:lnTo>
                    <a:pt x="2361321" y="2663273"/>
                  </a:lnTo>
                  <a:lnTo>
                    <a:pt x="2361508" y="2663334"/>
                  </a:lnTo>
                  <a:lnTo>
                    <a:pt x="2361695" y="2663587"/>
                  </a:lnTo>
                  <a:lnTo>
                    <a:pt x="2361882" y="2663840"/>
                  </a:lnTo>
                  <a:lnTo>
                    <a:pt x="2362069" y="2664092"/>
                  </a:lnTo>
                  <a:lnTo>
                    <a:pt x="2362256" y="2664345"/>
                  </a:lnTo>
                  <a:lnTo>
                    <a:pt x="2362442" y="2664457"/>
                  </a:lnTo>
                  <a:lnTo>
                    <a:pt x="2362629" y="2664442"/>
                  </a:lnTo>
                  <a:lnTo>
                    <a:pt x="2362816" y="2664183"/>
                  </a:lnTo>
                  <a:lnTo>
                    <a:pt x="2363003" y="2663831"/>
                  </a:lnTo>
                  <a:lnTo>
                    <a:pt x="2363190" y="2663579"/>
                  </a:lnTo>
                  <a:lnTo>
                    <a:pt x="2363377" y="2663512"/>
                  </a:lnTo>
                  <a:lnTo>
                    <a:pt x="2363564" y="2663470"/>
                  </a:lnTo>
                  <a:lnTo>
                    <a:pt x="2363751" y="2663579"/>
                  </a:lnTo>
                  <a:lnTo>
                    <a:pt x="2363938" y="2663687"/>
                  </a:lnTo>
                  <a:lnTo>
                    <a:pt x="2364125" y="2663668"/>
                  </a:lnTo>
                  <a:lnTo>
                    <a:pt x="2364312" y="2663405"/>
                  </a:lnTo>
                  <a:lnTo>
                    <a:pt x="2364499" y="2662809"/>
                  </a:lnTo>
                  <a:lnTo>
                    <a:pt x="2364685" y="2662190"/>
                  </a:lnTo>
                  <a:lnTo>
                    <a:pt x="2364872" y="2661709"/>
                  </a:lnTo>
                  <a:lnTo>
                    <a:pt x="2365059" y="2661371"/>
                  </a:lnTo>
                  <a:lnTo>
                    <a:pt x="2365246" y="2661054"/>
                  </a:lnTo>
                  <a:lnTo>
                    <a:pt x="2365433" y="2660738"/>
                  </a:lnTo>
                  <a:lnTo>
                    <a:pt x="2365620" y="2660515"/>
                  </a:lnTo>
                  <a:lnTo>
                    <a:pt x="2365807" y="2660394"/>
                  </a:lnTo>
                  <a:lnTo>
                    <a:pt x="2365994" y="2660152"/>
                  </a:lnTo>
                  <a:lnTo>
                    <a:pt x="2366181" y="2659719"/>
                  </a:lnTo>
                  <a:lnTo>
                    <a:pt x="2366368" y="2659264"/>
                  </a:lnTo>
                  <a:lnTo>
                    <a:pt x="2366555" y="2658542"/>
                  </a:lnTo>
                  <a:lnTo>
                    <a:pt x="2366742" y="2657820"/>
                  </a:lnTo>
                  <a:lnTo>
                    <a:pt x="2366929" y="2657061"/>
                  </a:lnTo>
                  <a:lnTo>
                    <a:pt x="2367115" y="2656480"/>
                  </a:lnTo>
                  <a:lnTo>
                    <a:pt x="2367302" y="2656310"/>
                  </a:lnTo>
                  <a:lnTo>
                    <a:pt x="2367489" y="2655989"/>
                  </a:lnTo>
                  <a:lnTo>
                    <a:pt x="2367676" y="2655262"/>
                  </a:lnTo>
                  <a:lnTo>
                    <a:pt x="2367863" y="2653925"/>
                  </a:lnTo>
                  <a:lnTo>
                    <a:pt x="2368050" y="2652518"/>
                  </a:lnTo>
                  <a:lnTo>
                    <a:pt x="2368237" y="2651172"/>
                  </a:lnTo>
                  <a:lnTo>
                    <a:pt x="2368424" y="2649914"/>
                  </a:lnTo>
                  <a:lnTo>
                    <a:pt x="2368611" y="2648463"/>
                  </a:lnTo>
                  <a:lnTo>
                    <a:pt x="2368798" y="2646880"/>
                  </a:lnTo>
                  <a:lnTo>
                    <a:pt x="2368985" y="2645296"/>
                  </a:lnTo>
                  <a:lnTo>
                    <a:pt x="2369172" y="2643863"/>
                  </a:lnTo>
                  <a:lnTo>
                    <a:pt x="2369359" y="2642631"/>
                  </a:lnTo>
                  <a:lnTo>
                    <a:pt x="2369545" y="2641400"/>
                  </a:lnTo>
                  <a:lnTo>
                    <a:pt x="2369732" y="2640168"/>
                  </a:lnTo>
                  <a:lnTo>
                    <a:pt x="2369919" y="2639139"/>
                  </a:lnTo>
                  <a:lnTo>
                    <a:pt x="2370106" y="2638585"/>
                  </a:lnTo>
                  <a:lnTo>
                    <a:pt x="2370293" y="2638321"/>
                  </a:lnTo>
                  <a:lnTo>
                    <a:pt x="2370480" y="2638321"/>
                  </a:lnTo>
                  <a:lnTo>
                    <a:pt x="2370667" y="2638488"/>
                  </a:lnTo>
                  <a:lnTo>
                    <a:pt x="2370854" y="2638356"/>
                  </a:lnTo>
                  <a:lnTo>
                    <a:pt x="2371041" y="2637837"/>
                  </a:lnTo>
                  <a:lnTo>
                    <a:pt x="2371228" y="2637160"/>
                  </a:lnTo>
                  <a:lnTo>
                    <a:pt x="2371415" y="2636597"/>
                  </a:lnTo>
                  <a:lnTo>
                    <a:pt x="2371602" y="2636069"/>
                  </a:lnTo>
                  <a:lnTo>
                    <a:pt x="2371788" y="2635542"/>
                  </a:lnTo>
                  <a:lnTo>
                    <a:pt x="2371975" y="2634864"/>
                  </a:lnTo>
                  <a:lnTo>
                    <a:pt x="2372162" y="2634363"/>
                  </a:lnTo>
                  <a:lnTo>
                    <a:pt x="2372349" y="2634011"/>
                  </a:lnTo>
                  <a:lnTo>
                    <a:pt x="2372536" y="2633932"/>
                  </a:lnTo>
                  <a:lnTo>
                    <a:pt x="2372723" y="2633818"/>
                  </a:lnTo>
                  <a:lnTo>
                    <a:pt x="2372910" y="2633492"/>
                  </a:lnTo>
                  <a:lnTo>
                    <a:pt x="2373097" y="2633140"/>
                  </a:lnTo>
                  <a:lnTo>
                    <a:pt x="2373284" y="2632753"/>
                  </a:lnTo>
                  <a:lnTo>
                    <a:pt x="2373471" y="2632366"/>
                  </a:lnTo>
                  <a:lnTo>
                    <a:pt x="2373658" y="2632182"/>
                  </a:lnTo>
                  <a:lnTo>
                    <a:pt x="2373845" y="2632340"/>
                  </a:lnTo>
                  <a:lnTo>
                    <a:pt x="2374032" y="2632877"/>
                  </a:lnTo>
                  <a:lnTo>
                    <a:pt x="2374218" y="2633783"/>
                  </a:lnTo>
                  <a:lnTo>
                    <a:pt x="2374405" y="2634838"/>
                  </a:lnTo>
                  <a:lnTo>
                    <a:pt x="2374592" y="2635894"/>
                  </a:lnTo>
                  <a:lnTo>
                    <a:pt x="2374779" y="2636887"/>
                  </a:lnTo>
                  <a:lnTo>
                    <a:pt x="2374966" y="2637565"/>
                  </a:lnTo>
                  <a:lnTo>
                    <a:pt x="2375153" y="2638075"/>
                  </a:lnTo>
                  <a:lnTo>
                    <a:pt x="2375340" y="2638400"/>
                  </a:lnTo>
                  <a:lnTo>
                    <a:pt x="2375527" y="2639086"/>
                  </a:lnTo>
                  <a:lnTo>
                    <a:pt x="2375714" y="2639852"/>
                  </a:lnTo>
                  <a:lnTo>
                    <a:pt x="2375901" y="2640846"/>
                  </a:lnTo>
                  <a:lnTo>
                    <a:pt x="2376088" y="2641813"/>
                  </a:lnTo>
                  <a:lnTo>
                    <a:pt x="2376275" y="2642622"/>
                  </a:lnTo>
                  <a:lnTo>
                    <a:pt x="2376461" y="2643467"/>
                  </a:lnTo>
                  <a:lnTo>
                    <a:pt x="2376648" y="2644294"/>
                  </a:lnTo>
                  <a:lnTo>
                    <a:pt x="2376835" y="2644813"/>
                  </a:lnTo>
                  <a:lnTo>
                    <a:pt x="2377022" y="2645068"/>
                  </a:lnTo>
                  <a:lnTo>
                    <a:pt x="2377209" y="2645437"/>
                  </a:lnTo>
                  <a:lnTo>
                    <a:pt x="2377396" y="2645965"/>
                  </a:lnTo>
                  <a:lnTo>
                    <a:pt x="2377583" y="2646554"/>
                  </a:lnTo>
                  <a:lnTo>
                    <a:pt x="2377770" y="2647258"/>
                  </a:lnTo>
                  <a:lnTo>
                    <a:pt x="2377957" y="2647979"/>
                  </a:lnTo>
                  <a:lnTo>
                    <a:pt x="2378144" y="2648762"/>
                  </a:lnTo>
                  <a:lnTo>
                    <a:pt x="2378331" y="2649175"/>
                  </a:lnTo>
                  <a:lnTo>
                    <a:pt x="2378518" y="2649667"/>
                  </a:lnTo>
                  <a:lnTo>
                    <a:pt x="2378705" y="2650387"/>
                  </a:lnTo>
                  <a:lnTo>
                    <a:pt x="2378891" y="2651584"/>
                  </a:lnTo>
                  <a:lnTo>
                    <a:pt x="2379078" y="2652862"/>
                  </a:lnTo>
                  <a:lnTo>
                    <a:pt x="2379265" y="2654263"/>
                  </a:lnTo>
                  <a:lnTo>
                    <a:pt x="2379452" y="2655848"/>
                  </a:lnTo>
                  <a:lnTo>
                    <a:pt x="2379639" y="2657592"/>
                  </a:lnTo>
                  <a:lnTo>
                    <a:pt x="2379826" y="2659393"/>
                  </a:lnTo>
                  <a:lnTo>
                    <a:pt x="2380013" y="2661044"/>
                  </a:lnTo>
                  <a:lnTo>
                    <a:pt x="2380200" y="2662457"/>
                  </a:lnTo>
                  <a:lnTo>
                    <a:pt x="2380387" y="2663840"/>
                  </a:lnTo>
                  <a:lnTo>
                    <a:pt x="2380574" y="2665102"/>
                  </a:lnTo>
                  <a:lnTo>
                    <a:pt x="2380761" y="2666365"/>
                  </a:lnTo>
                  <a:lnTo>
                    <a:pt x="2380948" y="2667575"/>
                  </a:lnTo>
                  <a:lnTo>
                    <a:pt x="2381135" y="2668657"/>
                  </a:lnTo>
                  <a:lnTo>
                    <a:pt x="2381321" y="2669486"/>
                  </a:lnTo>
                  <a:lnTo>
                    <a:pt x="2381508" y="2669906"/>
                  </a:lnTo>
                  <a:lnTo>
                    <a:pt x="2381695" y="2670003"/>
                  </a:lnTo>
                  <a:lnTo>
                    <a:pt x="2381882" y="2669911"/>
                  </a:lnTo>
                  <a:lnTo>
                    <a:pt x="2382069" y="2669925"/>
                  </a:lnTo>
                  <a:lnTo>
                    <a:pt x="2382256" y="2669597"/>
                  </a:lnTo>
                  <a:lnTo>
                    <a:pt x="2382443" y="2669090"/>
                  </a:lnTo>
                  <a:lnTo>
                    <a:pt x="2382630" y="2668793"/>
                  </a:lnTo>
                  <a:lnTo>
                    <a:pt x="2382817" y="2668770"/>
                  </a:lnTo>
                  <a:lnTo>
                    <a:pt x="2383004" y="2669009"/>
                  </a:lnTo>
                  <a:lnTo>
                    <a:pt x="2383191" y="2669358"/>
                  </a:lnTo>
                  <a:lnTo>
                    <a:pt x="2383378" y="2669876"/>
                  </a:lnTo>
                  <a:lnTo>
                    <a:pt x="2383564" y="2670230"/>
                  </a:lnTo>
                  <a:lnTo>
                    <a:pt x="2383751" y="2670892"/>
                  </a:lnTo>
                  <a:lnTo>
                    <a:pt x="2383938" y="2671765"/>
                  </a:lnTo>
                  <a:lnTo>
                    <a:pt x="2384125" y="2672526"/>
                  </a:lnTo>
                  <a:lnTo>
                    <a:pt x="2384312" y="2673099"/>
                  </a:lnTo>
                  <a:lnTo>
                    <a:pt x="2384499" y="2673562"/>
                  </a:lnTo>
                  <a:lnTo>
                    <a:pt x="2384686" y="2674165"/>
                  </a:lnTo>
                  <a:lnTo>
                    <a:pt x="2384873" y="2674926"/>
                  </a:lnTo>
                  <a:lnTo>
                    <a:pt x="2385060" y="2675961"/>
                  </a:lnTo>
                  <a:lnTo>
                    <a:pt x="2385247" y="2677199"/>
                  </a:lnTo>
                  <a:lnTo>
                    <a:pt x="2385434" y="2678581"/>
                  </a:lnTo>
                  <a:lnTo>
                    <a:pt x="2385621" y="2679869"/>
                  </a:lnTo>
                  <a:lnTo>
                    <a:pt x="2385808" y="2681123"/>
                  </a:lnTo>
                  <a:lnTo>
                    <a:pt x="2385994" y="2682310"/>
                  </a:lnTo>
                  <a:lnTo>
                    <a:pt x="2386181" y="2683471"/>
                  </a:lnTo>
                  <a:lnTo>
                    <a:pt x="2386368" y="2684312"/>
                  </a:lnTo>
                  <a:lnTo>
                    <a:pt x="2386555" y="2685083"/>
                  </a:lnTo>
                  <a:lnTo>
                    <a:pt x="2386742" y="2685619"/>
                  </a:lnTo>
                  <a:lnTo>
                    <a:pt x="2386929" y="2686263"/>
                  </a:lnTo>
                  <a:lnTo>
                    <a:pt x="2387116" y="2687171"/>
                  </a:lnTo>
                  <a:lnTo>
                    <a:pt x="2387303" y="2688282"/>
                  </a:lnTo>
                  <a:lnTo>
                    <a:pt x="2387490" y="2689262"/>
                  </a:lnTo>
                  <a:lnTo>
                    <a:pt x="2387677" y="2690110"/>
                  </a:lnTo>
                  <a:lnTo>
                    <a:pt x="2387864" y="2691035"/>
                  </a:lnTo>
                  <a:lnTo>
                    <a:pt x="2388051" y="2691689"/>
                  </a:lnTo>
                  <a:lnTo>
                    <a:pt x="2388238" y="2692041"/>
                  </a:lnTo>
                  <a:lnTo>
                    <a:pt x="2388424" y="2692394"/>
                  </a:lnTo>
                  <a:lnTo>
                    <a:pt x="2388611" y="2692721"/>
                  </a:lnTo>
                  <a:lnTo>
                    <a:pt x="2388798" y="2693099"/>
                  </a:lnTo>
                  <a:lnTo>
                    <a:pt x="2388985" y="2693690"/>
                  </a:lnTo>
                  <a:lnTo>
                    <a:pt x="2389172" y="2694405"/>
                  </a:lnTo>
                  <a:lnTo>
                    <a:pt x="2389359" y="2695304"/>
                  </a:lnTo>
                  <a:lnTo>
                    <a:pt x="2389546" y="2695976"/>
                  </a:lnTo>
                  <a:lnTo>
                    <a:pt x="2389733" y="2696856"/>
                  </a:lnTo>
                  <a:lnTo>
                    <a:pt x="2389920" y="2697736"/>
                  </a:lnTo>
                  <a:lnTo>
                    <a:pt x="2390107" y="2698457"/>
                  </a:lnTo>
                  <a:lnTo>
                    <a:pt x="2390294" y="2699161"/>
                  </a:lnTo>
                  <a:lnTo>
                    <a:pt x="2390481" y="2699864"/>
                  </a:lnTo>
                  <a:lnTo>
                    <a:pt x="2390667" y="2700489"/>
                  </a:lnTo>
                  <a:lnTo>
                    <a:pt x="2390854" y="2701122"/>
                  </a:lnTo>
                  <a:lnTo>
                    <a:pt x="2391041" y="2701685"/>
                  </a:lnTo>
                  <a:lnTo>
                    <a:pt x="2391228" y="2701746"/>
                  </a:lnTo>
                  <a:lnTo>
                    <a:pt x="2391415" y="2701403"/>
                  </a:lnTo>
                  <a:lnTo>
                    <a:pt x="2391602" y="2700805"/>
                  </a:lnTo>
                  <a:lnTo>
                    <a:pt x="2391789" y="2699882"/>
                  </a:lnTo>
                  <a:lnTo>
                    <a:pt x="2391976" y="2698571"/>
                  </a:lnTo>
                  <a:lnTo>
                    <a:pt x="2392163" y="2697340"/>
                  </a:lnTo>
                  <a:lnTo>
                    <a:pt x="2392350" y="2696372"/>
                  </a:lnTo>
                  <a:lnTo>
                    <a:pt x="2392537" y="2695158"/>
                  </a:lnTo>
                  <a:lnTo>
                    <a:pt x="2392724" y="2693505"/>
                  </a:lnTo>
                  <a:lnTo>
                    <a:pt x="2392911" y="2691508"/>
                  </a:lnTo>
                  <a:lnTo>
                    <a:pt x="2393097" y="2689265"/>
                  </a:lnTo>
                  <a:lnTo>
                    <a:pt x="2393284" y="2686978"/>
                  </a:lnTo>
                  <a:lnTo>
                    <a:pt x="2393471" y="2684691"/>
                  </a:lnTo>
                  <a:lnTo>
                    <a:pt x="2393658" y="2682299"/>
                  </a:lnTo>
                  <a:lnTo>
                    <a:pt x="2393845" y="2679950"/>
                  </a:lnTo>
                  <a:lnTo>
                    <a:pt x="2394032" y="2678297"/>
                  </a:lnTo>
                  <a:lnTo>
                    <a:pt x="2394219" y="2677057"/>
                  </a:lnTo>
                  <a:lnTo>
                    <a:pt x="2394406" y="2676054"/>
                  </a:lnTo>
                  <a:lnTo>
                    <a:pt x="2394593" y="2675069"/>
                  </a:lnTo>
                  <a:lnTo>
                    <a:pt x="2394780" y="2674330"/>
                  </a:lnTo>
                  <a:lnTo>
                    <a:pt x="2394967" y="2673450"/>
                  </a:lnTo>
                  <a:lnTo>
                    <a:pt x="2395154" y="2672439"/>
                  </a:lnTo>
                  <a:lnTo>
                    <a:pt x="2395340" y="2671718"/>
                  </a:lnTo>
                  <a:lnTo>
                    <a:pt x="2395527" y="2671436"/>
                  </a:lnTo>
                  <a:lnTo>
                    <a:pt x="2395714" y="2671287"/>
                  </a:lnTo>
                  <a:lnTo>
                    <a:pt x="2395901" y="2671243"/>
                  </a:lnTo>
                  <a:lnTo>
                    <a:pt x="2396088" y="2671243"/>
                  </a:lnTo>
                  <a:lnTo>
                    <a:pt x="2396275" y="2671475"/>
                  </a:lnTo>
                  <a:lnTo>
                    <a:pt x="2396462" y="2671318"/>
                  </a:lnTo>
                  <a:lnTo>
                    <a:pt x="2396649" y="2671014"/>
                  </a:lnTo>
                  <a:lnTo>
                    <a:pt x="2396836" y="2670295"/>
                  </a:lnTo>
                  <a:lnTo>
                    <a:pt x="2397023" y="2669506"/>
                  </a:lnTo>
                  <a:lnTo>
                    <a:pt x="2397210" y="2668515"/>
                  </a:lnTo>
                  <a:lnTo>
                    <a:pt x="2397397" y="2667518"/>
                  </a:lnTo>
                  <a:lnTo>
                    <a:pt x="2397584" y="2666544"/>
                  </a:lnTo>
                  <a:lnTo>
                    <a:pt x="2397770" y="2665483"/>
                  </a:lnTo>
                  <a:lnTo>
                    <a:pt x="2397957" y="2664472"/>
                  </a:lnTo>
                  <a:lnTo>
                    <a:pt x="2398144" y="2663462"/>
                  </a:lnTo>
                  <a:lnTo>
                    <a:pt x="2398331" y="2662322"/>
                  </a:lnTo>
                  <a:lnTo>
                    <a:pt x="2398518" y="2661340"/>
                  </a:lnTo>
                  <a:lnTo>
                    <a:pt x="2398705" y="2660604"/>
                  </a:lnTo>
                  <a:lnTo>
                    <a:pt x="2398892" y="2660073"/>
                  </a:lnTo>
                  <a:lnTo>
                    <a:pt x="2399079" y="2659358"/>
                  </a:lnTo>
                  <a:lnTo>
                    <a:pt x="2399266" y="2659171"/>
                  </a:lnTo>
                  <a:lnTo>
                    <a:pt x="2399453" y="2658810"/>
                  </a:lnTo>
                  <a:lnTo>
                    <a:pt x="2399640" y="2658283"/>
                  </a:lnTo>
                  <a:lnTo>
                    <a:pt x="2399827" y="2657706"/>
                  </a:lnTo>
                  <a:lnTo>
                    <a:pt x="2400014" y="2657141"/>
                  </a:lnTo>
                  <a:lnTo>
                    <a:pt x="2400200" y="2656724"/>
                  </a:lnTo>
                  <a:lnTo>
                    <a:pt x="2400387" y="2656399"/>
                  </a:lnTo>
                  <a:lnTo>
                    <a:pt x="2400574" y="2656342"/>
                  </a:lnTo>
                  <a:lnTo>
                    <a:pt x="2400761" y="2656197"/>
                  </a:lnTo>
                  <a:lnTo>
                    <a:pt x="2400948" y="2656199"/>
                  </a:lnTo>
                  <a:lnTo>
                    <a:pt x="2401135" y="2656346"/>
                  </a:lnTo>
                  <a:lnTo>
                    <a:pt x="2401322" y="2656513"/>
                  </a:lnTo>
                  <a:lnTo>
                    <a:pt x="2401509" y="2656623"/>
                  </a:lnTo>
                  <a:lnTo>
                    <a:pt x="2401696" y="2656948"/>
                  </a:lnTo>
                  <a:lnTo>
                    <a:pt x="2401883" y="2657532"/>
                  </a:lnTo>
                  <a:lnTo>
                    <a:pt x="2402070" y="2658021"/>
                  </a:lnTo>
                  <a:lnTo>
                    <a:pt x="2402257" y="2658639"/>
                  </a:lnTo>
                  <a:lnTo>
                    <a:pt x="2402443" y="2659396"/>
                  </a:lnTo>
                  <a:lnTo>
                    <a:pt x="2402630" y="2660131"/>
                  </a:lnTo>
                  <a:lnTo>
                    <a:pt x="2402817" y="2660671"/>
                  </a:lnTo>
                  <a:lnTo>
                    <a:pt x="2403004" y="2660829"/>
                  </a:lnTo>
                  <a:lnTo>
                    <a:pt x="2403191" y="2660805"/>
                  </a:lnTo>
                  <a:lnTo>
                    <a:pt x="2403378" y="2660774"/>
                  </a:lnTo>
                  <a:lnTo>
                    <a:pt x="2403565" y="2660918"/>
                  </a:lnTo>
                  <a:lnTo>
                    <a:pt x="2403752" y="2660997"/>
                  </a:lnTo>
                  <a:lnTo>
                    <a:pt x="2403939" y="2661155"/>
                  </a:lnTo>
                  <a:lnTo>
                    <a:pt x="2404126" y="2660920"/>
                  </a:lnTo>
                  <a:lnTo>
                    <a:pt x="2404313" y="2660736"/>
                  </a:lnTo>
                  <a:lnTo>
                    <a:pt x="2404500" y="2660408"/>
                  </a:lnTo>
                  <a:lnTo>
                    <a:pt x="2404687" y="2659875"/>
                  </a:lnTo>
                  <a:lnTo>
                    <a:pt x="2404873" y="2659492"/>
                  </a:lnTo>
                  <a:lnTo>
                    <a:pt x="2405060" y="2659348"/>
                  </a:lnTo>
                  <a:lnTo>
                    <a:pt x="2405247" y="2659761"/>
                  </a:lnTo>
                  <a:lnTo>
                    <a:pt x="2405434" y="2660307"/>
                  </a:lnTo>
                  <a:lnTo>
                    <a:pt x="2405621" y="2661090"/>
                  </a:lnTo>
                  <a:lnTo>
                    <a:pt x="2405808" y="2662251"/>
                  </a:lnTo>
                  <a:lnTo>
                    <a:pt x="2405995" y="2663702"/>
                  </a:lnTo>
                  <a:lnTo>
                    <a:pt x="2406182" y="2665285"/>
                  </a:lnTo>
                  <a:lnTo>
                    <a:pt x="2406369" y="2666860"/>
                  </a:lnTo>
                  <a:lnTo>
                    <a:pt x="2406556" y="2668267"/>
                  </a:lnTo>
                  <a:lnTo>
                    <a:pt x="2406743" y="2669542"/>
                  </a:lnTo>
                  <a:lnTo>
                    <a:pt x="2406930" y="2670950"/>
                  </a:lnTo>
                  <a:lnTo>
                    <a:pt x="2407116" y="2672331"/>
                  </a:lnTo>
                  <a:lnTo>
                    <a:pt x="2407303" y="2673474"/>
                  </a:lnTo>
                  <a:lnTo>
                    <a:pt x="2407490" y="2674468"/>
                  </a:lnTo>
                  <a:lnTo>
                    <a:pt x="2407677" y="2675163"/>
                  </a:lnTo>
                  <a:lnTo>
                    <a:pt x="2407864" y="2675480"/>
                  </a:lnTo>
                  <a:lnTo>
                    <a:pt x="2408051" y="2675743"/>
                  </a:lnTo>
                  <a:lnTo>
                    <a:pt x="2408238" y="2676315"/>
                  </a:lnTo>
                  <a:lnTo>
                    <a:pt x="2408425" y="2677450"/>
                  </a:lnTo>
                  <a:lnTo>
                    <a:pt x="2408612" y="2678620"/>
                  </a:lnTo>
                  <a:lnTo>
                    <a:pt x="2408799" y="2679622"/>
                  </a:lnTo>
                  <a:lnTo>
                    <a:pt x="2408986" y="2680502"/>
                  </a:lnTo>
                  <a:lnTo>
                    <a:pt x="2409173" y="2681390"/>
                  </a:lnTo>
                  <a:lnTo>
                    <a:pt x="2409360" y="2682411"/>
                  </a:lnTo>
                  <a:lnTo>
                    <a:pt x="2409546" y="2683176"/>
                  </a:lnTo>
                  <a:lnTo>
                    <a:pt x="2409733" y="2683880"/>
                  </a:lnTo>
                  <a:lnTo>
                    <a:pt x="2409920" y="2684460"/>
                  </a:lnTo>
                  <a:lnTo>
                    <a:pt x="2410107" y="2685164"/>
                  </a:lnTo>
                  <a:lnTo>
                    <a:pt x="2410294" y="2685753"/>
                  </a:lnTo>
                  <a:lnTo>
                    <a:pt x="2410481" y="2686378"/>
                  </a:lnTo>
                  <a:lnTo>
                    <a:pt x="2410668" y="2686861"/>
                  </a:lnTo>
                  <a:lnTo>
                    <a:pt x="2410855" y="2687108"/>
                  </a:lnTo>
                  <a:lnTo>
                    <a:pt x="2411042" y="2687029"/>
                  </a:lnTo>
                  <a:lnTo>
                    <a:pt x="2411229" y="2686554"/>
                  </a:lnTo>
                  <a:lnTo>
                    <a:pt x="2411416" y="2686061"/>
                  </a:lnTo>
                  <a:lnTo>
                    <a:pt x="2411603" y="2685542"/>
                  </a:lnTo>
                  <a:lnTo>
                    <a:pt x="2411790" y="2685014"/>
                  </a:lnTo>
                  <a:lnTo>
                    <a:pt x="2411976" y="2684487"/>
                  </a:lnTo>
                  <a:lnTo>
                    <a:pt x="2412163" y="2684056"/>
                  </a:lnTo>
                  <a:lnTo>
                    <a:pt x="2412350" y="2683994"/>
                  </a:lnTo>
                  <a:lnTo>
                    <a:pt x="2412537" y="2684012"/>
                  </a:lnTo>
                  <a:lnTo>
                    <a:pt x="2412724" y="2684187"/>
                  </a:lnTo>
                  <a:lnTo>
                    <a:pt x="2412911" y="2684363"/>
                  </a:lnTo>
                  <a:lnTo>
                    <a:pt x="2413098" y="2684539"/>
                  </a:lnTo>
                  <a:lnTo>
                    <a:pt x="2413285" y="2684715"/>
                  </a:lnTo>
                  <a:lnTo>
                    <a:pt x="2413472" y="2685269"/>
                  </a:lnTo>
                  <a:lnTo>
                    <a:pt x="2413659" y="2686105"/>
                  </a:lnTo>
                  <a:lnTo>
                    <a:pt x="2413846" y="2686870"/>
                  </a:lnTo>
                  <a:lnTo>
                    <a:pt x="2414033" y="2687442"/>
                  </a:lnTo>
                  <a:lnTo>
                    <a:pt x="2414219" y="2687803"/>
                  </a:lnTo>
                  <a:lnTo>
                    <a:pt x="2414406" y="2688154"/>
                  </a:lnTo>
                  <a:lnTo>
                    <a:pt x="2414593" y="2688506"/>
                  </a:lnTo>
                  <a:lnTo>
                    <a:pt x="2414780" y="2688858"/>
                  </a:lnTo>
                  <a:lnTo>
                    <a:pt x="2414967" y="2689148"/>
                  </a:lnTo>
                  <a:lnTo>
                    <a:pt x="2415154" y="2689324"/>
                  </a:lnTo>
                  <a:lnTo>
                    <a:pt x="2415341" y="2689483"/>
                  </a:lnTo>
                  <a:lnTo>
                    <a:pt x="2415528" y="2689483"/>
                  </a:lnTo>
                  <a:lnTo>
                    <a:pt x="2415715" y="2689483"/>
                  </a:lnTo>
                  <a:lnTo>
                    <a:pt x="2415902" y="2689483"/>
                  </a:lnTo>
                  <a:lnTo>
                    <a:pt x="2416089" y="2689483"/>
                  </a:lnTo>
                  <a:lnTo>
                    <a:pt x="2416276" y="2689395"/>
                  </a:lnTo>
                  <a:lnTo>
                    <a:pt x="2416463" y="2689140"/>
                  </a:lnTo>
                  <a:lnTo>
                    <a:pt x="2416649" y="2688761"/>
                  </a:lnTo>
                  <a:lnTo>
                    <a:pt x="2416836" y="2688234"/>
                  </a:lnTo>
                  <a:lnTo>
                    <a:pt x="2417023" y="2687719"/>
                  </a:lnTo>
                  <a:lnTo>
                    <a:pt x="2417210" y="2687113"/>
                  </a:lnTo>
                  <a:lnTo>
                    <a:pt x="2417397" y="2686387"/>
                  </a:lnTo>
                  <a:lnTo>
                    <a:pt x="2417584" y="2685805"/>
                  </a:lnTo>
                  <a:lnTo>
                    <a:pt x="2417771" y="2685252"/>
                  </a:lnTo>
                  <a:lnTo>
                    <a:pt x="2417958" y="2684820"/>
                  </a:lnTo>
                  <a:lnTo>
                    <a:pt x="2418145" y="2684388"/>
                  </a:lnTo>
                  <a:lnTo>
                    <a:pt x="2418332" y="2684008"/>
                  </a:lnTo>
                  <a:lnTo>
                    <a:pt x="2418519" y="2683700"/>
                  </a:lnTo>
                  <a:lnTo>
                    <a:pt x="2418706" y="2683242"/>
                  </a:lnTo>
                  <a:lnTo>
                    <a:pt x="2418893" y="2682845"/>
                  </a:lnTo>
                  <a:lnTo>
                    <a:pt x="2419079" y="2682282"/>
                  </a:lnTo>
                  <a:lnTo>
                    <a:pt x="2419266" y="2681632"/>
                  </a:lnTo>
                  <a:lnTo>
                    <a:pt x="2419453" y="2681159"/>
                  </a:lnTo>
                  <a:lnTo>
                    <a:pt x="2419640" y="2680954"/>
                  </a:lnTo>
                  <a:lnTo>
                    <a:pt x="2419827" y="2681130"/>
                  </a:lnTo>
                  <a:lnTo>
                    <a:pt x="2420014" y="2681394"/>
                  </a:lnTo>
                  <a:lnTo>
                    <a:pt x="2420201" y="2681737"/>
                  </a:lnTo>
                  <a:lnTo>
                    <a:pt x="2420388" y="2681983"/>
                  </a:lnTo>
                  <a:lnTo>
                    <a:pt x="2420575" y="2682300"/>
                  </a:lnTo>
                  <a:lnTo>
                    <a:pt x="2420762" y="2682476"/>
                  </a:lnTo>
                  <a:lnTo>
                    <a:pt x="2420949" y="2682652"/>
                  </a:lnTo>
                  <a:lnTo>
                    <a:pt x="2421136" y="2682511"/>
                  </a:lnTo>
                  <a:lnTo>
                    <a:pt x="2421322" y="2682219"/>
                  </a:lnTo>
                  <a:lnTo>
                    <a:pt x="2421509" y="2681846"/>
                  </a:lnTo>
                  <a:lnTo>
                    <a:pt x="2421696" y="2681470"/>
                  </a:lnTo>
                  <a:lnTo>
                    <a:pt x="2421883" y="2681379"/>
                  </a:lnTo>
                  <a:lnTo>
                    <a:pt x="2422070" y="2681663"/>
                  </a:lnTo>
                  <a:lnTo>
                    <a:pt x="2422257" y="2681949"/>
                  </a:lnTo>
                  <a:lnTo>
                    <a:pt x="2422444" y="2682016"/>
                  </a:lnTo>
                  <a:lnTo>
                    <a:pt x="2422631" y="2681987"/>
                  </a:lnTo>
                  <a:lnTo>
                    <a:pt x="2422818" y="2681973"/>
                  </a:lnTo>
                  <a:lnTo>
                    <a:pt x="2423005" y="2681414"/>
                  </a:lnTo>
                  <a:lnTo>
                    <a:pt x="2423192" y="2680833"/>
                  </a:lnTo>
                  <a:lnTo>
                    <a:pt x="2423379" y="2680127"/>
                  </a:lnTo>
                  <a:lnTo>
                    <a:pt x="2423566" y="2679472"/>
                  </a:lnTo>
                  <a:lnTo>
                    <a:pt x="2423752" y="2678816"/>
                  </a:lnTo>
                  <a:lnTo>
                    <a:pt x="2423939" y="2678154"/>
                  </a:lnTo>
                  <a:lnTo>
                    <a:pt x="2424126" y="2677628"/>
                  </a:lnTo>
                  <a:lnTo>
                    <a:pt x="2424313" y="2677244"/>
                  </a:lnTo>
                  <a:lnTo>
                    <a:pt x="2424500" y="2676651"/>
                  </a:lnTo>
                  <a:lnTo>
                    <a:pt x="2424687" y="2675758"/>
                  </a:lnTo>
                  <a:lnTo>
                    <a:pt x="2424874" y="2674732"/>
                  </a:lnTo>
                  <a:lnTo>
                    <a:pt x="2425061" y="2673650"/>
                  </a:lnTo>
                  <a:lnTo>
                    <a:pt x="2425248" y="2672514"/>
                  </a:lnTo>
                  <a:lnTo>
                    <a:pt x="2425435" y="2671197"/>
                  </a:lnTo>
                  <a:lnTo>
                    <a:pt x="2425622" y="2670001"/>
                  </a:lnTo>
                  <a:lnTo>
                    <a:pt x="2425809" y="2669179"/>
                  </a:lnTo>
                  <a:lnTo>
                    <a:pt x="2425995" y="2668217"/>
                  </a:lnTo>
                  <a:lnTo>
                    <a:pt x="2426182" y="2667215"/>
                  </a:lnTo>
                  <a:lnTo>
                    <a:pt x="2426369" y="2665961"/>
                  </a:lnTo>
                  <a:lnTo>
                    <a:pt x="2426556" y="2664707"/>
                  </a:lnTo>
                  <a:lnTo>
                    <a:pt x="2426743" y="2663653"/>
                  </a:lnTo>
                  <a:lnTo>
                    <a:pt x="2426930" y="2662872"/>
                  </a:lnTo>
                  <a:lnTo>
                    <a:pt x="2427117" y="2662152"/>
                  </a:lnTo>
                  <a:lnTo>
                    <a:pt x="2427304" y="2661167"/>
                  </a:lnTo>
                  <a:lnTo>
                    <a:pt x="2427491" y="2660463"/>
                  </a:lnTo>
                  <a:lnTo>
                    <a:pt x="2427678" y="2659918"/>
                  </a:lnTo>
                  <a:lnTo>
                    <a:pt x="2427865" y="2659469"/>
                  </a:lnTo>
                  <a:lnTo>
                    <a:pt x="2428052" y="2659267"/>
                  </a:lnTo>
                  <a:lnTo>
                    <a:pt x="2428239" y="2659258"/>
                  </a:lnTo>
                  <a:lnTo>
                    <a:pt x="2428425" y="2659258"/>
                  </a:lnTo>
                  <a:lnTo>
                    <a:pt x="2428612" y="2659610"/>
                  </a:lnTo>
                  <a:lnTo>
                    <a:pt x="2428799" y="2660472"/>
                  </a:lnTo>
                  <a:lnTo>
                    <a:pt x="2428986" y="2661607"/>
                  </a:lnTo>
                  <a:lnTo>
                    <a:pt x="2429173" y="2662882"/>
                  </a:lnTo>
                  <a:lnTo>
                    <a:pt x="2429360" y="2664430"/>
                  </a:lnTo>
                  <a:lnTo>
                    <a:pt x="2429547" y="2665723"/>
                  </a:lnTo>
                  <a:lnTo>
                    <a:pt x="2429734" y="2666937"/>
                  </a:lnTo>
                  <a:lnTo>
                    <a:pt x="2429921" y="2668089"/>
                  </a:lnTo>
                  <a:lnTo>
                    <a:pt x="2430108" y="2669391"/>
                  </a:lnTo>
                  <a:lnTo>
                    <a:pt x="2430295" y="2670860"/>
                  </a:lnTo>
                  <a:lnTo>
                    <a:pt x="2430482" y="2672399"/>
                  </a:lnTo>
                  <a:lnTo>
                    <a:pt x="2430669" y="2673982"/>
                  </a:lnTo>
                  <a:lnTo>
                    <a:pt x="2430855" y="2675275"/>
                  </a:lnTo>
                  <a:lnTo>
                    <a:pt x="2431042" y="2676331"/>
                  </a:lnTo>
                  <a:lnTo>
                    <a:pt x="2431229" y="2677333"/>
                  </a:lnTo>
                  <a:lnTo>
                    <a:pt x="2431416" y="2677633"/>
                  </a:lnTo>
                  <a:lnTo>
                    <a:pt x="2431603" y="2677289"/>
                  </a:lnTo>
                  <a:lnTo>
                    <a:pt x="2431790" y="2676762"/>
                  </a:lnTo>
                  <a:lnTo>
                    <a:pt x="2431977" y="2676340"/>
                  </a:lnTo>
                  <a:lnTo>
                    <a:pt x="2432164" y="2675671"/>
                  </a:lnTo>
                  <a:lnTo>
                    <a:pt x="2432351" y="2675258"/>
                  </a:lnTo>
                  <a:lnTo>
                    <a:pt x="2432538" y="2674791"/>
                  </a:lnTo>
                  <a:lnTo>
                    <a:pt x="2432725" y="2674343"/>
                  </a:lnTo>
                  <a:lnTo>
                    <a:pt x="2432912" y="2673745"/>
                  </a:lnTo>
                  <a:lnTo>
                    <a:pt x="2433098" y="2673191"/>
                  </a:lnTo>
                  <a:lnTo>
                    <a:pt x="2433285" y="2672707"/>
                  </a:lnTo>
                  <a:lnTo>
                    <a:pt x="2433472" y="2672179"/>
                  </a:lnTo>
                  <a:lnTo>
                    <a:pt x="2433659" y="2671710"/>
                  </a:lnTo>
                  <a:lnTo>
                    <a:pt x="2433846" y="2672089"/>
                  </a:lnTo>
                  <a:lnTo>
                    <a:pt x="2434033" y="2672580"/>
                  </a:lnTo>
                  <a:lnTo>
                    <a:pt x="2434220" y="2673489"/>
                  </a:lnTo>
                  <a:lnTo>
                    <a:pt x="2434407" y="2674644"/>
                  </a:lnTo>
                  <a:lnTo>
                    <a:pt x="2434594" y="2675798"/>
                  </a:lnTo>
                  <a:lnTo>
                    <a:pt x="2434781" y="2676830"/>
                  </a:lnTo>
                  <a:lnTo>
                    <a:pt x="2434968" y="2677841"/>
                  </a:lnTo>
                  <a:lnTo>
                    <a:pt x="2435155" y="2678938"/>
                  </a:lnTo>
                  <a:lnTo>
                    <a:pt x="2435342" y="2680092"/>
                  </a:lnTo>
                  <a:lnTo>
                    <a:pt x="2435528" y="2681052"/>
                  </a:lnTo>
                  <a:lnTo>
                    <a:pt x="2435715" y="2681983"/>
                  </a:lnTo>
                  <a:lnTo>
                    <a:pt x="2435902" y="2682669"/>
                  </a:lnTo>
                  <a:lnTo>
                    <a:pt x="2436089" y="2683102"/>
                  </a:lnTo>
                  <a:lnTo>
                    <a:pt x="2436276" y="2683236"/>
                  </a:lnTo>
                  <a:lnTo>
                    <a:pt x="2436463" y="2683511"/>
                  </a:lnTo>
                  <a:lnTo>
                    <a:pt x="2436650" y="2682993"/>
                  </a:lnTo>
                  <a:lnTo>
                    <a:pt x="2436837" y="2682555"/>
                  </a:lnTo>
                  <a:lnTo>
                    <a:pt x="2437024" y="2681950"/>
                  </a:lnTo>
                  <a:lnTo>
                    <a:pt x="2437211" y="2681307"/>
                  </a:lnTo>
                  <a:lnTo>
                    <a:pt x="2437398" y="2680576"/>
                  </a:lnTo>
                  <a:lnTo>
                    <a:pt x="2437585" y="2679845"/>
                  </a:lnTo>
                  <a:lnTo>
                    <a:pt x="2437772" y="2679114"/>
                  </a:lnTo>
                  <a:lnTo>
                    <a:pt x="2437958" y="2678174"/>
                  </a:lnTo>
                  <a:lnTo>
                    <a:pt x="2438145" y="2677155"/>
                  </a:lnTo>
                  <a:lnTo>
                    <a:pt x="2438332" y="2676226"/>
                  </a:lnTo>
                  <a:lnTo>
                    <a:pt x="2438519" y="2675171"/>
                  </a:lnTo>
                  <a:lnTo>
                    <a:pt x="2438706" y="2674200"/>
                  </a:lnTo>
                  <a:lnTo>
                    <a:pt x="2438893" y="2673230"/>
                  </a:lnTo>
                  <a:lnTo>
                    <a:pt x="2439080" y="2672267"/>
                  </a:lnTo>
                  <a:lnTo>
                    <a:pt x="2439267" y="2671332"/>
                  </a:lnTo>
                  <a:lnTo>
                    <a:pt x="2439454" y="2670814"/>
                  </a:lnTo>
                  <a:lnTo>
                    <a:pt x="2439641" y="2670209"/>
                  </a:lnTo>
                  <a:lnTo>
                    <a:pt x="2439828" y="2669453"/>
                  </a:lnTo>
                  <a:lnTo>
                    <a:pt x="2440015" y="2668807"/>
                  </a:lnTo>
                  <a:lnTo>
                    <a:pt x="2440201" y="2668443"/>
                  </a:lnTo>
                  <a:lnTo>
                    <a:pt x="2440388" y="2668368"/>
                  </a:lnTo>
                  <a:lnTo>
                    <a:pt x="2440575" y="2668373"/>
                  </a:lnTo>
                  <a:lnTo>
                    <a:pt x="2440762" y="2668333"/>
                  </a:lnTo>
                  <a:lnTo>
                    <a:pt x="2440949" y="2668162"/>
                  </a:lnTo>
                  <a:lnTo>
                    <a:pt x="2441136" y="2668056"/>
                  </a:lnTo>
                  <a:lnTo>
                    <a:pt x="2441323" y="2668033"/>
                  </a:lnTo>
                  <a:lnTo>
                    <a:pt x="2441510" y="2668384"/>
                  </a:lnTo>
                  <a:lnTo>
                    <a:pt x="2441697" y="2668903"/>
                  </a:lnTo>
                  <a:lnTo>
                    <a:pt x="2441884" y="2669554"/>
                  </a:lnTo>
                  <a:lnTo>
                    <a:pt x="2442071" y="2670258"/>
                  </a:lnTo>
                  <a:lnTo>
                    <a:pt x="2442258" y="2670962"/>
                  </a:lnTo>
                  <a:lnTo>
                    <a:pt x="2442445" y="2671665"/>
                  </a:lnTo>
                  <a:lnTo>
                    <a:pt x="2442631" y="2672263"/>
                  </a:lnTo>
                  <a:lnTo>
                    <a:pt x="2442818" y="2672774"/>
                  </a:lnTo>
                  <a:lnTo>
                    <a:pt x="2443005" y="2673046"/>
                  </a:lnTo>
                  <a:lnTo>
                    <a:pt x="2443192" y="2672967"/>
                  </a:lnTo>
                  <a:lnTo>
                    <a:pt x="2443379" y="2672791"/>
                  </a:lnTo>
                  <a:lnTo>
                    <a:pt x="2443566" y="2672659"/>
                  </a:lnTo>
                  <a:lnTo>
                    <a:pt x="2443753" y="2672668"/>
                  </a:lnTo>
                  <a:lnTo>
                    <a:pt x="2443940" y="2672844"/>
                  </a:lnTo>
                  <a:lnTo>
                    <a:pt x="2444127" y="2673134"/>
                  </a:lnTo>
                  <a:lnTo>
                    <a:pt x="2444314" y="2673310"/>
                  </a:lnTo>
                  <a:lnTo>
                    <a:pt x="2444501" y="2673512"/>
                  </a:lnTo>
                  <a:lnTo>
                    <a:pt x="2444688" y="2673864"/>
                  </a:lnTo>
                  <a:lnTo>
                    <a:pt x="2444874" y="2674216"/>
                  </a:lnTo>
                  <a:lnTo>
                    <a:pt x="2445061" y="2674665"/>
                  </a:lnTo>
                  <a:lnTo>
                    <a:pt x="2445248" y="2675263"/>
                  </a:lnTo>
                  <a:lnTo>
                    <a:pt x="2445435" y="2676054"/>
                  </a:lnTo>
                  <a:lnTo>
                    <a:pt x="2445622" y="2676934"/>
                  </a:lnTo>
                  <a:lnTo>
                    <a:pt x="2445809" y="2677814"/>
                  </a:lnTo>
                  <a:lnTo>
                    <a:pt x="2445996" y="2678728"/>
                  </a:lnTo>
                  <a:lnTo>
                    <a:pt x="2446183" y="2679634"/>
                  </a:lnTo>
                  <a:lnTo>
                    <a:pt x="2446370" y="2680549"/>
                  </a:lnTo>
                  <a:lnTo>
                    <a:pt x="2446557" y="2681209"/>
                  </a:lnTo>
                  <a:lnTo>
                    <a:pt x="2446744" y="2681596"/>
                  </a:lnTo>
                  <a:lnTo>
                    <a:pt x="2446931" y="2682238"/>
                  </a:lnTo>
                  <a:lnTo>
                    <a:pt x="2447118" y="2682942"/>
                  </a:lnTo>
                  <a:lnTo>
                    <a:pt x="2447304" y="2683619"/>
                  </a:lnTo>
                  <a:lnTo>
                    <a:pt x="2447491" y="2684147"/>
                  </a:lnTo>
                  <a:lnTo>
                    <a:pt x="2447678" y="2684674"/>
                  </a:lnTo>
                  <a:lnTo>
                    <a:pt x="2447865" y="2685105"/>
                  </a:lnTo>
                  <a:lnTo>
                    <a:pt x="2448052" y="2685580"/>
                  </a:lnTo>
                  <a:lnTo>
                    <a:pt x="2448239" y="2685906"/>
                  </a:lnTo>
                  <a:lnTo>
                    <a:pt x="2448426" y="2686258"/>
                  </a:lnTo>
                  <a:lnTo>
                    <a:pt x="2448613" y="2686609"/>
                  </a:lnTo>
                  <a:lnTo>
                    <a:pt x="2448800" y="2686926"/>
                  </a:lnTo>
                  <a:lnTo>
                    <a:pt x="2448987" y="2687137"/>
                  </a:lnTo>
                  <a:lnTo>
                    <a:pt x="2449174" y="2687278"/>
                  </a:lnTo>
                  <a:lnTo>
                    <a:pt x="2449361" y="2687463"/>
                  </a:lnTo>
                  <a:lnTo>
                    <a:pt x="2449548" y="2687603"/>
                  </a:lnTo>
                  <a:lnTo>
                    <a:pt x="2449734" y="2687489"/>
                  </a:lnTo>
                  <a:lnTo>
                    <a:pt x="2449921" y="2687313"/>
                  </a:lnTo>
                  <a:lnTo>
                    <a:pt x="2450108" y="2687137"/>
                  </a:lnTo>
                  <a:lnTo>
                    <a:pt x="2450295" y="2686873"/>
                  </a:lnTo>
                  <a:lnTo>
                    <a:pt x="2450482" y="2686346"/>
                  </a:lnTo>
                  <a:lnTo>
                    <a:pt x="2450669" y="2685818"/>
                  </a:lnTo>
                  <a:lnTo>
                    <a:pt x="2450856" y="2685097"/>
                  </a:lnTo>
                  <a:lnTo>
                    <a:pt x="2451043" y="2684331"/>
                  </a:lnTo>
                  <a:lnTo>
                    <a:pt x="2451230" y="2683601"/>
                  </a:lnTo>
                  <a:lnTo>
                    <a:pt x="2451417" y="2682898"/>
                  </a:lnTo>
                  <a:lnTo>
                    <a:pt x="2451604" y="2682088"/>
                  </a:lnTo>
                  <a:lnTo>
                    <a:pt x="2451791" y="2681226"/>
                  </a:lnTo>
                  <a:lnTo>
                    <a:pt x="2451977" y="2680347"/>
                  </a:lnTo>
                  <a:lnTo>
                    <a:pt x="2452164" y="2679669"/>
                  </a:lnTo>
                  <a:lnTo>
                    <a:pt x="2452351" y="2679142"/>
                  </a:lnTo>
                  <a:lnTo>
                    <a:pt x="2452538" y="2678614"/>
                  </a:lnTo>
                  <a:lnTo>
                    <a:pt x="2452725" y="2678086"/>
                  </a:lnTo>
                  <a:lnTo>
                    <a:pt x="2452912" y="2677558"/>
                  </a:lnTo>
                  <a:lnTo>
                    <a:pt x="2453099" y="2677119"/>
                  </a:lnTo>
                  <a:lnTo>
                    <a:pt x="2453286" y="2676943"/>
                  </a:lnTo>
                  <a:lnTo>
                    <a:pt x="2453473" y="2676547"/>
                  </a:lnTo>
                  <a:lnTo>
                    <a:pt x="2453660" y="2675931"/>
                  </a:lnTo>
                  <a:lnTo>
                    <a:pt x="2453847" y="2675148"/>
                  </a:lnTo>
                  <a:lnTo>
                    <a:pt x="2454034" y="2674295"/>
                  </a:lnTo>
                  <a:lnTo>
                    <a:pt x="2454221" y="2673530"/>
                  </a:lnTo>
                  <a:lnTo>
                    <a:pt x="2454407" y="2672756"/>
                  </a:lnTo>
                  <a:lnTo>
                    <a:pt x="2454594" y="2672325"/>
                  </a:lnTo>
                  <a:lnTo>
                    <a:pt x="2454781" y="2672325"/>
                  </a:lnTo>
                  <a:lnTo>
                    <a:pt x="2454968" y="2672290"/>
                  </a:lnTo>
                  <a:lnTo>
                    <a:pt x="2455155" y="2672401"/>
                  </a:lnTo>
                  <a:lnTo>
                    <a:pt x="2455342" y="2672754"/>
                  </a:lnTo>
                  <a:lnTo>
                    <a:pt x="2455529" y="2672973"/>
                  </a:lnTo>
                  <a:lnTo>
                    <a:pt x="2455716" y="2673152"/>
                  </a:lnTo>
                  <a:lnTo>
                    <a:pt x="2455903" y="2673304"/>
                  </a:lnTo>
                  <a:lnTo>
                    <a:pt x="2456090" y="2673703"/>
                  </a:lnTo>
                  <a:lnTo>
                    <a:pt x="2456277" y="2674188"/>
                  </a:lnTo>
                  <a:lnTo>
                    <a:pt x="2456464" y="2674910"/>
                  </a:lnTo>
                  <a:lnTo>
                    <a:pt x="2456651" y="2675726"/>
                  </a:lnTo>
                  <a:lnTo>
                    <a:pt x="2456837" y="2676453"/>
                  </a:lnTo>
                  <a:lnTo>
                    <a:pt x="2457024" y="2677192"/>
                  </a:lnTo>
                  <a:lnTo>
                    <a:pt x="2457211" y="2677999"/>
                  </a:lnTo>
                  <a:lnTo>
                    <a:pt x="2457398" y="2678630"/>
                  </a:lnTo>
                  <a:lnTo>
                    <a:pt x="2457585" y="2678909"/>
                  </a:lnTo>
                  <a:lnTo>
                    <a:pt x="2457772" y="2679131"/>
                  </a:lnTo>
                  <a:lnTo>
                    <a:pt x="2457959" y="2679357"/>
                  </a:lnTo>
                  <a:lnTo>
                    <a:pt x="2458146" y="2679439"/>
                  </a:lnTo>
                  <a:lnTo>
                    <a:pt x="2458333" y="2679507"/>
                  </a:lnTo>
                  <a:lnTo>
                    <a:pt x="2458520" y="2679775"/>
                  </a:lnTo>
                  <a:lnTo>
                    <a:pt x="2458707" y="2679965"/>
                  </a:lnTo>
                  <a:lnTo>
                    <a:pt x="2458894" y="2680285"/>
                  </a:lnTo>
                  <a:lnTo>
                    <a:pt x="2459080" y="2680823"/>
                  </a:lnTo>
                  <a:lnTo>
                    <a:pt x="2459267" y="2681105"/>
                  </a:lnTo>
                  <a:lnTo>
                    <a:pt x="2459454" y="2681050"/>
                  </a:lnTo>
                  <a:lnTo>
                    <a:pt x="2459641" y="2680947"/>
                  </a:lnTo>
                  <a:lnTo>
                    <a:pt x="2459828" y="2680668"/>
                  </a:lnTo>
                  <a:lnTo>
                    <a:pt x="2460015" y="2680159"/>
                  </a:lnTo>
                  <a:lnTo>
                    <a:pt x="2460202" y="2679310"/>
                  </a:lnTo>
                  <a:lnTo>
                    <a:pt x="2460389" y="2678795"/>
                  </a:lnTo>
                  <a:lnTo>
                    <a:pt x="2460576" y="2678180"/>
                  </a:lnTo>
                  <a:lnTo>
                    <a:pt x="2460763" y="2677564"/>
                  </a:lnTo>
                  <a:lnTo>
                    <a:pt x="2460950" y="2676810"/>
                  </a:lnTo>
                  <a:lnTo>
                    <a:pt x="2461137" y="2675890"/>
                  </a:lnTo>
                  <a:lnTo>
                    <a:pt x="2461324" y="2674936"/>
                  </a:lnTo>
                  <a:lnTo>
                    <a:pt x="2461510" y="2673640"/>
                  </a:lnTo>
                  <a:lnTo>
                    <a:pt x="2461697" y="2671896"/>
                  </a:lnTo>
                  <a:lnTo>
                    <a:pt x="2461884" y="2669964"/>
                  </a:lnTo>
                  <a:lnTo>
                    <a:pt x="2462071" y="2668042"/>
                  </a:lnTo>
                  <a:lnTo>
                    <a:pt x="2462258" y="2666246"/>
                  </a:lnTo>
                  <a:lnTo>
                    <a:pt x="2462445" y="2664433"/>
                  </a:lnTo>
                  <a:lnTo>
                    <a:pt x="2462632" y="2662667"/>
                  </a:lnTo>
                  <a:lnTo>
                    <a:pt x="2462819" y="2661152"/>
                  </a:lnTo>
                  <a:lnTo>
                    <a:pt x="2463006" y="2659727"/>
                  </a:lnTo>
                  <a:lnTo>
                    <a:pt x="2463193" y="2657971"/>
                  </a:lnTo>
                  <a:lnTo>
                    <a:pt x="2463380" y="2656426"/>
                  </a:lnTo>
                  <a:lnTo>
                    <a:pt x="2463567" y="2655089"/>
                  </a:lnTo>
                  <a:lnTo>
                    <a:pt x="2463753" y="2654179"/>
                  </a:lnTo>
                  <a:lnTo>
                    <a:pt x="2463940" y="2653437"/>
                  </a:lnTo>
                  <a:lnTo>
                    <a:pt x="2464127" y="2652714"/>
                  </a:lnTo>
                  <a:lnTo>
                    <a:pt x="2464314" y="2652281"/>
                  </a:lnTo>
                  <a:lnTo>
                    <a:pt x="2464501" y="2652060"/>
                  </a:lnTo>
                  <a:lnTo>
                    <a:pt x="2464688" y="2652236"/>
                  </a:lnTo>
                  <a:lnTo>
                    <a:pt x="2464875" y="2652280"/>
                  </a:lnTo>
                  <a:lnTo>
                    <a:pt x="2465062" y="2652297"/>
                  </a:lnTo>
                  <a:lnTo>
                    <a:pt x="2465249" y="2652297"/>
                  </a:lnTo>
                  <a:lnTo>
                    <a:pt x="2465436" y="2652236"/>
                  </a:lnTo>
                  <a:lnTo>
                    <a:pt x="2465623" y="2652391"/>
                  </a:lnTo>
                  <a:lnTo>
                    <a:pt x="2465810" y="2652694"/>
                  </a:lnTo>
                  <a:lnTo>
                    <a:pt x="2465997" y="2653259"/>
                  </a:lnTo>
                  <a:lnTo>
                    <a:pt x="2466183" y="2653607"/>
                  </a:lnTo>
                  <a:lnTo>
                    <a:pt x="2466370" y="2653755"/>
                  </a:lnTo>
                  <a:lnTo>
                    <a:pt x="2466557" y="2653460"/>
                  </a:lnTo>
                  <a:lnTo>
                    <a:pt x="2466744" y="2652928"/>
                  </a:lnTo>
                  <a:lnTo>
                    <a:pt x="2466931" y="2652168"/>
                  </a:lnTo>
                  <a:lnTo>
                    <a:pt x="2467118" y="2651196"/>
                  </a:lnTo>
                  <a:lnTo>
                    <a:pt x="2467305" y="2650040"/>
                  </a:lnTo>
                  <a:lnTo>
                    <a:pt x="2467492" y="2648777"/>
                  </a:lnTo>
                  <a:lnTo>
                    <a:pt x="2467679" y="2647342"/>
                  </a:lnTo>
                  <a:lnTo>
                    <a:pt x="2467866" y="2646013"/>
                  </a:lnTo>
                  <a:lnTo>
                    <a:pt x="2468053" y="2643981"/>
                  </a:lnTo>
                  <a:lnTo>
                    <a:pt x="2468240" y="2642268"/>
                  </a:lnTo>
                  <a:lnTo>
                    <a:pt x="2468427" y="2640549"/>
                  </a:lnTo>
                  <a:lnTo>
                    <a:pt x="2468613" y="2638721"/>
                  </a:lnTo>
                  <a:lnTo>
                    <a:pt x="2468800" y="2637145"/>
                  </a:lnTo>
                  <a:lnTo>
                    <a:pt x="2468987" y="2635861"/>
                  </a:lnTo>
                  <a:lnTo>
                    <a:pt x="2469174" y="2634230"/>
                  </a:lnTo>
                  <a:lnTo>
                    <a:pt x="2469361" y="2632883"/>
                  </a:lnTo>
                  <a:lnTo>
                    <a:pt x="2469548" y="2631467"/>
                  </a:lnTo>
                  <a:lnTo>
                    <a:pt x="2469735" y="2629900"/>
                  </a:lnTo>
                  <a:lnTo>
                    <a:pt x="2469922" y="2628520"/>
                  </a:lnTo>
                  <a:lnTo>
                    <a:pt x="2470109" y="2627397"/>
                  </a:lnTo>
                  <a:lnTo>
                    <a:pt x="2470296" y="2626357"/>
                  </a:lnTo>
                  <a:lnTo>
                    <a:pt x="2470483" y="2625501"/>
                  </a:lnTo>
                  <a:lnTo>
                    <a:pt x="2470670" y="2624656"/>
                  </a:lnTo>
                  <a:lnTo>
                    <a:pt x="2470856" y="2624472"/>
                  </a:lnTo>
                  <a:lnTo>
                    <a:pt x="2471043" y="2624224"/>
                  </a:lnTo>
                  <a:lnTo>
                    <a:pt x="2471230" y="2623728"/>
                  </a:lnTo>
                  <a:lnTo>
                    <a:pt x="2471417" y="2623217"/>
                  </a:lnTo>
                  <a:lnTo>
                    <a:pt x="2471604" y="2622442"/>
                  </a:lnTo>
                  <a:lnTo>
                    <a:pt x="2471791" y="2621542"/>
                  </a:lnTo>
                  <a:lnTo>
                    <a:pt x="2471978" y="2620755"/>
                  </a:lnTo>
                  <a:lnTo>
                    <a:pt x="2472165" y="2619968"/>
                  </a:lnTo>
                  <a:lnTo>
                    <a:pt x="2472352" y="2619181"/>
                  </a:lnTo>
                  <a:lnTo>
                    <a:pt x="2472539" y="2618394"/>
                  </a:lnTo>
                  <a:lnTo>
                    <a:pt x="2472726" y="2617607"/>
                  </a:lnTo>
                  <a:lnTo>
                    <a:pt x="2472913" y="2617022"/>
                  </a:lnTo>
                  <a:lnTo>
                    <a:pt x="2473100" y="2616722"/>
                  </a:lnTo>
                  <a:lnTo>
                    <a:pt x="2473286" y="2616357"/>
                  </a:lnTo>
                  <a:lnTo>
                    <a:pt x="2473473" y="2616218"/>
                  </a:lnTo>
                  <a:lnTo>
                    <a:pt x="2473660" y="2616441"/>
                  </a:lnTo>
                  <a:lnTo>
                    <a:pt x="2473847" y="2616690"/>
                  </a:lnTo>
                  <a:lnTo>
                    <a:pt x="2474034" y="2617064"/>
                  </a:lnTo>
                  <a:lnTo>
                    <a:pt x="2474221" y="2617434"/>
                  </a:lnTo>
                  <a:lnTo>
                    <a:pt x="2474408" y="2618243"/>
                  </a:lnTo>
                  <a:lnTo>
                    <a:pt x="2474595" y="2619211"/>
                  </a:lnTo>
                  <a:lnTo>
                    <a:pt x="2474782" y="2620458"/>
                  </a:lnTo>
                  <a:lnTo>
                    <a:pt x="2474969" y="2621718"/>
                  </a:lnTo>
                  <a:lnTo>
                    <a:pt x="2475156" y="2623014"/>
                  </a:lnTo>
                  <a:lnTo>
                    <a:pt x="2475343" y="2624322"/>
                  </a:lnTo>
                  <a:lnTo>
                    <a:pt x="2475530" y="2625631"/>
                  </a:lnTo>
                  <a:lnTo>
                    <a:pt x="2475716" y="2626701"/>
                  </a:lnTo>
                  <a:lnTo>
                    <a:pt x="2475903" y="2627754"/>
                  </a:lnTo>
                  <a:lnTo>
                    <a:pt x="2476090" y="2628702"/>
                  </a:lnTo>
                  <a:lnTo>
                    <a:pt x="2476277" y="2629649"/>
                  </a:lnTo>
                  <a:lnTo>
                    <a:pt x="2476464" y="2630597"/>
                  </a:lnTo>
                  <a:lnTo>
                    <a:pt x="2476651" y="2631638"/>
                  </a:lnTo>
                  <a:lnTo>
                    <a:pt x="2476838" y="2632496"/>
                  </a:lnTo>
                  <a:lnTo>
                    <a:pt x="2477025" y="2633339"/>
                  </a:lnTo>
                  <a:lnTo>
                    <a:pt x="2477212" y="2634087"/>
                  </a:lnTo>
                  <a:lnTo>
                    <a:pt x="2477399" y="2634748"/>
                  </a:lnTo>
                  <a:lnTo>
                    <a:pt x="2477586" y="2635279"/>
                  </a:lnTo>
                  <a:lnTo>
                    <a:pt x="2477773" y="2635811"/>
                  </a:lnTo>
                  <a:lnTo>
                    <a:pt x="2477959" y="2636318"/>
                  </a:lnTo>
                  <a:lnTo>
                    <a:pt x="2478146" y="2636714"/>
                  </a:lnTo>
                  <a:lnTo>
                    <a:pt x="2478333" y="2637242"/>
                  </a:lnTo>
                  <a:lnTo>
                    <a:pt x="2478520" y="2637699"/>
                  </a:lnTo>
                  <a:lnTo>
                    <a:pt x="2478707" y="2638033"/>
                  </a:lnTo>
                  <a:lnTo>
                    <a:pt x="2478894" y="2638385"/>
                  </a:lnTo>
                  <a:lnTo>
                    <a:pt x="2479081" y="2638570"/>
                  </a:lnTo>
                  <a:lnTo>
                    <a:pt x="2479268" y="2638623"/>
                  </a:lnTo>
                  <a:lnTo>
                    <a:pt x="2479455" y="2638482"/>
                  </a:lnTo>
                  <a:lnTo>
                    <a:pt x="2479642" y="2638218"/>
                  </a:lnTo>
                  <a:lnTo>
                    <a:pt x="2479829" y="2637910"/>
                  </a:lnTo>
                  <a:lnTo>
                    <a:pt x="2480016" y="2637418"/>
                  </a:lnTo>
                  <a:lnTo>
                    <a:pt x="2480203" y="2636846"/>
                  </a:lnTo>
                  <a:lnTo>
                    <a:pt x="2480389" y="2636107"/>
                  </a:lnTo>
                  <a:lnTo>
                    <a:pt x="2480576" y="2635228"/>
                  </a:lnTo>
                  <a:lnTo>
                    <a:pt x="2480763" y="2634348"/>
                  </a:lnTo>
                  <a:lnTo>
                    <a:pt x="2480950" y="2633345"/>
                  </a:lnTo>
                  <a:lnTo>
                    <a:pt x="2481137" y="2631956"/>
                  </a:lnTo>
                  <a:lnTo>
                    <a:pt x="2481324" y="2630425"/>
                  </a:lnTo>
                  <a:lnTo>
                    <a:pt x="2481511" y="2628481"/>
                  </a:lnTo>
                  <a:lnTo>
                    <a:pt x="2481698" y="2626150"/>
                  </a:lnTo>
                  <a:lnTo>
                    <a:pt x="2481885" y="2623371"/>
                  </a:lnTo>
                  <a:lnTo>
                    <a:pt x="2482072" y="2620301"/>
                  </a:lnTo>
                  <a:lnTo>
                    <a:pt x="2482259" y="2617011"/>
                  </a:lnTo>
                  <a:lnTo>
                    <a:pt x="2482446" y="2613607"/>
                  </a:lnTo>
                  <a:lnTo>
                    <a:pt x="2482632" y="2610168"/>
                  </a:lnTo>
                  <a:lnTo>
                    <a:pt x="2482819" y="2606817"/>
                  </a:lnTo>
                  <a:lnTo>
                    <a:pt x="2483006" y="2603466"/>
                  </a:lnTo>
                  <a:lnTo>
                    <a:pt x="2483193" y="2599842"/>
                  </a:lnTo>
                  <a:lnTo>
                    <a:pt x="2483380" y="2595796"/>
                  </a:lnTo>
                  <a:lnTo>
                    <a:pt x="2483567" y="2591723"/>
                  </a:lnTo>
                  <a:lnTo>
                    <a:pt x="2483754" y="2587721"/>
                  </a:lnTo>
                  <a:lnTo>
                    <a:pt x="2483941" y="2584115"/>
                  </a:lnTo>
                  <a:lnTo>
                    <a:pt x="2484128" y="2580790"/>
                  </a:lnTo>
                  <a:lnTo>
                    <a:pt x="2484315" y="2577826"/>
                  </a:lnTo>
                  <a:lnTo>
                    <a:pt x="2484502" y="2575214"/>
                  </a:lnTo>
                  <a:lnTo>
                    <a:pt x="2484689" y="2572865"/>
                  </a:lnTo>
                  <a:lnTo>
                    <a:pt x="2484876" y="2570517"/>
                  </a:lnTo>
                  <a:lnTo>
                    <a:pt x="2485062" y="2568397"/>
                  </a:lnTo>
                  <a:lnTo>
                    <a:pt x="2485249" y="2566260"/>
                  </a:lnTo>
                  <a:lnTo>
                    <a:pt x="2485436" y="2564360"/>
                  </a:lnTo>
                  <a:lnTo>
                    <a:pt x="2485623" y="2562750"/>
                  </a:lnTo>
                  <a:lnTo>
                    <a:pt x="2485810" y="2561220"/>
                  </a:lnTo>
                  <a:lnTo>
                    <a:pt x="2485997" y="2560129"/>
                  </a:lnTo>
                  <a:lnTo>
                    <a:pt x="2486184" y="2559434"/>
                  </a:lnTo>
                  <a:lnTo>
                    <a:pt x="2486371" y="2559113"/>
                  </a:lnTo>
                  <a:lnTo>
                    <a:pt x="2486558" y="2558714"/>
                  </a:lnTo>
                  <a:lnTo>
                    <a:pt x="2486745" y="2558299"/>
                  </a:lnTo>
                  <a:lnTo>
                    <a:pt x="2486932" y="2557893"/>
                  </a:lnTo>
                  <a:lnTo>
                    <a:pt x="2487119" y="2557487"/>
                  </a:lnTo>
                  <a:lnTo>
                    <a:pt x="2487306" y="2557096"/>
                  </a:lnTo>
                  <a:lnTo>
                    <a:pt x="2487492" y="2556856"/>
                  </a:lnTo>
                  <a:lnTo>
                    <a:pt x="2487679" y="2556942"/>
                  </a:lnTo>
                  <a:lnTo>
                    <a:pt x="2487866" y="2557401"/>
                  </a:lnTo>
                  <a:lnTo>
                    <a:pt x="2488053" y="2558068"/>
                  </a:lnTo>
                  <a:lnTo>
                    <a:pt x="2488240" y="2558639"/>
                  </a:lnTo>
                  <a:lnTo>
                    <a:pt x="2488427" y="2559131"/>
                  </a:lnTo>
                  <a:lnTo>
                    <a:pt x="2488614" y="2559608"/>
                  </a:lnTo>
                  <a:lnTo>
                    <a:pt x="2488801" y="2559955"/>
                  </a:lnTo>
                  <a:lnTo>
                    <a:pt x="2488988" y="2560713"/>
                  </a:lnTo>
                  <a:lnTo>
                    <a:pt x="2489175" y="2561592"/>
                  </a:lnTo>
                  <a:lnTo>
                    <a:pt x="2489362" y="2562596"/>
                  </a:lnTo>
                  <a:lnTo>
                    <a:pt x="2489549" y="2563378"/>
                  </a:lnTo>
                  <a:lnTo>
                    <a:pt x="2489735" y="2563924"/>
                  </a:lnTo>
                  <a:lnTo>
                    <a:pt x="2489922" y="2564056"/>
                  </a:lnTo>
                  <a:lnTo>
                    <a:pt x="2490109" y="2564056"/>
                  </a:lnTo>
                  <a:lnTo>
                    <a:pt x="2490296" y="2564056"/>
                  </a:lnTo>
                  <a:lnTo>
                    <a:pt x="2490483" y="2563915"/>
                  </a:lnTo>
                  <a:lnTo>
                    <a:pt x="2490670" y="2563654"/>
                  </a:lnTo>
                  <a:lnTo>
                    <a:pt x="2490857" y="2563654"/>
                  </a:lnTo>
                  <a:lnTo>
                    <a:pt x="2491044" y="2563824"/>
                  </a:lnTo>
                  <a:lnTo>
                    <a:pt x="2491231" y="2564096"/>
                  </a:lnTo>
                  <a:lnTo>
                    <a:pt x="2491418" y="2564377"/>
                  </a:lnTo>
                  <a:lnTo>
                    <a:pt x="2491605" y="2564849"/>
                  </a:lnTo>
                  <a:lnTo>
                    <a:pt x="2491792" y="2565149"/>
                  </a:lnTo>
                  <a:lnTo>
                    <a:pt x="2491979" y="2565142"/>
                  </a:lnTo>
                  <a:lnTo>
                    <a:pt x="2492165" y="2564912"/>
                  </a:lnTo>
                  <a:lnTo>
                    <a:pt x="2492352" y="2564717"/>
                  </a:lnTo>
                  <a:lnTo>
                    <a:pt x="2492539" y="2564506"/>
                  </a:lnTo>
                  <a:lnTo>
                    <a:pt x="2492726" y="2564392"/>
                  </a:lnTo>
                  <a:lnTo>
                    <a:pt x="2492913" y="2564520"/>
                  </a:lnTo>
                  <a:lnTo>
                    <a:pt x="2493100" y="2564689"/>
                  </a:lnTo>
                  <a:lnTo>
                    <a:pt x="2493287" y="2564954"/>
                  </a:lnTo>
                  <a:lnTo>
                    <a:pt x="2493474" y="2565208"/>
                  </a:lnTo>
                  <a:lnTo>
                    <a:pt x="2493661" y="2565375"/>
                  </a:lnTo>
                  <a:lnTo>
                    <a:pt x="2493848" y="2565589"/>
                  </a:lnTo>
                  <a:lnTo>
                    <a:pt x="2494035" y="2565706"/>
                  </a:lnTo>
                  <a:lnTo>
                    <a:pt x="2494222" y="2565884"/>
                  </a:lnTo>
                  <a:lnTo>
                    <a:pt x="2494409" y="2566025"/>
                  </a:lnTo>
                  <a:lnTo>
                    <a:pt x="2494595" y="2566116"/>
                  </a:lnTo>
                  <a:lnTo>
                    <a:pt x="2494782" y="2566364"/>
                  </a:lnTo>
                  <a:lnTo>
                    <a:pt x="2494969" y="2566788"/>
                  </a:lnTo>
                  <a:lnTo>
                    <a:pt x="2495156" y="2567271"/>
                  </a:lnTo>
                  <a:lnTo>
                    <a:pt x="2495343" y="2567748"/>
                  </a:lnTo>
                  <a:lnTo>
                    <a:pt x="2495530" y="2568370"/>
                  </a:lnTo>
                  <a:lnTo>
                    <a:pt x="2495717" y="2569005"/>
                  </a:lnTo>
                  <a:lnTo>
                    <a:pt x="2495904" y="2569441"/>
                  </a:lnTo>
                  <a:lnTo>
                    <a:pt x="2496091" y="2570129"/>
                  </a:lnTo>
                  <a:lnTo>
                    <a:pt x="2496278" y="2570851"/>
                  </a:lnTo>
                  <a:lnTo>
                    <a:pt x="2496465" y="2571514"/>
                  </a:lnTo>
                  <a:lnTo>
                    <a:pt x="2496652" y="2572135"/>
                  </a:lnTo>
                  <a:lnTo>
                    <a:pt x="2496838" y="2572649"/>
                  </a:lnTo>
                  <a:lnTo>
                    <a:pt x="2497025" y="2573049"/>
                  </a:lnTo>
                  <a:lnTo>
                    <a:pt x="2497212" y="2573509"/>
                  </a:lnTo>
                  <a:lnTo>
                    <a:pt x="2497399" y="2574251"/>
                  </a:lnTo>
                  <a:lnTo>
                    <a:pt x="2497586" y="2575318"/>
                  </a:lnTo>
                  <a:lnTo>
                    <a:pt x="2497773" y="2576596"/>
                  </a:lnTo>
                  <a:lnTo>
                    <a:pt x="2497960" y="2577935"/>
                  </a:lnTo>
                  <a:lnTo>
                    <a:pt x="2498147" y="2579310"/>
                  </a:lnTo>
                  <a:lnTo>
                    <a:pt x="2498334" y="2580651"/>
                  </a:lnTo>
                  <a:lnTo>
                    <a:pt x="2498521" y="2581992"/>
                  </a:lnTo>
                  <a:lnTo>
                    <a:pt x="2498708" y="2583404"/>
                  </a:lnTo>
                  <a:lnTo>
                    <a:pt x="2498895" y="2585203"/>
                  </a:lnTo>
                  <a:lnTo>
                    <a:pt x="2499082" y="2587183"/>
                  </a:lnTo>
                  <a:lnTo>
                    <a:pt x="2499268" y="2589012"/>
                  </a:lnTo>
                  <a:lnTo>
                    <a:pt x="2499455" y="2591097"/>
                  </a:lnTo>
                  <a:lnTo>
                    <a:pt x="2499642" y="2593278"/>
                  </a:lnTo>
                  <a:lnTo>
                    <a:pt x="2499829" y="2595363"/>
                  </a:lnTo>
                  <a:lnTo>
                    <a:pt x="2500016" y="2597801"/>
                  </a:lnTo>
                  <a:lnTo>
                    <a:pt x="2500203" y="2600186"/>
                  </a:lnTo>
                  <a:lnTo>
                    <a:pt x="2500390" y="2602419"/>
                  </a:lnTo>
                  <a:lnTo>
                    <a:pt x="2500577" y="2604602"/>
                  </a:lnTo>
                  <a:lnTo>
                    <a:pt x="2500764" y="2606576"/>
                  </a:lnTo>
                  <a:lnTo>
                    <a:pt x="2500951" y="2608189"/>
                  </a:lnTo>
                  <a:lnTo>
                    <a:pt x="2501138" y="2609654"/>
                  </a:lnTo>
                  <a:lnTo>
                    <a:pt x="2501325" y="2611119"/>
                  </a:lnTo>
                  <a:lnTo>
                    <a:pt x="2501511" y="2612513"/>
                  </a:lnTo>
                  <a:lnTo>
                    <a:pt x="2501698" y="2613502"/>
                  </a:lnTo>
                  <a:lnTo>
                    <a:pt x="2501885" y="2614263"/>
                  </a:lnTo>
                  <a:lnTo>
                    <a:pt x="2502072" y="2614892"/>
                  </a:lnTo>
                  <a:lnTo>
                    <a:pt x="2502259" y="2615249"/>
                  </a:lnTo>
                  <a:lnTo>
                    <a:pt x="2502446" y="2615452"/>
                  </a:lnTo>
                  <a:lnTo>
                    <a:pt x="2502633" y="2615835"/>
                  </a:lnTo>
                  <a:lnTo>
                    <a:pt x="2502820" y="2616004"/>
                  </a:lnTo>
                  <a:lnTo>
                    <a:pt x="2503007" y="2615746"/>
                  </a:lnTo>
                  <a:lnTo>
                    <a:pt x="2503194" y="2615091"/>
                  </a:lnTo>
                  <a:lnTo>
                    <a:pt x="2503381" y="2614182"/>
                  </a:lnTo>
                  <a:lnTo>
                    <a:pt x="2503568" y="2613492"/>
                  </a:lnTo>
                  <a:lnTo>
                    <a:pt x="2503755" y="2613150"/>
                  </a:lnTo>
                  <a:lnTo>
                    <a:pt x="2503941" y="2613269"/>
                  </a:lnTo>
                  <a:lnTo>
                    <a:pt x="2504128" y="2613625"/>
                  </a:lnTo>
                  <a:lnTo>
                    <a:pt x="2504315" y="2614376"/>
                  </a:lnTo>
                  <a:lnTo>
                    <a:pt x="2504502" y="2615444"/>
                  </a:lnTo>
                  <a:lnTo>
                    <a:pt x="2504689" y="2617015"/>
                  </a:lnTo>
                  <a:lnTo>
                    <a:pt x="2504876" y="2618980"/>
                  </a:lnTo>
                  <a:lnTo>
                    <a:pt x="2505063" y="2621445"/>
                  </a:lnTo>
                  <a:lnTo>
                    <a:pt x="2505250" y="2624005"/>
                  </a:lnTo>
                  <a:lnTo>
                    <a:pt x="2505437" y="2627269"/>
                  </a:lnTo>
                  <a:lnTo>
                    <a:pt x="2505624" y="2630504"/>
                  </a:lnTo>
                  <a:lnTo>
                    <a:pt x="2505811" y="2633981"/>
                  </a:lnTo>
                  <a:lnTo>
                    <a:pt x="2505998" y="2637622"/>
                  </a:lnTo>
                  <a:lnTo>
                    <a:pt x="2506185" y="2641362"/>
                  </a:lnTo>
                  <a:lnTo>
                    <a:pt x="2506371" y="2645108"/>
                  </a:lnTo>
                  <a:lnTo>
                    <a:pt x="2506558" y="2649079"/>
                  </a:lnTo>
                  <a:lnTo>
                    <a:pt x="2506745" y="2652713"/>
                  </a:lnTo>
                  <a:lnTo>
                    <a:pt x="2506932" y="2656416"/>
                  </a:lnTo>
                  <a:lnTo>
                    <a:pt x="2507119" y="2660102"/>
                  </a:lnTo>
                  <a:lnTo>
                    <a:pt x="2507306" y="2663497"/>
                  </a:lnTo>
                  <a:lnTo>
                    <a:pt x="2507493" y="2666317"/>
                  </a:lnTo>
                  <a:lnTo>
                    <a:pt x="2507680" y="2668765"/>
                  </a:lnTo>
                  <a:lnTo>
                    <a:pt x="2507867" y="2670853"/>
                  </a:lnTo>
                  <a:lnTo>
                    <a:pt x="2508054" y="2672603"/>
                  </a:lnTo>
                  <a:lnTo>
                    <a:pt x="2508241" y="2673667"/>
                  </a:lnTo>
                  <a:lnTo>
                    <a:pt x="2508428" y="2674504"/>
                  </a:lnTo>
                  <a:lnTo>
                    <a:pt x="2508614" y="2675129"/>
                  </a:lnTo>
                  <a:lnTo>
                    <a:pt x="2508801" y="2675691"/>
                  </a:lnTo>
                  <a:lnTo>
                    <a:pt x="2508988" y="2676170"/>
                  </a:lnTo>
                  <a:lnTo>
                    <a:pt x="2509175" y="2676528"/>
                  </a:lnTo>
                  <a:lnTo>
                    <a:pt x="2509362" y="2676897"/>
                  </a:lnTo>
                  <a:lnTo>
                    <a:pt x="2509549" y="2677169"/>
                  </a:lnTo>
                  <a:lnTo>
                    <a:pt x="2509736" y="2677336"/>
                  </a:lnTo>
                  <a:lnTo>
                    <a:pt x="2509923" y="2677054"/>
                  </a:lnTo>
                  <a:lnTo>
                    <a:pt x="2510110" y="2676772"/>
                  </a:lnTo>
                  <a:lnTo>
                    <a:pt x="2510297" y="2676298"/>
                  </a:lnTo>
                  <a:lnTo>
                    <a:pt x="2510484" y="2675416"/>
                  </a:lnTo>
                  <a:lnTo>
                    <a:pt x="2510671" y="2674510"/>
                  </a:lnTo>
                  <a:lnTo>
                    <a:pt x="2510858" y="2673384"/>
                  </a:lnTo>
                  <a:lnTo>
                    <a:pt x="2511044" y="2671871"/>
                  </a:lnTo>
                  <a:lnTo>
                    <a:pt x="2511231" y="2670226"/>
                  </a:lnTo>
                  <a:lnTo>
                    <a:pt x="2511418" y="2668722"/>
                  </a:lnTo>
                  <a:lnTo>
                    <a:pt x="2511605" y="2667315"/>
                  </a:lnTo>
                  <a:lnTo>
                    <a:pt x="2511792" y="2665670"/>
                  </a:lnTo>
                  <a:lnTo>
                    <a:pt x="2511979" y="2663911"/>
                  </a:lnTo>
                  <a:lnTo>
                    <a:pt x="2512166" y="2661960"/>
                  </a:lnTo>
                  <a:lnTo>
                    <a:pt x="2512353" y="2660145"/>
                  </a:lnTo>
                  <a:lnTo>
                    <a:pt x="2512540" y="2658401"/>
                  </a:lnTo>
                  <a:lnTo>
                    <a:pt x="2512727" y="2657093"/>
                  </a:lnTo>
                  <a:lnTo>
                    <a:pt x="2512914" y="2655785"/>
                  </a:lnTo>
                  <a:lnTo>
                    <a:pt x="2513101" y="2654661"/>
                  </a:lnTo>
                  <a:lnTo>
                    <a:pt x="2513287" y="2653819"/>
                  </a:lnTo>
                  <a:lnTo>
                    <a:pt x="2513474" y="2653153"/>
                  </a:lnTo>
                  <a:lnTo>
                    <a:pt x="2513661" y="2652610"/>
                  </a:lnTo>
                  <a:lnTo>
                    <a:pt x="2513848" y="2652208"/>
                  </a:lnTo>
                  <a:lnTo>
                    <a:pt x="2514035" y="2651862"/>
                  </a:lnTo>
                  <a:lnTo>
                    <a:pt x="2514222" y="2651277"/>
                  </a:lnTo>
                  <a:lnTo>
                    <a:pt x="2514409" y="2650610"/>
                  </a:lnTo>
                  <a:lnTo>
                    <a:pt x="2514596" y="2650169"/>
                  </a:lnTo>
                  <a:lnTo>
                    <a:pt x="2514783" y="2649772"/>
                  </a:lnTo>
                  <a:lnTo>
                    <a:pt x="2514970" y="2649417"/>
                  </a:lnTo>
                  <a:lnTo>
                    <a:pt x="2515157" y="2649061"/>
                  </a:lnTo>
                  <a:lnTo>
                    <a:pt x="2515344" y="2648730"/>
                  </a:lnTo>
                  <a:lnTo>
                    <a:pt x="2515531" y="2648554"/>
                  </a:lnTo>
                  <a:lnTo>
                    <a:pt x="2515717" y="2648378"/>
                  </a:lnTo>
                  <a:lnTo>
                    <a:pt x="2515904" y="2648272"/>
                  </a:lnTo>
                  <a:lnTo>
                    <a:pt x="2516091" y="2648272"/>
                  </a:lnTo>
                  <a:lnTo>
                    <a:pt x="2516278" y="2648272"/>
                  </a:lnTo>
                  <a:lnTo>
                    <a:pt x="2516465" y="2648431"/>
                  </a:lnTo>
                  <a:lnTo>
                    <a:pt x="2516652" y="2648607"/>
                  </a:lnTo>
                  <a:lnTo>
                    <a:pt x="2516839" y="2648923"/>
                  </a:lnTo>
                  <a:lnTo>
                    <a:pt x="2517026" y="2649486"/>
                  </a:lnTo>
                  <a:lnTo>
                    <a:pt x="2517213" y="2650146"/>
                  </a:lnTo>
                  <a:lnTo>
                    <a:pt x="2517400" y="2650990"/>
                  </a:lnTo>
                  <a:lnTo>
                    <a:pt x="2517587" y="2651914"/>
                  </a:lnTo>
                  <a:lnTo>
                    <a:pt x="2517774" y="2653004"/>
                  </a:lnTo>
                  <a:lnTo>
                    <a:pt x="2517961" y="2654236"/>
                  </a:lnTo>
                  <a:lnTo>
                    <a:pt x="2518147" y="2655467"/>
                  </a:lnTo>
                  <a:lnTo>
                    <a:pt x="2518334" y="2656778"/>
                  </a:lnTo>
                  <a:lnTo>
                    <a:pt x="2518521" y="2658343"/>
                  </a:lnTo>
                  <a:lnTo>
                    <a:pt x="2518708" y="2660050"/>
                  </a:lnTo>
                  <a:lnTo>
                    <a:pt x="2518895" y="2661879"/>
                  </a:lnTo>
                  <a:lnTo>
                    <a:pt x="2519082" y="2664196"/>
                  </a:lnTo>
                  <a:lnTo>
                    <a:pt x="2519269" y="2666979"/>
                  </a:lnTo>
                  <a:lnTo>
                    <a:pt x="2519456" y="2669797"/>
                  </a:lnTo>
                  <a:lnTo>
                    <a:pt x="2519643" y="2672790"/>
                  </a:lnTo>
                  <a:lnTo>
                    <a:pt x="2519830" y="2675857"/>
                  </a:lnTo>
                  <a:lnTo>
                    <a:pt x="2520017" y="2678641"/>
                  </a:lnTo>
                  <a:lnTo>
                    <a:pt x="2520204" y="2681113"/>
                  </a:lnTo>
                  <a:lnTo>
                    <a:pt x="2520390" y="2683499"/>
                  </a:lnTo>
                  <a:lnTo>
                    <a:pt x="2520577" y="2686158"/>
                  </a:lnTo>
                  <a:lnTo>
                    <a:pt x="2520764" y="2689225"/>
                  </a:lnTo>
                  <a:lnTo>
                    <a:pt x="2520951" y="2692363"/>
                  </a:lnTo>
                  <a:lnTo>
                    <a:pt x="2521138" y="2695573"/>
                  </a:lnTo>
                  <a:lnTo>
                    <a:pt x="2521325" y="2698632"/>
                  </a:lnTo>
                  <a:lnTo>
                    <a:pt x="2521512" y="2701551"/>
                  </a:lnTo>
                  <a:lnTo>
                    <a:pt x="2521699" y="2704218"/>
                  </a:lnTo>
                  <a:lnTo>
                    <a:pt x="2521886" y="2706547"/>
                  </a:lnTo>
                  <a:lnTo>
                    <a:pt x="2522073" y="2708551"/>
                  </a:lnTo>
                  <a:lnTo>
                    <a:pt x="2522260" y="2710810"/>
                  </a:lnTo>
                  <a:lnTo>
                    <a:pt x="2522447" y="2712939"/>
                  </a:lnTo>
                  <a:lnTo>
                    <a:pt x="2522634" y="2714994"/>
                  </a:lnTo>
                  <a:lnTo>
                    <a:pt x="2522820" y="2717269"/>
                  </a:lnTo>
                  <a:lnTo>
                    <a:pt x="2523007" y="2719573"/>
                  </a:lnTo>
                  <a:lnTo>
                    <a:pt x="2523194" y="2721884"/>
                  </a:lnTo>
                  <a:lnTo>
                    <a:pt x="2523381" y="2723755"/>
                  </a:lnTo>
                  <a:lnTo>
                    <a:pt x="2523568" y="2725244"/>
                  </a:lnTo>
                  <a:lnTo>
                    <a:pt x="2523755" y="2726428"/>
                  </a:lnTo>
                  <a:lnTo>
                    <a:pt x="2523942" y="2727612"/>
                  </a:lnTo>
                  <a:lnTo>
                    <a:pt x="2524129" y="2728767"/>
                  </a:lnTo>
                  <a:lnTo>
                    <a:pt x="2524316" y="2729777"/>
                  </a:lnTo>
                  <a:lnTo>
                    <a:pt x="2524503" y="2730787"/>
                  </a:lnTo>
                  <a:lnTo>
                    <a:pt x="2524690" y="2731783"/>
                  </a:lnTo>
                  <a:lnTo>
                    <a:pt x="2524877" y="2732555"/>
                  </a:lnTo>
                  <a:lnTo>
                    <a:pt x="2525064" y="2732974"/>
                  </a:lnTo>
                  <a:lnTo>
                    <a:pt x="2525250" y="2733168"/>
                  </a:lnTo>
                  <a:lnTo>
                    <a:pt x="2525437" y="2733244"/>
                  </a:lnTo>
                  <a:lnTo>
                    <a:pt x="2525624" y="2733304"/>
                  </a:lnTo>
                  <a:lnTo>
                    <a:pt x="2525811" y="2733103"/>
                  </a:lnTo>
                  <a:lnTo>
                    <a:pt x="2525998" y="2732801"/>
                  </a:lnTo>
                  <a:lnTo>
                    <a:pt x="2526185" y="2732471"/>
                  </a:lnTo>
                  <a:lnTo>
                    <a:pt x="2526372" y="2731811"/>
                  </a:lnTo>
                  <a:lnTo>
                    <a:pt x="2526559" y="2731090"/>
                  </a:lnTo>
                  <a:lnTo>
                    <a:pt x="2526746" y="2730262"/>
                  </a:lnTo>
                  <a:lnTo>
                    <a:pt x="2526933" y="2729453"/>
                  </a:lnTo>
                  <a:lnTo>
                    <a:pt x="2527120" y="2728908"/>
                  </a:lnTo>
                  <a:lnTo>
                    <a:pt x="2527307" y="2728776"/>
                  </a:lnTo>
                  <a:lnTo>
                    <a:pt x="2527493" y="2728776"/>
                  </a:lnTo>
                  <a:lnTo>
                    <a:pt x="2527680" y="2728864"/>
                  </a:lnTo>
                  <a:lnTo>
                    <a:pt x="2527867" y="2729145"/>
                  </a:lnTo>
                  <a:lnTo>
                    <a:pt x="2528054" y="2729406"/>
                  </a:lnTo>
                  <a:lnTo>
                    <a:pt x="2528241" y="2729626"/>
                  </a:lnTo>
                  <a:lnTo>
                    <a:pt x="2528428" y="2729896"/>
                  </a:lnTo>
                  <a:lnTo>
                    <a:pt x="2528615" y="2730301"/>
                  </a:lnTo>
                  <a:lnTo>
                    <a:pt x="2528802" y="2730900"/>
                  </a:lnTo>
                  <a:lnTo>
                    <a:pt x="2528989" y="2731527"/>
                  </a:lnTo>
                  <a:lnTo>
                    <a:pt x="2529176" y="2732362"/>
                  </a:lnTo>
                  <a:lnTo>
                    <a:pt x="2529363" y="2733328"/>
                  </a:lnTo>
                  <a:lnTo>
                    <a:pt x="2529550" y="2734437"/>
                  </a:lnTo>
                  <a:lnTo>
                    <a:pt x="2529737" y="2735547"/>
                  </a:lnTo>
                  <a:lnTo>
                    <a:pt x="2529923" y="2736526"/>
                  </a:lnTo>
                  <a:lnTo>
                    <a:pt x="2530110" y="2737167"/>
                  </a:lnTo>
                  <a:lnTo>
                    <a:pt x="2530297" y="2737699"/>
                  </a:lnTo>
                  <a:lnTo>
                    <a:pt x="2530484" y="2738231"/>
                  </a:lnTo>
                  <a:lnTo>
                    <a:pt x="2530671" y="2738720"/>
                  </a:lnTo>
                  <a:lnTo>
                    <a:pt x="2530858" y="2739123"/>
                  </a:lnTo>
                  <a:lnTo>
                    <a:pt x="2531045" y="2739570"/>
                  </a:lnTo>
                  <a:lnTo>
                    <a:pt x="2531232" y="2739944"/>
                  </a:lnTo>
                  <a:lnTo>
                    <a:pt x="2531419" y="2740410"/>
                  </a:lnTo>
                  <a:lnTo>
                    <a:pt x="2531606" y="2740762"/>
                  </a:lnTo>
                  <a:lnTo>
                    <a:pt x="2531793" y="2741070"/>
                  </a:lnTo>
                  <a:lnTo>
                    <a:pt x="2531980" y="2741408"/>
                  </a:lnTo>
                  <a:lnTo>
                    <a:pt x="2532166" y="2741309"/>
                  </a:lnTo>
                  <a:lnTo>
                    <a:pt x="2532353" y="2741225"/>
                  </a:lnTo>
                  <a:lnTo>
                    <a:pt x="2532540" y="2741153"/>
                  </a:lnTo>
                  <a:lnTo>
                    <a:pt x="2532727" y="2741077"/>
                  </a:lnTo>
                  <a:lnTo>
                    <a:pt x="2532914" y="2741002"/>
                  </a:lnTo>
                  <a:lnTo>
                    <a:pt x="2533101" y="2740927"/>
                  </a:lnTo>
                  <a:lnTo>
                    <a:pt x="2533288" y="2740852"/>
                  </a:lnTo>
                  <a:lnTo>
                    <a:pt x="2533475" y="2740638"/>
                  </a:lnTo>
                  <a:lnTo>
                    <a:pt x="2533662" y="2740409"/>
                  </a:lnTo>
                  <a:lnTo>
                    <a:pt x="2533849" y="2740144"/>
                  </a:lnTo>
                  <a:lnTo>
                    <a:pt x="2534036" y="2739966"/>
                  </a:lnTo>
                  <a:lnTo>
                    <a:pt x="2534223" y="2739896"/>
                  </a:lnTo>
                  <a:lnTo>
                    <a:pt x="2534410" y="2739949"/>
                  </a:lnTo>
                  <a:lnTo>
                    <a:pt x="2534596" y="2740146"/>
                  </a:lnTo>
                  <a:lnTo>
                    <a:pt x="2534783" y="2740425"/>
                  </a:lnTo>
                  <a:lnTo>
                    <a:pt x="2534970" y="2740913"/>
                  </a:lnTo>
                  <a:lnTo>
                    <a:pt x="2535157" y="2741305"/>
                  </a:lnTo>
                  <a:lnTo>
                    <a:pt x="2535344" y="2741565"/>
                  </a:lnTo>
                  <a:lnTo>
                    <a:pt x="2535531" y="2741632"/>
                  </a:lnTo>
                  <a:lnTo>
                    <a:pt x="2535718" y="2741823"/>
                  </a:lnTo>
                  <a:lnTo>
                    <a:pt x="2535905" y="2742012"/>
                  </a:lnTo>
                  <a:lnTo>
                    <a:pt x="2536092" y="2742192"/>
                  </a:lnTo>
                  <a:lnTo>
                    <a:pt x="2536279" y="2742390"/>
                  </a:lnTo>
                  <a:lnTo>
                    <a:pt x="2536466" y="2742635"/>
                  </a:lnTo>
                  <a:lnTo>
                    <a:pt x="2536653" y="2743163"/>
                  </a:lnTo>
                  <a:lnTo>
                    <a:pt x="2536840" y="2743585"/>
                  </a:lnTo>
                  <a:lnTo>
                    <a:pt x="2537026" y="2743875"/>
                  </a:lnTo>
                  <a:lnTo>
                    <a:pt x="2537213" y="2744510"/>
                  </a:lnTo>
                  <a:lnTo>
                    <a:pt x="2537400" y="2744678"/>
                  </a:lnTo>
                  <a:lnTo>
                    <a:pt x="2537587" y="2744828"/>
                  </a:lnTo>
                  <a:lnTo>
                    <a:pt x="2537774" y="2744886"/>
                  </a:lnTo>
                  <a:lnTo>
                    <a:pt x="2537961" y="2744777"/>
                  </a:lnTo>
                  <a:lnTo>
                    <a:pt x="2538148" y="2744932"/>
                  </a:lnTo>
                  <a:lnTo>
                    <a:pt x="2538335" y="2745321"/>
                  </a:lnTo>
                  <a:lnTo>
                    <a:pt x="2538522" y="2745682"/>
                  </a:lnTo>
                  <a:lnTo>
                    <a:pt x="2538709" y="2746006"/>
                  </a:lnTo>
                  <a:lnTo>
                    <a:pt x="2538896" y="2746337"/>
                  </a:lnTo>
                  <a:lnTo>
                    <a:pt x="2539083" y="2746667"/>
                  </a:lnTo>
                  <a:lnTo>
                    <a:pt x="2539269" y="2746998"/>
                  </a:lnTo>
                  <a:lnTo>
                    <a:pt x="2539456" y="2747328"/>
                  </a:lnTo>
                  <a:lnTo>
                    <a:pt x="2539643" y="2747782"/>
                  </a:lnTo>
                  <a:lnTo>
                    <a:pt x="2539830" y="2748257"/>
                  </a:lnTo>
                  <a:lnTo>
                    <a:pt x="2540017" y="2748469"/>
                  </a:lnTo>
                  <a:lnTo>
                    <a:pt x="2540204" y="2748831"/>
                  </a:lnTo>
                  <a:lnTo>
                    <a:pt x="2540391" y="2749211"/>
                  </a:lnTo>
                  <a:lnTo>
                    <a:pt x="2540578" y="2749758"/>
                  </a:lnTo>
                  <a:lnTo>
                    <a:pt x="2540765" y="2750469"/>
                  </a:lnTo>
                  <a:lnTo>
                    <a:pt x="2540952" y="2751023"/>
                  </a:lnTo>
                  <a:lnTo>
                    <a:pt x="2541139" y="2751226"/>
                  </a:lnTo>
                  <a:lnTo>
                    <a:pt x="2541326" y="2751228"/>
                  </a:lnTo>
                  <a:lnTo>
                    <a:pt x="2541513" y="2751053"/>
                  </a:lnTo>
                  <a:lnTo>
                    <a:pt x="2541699" y="2750877"/>
                  </a:lnTo>
                  <a:lnTo>
                    <a:pt x="2541886" y="2750701"/>
                  </a:lnTo>
                  <a:lnTo>
                    <a:pt x="2542073" y="2750358"/>
                  </a:lnTo>
                  <a:lnTo>
                    <a:pt x="2542260" y="2750006"/>
                  </a:lnTo>
                  <a:lnTo>
                    <a:pt x="2542447" y="2749505"/>
                  </a:lnTo>
                  <a:lnTo>
                    <a:pt x="2542634" y="2748977"/>
                  </a:lnTo>
                  <a:lnTo>
                    <a:pt x="2542821" y="2748141"/>
                  </a:lnTo>
                  <a:lnTo>
                    <a:pt x="2543008" y="2747059"/>
                  </a:lnTo>
                  <a:lnTo>
                    <a:pt x="2543195" y="2745520"/>
                  </a:lnTo>
                  <a:lnTo>
                    <a:pt x="2543382" y="2743673"/>
                  </a:lnTo>
                  <a:lnTo>
                    <a:pt x="2543569" y="2741738"/>
                  </a:lnTo>
                  <a:lnTo>
                    <a:pt x="2543756" y="2739917"/>
                  </a:lnTo>
                  <a:lnTo>
                    <a:pt x="2543943" y="2738334"/>
                  </a:lnTo>
                  <a:lnTo>
                    <a:pt x="2544129" y="2736751"/>
                  </a:lnTo>
                  <a:lnTo>
                    <a:pt x="2544316" y="2735167"/>
                  </a:lnTo>
                  <a:lnTo>
                    <a:pt x="2544503" y="2733584"/>
                  </a:lnTo>
                  <a:lnTo>
                    <a:pt x="2544690" y="2732001"/>
                  </a:lnTo>
                  <a:lnTo>
                    <a:pt x="2544877" y="2730268"/>
                  </a:lnTo>
                  <a:lnTo>
                    <a:pt x="2545064" y="2728509"/>
                  </a:lnTo>
                  <a:lnTo>
                    <a:pt x="2545251" y="2726706"/>
                  </a:lnTo>
                  <a:lnTo>
                    <a:pt x="2545438" y="2724920"/>
                  </a:lnTo>
                  <a:lnTo>
                    <a:pt x="2545625" y="2723469"/>
                  </a:lnTo>
                  <a:lnTo>
                    <a:pt x="2545812" y="2722264"/>
                  </a:lnTo>
                  <a:lnTo>
                    <a:pt x="2545999" y="2721516"/>
                  </a:lnTo>
                  <a:lnTo>
                    <a:pt x="2546186" y="2721076"/>
                  </a:lnTo>
                  <a:lnTo>
                    <a:pt x="2546372" y="2720725"/>
                  </a:lnTo>
                  <a:lnTo>
                    <a:pt x="2546559" y="2720373"/>
                  </a:lnTo>
                  <a:lnTo>
                    <a:pt x="2546746" y="2719845"/>
                  </a:lnTo>
                  <a:lnTo>
                    <a:pt x="2546933" y="2719370"/>
                  </a:lnTo>
                  <a:lnTo>
                    <a:pt x="2547120" y="2718921"/>
                  </a:lnTo>
                  <a:lnTo>
                    <a:pt x="2547307" y="2718921"/>
                  </a:lnTo>
                  <a:lnTo>
                    <a:pt x="2547494" y="2718921"/>
                  </a:lnTo>
                  <a:lnTo>
                    <a:pt x="2547681" y="2719423"/>
                  </a:lnTo>
                  <a:lnTo>
                    <a:pt x="2547868" y="2720232"/>
                  </a:lnTo>
                  <a:lnTo>
                    <a:pt x="2548055" y="2720980"/>
                  </a:lnTo>
                  <a:lnTo>
                    <a:pt x="2548242" y="2721930"/>
                  </a:lnTo>
                  <a:lnTo>
                    <a:pt x="2548429" y="2722862"/>
                  </a:lnTo>
                  <a:lnTo>
                    <a:pt x="2548616" y="2723442"/>
                  </a:lnTo>
                  <a:lnTo>
                    <a:pt x="2548802" y="2723733"/>
                  </a:lnTo>
                  <a:lnTo>
                    <a:pt x="2548989" y="2723768"/>
                  </a:lnTo>
                  <a:lnTo>
                    <a:pt x="2549176" y="2723381"/>
                  </a:lnTo>
                  <a:lnTo>
                    <a:pt x="2549363" y="2722827"/>
                  </a:lnTo>
                  <a:lnTo>
                    <a:pt x="2549550" y="2721956"/>
                  </a:lnTo>
                  <a:lnTo>
                    <a:pt x="2549737" y="2720707"/>
                  </a:lnTo>
                  <a:lnTo>
                    <a:pt x="2549924" y="2719185"/>
                  </a:lnTo>
                  <a:lnTo>
                    <a:pt x="2550111" y="2717741"/>
                  </a:lnTo>
                  <a:lnTo>
                    <a:pt x="2550298" y="2716553"/>
                  </a:lnTo>
                  <a:lnTo>
                    <a:pt x="2550485" y="2714940"/>
                  </a:lnTo>
                  <a:lnTo>
                    <a:pt x="2550672" y="2713053"/>
                  </a:lnTo>
                  <a:lnTo>
                    <a:pt x="2550859" y="2710865"/>
                  </a:lnTo>
                  <a:lnTo>
                    <a:pt x="2551045" y="2708698"/>
                  </a:lnTo>
                  <a:lnTo>
                    <a:pt x="2551232" y="2706274"/>
                  </a:lnTo>
                  <a:lnTo>
                    <a:pt x="2551419" y="2703966"/>
                  </a:lnTo>
                  <a:lnTo>
                    <a:pt x="2551606" y="2702116"/>
                  </a:lnTo>
                  <a:lnTo>
                    <a:pt x="2551793" y="2700151"/>
                  </a:lnTo>
                  <a:lnTo>
                    <a:pt x="2551980" y="2697992"/>
                  </a:lnTo>
                  <a:lnTo>
                    <a:pt x="2552167" y="2695607"/>
                  </a:lnTo>
                  <a:lnTo>
                    <a:pt x="2552354" y="2693226"/>
                  </a:lnTo>
                  <a:lnTo>
                    <a:pt x="2552541" y="2690958"/>
                  </a:lnTo>
                  <a:lnTo>
                    <a:pt x="2552728" y="2688789"/>
                  </a:lnTo>
                  <a:lnTo>
                    <a:pt x="2552915" y="2686633"/>
                  </a:lnTo>
                  <a:lnTo>
                    <a:pt x="2553102" y="2684469"/>
                  </a:lnTo>
                  <a:lnTo>
                    <a:pt x="2553289" y="2682356"/>
                  </a:lnTo>
                  <a:lnTo>
                    <a:pt x="2553475" y="2680281"/>
                  </a:lnTo>
                  <a:lnTo>
                    <a:pt x="2553662" y="2678348"/>
                  </a:lnTo>
                  <a:lnTo>
                    <a:pt x="2553849" y="2676082"/>
                  </a:lnTo>
                  <a:lnTo>
                    <a:pt x="2554036" y="2673532"/>
                  </a:lnTo>
                  <a:lnTo>
                    <a:pt x="2554223" y="2671010"/>
                  </a:lnTo>
                  <a:lnTo>
                    <a:pt x="2554410" y="2668271"/>
                  </a:lnTo>
                  <a:lnTo>
                    <a:pt x="2554597" y="2665913"/>
                  </a:lnTo>
                  <a:lnTo>
                    <a:pt x="2554784" y="2663705"/>
                  </a:lnTo>
                  <a:lnTo>
                    <a:pt x="2554971" y="2662051"/>
                  </a:lnTo>
                  <a:lnTo>
                    <a:pt x="2555158" y="2660811"/>
                  </a:lnTo>
                  <a:lnTo>
                    <a:pt x="2555345" y="2659756"/>
                  </a:lnTo>
                  <a:lnTo>
                    <a:pt x="2555532" y="2658762"/>
                  </a:lnTo>
                  <a:lnTo>
                    <a:pt x="2555719" y="2657882"/>
                  </a:lnTo>
                  <a:lnTo>
                    <a:pt x="2555905" y="2657003"/>
                  </a:lnTo>
                  <a:lnTo>
                    <a:pt x="2556092" y="2656167"/>
                  </a:lnTo>
                  <a:lnTo>
                    <a:pt x="2556279" y="2655630"/>
                  </a:lnTo>
                  <a:lnTo>
                    <a:pt x="2556466" y="2654993"/>
                  </a:lnTo>
                  <a:lnTo>
                    <a:pt x="2556653" y="2654559"/>
                  </a:lnTo>
                  <a:lnTo>
                    <a:pt x="2556840" y="2654301"/>
                  </a:lnTo>
                  <a:lnTo>
                    <a:pt x="2557027" y="2654070"/>
                  </a:lnTo>
                  <a:lnTo>
                    <a:pt x="2557214" y="2653879"/>
                  </a:lnTo>
                  <a:lnTo>
                    <a:pt x="2557401" y="2654007"/>
                  </a:lnTo>
                  <a:lnTo>
                    <a:pt x="2557588" y="2654357"/>
                  </a:lnTo>
                  <a:lnTo>
                    <a:pt x="2557775" y="2654795"/>
                  </a:lnTo>
                  <a:lnTo>
                    <a:pt x="2557962" y="2655039"/>
                  </a:lnTo>
                  <a:lnTo>
                    <a:pt x="2558148" y="2655284"/>
                  </a:lnTo>
                  <a:lnTo>
                    <a:pt x="2558335" y="2655503"/>
                  </a:lnTo>
                  <a:lnTo>
                    <a:pt x="2558522" y="2655714"/>
                  </a:lnTo>
                  <a:lnTo>
                    <a:pt x="2558709" y="2655602"/>
                  </a:lnTo>
                  <a:lnTo>
                    <a:pt x="2558896" y="2655220"/>
                  </a:lnTo>
                  <a:lnTo>
                    <a:pt x="2559083" y="2654657"/>
                  </a:lnTo>
                  <a:lnTo>
                    <a:pt x="2559270" y="2653971"/>
                  </a:lnTo>
                  <a:lnTo>
                    <a:pt x="2559457" y="2653403"/>
                  </a:lnTo>
                  <a:lnTo>
                    <a:pt x="2559644" y="2652452"/>
                  </a:lnTo>
                  <a:lnTo>
                    <a:pt x="2559831" y="2651302"/>
                  </a:lnTo>
                  <a:lnTo>
                    <a:pt x="2560018" y="2650101"/>
                  </a:lnTo>
                  <a:lnTo>
                    <a:pt x="2560205" y="2648319"/>
                  </a:lnTo>
                  <a:lnTo>
                    <a:pt x="2560392" y="2645947"/>
                  </a:lnTo>
                  <a:lnTo>
                    <a:pt x="2560578" y="2643349"/>
                  </a:lnTo>
                  <a:lnTo>
                    <a:pt x="2560765" y="2640682"/>
                  </a:lnTo>
                  <a:lnTo>
                    <a:pt x="2560952" y="2637674"/>
                  </a:lnTo>
                  <a:lnTo>
                    <a:pt x="2561139" y="2634505"/>
                  </a:lnTo>
                  <a:lnTo>
                    <a:pt x="2561326" y="2631209"/>
                  </a:lnTo>
                  <a:lnTo>
                    <a:pt x="2561513" y="2628059"/>
                  </a:lnTo>
                  <a:lnTo>
                    <a:pt x="2561700" y="2625186"/>
                  </a:lnTo>
                  <a:lnTo>
                    <a:pt x="2561887" y="2622032"/>
                  </a:lnTo>
                  <a:lnTo>
                    <a:pt x="2562074" y="2619182"/>
                  </a:lnTo>
                  <a:lnTo>
                    <a:pt x="2562261" y="2616815"/>
                  </a:lnTo>
                  <a:lnTo>
                    <a:pt x="2562448" y="2615174"/>
                  </a:lnTo>
                  <a:lnTo>
                    <a:pt x="2562635" y="2613766"/>
                  </a:lnTo>
                  <a:lnTo>
                    <a:pt x="2562822" y="2612132"/>
                  </a:lnTo>
                  <a:lnTo>
                    <a:pt x="2563008" y="2610765"/>
                  </a:lnTo>
                  <a:lnTo>
                    <a:pt x="2563195" y="2610065"/>
                  </a:lnTo>
                  <a:lnTo>
                    <a:pt x="2563382" y="2609637"/>
                  </a:lnTo>
                  <a:lnTo>
                    <a:pt x="2563569" y="2609606"/>
                  </a:lnTo>
                  <a:lnTo>
                    <a:pt x="2563756" y="2610331"/>
                  </a:lnTo>
                  <a:lnTo>
                    <a:pt x="2563943" y="2611281"/>
                  </a:lnTo>
                  <a:lnTo>
                    <a:pt x="2564130" y="2612381"/>
                  </a:lnTo>
                  <a:lnTo>
                    <a:pt x="2564317" y="2613626"/>
                  </a:lnTo>
                  <a:lnTo>
                    <a:pt x="2564504" y="2614695"/>
                  </a:lnTo>
                  <a:lnTo>
                    <a:pt x="2564691" y="2615764"/>
                  </a:lnTo>
                  <a:lnTo>
                    <a:pt x="2564878" y="2616780"/>
                  </a:lnTo>
                  <a:lnTo>
                    <a:pt x="2565065" y="2617538"/>
                  </a:lnTo>
                  <a:lnTo>
                    <a:pt x="2565251" y="2617837"/>
                  </a:lnTo>
                  <a:lnTo>
                    <a:pt x="2565438" y="2618013"/>
                  </a:lnTo>
                  <a:lnTo>
                    <a:pt x="2565625" y="2618189"/>
                  </a:lnTo>
                  <a:lnTo>
                    <a:pt x="2565812" y="2618365"/>
                  </a:lnTo>
                  <a:lnTo>
                    <a:pt x="2565999" y="2618479"/>
                  </a:lnTo>
                  <a:lnTo>
                    <a:pt x="2566186" y="2618479"/>
                  </a:lnTo>
                  <a:lnTo>
                    <a:pt x="2566373" y="2618506"/>
                  </a:lnTo>
                  <a:lnTo>
                    <a:pt x="2566560" y="2618359"/>
                  </a:lnTo>
                  <a:lnTo>
                    <a:pt x="2566747" y="2618260"/>
                  </a:lnTo>
                  <a:lnTo>
                    <a:pt x="2566934" y="2618125"/>
                  </a:lnTo>
                  <a:lnTo>
                    <a:pt x="2567121" y="2617881"/>
                  </a:lnTo>
                  <a:lnTo>
                    <a:pt x="2567308" y="2617587"/>
                  </a:lnTo>
                  <a:lnTo>
                    <a:pt x="2567495" y="2617199"/>
                  </a:lnTo>
                  <a:lnTo>
                    <a:pt x="2567681" y="2616848"/>
                  </a:lnTo>
                  <a:lnTo>
                    <a:pt x="2567868" y="2616496"/>
                  </a:lnTo>
                  <a:lnTo>
                    <a:pt x="2568055" y="2616252"/>
                  </a:lnTo>
                  <a:lnTo>
                    <a:pt x="2568242" y="2616009"/>
                  </a:lnTo>
                  <a:lnTo>
                    <a:pt x="2568429" y="2615513"/>
                  </a:lnTo>
                  <a:lnTo>
                    <a:pt x="2568616" y="2614836"/>
                  </a:lnTo>
                  <a:lnTo>
                    <a:pt x="2568803" y="2614160"/>
                  </a:lnTo>
                  <a:lnTo>
                    <a:pt x="2568990" y="2613274"/>
                  </a:lnTo>
                  <a:lnTo>
                    <a:pt x="2569177" y="2612185"/>
                  </a:lnTo>
                  <a:lnTo>
                    <a:pt x="2569364" y="2610983"/>
                  </a:lnTo>
                  <a:lnTo>
                    <a:pt x="2569551" y="2609498"/>
                  </a:lnTo>
                  <a:lnTo>
                    <a:pt x="2569738" y="2608232"/>
                  </a:lnTo>
                  <a:lnTo>
                    <a:pt x="2569924" y="2607106"/>
                  </a:lnTo>
                  <a:lnTo>
                    <a:pt x="2570111" y="2606099"/>
                  </a:lnTo>
                  <a:lnTo>
                    <a:pt x="2570298" y="2605144"/>
                  </a:lnTo>
                  <a:lnTo>
                    <a:pt x="2570485" y="2603922"/>
                  </a:lnTo>
                  <a:lnTo>
                    <a:pt x="2570672" y="2602744"/>
                  </a:lnTo>
                  <a:lnTo>
                    <a:pt x="2570859" y="2601442"/>
                  </a:lnTo>
                  <a:lnTo>
                    <a:pt x="2571046" y="2600119"/>
                  </a:lnTo>
                  <a:lnTo>
                    <a:pt x="2571233" y="2599049"/>
                  </a:lnTo>
                  <a:lnTo>
                    <a:pt x="2571420" y="2598159"/>
                  </a:lnTo>
                  <a:lnTo>
                    <a:pt x="2571607" y="2597269"/>
                  </a:lnTo>
                  <a:lnTo>
                    <a:pt x="2571794" y="2596588"/>
                  </a:lnTo>
                  <a:lnTo>
                    <a:pt x="2571981" y="2596103"/>
                  </a:lnTo>
                  <a:lnTo>
                    <a:pt x="2572168" y="2595535"/>
                  </a:lnTo>
                  <a:lnTo>
                    <a:pt x="2572354" y="2594902"/>
                  </a:lnTo>
                  <a:lnTo>
                    <a:pt x="2572541" y="2594351"/>
                  </a:lnTo>
                  <a:lnTo>
                    <a:pt x="2572728" y="2593887"/>
                  </a:lnTo>
                  <a:lnTo>
                    <a:pt x="2572915" y="2593582"/>
                  </a:lnTo>
                  <a:lnTo>
                    <a:pt x="2573102" y="2593133"/>
                  </a:lnTo>
                  <a:lnTo>
                    <a:pt x="2573289" y="2593186"/>
                  </a:lnTo>
                  <a:lnTo>
                    <a:pt x="2573476" y="2593362"/>
                  </a:lnTo>
                  <a:lnTo>
                    <a:pt x="2573663" y="2593687"/>
                  </a:lnTo>
                  <a:lnTo>
                    <a:pt x="2573850" y="2594039"/>
                  </a:lnTo>
                  <a:lnTo>
                    <a:pt x="2574037" y="2594391"/>
                  </a:lnTo>
                  <a:lnTo>
                    <a:pt x="2574224" y="2594743"/>
                  </a:lnTo>
                  <a:lnTo>
                    <a:pt x="2574411" y="2595095"/>
                  </a:lnTo>
                  <a:lnTo>
                    <a:pt x="2574598" y="2595269"/>
                  </a:lnTo>
                  <a:lnTo>
                    <a:pt x="2574784" y="2595566"/>
                  </a:lnTo>
                  <a:lnTo>
                    <a:pt x="2574971" y="2595810"/>
                  </a:lnTo>
                  <a:lnTo>
                    <a:pt x="2575158" y="2595903"/>
                  </a:lnTo>
                  <a:lnTo>
                    <a:pt x="2575345" y="2595782"/>
                  </a:lnTo>
                  <a:lnTo>
                    <a:pt x="2575532" y="2595007"/>
                  </a:lnTo>
                  <a:lnTo>
                    <a:pt x="2575719" y="2593902"/>
                  </a:lnTo>
                  <a:lnTo>
                    <a:pt x="2575906" y="2592569"/>
                  </a:lnTo>
                  <a:lnTo>
                    <a:pt x="2576093" y="2590894"/>
                  </a:lnTo>
                  <a:lnTo>
                    <a:pt x="2576280" y="2588827"/>
                  </a:lnTo>
                  <a:lnTo>
                    <a:pt x="2576467" y="2586741"/>
                  </a:lnTo>
                  <a:lnTo>
                    <a:pt x="2576654" y="2584533"/>
                  </a:lnTo>
                  <a:lnTo>
                    <a:pt x="2576841" y="2582272"/>
                  </a:lnTo>
                  <a:lnTo>
                    <a:pt x="2577027" y="2580010"/>
                  </a:lnTo>
                  <a:lnTo>
                    <a:pt x="2577214" y="2577749"/>
                  </a:lnTo>
                  <a:lnTo>
                    <a:pt x="2577401" y="2575491"/>
                  </a:lnTo>
                  <a:lnTo>
                    <a:pt x="2577588" y="2573113"/>
                  </a:lnTo>
                  <a:lnTo>
                    <a:pt x="2577775" y="2570699"/>
                  </a:lnTo>
                  <a:lnTo>
                    <a:pt x="2577962" y="2568420"/>
                  </a:lnTo>
                  <a:lnTo>
                    <a:pt x="2578149" y="2566108"/>
                  </a:lnTo>
                  <a:lnTo>
                    <a:pt x="2578336" y="2563715"/>
                  </a:lnTo>
                  <a:lnTo>
                    <a:pt x="2578523" y="2561515"/>
                  </a:lnTo>
                  <a:lnTo>
                    <a:pt x="2578710" y="2559779"/>
                  </a:lnTo>
                  <a:lnTo>
                    <a:pt x="2578897" y="2558436"/>
                  </a:lnTo>
                  <a:lnTo>
                    <a:pt x="2579084" y="2557433"/>
                  </a:lnTo>
                  <a:lnTo>
                    <a:pt x="2579271" y="2556386"/>
                  </a:lnTo>
                  <a:lnTo>
                    <a:pt x="2579457" y="2555608"/>
                  </a:lnTo>
                  <a:lnTo>
                    <a:pt x="2579644" y="2554882"/>
                  </a:lnTo>
                  <a:lnTo>
                    <a:pt x="2579831" y="2554156"/>
                  </a:lnTo>
                  <a:lnTo>
                    <a:pt x="2580018" y="2553430"/>
                  </a:lnTo>
                  <a:lnTo>
                    <a:pt x="2580205" y="2553011"/>
                  </a:lnTo>
                  <a:lnTo>
                    <a:pt x="2580392" y="2552839"/>
                  </a:lnTo>
                  <a:lnTo>
                    <a:pt x="2580579" y="2553197"/>
                  </a:lnTo>
                  <a:lnTo>
                    <a:pt x="2580766" y="2553963"/>
                  </a:lnTo>
                  <a:lnTo>
                    <a:pt x="2580953" y="2555020"/>
                  </a:lnTo>
                  <a:lnTo>
                    <a:pt x="2581140" y="2556453"/>
                  </a:lnTo>
                  <a:lnTo>
                    <a:pt x="2581327" y="2557945"/>
                  </a:lnTo>
                  <a:lnTo>
                    <a:pt x="2581514" y="2559709"/>
                  </a:lnTo>
                  <a:lnTo>
                    <a:pt x="2581701" y="2561460"/>
                  </a:lnTo>
                  <a:lnTo>
                    <a:pt x="2581887" y="2563149"/>
                  </a:lnTo>
                  <a:lnTo>
                    <a:pt x="2582074" y="2564732"/>
                  </a:lnTo>
                  <a:lnTo>
                    <a:pt x="2582261" y="2566412"/>
                  </a:lnTo>
                  <a:lnTo>
                    <a:pt x="2582448" y="2567995"/>
                  </a:lnTo>
                  <a:lnTo>
                    <a:pt x="2582635" y="2569622"/>
                  </a:lnTo>
                  <a:lnTo>
                    <a:pt x="2582822" y="2571382"/>
                  </a:lnTo>
                  <a:lnTo>
                    <a:pt x="2583009" y="2572833"/>
                  </a:lnTo>
                  <a:lnTo>
                    <a:pt x="2583196" y="2574038"/>
                  </a:lnTo>
                  <a:lnTo>
                    <a:pt x="2583383" y="2574786"/>
                  </a:lnTo>
                  <a:lnTo>
                    <a:pt x="2583570" y="2575225"/>
                  </a:lnTo>
                  <a:lnTo>
                    <a:pt x="2583757" y="2575577"/>
                  </a:lnTo>
                  <a:lnTo>
                    <a:pt x="2583944" y="2575929"/>
                  </a:lnTo>
                  <a:lnTo>
                    <a:pt x="2584130" y="2576334"/>
                  </a:lnTo>
                  <a:lnTo>
                    <a:pt x="2584317" y="2576782"/>
                  </a:lnTo>
                  <a:lnTo>
                    <a:pt x="2584504" y="2577310"/>
                  </a:lnTo>
                  <a:lnTo>
                    <a:pt x="2584691" y="2577838"/>
                  </a:lnTo>
                  <a:lnTo>
                    <a:pt x="2584878" y="2578453"/>
                  </a:lnTo>
                  <a:lnTo>
                    <a:pt x="2585065" y="2578717"/>
                  </a:lnTo>
                  <a:lnTo>
                    <a:pt x="2585252" y="2579016"/>
                  </a:lnTo>
                  <a:lnTo>
                    <a:pt x="2585439" y="2579439"/>
                  </a:lnTo>
                  <a:lnTo>
                    <a:pt x="2585626" y="2579746"/>
                  </a:lnTo>
                  <a:lnTo>
                    <a:pt x="2585813" y="2580072"/>
                  </a:lnTo>
                  <a:lnTo>
                    <a:pt x="2586000" y="2580899"/>
                  </a:lnTo>
                  <a:lnTo>
                    <a:pt x="2586187" y="2582016"/>
                  </a:lnTo>
                  <a:lnTo>
                    <a:pt x="2586374" y="2583291"/>
                  </a:lnTo>
                  <a:lnTo>
                    <a:pt x="2586560" y="2585042"/>
                  </a:lnTo>
                  <a:lnTo>
                    <a:pt x="2586747" y="2587003"/>
                  </a:lnTo>
                  <a:lnTo>
                    <a:pt x="2586934" y="2589281"/>
                  </a:lnTo>
                  <a:lnTo>
                    <a:pt x="2587121" y="2591788"/>
                  </a:lnTo>
                  <a:lnTo>
                    <a:pt x="2587308" y="2594391"/>
                  </a:lnTo>
                  <a:lnTo>
                    <a:pt x="2587495" y="2596364"/>
                  </a:lnTo>
                  <a:lnTo>
                    <a:pt x="2587682" y="2598168"/>
                  </a:lnTo>
                  <a:lnTo>
                    <a:pt x="2587869" y="2600106"/>
                  </a:lnTo>
                  <a:lnTo>
                    <a:pt x="2588056" y="2601808"/>
                  </a:lnTo>
                  <a:lnTo>
                    <a:pt x="2588243" y="2603705"/>
                  </a:lnTo>
                  <a:lnTo>
                    <a:pt x="2588430" y="2605504"/>
                  </a:lnTo>
                  <a:lnTo>
                    <a:pt x="2588617" y="2607549"/>
                  </a:lnTo>
                  <a:lnTo>
                    <a:pt x="2588803" y="2609329"/>
                  </a:lnTo>
                  <a:lnTo>
                    <a:pt x="2588990" y="2610704"/>
                  </a:lnTo>
                  <a:lnTo>
                    <a:pt x="2589177" y="2612107"/>
                  </a:lnTo>
                  <a:lnTo>
                    <a:pt x="2589364" y="2613262"/>
                  </a:lnTo>
                  <a:lnTo>
                    <a:pt x="2589551" y="2614504"/>
                  </a:lnTo>
                  <a:lnTo>
                    <a:pt x="2589738" y="2615416"/>
                  </a:lnTo>
                  <a:lnTo>
                    <a:pt x="2589925" y="2615758"/>
                  </a:lnTo>
                  <a:lnTo>
                    <a:pt x="2590112" y="2615596"/>
                  </a:lnTo>
                  <a:lnTo>
                    <a:pt x="2590299" y="2615087"/>
                  </a:lnTo>
                  <a:lnTo>
                    <a:pt x="2590486" y="2614269"/>
                  </a:lnTo>
                  <a:lnTo>
                    <a:pt x="2590673" y="2613277"/>
                  </a:lnTo>
                  <a:lnTo>
                    <a:pt x="2590860" y="2612458"/>
                  </a:lnTo>
                  <a:lnTo>
                    <a:pt x="2591047" y="2611401"/>
                  </a:lnTo>
                  <a:lnTo>
                    <a:pt x="2591233" y="2610369"/>
                  </a:lnTo>
                  <a:lnTo>
                    <a:pt x="2591420" y="2609242"/>
                  </a:lnTo>
                  <a:lnTo>
                    <a:pt x="2591607" y="2607374"/>
                  </a:lnTo>
                  <a:lnTo>
                    <a:pt x="2591794" y="2605311"/>
                  </a:lnTo>
                  <a:lnTo>
                    <a:pt x="2591981" y="2603008"/>
                  </a:lnTo>
                  <a:lnTo>
                    <a:pt x="2592168" y="2600809"/>
                  </a:lnTo>
                  <a:lnTo>
                    <a:pt x="2592355" y="2597950"/>
                  </a:lnTo>
                  <a:lnTo>
                    <a:pt x="2592542" y="2594520"/>
                  </a:lnTo>
                  <a:lnTo>
                    <a:pt x="2592729" y="2591344"/>
                  </a:lnTo>
                  <a:lnTo>
                    <a:pt x="2592916" y="2588582"/>
                  </a:lnTo>
                  <a:lnTo>
                    <a:pt x="2593103" y="2586146"/>
                  </a:lnTo>
                  <a:lnTo>
                    <a:pt x="2593290" y="2583877"/>
                  </a:lnTo>
                  <a:lnTo>
                    <a:pt x="2593477" y="2581854"/>
                  </a:lnTo>
                  <a:lnTo>
                    <a:pt x="2593663" y="2579743"/>
                  </a:lnTo>
                  <a:lnTo>
                    <a:pt x="2593850" y="2577755"/>
                  </a:lnTo>
                  <a:lnTo>
                    <a:pt x="2594037" y="2575547"/>
                  </a:lnTo>
                  <a:lnTo>
                    <a:pt x="2594224" y="2573744"/>
                  </a:lnTo>
                  <a:lnTo>
                    <a:pt x="2594411" y="2572504"/>
                  </a:lnTo>
                  <a:lnTo>
                    <a:pt x="2594598" y="2571624"/>
                  </a:lnTo>
                  <a:lnTo>
                    <a:pt x="2594785" y="2570789"/>
                  </a:lnTo>
                  <a:lnTo>
                    <a:pt x="2594972" y="2570085"/>
                  </a:lnTo>
                  <a:lnTo>
                    <a:pt x="2595159" y="2569584"/>
                  </a:lnTo>
                  <a:lnTo>
                    <a:pt x="2595346" y="2569759"/>
                  </a:lnTo>
                  <a:lnTo>
                    <a:pt x="2595533" y="2569966"/>
                  </a:lnTo>
                  <a:lnTo>
                    <a:pt x="2595720" y="2570329"/>
                  </a:lnTo>
                  <a:lnTo>
                    <a:pt x="2595906" y="2570700"/>
                  </a:lnTo>
                  <a:lnTo>
                    <a:pt x="2596093" y="2571543"/>
                  </a:lnTo>
                  <a:lnTo>
                    <a:pt x="2596280" y="2572683"/>
                  </a:lnTo>
                  <a:lnTo>
                    <a:pt x="2596467" y="2573895"/>
                  </a:lnTo>
                  <a:lnTo>
                    <a:pt x="2596654" y="2575216"/>
                  </a:lnTo>
                  <a:lnTo>
                    <a:pt x="2596841" y="2576630"/>
                  </a:lnTo>
                  <a:lnTo>
                    <a:pt x="2597028" y="2578207"/>
                  </a:lnTo>
                  <a:lnTo>
                    <a:pt x="2597215" y="2580052"/>
                  </a:lnTo>
                  <a:lnTo>
                    <a:pt x="2597402" y="2582038"/>
                  </a:lnTo>
                  <a:lnTo>
                    <a:pt x="2597589" y="2584245"/>
                  </a:lnTo>
                  <a:lnTo>
                    <a:pt x="2597776" y="2586804"/>
                  </a:lnTo>
                  <a:lnTo>
                    <a:pt x="2597963" y="2589501"/>
                  </a:lnTo>
                  <a:lnTo>
                    <a:pt x="2598150" y="2592267"/>
                  </a:lnTo>
                  <a:lnTo>
                    <a:pt x="2598336" y="2595271"/>
                  </a:lnTo>
                  <a:lnTo>
                    <a:pt x="2598523" y="2598140"/>
                  </a:lnTo>
                  <a:lnTo>
                    <a:pt x="2598710" y="2601039"/>
                  </a:lnTo>
                  <a:lnTo>
                    <a:pt x="2598897" y="2603793"/>
                  </a:lnTo>
                  <a:lnTo>
                    <a:pt x="2599084" y="2606412"/>
                  </a:lnTo>
                  <a:lnTo>
                    <a:pt x="2599271" y="2609314"/>
                  </a:lnTo>
                  <a:lnTo>
                    <a:pt x="2599458" y="2611903"/>
                  </a:lnTo>
                  <a:lnTo>
                    <a:pt x="2599645" y="2613913"/>
                  </a:lnTo>
                  <a:lnTo>
                    <a:pt x="2599832" y="2615313"/>
                  </a:lnTo>
                  <a:lnTo>
                    <a:pt x="2600019" y="2616596"/>
                  </a:lnTo>
                  <a:lnTo>
                    <a:pt x="2600206" y="2617839"/>
                  </a:lnTo>
                  <a:lnTo>
                    <a:pt x="2600393" y="2618557"/>
                  </a:lnTo>
                  <a:lnTo>
                    <a:pt x="2600580" y="2618616"/>
                  </a:lnTo>
                  <a:lnTo>
                    <a:pt x="2600766" y="2618366"/>
                  </a:lnTo>
                  <a:lnTo>
                    <a:pt x="2600953" y="2617852"/>
                  </a:lnTo>
                  <a:lnTo>
                    <a:pt x="2601140" y="2616862"/>
                  </a:lnTo>
                  <a:lnTo>
                    <a:pt x="2601327" y="2615816"/>
                  </a:lnTo>
                  <a:lnTo>
                    <a:pt x="2601514" y="2614716"/>
                  </a:lnTo>
                  <a:lnTo>
                    <a:pt x="2601701" y="2613207"/>
                  </a:lnTo>
                  <a:lnTo>
                    <a:pt x="2601888" y="2611399"/>
                  </a:lnTo>
                  <a:lnTo>
                    <a:pt x="2602075" y="2609765"/>
                  </a:lnTo>
                  <a:lnTo>
                    <a:pt x="2602262" y="2608137"/>
                  </a:lnTo>
                  <a:lnTo>
                    <a:pt x="2602449" y="2606800"/>
                  </a:lnTo>
                  <a:lnTo>
                    <a:pt x="2602636" y="2605753"/>
                  </a:lnTo>
                  <a:lnTo>
                    <a:pt x="2602823" y="2604454"/>
                  </a:lnTo>
                  <a:lnTo>
                    <a:pt x="2603009" y="2603119"/>
                  </a:lnTo>
                  <a:lnTo>
                    <a:pt x="2603196" y="2601820"/>
                  </a:lnTo>
                  <a:lnTo>
                    <a:pt x="2603383" y="2600427"/>
                  </a:lnTo>
                  <a:lnTo>
                    <a:pt x="2603570" y="2599071"/>
                  </a:lnTo>
                  <a:lnTo>
                    <a:pt x="2603757" y="2597751"/>
                  </a:lnTo>
                  <a:lnTo>
                    <a:pt x="2603944" y="2596281"/>
                  </a:lnTo>
                  <a:lnTo>
                    <a:pt x="2604131" y="2594670"/>
                  </a:lnTo>
                  <a:lnTo>
                    <a:pt x="2604318" y="2593095"/>
                  </a:lnTo>
                  <a:lnTo>
                    <a:pt x="2604505" y="2591817"/>
                  </a:lnTo>
                  <a:lnTo>
                    <a:pt x="2604692" y="2590803"/>
                  </a:lnTo>
                  <a:lnTo>
                    <a:pt x="2604879" y="2590024"/>
                  </a:lnTo>
                  <a:lnTo>
                    <a:pt x="2605066" y="2589278"/>
                  </a:lnTo>
                  <a:lnTo>
                    <a:pt x="2605253" y="2588500"/>
                  </a:lnTo>
                  <a:lnTo>
                    <a:pt x="2605439" y="2587489"/>
                  </a:lnTo>
                  <a:lnTo>
                    <a:pt x="2605626" y="2586731"/>
                  </a:lnTo>
                  <a:lnTo>
                    <a:pt x="2605813" y="2586407"/>
                  </a:lnTo>
                  <a:lnTo>
                    <a:pt x="2606000" y="2586450"/>
                  </a:lnTo>
                  <a:lnTo>
                    <a:pt x="2606187" y="2586796"/>
                  </a:lnTo>
                  <a:lnTo>
                    <a:pt x="2606374" y="2587439"/>
                  </a:lnTo>
                  <a:lnTo>
                    <a:pt x="2606561" y="2588364"/>
                  </a:lnTo>
                  <a:lnTo>
                    <a:pt x="2606748" y="2589565"/>
                  </a:lnTo>
                  <a:lnTo>
                    <a:pt x="2606935" y="2591324"/>
                  </a:lnTo>
                  <a:lnTo>
                    <a:pt x="2607122" y="2592665"/>
                  </a:lnTo>
                  <a:lnTo>
                    <a:pt x="2607309" y="2593688"/>
                  </a:lnTo>
                  <a:lnTo>
                    <a:pt x="2607496" y="2594594"/>
                  </a:lnTo>
                  <a:lnTo>
                    <a:pt x="2607682" y="2595448"/>
                  </a:lnTo>
                  <a:lnTo>
                    <a:pt x="2607869" y="2596569"/>
                  </a:lnTo>
                  <a:lnTo>
                    <a:pt x="2608056" y="2597471"/>
                  </a:lnTo>
                  <a:lnTo>
                    <a:pt x="2608243" y="2598479"/>
                  </a:lnTo>
                  <a:lnTo>
                    <a:pt x="2608430" y="2599349"/>
                  </a:lnTo>
                  <a:lnTo>
                    <a:pt x="2608617" y="2599967"/>
                  </a:lnTo>
                  <a:lnTo>
                    <a:pt x="2608804" y="2600035"/>
                  </a:lnTo>
                  <a:lnTo>
                    <a:pt x="2608991" y="2599514"/>
                  </a:lnTo>
                  <a:lnTo>
                    <a:pt x="2609178" y="2598405"/>
                  </a:lnTo>
                  <a:lnTo>
                    <a:pt x="2609365" y="2597173"/>
                  </a:lnTo>
                  <a:lnTo>
                    <a:pt x="2609552" y="2596148"/>
                  </a:lnTo>
                  <a:lnTo>
                    <a:pt x="2609739" y="2594572"/>
                  </a:lnTo>
                  <a:lnTo>
                    <a:pt x="2609926" y="2592982"/>
                  </a:lnTo>
                  <a:lnTo>
                    <a:pt x="2610112" y="2591579"/>
                  </a:lnTo>
                  <a:lnTo>
                    <a:pt x="2610299" y="2590209"/>
                  </a:lnTo>
                  <a:lnTo>
                    <a:pt x="2610486" y="2588982"/>
                  </a:lnTo>
                  <a:lnTo>
                    <a:pt x="2610673" y="2587421"/>
                  </a:lnTo>
                  <a:lnTo>
                    <a:pt x="2610860" y="2585840"/>
                  </a:lnTo>
                  <a:lnTo>
                    <a:pt x="2611047" y="2584119"/>
                  </a:lnTo>
                  <a:lnTo>
                    <a:pt x="2611234" y="2582455"/>
                  </a:lnTo>
                  <a:lnTo>
                    <a:pt x="2611421" y="2580958"/>
                  </a:lnTo>
                  <a:lnTo>
                    <a:pt x="2611608" y="2579567"/>
                  </a:lnTo>
                  <a:lnTo>
                    <a:pt x="2611795" y="2578470"/>
                  </a:lnTo>
                  <a:lnTo>
                    <a:pt x="2611982" y="2577491"/>
                  </a:lnTo>
                  <a:lnTo>
                    <a:pt x="2612169" y="2576647"/>
                  </a:lnTo>
                  <a:lnTo>
                    <a:pt x="2612356" y="2576067"/>
                  </a:lnTo>
                  <a:lnTo>
                    <a:pt x="2612542" y="2575954"/>
                  </a:lnTo>
                  <a:lnTo>
                    <a:pt x="2612729" y="2576450"/>
                  </a:lnTo>
                  <a:lnTo>
                    <a:pt x="2612916" y="2577503"/>
                  </a:lnTo>
                  <a:lnTo>
                    <a:pt x="2613103" y="2578767"/>
                  </a:lnTo>
                  <a:lnTo>
                    <a:pt x="2613290" y="2580195"/>
                  </a:lnTo>
                  <a:lnTo>
                    <a:pt x="2613477" y="2581834"/>
                  </a:lnTo>
                  <a:lnTo>
                    <a:pt x="2613664" y="2583859"/>
                  </a:lnTo>
                  <a:lnTo>
                    <a:pt x="2613851" y="2585903"/>
                  </a:lnTo>
                  <a:lnTo>
                    <a:pt x="2614038" y="2588034"/>
                  </a:lnTo>
                  <a:lnTo>
                    <a:pt x="2614225" y="2590039"/>
                  </a:lnTo>
                  <a:lnTo>
                    <a:pt x="2614412" y="2591728"/>
                  </a:lnTo>
                  <a:lnTo>
                    <a:pt x="2614599" y="2592828"/>
                  </a:lnTo>
                  <a:lnTo>
                    <a:pt x="2614785" y="2593558"/>
                  </a:lnTo>
                  <a:lnTo>
                    <a:pt x="2614972" y="2594156"/>
                  </a:lnTo>
                  <a:lnTo>
                    <a:pt x="2615159" y="2594376"/>
                  </a:lnTo>
                  <a:lnTo>
                    <a:pt x="2615346" y="2594525"/>
                  </a:lnTo>
                  <a:lnTo>
                    <a:pt x="2615533" y="2594226"/>
                  </a:lnTo>
                  <a:lnTo>
                    <a:pt x="2615720" y="2593910"/>
                  </a:lnTo>
                  <a:lnTo>
                    <a:pt x="2615907" y="2593479"/>
                  </a:lnTo>
                  <a:lnTo>
                    <a:pt x="2616094" y="2592750"/>
                  </a:lnTo>
                  <a:lnTo>
                    <a:pt x="2616281" y="2591736"/>
                  </a:lnTo>
                  <a:lnTo>
                    <a:pt x="2616468" y="2590276"/>
                  </a:lnTo>
                  <a:lnTo>
                    <a:pt x="2616655" y="2588860"/>
                  </a:lnTo>
                  <a:lnTo>
                    <a:pt x="2616842" y="2587219"/>
                  </a:lnTo>
                  <a:lnTo>
                    <a:pt x="2617029" y="2585518"/>
                  </a:lnTo>
                  <a:lnTo>
                    <a:pt x="2617215" y="2583886"/>
                  </a:lnTo>
                  <a:lnTo>
                    <a:pt x="2617402" y="2582809"/>
                  </a:lnTo>
                  <a:lnTo>
                    <a:pt x="2617589" y="2582242"/>
                  </a:lnTo>
                  <a:lnTo>
                    <a:pt x="2617776" y="2581843"/>
                  </a:lnTo>
                  <a:lnTo>
                    <a:pt x="2617963" y="2581784"/>
                  </a:lnTo>
                  <a:lnTo>
                    <a:pt x="2618150" y="2581633"/>
                  </a:lnTo>
                  <a:lnTo>
                    <a:pt x="2618337" y="2581589"/>
                  </a:lnTo>
                  <a:lnTo>
                    <a:pt x="2618524" y="2581141"/>
                  </a:lnTo>
                  <a:lnTo>
                    <a:pt x="2618711" y="2580652"/>
                  </a:lnTo>
                  <a:lnTo>
                    <a:pt x="2618898" y="2579943"/>
                  </a:lnTo>
                  <a:lnTo>
                    <a:pt x="2619085" y="2579318"/>
                  </a:lnTo>
                  <a:lnTo>
                    <a:pt x="2619272" y="2578860"/>
                  </a:lnTo>
                  <a:lnTo>
                    <a:pt x="2619458" y="2578412"/>
                  </a:lnTo>
                  <a:lnTo>
                    <a:pt x="2619645" y="2578086"/>
                  </a:lnTo>
                  <a:lnTo>
                    <a:pt x="2619832" y="2578051"/>
                  </a:lnTo>
                  <a:lnTo>
                    <a:pt x="2620019" y="2577954"/>
                  </a:lnTo>
                  <a:lnTo>
                    <a:pt x="2620206" y="2577779"/>
                  </a:lnTo>
                  <a:lnTo>
                    <a:pt x="2620393" y="2577603"/>
                  </a:lnTo>
                  <a:lnTo>
                    <a:pt x="2620580" y="2577418"/>
                  </a:lnTo>
                  <a:lnTo>
                    <a:pt x="2620767" y="2577066"/>
                  </a:lnTo>
                  <a:lnTo>
                    <a:pt x="2620954" y="2576679"/>
                  </a:lnTo>
                  <a:lnTo>
                    <a:pt x="2621141" y="2576116"/>
                  </a:lnTo>
                  <a:lnTo>
                    <a:pt x="2621328" y="2575263"/>
                  </a:lnTo>
                  <a:lnTo>
                    <a:pt x="2621515" y="2574383"/>
                  </a:lnTo>
                  <a:lnTo>
                    <a:pt x="2621702" y="2573504"/>
                  </a:lnTo>
                  <a:lnTo>
                    <a:pt x="2621888" y="2572624"/>
                  </a:lnTo>
                  <a:lnTo>
                    <a:pt x="2622075" y="2571745"/>
                  </a:lnTo>
                  <a:lnTo>
                    <a:pt x="2622262" y="2570812"/>
                  </a:lnTo>
                  <a:lnTo>
                    <a:pt x="2622449" y="2569880"/>
                  </a:lnTo>
                  <a:lnTo>
                    <a:pt x="2622636" y="2568886"/>
                  </a:lnTo>
                  <a:lnTo>
                    <a:pt x="2622823" y="2568244"/>
                  </a:lnTo>
                  <a:lnTo>
                    <a:pt x="2623010" y="2567751"/>
                  </a:lnTo>
                  <a:lnTo>
                    <a:pt x="2623197" y="2567136"/>
                  </a:lnTo>
                  <a:lnTo>
                    <a:pt x="2623384" y="2566344"/>
                  </a:lnTo>
                  <a:lnTo>
                    <a:pt x="2623571" y="2565350"/>
                  </a:lnTo>
                  <a:lnTo>
                    <a:pt x="2623758" y="2564251"/>
                  </a:lnTo>
                  <a:lnTo>
                    <a:pt x="2623945" y="2563353"/>
                  </a:lnTo>
                  <a:lnTo>
                    <a:pt x="2624132" y="2562623"/>
                  </a:lnTo>
                  <a:lnTo>
                    <a:pt x="2624318" y="2561770"/>
                  </a:lnTo>
                  <a:lnTo>
                    <a:pt x="2624505" y="2560891"/>
                  </a:lnTo>
                  <a:lnTo>
                    <a:pt x="2624692" y="2560081"/>
                  </a:lnTo>
                  <a:lnTo>
                    <a:pt x="2624879" y="2559378"/>
                  </a:lnTo>
                  <a:lnTo>
                    <a:pt x="2625066" y="2558648"/>
                  </a:lnTo>
                  <a:lnTo>
                    <a:pt x="2625253" y="2558137"/>
                  </a:lnTo>
                  <a:lnTo>
                    <a:pt x="2625440" y="2557856"/>
                  </a:lnTo>
                  <a:lnTo>
                    <a:pt x="2625627" y="2557504"/>
                  </a:lnTo>
                  <a:lnTo>
                    <a:pt x="2625814" y="2557117"/>
                  </a:lnTo>
                  <a:lnTo>
                    <a:pt x="2626001" y="2556853"/>
                  </a:lnTo>
                  <a:lnTo>
                    <a:pt x="2626188" y="2556774"/>
                  </a:lnTo>
                  <a:lnTo>
                    <a:pt x="2626375" y="2557135"/>
                  </a:lnTo>
                  <a:lnTo>
                    <a:pt x="2626561" y="2557874"/>
                  </a:lnTo>
                  <a:lnTo>
                    <a:pt x="2626748" y="2558973"/>
                  </a:lnTo>
                  <a:lnTo>
                    <a:pt x="2626935" y="2560292"/>
                  </a:lnTo>
                  <a:lnTo>
                    <a:pt x="2627122" y="2562016"/>
                  </a:lnTo>
                  <a:lnTo>
                    <a:pt x="2627309" y="2563784"/>
                  </a:lnTo>
                  <a:lnTo>
                    <a:pt x="2627496" y="2565939"/>
                  </a:lnTo>
                  <a:lnTo>
                    <a:pt x="2627683" y="2568429"/>
                  </a:lnTo>
                  <a:lnTo>
                    <a:pt x="2627870" y="2571182"/>
                  </a:lnTo>
                  <a:lnTo>
                    <a:pt x="2628057" y="2573935"/>
                  </a:lnTo>
                  <a:lnTo>
                    <a:pt x="2628244" y="2576389"/>
                  </a:lnTo>
                  <a:lnTo>
                    <a:pt x="2628431" y="2578764"/>
                  </a:lnTo>
                  <a:lnTo>
                    <a:pt x="2628618" y="2580576"/>
                  </a:lnTo>
                  <a:lnTo>
                    <a:pt x="2628805" y="2582326"/>
                  </a:lnTo>
                  <a:lnTo>
                    <a:pt x="2628991" y="2584578"/>
                  </a:lnTo>
                  <a:lnTo>
                    <a:pt x="2629178" y="2586865"/>
                  </a:lnTo>
                  <a:lnTo>
                    <a:pt x="2629365" y="2588562"/>
                  </a:lnTo>
                  <a:lnTo>
                    <a:pt x="2629552" y="2589750"/>
                  </a:lnTo>
                  <a:lnTo>
                    <a:pt x="2629739" y="2590902"/>
                  </a:lnTo>
                  <a:lnTo>
                    <a:pt x="2629926" y="2592125"/>
                  </a:lnTo>
                  <a:lnTo>
                    <a:pt x="2630113" y="2593215"/>
                  </a:lnTo>
                  <a:lnTo>
                    <a:pt x="2630300" y="2593664"/>
                  </a:lnTo>
                  <a:lnTo>
                    <a:pt x="2630487" y="2593637"/>
                  </a:lnTo>
                  <a:lnTo>
                    <a:pt x="2630674" y="2593321"/>
                  </a:lnTo>
                  <a:lnTo>
                    <a:pt x="2630861" y="2592380"/>
                  </a:lnTo>
                  <a:lnTo>
                    <a:pt x="2631048" y="2591377"/>
                  </a:lnTo>
                  <a:lnTo>
                    <a:pt x="2631235" y="2590409"/>
                  </a:lnTo>
                  <a:lnTo>
                    <a:pt x="2631421" y="2590154"/>
                  </a:lnTo>
                  <a:lnTo>
                    <a:pt x="2631608" y="2589996"/>
                  </a:lnTo>
                  <a:lnTo>
                    <a:pt x="2631795" y="2589327"/>
                  </a:lnTo>
                  <a:lnTo>
                    <a:pt x="2631982" y="2588492"/>
                  </a:lnTo>
                  <a:lnTo>
                    <a:pt x="2632169" y="2587806"/>
                  </a:lnTo>
                  <a:lnTo>
                    <a:pt x="2632356" y="2587111"/>
                  </a:lnTo>
                  <a:lnTo>
                    <a:pt x="2632543" y="2586082"/>
                  </a:lnTo>
                  <a:lnTo>
                    <a:pt x="2632730" y="2584692"/>
                  </a:lnTo>
                  <a:lnTo>
                    <a:pt x="2632917" y="2583417"/>
                  </a:lnTo>
                  <a:lnTo>
                    <a:pt x="2633104" y="2582282"/>
                  </a:lnTo>
                  <a:lnTo>
                    <a:pt x="2633291" y="2581051"/>
                  </a:lnTo>
                  <a:lnTo>
                    <a:pt x="2633478" y="2579617"/>
                  </a:lnTo>
                  <a:lnTo>
                    <a:pt x="2633664" y="2578315"/>
                  </a:lnTo>
                  <a:lnTo>
                    <a:pt x="2633851" y="2577040"/>
                  </a:lnTo>
                  <a:lnTo>
                    <a:pt x="2634038" y="2575272"/>
                  </a:lnTo>
                  <a:lnTo>
                    <a:pt x="2634225" y="2573011"/>
                  </a:lnTo>
                  <a:lnTo>
                    <a:pt x="2634412" y="2570179"/>
                  </a:lnTo>
                  <a:lnTo>
                    <a:pt x="2634599" y="2566581"/>
                  </a:lnTo>
                  <a:lnTo>
                    <a:pt x="2634786" y="2562896"/>
                  </a:lnTo>
                  <a:lnTo>
                    <a:pt x="2634973" y="2559290"/>
                  </a:lnTo>
                  <a:lnTo>
                    <a:pt x="2635160" y="2555560"/>
                  </a:lnTo>
                  <a:lnTo>
                    <a:pt x="2635347" y="2551558"/>
                  </a:lnTo>
                  <a:lnTo>
                    <a:pt x="2635534" y="2547187"/>
                  </a:lnTo>
                  <a:lnTo>
                    <a:pt x="2635721" y="2542287"/>
                  </a:lnTo>
                  <a:lnTo>
                    <a:pt x="2635908" y="2537441"/>
                  </a:lnTo>
                  <a:lnTo>
                    <a:pt x="2636094" y="2533188"/>
                  </a:lnTo>
                  <a:lnTo>
                    <a:pt x="2636281" y="2528930"/>
                  </a:lnTo>
                  <a:lnTo>
                    <a:pt x="2636468" y="2525085"/>
                  </a:lnTo>
                  <a:lnTo>
                    <a:pt x="2636655" y="2521073"/>
                  </a:lnTo>
                  <a:lnTo>
                    <a:pt x="2636842" y="2517120"/>
                  </a:lnTo>
                  <a:lnTo>
                    <a:pt x="2637029" y="2513204"/>
                  </a:lnTo>
                  <a:lnTo>
                    <a:pt x="2637216" y="2509389"/>
                  </a:lnTo>
                  <a:lnTo>
                    <a:pt x="2637403" y="2506050"/>
                  </a:lnTo>
                  <a:lnTo>
                    <a:pt x="2637590" y="2502657"/>
                  </a:lnTo>
                  <a:lnTo>
                    <a:pt x="2637777" y="2499348"/>
                  </a:lnTo>
                  <a:lnTo>
                    <a:pt x="2637964" y="2496302"/>
                  </a:lnTo>
                  <a:lnTo>
                    <a:pt x="2638151" y="2493629"/>
                  </a:lnTo>
                  <a:lnTo>
                    <a:pt x="2638337" y="2491307"/>
                  </a:lnTo>
                  <a:lnTo>
                    <a:pt x="2638524" y="2489193"/>
                  </a:lnTo>
                  <a:lnTo>
                    <a:pt x="2638711" y="2486926"/>
                  </a:lnTo>
                  <a:lnTo>
                    <a:pt x="2638898" y="2484604"/>
                  </a:lnTo>
                  <a:lnTo>
                    <a:pt x="2639085" y="2482771"/>
                  </a:lnTo>
                  <a:lnTo>
                    <a:pt x="2639272" y="2481015"/>
                  </a:lnTo>
                  <a:lnTo>
                    <a:pt x="2639459" y="2478730"/>
                  </a:lnTo>
                  <a:lnTo>
                    <a:pt x="2639646" y="2476923"/>
                  </a:lnTo>
                  <a:lnTo>
                    <a:pt x="2639833" y="2475497"/>
                  </a:lnTo>
                  <a:lnTo>
                    <a:pt x="2640020" y="2474512"/>
                  </a:lnTo>
                  <a:lnTo>
                    <a:pt x="2640207" y="2473973"/>
                  </a:lnTo>
                  <a:lnTo>
                    <a:pt x="2640394" y="2473900"/>
                  </a:lnTo>
                  <a:lnTo>
                    <a:pt x="2640581" y="2474144"/>
                  </a:lnTo>
                  <a:lnTo>
                    <a:pt x="2640767" y="2474613"/>
                  </a:lnTo>
                  <a:lnTo>
                    <a:pt x="2640954" y="2474949"/>
                  </a:lnTo>
                  <a:lnTo>
                    <a:pt x="2641141" y="2474369"/>
                  </a:lnTo>
                  <a:lnTo>
                    <a:pt x="2641328" y="2473813"/>
                  </a:lnTo>
                  <a:lnTo>
                    <a:pt x="2641515" y="2473412"/>
                  </a:lnTo>
                  <a:lnTo>
                    <a:pt x="2641702" y="2473143"/>
                  </a:lnTo>
                  <a:lnTo>
                    <a:pt x="2641889" y="2472703"/>
                  </a:lnTo>
                  <a:lnTo>
                    <a:pt x="2642076" y="2471883"/>
                  </a:lnTo>
                  <a:lnTo>
                    <a:pt x="2642263" y="2470455"/>
                  </a:lnTo>
                  <a:lnTo>
                    <a:pt x="2642450" y="2468281"/>
                  </a:lnTo>
                  <a:lnTo>
                    <a:pt x="2642637" y="2465338"/>
                  </a:lnTo>
                  <a:lnTo>
                    <a:pt x="2642824" y="2462133"/>
                  </a:lnTo>
                  <a:lnTo>
                    <a:pt x="2643011" y="2458428"/>
                  </a:lnTo>
                  <a:lnTo>
                    <a:pt x="2643197" y="2453866"/>
                  </a:lnTo>
                  <a:lnTo>
                    <a:pt x="2643384" y="2448606"/>
                  </a:lnTo>
                  <a:lnTo>
                    <a:pt x="2643571" y="2443043"/>
                  </a:lnTo>
                  <a:lnTo>
                    <a:pt x="2643758" y="2437200"/>
                  </a:lnTo>
                  <a:lnTo>
                    <a:pt x="2643945" y="2431892"/>
                  </a:lnTo>
                  <a:lnTo>
                    <a:pt x="2644132" y="2426164"/>
                  </a:lnTo>
                  <a:lnTo>
                    <a:pt x="2644319" y="2420804"/>
                  </a:lnTo>
                  <a:lnTo>
                    <a:pt x="2644506" y="2415741"/>
                  </a:lnTo>
                  <a:lnTo>
                    <a:pt x="2644693" y="2411381"/>
                  </a:lnTo>
                  <a:lnTo>
                    <a:pt x="2644880" y="2406836"/>
                  </a:lnTo>
                  <a:lnTo>
                    <a:pt x="2645067" y="2401926"/>
                  </a:lnTo>
                  <a:lnTo>
                    <a:pt x="2645254" y="2397155"/>
                  </a:lnTo>
                  <a:lnTo>
                    <a:pt x="2645440" y="2392629"/>
                  </a:lnTo>
                  <a:lnTo>
                    <a:pt x="2645627" y="2387989"/>
                  </a:lnTo>
                  <a:lnTo>
                    <a:pt x="2645814" y="2382979"/>
                  </a:lnTo>
                  <a:lnTo>
                    <a:pt x="2646001" y="2377818"/>
                  </a:lnTo>
                  <a:lnTo>
                    <a:pt x="2646188" y="2372517"/>
                  </a:lnTo>
                  <a:lnTo>
                    <a:pt x="2646375" y="2367518"/>
                  </a:lnTo>
                  <a:lnTo>
                    <a:pt x="2646562" y="2363838"/>
                  </a:lnTo>
                  <a:lnTo>
                    <a:pt x="2646749" y="2359560"/>
                  </a:lnTo>
                  <a:lnTo>
                    <a:pt x="2646936" y="2354899"/>
                  </a:lnTo>
                  <a:lnTo>
                    <a:pt x="2647123" y="2350277"/>
                  </a:lnTo>
                  <a:lnTo>
                    <a:pt x="2647310" y="2344669"/>
                  </a:lnTo>
                  <a:lnTo>
                    <a:pt x="2647497" y="2337936"/>
                  </a:lnTo>
                  <a:lnTo>
                    <a:pt x="2647684" y="2330848"/>
                  </a:lnTo>
                  <a:lnTo>
                    <a:pt x="2647870" y="2323545"/>
                  </a:lnTo>
                  <a:lnTo>
                    <a:pt x="2648057" y="2316179"/>
                  </a:lnTo>
                  <a:lnTo>
                    <a:pt x="2648244" y="2309082"/>
                  </a:lnTo>
                  <a:lnTo>
                    <a:pt x="2648431" y="2302342"/>
                  </a:lnTo>
                  <a:lnTo>
                    <a:pt x="2648618" y="2296152"/>
                  </a:lnTo>
                  <a:lnTo>
                    <a:pt x="2648805" y="2291008"/>
                  </a:lnTo>
                  <a:lnTo>
                    <a:pt x="2648992" y="2285723"/>
                  </a:lnTo>
                  <a:lnTo>
                    <a:pt x="2649179" y="2280182"/>
                  </a:lnTo>
                  <a:lnTo>
                    <a:pt x="2649366" y="2273297"/>
                  </a:lnTo>
                  <a:lnTo>
                    <a:pt x="2649553" y="2266916"/>
                  </a:lnTo>
                  <a:lnTo>
                    <a:pt x="2649740" y="2259659"/>
                  </a:lnTo>
                  <a:lnTo>
                    <a:pt x="2649927" y="2253272"/>
                  </a:lnTo>
                  <a:lnTo>
                    <a:pt x="2650114" y="2247753"/>
                  </a:lnTo>
                  <a:lnTo>
                    <a:pt x="2650300" y="2243156"/>
                  </a:lnTo>
                  <a:lnTo>
                    <a:pt x="2650487" y="2239455"/>
                  </a:lnTo>
                  <a:lnTo>
                    <a:pt x="2650674" y="2236814"/>
                  </a:lnTo>
                  <a:lnTo>
                    <a:pt x="2650861" y="2234454"/>
                  </a:lnTo>
                  <a:lnTo>
                    <a:pt x="2651048" y="2232234"/>
                  </a:lnTo>
                  <a:lnTo>
                    <a:pt x="2651235" y="2230015"/>
                  </a:lnTo>
                  <a:lnTo>
                    <a:pt x="2651422" y="2227796"/>
                  </a:lnTo>
                  <a:lnTo>
                    <a:pt x="2651609" y="2225614"/>
                  </a:lnTo>
                  <a:lnTo>
                    <a:pt x="2651796" y="2223952"/>
                  </a:lnTo>
                  <a:lnTo>
                    <a:pt x="2651983" y="2223310"/>
                  </a:lnTo>
                  <a:lnTo>
                    <a:pt x="2652170" y="2223275"/>
                  </a:lnTo>
                  <a:lnTo>
                    <a:pt x="2652357" y="2223635"/>
                  </a:lnTo>
                  <a:lnTo>
                    <a:pt x="2652543" y="2224374"/>
                  </a:lnTo>
                  <a:lnTo>
                    <a:pt x="2652730" y="2225254"/>
                  </a:lnTo>
                  <a:lnTo>
                    <a:pt x="2652917" y="2226248"/>
                  </a:lnTo>
                  <a:lnTo>
                    <a:pt x="2653104" y="2227593"/>
                  </a:lnTo>
                  <a:lnTo>
                    <a:pt x="2653291" y="2229270"/>
                  </a:lnTo>
                  <a:lnTo>
                    <a:pt x="2653478" y="2231109"/>
                  </a:lnTo>
                  <a:lnTo>
                    <a:pt x="2653665" y="2233142"/>
                  </a:lnTo>
                  <a:lnTo>
                    <a:pt x="2653852" y="2235280"/>
                  </a:lnTo>
                  <a:lnTo>
                    <a:pt x="2654039" y="2237339"/>
                  </a:lnTo>
                  <a:lnTo>
                    <a:pt x="2654226" y="2239318"/>
                  </a:lnTo>
                  <a:lnTo>
                    <a:pt x="2654413" y="2241222"/>
                  </a:lnTo>
                  <a:lnTo>
                    <a:pt x="2654600" y="2242853"/>
                  </a:lnTo>
                  <a:lnTo>
                    <a:pt x="2654787" y="2243786"/>
                  </a:lnTo>
                  <a:lnTo>
                    <a:pt x="2654973" y="2244201"/>
                  </a:lnTo>
                  <a:lnTo>
                    <a:pt x="2655160" y="2244312"/>
                  </a:lnTo>
                  <a:lnTo>
                    <a:pt x="2655347" y="2244147"/>
                  </a:lnTo>
                  <a:lnTo>
                    <a:pt x="2655534" y="2243980"/>
                  </a:lnTo>
                  <a:lnTo>
                    <a:pt x="2655721" y="2243484"/>
                  </a:lnTo>
                  <a:lnTo>
                    <a:pt x="2655908" y="2242790"/>
                  </a:lnTo>
                  <a:lnTo>
                    <a:pt x="2656095" y="2241709"/>
                  </a:lnTo>
                  <a:lnTo>
                    <a:pt x="2656282" y="2240091"/>
                  </a:lnTo>
                  <a:lnTo>
                    <a:pt x="2656469" y="2238437"/>
                  </a:lnTo>
                  <a:lnTo>
                    <a:pt x="2656656" y="2236643"/>
                  </a:lnTo>
                  <a:lnTo>
                    <a:pt x="2656843" y="2234901"/>
                  </a:lnTo>
                  <a:lnTo>
                    <a:pt x="2657030" y="2233204"/>
                  </a:lnTo>
                  <a:lnTo>
                    <a:pt x="2657216" y="2231409"/>
                  </a:lnTo>
                  <a:lnTo>
                    <a:pt x="2657403" y="2229923"/>
                  </a:lnTo>
                  <a:lnTo>
                    <a:pt x="2657590" y="2228436"/>
                  </a:lnTo>
                  <a:lnTo>
                    <a:pt x="2657777" y="2226774"/>
                  </a:lnTo>
                  <a:lnTo>
                    <a:pt x="2657964" y="2225059"/>
                  </a:lnTo>
                  <a:lnTo>
                    <a:pt x="2658151" y="2223212"/>
                  </a:lnTo>
                  <a:lnTo>
                    <a:pt x="2658338" y="2220925"/>
                  </a:lnTo>
                  <a:lnTo>
                    <a:pt x="2658525" y="2218893"/>
                  </a:lnTo>
                  <a:lnTo>
                    <a:pt x="2658712" y="2217283"/>
                  </a:lnTo>
                  <a:lnTo>
                    <a:pt x="2658899" y="2215858"/>
                  </a:lnTo>
                  <a:lnTo>
                    <a:pt x="2659086" y="2214205"/>
                  </a:lnTo>
                  <a:lnTo>
                    <a:pt x="2659273" y="2212621"/>
                  </a:lnTo>
                  <a:lnTo>
                    <a:pt x="2659460" y="2211073"/>
                  </a:lnTo>
                  <a:lnTo>
                    <a:pt x="2659646" y="2209472"/>
                  </a:lnTo>
                  <a:lnTo>
                    <a:pt x="2659833" y="2207432"/>
                  </a:lnTo>
                  <a:lnTo>
                    <a:pt x="2660020" y="2205497"/>
                  </a:lnTo>
                  <a:lnTo>
                    <a:pt x="2660207" y="2203324"/>
                  </a:lnTo>
                  <a:lnTo>
                    <a:pt x="2660394" y="2201301"/>
                  </a:lnTo>
                  <a:lnTo>
                    <a:pt x="2660581" y="2199718"/>
                  </a:lnTo>
                  <a:lnTo>
                    <a:pt x="2660768" y="2198539"/>
                  </a:lnTo>
                  <a:lnTo>
                    <a:pt x="2660955" y="2197704"/>
                  </a:lnTo>
                  <a:lnTo>
                    <a:pt x="2661142" y="2197431"/>
                  </a:lnTo>
                  <a:lnTo>
                    <a:pt x="2661329" y="2197097"/>
                  </a:lnTo>
                  <a:lnTo>
                    <a:pt x="2661516" y="2196604"/>
                  </a:lnTo>
                  <a:lnTo>
                    <a:pt x="2661703" y="2195962"/>
                  </a:lnTo>
                  <a:lnTo>
                    <a:pt x="2661890" y="2195742"/>
                  </a:lnTo>
                  <a:lnTo>
                    <a:pt x="2662076" y="2195285"/>
                  </a:lnTo>
                  <a:lnTo>
                    <a:pt x="2662263" y="2194687"/>
                  </a:lnTo>
                  <a:lnTo>
                    <a:pt x="2662450" y="2193675"/>
                  </a:lnTo>
                  <a:lnTo>
                    <a:pt x="2662637" y="2192365"/>
                  </a:lnTo>
                  <a:lnTo>
                    <a:pt x="2662824" y="2190772"/>
                  </a:lnTo>
                  <a:lnTo>
                    <a:pt x="2663011" y="2188732"/>
                  </a:lnTo>
                  <a:lnTo>
                    <a:pt x="2663198" y="2186234"/>
                  </a:lnTo>
                  <a:lnTo>
                    <a:pt x="2663385" y="2182839"/>
                  </a:lnTo>
                  <a:lnTo>
                    <a:pt x="2663572" y="2179030"/>
                  </a:lnTo>
                  <a:lnTo>
                    <a:pt x="2663759" y="2174667"/>
                  </a:lnTo>
                  <a:lnTo>
                    <a:pt x="2663946" y="2169478"/>
                  </a:lnTo>
                  <a:lnTo>
                    <a:pt x="2664133" y="2163409"/>
                  </a:lnTo>
                  <a:lnTo>
                    <a:pt x="2664319" y="2156434"/>
                  </a:lnTo>
                  <a:lnTo>
                    <a:pt x="2664506" y="2149001"/>
                  </a:lnTo>
                  <a:lnTo>
                    <a:pt x="2664693" y="2141384"/>
                  </a:lnTo>
                  <a:lnTo>
                    <a:pt x="2664880" y="2133432"/>
                  </a:lnTo>
                  <a:lnTo>
                    <a:pt x="2665067" y="2124742"/>
                  </a:lnTo>
                  <a:lnTo>
                    <a:pt x="2665254" y="2115876"/>
                  </a:lnTo>
                  <a:lnTo>
                    <a:pt x="2665441" y="2107661"/>
                  </a:lnTo>
                  <a:lnTo>
                    <a:pt x="2665628" y="2099577"/>
                  </a:lnTo>
                  <a:lnTo>
                    <a:pt x="2665815" y="2091705"/>
                  </a:lnTo>
                  <a:lnTo>
                    <a:pt x="2666002" y="2084396"/>
                  </a:lnTo>
                  <a:lnTo>
                    <a:pt x="2666189" y="2077649"/>
                  </a:lnTo>
                  <a:lnTo>
                    <a:pt x="2666376" y="2071114"/>
                  </a:lnTo>
                  <a:lnTo>
                    <a:pt x="2666563" y="2064975"/>
                  </a:lnTo>
                  <a:lnTo>
                    <a:pt x="2666749" y="2059855"/>
                  </a:lnTo>
                  <a:lnTo>
                    <a:pt x="2666936" y="2055897"/>
                  </a:lnTo>
                  <a:lnTo>
                    <a:pt x="2667123" y="2052880"/>
                  </a:lnTo>
                  <a:lnTo>
                    <a:pt x="2667310" y="2050655"/>
                  </a:lnTo>
                  <a:lnTo>
                    <a:pt x="2667497" y="2048729"/>
                  </a:lnTo>
                  <a:lnTo>
                    <a:pt x="2667684" y="2047471"/>
                  </a:lnTo>
                  <a:lnTo>
                    <a:pt x="2667871" y="2046978"/>
                  </a:lnTo>
                  <a:lnTo>
                    <a:pt x="2668058" y="2047277"/>
                  </a:lnTo>
                  <a:lnTo>
                    <a:pt x="2668245" y="2048210"/>
                  </a:lnTo>
                  <a:lnTo>
                    <a:pt x="2668432" y="2049441"/>
                  </a:lnTo>
                  <a:lnTo>
                    <a:pt x="2668619" y="2050910"/>
                  </a:lnTo>
                  <a:lnTo>
                    <a:pt x="2668806" y="2052265"/>
                  </a:lnTo>
                  <a:lnTo>
                    <a:pt x="2668993" y="2053698"/>
                  </a:lnTo>
                  <a:lnTo>
                    <a:pt x="2669179" y="2055326"/>
                  </a:lnTo>
                  <a:lnTo>
                    <a:pt x="2669366" y="2056962"/>
                  </a:lnTo>
                  <a:lnTo>
                    <a:pt x="2669553" y="2058343"/>
                  </a:lnTo>
                  <a:lnTo>
                    <a:pt x="2669740" y="2059565"/>
                  </a:lnTo>
                  <a:lnTo>
                    <a:pt x="2669927" y="2060920"/>
                  </a:lnTo>
                  <a:lnTo>
                    <a:pt x="2670114" y="2062151"/>
                  </a:lnTo>
                  <a:lnTo>
                    <a:pt x="2670301" y="2063251"/>
                  </a:lnTo>
                  <a:lnTo>
                    <a:pt x="2670488" y="2064341"/>
                  </a:lnTo>
                  <a:lnTo>
                    <a:pt x="2670675" y="2065511"/>
                  </a:lnTo>
                  <a:lnTo>
                    <a:pt x="2670862" y="2066584"/>
                  </a:lnTo>
                  <a:lnTo>
                    <a:pt x="2671049" y="2067059"/>
                  </a:lnTo>
                  <a:lnTo>
                    <a:pt x="2671236" y="2067446"/>
                  </a:lnTo>
                  <a:lnTo>
                    <a:pt x="2671422" y="2067807"/>
                  </a:lnTo>
                  <a:lnTo>
                    <a:pt x="2671609" y="2067824"/>
                  </a:lnTo>
                  <a:lnTo>
                    <a:pt x="2671796" y="2068053"/>
                  </a:lnTo>
                  <a:lnTo>
                    <a:pt x="2671983" y="2068836"/>
                  </a:lnTo>
                  <a:lnTo>
                    <a:pt x="2672170" y="2069707"/>
                  </a:lnTo>
                  <a:lnTo>
                    <a:pt x="2672357" y="2070595"/>
                  </a:lnTo>
                  <a:lnTo>
                    <a:pt x="2672544" y="2071299"/>
                  </a:lnTo>
                  <a:lnTo>
                    <a:pt x="2672731" y="2071809"/>
                  </a:lnTo>
                  <a:lnTo>
                    <a:pt x="2672918" y="2072583"/>
                  </a:lnTo>
                  <a:lnTo>
                    <a:pt x="2673105" y="2073410"/>
                  </a:lnTo>
                  <a:lnTo>
                    <a:pt x="2673292" y="2074043"/>
                  </a:lnTo>
                  <a:lnTo>
                    <a:pt x="2673479" y="2074118"/>
                  </a:lnTo>
                  <a:lnTo>
                    <a:pt x="2673666" y="2074225"/>
                  </a:lnTo>
                  <a:lnTo>
                    <a:pt x="2673852" y="2074322"/>
                  </a:lnTo>
                  <a:lnTo>
                    <a:pt x="2674039" y="2074288"/>
                  </a:lnTo>
                  <a:lnTo>
                    <a:pt x="2674226" y="2074380"/>
                  </a:lnTo>
                  <a:lnTo>
                    <a:pt x="2674413" y="2075288"/>
                  </a:lnTo>
                  <a:lnTo>
                    <a:pt x="2674600" y="2076306"/>
                  </a:lnTo>
                  <a:lnTo>
                    <a:pt x="2674787" y="2076830"/>
                  </a:lnTo>
                  <a:lnTo>
                    <a:pt x="2674974" y="2077584"/>
                  </a:lnTo>
                  <a:lnTo>
                    <a:pt x="2675161" y="2078553"/>
                  </a:lnTo>
                  <a:lnTo>
                    <a:pt x="2675348" y="2079629"/>
                  </a:lnTo>
                  <a:lnTo>
                    <a:pt x="2675535" y="2080420"/>
                  </a:lnTo>
                  <a:lnTo>
                    <a:pt x="2675722" y="2080675"/>
                  </a:lnTo>
                  <a:lnTo>
                    <a:pt x="2675909" y="2080924"/>
                  </a:lnTo>
                  <a:lnTo>
                    <a:pt x="2676095" y="2081247"/>
                  </a:lnTo>
                  <a:lnTo>
                    <a:pt x="2676282" y="2081291"/>
                  </a:lnTo>
                  <a:lnTo>
                    <a:pt x="2676469" y="2081092"/>
                  </a:lnTo>
                  <a:lnTo>
                    <a:pt x="2676656" y="2081125"/>
                  </a:lnTo>
                  <a:lnTo>
                    <a:pt x="2676843" y="2081872"/>
                  </a:lnTo>
                  <a:lnTo>
                    <a:pt x="2677030" y="2082356"/>
                  </a:lnTo>
                  <a:lnTo>
                    <a:pt x="2677217" y="2081846"/>
                  </a:lnTo>
                  <a:lnTo>
                    <a:pt x="2677404" y="2080764"/>
                  </a:lnTo>
                  <a:lnTo>
                    <a:pt x="2677591" y="2079233"/>
                  </a:lnTo>
                  <a:lnTo>
                    <a:pt x="2677778" y="2077034"/>
                  </a:lnTo>
                  <a:lnTo>
                    <a:pt x="2677965" y="2074413"/>
                  </a:lnTo>
                  <a:lnTo>
                    <a:pt x="2678152" y="2071889"/>
                  </a:lnTo>
                  <a:lnTo>
                    <a:pt x="2678339" y="2069998"/>
                  </a:lnTo>
                  <a:lnTo>
                    <a:pt x="2678525" y="2069285"/>
                  </a:lnTo>
                  <a:lnTo>
                    <a:pt x="2678712" y="2068819"/>
                  </a:lnTo>
                  <a:lnTo>
                    <a:pt x="2678899" y="2068001"/>
                  </a:lnTo>
                  <a:lnTo>
                    <a:pt x="2679086" y="2067183"/>
                  </a:lnTo>
                  <a:lnTo>
                    <a:pt x="2679273" y="2066268"/>
                  </a:lnTo>
                  <a:lnTo>
                    <a:pt x="2679460" y="2065406"/>
                  </a:lnTo>
                  <a:lnTo>
                    <a:pt x="2679647" y="2064544"/>
                  </a:lnTo>
                  <a:lnTo>
                    <a:pt x="2679834" y="2063823"/>
                  </a:lnTo>
                  <a:lnTo>
                    <a:pt x="2680021" y="2063515"/>
                  </a:lnTo>
                  <a:lnTo>
                    <a:pt x="2680208" y="2063049"/>
                  </a:lnTo>
                  <a:lnTo>
                    <a:pt x="2680395" y="2062486"/>
                  </a:lnTo>
                  <a:lnTo>
                    <a:pt x="2680582" y="2062240"/>
                  </a:lnTo>
                  <a:lnTo>
                    <a:pt x="2680769" y="2062196"/>
                  </a:lnTo>
                  <a:lnTo>
                    <a:pt x="2680955" y="2061633"/>
                  </a:lnTo>
                  <a:lnTo>
                    <a:pt x="2681142" y="2060208"/>
                  </a:lnTo>
                  <a:lnTo>
                    <a:pt x="2681329" y="2058573"/>
                  </a:lnTo>
                  <a:lnTo>
                    <a:pt x="2681516" y="2057134"/>
                  </a:lnTo>
                  <a:lnTo>
                    <a:pt x="2681703" y="2055323"/>
                  </a:lnTo>
                  <a:lnTo>
                    <a:pt x="2681890" y="2053151"/>
                  </a:lnTo>
                  <a:lnTo>
                    <a:pt x="2682077" y="2049981"/>
                  </a:lnTo>
                  <a:lnTo>
                    <a:pt x="2682264" y="2046823"/>
                  </a:lnTo>
                  <a:lnTo>
                    <a:pt x="2682451" y="2043994"/>
                  </a:lnTo>
                  <a:lnTo>
                    <a:pt x="2682638" y="2041372"/>
                  </a:lnTo>
                  <a:lnTo>
                    <a:pt x="2682825" y="2039201"/>
                  </a:lnTo>
                  <a:lnTo>
                    <a:pt x="2683012" y="2037508"/>
                  </a:lnTo>
                  <a:lnTo>
                    <a:pt x="2683198" y="2036387"/>
                  </a:lnTo>
                  <a:lnTo>
                    <a:pt x="2683385" y="2035568"/>
                  </a:lnTo>
                  <a:lnTo>
                    <a:pt x="2683572" y="2035467"/>
                  </a:lnTo>
                  <a:lnTo>
                    <a:pt x="2683759" y="2035980"/>
                  </a:lnTo>
                  <a:lnTo>
                    <a:pt x="2683946" y="2036214"/>
                  </a:lnTo>
                  <a:lnTo>
                    <a:pt x="2684133" y="2037196"/>
                  </a:lnTo>
                  <a:lnTo>
                    <a:pt x="2684320" y="2038368"/>
                  </a:lnTo>
                  <a:lnTo>
                    <a:pt x="2684507" y="2039536"/>
                  </a:lnTo>
                  <a:lnTo>
                    <a:pt x="2684694" y="2041367"/>
                  </a:lnTo>
                  <a:lnTo>
                    <a:pt x="2684881" y="2044822"/>
                  </a:lnTo>
                  <a:lnTo>
                    <a:pt x="2685068" y="2048819"/>
                  </a:lnTo>
                  <a:lnTo>
                    <a:pt x="2685255" y="2053540"/>
                  </a:lnTo>
                  <a:lnTo>
                    <a:pt x="2685442" y="2058614"/>
                  </a:lnTo>
                  <a:lnTo>
                    <a:pt x="2685628" y="2063572"/>
                  </a:lnTo>
                  <a:lnTo>
                    <a:pt x="2685815" y="2068558"/>
                  </a:lnTo>
                  <a:lnTo>
                    <a:pt x="2686002" y="2073431"/>
                  </a:lnTo>
                  <a:lnTo>
                    <a:pt x="2686189" y="2077345"/>
                  </a:lnTo>
                  <a:lnTo>
                    <a:pt x="2686376" y="2081329"/>
                  </a:lnTo>
                  <a:lnTo>
                    <a:pt x="2686563" y="2085346"/>
                  </a:lnTo>
                  <a:lnTo>
                    <a:pt x="2686750" y="2090580"/>
                  </a:lnTo>
                  <a:lnTo>
                    <a:pt x="2686937" y="2095333"/>
                  </a:lnTo>
                  <a:lnTo>
                    <a:pt x="2687124" y="2101297"/>
                  </a:lnTo>
                  <a:lnTo>
                    <a:pt x="2687311" y="2106153"/>
                  </a:lnTo>
                  <a:lnTo>
                    <a:pt x="2687498" y="2110548"/>
                  </a:lnTo>
                  <a:lnTo>
                    <a:pt x="2687685" y="2113453"/>
                  </a:lnTo>
                  <a:lnTo>
                    <a:pt x="2687872" y="2114427"/>
                  </a:lnTo>
                  <a:lnTo>
                    <a:pt x="2688058" y="2112928"/>
                  </a:lnTo>
                  <a:lnTo>
                    <a:pt x="2688245" y="2109614"/>
                  </a:lnTo>
                  <a:lnTo>
                    <a:pt x="2688432" y="2105310"/>
                  </a:lnTo>
                  <a:lnTo>
                    <a:pt x="2688619" y="2100811"/>
                  </a:lnTo>
                  <a:lnTo>
                    <a:pt x="2688806" y="2096086"/>
                  </a:lnTo>
                  <a:lnTo>
                    <a:pt x="2688993" y="2091229"/>
                  </a:lnTo>
                  <a:lnTo>
                    <a:pt x="2689180" y="2086790"/>
                  </a:lnTo>
                  <a:lnTo>
                    <a:pt x="2689367" y="2081776"/>
                  </a:lnTo>
                  <a:lnTo>
                    <a:pt x="2689554" y="2076310"/>
                  </a:lnTo>
                  <a:lnTo>
                    <a:pt x="2689741" y="2070478"/>
                  </a:lnTo>
                  <a:lnTo>
                    <a:pt x="2689928" y="2064359"/>
                  </a:lnTo>
                  <a:lnTo>
                    <a:pt x="2690115" y="2057829"/>
                  </a:lnTo>
                  <a:lnTo>
                    <a:pt x="2690301" y="2051107"/>
                  </a:lnTo>
                  <a:lnTo>
                    <a:pt x="2690488" y="2044362"/>
                  </a:lnTo>
                  <a:lnTo>
                    <a:pt x="2690675" y="2038232"/>
                  </a:lnTo>
                  <a:lnTo>
                    <a:pt x="2690862" y="2032709"/>
                  </a:lnTo>
                  <a:lnTo>
                    <a:pt x="2691049" y="2027836"/>
                  </a:lnTo>
                  <a:lnTo>
                    <a:pt x="2691236" y="2023159"/>
                  </a:lnTo>
                  <a:lnTo>
                    <a:pt x="2691423" y="2018561"/>
                  </a:lnTo>
                  <a:lnTo>
                    <a:pt x="2691610" y="2013766"/>
                  </a:lnTo>
                  <a:lnTo>
                    <a:pt x="2691797" y="2007689"/>
                  </a:lnTo>
                  <a:lnTo>
                    <a:pt x="2691984" y="2000959"/>
                  </a:lnTo>
                  <a:lnTo>
                    <a:pt x="2692171" y="1993209"/>
                  </a:lnTo>
                  <a:lnTo>
                    <a:pt x="2692358" y="1985072"/>
                  </a:lnTo>
                  <a:lnTo>
                    <a:pt x="2692545" y="1977586"/>
                  </a:lnTo>
                  <a:lnTo>
                    <a:pt x="2692731" y="1970385"/>
                  </a:lnTo>
                  <a:lnTo>
                    <a:pt x="2692918" y="1962057"/>
                  </a:lnTo>
                  <a:lnTo>
                    <a:pt x="2693105" y="1954632"/>
                  </a:lnTo>
                  <a:lnTo>
                    <a:pt x="2693292" y="1947241"/>
                  </a:lnTo>
                  <a:lnTo>
                    <a:pt x="2693479" y="1939552"/>
                  </a:lnTo>
                  <a:lnTo>
                    <a:pt x="2693666" y="1932125"/>
                  </a:lnTo>
                  <a:lnTo>
                    <a:pt x="2693853" y="1924727"/>
                  </a:lnTo>
                  <a:lnTo>
                    <a:pt x="2694040" y="1917924"/>
                  </a:lnTo>
                  <a:lnTo>
                    <a:pt x="2694227" y="1910560"/>
                  </a:lnTo>
                  <a:lnTo>
                    <a:pt x="2694414" y="1903024"/>
                  </a:lnTo>
                  <a:lnTo>
                    <a:pt x="2694601" y="1896542"/>
                  </a:lnTo>
                  <a:lnTo>
                    <a:pt x="2694788" y="1889851"/>
                  </a:lnTo>
                  <a:lnTo>
                    <a:pt x="2694974" y="1883417"/>
                  </a:lnTo>
                  <a:lnTo>
                    <a:pt x="2695161" y="1877082"/>
                  </a:lnTo>
                  <a:lnTo>
                    <a:pt x="2695348" y="1870630"/>
                  </a:lnTo>
                  <a:lnTo>
                    <a:pt x="2695535" y="1864528"/>
                  </a:lnTo>
                  <a:lnTo>
                    <a:pt x="2695722" y="1859112"/>
                  </a:lnTo>
                  <a:lnTo>
                    <a:pt x="2695909" y="1852955"/>
                  </a:lnTo>
                  <a:lnTo>
                    <a:pt x="2696096" y="1846544"/>
                  </a:lnTo>
                  <a:lnTo>
                    <a:pt x="2696283" y="1839884"/>
                  </a:lnTo>
                  <a:lnTo>
                    <a:pt x="2696470" y="1834755"/>
                  </a:lnTo>
                  <a:lnTo>
                    <a:pt x="2696657" y="1829786"/>
                  </a:lnTo>
                  <a:lnTo>
                    <a:pt x="2696844" y="1824131"/>
                  </a:lnTo>
                  <a:lnTo>
                    <a:pt x="2697031" y="1817703"/>
                  </a:lnTo>
                  <a:lnTo>
                    <a:pt x="2697218" y="1811951"/>
                  </a:lnTo>
                  <a:lnTo>
                    <a:pt x="2697404" y="1805349"/>
                  </a:lnTo>
                  <a:lnTo>
                    <a:pt x="2697591" y="1798831"/>
                  </a:lnTo>
                  <a:lnTo>
                    <a:pt x="2697778" y="1792534"/>
                  </a:lnTo>
                  <a:lnTo>
                    <a:pt x="2697965" y="1785533"/>
                  </a:lnTo>
                  <a:lnTo>
                    <a:pt x="2698152" y="1778910"/>
                  </a:lnTo>
                  <a:lnTo>
                    <a:pt x="2698339" y="1772120"/>
                  </a:lnTo>
                  <a:lnTo>
                    <a:pt x="2698526" y="1764816"/>
                  </a:lnTo>
                  <a:lnTo>
                    <a:pt x="2698713" y="1757182"/>
                  </a:lnTo>
                  <a:lnTo>
                    <a:pt x="2698900" y="1749702"/>
                  </a:lnTo>
                  <a:lnTo>
                    <a:pt x="2699087" y="1743158"/>
                  </a:lnTo>
                  <a:lnTo>
                    <a:pt x="2699274" y="1735410"/>
                  </a:lnTo>
                  <a:lnTo>
                    <a:pt x="2699461" y="1728078"/>
                  </a:lnTo>
                  <a:lnTo>
                    <a:pt x="2699648" y="1720964"/>
                  </a:lnTo>
                  <a:lnTo>
                    <a:pt x="2699834" y="1713966"/>
                  </a:lnTo>
                  <a:lnTo>
                    <a:pt x="2700021" y="1707767"/>
                  </a:lnTo>
                  <a:lnTo>
                    <a:pt x="2700208" y="1701818"/>
                  </a:lnTo>
                  <a:lnTo>
                    <a:pt x="2700395" y="1695751"/>
                  </a:lnTo>
                  <a:lnTo>
                    <a:pt x="2700582" y="1689906"/>
                  </a:lnTo>
                  <a:lnTo>
                    <a:pt x="2700769" y="1685152"/>
                  </a:lnTo>
                  <a:lnTo>
                    <a:pt x="2700956" y="1680110"/>
                  </a:lnTo>
                  <a:lnTo>
                    <a:pt x="2701143" y="1675360"/>
                  </a:lnTo>
                  <a:lnTo>
                    <a:pt x="2701330" y="1671118"/>
                  </a:lnTo>
                  <a:lnTo>
                    <a:pt x="2701517" y="1666691"/>
                  </a:lnTo>
                  <a:lnTo>
                    <a:pt x="2701704" y="1662904"/>
                  </a:lnTo>
                  <a:lnTo>
                    <a:pt x="2701891" y="1659027"/>
                  </a:lnTo>
                  <a:lnTo>
                    <a:pt x="2702077" y="1656267"/>
                  </a:lnTo>
                  <a:lnTo>
                    <a:pt x="2702264" y="1653209"/>
                  </a:lnTo>
                  <a:lnTo>
                    <a:pt x="2702451" y="1650547"/>
                  </a:lnTo>
                  <a:lnTo>
                    <a:pt x="2702638" y="1647931"/>
                  </a:lnTo>
                  <a:lnTo>
                    <a:pt x="2702825" y="1645512"/>
                  </a:lnTo>
                  <a:lnTo>
                    <a:pt x="2703012" y="1643102"/>
                  </a:lnTo>
                  <a:lnTo>
                    <a:pt x="2703199" y="1639912"/>
                  </a:lnTo>
                  <a:lnTo>
                    <a:pt x="2703386" y="1637524"/>
                  </a:lnTo>
                  <a:lnTo>
                    <a:pt x="2703573" y="1635045"/>
                  </a:lnTo>
                  <a:lnTo>
                    <a:pt x="2703760" y="1632787"/>
                  </a:lnTo>
                  <a:lnTo>
                    <a:pt x="2703947" y="1631415"/>
                  </a:lnTo>
                  <a:lnTo>
                    <a:pt x="2704134" y="1629774"/>
                  </a:lnTo>
                  <a:lnTo>
                    <a:pt x="2704321" y="1628488"/>
                  </a:lnTo>
                  <a:lnTo>
                    <a:pt x="2704507" y="1626409"/>
                  </a:lnTo>
                  <a:lnTo>
                    <a:pt x="2704694" y="1625006"/>
                  </a:lnTo>
                  <a:lnTo>
                    <a:pt x="2704881" y="1622908"/>
                  </a:lnTo>
                  <a:lnTo>
                    <a:pt x="2705068" y="1620326"/>
                  </a:lnTo>
                  <a:lnTo>
                    <a:pt x="2705255" y="1616920"/>
                  </a:lnTo>
                  <a:lnTo>
                    <a:pt x="2705442" y="1613115"/>
                  </a:lnTo>
                  <a:lnTo>
                    <a:pt x="2705629" y="1609389"/>
                  </a:lnTo>
                  <a:lnTo>
                    <a:pt x="2705816" y="1606043"/>
                  </a:lnTo>
                  <a:lnTo>
                    <a:pt x="2706003" y="1603214"/>
                  </a:lnTo>
                  <a:lnTo>
                    <a:pt x="2706190" y="1599826"/>
                  </a:lnTo>
                  <a:lnTo>
                    <a:pt x="2706377" y="1596146"/>
                  </a:lnTo>
                  <a:lnTo>
                    <a:pt x="2706564" y="1592237"/>
                  </a:lnTo>
                  <a:lnTo>
                    <a:pt x="2706751" y="1588126"/>
                  </a:lnTo>
                  <a:lnTo>
                    <a:pt x="2706937" y="1584076"/>
                  </a:lnTo>
                  <a:lnTo>
                    <a:pt x="2707124" y="1580106"/>
                  </a:lnTo>
                  <a:lnTo>
                    <a:pt x="2707311" y="1576315"/>
                  </a:lnTo>
                  <a:lnTo>
                    <a:pt x="2707498" y="1572618"/>
                  </a:lnTo>
                  <a:lnTo>
                    <a:pt x="2707685" y="1569505"/>
                  </a:lnTo>
                  <a:lnTo>
                    <a:pt x="2707872" y="1565678"/>
                  </a:lnTo>
                  <a:lnTo>
                    <a:pt x="2708059" y="1562054"/>
                  </a:lnTo>
                  <a:lnTo>
                    <a:pt x="2708246" y="1558932"/>
                  </a:lnTo>
                  <a:lnTo>
                    <a:pt x="2708433" y="1556487"/>
                  </a:lnTo>
                  <a:lnTo>
                    <a:pt x="2708620" y="1554217"/>
                  </a:lnTo>
                  <a:lnTo>
                    <a:pt x="2708807" y="1552573"/>
                  </a:lnTo>
                  <a:lnTo>
                    <a:pt x="2708994" y="1551068"/>
                  </a:lnTo>
                  <a:lnTo>
                    <a:pt x="2709180" y="1549573"/>
                  </a:lnTo>
                  <a:lnTo>
                    <a:pt x="2709367" y="1547867"/>
                  </a:lnTo>
                  <a:lnTo>
                    <a:pt x="2709554" y="1545958"/>
                  </a:lnTo>
                  <a:lnTo>
                    <a:pt x="2709741" y="1543759"/>
                  </a:lnTo>
                  <a:lnTo>
                    <a:pt x="2709928" y="1541683"/>
                  </a:lnTo>
                  <a:lnTo>
                    <a:pt x="2710115" y="1540426"/>
                  </a:lnTo>
                  <a:lnTo>
                    <a:pt x="2710302" y="1540126"/>
                  </a:lnTo>
                  <a:lnTo>
                    <a:pt x="2710489" y="1540478"/>
                  </a:lnTo>
                  <a:lnTo>
                    <a:pt x="2710676" y="1541622"/>
                  </a:lnTo>
                  <a:lnTo>
                    <a:pt x="2710863" y="1543152"/>
                  </a:lnTo>
                  <a:lnTo>
                    <a:pt x="2711050" y="1544665"/>
                  </a:lnTo>
                  <a:lnTo>
                    <a:pt x="2711237" y="1545958"/>
                  </a:lnTo>
                  <a:lnTo>
                    <a:pt x="2711424" y="1547823"/>
                  </a:lnTo>
                  <a:lnTo>
                    <a:pt x="2711610" y="1549476"/>
                  </a:lnTo>
                  <a:lnTo>
                    <a:pt x="2711797" y="1550805"/>
                  </a:lnTo>
                  <a:lnTo>
                    <a:pt x="2711984" y="1551922"/>
                  </a:lnTo>
                  <a:lnTo>
                    <a:pt x="2712171" y="1553127"/>
                  </a:lnTo>
                  <a:lnTo>
                    <a:pt x="2712358" y="1554508"/>
                  </a:lnTo>
                  <a:lnTo>
                    <a:pt x="2712545" y="1556056"/>
                  </a:lnTo>
                  <a:lnTo>
                    <a:pt x="2712732" y="1557305"/>
                  </a:lnTo>
                  <a:lnTo>
                    <a:pt x="2712919" y="1558457"/>
                  </a:lnTo>
                  <a:lnTo>
                    <a:pt x="2713106" y="1559618"/>
                  </a:lnTo>
                  <a:lnTo>
                    <a:pt x="2713293" y="1560102"/>
                  </a:lnTo>
                  <a:lnTo>
                    <a:pt x="2713480" y="1560679"/>
                  </a:lnTo>
                  <a:lnTo>
                    <a:pt x="2713667" y="1560777"/>
                  </a:lnTo>
                  <a:lnTo>
                    <a:pt x="2713853" y="1559836"/>
                  </a:lnTo>
                  <a:lnTo>
                    <a:pt x="2714040" y="1558093"/>
                  </a:lnTo>
                  <a:lnTo>
                    <a:pt x="2714227" y="1555563"/>
                  </a:lnTo>
                  <a:lnTo>
                    <a:pt x="2714414" y="1552938"/>
                  </a:lnTo>
                  <a:lnTo>
                    <a:pt x="2714601" y="1550798"/>
                  </a:lnTo>
                  <a:lnTo>
                    <a:pt x="2714788" y="1548803"/>
                  </a:lnTo>
                  <a:lnTo>
                    <a:pt x="2714975" y="1547040"/>
                  </a:lnTo>
                  <a:lnTo>
                    <a:pt x="2715162" y="1545314"/>
                  </a:lnTo>
                  <a:lnTo>
                    <a:pt x="2715349" y="1543570"/>
                  </a:lnTo>
                  <a:lnTo>
                    <a:pt x="2715536" y="1541563"/>
                  </a:lnTo>
                  <a:lnTo>
                    <a:pt x="2715723" y="1538917"/>
                  </a:lnTo>
                  <a:lnTo>
                    <a:pt x="2715910" y="1535846"/>
                  </a:lnTo>
                  <a:lnTo>
                    <a:pt x="2716097" y="1533052"/>
                  </a:lnTo>
                  <a:lnTo>
                    <a:pt x="2716283" y="1530932"/>
                  </a:lnTo>
                  <a:lnTo>
                    <a:pt x="2716470" y="1529245"/>
                  </a:lnTo>
                  <a:lnTo>
                    <a:pt x="2716657" y="1528251"/>
                  </a:lnTo>
                  <a:lnTo>
                    <a:pt x="2716844" y="1528172"/>
                  </a:lnTo>
                  <a:lnTo>
                    <a:pt x="2717031" y="1528726"/>
                  </a:lnTo>
                  <a:lnTo>
                    <a:pt x="2717218" y="1529386"/>
                  </a:lnTo>
                  <a:lnTo>
                    <a:pt x="2717405" y="1530125"/>
                  </a:lnTo>
                  <a:lnTo>
                    <a:pt x="2717592" y="1531348"/>
                  </a:lnTo>
                  <a:lnTo>
                    <a:pt x="2717779" y="1533124"/>
                  </a:lnTo>
                  <a:lnTo>
                    <a:pt x="2717966" y="1535534"/>
                  </a:lnTo>
                  <a:lnTo>
                    <a:pt x="2718153" y="1538243"/>
                  </a:lnTo>
                  <a:lnTo>
                    <a:pt x="2718340" y="1541823"/>
                  </a:lnTo>
                  <a:lnTo>
                    <a:pt x="2718527" y="1546652"/>
                  </a:lnTo>
                  <a:lnTo>
                    <a:pt x="2718713" y="1550997"/>
                  </a:lnTo>
                  <a:lnTo>
                    <a:pt x="2718900" y="1555311"/>
                  </a:lnTo>
                  <a:lnTo>
                    <a:pt x="2719087" y="1559061"/>
                  </a:lnTo>
                  <a:lnTo>
                    <a:pt x="2719274" y="1562787"/>
                  </a:lnTo>
                  <a:lnTo>
                    <a:pt x="2719461" y="1566983"/>
                  </a:lnTo>
                  <a:lnTo>
                    <a:pt x="2719648" y="1571519"/>
                  </a:lnTo>
                  <a:lnTo>
                    <a:pt x="2719835" y="1576505"/>
                  </a:lnTo>
                  <a:lnTo>
                    <a:pt x="2720022" y="1581435"/>
                  </a:lnTo>
                  <a:lnTo>
                    <a:pt x="2720209" y="1585124"/>
                  </a:lnTo>
                  <a:lnTo>
                    <a:pt x="2720396" y="1587147"/>
                  </a:lnTo>
                  <a:lnTo>
                    <a:pt x="2720583" y="1588257"/>
                  </a:lnTo>
                  <a:lnTo>
                    <a:pt x="2720770" y="1589449"/>
                  </a:lnTo>
                  <a:lnTo>
                    <a:pt x="2720956" y="1590213"/>
                  </a:lnTo>
                  <a:lnTo>
                    <a:pt x="2721143" y="1589774"/>
                  </a:lnTo>
                  <a:lnTo>
                    <a:pt x="2721330" y="1588190"/>
                  </a:lnTo>
                  <a:lnTo>
                    <a:pt x="2721517" y="1585967"/>
                  </a:lnTo>
                  <a:lnTo>
                    <a:pt x="2721704" y="1583517"/>
                  </a:lnTo>
                  <a:lnTo>
                    <a:pt x="2721891" y="1581299"/>
                  </a:lnTo>
                  <a:lnTo>
                    <a:pt x="2722078" y="1579369"/>
                  </a:lnTo>
                  <a:lnTo>
                    <a:pt x="2722265" y="1575931"/>
                  </a:lnTo>
                  <a:lnTo>
                    <a:pt x="2722452" y="1572346"/>
                  </a:lnTo>
                  <a:lnTo>
                    <a:pt x="2722639" y="1568493"/>
                  </a:lnTo>
                  <a:lnTo>
                    <a:pt x="2722826" y="1563753"/>
                  </a:lnTo>
                  <a:lnTo>
                    <a:pt x="2723013" y="1558559"/>
                  </a:lnTo>
                  <a:lnTo>
                    <a:pt x="2723200" y="1554051"/>
                  </a:lnTo>
                  <a:lnTo>
                    <a:pt x="2723386" y="1548306"/>
                  </a:lnTo>
                  <a:lnTo>
                    <a:pt x="2723573" y="1542866"/>
                  </a:lnTo>
                  <a:lnTo>
                    <a:pt x="2723760" y="1537210"/>
                  </a:lnTo>
                  <a:lnTo>
                    <a:pt x="2723947" y="1531714"/>
                  </a:lnTo>
                  <a:lnTo>
                    <a:pt x="2724134" y="1526001"/>
                  </a:lnTo>
                  <a:lnTo>
                    <a:pt x="2724321" y="1520420"/>
                  </a:lnTo>
                  <a:lnTo>
                    <a:pt x="2724508" y="1514052"/>
                  </a:lnTo>
                  <a:lnTo>
                    <a:pt x="2724695" y="1507546"/>
                  </a:lnTo>
                  <a:lnTo>
                    <a:pt x="2724882" y="1501379"/>
                  </a:lnTo>
                  <a:lnTo>
                    <a:pt x="2725069" y="1495875"/>
                  </a:lnTo>
                  <a:lnTo>
                    <a:pt x="2725256" y="1491772"/>
                  </a:lnTo>
                  <a:lnTo>
                    <a:pt x="2725443" y="1489068"/>
                  </a:lnTo>
                  <a:lnTo>
                    <a:pt x="2725629" y="1488175"/>
                  </a:lnTo>
                  <a:lnTo>
                    <a:pt x="2725816" y="1488889"/>
                  </a:lnTo>
                  <a:lnTo>
                    <a:pt x="2726003" y="1490487"/>
                  </a:lnTo>
                  <a:lnTo>
                    <a:pt x="2726190" y="1492784"/>
                  </a:lnTo>
                  <a:lnTo>
                    <a:pt x="2726377" y="1495181"/>
                  </a:lnTo>
                  <a:lnTo>
                    <a:pt x="2726564" y="1496741"/>
                  </a:lnTo>
                  <a:lnTo>
                    <a:pt x="2726751" y="1498468"/>
                  </a:lnTo>
                  <a:lnTo>
                    <a:pt x="2726938" y="1500775"/>
                  </a:lnTo>
                  <a:lnTo>
                    <a:pt x="2727125" y="1503897"/>
                  </a:lnTo>
                  <a:lnTo>
                    <a:pt x="2727312" y="1507951"/>
                  </a:lnTo>
                  <a:lnTo>
                    <a:pt x="2727499" y="1512620"/>
                  </a:lnTo>
                  <a:lnTo>
                    <a:pt x="2727686" y="1518100"/>
                  </a:lnTo>
                  <a:lnTo>
                    <a:pt x="2727873" y="1523688"/>
                  </a:lnTo>
                  <a:lnTo>
                    <a:pt x="2728059" y="1528721"/>
                  </a:lnTo>
                  <a:lnTo>
                    <a:pt x="2728246" y="1532985"/>
                  </a:lnTo>
                  <a:lnTo>
                    <a:pt x="2728433" y="1536978"/>
                  </a:lnTo>
                  <a:lnTo>
                    <a:pt x="2728620" y="1541047"/>
                  </a:lnTo>
                  <a:lnTo>
                    <a:pt x="2728807" y="1545240"/>
                  </a:lnTo>
                  <a:lnTo>
                    <a:pt x="2728994" y="1550158"/>
                  </a:lnTo>
                  <a:lnTo>
                    <a:pt x="2729181" y="1556617"/>
                  </a:lnTo>
                  <a:lnTo>
                    <a:pt x="2729368" y="1564232"/>
                  </a:lnTo>
                  <a:lnTo>
                    <a:pt x="2729555" y="1572510"/>
                  </a:lnTo>
                  <a:lnTo>
                    <a:pt x="2729742" y="1580996"/>
                  </a:lnTo>
                  <a:lnTo>
                    <a:pt x="2729929" y="1588829"/>
                  </a:lnTo>
                  <a:lnTo>
                    <a:pt x="2730116" y="1596178"/>
                  </a:lnTo>
                  <a:lnTo>
                    <a:pt x="2730303" y="1604381"/>
                  </a:lnTo>
                  <a:lnTo>
                    <a:pt x="2730489" y="1611644"/>
                  </a:lnTo>
                  <a:lnTo>
                    <a:pt x="2730676" y="1618963"/>
                  </a:lnTo>
                  <a:lnTo>
                    <a:pt x="2730863" y="1626678"/>
                  </a:lnTo>
                  <a:lnTo>
                    <a:pt x="2731050" y="1634658"/>
                  </a:lnTo>
                  <a:lnTo>
                    <a:pt x="2731237" y="1642514"/>
                  </a:lnTo>
                  <a:lnTo>
                    <a:pt x="2731424" y="1649705"/>
                  </a:lnTo>
                  <a:lnTo>
                    <a:pt x="2731611" y="1657332"/>
                  </a:lnTo>
                  <a:lnTo>
                    <a:pt x="2731798" y="1664401"/>
                  </a:lnTo>
                  <a:lnTo>
                    <a:pt x="2731985" y="1670013"/>
                  </a:lnTo>
                  <a:lnTo>
                    <a:pt x="2732172" y="1674927"/>
                  </a:lnTo>
                  <a:lnTo>
                    <a:pt x="2732359" y="1679593"/>
                  </a:lnTo>
                  <a:lnTo>
                    <a:pt x="2732546" y="1684020"/>
                  </a:lnTo>
                  <a:lnTo>
                    <a:pt x="2732732" y="1688036"/>
                  </a:lnTo>
                  <a:lnTo>
                    <a:pt x="2732919" y="1691314"/>
                  </a:lnTo>
                  <a:lnTo>
                    <a:pt x="2733106" y="1693871"/>
                  </a:lnTo>
                  <a:lnTo>
                    <a:pt x="2733293" y="1696633"/>
                  </a:lnTo>
                  <a:lnTo>
                    <a:pt x="2733480" y="1698505"/>
                  </a:lnTo>
                  <a:lnTo>
                    <a:pt x="2733667" y="1699439"/>
                  </a:lnTo>
                  <a:lnTo>
                    <a:pt x="2733854" y="1698068"/>
                  </a:lnTo>
                  <a:lnTo>
                    <a:pt x="2734041" y="1697340"/>
                  </a:lnTo>
                  <a:lnTo>
                    <a:pt x="2734228" y="1697198"/>
                  </a:lnTo>
                  <a:lnTo>
                    <a:pt x="2734415" y="1697654"/>
                  </a:lnTo>
                  <a:lnTo>
                    <a:pt x="2734602" y="1698113"/>
                  </a:lnTo>
                  <a:lnTo>
                    <a:pt x="2734789" y="1699303"/>
                  </a:lnTo>
                  <a:lnTo>
                    <a:pt x="2734976" y="1700575"/>
                  </a:lnTo>
                  <a:lnTo>
                    <a:pt x="2735162" y="1700865"/>
                  </a:lnTo>
                  <a:lnTo>
                    <a:pt x="2735349" y="1701356"/>
                  </a:lnTo>
                  <a:lnTo>
                    <a:pt x="2735536" y="1701336"/>
                  </a:lnTo>
                  <a:lnTo>
                    <a:pt x="2735723" y="1701703"/>
                  </a:lnTo>
                  <a:lnTo>
                    <a:pt x="2735910" y="1702712"/>
                  </a:lnTo>
                  <a:lnTo>
                    <a:pt x="2736097" y="1704115"/>
                  </a:lnTo>
                  <a:lnTo>
                    <a:pt x="2736284" y="1706162"/>
                  </a:lnTo>
                  <a:lnTo>
                    <a:pt x="2736471" y="1708252"/>
                  </a:lnTo>
                  <a:lnTo>
                    <a:pt x="2736658" y="1711643"/>
                  </a:lnTo>
                  <a:lnTo>
                    <a:pt x="2736845" y="1714419"/>
                  </a:lnTo>
                  <a:lnTo>
                    <a:pt x="2737032" y="1716895"/>
                  </a:lnTo>
                  <a:lnTo>
                    <a:pt x="2737219" y="1719998"/>
                  </a:lnTo>
                  <a:lnTo>
                    <a:pt x="2737406" y="1721887"/>
                  </a:lnTo>
                  <a:lnTo>
                    <a:pt x="2737592" y="1724019"/>
                  </a:lnTo>
                  <a:lnTo>
                    <a:pt x="2737779" y="1727201"/>
                  </a:lnTo>
                  <a:lnTo>
                    <a:pt x="2737966" y="1731585"/>
                  </a:lnTo>
                  <a:lnTo>
                    <a:pt x="2738153" y="1736401"/>
                  </a:lnTo>
                  <a:lnTo>
                    <a:pt x="2738340" y="1742085"/>
                  </a:lnTo>
                  <a:lnTo>
                    <a:pt x="2738527" y="1747715"/>
                  </a:lnTo>
                  <a:lnTo>
                    <a:pt x="2738714" y="1753135"/>
                  </a:lnTo>
                  <a:lnTo>
                    <a:pt x="2738901" y="1759700"/>
                  </a:lnTo>
                  <a:lnTo>
                    <a:pt x="2739088" y="1766380"/>
                  </a:lnTo>
                  <a:lnTo>
                    <a:pt x="2739275" y="1773618"/>
                  </a:lnTo>
                  <a:lnTo>
                    <a:pt x="2739462" y="1780248"/>
                  </a:lnTo>
                  <a:lnTo>
                    <a:pt x="2739649" y="1788152"/>
                  </a:lnTo>
                  <a:lnTo>
                    <a:pt x="2739835" y="1795802"/>
                  </a:lnTo>
                  <a:lnTo>
                    <a:pt x="2740022" y="1803255"/>
                  </a:lnTo>
                  <a:lnTo>
                    <a:pt x="2740209" y="1809667"/>
                  </a:lnTo>
                  <a:lnTo>
                    <a:pt x="2740396" y="1815473"/>
                  </a:lnTo>
                  <a:lnTo>
                    <a:pt x="2740583" y="1821583"/>
                  </a:lnTo>
                  <a:lnTo>
                    <a:pt x="2740770" y="1826725"/>
                  </a:lnTo>
                  <a:lnTo>
                    <a:pt x="2740957" y="1831350"/>
                  </a:lnTo>
                  <a:lnTo>
                    <a:pt x="2741144" y="1835692"/>
                  </a:lnTo>
                  <a:lnTo>
                    <a:pt x="2741331" y="1838762"/>
                  </a:lnTo>
                  <a:lnTo>
                    <a:pt x="2741518" y="1841740"/>
                  </a:lnTo>
                  <a:lnTo>
                    <a:pt x="2741705" y="1843570"/>
                  </a:lnTo>
                  <a:lnTo>
                    <a:pt x="2741892" y="1845412"/>
                  </a:lnTo>
                  <a:lnTo>
                    <a:pt x="2742079" y="1846112"/>
                  </a:lnTo>
                  <a:lnTo>
                    <a:pt x="2742265" y="1847471"/>
                  </a:lnTo>
                  <a:lnTo>
                    <a:pt x="2742452" y="1849121"/>
                  </a:lnTo>
                  <a:lnTo>
                    <a:pt x="2742639" y="1851885"/>
                  </a:lnTo>
                  <a:lnTo>
                    <a:pt x="2742826" y="1854845"/>
                  </a:lnTo>
                  <a:lnTo>
                    <a:pt x="2743013" y="1857718"/>
                  </a:lnTo>
                  <a:lnTo>
                    <a:pt x="2743200" y="1860474"/>
                  </a:lnTo>
                  <a:lnTo>
                    <a:pt x="2743387" y="1862873"/>
                  </a:lnTo>
                  <a:lnTo>
                    <a:pt x="2743574" y="1865768"/>
                  </a:lnTo>
                  <a:lnTo>
                    <a:pt x="2743761" y="1868929"/>
                  </a:lnTo>
                  <a:lnTo>
                    <a:pt x="2743948" y="1872416"/>
                  </a:lnTo>
                  <a:lnTo>
                    <a:pt x="2744135" y="1876404"/>
                  </a:lnTo>
                  <a:lnTo>
                    <a:pt x="2744322" y="1880594"/>
                  </a:lnTo>
                  <a:lnTo>
                    <a:pt x="2744508" y="1884618"/>
                  </a:lnTo>
                  <a:lnTo>
                    <a:pt x="2744695" y="1888232"/>
                  </a:lnTo>
                  <a:lnTo>
                    <a:pt x="2744882" y="1891577"/>
                  </a:lnTo>
                  <a:lnTo>
                    <a:pt x="2745069" y="1894418"/>
                  </a:lnTo>
                  <a:lnTo>
                    <a:pt x="2745256" y="1897840"/>
                  </a:lnTo>
                  <a:lnTo>
                    <a:pt x="2745443" y="1901026"/>
                  </a:lnTo>
                  <a:lnTo>
                    <a:pt x="2745630" y="1903358"/>
                  </a:lnTo>
                  <a:lnTo>
                    <a:pt x="2745817" y="1904949"/>
                  </a:lnTo>
                  <a:lnTo>
                    <a:pt x="2746004" y="1905240"/>
                  </a:lnTo>
                  <a:lnTo>
                    <a:pt x="2746191" y="1904596"/>
                  </a:lnTo>
                  <a:lnTo>
                    <a:pt x="2746378" y="1904117"/>
                  </a:lnTo>
                  <a:lnTo>
                    <a:pt x="2746565" y="1903625"/>
                  </a:lnTo>
                  <a:lnTo>
                    <a:pt x="2746752" y="1903010"/>
                  </a:lnTo>
                  <a:lnTo>
                    <a:pt x="2746938" y="1902932"/>
                  </a:lnTo>
                  <a:lnTo>
                    <a:pt x="2747125" y="1902726"/>
                  </a:lnTo>
                  <a:lnTo>
                    <a:pt x="2747312" y="1902308"/>
                  </a:lnTo>
                  <a:lnTo>
                    <a:pt x="2747499" y="1901184"/>
                  </a:lnTo>
                  <a:lnTo>
                    <a:pt x="2747686" y="1898486"/>
                  </a:lnTo>
                  <a:lnTo>
                    <a:pt x="2747873" y="1895258"/>
                  </a:lnTo>
                  <a:lnTo>
                    <a:pt x="2748060" y="1891533"/>
                  </a:lnTo>
                  <a:lnTo>
                    <a:pt x="2748247" y="1887670"/>
                  </a:lnTo>
                  <a:lnTo>
                    <a:pt x="2748434" y="1884028"/>
                  </a:lnTo>
                  <a:lnTo>
                    <a:pt x="2748621" y="1880144"/>
                  </a:lnTo>
                  <a:lnTo>
                    <a:pt x="2748808" y="1876052"/>
                  </a:lnTo>
                  <a:lnTo>
                    <a:pt x="2748995" y="1872433"/>
                  </a:lnTo>
                  <a:lnTo>
                    <a:pt x="2749182" y="1868693"/>
                  </a:lnTo>
                  <a:lnTo>
                    <a:pt x="2749368" y="1864568"/>
                  </a:lnTo>
                  <a:lnTo>
                    <a:pt x="2749555" y="1860441"/>
                  </a:lnTo>
                  <a:lnTo>
                    <a:pt x="2749742" y="1855747"/>
                  </a:lnTo>
                  <a:lnTo>
                    <a:pt x="2749929" y="1851560"/>
                  </a:lnTo>
                  <a:lnTo>
                    <a:pt x="2750116" y="1847310"/>
                  </a:lnTo>
                  <a:lnTo>
                    <a:pt x="2750303" y="1842602"/>
                  </a:lnTo>
                  <a:lnTo>
                    <a:pt x="2750490" y="1837817"/>
                  </a:lnTo>
                  <a:lnTo>
                    <a:pt x="2750677" y="1833604"/>
                  </a:lnTo>
                  <a:lnTo>
                    <a:pt x="2750864" y="1829086"/>
                  </a:lnTo>
                  <a:lnTo>
                    <a:pt x="2751051" y="1824977"/>
                  </a:lnTo>
                  <a:lnTo>
                    <a:pt x="2751238" y="1821159"/>
                  </a:lnTo>
                  <a:lnTo>
                    <a:pt x="2751425" y="1817828"/>
                  </a:lnTo>
                  <a:lnTo>
                    <a:pt x="2751611" y="1814640"/>
                  </a:lnTo>
                  <a:lnTo>
                    <a:pt x="2751798" y="1810906"/>
                  </a:lnTo>
                  <a:lnTo>
                    <a:pt x="2751985" y="1806317"/>
                  </a:lnTo>
                  <a:lnTo>
                    <a:pt x="2752172" y="1801716"/>
                  </a:lnTo>
                  <a:lnTo>
                    <a:pt x="2752359" y="1797382"/>
                  </a:lnTo>
                  <a:lnTo>
                    <a:pt x="2752546" y="1793348"/>
                  </a:lnTo>
                  <a:lnTo>
                    <a:pt x="2752733" y="1788943"/>
                  </a:lnTo>
                  <a:lnTo>
                    <a:pt x="2752920" y="1784345"/>
                  </a:lnTo>
                  <a:lnTo>
                    <a:pt x="2753107" y="1779329"/>
                  </a:lnTo>
                  <a:lnTo>
                    <a:pt x="2753294" y="1773974"/>
                  </a:lnTo>
                  <a:lnTo>
                    <a:pt x="2753481" y="1770175"/>
                  </a:lnTo>
                  <a:lnTo>
                    <a:pt x="2753668" y="1766214"/>
                  </a:lnTo>
                  <a:lnTo>
                    <a:pt x="2753855" y="1761433"/>
                  </a:lnTo>
                  <a:lnTo>
                    <a:pt x="2754041" y="1755967"/>
                  </a:lnTo>
                  <a:lnTo>
                    <a:pt x="2754228" y="1749411"/>
                  </a:lnTo>
                  <a:lnTo>
                    <a:pt x="2754415" y="1742609"/>
                  </a:lnTo>
                  <a:lnTo>
                    <a:pt x="2754602" y="1736995"/>
                  </a:lnTo>
                  <a:lnTo>
                    <a:pt x="2754789" y="1731654"/>
                  </a:lnTo>
                  <a:lnTo>
                    <a:pt x="2754976" y="1726886"/>
                  </a:lnTo>
                  <a:lnTo>
                    <a:pt x="2755163" y="1721679"/>
                  </a:lnTo>
                  <a:lnTo>
                    <a:pt x="2755350" y="1715922"/>
                  </a:lnTo>
                  <a:lnTo>
                    <a:pt x="2755537" y="1710951"/>
                  </a:lnTo>
                  <a:lnTo>
                    <a:pt x="2755724" y="1706063"/>
                  </a:lnTo>
                  <a:lnTo>
                    <a:pt x="2755911" y="1701559"/>
                  </a:lnTo>
                  <a:lnTo>
                    <a:pt x="2756098" y="1697579"/>
                  </a:lnTo>
                  <a:lnTo>
                    <a:pt x="2756285" y="1693330"/>
                  </a:lnTo>
                  <a:lnTo>
                    <a:pt x="2756471" y="1688800"/>
                  </a:lnTo>
                  <a:lnTo>
                    <a:pt x="2756658" y="1684467"/>
                  </a:lnTo>
                  <a:lnTo>
                    <a:pt x="2756845" y="1680553"/>
                  </a:lnTo>
                  <a:lnTo>
                    <a:pt x="2757032" y="1677182"/>
                  </a:lnTo>
                  <a:lnTo>
                    <a:pt x="2757219" y="1674133"/>
                  </a:lnTo>
                  <a:lnTo>
                    <a:pt x="2757406" y="1671033"/>
                  </a:lnTo>
                  <a:lnTo>
                    <a:pt x="2757593" y="1669088"/>
                  </a:lnTo>
                  <a:lnTo>
                    <a:pt x="2757780" y="1668901"/>
                  </a:lnTo>
                  <a:lnTo>
                    <a:pt x="2757967" y="1669278"/>
                  </a:lnTo>
                  <a:lnTo>
                    <a:pt x="2758154" y="1669384"/>
                  </a:lnTo>
                  <a:lnTo>
                    <a:pt x="2758341" y="1668612"/>
                  </a:lnTo>
                  <a:lnTo>
                    <a:pt x="2758528" y="1668507"/>
                  </a:lnTo>
                  <a:lnTo>
                    <a:pt x="2758714" y="1668646"/>
                  </a:lnTo>
                  <a:lnTo>
                    <a:pt x="2758901" y="1669420"/>
                  </a:lnTo>
                  <a:lnTo>
                    <a:pt x="2759088" y="1671128"/>
                  </a:lnTo>
                  <a:lnTo>
                    <a:pt x="2759275" y="1673250"/>
                  </a:lnTo>
                  <a:lnTo>
                    <a:pt x="2759462" y="1675927"/>
                  </a:lnTo>
                  <a:lnTo>
                    <a:pt x="2759649" y="1679110"/>
                  </a:lnTo>
                  <a:lnTo>
                    <a:pt x="2759836" y="1682361"/>
                  </a:lnTo>
                  <a:lnTo>
                    <a:pt x="2760023" y="1685431"/>
                  </a:lnTo>
                  <a:lnTo>
                    <a:pt x="2760210" y="1689309"/>
                  </a:lnTo>
                  <a:lnTo>
                    <a:pt x="2760397" y="1693650"/>
                  </a:lnTo>
                  <a:lnTo>
                    <a:pt x="2760584" y="1697032"/>
                  </a:lnTo>
                  <a:lnTo>
                    <a:pt x="2760771" y="1700657"/>
                  </a:lnTo>
                  <a:lnTo>
                    <a:pt x="2760958" y="1702993"/>
                  </a:lnTo>
                  <a:lnTo>
                    <a:pt x="2761144" y="1704699"/>
                  </a:lnTo>
                  <a:lnTo>
                    <a:pt x="2761331" y="1705964"/>
                  </a:lnTo>
                  <a:lnTo>
                    <a:pt x="2761518" y="1707165"/>
                  </a:lnTo>
                  <a:lnTo>
                    <a:pt x="2761705" y="1707372"/>
                  </a:lnTo>
                  <a:lnTo>
                    <a:pt x="2761892" y="1706957"/>
                  </a:lnTo>
                  <a:lnTo>
                    <a:pt x="2762079" y="1705469"/>
                  </a:lnTo>
                  <a:lnTo>
                    <a:pt x="2762266" y="1702437"/>
                  </a:lnTo>
                  <a:lnTo>
                    <a:pt x="2762453" y="1699355"/>
                  </a:lnTo>
                  <a:lnTo>
                    <a:pt x="2762640" y="1695042"/>
                  </a:lnTo>
                  <a:lnTo>
                    <a:pt x="2762827" y="1690159"/>
                  </a:lnTo>
                  <a:lnTo>
                    <a:pt x="2763014" y="1684453"/>
                  </a:lnTo>
                  <a:lnTo>
                    <a:pt x="2763201" y="1677840"/>
                  </a:lnTo>
                  <a:lnTo>
                    <a:pt x="2763387" y="1669799"/>
                  </a:lnTo>
                  <a:lnTo>
                    <a:pt x="2763574" y="1661223"/>
                  </a:lnTo>
                  <a:lnTo>
                    <a:pt x="2763761" y="1652513"/>
                  </a:lnTo>
                  <a:lnTo>
                    <a:pt x="2763948" y="1644758"/>
                  </a:lnTo>
                  <a:lnTo>
                    <a:pt x="2764135" y="1636250"/>
                  </a:lnTo>
                  <a:lnTo>
                    <a:pt x="2764322" y="1626645"/>
                  </a:lnTo>
                  <a:lnTo>
                    <a:pt x="2764509" y="1615669"/>
                  </a:lnTo>
                  <a:lnTo>
                    <a:pt x="2764696" y="1604197"/>
                  </a:lnTo>
                  <a:lnTo>
                    <a:pt x="2764883" y="1592328"/>
                  </a:lnTo>
                  <a:lnTo>
                    <a:pt x="2765070" y="1579682"/>
                  </a:lnTo>
                  <a:lnTo>
                    <a:pt x="2765257" y="1566960"/>
                  </a:lnTo>
                  <a:lnTo>
                    <a:pt x="2765444" y="1554373"/>
                  </a:lnTo>
                  <a:lnTo>
                    <a:pt x="2765631" y="1542050"/>
                  </a:lnTo>
                  <a:lnTo>
                    <a:pt x="2765817" y="1528681"/>
                  </a:lnTo>
                  <a:lnTo>
                    <a:pt x="2766004" y="1514176"/>
                  </a:lnTo>
                  <a:lnTo>
                    <a:pt x="2766191" y="1499470"/>
                  </a:lnTo>
                  <a:lnTo>
                    <a:pt x="2766378" y="1483875"/>
                  </a:lnTo>
                  <a:lnTo>
                    <a:pt x="2766565" y="1469177"/>
                  </a:lnTo>
                  <a:lnTo>
                    <a:pt x="2766752" y="1454796"/>
                  </a:lnTo>
                  <a:lnTo>
                    <a:pt x="2766939" y="1442332"/>
                  </a:lnTo>
                  <a:lnTo>
                    <a:pt x="2767126" y="1431293"/>
                  </a:lnTo>
                  <a:lnTo>
                    <a:pt x="2767313" y="1421284"/>
                  </a:lnTo>
                  <a:lnTo>
                    <a:pt x="2767500" y="1411731"/>
                  </a:lnTo>
                  <a:lnTo>
                    <a:pt x="2767687" y="1403375"/>
                  </a:lnTo>
                  <a:lnTo>
                    <a:pt x="2767874" y="1394834"/>
                  </a:lnTo>
                  <a:lnTo>
                    <a:pt x="2768061" y="1385572"/>
                  </a:lnTo>
                  <a:lnTo>
                    <a:pt x="2768247" y="1375915"/>
                  </a:lnTo>
                  <a:lnTo>
                    <a:pt x="2768434" y="1367839"/>
                  </a:lnTo>
                  <a:lnTo>
                    <a:pt x="2768621" y="1360114"/>
                  </a:lnTo>
                  <a:lnTo>
                    <a:pt x="2768808" y="1353088"/>
                  </a:lnTo>
                  <a:lnTo>
                    <a:pt x="2768995" y="1346947"/>
                  </a:lnTo>
                  <a:lnTo>
                    <a:pt x="2769182" y="1342045"/>
                  </a:lnTo>
                  <a:lnTo>
                    <a:pt x="2769369" y="1337558"/>
                  </a:lnTo>
                  <a:lnTo>
                    <a:pt x="2769556" y="1332972"/>
                  </a:lnTo>
                  <a:lnTo>
                    <a:pt x="2769743" y="1327598"/>
                  </a:lnTo>
                  <a:lnTo>
                    <a:pt x="2769930" y="1321783"/>
                  </a:lnTo>
                  <a:lnTo>
                    <a:pt x="2770117" y="1316485"/>
                  </a:lnTo>
                  <a:lnTo>
                    <a:pt x="2770304" y="1312727"/>
                  </a:lnTo>
                  <a:lnTo>
                    <a:pt x="2770490" y="1310328"/>
                  </a:lnTo>
                  <a:lnTo>
                    <a:pt x="2770677" y="1310051"/>
                  </a:lnTo>
                  <a:lnTo>
                    <a:pt x="2770864" y="1311571"/>
                  </a:lnTo>
                  <a:lnTo>
                    <a:pt x="2771051" y="1315236"/>
                  </a:lnTo>
                  <a:lnTo>
                    <a:pt x="2771238" y="1319498"/>
                  </a:lnTo>
                  <a:lnTo>
                    <a:pt x="2771425" y="1322457"/>
                  </a:lnTo>
                  <a:lnTo>
                    <a:pt x="2771612" y="1325137"/>
                  </a:lnTo>
                  <a:lnTo>
                    <a:pt x="2771799" y="1327776"/>
                  </a:lnTo>
                  <a:lnTo>
                    <a:pt x="2771986" y="1330240"/>
                  </a:lnTo>
                  <a:lnTo>
                    <a:pt x="2772173" y="1332654"/>
                  </a:lnTo>
                  <a:lnTo>
                    <a:pt x="2772360" y="1335180"/>
                  </a:lnTo>
                  <a:lnTo>
                    <a:pt x="2772547" y="1338550"/>
                  </a:lnTo>
                  <a:lnTo>
                    <a:pt x="2772734" y="1342602"/>
                  </a:lnTo>
                  <a:lnTo>
                    <a:pt x="2772920" y="1346722"/>
                  </a:lnTo>
                  <a:lnTo>
                    <a:pt x="2773107" y="1350768"/>
                  </a:lnTo>
                  <a:lnTo>
                    <a:pt x="2773294" y="1354331"/>
                  </a:lnTo>
                  <a:lnTo>
                    <a:pt x="2773481" y="1357407"/>
                  </a:lnTo>
                  <a:lnTo>
                    <a:pt x="2773668" y="1359490"/>
                  </a:lnTo>
                  <a:lnTo>
                    <a:pt x="2773855" y="1359909"/>
                  </a:lnTo>
                  <a:lnTo>
                    <a:pt x="2774042" y="1359577"/>
                  </a:lnTo>
                  <a:lnTo>
                    <a:pt x="2774229" y="1360300"/>
                  </a:lnTo>
                  <a:lnTo>
                    <a:pt x="2774416" y="1361552"/>
                  </a:lnTo>
                  <a:lnTo>
                    <a:pt x="2774603" y="1362589"/>
                  </a:lnTo>
                  <a:lnTo>
                    <a:pt x="2774790" y="1364174"/>
                  </a:lnTo>
                  <a:lnTo>
                    <a:pt x="2774977" y="1365549"/>
                  </a:lnTo>
                  <a:lnTo>
                    <a:pt x="2775164" y="1365677"/>
                  </a:lnTo>
                  <a:lnTo>
                    <a:pt x="2775350" y="1364610"/>
                  </a:lnTo>
                  <a:lnTo>
                    <a:pt x="2775537" y="1362427"/>
                  </a:lnTo>
                  <a:lnTo>
                    <a:pt x="2775724" y="1359363"/>
                  </a:lnTo>
                  <a:lnTo>
                    <a:pt x="2775911" y="1355715"/>
                  </a:lnTo>
                  <a:lnTo>
                    <a:pt x="2776098" y="1351842"/>
                  </a:lnTo>
                  <a:lnTo>
                    <a:pt x="2776285" y="1347330"/>
                  </a:lnTo>
                  <a:lnTo>
                    <a:pt x="2776472" y="1342179"/>
                  </a:lnTo>
                  <a:lnTo>
                    <a:pt x="2776659" y="1336929"/>
                  </a:lnTo>
                  <a:lnTo>
                    <a:pt x="2776846" y="1331292"/>
                  </a:lnTo>
                  <a:lnTo>
                    <a:pt x="2777033" y="1324948"/>
                  </a:lnTo>
                  <a:lnTo>
                    <a:pt x="2777220" y="1319220"/>
                  </a:lnTo>
                  <a:lnTo>
                    <a:pt x="2777407" y="1314369"/>
                  </a:lnTo>
                  <a:lnTo>
                    <a:pt x="2777593" y="1309526"/>
                  </a:lnTo>
                  <a:lnTo>
                    <a:pt x="2777780" y="1305611"/>
                  </a:lnTo>
                  <a:lnTo>
                    <a:pt x="2777967" y="1302106"/>
                  </a:lnTo>
                  <a:lnTo>
                    <a:pt x="2778154" y="1299129"/>
                  </a:lnTo>
                  <a:lnTo>
                    <a:pt x="2778341" y="1296570"/>
                  </a:lnTo>
                  <a:lnTo>
                    <a:pt x="2778528" y="1293383"/>
                  </a:lnTo>
                  <a:lnTo>
                    <a:pt x="2778715" y="1291171"/>
                  </a:lnTo>
                  <a:lnTo>
                    <a:pt x="2778902" y="1287859"/>
                  </a:lnTo>
                  <a:lnTo>
                    <a:pt x="2779089" y="1285024"/>
                  </a:lnTo>
                  <a:lnTo>
                    <a:pt x="2779276" y="1283016"/>
                  </a:lnTo>
                  <a:lnTo>
                    <a:pt x="2779463" y="1281409"/>
                  </a:lnTo>
                  <a:lnTo>
                    <a:pt x="2779650" y="1279767"/>
                  </a:lnTo>
                  <a:lnTo>
                    <a:pt x="2779837" y="1276733"/>
                  </a:lnTo>
                  <a:lnTo>
                    <a:pt x="2780023" y="1273426"/>
                  </a:lnTo>
                  <a:lnTo>
                    <a:pt x="2780210" y="1268236"/>
                  </a:lnTo>
                  <a:lnTo>
                    <a:pt x="2780397" y="1261701"/>
                  </a:lnTo>
                  <a:lnTo>
                    <a:pt x="2780584" y="1254180"/>
                  </a:lnTo>
                  <a:lnTo>
                    <a:pt x="2780771" y="1245552"/>
                  </a:lnTo>
                  <a:lnTo>
                    <a:pt x="2780958" y="1235903"/>
                  </a:lnTo>
                  <a:lnTo>
                    <a:pt x="2781145" y="1227042"/>
                  </a:lnTo>
                  <a:lnTo>
                    <a:pt x="2781332" y="1218058"/>
                  </a:lnTo>
                  <a:lnTo>
                    <a:pt x="2781519" y="1208578"/>
                  </a:lnTo>
                  <a:lnTo>
                    <a:pt x="2781706" y="1199053"/>
                  </a:lnTo>
                  <a:lnTo>
                    <a:pt x="2781893" y="1189189"/>
                  </a:lnTo>
                  <a:lnTo>
                    <a:pt x="2782080" y="1179220"/>
                  </a:lnTo>
                  <a:lnTo>
                    <a:pt x="2782266" y="1169608"/>
                  </a:lnTo>
                  <a:lnTo>
                    <a:pt x="2782453" y="1159886"/>
                  </a:lnTo>
                  <a:lnTo>
                    <a:pt x="2782640" y="1150045"/>
                  </a:lnTo>
                  <a:lnTo>
                    <a:pt x="2782827" y="1140957"/>
                  </a:lnTo>
                  <a:lnTo>
                    <a:pt x="2783014" y="1132797"/>
                  </a:lnTo>
                  <a:lnTo>
                    <a:pt x="2783201" y="1125263"/>
                  </a:lnTo>
                  <a:lnTo>
                    <a:pt x="2783388" y="1118971"/>
                  </a:lnTo>
                  <a:lnTo>
                    <a:pt x="2783575" y="1114119"/>
                  </a:lnTo>
                  <a:lnTo>
                    <a:pt x="2783762" y="1110083"/>
                  </a:lnTo>
                  <a:lnTo>
                    <a:pt x="2783949" y="1106976"/>
                  </a:lnTo>
                  <a:lnTo>
                    <a:pt x="2784136" y="1104582"/>
                  </a:lnTo>
                  <a:lnTo>
                    <a:pt x="2784323" y="1102125"/>
                  </a:lnTo>
                  <a:lnTo>
                    <a:pt x="2784510" y="1101078"/>
                  </a:lnTo>
                  <a:lnTo>
                    <a:pt x="2784696" y="1100367"/>
                  </a:lnTo>
                  <a:lnTo>
                    <a:pt x="2784883" y="1100404"/>
                  </a:lnTo>
                  <a:lnTo>
                    <a:pt x="2785070" y="1100011"/>
                  </a:lnTo>
                  <a:lnTo>
                    <a:pt x="2785257" y="1099657"/>
                  </a:lnTo>
                  <a:lnTo>
                    <a:pt x="2785444" y="1099137"/>
                  </a:lnTo>
                  <a:lnTo>
                    <a:pt x="2785631" y="1098335"/>
                  </a:lnTo>
                  <a:lnTo>
                    <a:pt x="2785818" y="1097107"/>
                  </a:lnTo>
                  <a:lnTo>
                    <a:pt x="2786005" y="1095688"/>
                  </a:lnTo>
                  <a:lnTo>
                    <a:pt x="2786192" y="1094987"/>
                  </a:lnTo>
                  <a:lnTo>
                    <a:pt x="2786379" y="1093171"/>
                  </a:lnTo>
                  <a:lnTo>
                    <a:pt x="2786566" y="1091179"/>
                  </a:lnTo>
                  <a:lnTo>
                    <a:pt x="2786753" y="1088684"/>
                  </a:lnTo>
                  <a:lnTo>
                    <a:pt x="2786940" y="1086126"/>
                  </a:lnTo>
                  <a:lnTo>
                    <a:pt x="2787126" y="1084108"/>
                  </a:lnTo>
                  <a:lnTo>
                    <a:pt x="2787313" y="1080987"/>
                  </a:lnTo>
                  <a:lnTo>
                    <a:pt x="2787500" y="1078086"/>
                  </a:lnTo>
                  <a:lnTo>
                    <a:pt x="2787687" y="1075852"/>
                  </a:lnTo>
                  <a:lnTo>
                    <a:pt x="2787874" y="1075592"/>
                  </a:lnTo>
                  <a:lnTo>
                    <a:pt x="2788061" y="1076239"/>
                  </a:lnTo>
                  <a:lnTo>
                    <a:pt x="2788248" y="1077691"/>
                  </a:lnTo>
                  <a:lnTo>
                    <a:pt x="2788435" y="1079924"/>
                  </a:lnTo>
                  <a:lnTo>
                    <a:pt x="2788622" y="1083057"/>
                  </a:lnTo>
                  <a:lnTo>
                    <a:pt x="2788809" y="1086418"/>
                  </a:lnTo>
                  <a:lnTo>
                    <a:pt x="2788996" y="1090051"/>
                  </a:lnTo>
                  <a:lnTo>
                    <a:pt x="2789183" y="1094688"/>
                  </a:lnTo>
                  <a:lnTo>
                    <a:pt x="2789369" y="1100395"/>
                  </a:lnTo>
                  <a:lnTo>
                    <a:pt x="2789556" y="1105979"/>
                  </a:lnTo>
                  <a:lnTo>
                    <a:pt x="2789743" y="1111540"/>
                  </a:lnTo>
                  <a:lnTo>
                    <a:pt x="2789930" y="1117334"/>
                  </a:lnTo>
                  <a:lnTo>
                    <a:pt x="2790117" y="1123381"/>
                  </a:lnTo>
                  <a:lnTo>
                    <a:pt x="2790304" y="1130028"/>
                  </a:lnTo>
                  <a:lnTo>
                    <a:pt x="2790491" y="1137325"/>
                  </a:lnTo>
                  <a:lnTo>
                    <a:pt x="2790678" y="1144610"/>
                  </a:lnTo>
                  <a:lnTo>
                    <a:pt x="2790865" y="1149409"/>
                  </a:lnTo>
                  <a:lnTo>
                    <a:pt x="2791052" y="1154853"/>
                  </a:lnTo>
                  <a:lnTo>
                    <a:pt x="2791239" y="1161806"/>
                  </a:lnTo>
                  <a:lnTo>
                    <a:pt x="2791426" y="1169248"/>
                  </a:lnTo>
                  <a:lnTo>
                    <a:pt x="2791613" y="1176922"/>
                  </a:lnTo>
                  <a:lnTo>
                    <a:pt x="2791799" y="1184609"/>
                  </a:lnTo>
                  <a:lnTo>
                    <a:pt x="2791986" y="1191509"/>
                  </a:lnTo>
                  <a:lnTo>
                    <a:pt x="2792173" y="1198188"/>
                  </a:lnTo>
                  <a:lnTo>
                    <a:pt x="2792360" y="1204147"/>
                  </a:lnTo>
                  <a:lnTo>
                    <a:pt x="2792547" y="1210128"/>
                  </a:lnTo>
                  <a:lnTo>
                    <a:pt x="2792734" y="1216048"/>
                  </a:lnTo>
                  <a:lnTo>
                    <a:pt x="2792921" y="1220897"/>
                  </a:lnTo>
                  <a:lnTo>
                    <a:pt x="2793108" y="1224840"/>
                  </a:lnTo>
                  <a:lnTo>
                    <a:pt x="2793295" y="1228121"/>
                  </a:lnTo>
                  <a:lnTo>
                    <a:pt x="2793482" y="1230886"/>
                  </a:lnTo>
                  <a:lnTo>
                    <a:pt x="2793669" y="1233648"/>
                  </a:lnTo>
                  <a:lnTo>
                    <a:pt x="2793856" y="1237571"/>
                  </a:lnTo>
                  <a:lnTo>
                    <a:pt x="2794043" y="1241391"/>
                  </a:lnTo>
                  <a:lnTo>
                    <a:pt x="2794229" y="1244379"/>
                  </a:lnTo>
                  <a:lnTo>
                    <a:pt x="2794416" y="1246740"/>
                  </a:lnTo>
                  <a:lnTo>
                    <a:pt x="2794603" y="1247965"/>
                  </a:lnTo>
                  <a:lnTo>
                    <a:pt x="2794790" y="1248605"/>
                  </a:lnTo>
                  <a:lnTo>
                    <a:pt x="2794977" y="1248778"/>
                  </a:lnTo>
                  <a:lnTo>
                    <a:pt x="2795164" y="1248397"/>
                  </a:lnTo>
                  <a:lnTo>
                    <a:pt x="2795351" y="1248443"/>
                  </a:lnTo>
                  <a:lnTo>
                    <a:pt x="2795538" y="1248518"/>
                  </a:lnTo>
                  <a:lnTo>
                    <a:pt x="2795725" y="1249759"/>
                  </a:lnTo>
                  <a:lnTo>
                    <a:pt x="2795912" y="1251264"/>
                  </a:lnTo>
                  <a:lnTo>
                    <a:pt x="2796099" y="1253205"/>
                  </a:lnTo>
                  <a:lnTo>
                    <a:pt x="2796286" y="1254774"/>
                  </a:lnTo>
                  <a:lnTo>
                    <a:pt x="2796472" y="1255904"/>
                  </a:lnTo>
                  <a:lnTo>
                    <a:pt x="2796659" y="1256311"/>
                  </a:lnTo>
                  <a:lnTo>
                    <a:pt x="2796846" y="1256006"/>
                  </a:lnTo>
                  <a:lnTo>
                    <a:pt x="2797033" y="1255631"/>
                  </a:lnTo>
                  <a:lnTo>
                    <a:pt x="2797220" y="1254649"/>
                  </a:lnTo>
                  <a:lnTo>
                    <a:pt x="2797407" y="1253828"/>
                  </a:lnTo>
                  <a:lnTo>
                    <a:pt x="2797594" y="1252933"/>
                  </a:lnTo>
                  <a:lnTo>
                    <a:pt x="2797781" y="1252743"/>
                  </a:lnTo>
                  <a:lnTo>
                    <a:pt x="2797968" y="1252729"/>
                  </a:lnTo>
                  <a:lnTo>
                    <a:pt x="2798155" y="1253135"/>
                  </a:lnTo>
                  <a:lnTo>
                    <a:pt x="2798342" y="1254505"/>
                  </a:lnTo>
                  <a:lnTo>
                    <a:pt x="2798529" y="1256639"/>
                  </a:lnTo>
                  <a:lnTo>
                    <a:pt x="2798716" y="1258966"/>
                  </a:lnTo>
                  <a:lnTo>
                    <a:pt x="2798902" y="1261332"/>
                  </a:lnTo>
                  <a:lnTo>
                    <a:pt x="2799089" y="1264031"/>
                  </a:lnTo>
                  <a:lnTo>
                    <a:pt x="2799276" y="1266823"/>
                  </a:lnTo>
                  <a:lnTo>
                    <a:pt x="2799463" y="1270863"/>
                  </a:lnTo>
                  <a:lnTo>
                    <a:pt x="2799650" y="1275324"/>
                  </a:lnTo>
                  <a:lnTo>
                    <a:pt x="2799837" y="1280220"/>
                  </a:lnTo>
                  <a:lnTo>
                    <a:pt x="2800024" y="1286008"/>
                  </a:lnTo>
                  <a:lnTo>
                    <a:pt x="2800211" y="1292938"/>
                  </a:lnTo>
                  <a:lnTo>
                    <a:pt x="2800398" y="1300907"/>
                  </a:lnTo>
                  <a:lnTo>
                    <a:pt x="2800585" y="1308906"/>
                  </a:lnTo>
                  <a:lnTo>
                    <a:pt x="2800772" y="1317441"/>
                  </a:lnTo>
                  <a:lnTo>
                    <a:pt x="2800959" y="1326015"/>
                  </a:lnTo>
                  <a:lnTo>
                    <a:pt x="2801145" y="1334725"/>
                  </a:lnTo>
                  <a:lnTo>
                    <a:pt x="2801332" y="1342631"/>
                  </a:lnTo>
                  <a:lnTo>
                    <a:pt x="2801519" y="1351603"/>
                  </a:lnTo>
                  <a:lnTo>
                    <a:pt x="2801706" y="1361032"/>
                  </a:lnTo>
                  <a:lnTo>
                    <a:pt x="2801893" y="1370987"/>
                  </a:lnTo>
                  <a:lnTo>
                    <a:pt x="2802080" y="1380735"/>
                  </a:lnTo>
                  <a:lnTo>
                    <a:pt x="2802267" y="1390858"/>
                  </a:lnTo>
                  <a:lnTo>
                    <a:pt x="2802454" y="1401179"/>
                  </a:lnTo>
                  <a:lnTo>
                    <a:pt x="2802641" y="1411305"/>
                  </a:lnTo>
                  <a:lnTo>
                    <a:pt x="2802828" y="1420919"/>
                  </a:lnTo>
                  <a:lnTo>
                    <a:pt x="2803015" y="1430316"/>
                  </a:lnTo>
                  <a:lnTo>
                    <a:pt x="2803202" y="1439972"/>
                  </a:lnTo>
                  <a:lnTo>
                    <a:pt x="2803389" y="1449746"/>
                  </a:lnTo>
                  <a:lnTo>
                    <a:pt x="2803575" y="1459633"/>
                  </a:lnTo>
                  <a:lnTo>
                    <a:pt x="2803762" y="1470728"/>
                  </a:lnTo>
                  <a:lnTo>
                    <a:pt x="2803949" y="1480869"/>
                  </a:lnTo>
                  <a:lnTo>
                    <a:pt x="2804136" y="1490413"/>
                  </a:lnTo>
                  <a:lnTo>
                    <a:pt x="2804323" y="1498581"/>
                  </a:lnTo>
                  <a:lnTo>
                    <a:pt x="2804510" y="1505556"/>
                  </a:lnTo>
                  <a:lnTo>
                    <a:pt x="2804697" y="1511631"/>
                  </a:lnTo>
                  <a:lnTo>
                    <a:pt x="2804884" y="1517285"/>
                  </a:lnTo>
                  <a:lnTo>
                    <a:pt x="2805071" y="1522087"/>
                  </a:lnTo>
                  <a:lnTo>
                    <a:pt x="2805258" y="1527323"/>
                  </a:lnTo>
                  <a:lnTo>
                    <a:pt x="2805445" y="1533109"/>
                  </a:lnTo>
                  <a:lnTo>
                    <a:pt x="2805632" y="1539310"/>
                  </a:lnTo>
                  <a:lnTo>
                    <a:pt x="2805819" y="1543841"/>
                  </a:lnTo>
                  <a:lnTo>
                    <a:pt x="2806005" y="1548540"/>
                  </a:lnTo>
                  <a:lnTo>
                    <a:pt x="2806192" y="1552411"/>
                  </a:lnTo>
                  <a:lnTo>
                    <a:pt x="2806379" y="1555765"/>
                  </a:lnTo>
                  <a:lnTo>
                    <a:pt x="2806566" y="1558025"/>
                  </a:lnTo>
                  <a:lnTo>
                    <a:pt x="2806753" y="1560265"/>
                  </a:lnTo>
                  <a:lnTo>
                    <a:pt x="2806940" y="1562708"/>
                  </a:lnTo>
                  <a:lnTo>
                    <a:pt x="2807127" y="1565596"/>
                  </a:lnTo>
                  <a:lnTo>
                    <a:pt x="2807314" y="1569370"/>
                  </a:lnTo>
                  <a:lnTo>
                    <a:pt x="2807501" y="1572829"/>
                  </a:lnTo>
                  <a:lnTo>
                    <a:pt x="2807688" y="1575253"/>
                  </a:lnTo>
                  <a:lnTo>
                    <a:pt x="2807875" y="1577418"/>
                  </a:lnTo>
                  <a:lnTo>
                    <a:pt x="2808062" y="1576895"/>
                  </a:lnTo>
                  <a:lnTo>
                    <a:pt x="2808248" y="1575022"/>
                  </a:lnTo>
                  <a:lnTo>
                    <a:pt x="2808435" y="1571385"/>
                  </a:lnTo>
                  <a:lnTo>
                    <a:pt x="2808622" y="1567043"/>
                  </a:lnTo>
                  <a:lnTo>
                    <a:pt x="2808809" y="1562663"/>
                  </a:lnTo>
                  <a:lnTo>
                    <a:pt x="2808996" y="1558218"/>
                  </a:lnTo>
                  <a:lnTo>
                    <a:pt x="2809183" y="1554530"/>
                  </a:lnTo>
                  <a:lnTo>
                    <a:pt x="2809370" y="1551836"/>
                  </a:lnTo>
                  <a:lnTo>
                    <a:pt x="2809557" y="1549701"/>
                  </a:lnTo>
                  <a:lnTo>
                    <a:pt x="2809744" y="1546872"/>
                  </a:lnTo>
                  <a:lnTo>
                    <a:pt x="2809931" y="1543764"/>
                  </a:lnTo>
                  <a:lnTo>
                    <a:pt x="2810118" y="1541524"/>
                  </a:lnTo>
                  <a:lnTo>
                    <a:pt x="2810305" y="1538802"/>
                  </a:lnTo>
                  <a:lnTo>
                    <a:pt x="2810492" y="1534922"/>
                  </a:lnTo>
                  <a:lnTo>
                    <a:pt x="2810678" y="1530618"/>
                  </a:lnTo>
                  <a:lnTo>
                    <a:pt x="2810865" y="1525929"/>
                  </a:lnTo>
                  <a:lnTo>
                    <a:pt x="2811052" y="1520642"/>
                  </a:lnTo>
                  <a:lnTo>
                    <a:pt x="2811239" y="1515098"/>
                  </a:lnTo>
                  <a:lnTo>
                    <a:pt x="2811426" y="1509260"/>
                  </a:lnTo>
                  <a:lnTo>
                    <a:pt x="2811613" y="1502552"/>
                  </a:lnTo>
                  <a:lnTo>
                    <a:pt x="2811800" y="1495035"/>
                  </a:lnTo>
                  <a:lnTo>
                    <a:pt x="2811987" y="1487974"/>
                  </a:lnTo>
                  <a:lnTo>
                    <a:pt x="2812174" y="1480441"/>
                  </a:lnTo>
                  <a:lnTo>
                    <a:pt x="2812361" y="1472320"/>
                  </a:lnTo>
                  <a:lnTo>
                    <a:pt x="2812548" y="1464016"/>
                  </a:lnTo>
                  <a:lnTo>
                    <a:pt x="2812735" y="1456890"/>
                  </a:lnTo>
                  <a:lnTo>
                    <a:pt x="2812922" y="1449549"/>
                  </a:lnTo>
                  <a:lnTo>
                    <a:pt x="2813108" y="1443656"/>
                  </a:lnTo>
                  <a:lnTo>
                    <a:pt x="2813295" y="1439214"/>
                  </a:lnTo>
                  <a:lnTo>
                    <a:pt x="2813482" y="1435028"/>
                  </a:lnTo>
                  <a:lnTo>
                    <a:pt x="2813669" y="1431682"/>
                  </a:lnTo>
                  <a:lnTo>
                    <a:pt x="2813856" y="1429329"/>
                  </a:lnTo>
                  <a:lnTo>
                    <a:pt x="2814043" y="1427741"/>
                  </a:lnTo>
                  <a:lnTo>
                    <a:pt x="2814230" y="1426665"/>
                  </a:lnTo>
                  <a:lnTo>
                    <a:pt x="2814417" y="1425153"/>
                  </a:lnTo>
                  <a:lnTo>
                    <a:pt x="2814604" y="1423898"/>
                  </a:lnTo>
                  <a:lnTo>
                    <a:pt x="2814791" y="1422801"/>
                  </a:lnTo>
                  <a:lnTo>
                    <a:pt x="2814978" y="1422648"/>
                  </a:lnTo>
                  <a:lnTo>
                    <a:pt x="2815165" y="1421237"/>
                  </a:lnTo>
                  <a:lnTo>
                    <a:pt x="2815351" y="1420471"/>
                  </a:lnTo>
                  <a:lnTo>
                    <a:pt x="2815538" y="1419720"/>
                  </a:lnTo>
                  <a:lnTo>
                    <a:pt x="2815725" y="1419246"/>
                  </a:lnTo>
                  <a:lnTo>
                    <a:pt x="2815912" y="1417501"/>
                  </a:lnTo>
                  <a:lnTo>
                    <a:pt x="2816099" y="1415091"/>
                  </a:lnTo>
                  <a:lnTo>
                    <a:pt x="2816286" y="1412712"/>
                  </a:lnTo>
                  <a:lnTo>
                    <a:pt x="2816473" y="1410058"/>
                  </a:lnTo>
                  <a:lnTo>
                    <a:pt x="2816660" y="1406956"/>
                  </a:lnTo>
                  <a:lnTo>
                    <a:pt x="2816847" y="1403057"/>
                  </a:lnTo>
                  <a:lnTo>
                    <a:pt x="2817034" y="1399121"/>
                  </a:lnTo>
                  <a:lnTo>
                    <a:pt x="2817221" y="1397354"/>
                  </a:lnTo>
                  <a:lnTo>
                    <a:pt x="2817408" y="1394715"/>
                  </a:lnTo>
                  <a:lnTo>
                    <a:pt x="2817595" y="1393325"/>
                  </a:lnTo>
                  <a:lnTo>
                    <a:pt x="2817781" y="1392709"/>
                  </a:lnTo>
                  <a:lnTo>
                    <a:pt x="2817968" y="1393017"/>
                  </a:lnTo>
                  <a:lnTo>
                    <a:pt x="2818155" y="1393492"/>
                  </a:lnTo>
                  <a:lnTo>
                    <a:pt x="2818342" y="1393862"/>
                  </a:lnTo>
                  <a:lnTo>
                    <a:pt x="2818529" y="1392132"/>
                  </a:lnTo>
                  <a:lnTo>
                    <a:pt x="2818716" y="1392312"/>
                  </a:lnTo>
                  <a:lnTo>
                    <a:pt x="2818903" y="1391991"/>
                  </a:lnTo>
                  <a:lnTo>
                    <a:pt x="2819090" y="1389980"/>
                  </a:lnTo>
                  <a:lnTo>
                    <a:pt x="2819277" y="1387357"/>
                  </a:lnTo>
                  <a:lnTo>
                    <a:pt x="2819464" y="1383850"/>
                  </a:lnTo>
                  <a:lnTo>
                    <a:pt x="2819651" y="1380559"/>
                  </a:lnTo>
                  <a:lnTo>
                    <a:pt x="2819838" y="1377676"/>
                  </a:lnTo>
                  <a:lnTo>
                    <a:pt x="2820024" y="1375137"/>
                  </a:lnTo>
                  <a:lnTo>
                    <a:pt x="2820211" y="1372437"/>
                  </a:lnTo>
                  <a:lnTo>
                    <a:pt x="2820398" y="1369491"/>
                  </a:lnTo>
                  <a:lnTo>
                    <a:pt x="2820585" y="1367001"/>
                  </a:lnTo>
                  <a:lnTo>
                    <a:pt x="2820772" y="1365140"/>
                  </a:lnTo>
                  <a:lnTo>
                    <a:pt x="2820959" y="1363988"/>
                  </a:lnTo>
                  <a:lnTo>
                    <a:pt x="2821146" y="1363506"/>
                  </a:lnTo>
                  <a:lnTo>
                    <a:pt x="2821333" y="1363478"/>
                  </a:lnTo>
                  <a:lnTo>
                    <a:pt x="2821520" y="1362874"/>
                  </a:lnTo>
                  <a:lnTo>
                    <a:pt x="2821707" y="1362333"/>
                  </a:lnTo>
                  <a:lnTo>
                    <a:pt x="2821894" y="1361302"/>
                  </a:lnTo>
                  <a:lnTo>
                    <a:pt x="2822081" y="1360592"/>
                  </a:lnTo>
                  <a:lnTo>
                    <a:pt x="2822268" y="1361155"/>
                  </a:lnTo>
                  <a:lnTo>
                    <a:pt x="2822454" y="1362980"/>
                  </a:lnTo>
                  <a:lnTo>
                    <a:pt x="2822641" y="1365244"/>
                  </a:lnTo>
                  <a:lnTo>
                    <a:pt x="2822828" y="1367450"/>
                  </a:lnTo>
                  <a:lnTo>
                    <a:pt x="2823015" y="1369559"/>
                  </a:lnTo>
                  <a:lnTo>
                    <a:pt x="2823202" y="1371994"/>
                  </a:lnTo>
                  <a:lnTo>
                    <a:pt x="2823389" y="1373971"/>
                  </a:lnTo>
                  <a:lnTo>
                    <a:pt x="2823576" y="1375203"/>
                  </a:lnTo>
                  <a:lnTo>
                    <a:pt x="2823763" y="1375617"/>
                  </a:lnTo>
                  <a:lnTo>
                    <a:pt x="2823950" y="1374481"/>
                  </a:lnTo>
                  <a:lnTo>
                    <a:pt x="2824137" y="1372780"/>
                  </a:lnTo>
                  <a:lnTo>
                    <a:pt x="2824324" y="1370257"/>
                  </a:lnTo>
                  <a:lnTo>
                    <a:pt x="2824511" y="1367606"/>
                  </a:lnTo>
                  <a:lnTo>
                    <a:pt x="2824698" y="1365476"/>
                  </a:lnTo>
                  <a:lnTo>
                    <a:pt x="2824884" y="1363311"/>
                  </a:lnTo>
                  <a:lnTo>
                    <a:pt x="2825071" y="1358906"/>
                  </a:lnTo>
                  <a:lnTo>
                    <a:pt x="2825258" y="1352807"/>
                  </a:lnTo>
                  <a:lnTo>
                    <a:pt x="2825445" y="1345335"/>
                  </a:lnTo>
                  <a:lnTo>
                    <a:pt x="2825632" y="1336885"/>
                  </a:lnTo>
                  <a:lnTo>
                    <a:pt x="2825819" y="1326446"/>
                  </a:lnTo>
                  <a:lnTo>
                    <a:pt x="2826006" y="1315035"/>
                  </a:lnTo>
                  <a:lnTo>
                    <a:pt x="2826193" y="1303870"/>
                  </a:lnTo>
                  <a:lnTo>
                    <a:pt x="2826380" y="1292732"/>
                  </a:lnTo>
                  <a:lnTo>
                    <a:pt x="2826567" y="1282071"/>
                  </a:lnTo>
                  <a:lnTo>
                    <a:pt x="2826754" y="1270656"/>
                  </a:lnTo>
                  <a:lnTo>
                    <a:pt x="2826941" y="1261351"/>
                  </a:lnTo>
                  <a:lnTo>
                    <a:pt x="2827127" y="1253573"/>
                  </a:lnTo>
                  <a:lnTo>
                    <a:pt x="2827314" y="1246090"/>
                  </a:lnTo>
                  <a:lnTo>
                    <a:pt x="2827501" y="1239498"/>
                  </a:lnTo>
                  <a:lnTo>
                    <a:pt x="2827688" y="1233784"/>
                  </a:lnTo>
                  <a:lnTo>
                    <a:pt x="2827875" y="1229019"/>
                  </a:lnTo>
                  <a:lnTo>
                    <a:pt x="2828062" y="1224584"/>
                  </a:lnTo>
                  <a:lnTo>
                    <a:pt x="2828249" y="1220398"/>
                  </a:lnTo>
                  <a:lnTo>
                    <a:pt x="2828436" y="1216610"/>
                  </a:lnTo>
                  <a:lnTo>
                    <a:pt x="2828623" y="1212005"/>
                  </a:lnTo>
                  <a:lnTo>
                    <a:pt x="2828810" y="1206808"/>
                  </a:lnTo>
                  <a:lnTo>
                    <a:pt x="2828997" y="1201735"/>
                  </a:lnTo>
                  <a:lnTo>
                    <a:pt x="2829184" y="1196321"/>
                  </a:lnTo>
                  <a:lnTo>
                    <a:pt x="2829371" y="1191109"/>
                  </a:lnTo>
                  <a:lnTo>
                    <a:pt x="2829557" y="1186065"/>
                  </a:lnTo>
                  <a:lnTo>
                    <a:pt x="2829744" y="1181172"/>
                  </a:lnTo>
                  <a:lnTo>
                    <a:pt x="2829931" y="1175534"/>
                  </a:lnTo>
                  <a:lnTo>
                    <a:pt x="2830118" y="1170176"/>
                  </a:lnTo>
                  <a:lnTo>
                    <a:pt x="2830305" y="1164056"/>
                  </a:lnTo>
                  <a:lnTo>
                    <a:pt x="2830492" y="1159115"/>
                  </a:lnTo>
                  <a:lnTo>
                    <a:pt x="2830679" y="1153482"/>
                  </a:lnTo>
                  <a:lnTo>
                    <a:pt x="2830866" y="1147687"/>
                  </a:lnTo>
                  <a:lnTo>
                    <a:pt x="2831053" y="1141412"/>
                  </a:lnTo>
                  <a:lnTo>
                    <a:pt x="2831240" y="1134455"/>
                  </a:lnTo>
                  <a:lnTo>
                    <a:pt x="2831427" y="1127391"/>
                  </a:lnTo>
                  <a:lnTo>
                    <a:pt x="2831614" y="1120384"/>
                  </a:lnTo>
                  <a:lnTo>
                    <a:pt x="2831800" y="1113819"/>
                  </a:lnTo>
                  <a:lnTo>
                    <a:pt x="2831987" y="1107603"/>
                  </a:lnTo>
                  <a:lnTo>
                    <a:pt x="2832174" y="1101545"/>
                  </a:lnTo>
                  <a:lnTo>
                    <a:pt x="2832361" y="1095581"/>
                  </a:lnTo>
                  <a:lnTo>
                    <a:pt x="2832548" y="1089854"/>
                  </a:lnTo>
                  <a:lnTo>
                    <a:pt x="2832735" y="1084719"/>
                  </a:lnTo>
                  <a:lnTo>
                    <a:pt x="2832922" y="1079747"/>
                  </a:lnTo>
                  <a:lnTo>
                    <a:pt x="2833109" y="1075239"/>
                  </a:lnTo>
                  <a:lnTo>
                    <a:pt x="2833296" y="1070124"/>
                  </a:lnTo>
                  <a:lnTo>
                    <a:pt x="2833483" y="1064577"/>
                  </a:lnTo>
                  <a:lnTo>
                    <a:pt x="2833670" y="1060774"/>
                  </a:lnTo>
                  <a:lnTo>
                    <a:pt x="2833857" y="1057260"/>
                  </a:lnTo>
                  <a:lnTo>
                    <a:pt x="2834044" y="1055692"/>
                  </a:lnTo>
                  <a:lnTo>
                    <a:pt x="2834230" y="1055540"/>
                  </a:lnTo>
                  <a:lnTo>
                    <a:pt x="2834417" y="1055915"/>
                  </a:lnTo>
                  <a:lnTo>
                    <a:pt x="2834604" y="1057337"/>
                  </a:lnTo>
                  <a:lnTo>
                    <a:pt x="2834791" y="1059231"/>
                  </a:lnTo>
                  <a:lnTo>
                    <a:pt x="2834978" y="1061260"/>
                  </a:lnTo>
                  <a:lnTo>
                    <a:pt x="2835165" y="1062014"/>
                  </a:lnTo>
                  <a:lnTo>
                    <a:pt x="2835352" y="1062564"/>
                  </a:lnTo>
                  <a:lnTo>
                    <a:pt x="2835539" y="1063029"/>
                  </a:lnTo>
                  <a:lnTo>
                    <a:pt x="2835726" y="1063128"/>
                  </a:lnTo>
                  <a:lnTo>
                    <a:pt x="2835913" y="1063060"/>
                  </a:lnTo>
                  <a:lnTo>
                    <a:pt x="2836100" y="1062985"/>
                  </a:lnTo>
                  <a:lnTo>
                    <a:pt x="2836287" y="1063012"/>
                  </a:lnTo>
                  <a:lnTo>
                    <a:pt x="2836474" y="1063462"/>
                  </a:lnTo>
                  <a:lnTo>
                    <a:pt x="2836660" y="1064803"/>
                  </a:lnTo>
                  <a:lnTo>
                    <a:pt x="2836847" y="1066261"/>
                  </a:lnTo>
                  <a:lnTo>
                    <a:pt x="2837034" y="1068344"/>
                  </a:lnTo>
                  <a:lnTo>
                    <a:pt x="2837221" y="1070529"/>
                  </a:lnTo>
                  <a:lnTo>
                    <a:pt x="2837408" y="1073291"/>
                  </a:lnTo>
                  <a:lnTo>
                    <a:pt x="2837595" y="1075886"/>
                  </a:lnTo>
                  <a:lnTo>
                    <a:pt x="2837782" y="1078420"/>
                  </a:lnTo>
                  <a:lnTo>
                    <a:pt x="2837969" y="1081591"/>
                  </a:lnTo>
                  <a:lnTo>
                    <a:pt x="2838156" y="1084992"/>
                  </a:lnTo>
                  <a:lnTo>
                    <a:pt x="2838343" y="1087862"/>
                  </a:lnTo>
                  <a:lnTo>
                    <a:pt x="2838530" y="1090559"/>
                  </a:lnTo>
                  <a:lnTo>
                    <a:pt x="2838717" y="1093147"/>
                  </a:lnTo>
                  <a:lnTo>
                    <a:pt x="2838903" y="1094484"/>
                  </a:lnTo>
                  <a:lnTo>
                    <a:pt x="2839090" y="1094616"/>
                  </a:lnTo>
                  <a:lnTo>
                    <a:pt x="2839277" y="1094575"/>
                  </a:lnTo>
                  <a:lnTo>
                    <a:pt x="2839464" y="1093309"/>
                  </a:lnTo>
                  <a:lnTo>
                    <a:pt x="2839651" y="1090317"/>
                  </a:lnTo>
                  <a:lnTo>
                    <a:pt x="2839838" y="1086611"/>
                  </a:lnTo>
                  <a:lnTo>
                    <a:pt x="2840025" y="1082041"/>
                  </a:lnTo>
                  <a:lnTo>
                    <a:pt x="2840212" y="1076998"/>
                  </a:lnTo>
                  <a:lnTo>
                    <a:pt x="2840399" y="1070950"/>
                  </a:lnTo>
                  <a:lnTo>
                    <a:pt x="2840586" y="1064336"/>
                  </a:lnTo>
                  <a:lnTo>
                    <a:pt x="2840773" y="1056908"/>
                  </a:lnTo>
                  <a:lnTo>
                    <a:pt x="2840960" y="1047533"/>
                  </a:lnTo>
                  <a:lnTo>
                    <a:pt x="2841147" y="1036863"/>
                  </a:lnTo>
                  <a:lnTo>
                    <a:pt x="2841333" y="1025679"/>
                  </a:lnTo>
                  <a:lnTo>
                    <a:pt x="2841520" y="1014203"/>
                  </a:lnTo>
                  <a:lnTo>
                    <a:pt x="2841707" y="1002065"/>
                  </a:lnTo>
                  <a:lnTo>
                    <a:pt x="2841894" y="990047"/>
                  </a:lnTo>
                  <a:lnTo>
                    <a:pt x="2842081" y="977970"/>
                  </a:lnTo>
                  <a:lnTo>
                    <a:pt x="2842268" y="966321"/>
                  </a:lnTo>
                  <a:lnTo>
                    <a:pt x="2842455" y="955227"/>
                  </a:lnTo>
                  <a:lnTo>
                    <a:pt x="2842642" y="942549"/>
                  </a:lnTo>
                  <a:lnTo>
                    <a:pt x="2842829" y="930466"/>
                  </a:lnTo>
                  <a:lnTo>
                    <a:pt x="2843016" y="919022"/>
                  </a:lnTo>
                  <a:lnTo>
                    <a:pt x="2843203" y="908205"/>
                  </a:lnTo>
                  <a:lnTo>
                    <a:pt x="2843390" y="896911"/>
                  </a:lnTo>
                  <a:lnTo>
                    <a:pt x="2843577" y="887434"/>
                  </a:lnTo>
                  <a:lnTo>
                    <a:pt x="2843763" y="880632"/>
                  </a:lnTo>
                  <a:lnTo>
                    <a:pt x="2843950" y="874551"/>
                  </a:lnTo>
                  <a:lnTo>
                    <a:pt x="2844137" y="868207"/>
                  </a:lnTo>
                  <a:lnTo>
                    <a:pt x="2844324" y="862063"/>
                  </a:lnTo>
                  <a:lnTo>
                    <a:pt x="2844511" y="855674"/>
                  </a:lnTo>
                  <a:lnTo>
                    <a:pt x="2844698" y="851008"/>
                  </a:lnTo>
                  <a:lnTo>
                    <a:pt x="2844885" y="846158"/>
                  </a:lnTo>
                  <a:lnTo>
                    <a:pt x="2845072" y="841874"/>
                  </a:lnTo>
                  <a:lnTo>
                    <a:pt x="2845259" y="836164"/>
                  </a:lnTo>
                  <a:lnTo>
                    <a:pt x="2845446" y="831739"/>
                  </a:lnTo>
                  <a:lnTo>
                    <a:pt x="2845633" y="827435"/>
                  </a:lnTo>
                  <a:lnTo>
                    <a:pt x="2845820" y="823497"/>
                  </a:lnTo>
                  <a:lnTo>
                    <a:pt x="2846006" y="821709"/>
                  </a:lnTo>
                  <a:lnTo>
                    <a:pt x="2846193" y="819850"/>
                  </a:lnTo>
                  <a:lnTo>
                    <a:pt x="2846380" y="818876"/>
                  </a:lnTo>
                  <a:lnTo>
                    <a:pt x="2846567" y="817047"/>
                  </a:lnTo>
                  <a:lnTo>
                    <a:pt x="2846754" y="813754"/>
                  </a:lnTo>
                  <a:lnTo>
                    <a:pt x="2846941" y="809139"/>
                  </a:lnTo>
                  <a:lnTo>
                    <a:pt x="2847128" y="804720"/>
                  </a:lnTo>
                  <a:lnTo>
                    <a:pt x="2847315" y="800815"/>
                  </a:lnTo>
                  <a:lnTo>
                    <a:pt x="2847502" y="795839"/>
                  </a:lnTo>
                  <a:lnTo>
                    <a:pt x="2847689" y="791338"/>
                  </a:lnTo>
                  <a:lnTo>
                    <a:pt x="2847876" y="787910"/>
                  </a:lnTo>
                  <a:lnTo>
                    <a:pt x="2848063" y="784291"/>
                  </a:lnTo>
                  <a:lnTo>
                    <a:pt x="2848250" y="782009"/>
                  </a:lnTo>
                  <a:lnTo>
                    <a:pt x="2848436" y="780587"/>
                  </a:lnTo>
                  <a:lnTo>
                    <a:pt x="2848623" y="780896"/>
                  </a:lnTo>
                  <a:lnTo>
                    <a:pt x="2848810" y="781367"/>
                  </a:lnTo>
                  <a:lnTo>
                    <a:pt x="2848997" y="782678"/>
                  </a:lnTo>
                  <a:lnTo>
                    <a:pt x="2849184" y="784764"/>
                  </a:lnTo>
                  <a:lnTo>
                    <a:pt x="2849371" y="787652"/>
                  </a:lnTo>
                  <a:lnTo>
                    <a:pt x="2849558" y="791767"/>
                  </a:lnTo>
                  <a:lnTo>
                    <a:pt x="2849745" y="797877"/>
                  </a:lnTo>
                  <a:lnTo>
                    <a:pt x="2849932" y="806190"/>
                  </a:lnTo>
                  <a:lnTo>
                    <a:pt x="2850119" y="814175"/>
                  </a:lnTo>
                  <a:lnTo>
                    <a:pt x="2850306" y="822147"/>
                  </a:lnTo>
                  <a:lnTo>
                    <a:pt x="2850493" y="829168"/>
                  </a:lnTo>
                  <a:lnTo>
                    <a:pt x="2850679" y="835787"/>
                  </a:lnTo>
                  <a:lnTo>
                    <a:pt x="2850866" y="843128"/>
                  </a:lnTo>
                  <a:lnTo>
                    <a:pt x="2851053" y="850295"/>
                  </a:lnTo>
                  <a:lnTo>
                    <a:pt x="2851240" y="856842"/>
                  </a:lnTo>
                  <a:lnTo>
                    <a:pt x="2851427" y="862559"/>
                  </a:lnTo>
                  <a:lnTo>
                    <a:pt x="2851614" y="868519"/>
                  </a:lnTo>
                  <a:lnTo>
                    <a:pt x="2851801" y="875381"/>
                  </a:lnTo>
                  <a:lnTo>
                    <a:pt x="2851988" y="881042"/>
                  </a:lnTo>
                  <a:lnTo>
                    <a:pt x="2852175" y="885966"/>
                  </a:lnTo>
                  <a:lnTo>
                    <a:pt x="2852362" y="890487"/>
                  </a:lnTo>
                  <a:lnTo>
                    <a:pt x="2852549" y="895245"/>
                  </a:lnTo>
                  <a:lnTo>
                    <a:pt x="2852736" y="899628"/>
                  </a:lnTo>
                  <a:lnTo>
                    <a:pt x="2852923" y="903379"/>
                  </a:lnTo>
                  <a:lnTo>
                    <a:pt x="2853109" y="906751"/>
                  </a:lnTo>
                  <a:lnTo>
                    <a:pt x="2853296" y="912021"/>
                  </a:lnTo>
                  <a:lnTo>
                    <a:pt x="2853483" y="917763"/>
                  </a:lnTo>
                  <a:lnTo>
                    <a:pt x="2853670" y="923557"/>
                  </a:lnTo>
                  <a:lnTo>
                    <a:pt x="2853857" y="929171"/>
                  </a:lnTo>
                  <a:lnTo>
                    <a:pt x="2854044" y="934597"/>
                  </a:lnTo>
                  <a:lnTo>
                    <a:pt x="2854231" y="939610"/>
                  </a:lnTo>
                  <a:lnTo>
                    <a:pt x="2854418" y="943385"/>
                  </a:lnTo>
                  <a:lnTo>
                    <a:pt x="2854605" y="946337"/>
                  </a:lnTo>
                  <a:lnTo>
                    <a:pt x="2854792" y="948918"/>
                  </a:lnTo>
                  <a:lnTo>
                    <a:pt x="2854979" y="950898"/>
                  </a:lnTo>
                  <a:lnTo>
                    <a:pt x="2855166" y="952945"/>
                  </a:lnTo>
                  <a:lnTo>
                    <a:pt x="2855353" y="953622"/>
                  </a:lnTo>
                  <a:lnTo>
                    <a:pt x="2855539" y="953765"/>
                  </a:lnTo>
                  <a:lnTo>
                    <a:pt x="2855726" y="954608"/>
                  </a:lnTo>
                  <a:lnTo>
                    <a:pt x="2855913" y="957338"/>
                  </a:lnTo>
                  <a:lnTo>
                    <a:pt x="2856100" y="957859"/>
                  </a:lnTo>
                  <a:lnTo>
                    <a:pt x="2856287" y="960282"/>
                  </a:lnTo>
                  <a:lnTo>
                    <a:pt x="2856474" y="965120"/>
                  </a:lnTo>
                  <a:lnTo>
                    <a:pt x="2856661" y="970763"/>
                  </a:lnTo>
                  <a:lnTo>
                    <a:pt x="2856848" y="978278"/>
                  </a:lnTo>
                  <a:lnTo>
                    <a:pt x="2857035" y="985424"/>
                  </a:lnTo>
                  <a:lnTo>
                    <a:pt x="2857222" y="992027"/>
                  </a:lnTo>
                  <a:lnTo>
                    <a:pt x="2857409" y="998280"/>
                  </a:lnTo>
                  <a:lnTo>
                    <a:pt x="2857596" y="1004200"/>
                  </a:lnTo>
                  <a:lnTo>
                    <a:pt x="2857782" y="1010047"/>
                  </a:lnTo>
                  <a:lnTo>
                    <a:pt x="2857969" y="1014848"/>
                  </a:lnTo>
                  <a:lnTo>
                    <a:pt x="2858156" y="1019059"/>
                  </a:lnTo>
                  <a:lnTo>
                    <a:pt x="2858343" y="1022079"/>
                  </a:lnTo>
                  <a:lnTo>
                    <a:pt x="2858530" y="1024356"/>
                  </a:lnTo>
                  <a:lnTo>
                    <a:pt x="2858717" y="1025182"/>
                  </a:lnTo>
                  <a:lnTo>
                    <a:pt x="2858904" y="1026021"/>
                  </a:lnTo>
                  <a:lnTo>
                    <a:pt x="2859091" y="1025323"/>
                  </a:lnTo>
                  <a:lnTo>
                    <a:pt x="2859278" y="1023984"/>
                  </a:lnTo>
                  <a:lnTo>
                    <a:pt x="2859465" y="1021732"/>
                  </a:lnTo>
                  <a:lnTo>
                    <a:pt x="2859652" y="1016824"/>
                  </a:lnTo>
                  <a:lnTo>
                    <a:pt x="2859839" y="1011902"/>
                  </a:lnTo>
                  <a:lnTo>
                    <a:pt x="2860026" y="1006536"/>
                  </a:lnTo>
                  <a:lnTo>
                    <a:pt x="2860212" y="1002881"/>
                  </a:lnTo>
                  <a:lnTo>
                    <a:pt x="2860399" y="1000144"/>
                  </a:lnTo>
                  <a:lnTo>
                    <a:pt x="2860586" y="997143"/>
                  </a:lnTo>
                  <a:lnTo>
                    <a:pt x="2860773" y="995585"/>
                  </a:lnTo>
                  <a:lnTo>
                    <a:pt x="2860960" y="994539"/>
                  </a:lnTo>
                  <a:lnTo>
                    <a:pt x="2861147" y="993816"/>
                  </a:lnTo>
                  <a:lnTo>
                    <a:pt x="2861334" y="993797"/>
                  </a:lnTo>
                  <a:lnTo>
                    <a:pt x="2861521" y="995169"/>
                  </a:lnTo>
                  <a:lnTo>
                    <a:pt x="2861708" y="997376"/>
                  </a:lnTo>
                  <a:lnTo>
                    <a:pt x="2861895" y="999615"/>
                  </a:lnTo>
                  <a:lnTo>
                    <a:pt x="2862082" y="1002051"/>
                  </a:lnTo>
                  <a:lnTo>
                    <a:pt x="2862269" y="1004954"/>
                  </a:lnTo>
                  <a:lnTo>
                    <a:pt x="2862456" y="1010056"/>
                  </a:lnTo>
                  <a:lnTo>
                    <a:pt x="2862642" y="1014656"/>
                  </a:lnTo>
                  <a:lnTo>
                    <a:pt x="2862829" y="1018622"/>
                  </a:lnTo>
                  <a:lnTo>
                    <a:pt x="2863016" y="1022586"/>
                  </a:lnTo>
                  <a:lnTo>
                    <a:pt x="2863203" y="1027757"/>
                  </a:lnTo>
                  <a:lnTo>
                    <a:pt x="2863390" y="1033256"/>
                  </a:lnTo>
                  <a:lnTo>
                    <a:pt x="2863577" y="1038262"/>
                  </a:lnTo>
                  <a:lnTo>
                    <a:pt x="2863764" y="1043085"/>
                  </a:lnTo>
                  <a:lnTo>
                    <a:pt x="2863951" y="1046505"/>
                  </a:lnTo>
                  <a:lnTo>
                    <a:pt x="2864138" y="1050868"/>
                  </a:lnTo>
                  <a:lnTo>
                    <a:pt x="2864325" y="1052601"/>
                  </a:lnTo>
                  <a:lnTo>
                    <a:pt x="2864512" y="1053538"/>
                  </a:lnTo>
                  <a:lnTo>
                    <a:pt x="2864699" y="1054413"/>
                  </a:lnTo>
                  <a:lnTo>
                    <a:pt x="2864885" y="1053865"/>
                  </a:lnTo>
                  <a:lnTo>
                    <a:pt x="2865072" y="1051483"/>
                  </a:lnTo>
                  <a:lnTo>
                    <a:pt x="2865259" y="1048095"/>
                  </a:lnTo>
                  <a:lnTo>
                    <a:pt x="2865446" y="1044263"/>
                  </a:lnTo>
                  <a:lnTo>
                    <a:pt x="2865633" y="1040978"/>
                  </a:lnTo>
                  <a:lnTo>
                    <a:pt x="2865820" y="1036570"/>
                  </a:lnTo>
                  <a:lnTo>
                    <a:pt x="2866007" y="1031865"/>
                  </a:lnTo>
                  <a:lnTo>
                    <a:pt x="2866194" y="1027681"/>
                  </a:lnTo>
                  <a:lnTo>
                    <a:pt x="2866381" y="1023486"/>
                  </a:lnTo>
                  <a:lnTo>
                    <a:pt x="2866568" y="1020426"/>
                  </a:lnTo>
                  <a:lnTo>
                    <a:pt x="2866755" y="1018357"/>
                  </a:lnTo>
                  <a:lnTo>
                    <a:pt x="2866942" y="1017169"/>
                  </a:lnTo>
                  <a:lnTo>
                    <a:pt x="2867129" y="1017164"/>
                  </a:lnTo>
                  <a:lnTo>
                    <a:pt x="2867315" y="1018426"/>
                  </a:lnTo>
                  <a:lnTo>
                    <a:pt x="2867502" y="1019924"/>
                  </a:lnTo>
                  <a:lnTo>
                    <a:pt x="2867689" y="1021822"/>
                  </a:lnTo>
                  <a:lnTo>
                    <a:pt x="2867876" y="1023071"/>
                  </a:lnTo>
                  <a:lnTo>
                    <a:pt x="2868063" y="1025985"/>
                  </a:lnTo>
                  <a:lnTo>
                    <a:pt x="2868250" y="1029536"/>
                  </a:lnTo>
                  <a:lnTo>
                    <a:pt x="2868437" y="1033872"/>
                  </a:lnTo>
                  <a:lnTo>
                    <a:pt x="2868624" y="1038357"/>
                  </a:lnTo>
                  <a:lnTo>
                    <a:pt x="2868811" y="1042656"/>
                  </a:lnTo>
                  <a:lnTo>
                    <a:pt x="2868998" y="1047309"/>
                  </a:lnTo>
                  <a:lnTo>
                    <a:pt x="2869185" y="1051957"/>
                  </a:lnTo>
                  <a:lnTo>
                    <a:pt x="2869372" y="1056441"/>
                  </a:lnTo>
                  <a:lnTo>
                    <a:pt x="2869558" y="1060325"/>
                  </a:lnTo>
                  <a:lnTo>
                    <a:pt x="2869745" y="1063253"/>
                  </a:lnTo>
                  <a:lnTo>
                    <a:pt x="2869932" y="1065027"/>
                  </a:lnTo>
                  <a:lnTo>
                    <a:pt x="2870119" y="1065274"/>
                  </a:lnTo>
                  <a:lnTo>
                    <a:pt x="2870306" y="1065438"/>
                  </a:lnTo>
                  <a:lnTo>
                    <a:pt x="2870493" y="1064368"/>
                  </a:lnTo>
                  <a:lnTo>
                    <a:pt x="2870680" y="1063413"/>
                  </a:lnTo>
                  <a:lnTo>
                    <a:pt x="2870867" y="1061575"/>
                  </a:lnTo>
                  <a:lnTo>
                    <a:pt x="2871054" y="1057295"/>
                  </a:lnTo>
                  <a:lnTo>
                    <a:pt x="2871241" y="1048956"/>
                  </a:lnTo>
                  <a:lnTo>
                    <a:pt x="2871428" y="1037469"/>
                  </a:lnTo>
                  <a:lnTo>
                    <a:pt x="2871615" y="1023730"/>
                  </a:lnTo>
                  <a:lnTo>
                    <a:pt x="2871802" y="1008548"/>
                  </a:lnTo>
                  <a:lnTo>
                    <a:pt x="2871988" y="993919"/>
                  </a:lnTo>
                  <a:lnTo>
                    <a:pt x="2872175" y="978024"/>
                  </a:lnTo>
                  <a:lnTo>
                    <a:pt x="2872362" y="961379"/>
                  </a:lnTo>
                  <a:lnTo>
                    <a:pt x="2872549" y="944682"/>
                  </a:lnTo>
                  <a:lnTo>
                    <a:pt x="2872736" y="927636"/>
                  </a:lnTo>
                  <a:lnTo>
                    <a:pt x="2872923" y="910255"/>
                  </a:lnTo>
                  <a:lnTo>
                    <a:pt x="2873110" y="892225"/>
                  </a:lnTo>
                  <a:lnTo>
                    <a:pt x="2873297" y="875021"/>
                  </a:lnTo>
                  <a:lnTo>
                    <a:pt x="2873484" y="859077"/>
                  </a:lnTo>
                  <a:lnTo>
                    <a:pt x="2873671" y="844733"/>
                  </a:lnTo>
                  <a:lnTo>
                    <a:pt x="2873858" y="831332"/>
                  </a:lnTo>
                  <a:lnTo>
                    <a:pt x="2874045" y="819287"/>
                  </a:lnTo>
                  <a:lnTo>
                    <a:pt x="2874232" y="808615"/>
                  </a:lnTo>
                  <a:lnTo>
                    <a:pt x="2874418" y="798399"/>
                  </a:lnTo>
                  <a:lnTo>
                    <a:pt x="2874605" y="788651"/>
                  </a:lnTo>
                  <a:lnTo>
                    <a:pt x="2874792" y="779373"/>
                  </a:lnTo>
                  <a:lnTo>
                    <a:pt x="2874979" y="771133"/>
                  </a:lnTo>
                  <a:lnTo>
                    <a:pt x="2875166" y="762443"/>
                  </a:lnTo>
                  <a:lnTo>
                    <a:pt x="2875353" y="754773"/>
                  </a:lnTo>
                  <a:lnTo>
                    <a:pt x="2875540" y="748642"/>
                  </a:lnTo>
                  <a:lnTo>
                    <a:pt x="2875727" y="744543"/>
                  </a:lnTo>
                  <a:lnTo>
                    <a:pt x="2875914" y="741949"/>
                  </a:lnTo>
                  <a:lnTo>
                    <a:pt x="2876101" y="739969"/>
                  </a:lnTo>
                  <a:lnTo>
                    <a:pt x="2876288" y="738826"/>
                  </a:lnTo>
                  <a:lnTo>
                    <a:pt x="2876475" y="738949"/>
                  </a:lnTo>
                  <a:lnTo>
                    <a:pt x="2876661" y="739898"/>
                  </a:lnTo>
                  <a:lnTo>
                    <a:pt x="2876848" y="742411"/>
                  </a:lnTo>
                  <a:lnTo>
                    <a:pt x="2877035" y="746063"/>
                  </a:lnTo>
                  <a:lnTo>
                    <a:pt x="2877222" y="750452"/>
                  </a:lnTo>
                  <a:lnTo>
                    <a:pt x="2877409" y="754757"/>
                  </a:lnTo>
                  <a:lnTo>
                    <a:pt x="2877596" y="758171"/>
                  </a:lnTo>
                  <a:lnTo>
                    <a:pt x="2877783" y="761683"/>
                  </a:lnTo>
                  <a:lnTo>
                    <a:pt x="2877970" y="765203"/>
                  </a:lnTo>
                  <a:lnTo>
                    <a:pt x="2878157" y="769692"/>
                  </a:lnTo>
                  <a:lnTo>
                    <a:pt x="2878344" y="775099"/>
                  </a:lnTo>
                  <a:lnTo>
                    <a:pt x="2878531" y="780927"/>
                  </a:lnTo>
                  <a:lnTo>
                    <a:pt x="2878718" y="787503"/>
                  </a:lnTo>
                  <a:lnTo>
                    <a:pt x="2878905" y="794414"/>
                  </a:lnTo>
                  <a:lnTo>
                    <a:pt x="2879091" y="801858"/>
                  </a:lnTo>
                  <a:lnTo>
                    <a:pt x="2879278" y="809584"/>
                  </a:lnTo>
                  <a:lnTo>
                    <a:pt x="2879465" y="817645"/>
                  </a:lnTo>
                  <a:lnTo>
                    <a:pt x="2879652" y="825311"/>
                  </a:lnTo>
                  <a:lnTo>
                    <a:pt x="2879839" y="832860"/>
                  </a:lnTo>
                  <a:lnTo>
                    <a:pt x="2880026" y="842386"/>
                  </a:lnTo>
                  <a:lnTo>
                    <a:pt x="2880213" y="852528"/>
                  </a:lnTo>
                  <a:lnTo>
                    <a:pt x="2880400" y="863575"/>
                  </a:lnTo>
                  <a:lnTo>
                    <a:pt x="2880587" y="874957"/>
                  </a:lnTo>
                  <a:lnTo>
                    <a:pt x="2880774" y="886840"/>
                  </a:lnTo>
                  <a:lnTo>
                    <a:pt x="2880961" y="897158"/>
                  </a:lnTo>
                  <a:lnTo>
                    <a:pt x="2881148" y="904284"/>
                  </a:lnTo>
                  <a:lnTo>
                    <a:pt x="2881335" y="910280"/>
                  </a:lnTo>
                  <a:lnTo>
                    <a:pt x="2881521" y="915247"/>
                  </a:lnTo>
                  <a:lnTo>
                    <a:pt x="2881708" y="919392"/>
                  </a:lnTo>
                  <a:lnTo>
                    <a:pt x="2881895" y="923481"/>
                  </a:lnTo>
                  <a:lnTo>
                    <a:pt x="2882082" y="924401"/>
                  </a:lnTo>
                  <a:lnTo>
                    <a:pt x="2882269" y="925337"/>
                  </a:lnTo>
                  <a:lnTo>
                    <a:pt x="2882456" y="925758"/>
                  </a:lnTo>
                  <a:lnTo>
                    <a:pt x="2882643" y="926494"/>
                  </a:lnTo>
                  <a:lnTo>
                    <a:pt x="2882830" y="925914"/>
                  </a:lnTo>
                  <a:lnTo>
                    <a:pt x="2883017" y="925513"/>
                  </a:lnTo>
                  <a:lnTo>
                    <a:pt x="2883204" y="924198"/>
                  </a:lnTo>
                  <a:lnTo>
                    <a:pt x="2883391" y="922810"/>
                  </a:lnTo>
                  <a:lnTo>
                    <a:pt x="2883578" y="922235"/>
                  </a:lnTo>
                  <a:lnTo>
                    <a:pt x="2883764" y="920492"/>
                  </a:lnTo>
                  <a:lnTo>
                    <a:pt x="2883951" y="919244"/>
                  </a:lnTo>
                  <a:lnTo>
                    <a:pt x="2884138" y="919108"/>
                  </a:lnTo>
                  <a:lnTo>
                    <a:pt x="2884325" y="920420"/>
                  </a:lnTo>
                  <a:lnTo>
                    <a:pt x="2884512" y="922638"/>
                  </a:lnTo>
                  <a:lnTo>
                    <a:pt x="2884699" y="924520"/>
                  </a:lnTo>
                  <a:lnTo>
                    <a:pt x="2884886" y="927900"/>
                  </a:lnTo>
                  <a:lnTo>
                    <a:pt x="2885073" y="930916"/>
                  </a:lnTo>
                  <a:lnTo>
                    <a:pt x="2885260" y="933419"/>
                  </a:lnTo>
                  <a:lnTo>
                    <a:pt x="2885447" y="937217"/>
                  </a:lnTo>
                  <a:lnTo>
                    <a:pt x="2885634" y="940158"/>
                  </a:lnTo>
                  <a:lnTo>
                    <a:pt x="2885821" y="942644"/>
                  </a:lnTo>
                  <a:lnTo>
                    <a:pt x="2886008" y="944533"/>
                  </a:lnTo>
                  <a:lnTo>
                    <a:pt x="2886194" y="946614"/>
                  </a:lnTo>
                  <a:lnTo>
                    <a:pt x="2886381" y="946965"/>
                  </a:lnTo>
                  <a:lnTo>
                    <a:pt x="2886568" y="947899"/>
                  </a:lnTo>
                  <a:lnTo>
                    <a:pt x="2886755" y="948104"/>
                  </a:lnTo>
                  <a:lnTo>
                    <a:pt x="2886942" y="947877"/>
                  </a:lnTo>
                  <a:lnTo>
                    <a:pt x="2887129" y="946291"/>
                  </a:lnTo>
                  <a:lnTo>
                    <a:pt x="2887316" y="943227"/>
                  </a:lnTo>
                  <a:lnTo>
                    <a:pt x="2887503" y="938930"/>
                  </a:lnTo>
                  <a:lnTo>
                    <a:pt x="2887690" y="934787"/>
                  </a:lnTo>
                  <a:lnTo>
                    <a:pt x="2887877" y="930282"/>
                  </a:lnTo>
                  <a:lnTo>
                    <a:pt x="2888064" y="924781"/>
                  </a:lnTo>
                  <a:lnTo>
                    <a:pt x="2888251" y="917414"/>
                  </a:lnTo>
                  <a:lnTo>
                    <a:pt x="2888437" y="910407"/>
                  </a:lnTo>
                  <a:lnTo>
                    <a:pt x="2888624" y="901661"/>
                  </a:lnTo>
                  <a:lnTo>
                    <a:pt x="2888811" y="893337"/>
                  </a:lnTo>
                  <a:lnTo>
                    <a:pt x="2888998" y="885539"/>
                  </a:lnTo>
                  <a:lnTo>
                    <a:pt x="2889185" y="877149"/>
                  </a:lnTo>
                  <a:lnTo>
                    <a:pt x="2889372" y="868742"/>
                  </a:lnTo>
                  <a:lnTo>
                    <a:pt x="2889559" y="859035"/>
                  </a:lnTo>
                  <a:lnTo>
                    <a:pt x="2889746" y="848296"/>
                  </a:lnTo>
                  <a:lnTo>
                    <a:pt x="2889933" y="837657"/>
                  </a:lnTo>
                  <a:lnTo>
                    <a:pt x="2890120" y="829592"/>
                  </a:lnTo>
                  <a:lnTo>
                    <a:pt x="2890307" y="822771"/>
                  </a:lnTo>
                  <a:lnTo>
                    <a:pt x="2890494" y="817135"/>
                  </a:lnTo>
                  <a:lnTo>
                    <a:pt x="2890681" y="813540"/>
                  </a:lnTo>
                  <a:lnTo>
                    <a:pt x="2890867" y="809841"/>
                  </a:lnTo>
                  <a:lnTo>
                    <a:pt x="2891054" y="807028"/>
                  </a:lnTo>
                  <a:lnTo>
                    <a:pt x="2891241" y="804203"/>
                  </a:lnTo>
                  <a:lnTo>
                    <a:pt x="2891428" y="801451"/>
                  </a:lnTo>
                  <a:lnTo>
                    <a:pt x="2891615" y="799661"/>
                  </a:lnTo>
                  <a:lnTo>
                    <a:pt x="2891802" y="798363"/>
                  </a:lnTo>
                  <a:lnTo>
                    <a:pt x="2891989" y="796791"/>
                  </a:lnTo>
                  <a:lnTo>
                    <a:pt x="2892176" y="795696"/>
                  </a:lnTo>
                  <a:lnTo>
                    <a:pt x="2892363" y="795761"/>
                  </a:lnTo>
                  <a:lnTo>
                    <a:pt x="2892550" y="796116"/>
                  </a:lnTo>
                  <a:lnTo>
                    <a:pt x="2892737" y="796981"/>
                  </a:lnTo>
                  <a:lnTo>
                    <a:pt x="2892924" y="797851"/>
                  </a:lnTo>
                  <a:lnTo>
                    <a:pt x="2893111" y="797409"/>
                  </a:lnTo>
                  <a:lnTo>
                    <a:pt x="2893297" y="797065"/>
                  </a:lnTo>
                  <a:lnTo>
                    <a:pt x="2893484" y="797168"/>
                  </a:lnTo>
                  <a:lnTo>
                    <a:pt x="2893671" y="796702"/>
                  </a:lnTo>
                  <a:lnTo>
                    <a:pt x="2893858" y="795302"/>
                  </a:lnTo>
                  <a:lnTo>
                    <a:pt x="2894045" y="793611"/>
                  </a:lnTo>
                  <a:lnTo>
                    <a:pt x="2894232" y="791174"/>
                  </a:lnTo>
                  <a:lnTo>
                    <a:pt x="2894419" y="788904"/>
                  </a:lnTo>
                  <a:lnTo>
                    <a:pt x="2894606" y="787360"/>
                  </a:lnTo>
                  <a:lnTo>
                    <a:pt x="2894793" y="786499"/>
                  </a:lnTo>
                  <a:lnTo>
                    <a:pt x="2894980" y="785307"/>
                  </a:lnTo>
                  <a:lnTo>
                    <a:pt x="2895167" y="783830"/>
                  </a:lnTo>
                  <a:lnTo>
                    <a:pt x="2895354" y="782849"/>
                  </a:lnTo>
                  <a:lnTo>
                    <a:pt x="2895540" y="782080"/>
                  </a:lnTo>
                  <a:lnTo>
                    <a:pt x="2895727" y="781776"/>
                  </a:lnTo>
                  <a:lnTo>
                    <a:pt x="2895914" y="781354"/>
                  </a:lnTo>
                  <a:lnTo>
                    <a:pt x="2896101" y="782509"/>
                  </a:lnTo>
                  <a:lnTo>
                    <a:pt x="2896288" y="783525"/>
                  </a:lnTo>
                  <a:lnTo>
                    <a:pt x="2896475" y="786288"/>
                  </a:lnTo>
                  <a:lnTo>
                    <a:pt x="2896662" y="789189"/>
                  </a:lnTo>
                  <a:lnTo>
                    <a:pt x="2896849" y="793763"/>
                  </a:lnTo>
                  <a:lnTo>
                    <a:pt x="2897036" y="799729"/>
                  </a:lnTo>
                  <a:lnTo>
                    <a:pt x="2897223" y="805629"/>
                  </a:lnTo>
                  <a:lnTo>
                    <a:pt x="2897410" y="812081"/>
                  </a:lnTo>
                  <a:lnTo>
                    <a:pt x="2897597" y="816891"/>
                  </a:lnTo>
                  <a:lnTo>
                    <a:pt x="2897784" y="820802"/>
                  </a:lnTo>
                  <a:lnTo>
                    <a:pt x="2897970" y="824686"/>
                  </a:lnTo>
                  <a:lnTo>
                    <a:pt x="2898157" y="827788"/>
                  </a:lnTo>
                  <a:lnTo>
                    <a:pt x="2898344" y="830184"/>
                  </a:lnTo>
                  <a:lnTo>
                    <a:pt x="2898531" y="833883"/>
                  </a:lnTo>
                  <a:lnTo>
                    <a:pt x="2898718" y="838572"/>
                  </a:lnTo>
                  <a:lnTo>
                    <a:pt x="2898905" y="843156"/>
                  </a:lnTo>
                  <a:lnTo>
                    <a:pt x="2899092" y="847775"/>
                  </a:lnTo>
                  <a:lnTo>
                    <a:pt x="2899279" y="852109"/>
                  </a:lnTo>
                  <a:lnTo>
                    <a:pt x="2899466" y="856178"/>
                  </a:lnTo>
                  <a:lnTo>
                    <a:pt x="2899653" y="859179"/>
                  </a:lnTo>
                  <a:lnTo>
                    <a:pt x="2899840" y="861849"/>
                  </a:lnTo>
                  <a:lnTo>
                    <a:pt x="2900027" y="863740"/>
                  </a:lnTo>
                  <a:lnTo>
                    <a:pt x="2900214" y="865332"/>
                  </a:lnTo>
                  <a:lnTo>
                    <a:pt x="2900400" y="863856"/>
                  </a:lnTo>
                  <a:lnTo>
                    <a:pt x="2900587" y="861264"/>
                  </a:lnTo>
                  <a:lnTo>
                    <a:pt x="2900774" y="856428"/>
                  </a:lnTo>
                  <a:lnTo>
                    <a:pt x="2900961" y="851443"/>
                  </a:lnTo>
                  <a:lnTo>
                    <a:pt x="2901148" y="847601"/>
                  </a:lnTo>
                  <a:lnTo>
                    <a:pt x="2901335" y="842661"/>
                  </a:lnTo>
                  <a:lnTo>
                    <a:pt x="2901522" y="837145"/>
                  </a:lnTo>
                  <a:lnTo>
                    <a:pt x="2901709" y="833863"/>
                  </a:lnTo>
                  <a:lnTo>
                    <a:pt x="2901896" y="829577"/>
                  </a:lnTo>
                  <a:lnTo>
                    <a:pt x="2902083" y="825607"/>
                  </a:lnTo>
                  <a:lnTo>
                    <a:pt x="2902270" y="823388"/>
                  </a:lnTo>
                  <a:lnTo>
                    <a:pt x="2902457" y="821685"/>
                  </a:lnTo>
                  <a:lnTo>
                    <a:pt x="2902643" y="820209"/>
                  </a:lnTo>
                  <a:lnTo>
                    <a:pt x="2902830" y="819463"/>
                  </a:lnTo>
                  <a:lnTo>
                    <a:pt x="2903017" y="818383"/>
                  </a:lnTo>
                  <a:lnTo>
                    <a:pt x="2903204" y="817140"/>
                  </a:lnTo>
                  <a:lnTo>
                    <a:pt x="2903391" y="816490"/>
                  </a:lnTo>
                  <a:lnTo>
                    <a:pt x="2903578" y="816783"/>
                  </a:lnTo>
                  <a:lnTo>
                    <a:pt x="2903765" y="817662"/>
                  </a:lnTo>
                  <a:lnTo>
                    <a:pt x="2903952" y="818379"/>
                  </a:lnTo>
                  <a:lnTo>
                    <a:pt x="2904139" y="818782"/>
                  </a:lnTo>
                  <a:lnTo>
                    <a:pt x="2904326" y="818640"/>
                  </a:lnTo>
                  <a:lnTo>
                    <a:pt x="2904513" y="817562"/>
                  </a:lnTo>
                  <a:lnTo>
                    <a:pt x="2904700" y="815889"/>
                  </a:lnTo>
                  <a:lnTo>
                    <a:pt x="2904887" y="813844"/>
                  </a:lnTo>
                  <a:lnTo>
                    <a:pt x="2905073" y="811675"/>
                  </a:lnTo>
                  <a:lnTo>
                    <a:pt x="2905260" y="809599"/>
                  </a:lnTo>
                  <a:lnTo>
                    <a:pt x="2905447" y="805936"/>
                  </a:lnTo>
                  <a:lnTo>
                    <a:pt x="2905634" y="802552"/>
                  </a:lnTo>
                  <a:lnTo>
                    <a:pt x="2905821" y="799365"/>
                  </a:lnTo>
                  <a:lnTo>
                    <a:pt x="2906008" y="795624"/>
                  </a:lnTo>
                  <a:lnTo>
                    <a:pt x="2906195" y="790342"/>
                  </a:lnTo>
                  <a:lnTo>
                    <a:pt x="2906382" y="784049"/>
                  </a:lnTo>
                  <a:lnTo>
                    <a:pt x="2906569" y="777120"/>
                  </a:lnTo>
                  <a:lnTo>
                    <a:pt x="2906756" y="769355"/>
                  </a:lnTo>
                  <a:lnTo>
                    <a:pt x="2906943" y="761987"/>
                  </a:lnTo>
                  <a:lnTo>
                    <a:pt x="2907130" y="754784"/>
                  </a:lnTo>
                  <a:lnTo>
                    <a:pt x="2907316" y="747185"/>
                  </a:lnTo>
                  <a:lnTo>
                    <a:pt x="2907503" y="739745"/>
                  </a:lnTo>
                  <a:lnTo>
                    <a:pt x="2907690" y="731474"/>
                  </a:lnTo>
                  <a:lnTo>
                    <a:pt x="2907877" y="724337"/>
                  </a:lnTo>
                  <a:lnTo>
                    <a:pt x="2908064" y="718369"/>
                  </a:lnTo>
                  <a:lnTo>
                    <a:pt x="2908251" y="713293"/>
                  </a:lnTo>
                  <a:lnTo>
                    <a:pt x="2908438" y="708561"/>
                  </a:lnTo>
                  <a:lnTo>
                    <a:pt x="2908625" y="706908"/>
                  </a:lnTo>
                  <a:lnTo>
                    <a:pt x="2908812" y="706958"/>
                  </a:lnTo>
                  <a:lnTo>
                    <a:pt x="2908999" y="708408"/>
                  </a:lnTo>
                  <a:lnTo>
                    <a:pt x="2909186" y="711683"/>
                  </a:lnTo>
                  <a:lnTo>
                    <a:pt x="2909373" y="714307"/>
                  </a:lnTo>
                  <a:lnTo>
                    <a:pt x="2909560" y="718528"/>
                  </a:lnTo>
                  <a:lnTo>
                    <a:pt x="2909746" y="723356"/>
                  </a:lnTo>
                  <a:lnTo>
                    <a:pt x="2909933" y="728848"/>
                  </a:lnTo>
                  <a:lnTo>
                    <a:pt x="2910120" y="735646"/>
                  </a:lnTo>
                  <a:lnTo>
                    <a:pt x="2910307" y="745072"/>
                  </a:lnTo>
                  <a:lnTo>
                    <a:pt x="2910494" y="755973"/>
                  </a:lnTo>
                  <a:lnTo>
                    <a:pt x="2910681" y="767258"/>
                  </a:lnTo>
                  <a:lnTo>
                    <a:pt x="2910868" y="777394"/>
                  </a:lnTo>
                  <a:lnTo>
                    <a:pt x="2911055" y="786605"/>
                  </a:lnTo>
                  <a:lnTo>
                    <a:pt x="2911242" y="794984"/>
                  </a:lnTo>
                  <a:lnTo>
                    <a:pt x="2911429" y="802331"/>
                  </a:lnTo>
                  <a:lnTo>
                    <a:pt x="2911616" y="807725"/>
                  </a:lnTo>
                  <a:lnTo>
                    <a:pt x="2911803" y="812546"/>
                  </a:lnTo>
                  <a:lnTo>
                    <a:pt x="2911990" y="815564"/>
                  </a:lnTo>
                  <a:lnTo>
                    <a:pt x="2912176" y="816677"/>
                  </a:lnTo>
                  <a:lnTo>
                    <a:pt x="2912363" y="815575"/>
                  </a:lnTo>
                  <a:lnTo>
                    <a:pt x="2912550" y="813716"/>
                  </a:lnTo>
                  <a:lnTo>
                    <a:pt x="2912737" y="810111"/>
                  </a:lnTo>
                  <a:lnTo>
                    <a:pt x="2912924" y="804729"/>
                  </a:lnTo>
                  <a:lnTo>
                    <a:pt x="2913111" y="797062"/>
                  </a:lnTo>
                  <a:lnTo>
                    <a:pt x="2913298" y="788223"/>
                  </a:lnTo>
                  <a:lnTo>
                    <a:pt x="2913485" y="776920"/>
                  </a:lnTo>
                  <a:lnTo>
                    <a:pt x="2913672" y="763162"/>
                  </a:lnTo>
                  <a:lnTo>
                    <a:pt x="2913859" y="749977"/>
                  </a:lnTo>
                  <a:lnTo>
                    <a:pt x="2914046" y="735868"/>
                  </a:lnTo>
                  <a:lnTo>
                    <a:pt x="2914233" y="720492"/>
                  </a:lnTo>
                  <a:lnTo>
                    <a:pt x="2914419" y="708549"/>
                  </a:lnTo>
                  <a:lnTo>
                    <a:pt x="2914606" y="696295"/>
                  </a:lnTo>
                  <a:lnTo>
                    <a:pt x="2914793" y="684631"/>
                  </a:lnTo>
                  <a:lnTo>
                    <a:pt x="2914980" y="676425"/>
                  </a:lnTo>
                  <a:lnTo>
                    <a:pt x="2915167" y="670212"/>
                  </a:lnTo>
                  <a:lnTo>
                    <a:pt x="2915354" y="666347"/>
                  </a:lnTo>
                  <a:lnTo>
                    <a:pt x="2915541" y="663942"/>
                  </a:lnTo>
                  <a:lnTo>
                    <a:pt x="2915728" y="663651"/>
                  </a:lnTo>
                  <a:lnTo>
                    <a:pt x="2915915" y="663632"/>
                  </a:lnTo>
                  <a:lnTo>
                    <a:pt x="2916102" y="663667"/>
                  </a:lnTo>
                  <a:lnTo>
                    <a:pt x="2916289" y="664382"/>
                  </a:lnTo>
                  <a:lnTo>
                    <a:pt x="2916476" y="665402"/>
                  </a:lnTo>
                  <a:lnTo>
                    <a:pt x="2916663" y="665569"/>
                  </a:lnTo>
                  <a:lnTo>
                    <a:pt x="2916849" y="665613"/>
                  </a:lnTo>
                  <a:lnTo>
                    <a:pt x="2917036" y="665940"/>
                  </a:lnTo>
                  <a:lnTo>
                    <a:pt x="2917223" y="665578"/>
                  </a:lnTo>
                  <a:lnTo>
                    <a:pt x="2917410" y="664825"/>
                  </a:lnTo>
                  <a:lnTo>
                    <a:pt x="2917597" y="662900"/>
                  </a:lnTo>
                  <a:lnTo>
                    <a:pt x="2917784" y="659288"/>
                  </a:lnTo>
                  <a:lnTo>
                    <a:pt x="2917971" y="653852"/>
                  </a:lnTo>
                  <a:lnTo>
                    <a:pt x="2918158" y="647219"/>
                  </a:lnTo>
                  <a:lnTo>
                    <a:pt x="2918345" y="640150"/>
                  </a:lnTo>
                  <a:lnTo>
                    <a:pt x="2918532" y="632865"/>
                  </a:lnTo>
                  <a:lnTo>
                    <a:pt x="2918719" y="626205"/>
                  </a:lnTo>
                  <a:lnTo>
                    <a:pt x="2918906" y="620518"/>
                  </a:lnTo>
                  <a:lnTo>
                    <a:pt x="2919093" y="617094"/>
                  </a:lnTo>
                  <a:lnTo>
                    <a:pt x="2919279" y="615032"/>
                  </a:lnTo>
                  <a:lnTo>
                    <a:pt x="2919466" y="614835"/>
                  </a:lnTo>
                  <a:lnTo>
                    <a:pt x="2919653" y="616016"/>
                  </a:lnTo>
                  <a:lnTo>
                    <a:pt x="2919840" y="617942"/>
                  </a:lnTo>
                  <a:lnTo>
                    <a:pt x="2920027" y="620370"/>
                  </a:lnTo>
                  <a:lnTo>
                    <a:pt x="2920214" y="623931"/>
                  </a:lnTo>
                  <a:lnTo>
                    <a:pt x="2920401" y="627373"/>
                  </a:lnTo>
                  <a:lnTo>
                    <a:pt x="2920588" y="633091"/>
                  </a:lnTo>
                  <a:lnTo>
                    <a:pt x="2920775" y="637971"/>
                  </a:lnTo>
                  <a:lnTo>
                    <a:pt x="2920962" y="642256"/>
                  </a:lnTo>
                  <a:lnTo>
                    <a:pt x="2921149" y="648507"/>
                  </a:lnTo>
                  <a:lnTo>
                    <a:pt x="2921336" y="655080"/>
                  </a:lnTo>
                  <a:lnTo>
                    <a:pt x="2921522" y="661992"/>
                  </a:lnTo>
                  <a:lnTo>
                    <a:pt x="2921709" y="668690"/>
                  </a:lnTo>
                  <a:lnTo>
                    <a:pt x="2921896" y="674755"/>
                  </a:lnTo>
                  <a:lnTo>
                    <a:pt x="2922083" y="680835"/>
                  </a:lnTo>
                  <a:lnTo>
                    <a:pt x="2922270" y="685605"/>
                  </a:lnTo>
                  <a:lnTo>
                    <a:pt x="2922457" y="690606"/>
                  </a:lnTo>
                  <a:lnTo>
                    <a:pt x="2922644" y="696366"/>
                  </a:lnTo>
                  <a:lnTo>
                    <a:pt x="2922831" y="701648"/>
                  </a:lnTo>
                  <a:lnTo>
                    <a:pt x="2923018" y="707331"/>
                  </a:lnTo>
                  <a:lnTo>
                    <a:pt x="2923205" y="713766"/>
                  </a:lnTo>
                  <a:lnTo>
                    <a:pt x="2923392" y="720461"/>
                  </a:lnTo>
                  <a:lnTo>
                    <a:pt x="2923579" y="726960"/>
                  </a:lnTo>
                  <a:lnTo>
                    <a:pt x="2923766" y="734627"/>
                  </a:lnTo>
                  <a:lnTo>
                    <a:pt x="2923952" y="741293"/>
                  </a:lnTo>
                  <a:lnTo>
                    <a:pt x="2924139" y="746593"/>
                  </a:lnTo>
                  <a:lnTo>
                    <a:pt x="2924326" y="751367"/>
                  </a:lnTo>
                  <a:lnTo>
                    <a:pt x="2924513" y="753988"/>
                  </a:lnTo>
                  <a:lnTo>
                    <a:pt x="2924700" y="755861"/>
                  </a:lnTo>
                  <a:lnTo>
                    <a:pt x="2924887" y="758101"/>
                  </a:lnTo>
                  <a:lnTo>
                    <a:pt x="2925074" y="761426"/>
                  </a:lnTo>
                  <a:lnTo>
                    <a:pt x="2925261" y="765696"/>
                  </a:lnTo>
                  <a:lnTo>
                    <a:pt x="2925448" y="770456"/>
                  </a:lnTo>
                  <a:lnTo>
                    <a:pt x="2925635" y="776729"/>
                  </a:lnTo>
                  <a:lnTo>
                    <a:pt x="2925822" y="782478"/>
                  </a:lnTo>
                  <a:lnTo>
                    <a:pt x="2926009" y="790496"/>
                  </a:lnTo>
                  <a:lnTo>
                    <a:pt x="2926195" y="798645"/>
                  </a:lnTo>
                  <a:lnTo>
                    <a:pt x="2926382" y="805894"/>
                  </a:lnTo>
                  <a:lnTo>
                    <a:pt x="2926569" y="813512"/>
                  </a:lnTo>
                  <a:lnTo>
                    <a:pt x="2926756" y="822638"/>
                  </a:lnTo>
                  <a:lnTo>
                    <a:pt x="2926943" y="833160"/>
                  </a:lnTo>
                  <a:lnTo>
                    <a:pt x="2927130" y="844210"/>
                  </a:lnTo>
                  <a:lnTo>
                    <a:pt x="2927317" y="855874"/>
                  </a:lnTo>
                  <a:lnTo>
                    <a:pt x="2927504" y="864923"/>
                  </a:lnTo>
                  <a:lnTo>
                    <a:pt x="2927691" y="873234"/>
                  </a:lnTo>
                  <a:lnTo>
                    <a:pt x="2927878" y="880035"/>
                  </a:lnTo>
                  <a:lnTo>
                    <a:pt x="2928065" y="884654"/>
                  </a:lnTo>
                  <a:lnTo>
                    <a:pt x="2928252" y="888760"/>
                  </a:lnTo>
                  <a:lnTo>
                    <a:pt x="2928439" y="892556"/>
                  </a:lnTo>
                  <a:lnTo>
                    <a:pt x="2928625" y="896293"/>
                  </a:lnTo>
                  <a:lnTo>
                    <a:pt x="2928812" y="899153"/>
                  </a:lnTo>
                  <a:lnTo>
                    <a:pt x="2928999" y="899293"/>
                  </a:lnTo>
                  <a:lnTo>
                    <a:pt x="2929186" y="899056"/>
                  </a:lnTo>
                  <a:lnTo>
                    <a:pt x="2929373" y="899714"/>
                  </a:lnTo>
                  <a:lnTo>
                    <a:pt x="2929560" y="901099"/>
                  </a:lnTo>
                  <a:lnTo>
                    <a:pt x="2929747" y="902839"/>
                  </a:lnTo>
                  <a:lnTo>
                    <a:pt x="2929934" y="904849"/>
                  </a:lnTo>
                  <a:lnTo>
                    <a:pt x="2930121" y="906856"/>
                  </a:lnTo>
                  <a:lnTo>
                    <a:pt x="2930308" y="910016"/>
                  </a:lnTo>
                  <a:lnTo>
                    <a:pt x="2930495" y="914079"/>
                  </a:lnTo>
                  <a:lnTo>
                    <a:pt x="2930682" y="917470"/>
                  </a:lnTo>
                  <a:lnTo>
                    <a:pt x="2930869" y="920546"/>
                  </a:lnTo>
                  <a:lnTo>
                    <a:pt x="2931055" y="923227"/>
                  </a:lnTo>
                  <a:lnTo>
                    <a:pt x="2931242" y="925819"/>
                  </a:lnTo>
                  <a:lnTo>
                    <a:pt x="2931429" y="928253"/>
                  </a:lnTo>
                  <a:lnTo>
                    <a:pt x="2931616" y="931887"/>
                  </a:lnTo>
                  <a:lnTo>
                    <a:pt x="2931803" y="935707"/>
                  </a:lnTo>
                  <a:lnTo>
                    <a:pt x="2931990" y="938742"/>
                  </a:lnTo>
                  <a:lnTo>
                    <a:pt x="2932177" y="940477"/>
                  </a:lnTo>
                  <a:lnTo>
                    <a:pt x="2932364" y="942027"/>
                  </a:lnTo>
                  <a:lnTo>
                    <a:pt x="2932551" y="943931"/>
                  </a:lnTo>
                  <a:lnTo>
                    <a:pt x="2932738" y="945277"/>
                  </a:lnTo>
                  <a:lnTo>
                    <a:pt x="2932925" y="945600"/>
                  </a:lnTo>
                  <a:lnTo>
                    <a:pt x="2933112" y="944890"/>
                  </a:lnTo>
                  <a:lnTo>
                    <a:pt x="2933298" y="943611"/>
                  </a:lnTo>
                  <a:lnTo>
                    <a:pt x="2933485" y="940945"/>
                  </a:lnTo>
                  <a:lnTo>
                    <a:pt x="2933672" y="938279"/>
                  </a:lnTo>
                  <a:lnTo>
                    <a:pt x="2933859" y="934625"/>
                  </a:lnTo>
                  <a:lnTo>
                    <a:pt x="2934046" y="930983"/>
                  </a:lnTo>
                  <a:lnTo>
                    <a:pt x="2934233" y="926155"/>
                  </a:lnTo>
                  <a:lnTo>
                    <a:pt x="2934420" y="920500"/>
                  </a:lnTo>
                  <a:lnTo>
                    <a:pt x="2934607" y="914779"/>
                  </a:lnTo>
                  <a:lnTo>
                    <a:pt x="2934794" y="908703"/>
                  </a:lnTo>
                  <a:lnTo>
                    <a:pt x="2934981" y="902367"/>
                  </a:lnTo>
                  <a:lnTo>
                    <a:pt x="2935168" y="896168"/>
                  </a:lnTo>
                  <a:lnTo>
                    <a:pt x="2935355" y="888353"/>
                  </a:lnTo>
                  <a:lnTo>
                    <a:pt x="2935542" y="880993"/>
                  </a:lnTo>
                  <a:lnTo>
                    <a:pt x="2935728" y="873399"/>
                  </a:lnTo>
                  <a:lnTo>
                    <a:pt x="2935915" y="866105"/>
                  </a:lnTo>
                  <a:lnTo>
                    <a:pt x="2936102" y="858949"/>
                  </a:lnTo>
                  <a:lnTo>
                    <a:pt x="2936289" y="851985"/>
                  </a:lnTo>
                  <a:lnTo>
                    <a:pt x="2936476" y="845296"/>
                  </a:lnTo>
                  <a:lnTo>
                    <a:pt x="2936663" y="839383"/>
                  </a:lnTo>
                  <a:lnTo>
                    <a:pt x="2936850" y="832641"/>
                  </a:lnTo>
                  <a:lnTo>
                    <a:pt x="2937037" y="826238"/>
                  </a:lnTo>
                  <a:lnTo>
                    <a:pt x="2937224" y="820126"/>
                  </a:lnTo>
                  <a:lnTo>
                    <a:pt x="2937411" y="814833"/>
                  </a:lnTo>
                  <a:lnTo>
                    <a:pt x="2937598" y="811212"/>
                  </a:lnTo>
                  <a:lnTo>
                    <a:pt x="2937785" y="811289"/>
                  </a:lnTo>
                  <a:lnTo>
                    <a:pt x="2937971" y="813895"/>
                  </a:lnTo>
                  <a:lnTo>
                    <a:pt x="2938158" y="820396"/>
                  </a:lnTo>
                  <a:lnTo>
                    <a:pt x="2938345" y="827874"/>
                  </a:lnTo>
                  <a:lnTo>
                    <a:pt x="2938532" y="834714"/>
                  </a:lnTo>
                  <a:lnTo>
                    <a:pt x="2938719" y="842889"/>
                  </a:lnTo>
                  <a:lnTo>
                    <a:pt x="2938906" y="851102"/>
                  </a:lnTo>
                  <a:lnTo>
                    <a:pt x="2939093" y="858501"/>
                  </a:lnTo>
                  <a:lnTo>
                    <a:pt x="2939280" y="866819"/>
                  </a:lnTo>
                  <a:lnTo>
                    <a:pt x="2939467" y="874646"/>
                  </a:lnTo>
                  <a:lnTo>
                    <a:pt x="2939654" y="881641"/>
                  </a:lnTo>
                  <a:lnTo>
                    <a:pt x="2939841" y="888338"/>
                  </a:lnTo>
                  <a:lnTo>
                    <a:pt x="2940028" y="895516"/>
                  </a:lnTo>
                  <a:lnTo>
                    <a:pt x="2940215" y="902838"/>
                  </a:lnTo>
                  <a:lnTo>
                    <a:pt x="2940401" y="910378"/>
                  </a:lnTo>
                  <a:lnTo>
                    <a:pt x="2940588" y="917181"/>
                  </a:lnTo>
                  <a:lnTo>
                    <a:pt x="2940775" y="923130"/>
                  </a:lnTo>
                  <a:lnTo>
                    <a:pt x="2940962" y="927689"/>
                  </a:lnTo>
                  <a:lnTo>
                    <a:pt x="2941149" y="932157"/>
                  </a:lnTo>
                  <a:lnTo>
                    <a:pt x="2941336" y="935994"/>
                  </a:lnTo>
                  <a:lnTo>
                    <a:pt x="2941523" y="939298"/>
                  </a:lnTo>
                  <a:lnTo>
                    <a:pt x="2941710" y="943002"/>
                  </a:lnTo>
                  <a:lnTo>
                    <a:pt x="2941897" y="946615"/>
                  </a:lnTo>
                  <a:lnTo>
                    <a:pt x="2942084" y="949981"/>
                  </a:lnTo>
                  <a:lnTo>
                    <a:pt x="2942271" y="952980"/>
                  </a:lnTo>
                  <a:lnTo>
                    <a:pt x="2942458" y="956409"/>
                  </a:lnTo>
                  <a:lnTo>
                    <a:pt x="2942645" y="959424"/>
                  </a:lnTo>
                  <a:lnTo>
                    <a:pt x="2942831" y="963071"/>
                  </a:lnTo>
                  <a:lnTo>
                    <a:pt x="2943018" y="965733"/>
                  </a:lnTo>
                  <a:lnTo>
                    <a:pt x="2943205" y="967907"/>
                  </a:lnTo>
                  <a:lnTo>
                    <a:pt x="2943392" y="970560"/>
                  </a:lnTo>
                  <a:lnTo>
                    <a:pt x="2943579" y="975622"/>
                  </a:lnTo>
                  <a:lnTo>
                    <a:pt x="2943766" y="982387"/>
                  </a:lnTo>
                  <a:lnTo>
                    <a:pt x="2943953" y="988391"/>
                  </a:lnTo>
                  <a:lnTo>
                    <a:pt x="2944140" y="995820"/>
                  </a:lnTo>
                  <a:lnTo>
                    <a:pt x="2944327" y="1002912"/>
                  </a:lnTo>
                  <a:lnTo>
                    <a:pt x="2944514" y="1008983"/>
                  </a:lnTo>
                  <a:lnTo>
                    <a:pt x="2944701" y="1016883"/>
                  </a:lnTo>
                  <a:lnTo>
                    <a:pt x="2944888" y="1025407"/>
                  </a:lnTo>
                  <a:lnTo>
                    <a:pt x="2945074" y="1035489"/>
                  </a:lnTo>
                  <a:lnTo>
                    <a:pt x="2945261" y="1045658"/>
                  </a:lnTo>
                  <a:lnTo>
                    <a:pt x="2945448" y="1055718"/>
                  </a:lnTo>
                  <a:lnTo>
                    <a:pt x="2945635" y="1066274"/>
                  </a:lnTo>
                  <a:lnTo>
                    <a:pt x="2945822" y="1077832"/>
                  </a:lnTo>
                  <a:lnTo>
                    <a:pt x="2946009" y="1090134"/>
                  </a:lnTo>
                  <a:lnTo>
                    <a:pt x="2946196" y="1102169"/>
                  </a:lnTo>
                  <a:lnTo>
                    <a:pt x="2946383" y="1113891"/>
                  </a:lnTo>
                  <a:lnTo>
                    <a:pt x="2946570" y="1125368"/>
                  </a:lnTo>
                  <a:lnTo>
                    <a:pt x="2946757" y="1136352"/>
                  </a:lnTo>
                  <a:lnTo>
                    <a:pt x="2946944" y="1146222"/>
                  </a:lnTo>
                  <a:lnTo>
                    <a:pt x="2947131" y="1155920"/>
                  </a:lnTo>
                  <a:lnTo>
                    <a:pt x="2947318" y="1164999"/>
                  </a:lnTo>
                  <a:lnTo>
                    <a:pt x="2947504" y="1172687"/>
                  </a:lnTo>
                  <a:lnTo>
                    <a:pt x="2947691" y="1178049"/>
                  </a:lnTo>
                  <a:lnTo>
                    <a:pt x="2947878" y="1182737"/>
                  </a:lnTo>
                  <a:lnTo>
                    <a:pt x="2948065" y="1185575"/>
                  </a:lnTo>
                  <a:lnTo>
                    <a:pt x="2948252" y="1188136"/>
                  </a:lnTo>
                  <a:lnTo>
                    <a:pt x="2948439" y="1190257"/>
                  </a:lnTo>
                  <a:lnTo>
                    <a:pt x="2948626" y="1192450"/>
                  </a:lnTo>
                  <a:lnTo>
                    <a:pt x="2948813" y="1194461"/>
                  </a:lnTo>
                  <a:lnTo>
                    <a:pt x="2949000" y="1196193"/>
                  </a:lnTo>
                  <a:lnTo>
                    <a:pt x="2949187" y="1197875"/>
                  </a:lnTo>
                  <a:lnTo>
                    <a:pt x="2949374" y="1200255"/>
                  </a:lnTo>
                  <a:lnTo>
                    <a:pt x="2949561" y="1203060"/>
                  </a:lnTo>
                  <a:lnTo>
                    <a:pt x="2949748" y="1207113"/>
                  </a:lnTo>
                  <a:lnTo>
                    <a:pt x="2949934" y="1212454"/>
                  </a:lnTo>
                  <a:lnTo>
                    <a:pt x="2950121" y="1218429"/>
                  </a:lnTo>
                  <a:lnTo>
                    <a:pt x="2950308" y="1224493"/>
                  </a:lnTo>
                  <a:lnTo>
                    <a:pt x="2950495" y="1230734"/>
                  </a:lnTo>
                  <a:lnTo>
                    <a:pt x="2950682" y="1237939"/>
                  </a:lnTo>
                  <a:lnTo>
                    <a:pt x="2950869" y="1246931"/>
                  </a:lnTo>
                  <a:lnTo>
                    <a:pt x="2951056" y="1259215"/>
                  </a:lnTo>
                  <a:lnTo>
                    <a:pt x="2951243" y="1269974"/>
                  </a:lnTo>
                  <a:lnTo>
                    <a:pt x="2951430" y="1280803"/>
                  </a:lnTo>
                  <a:lnTo>
                    <a:pt x="2951617" y="1291801"/>
                  </a:lnTo>
                  <a:lnTo>
                    <a:pt x="2951804" y="1299383"/>
                  </a:lnTo>
                  <a:lnTo>
                    <a:pt x="2951991" y="1307602"/>
                  </a:lnTo>
                  <a:lnTo>
                    <a:pt x="2952177" y="1316541"/>
                  </a:lnTo>
                  <a:lnTo>
                    <a:pt x="2952364" y="1323870"/>
                  </a:lnTo>
                  <a:lnTo>
                    <a:pt x="2952551" y="1329926"/>
                  </a:lnTo>
                  <a:lnTo>
                    <a:pt x="2952738" y="1334801"/>
                  </a:lnTo>
                  <a:lnTo>
                    <a:pt x="2952925" y="1339071"/>
                  </a:lnTo>
                  <a:lnTo>
                    <a:pt x="2953112" y="1343659"/>
                  </a:lnTo>
                  <a:lnTo>
                    <a:pt x="2953299" y="1348374"/>
                  </a:lnTo>
                  <a:lnTo>
                    <a:pt x="2953486" y="1353943"/>
                  </a:lnTo>
                  <a:lnTo>
                    <a:pt x="2953673" y="1358714"/>
                  </a:lnTo>
                  <a:lnTo>
                    <a:pt x="2953860" y="1362710"/>
                  </a:lnTo>
                  <a:lnTo>
                    <a:pt x="2954047" y="1366660"/>
                  </a:lnTo>
                  <a:lnTo>
                    <a:pt x="2954234" y="1369951"/>
                  </a:lnTo>
                  <a:lnTo>
                    <a:pt x="2954421" y="1371891"/>
                  </a:lnTo>
                  <a:lnTo>
                    <a:pt x="2954607" y="1374110"/>
                  </a:lnTo>
                  <a:lnTo>
                    <a:pt x="2954794" y="1375628"/>
                  </a:lnTo>
                  <a:lnTo>
                    <a:pt x="2954981" y="1375849"/>
                  </a:lnTo>
                  <a:lnTo>
                    <a:pt x="2955168" y="1375795"/>
                  </a:lnTo>
                  <a:lnTo>
                    <a:pt x="2955355" y="1377099"/>
                  </a:lnTo>
                  <a:lnTo>
                    <a:pt x="2955542" y="1378959"/>
                  </a:lnTo>
                  <a:lnTo>
                    <a:pt x="2955729" y="1381721"/>
                  </a:lnTo>
                  <a:lnTo>
                    <a:pt x="2955916" y="1385053"/>
                  </a:lnTo>
                  <a:lnTo>
                    <a:pt x="2956103" y="1388058"/>
                  </a:lnTo>
                  <a:lnTo>
                    <a:pt x="2956290" y="1390543"/>
                  </a:lnTo>
                  <a:lnTo>
                    <a:pt x="2956477" y="1392179"/>
                  </a:lnTo>
                  <a:lnTo>
                    <a:pt x="2956664" y="1392951"/>
                  </a:lnTo>
                  <a:lnTo>
                    <a:pt x="2956850" y="1393913"/>
                  </a:lnTo>
                  <a:lnTo>
                    <a:pt x="2957037" y="1393805"/>
                  </a:lnTo>
                  <a:lnTo>
                    <a:pt x="2957224" y="1393233"/>
                  </a:lnTo>
                  <a:lnTo>
                    <a:pt x="2957411" y="1392727"/>
                  </a:lnTo>
                  <a:lnTo>
                    <a:pt x="2957598" y="1391123"/>
                  </a:lnTo>
                  <a:lnTo>
                    <a:pt x="2957785" y="1391393"/>
                  </a:lnTo>
                  <a:lnTo>
                    <a:pt x="2957972" y="1390550"/>
                  </a:lnTo>
                  <a:lnTo>
                    <a:pt x="2958159" y="1389790"/>
                  </a:lnTo>
                  <a:lnTo>
                    <a:pt x="2958346" y="1389442"/>
                  </a:lnTo>
                  <a:lnTo>
                    <a:pt x="2958533" y="1387622"/>
                  </a:lnTo>
                  <a:lnTo>
                    <a:pt x="2958720" y="1385064"/>
                  </a:lnTo>
                  <a:lnTo>
                    <a:pt x="2958907" y="1381221"/>
                  </a:lnTo>
                  <a:lnTo>
                    <a:pt x="2959094" y="1377065"/>
                  </a:lnTo>
                  <a:lnTo>
                    <a:pt x="2959280" y="1373324"/>
                  </a:lnTo>
                  <a:lnTo>
                    <a:pt x="2959467" y="1369246"/>
                  </a:lnTo>
                  <a:lnTo>
                    <a:pt x="2959654" y="1364643"/>
                  </a:lnTo>
                  <a:lnTo>
                    <a:pt x="2959841" y="1360057"/>
                  </a:lnTo>
                  <a:lnTo>
                    <a:pt x="2960028" y="1354667"/>
                  </a:lnTo>
                  <a:lnTo>
                    <a:pt x="2960215" y="1348552"/>
                  </a:lnTo>
                  <a:lnTo>
                    <a:pt x="2960402" y="1341987"/>
                  </a:lnTo>
                  <a:lnTo>
                    <a:pt x="2960589" y="1334717"/>
                  </a:lnTo>
                  <a:lnTo>
                    <a:pt x="2960776" y="1326226"/>
                  </a:lnTo>
                  <a:lnTo>
                    <a:pt x="2960963" y="1319287"/>
                  </a:lnTo>
                  <a:lnTo>
                    <a:pt x="2961150" y="1312400"/>
                  </a:lnTo>
                  <a:lnTo>
                    <a:pt x="2961337" y="1305647"/>
                  </a:lnTo>
                  <a:lnTo>
                    <a:pt x="2961524" y="1298540"/>
                  </a:lnTo>
                  <a:lnTo>
                    <a:pt x="2961710" y="1291648"/>
                  </a:lnTo>
                  <a:lnTo>
                    <a:pt x="2961897" y="1285338"/>
                  </a:lnTo>
                  <a:lnTo>
                    <a:pt x="2962084" y="1279784"/>
                  </a:lnTo>
                  <a:lnTo>
                    <a:pt x="2962271" y="1274698"/>
                  </a:lnTo>
                  <a:lnTo>
                    <a:pt x="2962458" y="1270513"/>
                  </a:lnTo>
                  <a:lnTo>
                    <a:pt x="2962645" y="1264948"/>
                  </a:lnTo>
                  <a:lnTo>
                    <a:pt x="2962832" y="1259598"/>
                  </a:lnTo>
                  <a:lnTo>
                    <a:pt x="2963019" y="1255441"/>
                  </a:lnTo>
                  <a:lnTo>
                    <a:pt x="2963206" y="1251148"/>
                  </a:lnTo>
                  <a:lnTo>
                    <a:pt x="2963393" y="1246407"/>
                  </a:lnTo>
                  <a:lnTo>
                    <a:pt x="2963580" y="1241310"/>
                  </a:lnTo>
                  <a:lnTo>
                    <a:pt x="2963767" y="1235824"/>
                  </a:lnTo>
                  <a:lnTo>
                    <a:pt x="2963953" y="1229270"/>
                  </a:lnTo>
                  <a:lnTo>
                    <a:pt x="2964140" y="1221133"/>
                  </a:lnTo>
                  <a:lnTo>
                    <a:pt x="2964327" y="1212935"/>
                  </a:lnTo>
                  <a:lnTo>
                    <a:pt x="2964514" y="1204581"/>
                  </a:lnTo>
                  <a:lnTo>
                    <a:pt x="2964701" y="1197289"/>
                  </a:lnTo>
                  <a:lnTo>
                    <a:pt x="2964888" y="1189759"/>
                  </a:lnTo>
                  <a:lnTo>
                    <a:pt x="2965075" y="1182405"/>
                  </a:lnTo>
                  <a:lnTo>
                    <a:pt x="2965262" y="1175790"/>
                  </a:lnTo>
                  <a:lnTo>
                    <a:pt x="2965449" y="1169049"/>
                  </a:lnTo>
                  <a:lnTo>
                    <a:pt x="2965636" y="1163484"/>
                  </a:lnTo>
                  <a:lnTo>
                    <a:pt x="2965823" y="1159093"/>
                  </a:lnTo>
                  <a:lnTo>
                    <a:pt x="2966010" y="1153896"/>
                  </a:lnTo>
                  <a:lnTo>
                    <a:pt x="2966197" y="1149313"/>
                  </a:lnTo>
                  <a:lnTo>
                    <a:pt x="2966383" y="1148063"/>
                  </a:lnTo>
                  <a:lnTo>
                    <a:pt x="2966570" y="1147101"/>
                  </a:lnTo>
                  <a:lnTo>
                    <a:pt x="2966757" y="1145302"/>
                  </a:lnTo>
                  <a:lnTo>
                    <a:pt x="2966944" y="1142841"/>
                  </a:lnTo>
                  <a:lnTo>
                    <a:pt x="2967131" y="1139544"/>
                  </a:lnTo>
                  <a:lnTo>
                    <a:pt x="2967318" y="1135835"/>
                  </a:lnTo>
                  <a:lnTo>
                    <a:pt x="2967505" y="1133608"/>
                  </a:lnTo>
                  <a:lnTo>
                    <a:pt x="2967692" y="1131981"/>
                  </a:lnTo>
                  <a:lnTo>
                    <a:pt x="2967879" y="1130225"/>
                  </a:lnTo>
                  <a:lnTo>
                    <a:pt x="2968066" y="1127459"/>
                  </a:lnTo>
                  <a:lnTo>
                    <a:pt x="2968253" y="1124557"/>
                  </a:lnTo>
                  <a:lnTo>
                    <a:pt x="2968440" y="1120023"/>
                  </a:lnTo>
                  <a:lnTo>
                    <a:pt x="2968627" y="1115382"/>
                  </a:lnTo>
                  <a:lnTo>
                    <a:pt x="2968813" y="1111138"/>
                  </a:lnTo>
                  <a:lnTo>
                    <a:pt x="2969000" y="1106117"/>
                  </a:lnTo>
                  <a:lnTo>
                    <a:pt x="2969187" y="1100505"/>
                  </a:lnTo>
                  <a:lnTo>
                    <a:pt x="2969374" y="1096101"/>
                  </a:lnTo>
                  <a:lnTo>
                    <a:pt x="2969561" y="1092145"/>
                  </a:lnTo>
                  <a:lnTo>
                    <a:pt x="2969748" y="1088659"/>
                  </a:lnTo>
                  <a:lnTo>
                    <a:pt x="2969935" y="1087231"/>
                  </a:lnTo>
                  <a:lnTo>
                    <a:pt x="2970122" y="1086952"/>
                  </a:lnTo>
                  <a:lnTo>
                    <a:pt x="2970309" y="1087851"/>
                  </a:lnTo>
                  <a:lnTo>
                    <a:pt x="2970496" y="1088825"/>
                  </a:lnTo>
                  <a:lnTo>
                    <a:pt x="2970683" y="1089863"/>
                  </a:lnTo>
                  <a:lnTo>
                    <a:pt x="2970870" y="1091216"/>
                  </a:lnTo>
                  <a:lnTo>
                    <a:pt x="2971056" y="1092884"/>
                  </a:lnTo>
                  <a:lnTo>
                    <a:pt x="2971243" y="1095551"/>
                  </a:lnTo>
                  <a:lnTo>
                    <a:pt x="2971430" y="1098071"/>
                  </a:lnTo>
                  <a:lnTo>
                    <a:pt x="2971617" y="1100786"/>
                  </a:lnTo>
                  <a:lnTo>
                    <a:pt x="2971804" y="1103781"/>
                  </a:lnTo>
                  <a:lnTo>
                    <a:pt x="2971991" y="1106863"/>
                  </a:lnTo>
                  <a:lnTo>
                    <a:pt x="2972178" y="1110832"/>
                  </a:lnTo>
                  <a:lnTo>
                    <a:pt x="2972365" y="1115220"/>
                  </a:lnTo>
                  <a:lnTo>
                    <a:pt x="2972552" y="1119329"/>
                  </a:lnTo>
                  <a:lnTo>
                    <a:pt x="2972739" y="1125149"/>
                  </a:lnTo>
                  <a:lnTo>
                    <a:pt x="2972926" y="1129975"/>
                  </a:lnTo>
                  <a:lnTo>
                    <a:pt x="2973113" y="1135401"/>
                  </a:lnTo>
                  <a:lnTo>
                    <a:pt x="2973300" y="1139840"/>
                  </a:lnTo>
                  <a:lnTo>
                    <a:pt x="2973486" y="1144191"/>
                  </a:lnTo>
                  <a:lnTo>
                    <a:pt x="2973673" y="1148638"/>
                  </a:lnTo>
                  <a:lnTo>
                    <a:pt x="2973860" y="1152871"/>
                  </a:lnTo>
                  <a:lnTo>
                    <a:pt x="2974047" y="1155975"/>
                  </a:lnTo>
                  <a:lnTo>
                    <a:pt x="2974234" y="1160293"/>
                  </a:lnTo>
                  <a:lnTo>
                    <a:pt x="2974421" y="1164506"/>
                  </a:lnTo>
                  <a:lnTo>
                    <a:pt x="2974608" y="1169223"/>
                  </a:lnTo>
                  <a:lnTo>
                    <a:pt x="2974795" y="1173786"/>
                  </a:lnTo>
                  <a:lnTo>
                    <a:pt x="2974982" y="1178288"/>
                  </a:lnTo>
                  <a:lnTo>
                    <a:pt x="2975169" y="1180645"/>
                  </a:lnTo>
                  <a:lnTo>
                    <a:pt x="2975356" y="1181532"/>
                  </a:lnTo>
                  <a:lnTo>
                    <a:pt x="2975543" y="1179985"/>
                  </a:lnTo>
                  <a:lnTo>
                    <a:pt x="2975729" y="1177243"/>
                  </a:lnTo>
                  <a:lnTo>
                    <a:pt x="2975916" y="1171990"/>
                  </a:lnTo>
                  <a:lnTo>
                    <a:pt x="2976103" y="1167249"/>
                  </a:lnTo>
                  <a:lnTo>
                    <a:pt x="2976290" y="1161858"/>
                  </a:lnTo>
                  <a:lnTo>
                    <a:pt x="2976477" y="1155717"/>
                  </a:lnTo>
                  <a:lnTo>
                    <a:pt x="2976664" y="1147311"/>
                  </a:lnTo>
                  <a:lnTo>
                    <a:pt x="2976851" y="1140342"/>
                  </a:lnTo>
                  <a:lnTo>
                    <a:pt x="2977038" y="1132930"/>
                  </a:lnTo>
                  <a:lnTo>
                    <a:pt x="2977225" y="1125443"/>
                  </a:lnTo>
                  <a:lnTo>
                    <a:pt x="2977412" y="1117161"/>
                  </a:lnTo>
                  <a:lnTo>
                    <a:pt x="2977599" y="1108663"/>
                  </a:lnTo>
                  <a:lnTo>
                    <a:pt x="2977786" y="1100859"/>
                  </a:lnTo>
                  <a:lnTo>
                    <a:pt x="2977973" y="1095178"/>
                  </a:lnTo>
                  <a:lnTo>
                    <a:pt x="2978159" y="1089264"/>
                  </a:lnTo>
                  <a:lnTo>
                    <a:pt x="2978346" y="1082951"/>
                  </a:lnTo>
                  <a:lnTo>
                    <a:pt x="2978533" y="1076074"/>
                  </a:lnTo>
                  <a:lnTo>
                    <a:pt x="2978720" y="1069104"/>
                  </a:lnTo>
                  <a:lnTo>
                    <a:pt x="2978907" y="1060546"/>
                  </a:lnTo>
                  <a:lnTo>
                    <a:pt x="2979094" y="1052380"/>
                  </a:lnTo>
                  <a:lnTo>
                    <a:pt x="2979281" y="1044853"/>
                  </a:lnTo>
                  <a:lnTo>
                    <a:pt x="2979468" y="1038800"/>
                  </a:lnTo>
                  <a:lnTo>
                    <a:pt x="2979655" y="1033751"/>
                  </a:lnTo>
                  <a:lnTo>
                    <a:pt x="2979842" y="1029464"/>
                  </a:lnTo>
                  <a:lnTo>
                    <a:pt x="2980029" y="1025051"/>
                  </a:lnTo>
                  <a:lnTo>
                    <a:pt x="2980216" y="1020673"/>
                  </a:lnTo>
                  <a:lnTo>
                    <a:pt x="2980403" y="1016074"/>
                  </a:lnTo>
                  <a:lnTo>
                    <a:pt x="2980589" y="1011198"/>
                  </a:lnTo>
                  <a:lnTo>
                    <a:pt x="2980776" y="1006568"/>
                  </a:lnTo>
                  <a:lnTo>
                    <a:pt x="2980963" y="1001623"/>
                  </a:lnTo>
                  <a:lnTo>
                    <a:pt x="2981150" y="997518"/>
                  </a:lnTo>
                  <a:lnTo>
                    <a:pt x="2981337" y="996162"/>
                  </a:lnTo>
                  <a:lnTo>
                    <a:pt x="2981524" y="995657"/>
                  </a:lnTo>
                  <a:lnTo>
                    <a:pt x="2981711" y="997252"/>
                  </a:lnTo>
                  <a:lnTo>
                    <a:pt x="2981898" y="1000648"/>
                  </a:lnTo>
                  <a:lnTo>
                    <a:pt x="2982085" y="1003425"/>
                  </a:lnTo>
                  <a:lnTo>
                    <a:pt x="2982272" y="1005698"/>
                  </a:lnTo>
                  <a:lnTo>
                    <a:pt x="2982459" y="1005799"/>
                  </a:lnTo>
                  <a:lnTo>
                    <a:pt x="2982646" y="1004764"/>
                  </a:lnTo>
                  <a:lnTo>
                    <a:pt x="2982832" y="1002986"/>
                  </a:lnTo>
                  <a:lnTo>
                    <a:pt x="2983019" y="1001068"/>
                  </a:lnTo>
                  <a:lnTo>
                    <a:pt x="2983206" y="999128"/>
                  </a:lnTo>
                  <a:lnTo>
                    <a:pt x="2983393" y="996300"/>
                  </a:lnTo>
                  <a:lnTo>
                    <a:pt x="2983580" y="992755"/>
                  </a:lnTo>
                  <a:lnTo>
                    <a:pt x="2983767" y="987429"/>
                  </a:lnTo>
                  <a:lnTo>
                    <a:pt x="2983954" y="980330"/>
                  </a:lnTo>
                  <a:lnTo>
                    <a:pt x="2984141" y="971332"/>
                  </a:lnTo>
                  <a:lnTo>
                    <a:pt x="2984328" y="961279"/>
                  </a:lnTo>
                  <a:lnTo>
                    <a:pt x="2984515" y="950442"/>
                  </a:lnTo>
                  <a:lnTo>
                    <a:pt x="2984702" y="939339"/>
                  </a:lnTo>
                  <a:lnTo>
                    <a:pt x="2984889" y="928345"/>
                  </a:lnTo>
                  <a:lnTo>
                    <a:pt x="2985076" y="917199"/>
                  </a:lnTo>
                  <a:lnTo>
                    <a:pt x="2985262" y="906533"/>
                  </a:lnTo>
                  <a:lnTo>
                    <a:pt x="2985449" y="898517"/>
                  </a:lnTo>
                  <a:lnTo>
                    <a:pt x="2985636" y="892265"/>
                  </a:lnTo>
                  <a:lnTo>
                    <a:pt x="2985823" y="887231"/>
                  </a:lnTo>
                  <a:lnTo>
                    <a:pt x="2986010" y="882410"/>
                  </a:lnTo>
                  <a:lnTo>
                    <a:pt x="2986197" y="877881"/>
                  </a:lnTo>
                  <a:lnTo>
                    <a:pt x="2986384" y="874481"/>
                  </a:lnTo>
                  <a:lnTo>
                    <a:pt x="2986571" y="870962"/>
                  </a:lnTo>
                  <a:lnTo>
                    <a:pt x="2986758" y="867589"/>
                  </a:lnTo>
                  <a:lnTo>
                    <a:pt x="2986945" y="865191"/>
                  </a:lnTo>
                  <a:lnTo>
                    <a:pt x="2987132" y="862129"/>
                  </a:lnTo>
                  <a:lnTo>
                    <a:pt x="2987319" y="858461"/>
                  </a:lnTo>
                  <a:lnTo>
                    <a:pt x="2987506" y="854464"/>
                  </a:lnTo>
                  <a:lnTo>
                    <a:pt x="2987692" y="850714"/>
                  </a:lnTo>
                  <a:lnTo>
                    <a:pt x="2987879" y="847676"/>
                  </a:lnTo>
                  <a:lnTo>
                    <a:pt x="2988066" y="843340"/>
                  </a:lnTo>
                  <a:lnTo>
                    <a:pt x="2988253" y="839294"/>
                  </a:lnTo>
                  <a:lnTo>
                    <a:pt x="2988440" y="834243"/>
                  </a:lnTo>
                  <a:lnTo>
                    <a:pt x="2988627" y="830050"/>
                  </a:lnTo>
                  <a:lnTo>
                    <a:pt x="2988814" y="826076"/>
                  </a:lnTo>
                  <a:lnTo>
                    <a:pt x="2989001" y="821463"/>
                  </a:lnTo>
                  <a:lnTo>
                    <a:pt x="2989188" y="815680"/>
                  </a:lnTo>
                  <a:lnTo>
                    <a:pt x="2989375" y="810506"/>
                  </a:lnTo>
                  <a:lnTo>
                    <a:pt x="2989562" y="805744"/>
                  </a:lnTo>
                  <a:lnTo>
                    <a:pt x="2989749" y="800997"/>
                  </a:lnTo>
                  <a:lnTo>
                    <a:pt x="2989935" y="797332"/>
                  </a:lnTo>
                  <a:lnTo>
                    <a:pt x="2990122" y="793575"/>
                  </a:lnTo>
                  <a:lnTo>
                    <a:pt x="2990309" y="789335"/>
                  </a:lnTo>
                  <a:lnTo>
                    <a:pt x="2990496" y="783463"/>
                  </a:lnTo>
                  <a:lnTo>
                    <a:pt x="2990683" y="777053"/>
                  </a:lnTo>
                  <a:lnTo>
                    <a:pt x="2990870" y="769925"/>
                  </a:lnTo>
                  <a:lnTo>
                    <a:pt x="2991057" y="763641"/>
                  </a:lnTo>
                  <a:lnTo>
                    <a:pt x="2991244" y="758408"/>
                  </a:lnTo>
                  <a:lnTo>
                    <a:pt x="2991431" y="753208"/>
                  </a:lnTo>
                  <a:lnTo>
                    <a:pt x="2991618" y="748316"/>
                  </a:lnTo>
                  <a:lnTo>
                    <a:pt x="2991805" y="744581"/>
                  </a:lnTo>
                  <a:lnTo>
                    <a:pt x="2991992" y="740912"/>
                  </a:lnTo>
                  <a:lnTo>
                    <a:pt x="2992179" y="737948"/>
                  </a:lnTo>
                  <a:lnTo>
                    <a:pt x="2992365" y="736635"/>
                  </a:lnTo>
                  <a:lnTo>
                    <a:pt x="2992552" y="736096"/>
                  </a:lnTo>
                  <a:lnTo>
                    <a:pt x="2992739" y="735294"/>
                  </a:lnTo>
                  <a:lnTo>
                    <a:pt x="2992926" y="735405"/>
                  </a:lnTo>
                  <a:lnTo>
                    <a:pt x="2993113" y="735841"/>
                  </a:lnTo>
                  <a:lnTo>
                    <a:pt x="2993300" y="736294"/>
                  </a:lnTo>
                  <a:lnTo>
                    <a:pt x="2993487" y="737161"/>
                  </a:lnTo>
                  <a:lnTo>
                    <a:pt x="2993674" y="739669"/>
                  </a:lnTo>
                  <a:lnTo>
                    <a:pt x="2993861" y="742265"/>
                  </a:lnTo>
                  <a:lnTo>
                    <a:pt x="2994048" y="744655"/>
                  </a:lnTo>
                  <a:lnTo>
                    <a:pt x="2994235" y="745933"/>
                  </a:lnTo>
                  <a:lnTo>
                    <a:pt x="2994422" y="746621"/>
                  </a:lnTo>
                  <a:lnTo>
                    <a:pt x="2994608" y="746972"/>
                  </a:lnTo>
                  <a:lnTo>
                    <a:pt x="2994795" y="747505"/>
                  </a:lnTo>
                  <a:lnTo>
                    <a:pt x="2994982" y="749289"/>
                  </a:lnTo>
                  <a:lnTo>
                    <a:pt x="2995169" y="749437"/>
                  </a:lnTo>
                  <a:lnTo>
                    <a:pt x="2995356" y="748876"/>
                  </a:lnTo>
                  <a:lnTo>
                    <a:pt x="2995543" y="748585"/>
                  </a:lnTo>
                  <a:lnTo>
                    <a:pt x="2995730" y="747765"/>
                  </a:lnTo>
                  <a:lnTo>
                    <a:pt x="2995917" y="746167"/>
                  </a:lnTo>
                  <a:lnTo>
                    <a:pt x="2996104" y="745502"/>
                  </a:lnTo>
                  <a:lnTo>
                    <a:pt x="2996291" y="746119"/>
                  </a:lnTo>
                  <a:lnTo>
                    <a:pt x="2996478" y="746929"/>
                  </a:lnTo>
                  <a:lnTo>
                    <a:pt x="2996665" y="746978"/>
                  </a:lnTo>
                  <a:lnTo>
                    <a:pt x="2996852" y="747175"/>
                  </a:lnTo>
                  <a:lnTo>
                    <a:pt x="2997038" y="747660"/>
                  </a:lnTo>
                  <a:lnTo>
                    <a:pt x="2997225" y="747960"/>
                  </a:lnTo>
                  <a:lnTo>
                    <a:pt x="2997412" y="747895"/>
                  </a:lnTo>
                  <a:lnTo>
                    <a:pt x="2997599" y="748220"/>
                  </a:lnTo>
                  <a:lnTo>
                    <a:pt x="2997786" y="747436"/>
                  </a:lnTo>
                  <a:lnTo>
                    <a:pt x="2997973" y="746302"/>
                  </a:lnTo>
                  <a:lnTo>
                    <a:pt x="2998160" y="745859"/>
                  </a:lnTo>
                  <a:lnTo>
                    <a:pt x="2998347" y="744320"/>
                  </a:lnTo>
                  <a:lnTo>
                    <a:pt x="2998534" y="742286"/>
                  </a:lnTo>
                  <a:lnTo>
                    <a:pt x="2998721" y="741199"/>
                  </a:lnTo>
                  <a:lnTo>
                    <a:pt x="2998908" y="742064"/>
                  </a:lnTo>
                  <a:lnTo>
                    <a:pt x="2999095" y="744087"/>
                  </a:lnTo>
                  <a:lnTo>
                    <a:pt x="2999282" y="749370"/>
                  </a:lnTo>
                  <a:lnTo>
                    <a:pt x="2999468" y="754683"/>
                  </a:lnTo>
                  <a:lnTo>
                    <a:pt x="2999655" y="760433"/>
                  </a:lnTo>
                  <a:lnTo>
                    <a:pt x="2999842" y="765273"/>
                  </a:lnTo>
                  <a:lnTo>
                    <a:pt x="3000029" y="770901"/>
                  </a:lnTo>
                  <a:lnTo>
                    <a:pt x="3000216" y="776306"/>
                  </a:lnTo>
                  <a:lnTo>
                    <a:pt x="3000403" y="780507"/>
                  </a:lnTo>
                  <a:lnTo>
                    <a:pt x="3000590" y="785212"/>
                  </a:lnTo>
                  <a:lnTo>
                    <a:pt x="3000777" y="790639"/>
                  </a:lnTo>
                  <a:lnTo>
                    <a:pt x="3000964" y="795809"/>
                  </a:lnTo>
                  <a:lnTo>
                    <a:pt x="3001151" y="801260"/>
                  </a:lnTo>
                  <a:lnTo>
                    <a:pt x="3001338" y="808126"/>
                  </a:lnTo>
                  <a:lnTo>
                    <a:pt x="3001525" y="815961"/>
                  </a:lnTo>
                  <a:lnTo>
                    <a:pt x="3001711" y="823858"/>
                  </a:lnTo>
                  <a:lnTo>
                    <a:pt x="3001898" y="832118"/>
                  </a:lnTo>
                  <a:lnTo>
                    <a:pt x="3002085" y="838611"/>
                  </a:lnTo>
                  <a:lnTo>
                    <a:pt x="3002272" y="845772"/>
                  </a:lnTo>
                  <a:lnTo>
                    <a:pt x="3002459" y="852742"/>
                  </a:lnTo>
                  <a:lnTo>
                    <a:pt x="3002646" y="859381"/>
                  </a:lnTo>
                  <a:lnTo>
                    <a:pt x="3002833" y="866281"/>
                  </a:lnTo>
                  <a:lnTo>
                    <a:pt x="3003020" y="871321"/>
                  </a:lnTo>
                  <a:lnTo>
                    <a:pt x="3003207" y="875314"/>
                  </a:lnTo>
                  <a:lnTo>
                    <a:pt x="3003394" y="879926"/>
                  </a:lnTo>
                  <a:lnTo>
                    <a:pt x="3003581" y="884557"/>
                  </a:lnTo>
                  <a:lnTo>
                    <a:pt x="3003768" y="888863"/>
                  </a:lnTo>
                  <a:lnTo>
                    <a:pt x="3003955" y="893387"/>
                  </a:lnTo>
                  <a:lnTo>
                    <a:pt x="3004141" y="897705"/>
                  </a:lnTo>
                  <a:lnTo>
                    <a:pt x="3004328" y="901916"/>
                  </a:lnTo>
                  <a:lnTo>
                    <a:pt x="3004515" y="906118"/>
                  </a:lnTo>
                  <a:lnTo>
                    <a:pt x="3004702" y="910287"/>
                  </a:lnTo>
                  <a:lnTo>
                    <a:pt x="3004889" y="912732"/>
                  </a:lnTo>
                  <a:lnTo>
                    <a:pt x="3005076" y="914428"/>
                  </a:lnTo>
                  <a:lnTo>
                    <a:pt x="3005263" y="915764"/>
                  </a:lnTo>
                  <a:lnTo>
                    <a:pt x="3005450" y="917024"/>
                  </a:lnTo>
                  <a:lnTo>
                    <a:pt x="3005637" y="918731"/>
                  </a:lnTo>
                  <a:lnTo>
                    <a:pt x="3005824" y="921989"/>
                  </a:lnTo>
                  <a:lnTo>
                    <a:pt x="3006011" y="925595"/>
                  </a:lnTo>
                  <a:lnTo>
                    <a:pt x="3006198" y="929568"/>
                  </a:lnTo>
                  <a:lnTo>
                    <a:pt x="3006385" y="932312"/>
                  </a:lnTo>
                  <a:lnTo>
                    <a:pt x="3006571" y="934314"/>
                  </a:lnTo>
                  <a:lnTo>
                    <a:pt x="3006758" y="933451"/>
                  </a:lnTo>
                  <a:lnTo>
                    <a:pt x="3006945" y="932753"/>
                  </a:lnTo>
                  <a:lnTo>
                    <a:pt x="3007132" y="931821"/>
                  </a:lnTo>
                  <a:lnTo>
                    <a:pt x="3007319" y="927305"/>
                  </a:lnTo>
                  <a:lnTo>
                    <a:pt x="3007506" y="921152"/>
                  </a:lnTo>
                  <a:lnTo>
                    <a:pt x="3007693" y="912908"/>
                  </a:lnTo>
                  <a:lnTo>
                    <a:pt x="3007880" y="905617"/>
                  </a:lnTo>
                  <a:lnTo>
                    <a:pt x="3008067" y="898541"/>
                  </a:lnTo>
                  <a:lnTo>
                    <a:pt x="3008254" y="891628"/>
                  </a:lnTo>
                  <a:lnTo>
                    <a:pt x="3008441" y="884828"/>
                  </a:lnTo>
                  <a:lnTo>
                    <a:pt x="3008628" y="876522"/>
                  </a:lnTo>
                  <a:lnTo>
                    <a:pt x="3008814" y="869518"/>
                  </a:lnTo>
                  <a:lnTo>
                    <a:pt x="3009001" y="861853"/>
                  </a:lnTo>
                  <a:lnTo>
                    <a:pt x="3009188" y="855453"/>
                  </a:lnTo>
                  <a:lnTo>
                    <a:pt x="3009375" y="850205"/>
                  </a:lnTo>
                  <a:lnTo>
                    <a:pt x="3009562" y="844748"/>
                  </a:lnTo>
                  <a:lnTo>
                    <a:pt x="3009749" y="839325"/>
                  </a:lnTo>
                  <a:lnTo>
                    <a:pt x="3009936" y="834453"/>
                  </a:lnTo>
                  <a:lnTo>
                    <a:pt x="3010123" y="830449"/>
                  </a:lnTo>
                  <a:lnTo>
                    <a:pt x="3010310" y="828258"/>
                  </a:lnTo>
                  <a:lnTo>
                    <a:pt x="3010497" y="827021"/>
                  </a:lnTo>
                  <a:lnTo>
                    <a:pt x="3010684" y="825991"/>
                  </a:lnTo>
                  <a:lnTo>
                    <a:pt x="3010871" y="825198"/>
                  </a:lnTo>
                  <a:lnTo>
                    <a:pt x="3011058" y="825190"/>
                  </a:lnTo>
                  <a:lnTo>
                    <a:pt x="3011244" y="825744"/>
                  </a:lnTo>
                  <a:lnTo>
                    <a:pt x="3011431" y="827561"/>
                  </a:lnTo>
                  <a:lnTo>
                    <a:pt x="3011618" y="829058"/>
                  </a:lnTo>
                  <a:lnTo>
                    <a:pt x="3011805" y="831438"/>
                  </a:lnTo>
                  <a:lnTo>
                    <a:pt x="3011992" y="834255"/>
                  </a:lnTo>
                  <a:lnTo>
                    <a:pt x="3012179" y="838547"/>
                  </a:lnTo>
                  <a:lnTo>
                    <a:pt x="3012366" y="843313"/>
                  </a:lnTo>
                  <a:lnTo>
                    <a:pt x="3012553" y="850297"/>
                  </a:lnTo>
                  <a:lnTo>
                    <a:pt x="3012740" y="857797"/>
                  </a:lnTo>
                  <a:lnTo>
                    <a:pt x="3012927" y="866351"/>
                  </a:lnTo>
                  <a:lnTo>
                    <a:pt x="3013114" y="875255"/>
                  </a:lnTo>
                  <a:lnTo>
                    <a:pt x="3013301" y="886095"/>
                  </a:lnTo>
                  <a:lnTo>
                    <a:pt x="3013487" y="896501"/>
                  </a:lnTo>
                  <a:lnTo>
                    <a:pt x="3013674" y="908105"/>
                  </a:lnTo>
                  <a:lnTo>
                    <a:pt x="3013861" y="919692"/>
                  </a:lnTo>
                  <a:lnTo>
                    <a:pt x="3014048" y="932698"/>
                  </a:lnTo>
                  <a:lnTo>
                    <a:pt x="3014235" y="943880"/>
                  </a:lnTo>
                  <a:lnTo>
                    <a:pt x="3014422" y="955323"/>
                  </a:lnTo>
                  <a:lnTo>
                    <a:pt x="3014609" y="967208"/>
                  </a:lnTo>
                  <a:lnTo>
                    <a:pt x="3014796" y="979105"/>
                  </a:lnTo>
                  <a:lnTo>
                    <a:pt x="3014983" y="990708"/>
                  </a:lnTo>
                  <a:lnTo>
                    <a:pt x="3015170" y="1001045"/>
                  </a:lnTo>
                  <a:lnTo>
                    <a:pt x="3015357" y="1009717"/>
                  </a:lnTo>
                  <a:lnTo>
                    <a:pt x="3015544" y="1018322"/>
                  </a:lnTo>
                  <a:lnTo>
                    <a:pt x="3015731" y="1027726"/>
                  </a:lnTo>
                  <a:lnTo>
                    <a:pt x="3015917" y="1037652"/>
                  </a:lnTo>
                  <a:lnTo>
                    <a:pt x="3016104" y="1048360"/>
                  </a:lnTo>
                  <a:lnTo>
                    <a:pt x="3016291" y="1060621"/>
                  </a:lnTo>
                  <a:lnTo>
                    <a:pt x="3016478" y="1071853"/>
                  </a:lnTo>
                  <a:lnTo>
                    <a:pt x="3016665" y="1081670"/>
                  </a:lnTo>
                  <a:lnTo>
                    <a:pt x="3016852" y="1089313"/>
                  </a:lnTo>
                  <a:lnTo>
                    <a:pt x="3017039" y="1095188"/>
                  </a:lnTo>
                  <a:lnTo>
                    <a:pt x="3017226" y="1099517"/>
                  </a:lnTo>
                  <a:lnTo>
                    <a:pt x="3017413" y="1103818"/>
                  </a:lnTo>
                  <a:lnTo>
                    <a:pt x="3017600" y="1108154"/>
                  </a:lnTo>
                  <a:lnTo>
                    <a:pt x="3017787" y="1112974"/>
                  </a:lnTo>
                  <a:lnTo>
                    <a:pt x="3017974" y="1118041"/>
                  </a:lnTo>
                  <a:lnTo>
                    <a:pt x="3018161" y="1122192"/>
                  </a:lnTo>
                  <a:lnTo>
                    <a:pt x="3018347" y="1125359"/>
                  </a:lnTo>
                  <a:lnTo>
                    <a:pt x="3018534" y="1125895"/>
                  </a:lnTo>
                  <a:lnTo>
                    <a:pt x="3018721" y="1123775"/>
                  </a:lnTo>
                  <a:lnTo>
                    <a:pt x="3018908" y="1121638"/>
                  </a:lnTo>
                  <a:lnTo>
                    <a:pt x="3019095" y="1118022"/>
                  </a:lnTo>
                  <a:lnTo>
                    <a:pt x="3019282" y="1114248"/>
                  </a:lnTo>
                  <a:lnTo>
                    <a:pt x="3019469" y="1111387"/>
                  </a:lnTo>
                  <a:lnTo>
                    <a:pt x="3019656" y="1109423"/>
                  </a:lnTo>
                  <a:lnTo>
                    <a:pt x="3019843" y="1109170"/>
                  </a:lnTo>
                  <a:lnTo>
                    <a:pt x="3020030" y="1110277"/>
                  </a:lnTo>
                  <a:lnTo>
                    <a:pt x="3020217" y="1111341"/>
                  </a:lnTo>
                  <a:lnTo>
                    <a:pt x="3020404" y="1112085"/>
                  </a:lnTo>
                  <a:lnTo>
                    <a:pt x="3020590" y="1111996"/>
                  </a:lnTo>
                  <a:lnTo>
                    <a:pt x="3020777" y="1112490"/>
                  </a:lnTo>
                  <a:lnTo>
                    <a:pt x="3020964" y="1114197"/>
                  </a:lnTo>
                  <a:lnTo>
                    <a:pt x="3021151" y="1117735"/>
                  </a:lnTo>
                  <a:lnTo>
                    <a:pt x="3021338" y="1123064"/>
                  </a:lnTo>
                  <a:lnTo>
                    <a:pt x="3021525" y="1130222"/>
                  </a:lnTo>
                  <a:lnTo>
                    <a:pt x="3021712" y="1137035"/>
                  </a:lnTo>
                  <a:lnTo>
                    <a:pt x="3021899" y="1143307"/>
                  </a:lnTo>
                  <a:lnTo>
                    <a:pt x="3022086" y="1148884"/>
                  </a:lnTo>
                  <a:lnTo>
                    <a:pt x="3022273" y="1153060"/>
                  </a:lnTo>
                  <a:lnTo>
                    <a:pt x="3022460" y="1157185"/>
                  </a:lnTo>
                  <a:lnTo>
                    <a:pt x="3022647" y="1160456"/>
                  </a:lnTo>
                  <a:lnTo>
                    <a:pt x="3022834" y="1161137"/>
                  </a:lnTo>
                  <a:lnTo>
                    <a:pt x="3023020" y="1161201"/>
                  </a:lnTo>
                  <a:lnTo>
                    <a:pt x="3023207" y="1158638"/>
                  </a:lnTo>
                  <a:lnTo>
                    <a:pt x="3023394" y="1154423"/>
                  </a:lnTo>
                  <a:lnTo>
                    <a:pt x="3023581" y="1150148"/>
                  </a:lnTo>
                  <a:lnTo>
                    <a:pt x="3023768" y="1146676"/>
                  </a:lnTo>
                  <a:lnTo>
                    <a:pt x="3023955" y="1144605"/>
                  </a:lnTo>
                  <a:lnTo>
                    <a:pt x="3024142" y="1142294"/>
                  </a:lnTo>
                  <a:lnTo>
                    <a:pt x="3024329" y="1139646"/>
                  </a:lnTo>
                  <a:lnTo>
                    <a:pt x="3024516" y="1138180"/>
                  </a:lnTo>
                  <a:lnTo>
                    <a:pt x="3024703" y="1137700"/>
                  </a:lnTo>
                  <a:lnTo>
                    <a:pt x="3024890" y="1136956"/>
                  </a:lnTo>
                  <a:lnTo>
                    <a:pt x="3025077" y="1136771"/>
                  </a:lnTo>
                  <a:lnTo>
                    <a:pt x="3025264" y="1136812"/>
                  </a:lnTo>
                  <a:lnTo>
                    <a:pt x="3025450" y="1137803"/>
                  </a:lnTo>
                  <a:lnTo>
                    <a:pt x="3025637" y="1139358"/>
                  </a:lnTo>
                  <a:lnTo>
                    <a:pt x="3025824" y="1141721"/>
                  </a:lnTo>
                  <a:lnTo>
                    <a:pt x="3026011" y="1144897"/>
                  </a:lnTo>
                  <a:lnTo>
                    <a:pt x="3026198" y="1149300"/>
                  </a:lnTo>
                  <a:lnTo>
                    <a:pt x="3026385" y="1156177"/>
                  </a:lnTo>
                  <a:lnTo>
                    <a:pt x="3026572" y="1165309"/>
                  </a:lnTo>
                  <a:lnTo>
                    <a:pt x="3026759" y="1172919"/>
                  </a:lnTo>
                  <a:lnTo>
                    <a:pt x="3026946" y="1179733"/>
                  </a:lnTo>
                  <a:lnTo>
                    <a:pt x="3027133" y="1186221"/>
                  </a:lnTo>
                  <a:lnTo>
                    <a:pt x="3027320" y="1191504"/>
                  </a:lnTo>
                  <a:lnTo>
                    <a:pt x="3027507" y="1196511"/>
                  </a:lnTo>
                  <a:lnTo>
                    <a:pt x="3027693" y="1202327"/>
                  </a:lnTo>
                  <a:lnTo>
                    <a:pt x="3027880" y="1209000"/>
                  </a:lnTo>
                  <a:lnTo>
                    <a:pt x="3028067" y="1216680"/>
                  </a:lnTo>
                  <a:lnTo>
                    <a:pt x="3028254" y="1223992"/>
                  </a:lnTo>
                  <a:lnTo>
                    <a:pt x="3028441" y="1230920"/>
                  </a:lnTo>
                  <a:lnTo>
                    <a:pt x="3028628" y="1236521"/>
                  </a:lnTo>
                  <a:lnTo>
                    <a:pt x="3028815" y="1242757"/>
                  </a:lnTo>
                  <a:lnTo>
                    <a:pt x="3029002" y="1249416"/>
                  </a:lnTo>
                  <a:lnTo>
                    <a:pt x="3029189" y="1255661"/>
                  </a:lnTo>
                  <a:lnTo>
                    <a:pt x="3029376" y="1261308"/>
                  </a:lnTo>
                  <a:lnTo>
                    <a:pt x="3029563" y="1266902"/>
                  </a:lnTo>
                  <a:lnTo>
                    <a:pt x="3029750" y="1272144"/>
                  </a:lnTo>
                  <a:lnTo>
                    <a:pt x="3029937" y="1276252"/>
                  </a:lnTo>
                  <a:lnTo>
                    <a:pt x="3030123" y="1279887"/>
                  </a:lnTo>
                  <a:lnTo>
                    <a:pt x="3030310" y="1281548"/>
                  </a:lnTo>
                  <a:lnTo>
                    <a:pt x="3030497" y="1282526"/>
                  </a:lnTo>
                  <a:lnTo>
                    <a:pt x="3030684" y="1283532"/>
                  </a:lnTo>
                  <a:lnTo>
                    <a:pt x="3030871" y="1284126"/>
                  </a:lnTo>
                  <a:lnTo>
                    <a:pt x="3031058" y="1283799"/>
                  </a:lnTo>
                  <a:lnTo>
                    <a:pt x="3031245" y="1282840"/>
                  </a:lnTo>
                  <a:lnTo>
                    <a:pt x="3031432" y="1282301"/>
                  </a:lnTo>
                  <a:lnTo>
                    <a:pt x="3031619" y="1282222"/>
                  </a:lnTo>
                  <a:lnTo>
                    <a:pt x="3031806" y="1282861"/>
                  </a:lnTo>
                  <a:lnTo>
                    <a:pt x="3031993" y="1283552"/>
                  </a:lnTo>
                  <a:lnTo>
                    <a:pt x="3032180" y="1284081"/>
                  </a:lnTo>
                  <a:lnTo>
                    <a:pt x="3032366" y="1283942"/>
                  </a:lnTo>
                  <a:lnTo>
                    <a:pt x="3032553" y="1284441"/>
                  </a:lnTo>
                  <a:lnTo>
                    <a:pt x="3032740" y="1286372"/>
                  </a:lnTo>
                  <a:lnTo>
                    <a:pt x="3032927" y="1288568"/>
                  </a:lnTo>
                  <a:lnTo>
                    <a:pt x="3033114" y="1291694"/>
                  </a:lnTo>
                  <a:lnTo>
                    <a:pt x="3033301" y="1295897"/>
                  </a:lnTo>
                  <a:lnTo>
                    <a:pt x="3033488" y="1299760"/>
                  </a:lnTo>
                  <a:lnTo>
                    <a:pt x="3033675" y="1302449"/>
                  </a:lnTo>
                  <a:lnTo>
                    <a:pt x="3033862" y="1304788"/>
                  </a:lnTo>
                  <a:lnTo>
                    <a:pt x="3034049" y="1307781"/>
                  </a:lnTo>
                  <a:lnTo>
                    <a:pt x="3034236" y="1311142"/>
                  </a:lnTo>
                  <a:lnTo>
                    <a:pt x="3034423" y="1314585"/>
                  </a:lnTo>
                  <a:lnTo>
                    <a:pt x="3034610" y="1318401"/>
                  </a:lnTo>
                  <a:lnTo>
                    <a:pt x="3034796" y="1323458"/>
                  </a:lnTo>
                  <a:lnTo>
                    <a:pt x="3034983" y="1328895"/>
                  </a:lnTo>
                  <a:lnTo>
                    <a:pt x="3035170" y="1336226"/>
                  </a:lnTo>
                  <a:lnTo>
                    <a:pt x="3035357" y="1343709"/>
                  </a:lnTo>
                  <a:lnTo>
                    <a:pt x="3035544" y="1351675"/>
                  </a:lnTo>
                  <a:lnTo>
                    <a:pt x="3035731" y="1359801"/>
                  </a:lnTo>
                  <a:lnTo>
                    <a:pt x="3035918" y="1367663"/>
                  </a:lnTo>
                  <a:lnTo>
                    <a:pt x="3036105" y="1374010"/>
                  </a:lnTo>
                  <a:lnTo>
                    <a:pt x="3036292" y="1379115"/>
                  </a:lnTo>
                  <a:lnTo>
                    <a:pt x="3036479" y="1382148"/>
                  </a:lnTo>
                  <a:lnTo>
                    <a:pt x="3036666" y="1382250"/>
                  </a:lnTo>
                  <a:lnTo>
                    <a:pt x="3036853" y="1382376"/>
                  </a:lnTo>
                  <a:lnTo>
                    <a:pt x="3037040" y="1381688"/>
                  </a:lnTo>
                  <a:lnTo>
                    <a:pt x="3037226" y="1379324"/>
                  </a:lnTo>
                  <a:lnTo>
                    <a:pt x="3037413" y="1376278"/>
                  </a:lnTo>
                  <a:lnTo>
                    <a:pt x="3037600" y="1372927"/>
                  </a:lnTo>
                  <a:lnTo>
                    <a:pt x="3037787" y="1368968"/>
                  </a:lnTo>
                  <a:lnTo>
                    <a:pt x="3037974" y="1364971"/>
                  </a:lnTo>
                  <a:lnTo>
                    <a:pt x="3038161" y="1360610"/>
                  </a:lnTo>
                  <a:lnTo>
                    <a:pt x="3038348" y="1356122"/>
                  </a:lnTo>
                  <a:lnTo>
                    <a:pt x="3038535" y="1351915"/>
                  </a:lnTo>
                  <a:lnTo>
                    <a:pt x="3038722" y="1347813"/>
                  </a:lnTo>
                  <a:lnTo>
                    <a:pt x="3038909" y="1344161"/>
                  </a:lnTo>
                  <a:lnTo>
                    <a:pt x="3039096" y="1340448"/>
                  </a:lnTo>
                  <a:lnTo>
                    <a:pt x="3039283" y="1337211"/>
                  </a:lnTo>
                  <a:lnTo>
                    <a:pt x="3039469" y="1334532"/>
                  </a:lnTo>
                  <a:lnTo>
                    <a:pt x="3039656" y="1331630"/>
                  </a:lnTo>
                  <a:lnTo>
                    <a:pt x="3039843" y="1328564"/>
                  </a:lnTo>
                  <a:lnTo>
                    <a:pt x="3040030" y="1325500"/>
                  </a:lnTo>
                  <a:lnTo>
                    <a:pt x="3040217" y="1323217"/>
                  </a:lnTo>
                  <a:lnTo>
                    <a:pt x="3040404" y="1322184"/>
                  </a:lnTo>
                  <a:lnTo>
                    <a:pt x="3040591" y="1321490"/>
                  </a:lnTo>
                  <a:lnTo>
                    <a:pt x="3040778" y="1321659"/>
                  </a:lnTo>
                  <a:lnTo>
                    <a:pt x="3040965" y="1321881"/>
                  </a:lnTo>
                  <a:lnTo>
                    <a:pt x="3041152" y="1321602"/>
                  </a:lnTo>
                  <a:lnTo>
                    <a:pt x="3041339" y="1321389"/>
                  </a:lnTo>
                  <a:lnTo>
                    <a:pt x="3041526" y="1320915"/>
                  </a:lnTo>
                  <a:lnTo>
                    <a:pt x="3041713" y="1320095"/>
                  </a:lnTo>
                  <a:lnTo>
                    <a:pt x="3041899" y="1319354"/>
                  </a:lnTo>
                  <a:lnTo>
                    <a:pt x="3042086" y="1319059"/>
                  </a:lnTo>
                  <a:lnTo>
                    <a:pt x="3042273" y="1319298"/>
                  </a:lnTo>
                  <a:lnTo>
                    <a:pt x="3042460" y="1320092"/>
                  </a:lnTo>
                  <a:lnTo>
                    <a:pt x="3042647" y="1321614"/>
                  </a:lnTo>
                  <a:lnTo>
                    <a:pt x="3042834" y="1323675"/>
                  </a:lnTo>
                  <a:lnTo>
                    <a:pt x="3043021" y="1325178"/>
                  </a:lnTo>
                  <a:lnTo>
                    <a:pt x="3043208" y="1326079"/>
                  </a:lnTo>
                  <a:lnTo>
                    <a:pt x="3043395" y="1326640"/>
                  </a:lnTo>
                  <a:lnTo>
                    <a:pt x="3043582" y="1327140"/>
                  </a:lnTo>
                  <a:lnTo>
                    <a:pt x="3043769" y="1328802"/>
                  </a:lnTo>
                  <a:lnTo>
                    <a:pt x="3043956" y="1331029"/>
                  </a:lnTo>
                  <a:lnTo>
                    <a:pt x="3044142" y="1334858"/>
                  </a:lnTo>
                  <a:lnTo>
                    <a:pt x="3044329" y="1338621"/>
                  </a:lnTo>
                  <a:lnTo>
                    <a:pt x="3044516" y="1342520"/>
                  </a:lnTo>
                  <a:lnTo>
                    <a:pt x="3044703" y="1347554"/>
                  </a:lnTo>
                  <a:lnTo>
                    <a:pt x="3044890" y="1352950"/>
                  </a:lnTo>
                  <a:lnTo>
                    <a:pt x="3045077" y="1360128"/>
                  </a:lnTo>
                  <a:lnTo>
                    <a:pt x="3045264" y="1366516"/>
                  </a:lnTo>
                  <a:lnTo>
                    <a:pt x="3045451" y="1373320"/>
                  </a:lnTo>
                  <a:lnTo>
                    <a:pt x="3045638" y="1379961"/>
                  </a:lnTo>
                  <a:lnTo>
                    <a:pt x="3045825" y="1387084"/>
                  </a:lnTo>
                  <a:lnTo>
                    <a:pt x="3046012" y="1395263"/>
                  </a:lnTo>
                  <a:lnTo>
                    <a:pt x="3046199" y="1402635"/>
                  </a:lnTo>
                  <a:lnTo>
                    <a:pt x="3046386" y="1410543"/>
                  </a:lnTo>
                  <a:lnTo>
                    <a:pt x="3046572" y="1417044"/>
                  </a:lnTo>
                  <a:lnTo>
                    <a:pt x="3046759" y="1420938"/>
                  </a:lnTo>
                  <a:lnTo>
                    <a:pt x="3046946" y="1423319"/>
                  </a:lnTo>
                  <a:lnTo>
                    <a:pt x="3047133" y="1425887"/>
                  </a:lnTo>
                  <a:lnTo>
                    <a:pt x="3047320" y="1428240"/>
                  </a:lnTo>
                  <a:lnTo>
                    <a:pt x="3047507" y="1429738"/>
                  </a:lnTo>
                  <a:lnTo>
                    <a:pt x="3047694" y="1430016"/>
                  </a:lnTo>
                  <a:lnTo>
                    <a:pt x="3047881" y="1429973"/>
                  </a:lnTo>
                  <a:lnTo>
                    <a:pt x="3048068" y="1430274"/>
                  </a:lnTo>
                  <a:lnTo>
                    <a:pt x="3048255" y="1429525"/>
                  </a:lnTo>
                  <a:lnTo>
                    <a:pt x="3048442" y="1426802"/>
                  </a:lnTo>
                  <a:lnTo>
                    <a:pt x="3048629" y="1422830"/>
                  </a:lnTo>
                  <a:lnTo>
                    <a:pt x="3048816" y="1418057"/>
                  </a:lnTo>
                  <a:lnTo>
                    <a:pt x="3049002" y="1412610"/>
                  </a:lnTo>
                  <a:lnTo>
                    <a:pt x="3049189" y="1406983"/>
                  </a:lnTo>
                  <a:lnTo>
                    <a:pt x="3049376" y="1398821"/>
                  </a:lnTo>
                  <a:lnTo>
                    <a:pt x="3049563" y="1390343"/>
                  </a:lnTo>
                  <a:lnTo>
                    <a:pt x="3049750" y="1380617"/>
                  </a:lnTo>
                  <a:lnTo>
                    <a:pt x="3049937" y="1369490"/>
                  </a:lnTo>
                  <a:lnTo>
                    <a:pt x="3050124" y="1358207"/>
                  </a:lnTo>
                  <a:lnTo>
                    <a:pt x="3050311" y="1346717"/>
                  </a:lnTo>
                  <a:lnTo>
                    <a:pt x="3050498" y="1334969"/>
                  </a:lnTo>
                  <a:lnTo>
                    <a:pt x="3050685" y="1322164"/>
                  </a:lnTo>
                  <a:lnTo>
                    <a:pt x="3050872" y="1308481"/>
                  </a:lnTo>
                  <a:lnTo>
                    <a:pt x="3051059" y="1293923"/>
                  </a:lnTo>
                  <a:lnTo>
                    <a:pt x="3051245" y="1279762"/>
                  </a:lnTo>
                  <a:lnTo>
                    <a:pt x="3051432" y="1265517"/>
                  </a:lnTo>
                  <a:lnTo>
                    <a:pt x="3051619" y="1251120"/>
                  </a:lnTo>
                  <a:lnTo>
                    <a:pt x="3051806" y="1237170"/>
                  </a:lnTo>
                  <a:lnTo>
                    <a:pt x="3051993" y="1224157"/>
                  </a:lnTo>
                  <a:lnTo>
                    <a:pt x="3052180" y="1212136"/>
                  </a:lnTo>
                  <a:lnTo>
                    <a:pt x="3052367" y="1199239"/>
                  </a:lnTo>
                  <a:lnTo>
                    <a:pt x="3052554" y="1186355"/>
                  </a:lnTo>
                  <a:lnTo>
                    <a:pt x="3052741" y="1175848"/>
                  </a:lnTo>
                  <a:lnTo>
                    <a:pt x="3052928" y="1166582"/>
                  </a:lnTo>
                  <a:lnTo>
                    <a:pt x="3053115" y="1155323"/>
                  </a:lnTo>
                  <a:lnTo>
                    <a:pt x="3053302" y="1144223"/>
                  </a:lnTo>
                  <a:lnTo>
                    <a:pt x="3053489" y="1133536"/>
                  </a:lnTo>
                  <a:lnTo>
                    <a:pt x="3053675" y="1123077"/>
                  </a:lnTo>
                  <a:lnTo>
                    <a:pt x="3053862" y="1113552"/>
                  </a:lnTo>
                  <a:lnTo>
                    <a:pt x="3054049" y="1105899"/>
                  </a:lnTo>
                  <a:lnTo>
                    <a:pt x="3054236" y="1100481"/>
                  </a:lnTo>
                  <a:lnTo>
                    <a:pt x="3054423" y="1097183"/>
                  </a:lnTo>
                  <a:lnTo>
                    <a:pt x="3054610" y="1095133"/>
                  </a:lnTo>
                  <a:lnTo>
                    <a:pt x="3054797" y="1094082"/>
                  </a:lnTo>
                  <a:lnTo>
                    <a:pt x="3054984" y="1093151"/>
                  </a:lnTo>
                  <a:lnTo>
                    <a:pt x="3055171" y="1092612"/>
                  </a:lnTo>
                  <a:lnTo>
                    <a:pt x="3055358" y="1092236"/>
                  </a:lnTo>
                  <a:lnTo>
                    <a:pt x="3055545" y="1092430"/>
                  </a:lnTo>
                  <a:lnTo>
                    <a:pt x="3055732" y="1092351"/>
                  </a:lnTo>
                  <a:lnTo>
                    <a:pt x="3055919" y="1092359"/>
                  </a:lnTo>
                  <a:lnTo>
                    <a:pt x="3056105" y="1092747"/>
                  </a:lnTo>
                  <a:lnTo>
                    <a:pt x="3056292" y="1091358"/>
                  </a:lnTo>
                  <a:lnTo>
                    <a:pt x="3056479" y="1089226"/>
                  </a:lnTo>
                  <a:lnTo>
                    <a:pt x="3056666" y="1088181"/>
                  </a:lnTo>
                  <a:lnTo>
                    <a:pt x="3056853" y="1086054"/>
                  </a:lnTo>
                  <a:lnTo>
                    <a:pt x="3057040" y="1082129"/>
                  </a:lnTo>
                  <a:lnTo>
                    <a:pt x="3057227" y="1076759"/>
                  </a:lnTo>
                  <a:lnTo>
                    <a:pt x="3057414" y="1070112"/>
                  </a:lnTo>
                  <a:lnTo>
                    <a:pt x="3057601" y="1063212"/>
                  </a:lnTo>
                  <a:lnTo>
                    <a:pt x="3057788" y="1056424"/>
                  </a:lnTo>
                  <a:lnTo>
                    <a:pt x="3057975" y="1047843"/>
                  </a:lnTo>
                  <a:lnTo>
                    <a:pt x="3058162" y="1039400"/>
                  </a:lnTo>
                  <a:lnTo>
                    <a:pt x="3058348" y="1030574"/>
                  </a:lnTo>
                  <a:lnTo>
                    <a:pt x="3058535" y="1022022"/>
                  </a:lnTo>
                  <a:lnTo>
                    <a:pt x="3058722" y="1015721"/>
                  </a:lnTo>
                  <a:lnTo>
                    <a:pt x="3058909" y="1009723"/>
                  </a:lnTo>
                  <a:lnTo>
                    <a:pt x="3059096" y="1004961"/>
                  </a:lnTo>
                  <a:lnTo>
                    <a:pt x="3059283" y="1001524"/>
                  </a:lnTo>
                  <a:lnTo>
                    <a:pt x="3059470" y="999130"/>
                  </a:lnTo>
                  <a:lnTo>
                    <a:pt x="3059657" y="998063"/>
                  </a:lnTo>
                  <a:lnTo>
                    <a:pt x="3059844" y="997802"/>
                  </a:lnTo>
                  <a:lnTo>
                    <a:pt x="3060031" y="997041"/>
                  </a:lnTo>
                  <a:lnTo>
                    <a:pt x="3060218" y="997521"/>
                  </a:lnTo>
                  <a:lnTo>
                    <a:pt x="3060405" y="997261"/>
                  </a:lnTo>
                  <a:lnTo>
                    <a:pt x="3060592" y="998672"/>
                  </a:lnTo>
                  <a:lnTo>
                    <a:pt x="3060778" y="1001597"/>
                  </a:lnTo>
                  <a:lnTo>
                    <a:pt x="3060965" y="1003798"/>
                  </a:lnTo>
                  <a:lnTo>
                    <a:pt x="3061152" y="1004137"/>
                  </a:lnTo>
                  <a:lnTo>
                    <a:pt x="3061339" y="1003267"/>
                  </a:lnTo>
                  <a:lnTo>
                    <a:pt x="3061526" y="1002551"/>
                  </a:lnTo>
                  <a:lnTo>
                    <a:pt x="3061713" y="999888"/>
                  </a:lnTo>
                  <a:lnTo>
                    <a:pt x="3061900" y="996484"/>
                  </a:lnTo>
                  <a:lnTo>
                    <a:pt x="3062087" y="991565"/>
                  </a:lnTo>
                  <a:lnTo>
                    <a:pt x="3062274" y="985941"/>
                  </a:lnTo>
                  <a:lnTo>
                    <a:pt x="3062461" y="982581"/>
                  </a:lnTo>
                  <a:lnTo>
                    <a:pt x="3062648" y="980961"/>
                  </a:lnTo>
                  <a:lnTo>
                    <a:pt x="3062835" y="978668"/>
                  </a:lnTo>
                  <a:lnTo>
                    <a:pt x="3063021" y="977337"/>
                  </a:lnTo>
                  <a:lnTo>
                    <a:pt x="3063208" y="975500"/>
                  </a:lnTo>
                  <a:lnTo>
                    <a:pt x="3063395" y="973176"/>
                  </a:lnTo>
                  <a:lnTo>
                    <a:pt x="3063582" y="969367"/>
                  </a:lnTo>
                  <a:lnTo>
                    <a:pt x="3063769" y="964157"/>
                  </a:lnTo>
                  <a:lnTo>
                    <a:pt x="3063956" y="958159"/>
                  </a:lnTo>
                  <a:lnTo>
                    <a:pt x="3064143" y="952488"/>
                  </a:lnTo>
                  <a:lnTo>
                    <a:pt x="3064330" y="946456"/>
                  </a:lnTo>
                  <a:lnTo>
                    <a:pt x="3064517" y="939784"/>
                  </a:lnTo>
                  <a:lnTo>
                    <a:pt x="3064704" y="933680"/>
                  </a:lnTo>
                  <a:lnTo>
                    <a:pt x="3064891" y="927203"/>
                  </a:lnTo>
                  <a:lnTo>
                    <a:pt x="3065078" y="919656"/>
                  </a:lnTo>
                  <a:lnTo>
                    <a:pt x="3065265" y="911461"/>
                  </a:lnTo>
                  <a:lnTo>
                    <a:pt x="3065451" y="902171"/>
                  </a:lnTo>
                  <a:lnTo>
                    <a:pt x="3065638" y="893576"/>
                  </a:lnTo>
                  <a:lnTo>
                    <a:pt x="3065825" y="884397"/>
                  </a:lnTo>
                  <a:lnTo>
                    <a:pt x="3066012" y="874861"/>
                  </a:lnTo>
                  <a:lnTo>
                    <a:pt x="3066199" y="864930"/>
                  </a:lnTo>
                  <a:lnTo>
                    <a:pt x="3066386" y="855753"/>
                  </a:lnTo>
                  <a:lnTo>
                    <a:pt x="3066573" y="846463"/>
                  </a:lnTo>
                  <a:lnTo>
                    <a:pt x="3066760" y="838526"/>
                  </a:lnTo>
                  <a:lnTo>
                    <a:pt x="3066947" y="830417"/>
                  </a:lnTo>
                  <a:lnTo>
                    <a:pt x="3067134" y="822688"/>
                  </a:lnTo>
                  <a:lnTo>
                    <a:pt x="3067321" y="817437"/>
                  </a:lnTo>
                  <a:lnTo>
                    <a:pt x="3067508" y="813187"/>
                  </a:lnTo>
                  <a:lnTo>
                    <a:pt x="3067695" y="810019"/>
                  </a:lnTo>
                  <a:lnTo>
                    <a:pt x="3067881" y="807692"/>
                  </a:lnTo>
                  <a:lnTo>
                    <a:pt x="3068068" y="805852"/>
                  </a:lnTo>
                  <a:lnTo>
                    <a:pt x="3068255" y="804480"/>
                  </a:lnTo>
                  <a:lnTo>
                    <a:pt x="3068442" y="802976"/>
                  </a:lnTo>
                  <a:lnTo>
                    <a:pt x="3068629" y="801765"/>
                  </a:lnTo>
                  <a:lnTo>
                    <a:pt x="3068816" y="800537"/>
                  </a:lnTo>
                  <a:lnTo>
                    <a:pt x="3069003" y="799951"/>
                  </a:lnTo>
                  <a:lnTo>
                    <a:pt x="3069190" y="799637"/>
                  </a:lnTo>
                  <a:lnTo>
                    <a:pt x="3069377" y="798886"/>
                  </a:lnTo>
                  <a:lnTo>
                    <a:pt x="3069564" y="797786"/>
                  </a:lnTo>
                  <a:lnTo>
                    <a:pt x="3069751" y="795679"/>
                  </a:lnTo>
                  <a:lnTo>
                    <a:pt x="3069938" y="791479"/>
                  </a:lnTo>
                  <a:lnTo>
                    <a:pt x="3070124" y="784703"/>
                  </a:lnTo>
                  <a:lnTo>
                    <a:pt x="3070311" y="776558"/>
                  </a:lnTo>
                  <a:lnTo>
                    <a:pt x="3070498" y="768948"/>
                  </a:lnTo>
                  <a:lnTo>
                    <a:pt x="3070685" y="760854"/>
                  </a:lnTo>
                  <a:lnTo>
                    <a:pt x="3070872" y="752747"/>
                  </a:lnTo>
                  <a:lnTo>
                    <a:pt x="3071059" y="745036"/>
                  </a:lnTo>
                  <a:lnTo>
                    <a:pt x="3071246" y="737601"/>
                  </a:lnTo>
                  <a:lnTo>
                    <a:pt x="3071433" y="730141"/>
                  </a:lnTo>
                  <a:lnTo>
                    <a:pt x="3071620" y="722422"/>
                  </a:lnTo>
                  <a:lnTo>
                    <a:pt x="3071807" y="714692"/>
                  </a:lnTo>
                  <a:lnTo>
                    <a:pt x="3071994" y="706924"/>
                  </a:lnTo>
                  <a:lnTo>
                    <a:pt x="3072181" y="699473"/>
                  </a:lnTo>
                  <a:lnTo>
                    <a:pt x="3072368" y="691444"/>
                  </a:lnTo>
                  <a:lnTo>
                    <a:pt x="3072554" y="682837"/>
                  </a:lnTo>
                  <a:lnTo>
                    <a:pt x="3072741" y="674035"/>
                  </a:lnTo>
                  <a:lnTo>
                    <a:pt x="3072928" y="668244"/>
                  </a:lnTo>
                  <a:lnTo>
                    <a:pt x="3073115" y="662620"/>
                  </a:lnTo>
                  <a:lnTo>
                    <a:pt x="3073302" y="658298"/>
                  </a:lnTo>
                  <a:lnTo>
                    <a:pt x="3073489" y="654129"/>
                  </a:lnTo>
                  <a:lnTo>
                    <a:pt x="3073676" y="649627"/>
                  </a:lnTo>
                  <a:lnTo>
                    <a:pt x="3073863" y="645183"/>
                  </a:lnTo>
                  <a:lnTo>
                    <a:pt x="3074050" y="641449"/>
                  </a:lnTo>
                  <a:lnTo>
                    <a:pt x="3074237" y="637891"/>
                  </a:lnTo>
                  <a:lnTo>
                    <a:pt x="3074424" y="633575"/>
                  </a:lnTo>
                  <a:lnTo>
                    <a:pt x="3074611" y="629404"/>
                  </a:lnTo>
                  <a:lnTo>
                    <a:pt x="3074798" y="625823"/>
                  </a:lnTo>
                  <a:lnTo>
                    <a:pt x="3074984" y="622292"/>
                  </a:lnTo>
                  <a:lnTo>
                    <a:pt x="3075171" y="619974"/>
                  </a:lnTo>
                  <a:lnTo>
                    <a:pt x="3075358" y="617426"/>
                  </a:lnTo>
                  <a:lnTo>
                    <a:pt x="3075545" y="615169"/>
                  </a:lnTo>
                  <a:lnTo>
                    <a:pt x="3075732" y="612924"/>
                  </a:lnTo>
                  <a:lnTo>
                    <a:pt x="3075919" y="607318"/>
                  </a:lnTo>
                  <a:lnTo>
                    <a:pt x="3076106" y="600528"/>
                  </a:lnTo>
                  <a:lnTo>
                    <a:pt x="3076293" y="591741"/>
                  </a:lnTo>
                  <a:lnTo>
                    <a:pt x="3076480" y="583790"/>
                  </a:lnTo>
                  <a:lnTo>
                    <a:pt x="3076667" y="576803"/>
                  </a:lnTo>
                  <a:lnTo>
                    <a:pt x="3076854" y="569847"/>
                  </a:lnTo>
                  <a:lnTo>
                    <a:pt x="3077041" y="562435"/>
                  </a:lnTo>
                  <a:lnTo>
                    <a:pt x="3077227" y="556341"/>
                  </a:lnTo>
                  <a:lnTo>
                    <a:pt x="3077414" y="552443"/>
                  </a:lnTo>
                  <a:lnTo>
                    <a:pt x="3077601" y="547056"/>
                  </a:lnTo>
                  <a:lnTo>
                    <a:pt x="3077788" y="542773"/>
                  </a:lnTo>
                  <a:lnTo>
                    <a:pt x="3077975" y="537728"/>
                  </a:lnTo>
                  <a:lnTo>
                    <a:pt x="3078162" y="531694"/>
                  </a:lnTo>
                  <a:lnTo>
                    <a:pt x="3078349" y="526433"/>
                  </a:lnTo>
                  <a:lnTo>
                    <a:pt x="3078536" y="521296"/>
                  </a:lnTo>
                  <a:lnTo>
                    <a:pt x="3078723" y="516429"/>
                  </a:lnTo>
                  <a:lnTo>
                    <a:pt x="3078910" y="511687"/>
                  </a:lnTo>
                  <a:lnTo>
                    <a:pt x="3079097" y="506768"/>
                  </a:lnTo>
                  <a:lnTo>
                    <a:pt x="3079284" y="501909"/>
                  </a:lnTo>
                  <a:lnTo>
                    <a:pt x="3079471" y="496414"/>
                  </a:lnTo>
                  <a:lnTo>
                    <a:pt x="3079657" y="491181"/>
                  </a:lnTo>
                  <a:lnTo>
                    <a:pt x="3079844" y="485336"/>
                  </a:lnTo>
                  <a:lnTo>
                    <a:pt x="3080031" y="480023"/>
                  </a:lnTo>
                  <a:lnTo>
                    <a:pt x="3080218" y="474846"/>
                  </a:lnTo>
                  <a:lnTo>
                    <a:pt x="3080405" y="470412"/>
                  </a:lnTo>
                  <a:lnTo>
                    <a:pt x="3080592" y="465396"/>
                  </a:lnTo>
                  <a:lnTo>
                    <a:pt x="3080779" y="459939"/>
                  </a:lnTo>
                  <a:lnTo>
                    <a:pt x="3080966" y="454988"/>
                  </a:lnTo>
                  <a:lnTo>
                    <a:pt x="3081153" y="449386"/>
                  </a:lnTo>
                  <a:lnTo>
                    <a:pt x="3081340" y="443762"/>
                  </a:lnTo>
                  <a:lnTo>
                    <a:pt x="3081527" y="439631"/>
                  </a:lnTo>
                  <a:lnTo>
                    <a:pt x="3081714" y="436501"/>
                  </a:lnTo>
                  <a:lnTo>
                    <a:pt x="3081900" y="433727"/>
                  </a:lnTo>
                  <a:lnTo>
                    <a:pt x="3082087" y="431303"/>
                  </a:lnTo>
                  <a:lnTo>
                    <a:pt x="3082274" y="429634"/>
                  </a:lnTo>
                  <a:lnTo>
                    <a:pt x="3082461" y="427718"/>
                  </a:lnTo>
                  <a:lnTo>
                    <a:pt x="3082648" y="426316"/>
                  </a:lnTo>
                  <a:lnTo>
                    <a:pt x="3082835" y="424304"/>
                  </a:lnTo>
                  <a:lnTo>
                    <a:pt x="3083022" y="422964"/>
                  </a:lnTo>
                  <a:lnTo>
                    <a:pt x="3083209" y="421513"/>
                  </a:lnTo>
                  <a:lnTo>
                    <a:pt x="3083396" y="420788"/>
                  </a:lnTo>
                  <a:lnTo>
                    <a:pt x="3083583" y="420435"/>
                  </a:lnTo>
                  <a:lnTo>
                    <a:pt x="3083770" y="420624"/>
                  </a:lnTo>
                  <a:lnTo>
                    <a:pt x="3083957" y="421900"/>
                  </a:lnTo>
                  <a:lnTo>
                    <a:pt x="3084144" y="424823"/>
                  </a:lnTo>
                  <a:lnTo>
                    <a:pt x="3084330" y="427978"/>
                  </a:lnTo>
                  <a:lnTo>
                    <a:pt x="3084517" y="430397"/>
                  </a:lnTo>
                  <a:lnTo>
                    <a:pt x="3084704" y="432642"/>
                  </a:lnTo>
                  <a:lnTo>
                    <a:pt x="3084891" y="434490"/>
                  </a:lnTo>
                  <a:lnTo>
                    <a:pt x="3085078" y="436053"/>
                  </a:lnTo>
                  <a:lnTo>
                    <a:pt x="3085265" y="436003"/>
                  </a:lnTo>
                  <a:lnTo>
                    <a:pt x="3085452" y="435756"/>
                  </a:lnTo>
                  <a:lnTo>
                    <a:pt x="3085639" y="436375"/>
                  </a:lnTo>
                  <a:lnTo>
                    <a:pt x="3085826" y="437462"/>
                  </a:lnTo>
                  <a:lnTo>
                    <a:pt x="3086013" y="438151"/>
                  </a:lnTo>
                  <a:lnTo>
                    <a:pt x="3086200" y="437499"/>
                  </a:lnTo>
                  <a:lnTo>
                    <a:pt x="3086387" y="436287"/>
                  </a:lnTo>
                  <a:lnTo>
                    <a:pt x="3086574" y="433426"/>
                  </a:lnTo>
                  <a:lnTo>
                    <a:pt x="3086760" y="431877"/>
                  </a:lnTo>
                  <a:lnTo>
                    <a:pt x="3086947" y="429493"/>
                  </a:lnTo>
                  <a:lnTo>
                    <a:pt x="3087134" y="427147"/>
                  </a:lnTo>
                  <a:lnTo>
                    <a:pt x="3087321" y="425372"/>
                  </a:lnTo>
                  <a:lnTo>
                    <a:pt x="3087508" y="423185"/>
                  </a:lnTo>
                  <a:lnTo>
                    <a:pt x="3087695" y="421464"/>
                  </a:lnTo>
                  <a:lnTo>
                    <a:pt x="3087882" y="420445"/>
                  </a:lnTo>
                  <a:lnTo>
                    <a:pt x="3088069" y="420792"/>
                  </a:lnTo>
                  <a:lnTo>
                    <a:pt x="3088256" y="421808"/>
                  </a:lnTo>
                  <a:lnTo>
                    <a:pt x="3088443" y="422965"/>
                  </a:lnTo>
                  <a:lnTo>
                    <a:pt x="3088630" y="423637"/>
                  </a:lnTo>
                  <a:lnTo>
                    <a:pt x="3088817" y="424855"/>
                  </a:lnTo>
                  <a:lnTo>
                    <a:pt x="3089003" y="424827"/>
                  </a:lnTo>
                  <a:lnTo>
                    <a:pt x="3089190" y="424818"/>
                  </a:lnTo>
                  <a:lnTo>
                    <a:pt x="3089377" y="424919"/>
                  </a:lnTo>
                  <a:lnTo>
                    <a:pt x="3089564" y="423263"/>
                  </a:lnTo>
                  <a:lnTo>
                    <a:pt x="3089751" y="422886"/>
                  </a:lnTo>
                  <a:lnTo>
                    <a:pt x="3089938" y="423905"/>
                  </a:lnTo>
                  <a:lnTo>
                    <a:pt x="3090125" y="424358"/>
                  </a:lnTo>
                  <a:lnTo>
                    <a:pt x="3090312" y="424653"/>
                  </a:lnTo>
                  <a:lnTo>
                    <a:pt x="3090499" y="426562"/>
                  </a:lnTo>
                  <a:lnTo>
                    <a:pt x="3090686" y="427538"/>
                  </a:lnTo>
                  <a:lnTo>
                    <a:pt x="3090873" y="426184"/>
                  </a:lnTo>
                  <a:lnTo>
                    <a:pt x="3091060" y="424398"/>
                  </a:lnTo>
                  <a:lnTo>
                    <a:pt x="3091247" y="422234"/>
                  </a:lnTo>
                  <a:lnTo>
                    <a:pt x="3091433" y="419094"/>
                  </a:lnTo>
                  <a:lnTo>
                    <a:pt x="3091620" y="415365"/>
                  </a:lnTo>
                  <a:lnTo>
                    <a:pt x="3091807" y="411521"/>
                  </a:lnTo>
                  <a:lnTo>
                    <a:pt x="3091994" y="408205"/>
                  </a:lnTo>
                  <a:lnTo>
                    <a:pt x="3092181" y="404410"/>
                  </a:lnTo>
                  <a:lnTo>
                    <a:pt x="3092368" y="401119"/>
                  </a:lnTo>
                  <a:lnTo>
                    <a:pt x="3092555" y="397911"/>
                  </a:lnTo>
                  <a:lnTo>
                    <a:pt x="3092742" y="395604"/>
                  </a:lnTo>
                  <a:lnTo>
                    <a:pt x="3092929" y="393968"/>
                  </a:lnTo>
                  <a:lnTo>
                    <a:pt x="3093116" y="393915"/>
                  </a:lnTo>
                  <a:lnTo>
                    <a:pt x="3093303" y="394460"/>
                  </a:lnTo>
                  <a:lnTo>
                    <a:pt x="3093490" y="395384"/>
                  </a:lnTo>
                  <a:lnTo>
                    <a:pt x="3093677" y="397466"/>
                  </a:lnTo>
                  <a:lnTo>
                    <a:pt x="3093863" y="400040"/>
                  </a:lnTo>
                  <a:lnTo>
                    <a:pt x="3094050" y="400901"/>
                  </a:lnTo>
                  <a:lnTo>
                    <a:pt x="3094237" y="401606"/>
                  </a:lnTo>
                  <a:lnTo>
                    <a:pt x="3094424" y="403396"/>
                  </a:lnTo>
                  <a:lnTo>
                    <a:pt x="3094611" y="405438"/>
                  </a:lnTo>
                  <a:lnTo>
                    <a:pt x="3094798" y="407697"/>
                  </a:lnTo>
                  <a:lnTo>
                    <a:pt x="3094985" y="409276"/>
                  </a:lnTo>
                  <a:lnTo>
                    <a:pt x="3095172" y="409858"/>
                  </a:lnTo>
                  <a:lnTo>
                    <a:pt x="3095359" y="411570"/>
                  </a:lnTo>
                  <a:lnTo>
                    <a:pt x="3095546" y="410637"/>
                  </a:lnTo>
                  <a:lnTo>
                    <a:pt x="3095733" y="408097"/>
                  </a:lnTo>
                  <a:lnTo>
                    <a:pt x="3095920" y="403392"/>
                  </a:lnTo>
                  <a:lnTo>
                    <a:pt x="3096106" y="395190"/>
                  </a:lnTo>
                  <a:lnTo>
                    <a:pt x="3096293" y="385507"/>
                  </a:lnTo>
                  <a:lnTo>
                    <a:pt x="3096480" y="378719"/>
                  </a:lnTo>
                  <a:lnTo>
                    <a:pt x="3096667" y="372141"/>
                  </a:lnTo>
                  <a:lnTo>
                    <a:pt x="3096854" y="366536"/>
                  </a:lnTo>
                  <a:lnTo>
                    <a:pt x="3097041" y="361430"/>
                  </a:lnTo>
                  <a:lnTo>
                    <a:pt x="3097228" y="356493"/>
                  </a:lnTo>
                  <a:lnTo>
                    <a:pt x="3097415" y="352090"/>
                  </a:lnTo>
                  <a:lnTo>
                    <a:pt x="3097602" y="348798"/>
                  </a:lnTo>
                  <a:lnTo>
                    <a:pt x="3097789" y="345181"/>
                  </a:lnTo>
                  <a:lnTo>
                    <a:pt x="3097976" y="342826"/>
                  </a:lnTo>
                  <a:lnTo>
                    <a:pt x="3098163" y="340096"/>
                  </a:lnTo>
                  <a:lnTo>
                    <a:pt x="3098350" y="338613"/>
                  </a:lnTo>
                  <a:lnTo>
                    <a:pt x="3098536" y="338662"/>
                  </a:lnTo>
                  <a:lnTo>
                    <a:pt x="3098723" y="339651"/>
                  </a:lnTo>
                  <a:lnTo>
                    <a:pt x="3098910" y="341638"/>
                  </a:lnTo>
                  <a:lnTo>
                    <a:pt x="3099097" y="346680"/>
                  </a:lnTo>
                  <a:lnTo>
                    <a:pt x="3099284" y="352508"/>
                  </a:lnTo>
                  <a:lnTo>
                    <a:pt x="3099471" y="359114"/>
                  </a:lnTo>
                  <a:lnTo>
                    <a:pt x="3099658" y="366117"/>
                  </a:lnTo>
                  <a:lnTo>
                    <a:pt x="3099845" y="371348"/>
                  </a:lnTo>
                  <a:lnTo>
                    <a:pt x="3100032" y="373710"/>
                  </a:lnTo>
                  <a:lnTo>
                    <a:pt x="3100219" y="376723"/>
                  </a:lnTo>
                  <a:lnTo>
                    <a:pt x="3100406" y="379218"/>
                  </a:lnTo>
                  <a:lnTo>
                    <a:pt x="3100593" y="381889"/>
                  </a:lnTo>
                  <a:lnTo>
                    <a:pt x="3100779" y="384745"/>
                  </a:lnTo>
                  <a:lnTo>
                    <a:pt x="3100966" y="387693"/>
                  </a:lnTo>
                  <a:lnTo>
                    <a:pt x="3101153" y="390518"/>
                  </a:lnTo>
                  <a:lnTo>
                    <a:pt x="3101340" y="392606"/>
                  </a:lnTo>
                  <a:lnTo>
                    <a:pt x="3101527" y="394904"/>
                  </a:lnTo>
                  <a:lnTo>
                    <a:pt x="3101714" y="396715"/>
                  </a:lnTo>
                  <a:lnTo>
                    <a:pt x="3101901" y="398484"/>
                  </a:lnTo>
                  <a:lnTo>
                    <a:pt x="3102088" y="399395"/>
                  </a:lnTo>
                  <a:lnTo>
                    <a:pt x="3102275" y="400639"/>
                  </a:lnTo>
                  <a:lnTo>
                    <a:pt x="3102462" y="402251"/>
                  </a:lnTo>
                  <a:lnTo>
                    <a:pt x="3102649" y="403852"/>
                  </a:lnTo>
                  <a:lnTo>
                    <a:pt x="3102836" y="405086"/>
                  </a:lnTo>
                  <a:lnTo>
                    <a:pt x="3103023" y="405747"/>
                  </a:lnTo>
                  <a:lnTo>
                    <a:pt x="3103209" y="405317"/>
                  </a:lnTo>
                  <a:lnTo>
                    <a:pt x="3103396" y="405984"/>
                  </a:lnTo>
                  <a:lnTo>
                    <a:pt x="3103583" y="407317"/>
                  </a:lnTo>
                  <a:lnTo>
                    <a:pt x="3103770" y="407790"/>
                  </a:lnTo>
                  <a:lnTo>
                    <a:pt x="3103957" y="409917"/>
                  </a:lnTo>
                  <a:lnTo>
                    <a:pt x="3104144" y="410432"/>
                  </a:lnTo>
                  <a:lnTo>
                    <a:pt x="3104331" y="411259"/>
                  </a:lnTo>
                  <a:lnTo>
                    <a:pt x="3104518" y="410006"/>
                  </a:lnTo>
                  <a:lnTo>
                    <a:pt x="3104705" y="406996"/>
                  </a:lnTo>
                  <a:lnTo>
                    <a:pt x="3104892" y="402877"/>
                  </a:lnTo>
                  <a:lnTo>
                    <a:pt x="3105079" y="399031"/>
                  </a:lnTo>
                  <a:lnTo>
                    <a:pt x="3105266" y="394810"/>
                  </a:lnTo>
                  <a:lnTo>
                    <a:pt x="3105453" y="390513"/>
                  </a:lnTo>
                  <a:lnTo>
                    <a:pt x="3105639" y="386564"/>
                  </a:lnTo>
                  <a:lnTo>
                    <a:pt x="3105826" y="382393"/>
                  </a:lnTo>
                  <a:lnTo>
                    <a:pt x="3106013" y="377306"/>
                  </a:lnTo>
                  <a:lnTo>
                    <a:pt x="3106200" y="371043"/>
                  </a:lnTo>
                  <a:lnTo>
                    <a:pt x="3106387" y="364510"/>
                  </a:lnTo>
                  <a:lnTo>
                    <a:pt x="3106574" y="356637"/>
                  </a:lnTo>
                  <a:lnTo>
                    <a:pt x="3106761" y="348613"/>
                  </a:lnTo>
                  <a:lnTo>
                    <a:pt x="3106948" y="340821"/>
                  </a:lnTo>
                  <a:lnTo>
                    <a:pt x="3107135" y="337555"/>
                  </a:lnTo>
                  <a:lnTo>
                    <a:pt x="3107322" y="337029"/>
                  </a:lnTo>
                  <a:lnTo>
                    <a:pt x="3107509" y="339807"/>
                  </a:lnTo>
                  <a:lnTo>
                    <a:pt x="3107696" y="344743"/>
                  </a:lnTo>
                  <a:lnTo>
                    <a:pt x="3107882" y="349832"/>
                  </a:lnTo>
                  <a:lnTo>
                    <a:pt x="3108069" y="357466"/>
                  </a:lnTo>
                  <a:lnTo>
                    <a:pt x="3108256" y="364838"/>
                  </a:lnTo>
                  <a:lnTo>
                    <a:pt x="3108443" y="372733"/>
                  </a:lnTo>
                  <a:lnTo>
                    <a:pt x="3108630" y="380784"/>
                  </a:lnTo>
                  <a:lnTo>
                    <a:pt x="3108817" y="389015"/>
                  </a:lnTo>
                  <a:lnTo>
                    <a:pt x="3109004" y="397403"/>
                  </a:lnTo>
                  <a:lnTo>
                    <a:pt x="3109191" y="405311"/>
                  </a:lnTo>
                  <a:lnTo>
                    <a:pt x="3109378" y="413442"/>
                  </a:lnTo>
                  <a:lnTo>
                    <a:pt x="3109565" y="420660"/>
                  </a:lnTo>
                  <a:lnTo>
                    <a:pt x="3109752" y="428360"/>
                  </a:lnTo>
                  <a:lnTo>
                    <a:pt x="3109939" y="435917"/>
                  </a:lnTo>
                  <a:lnTo>
                    <a:pt x="3110126" y="444126"/>
                  </a:lnTo>
                  <a:lnTo>
                    <a:pt x="3110312" y="449629"/>
                  </a:lnTo>
                  <a:lnTo>
                    <a:pt x="3110499" y="454688"/>
                  </a:lnTo>
                  <a:lnTo>
                    <a:pt x="3110686" y="459011"/>
                  </a:lnTo>
                  <a:lnTo>
                    <a:pt x="3110873" y="463617"/>
                  </a:lnTo>
                  <a:lnTo>
                    <a:pt x="3111060" y="468965"/>
                  </a:lnTo>
                  <a:lnTo>
                    <a:pt x="3111247" y="475332"/>
                  </a:lnTo>
                  <a:lnTo>
                    <a:pt x="3111434" y="481987"/>
                  </a:lnTo>
                  <a:lnTo>
                    <a:pt x="3111621" y="488768"/>
                  </a:lnTo>
                  <a:lnTo>
                    <a:pt x="3111808" y="496736"/>
                  </a:lnTo>
                  <a:lnTo>
                    <a:pt x="3111995" y="505654"/>
                  </a:lnTo>
                  <a:lnTo>
                    <a:pt x="3112182" y="514241"/>
                  </a:lnTo>
                  <a:lnTo>
                    <a:pt x="3112369" y="523113"/>
                  </a:lnTo>
                  <a:lnTo>
                    <a:pt x="3112556" y="530725"/>
                  </a:lnTo>
                  <a:lnTo>
                    <a:pt x="3112742" y="537705"/>
                  </a:lnTo>
                  <a:lnTo>
                    <a:pt x="3112929" y="544256"/>
                  </a:lnTo>
                  <a:lnTo>
                    <a:pt x="3113116" y="550904"/>
                  </a:lnTo>
                  <a:lnTo>
                    <a:pt x="3113303" y="560867"/>
                  </a:lnTo>
                  <a:lnTo>
                    <a:pt x="3113490" y="571526"/>
                  </a:lnTo>
                  <a:lnTo>
                    <a:pt x="3113677" y="584254"/>
                  </a:lnTo>
                  <a:lnTo>
                    <a:pt x="3113864" y="596234"/>
                  </a:lnTo>
                  <a:lnTo>
                    <a:pt x="3114051" y="607333"/>
                  </a:lnTo>
                  <a:lnTo>
                    <a:pt x="3114238" y="618401"/>
                  </a:lnTo>
                  <a:lnTo>
                    <a:pt x="3114425" y="629810"/>
                  </a:lnTo>
                  <a:lnTo>
                    <a:pt x="3114612" y="639696"/>
                  </a:lnTo>
                  <a:lnTo>
                    <a:pt x="3114799" y="647012"/>
                  </a:lnTo>
                  <a:lnTo>
                    <a:pt x="3114985" y="655211"/>
                  </a:lnTo>
                  <a:lnTo>
                    <a:pt x="3115172" y="662086"/>
                  </a:lnTo>
                  <a:lnTo>
                    <a:pt x="3115359" y="669855"/>
                  </a:lnTo>
                  <a:lnTo>
                    <a:pt x="3115546" y="678117"/>
                  </a:lnTo>
                  <a:lnTo>
                    <a:pt x="3115733" y="685582"/>
                  </a:lnTo>
                  <a:lnTo>
                    <a:pt x="3115920" y="692367"/>
                  </a:lnTo>
                  <a:lnTo>
                    <a:pt x="3116107" y="698958"/>
                  </a:lnTo>
                  <a:lnTo>
                    <a:pt x="3116294" y="705566"/>
                  </a:lnTo>
                  <a:lnTo>
                    <a:pt x="3116481" y="712696"/>
                  </a:lnTo>
                  <a:lnTo>
                    <a:pt x="3116668" y="719377"/>
                  </a:lnTo>
                  <a:lnTo>
                    <a:pt x="3116855" y="725626"/>
                  </a:lnTo>
                  <a:lnTo>
                    <a:pt x="3117042" y="730513"/>
                  </a:lnTo>
                  <a:lnTo>
                    <a:pt x="3117229" y="734043"/>
                  </a:lnTo>
                  <a:lnTo>
                    <a:pt x="3117415" y="736435"/>
                  </a:lnTo>
                  <a:lnTo>
                    <a:pt x="3117602" y="738005"/>
                  </a:lnTo>
                  <a:lnTo>
                    <a:pt x="3117789" y="739373"/>
                  </a:lnTo>
                  <a:lnTo>
                    <a:pt x="3117976" y="741877"/>
                  </a:lnTo>
                  <a:lnTo>
                    <a:pt x="3118163" y="745170"/>
                  </a:lnTo>
                  <a:lnTo>
                    <a:pt x="3118350" y="747497"/>
                  </a:lnTo>
                  <a:lnTo>
                    <a:pt x="3118537" y="750136"/>
                  </a:lnTo>
                  <a:lnTo>
                    <a:pt x="3118724" y="754343"/>
                  </a:lnTo>
                  <a:lnTo>
                    <a:pt x="3118911" y="757167"/>
                  </a:lnTo>
                  <a:lnTo>
                    <a:pt x="3119098" y="759670"/>
                  </a:lnTo>
                  <a:lnTo>
                    <a:pt x="3119285" y="762247"/>
                  </a:lnTo>
                  <a:lnTo>
                    <a:pt x="3119472" y="764566"/>
                  </a:lnTo>
                  <a:lnTo>
                    <a:pt x="3119658" y="766021"/>
                  </a:lnTo>
                  <a:lnTo>
                    <a:pt x="3119845" y="768034"/>
                  </a:lnTo>
                  <a:lnTo>
                    <a:pt x="3120032" y="770048"/>
                  </a:lnTo>
                  <a:lnTo>
                    <a:pt x="3120219" y="773575"/>
                  </a:lnTo>
                  <a:lnTo>
                    <a:pt x="3120406" y="776975"/>
                  </a:lnTo>
                  <a:lnTo>
                    <a:pt x="3120593" y="781263"/>
                  </a:lnTo>
                  <a:lnTo>
                    <a:pt x="3120780" y="784697"/>
                  </a:lnTo>
                  <a:lnTo>
                    <a:pt x="3120967" y="787653"/>
                  </a:lnTo>
                  <a:lnTo>
                    <a:pt x="3121154" y="789945"/>
                  </a:lnTo>
                  <a:lnTo>
                    <a:pt x="3121341" y="791578"/>
                  </a:lnTo>
                  <a:lnTo>
                    <a:pt x="3121528" y="792611"/>
                  </a:lnTo>
                  <a:lnTo>
                    <a:pt x="3121715" y="794125"/>
                  </a:lnTo>
                  <a:lnTo>
                    <a:pt x="3121902" y="796136"/>
                  </a:lnTo>
                  <a:lnTo>
                    <a:pt x="3122088" y="798135"/>
                  </a:lnTo>
                  <a:lnTo>
                    <a:pt x="3122275" y="800537"/>
                  </a:lnTo>
                  <a:lnTo>
                    <a:pt x="3122462" y="803258"/>
                  </a:lnTo>
                  <a:lnTo>
                    <a:pt x="3122649" y="806654"/>
                  </a:lnTo>
                  <a:lnTo>
                    <a:pt x="3122836" y="810645"/>
                  </a:lnTo>
                  <a:lnTo>
                    <a:pt x="3123023" y="814278"/>
                  </a:lnTo>
                  <a:lnTo>
                    <a:pt x="3123210" y="818478"/>
                  </a:lnTo>
                  <a:lnTo>
                    <a:pt x="3123397" y="823603"/>
                  </a:lnTo>
                  <a:lnTo>
                    <a:pt x="3123584" y="830364"/>
                  </a:lnTo>
                  <a:lnTo>
                    <a:pt x="3123771" y="838150"/>
                  </a:lnTo>
                  <a:lnTo>
                    <a:pt x="3123958" y="847676"/>
                  </a:lnTo>
                  <a:lnTo>
                    <a:pt x="3124145" y="857598"/>
                  </a:lnTo>
                  <a:lnTo>
                    <a:pt x="3124332" y="868102"/>
                  </a:lnTo>
                  <a:lnTo>
                    <a:pt x="3124518" y="878879"/>
                  </a:lnTo>
                  <a:lnTo>
                    <a:pt x="3124705" y="890029"/>
                  </a:lnTo>
                  <a:lnTo>
                    <a:pt x="3124892" y="901794"/>
                  </a:lnTo>
                  <a:lnTo>
                    <a:pt x="3125079" y="913376"/>
                  </a:lnTo>
                  <a:lnTo>
                    <a:pt x="3125266" y="924720"/>
                  </a:lnTo>
                  <a:lnTo>
                    <a:pt x="3125453" y="936013"/>
                  </a:lnTo>
                  <a:lnTo>
                    <a:pt x="3125640" y="947654"/>
                  </a:lnTo>
                  <a:lnTo>
                    <a:pt x="3125827" y="959363"/>
                  </a:lnTo>
                  <a:lnTo>
                    <a:pt x="3126014" y="971398"/>
                  </a:lnTo>
                  <a:lnTo>
                    <a:pt x="3126201" y="982969"/>
                  </a:lnTo>
                  <a:lnTo>
                    <a:pt x="3126388" y="995986"/>
                  </a:lnTo>
                  <a:lnTo>
                    <a:pt x="3126575" y="1008838"/>
                  </a:lnTo>
                  <a:lnTo>
                    <a:pt x="3126761" y="1020643"/>
                  </a:lnTo>
                  <a:lnTo>
                    <a:pt x="3126948" y="1033123"/>
                  </a:lnTo>
                  <a:lnTo>
                    <a:pt x="3127135" y="1044827"/>
                  </a:lnTo>
                  <a:lnTo>
                    <a:pt x="3127322" y="1055536"/>
                  </a:lnTo>
                  <a:lnTo>
                    <a:pt x="3127509" y="1064271"/>
                  </a:lnTo>
                  <a:lnTo>
                    <a:pt x="3127696" y="1070491"/>
                  </a:lnTo>
                  <a:lnTo>
                    <a:pt x="3127883" y="1075779"/>
                  </a:lnTo>
                  <a:lnTo>
                    <a:pt x="3128070" y="1081349"/>
                  </a:lnTo>
                  <a:lnTo>
                    <a:pt x="3128257" y="1088342"/>
                  </a:lnTo>
                  <a:lnTo>
                    <a:pt x="3128444" y="1095637"/>
                  </a:lnTo>
                  <a:lnTo>
                    <a:pt x="3128631" y="1102393"/>
                  </a:lnTo>
                  <a:lnTo>
                    <a:pt x="3128818" y="1109892"/>
                  </a:lnTo>
                  <a:lnTo>
                    <a:pt x="3129005" y="1117509"/>
                  </a:lnTo>
                  <a:lnTo>
                    <a:pt x="3129191" y="1124186"/>
                  </a:lnTo>
                  <a:lnTo>
                    <a:pt x="3129378" y="1130304"/>
                  </a:lnTo>
                  <a:lnTo>
                    <a:pt x="3129565" y="1136167"/>
                  </a:lnTo>
                  <a:lnTo>
                    <a:pt x="3129752" y="1141424"/>
                  </a:lnTo>
                  <a:lnTo>
                    <a:pt x="3129939" y="1146768"/>
                  </a:lnTo>
                  <a:lnTo>
                    <a:pt x="3130126" y="1150671"/>
                  </a:lnTo>
                  <a:lnTo>
                    <a:pt x="3130313" y="1152721"/>
                  </a:lnTo>
                  <a:lnTo>
                    <a:pt x="3130500" y="1153275"/>
                  </a:lnTo>
                  <a:lnTo>
                    <a:pt x="3130687" y="1153638"/>
                  </a:lnTo>
                  <a:lnTo>
                    <a:pt x="3130874" y="1153387"/>
                  </a:lnTo>
                  <a:lnTo>
                    <a:pt x="3131061" y="1152303"/>
                  </a:lnTo>
                  <a:lnTo>
                    <a:pt x="3131248" y="1150782"/>
                  </a:lnTo>
                  <a:lnTo>
                    <a:pt x="3131435" y="1149508"/>
                  </a:lnTo>
                  <a:lnTo>
                    <a:pt x="3131621" y="1148124"/>
                  </a:lnTo>
                  <a:lnTo>
                    <a:pt x="3131808" y="1146140"/>
                  </a:lnTo>
                  <a:lnTo>
                    <a:pt x="3131995" y="1144223"/>
                  </a:lnTo>
                  <a:lnTo>
                    <a:pt x="3132182" y="1142988"/>
                  </a:lnTo>
                  <a:lnTo>
                    <a:pt x="3132369" y="1142252"/>
                  </a:lnTo>
                  <a:lnTo>
                    <a:pt x="3132556" y="1142338"/>
                  </a:lnTo>
                  <a:lnTo>
                    <a:pt x="3132743" y="1143364"/>
                  </a:lnTo>
                  <a:lnTo>
                    <a:pt x="3132930" y="1146769"/>
                  </a:lnTo>
                  <a:lnTo>
                    <a:pt x="3133117" y="1152150"/>
                  </a:lnTo>
                  <a:lnTo>
                    <a:pt x="3133304" y="1160401"/>
                  </a:lnTo>
                  <a:lnTo>
                    <a:pt x="3133491" y="1169233"/>
                  </a:lnTo>
                  <a:lnTo>
                    <a:pt x="3133678" y="1179323"/>
                  </a:lnTo>
                  <a:lnTo>
                    <a:pt x="3133864" y="1186867"/>
                  </a:lnTo>
                  <a:lnTo>
                    <a:pt x="3134051" y="1193434"/>
                  </a:lnTo>
                  <a:lnTo>
                    <a:pt x="3134238" y="1199599"/>
                  </a:lnTo>
                  <a:lnTo>
                    <a:pt x="3134425" y="1204330"/>
                  </a:lnTo>
                  <a:lnTo>
                    <a:pt x="3134612" y="1208741"/>
                  </a:lnTo>
                  <a:lnTo>
                    <a:pt x="3134799" y="1214234"/>
                  </a:lnTo>
                  <a:lnTo>
                    <a:pt x="3134986" y="1219172"/>
                  </a:lnTo>
                  <a:lnTo>
                    <a:pt x="3135173" y="1224120"/>
                  </a:lnTo>
                  <a:lnTo>
                    <a:pt x="3135360" y="1226491"/>
                  </a:lnTo>
                  <a:lnTo>
                    <a:pt x="3135547" y="1228448"/>
                  </a:lnTo>
                  <a:lnTo>
                    <a:pt x="3135734" y="1229231"/>
                  </a:lnTo>
                  <a:lnTo>
                    <a:pt x="3135921" y="1229277"/>
                  </a:lnTo>
                  <a:lnTo>
                    <a:pt x="3136108" y="1225043"/>
                  </a:lnTo>
                  <a:lnTo>
                    <a:pt x="3136294" y="1219996"/>
                  </a:lnTo>
                  <a:lnTo>
                    <a:pt x="3136481" y="1209812"/>
                  </a:lnTo>
                  <a:lnTo>
                    <a:pt x="3136668" y="1199451"/>
                  </a:lnTo>
                  <a:lnTo>
                    <a:pt x="3136855" y="1188922"/>
                  </a:lnTo>
                  <a:lnTo>
                    <a:pt x="3137042" y="1179900"/>
                  </a:lnTo>
                  <a:lnTo>
                    <a:pt x="3137229" y="1171447"/>
                  </a:lnTo>
                  <a:lnTo>
                    <a:pt x="3137416" y="1165158"/>
                  </a:lnTo>
                  <a:lnTo>
                    <a:pt x="3137603" y="1159101"/>
                  </a:lnTo>
                  <a:lnTo>
                    <a:pt x="3137790" y="1151736"/>
                  </a:lnTo>
                  <a:lnTo>
                    <a:pt x="3137977" y="1143999"/>
                  </a:lnTo>
                  <a:lnTo>
                    <a:pt x="3138164" y="1136090"/>
                  </a:lnTo>
                  <a:lnTo>
                    <a:pt x="3138351" y="1126812"/>
                  </a:lnTo>
                  <a:lnTo>
                    <a:pt x="3138537" y="1116089"/>
                  </a:lnTo>
                  <a:lnTo>
                    <a:pt x="3138724" y="1107876"/>
                  </a:lnTo>
                  <a:lnTo>
                    <a:pt x="3138911" y="1099849"/>
                  </a:lnTo>
                  <a:lnTo>
                    <a:pt x="3139098" y="1092720"/>
                  </a:lnTo>
                  <a:lnTo>
                    <a:pt x="3139285" y="1087179"/>
                  </a:lnTo>
                  <a:lnTo>
                    <a:pt x="3139472" y="1079722"/>
                  </a:lnTo>
                  <a:lnTo>
                    <a:pt x="3139659" y="1074918"/>
                  </a:lnTo>
                  <a:lnTo>
                    <a:pt x="3139846" y="1071460"/>
                  </a:lnTo>
                  <a:lnTo>
                    <a:pt x="3140033" y="1068419"/>
                  </a:lnTo>
                  <a:lnTo>
                    <a:pt x="3140220" y="1064771"/>
                  </a:lnTo>
                  <a:lnTo>
                    <a:pt x="3140407" y="1060623"/>
                  </a:lnTo>
                  <a:lnTo>
                    <a:pt x="3140594" y="1057083"/>
                  </a:lnTo>
                  <a:lnTo>
                    <a:pt x="3140781" y="1053888"/>
                  </a:lnTo>
                  <a:lnTo>
                    <a:pt x="3140967" y="1051549"/>
                  </a:lnTo>
                  <a:lnTo>
                    <a:pt x="3141154" y="1050144"/>
                  </a:lnTo>
                  <a:lnTo>
                    <a:pt x="3141341" y="1048629"/>
                  </a:lnTo>
                  <a:lnTo>
                    <a:pt x="3141528" y="1048639"/>
                  </a:lnTo>
                  <a:lnTo>
                    <a:pt x="3141715" y="1048572"/>
                  </a:lnTo>
                  <a:lnTo>
                    <a:pt x="3141902" y="1050849"/>
                  </a:lnTo>
                  <a:lnTo>
                    <a:pt x="3142089" y="1052869"/>
                  </a:lnTo>
                  <a:lnTo>
                    <a:pt x="3142276" y="1055353"/>
                  </a:lnTo>
                  <a:lnTo>
                    <a:pt x="3142463" y="1057075"/>
                  </a:lnTo>
                  <a:lnTo>
                    <a:pt x="3142650" y="1057745"/>
                  </a:lnTo>
                  <a:lnTo>
                    <a:pt x="3142837" y="1057875"/>
                  </a:lnTo>
                  <a:lnTo>
                    <a:pt x="3143024" y="1058063"/>
                  </a:lnTo>
                  <a:lnTo>
                    <a:pt x="3143211" y="1060304"/>
                  </a:lnTo>
                  <a:lnTo>
                    <a:pt x="3143397" y="1062660"/>
                  </a:lnTo>
                  <a:lnTo>
                    <a:pt x="3143584" y="1065595"/>
                  </a:lnTo>
                  <a:lnTo>
                    <a:pt x="3143771" y="1067569"/>
                  </a:lnTo>
                  <a:lnTo>
                    <a:pt x="3143958" y="1069087"/>
                  </a:lnTo>
                  <a:lnTo>
                    <a:pt x="3144145" y="1071137"/>
                  </a:lnTo>
                  <a:lnTo>
                    <a:pt x="3144332" y="1073121"/>
                  </a:lnTo>
                  <a:lnTo>
                    <a:pt x="3144519" y="1071443"/>
                  </a:lnTo>
                  <a:lnTo>
                    <a:pt x="3144706" y="1068895"/>
                  </a:lnTo>
                  <a:lnTo>
                    <a:pt x="3144893" y="1065938"/>
                  </a:lnTo>
                  <a:lnTo>
                    <a:pt x="3145080" y="1062547"/>
                  </a:lnTo>
                  <a:lnTo>
                    <a:pt x="3145267" y="1057934"/>
                  </a:lnTo>
                  <a:lnTo>
                    <a:pt x="3145454" y="1050239"/>
                  </a:lnTo>
                  <a:lnTo>
                    <a:pt x="3145640" y="1042794"/>
                  </a:lnTo>
                  <a:lnTo>
                    <a:pt x="3145827" y="1034670"/>
                  </a:lnTo>
                  <a:lnTo>
                    <a:pt x="3146014" y="1025981"/>
                  </a:lnTo>
                  <a:lnTo>
                    <a:pt x="3146201" y="1017656"/>
                  </a:lnTo>
                  <a:lnTo>
                    <a:pt x="3146388" y="1010439"/>
                  </a:lnTo>
                  <a:lnTo>
                    <a:pt x="3146575" y="1004519"/>
                  </a:lnTo>
                  <a:lnTo>
                    <a:pt x="3146762" y="999772"/>
                  </a:lnTo>
                  <a:lnTo>
                    <a:pt x="3146949" y="995996"/>
                  </a:lnTo>
                  <a:lnTo>
                    <a:pt x="3147136" y="991575"/>
                  </a:lnTo>
                  <a:lnTo>
                    <a:pt x="3147323" y="988113"/>
                  </a:lnTo>
                  <a:lnTo>
                    <a:pt x="3147510" y="986119"/>
                  </a:lnTo>
                  <a:lnTo>
                    <a:pt x="3147697" y="983719"/>
                  </a:lnTo>
                  <a:lnTo>
                    <a:pt x="3147884" y="981277"/>
                  </a:lnTo>
                  <a:lnTo>
                    <a:pt x="3148070" y="979939"/>
                  </a:lnTo>
                  <a:lnTo>
                    <a:pt x="3148257" y="980241"/>
                  </a:lnTo>
                  <a:lnTo>
                    <a:pt x="3148444" y="981125"/>
                  </a:lnTo>
                  <a:lnTo>
                    <a:pt x="3148631" y="981747"/>
                  </a:lnTo>
                  <a:lnTo>
                    <a:pt x="3148818" y="983027"/>
                  </a:lnTo>
                  <a:lnTo>
                    <a:pt x="3149005" y="984316"/>
                  </a:lnTo>
                  <a:lnTo>
                    <a:pt x="3149192" y="985098"/>
                  </a:lnTo>
                  <a:lnTo>
                    <a:pt x="3149379" y="985387"/>
                  </a:lnTo>
                  <a:lnTo>
                    <a:pt x="3149566" y="985982"/>
                  </a:lnTo>
                  <a:lnTo>
                    <a:pt x="3149753" y="986111"/>
                  </a:lnTo>
                  <a:lnTo>
                    <a:pt x="3149940" y="986534"/>
                  </a:lnTo>
                  <a:lnTo>
                    <a:pt x="3150127" y="987217"/>
                  </a:lnTo>
                  <a:lnTo>
                    <a:pt x="3150313" y="987679"/>
                  </a:lnTo>
                  <a:lnTo>
                    <a:pt x="3150500" y="988239"/>
                  </a:lnTo>
                  <a:lnTo>
                    <a:pt x="3150687" y="988861"/>
                  </a:lnTo>
                  <a:lnTo>
                    <a:pt x="3150874" y="989377"/>
                  </a:lnTo>
                  <a:lnTo>
                    <a:pt x="3151061" y="989470"/>
                  </a:lnTo>
                  <a:lnTo>
                    <a:pt x="3151248" y="989685"/>
                  </a:lnTo>
                  <a:lnTo>
                    <a:pt x="3151435" y="989739"/>
                  </a:lnTo>
                  <a:lnTo>
                    <a:pt x="3151622" y="989673"/>
                  </a:lnTo>
                  <a:lnTo>
                    <a:pt x="3151809" y="989222"/>
                  </a:lnTo>
                  <a:lnTo>
                    <a:pt x="3151996" y="989157"/>
                  </a:lnTo>
                  <a:lnTo>
                    <a:pt x="3152183" y="989888"/>
                  </a:lnTo>
                  <a:lnTo>
                    <a:pt x="3152370" y="990778"/>
                  </a:lnTo>
                  <a:lnTo>
                    <a:pt x="3152557" y="991806"/>
                  </a:lnTo>
                  <a:lnTo>
                    <a:pt x="3152743" y="993152"/>
                  </a:lnTo>
                  <a:lnTo>
                    <a:pt x="3152930" y="994506"/>
                  </a:lnTo>
                  <a:lnTo>
                    <a:pt x="3153117" y="995726"/>
                  </a:lnTo>
                  <a:lnTo>
                    <a:pt x="3153304" y="997093"/>
                  </a:lnTo>
                  <a:lnTo>
                    <a:pt x="3153491" y="998066"/>
                  </a:lnTo>
                  <a:lnTo>
                    <a:pt x="3153678" y="998970"/>
                  </a:lnTo>
                  <a:lnTo>
                    <a:pt x="3153865" y="999511"/>
                  </a:lnTo>
                  <a:lnTo>
                    <a:pt x="3154052" y="999615"/>
                  </a:lnTo>
                  <a:lnTo>
                    <a:pt x="3154239" y="999394"/>
                  </a:lnTo>
                  <a:lnTo>
                    <a:pt x="3154426" y="998996"/>
                  </a:lnTo>
                  <a:lnTo>
                    <a:pt x="3154613" y="998857"/>
                  </a:lnTo>
                  <a:lnTo>
                    <a:pt x="3154800" y="997069"/>
                  </a:lnTo>
                  <a:lnTo>
                    <a:pt x="3154987" y="993997"/>
                  </a:lnTo>
                  <a:lnTo>
                    <a:pt x="3155173" y="989845"/>
                  </a:lnTo>
                  <a:lnTo>
                    <a:pt x="3155360" y="985523"/>
                  </a:lnTo>
                  <a:lnTo>
                    <a:pt x="3155547" y="979996"/>
                  </a:lnTo>
                  <a:lnTo>
                    <a:pt x="3155734" y="976271"/>
                  </a:lnTo>
                  <a:lnTo>
                    <a:pt x="3155921" y="973754"/>
                  </a:lnTo>
                  <a:lnTo>
                    <a:pt x="3156108" y="969769"/>
                  </a:lnTo>
                  <a:lnTo>
                    <a:pt x="3156295" y="967274"/>
                  </a:lnTo>
                  <a:lnTo>
                    <a:pt x="3156482" y="964669"/>
                  </a:lnTo>
                  <a:lnTo>
                    <a:pt x="3156669" y="962089"/>
                  </a:lnTo>
                  <a:lnTo>
                    <a:pt x="3156856" y="961204"/>
                  </a:lnTo>
                  <a:lnTo>
                    <a:pt x="3157043" y="960646"/>
                  </a:lnTo>
                  <a:lnTo>
                    <a:pt x="3157230" y="960430"/>
                  </a:lnTo>
                  <a:lnTo>
                    <a:pt x="3157416" y="960220"/>
                  </a:lnTo>
                  <a:lnTo>
                    <a:pt x="3157603" y="958996"/>
                  </a:lnTo>
                  <a:lnTo>
                    <a:pt x="3157790" y="957346"/>
                  </a:lnTo>
                  <a:lnTo>
                    <a:pt x="3157977" y="954401"/>
                  </a:lnTo>
                  <a:lnTo>
                    <a:pt x="3158164" y="951542"/>
                  </a:lnTo>
                  <a:lnTo>
                    <a:pt x="3158351" y="948427"/>
                  </a:lnTo>
                  <a:lnTo>
                    <a:pt x="3158538" y="944760"/>
                  </a:lnTo>
                  <a:lnTo>
                    <a:pt x="3158725" y="941225"/>
                  </a:lnTo>
                  <a:lnTo>
                    <a:pt x="3158912" y="937568"/>
                  </a:lnTo>
                  <a:lnTo>
                    <a:pt x="3159099" y="933761"/>
                  </a:lnTo>
                  <a:lnTo>
                    <a:pt x="3159286" y="929695"/>
                  </a:lnTo>
                  <a:lnTo>
                    <a:pt x="3159473" y="925509"/>
                  </a:lnTo>
                  <a:lnTo>
                    <a:pt x="3159660" y="920060"/>
                  </a:lnTo>
                  <a:lnTo>
                    <a:pt x="3159846" y="913604"/>
                  </a:lnTo>
                  <a:lnTo>
                    <a:pt x="3160033" y="906689"/>
                  </a:lnTo>
                  <a:lnTo>
                    <a:pt x="3160220" y="899156"/>
                  </a:lnTo>
                  <a:lnTo>
                    <a:pt x="3160407" y="891611"/>
                  </a:lnTo>
                  <a:lnTo>
                    <a:pt x="3160594" y="883841"/>
                  </a:lnTo>
                  <a:lnTo>
                    <a:pt x="3160781" y="876726"/>
                  </a:lnTo>
                  <a:lnTo>
                    <a:pt x="3160968" y="870684"/>
                  </a:lnTo>
                  <a:lnTo>
                    <a:pt x="3161155" y="864855"/>
                  </a:lnTo>
                  <a:lnTo>
                    <a:pt x="3161342" y="859135"/>
                  </a:lnTo>
                  <a:lnTo>
                    <a:pt x="3161529" y="853818"/>
                  </a:lnTo>
                  <a:lnTo>
                    <a:pt x="3161716" y="848068"/>
                  </a:lnTo>
                  <a:lnTo>
                    <a:pt x="3161903" y="841849"/>
                  </a:lnTo>
                  <a:lnTo>
                    <a:pt x="3162090" y="836532"/>
                  </a:lnTo>
                  <a:lnTo>
                    <a:pt x="3162276" y="831320"/>
                  </a:lnTo>
                  <a:lnTo>
                    <a:pt x="3162463" y="827006"/>
                  </a:lnTo>
                  <a:lnTo>
                    <a:pt x="3162650" y="823542"/>
                  </a:lnTo>
                  <a:lnTo>
                    <a:pt x="3162837" y="819540"/>
                  </a:lnTo>
                  <a:lnTo>
                    <a:pt x="3163024" y="815905"/>
                  </a:lnTo>
                  <a:lnTo>
                    <a:pt x="3163211" y="812236"/>
                  </a:lnTo>
                  <a:lnTo>
                    <a:pt x="3163398" y="807948"/>
                  </a:lnTo>
                  <a:lnTo>
                    <a:pt x="3163585" y="804111"/>
                  </a:lnTo>
                  <a:lnTo>
                    <a:pt x="3163772" y="799116"/>
                  </a:lnTo>
                  <a:lnTo>
                    <a:pt x="3163959" y="793724"/>
                  </a:lnTo>
                  <a:lnTo>
                    <a:pt x="3164146" y="788128"/>
                  </a:lnTo>
                  <a:lnTo>
                    <a:pt x="3164333" y="782490"/>
                  </a:lnTo>
                  <a:lnTo>
                    <a:pt x="3164519" y="777483"/>
                  </a:lnTo>
                  <a:lnTo>
                    <a:pt x="3164706" y="772691"/>
                  </a:lnTo>
                  <a:lnTo>
                    <a:pt x="3164893" y="767371"/>
                  </a:lnTo>
                  <a:lnTo>
                    <a:pt x="3165080" y="764260"/>
                  </a:lnTo>
                  <a:lnTo>
                    <a:pt x="3165267" y="761120"/>
                  </a:lnTo>
                  <a:lnTo>
                    <a:pt x="3165454" y="755737"/>
                  </a:lnTo>
                  <a:lnTo>
                    <a:pt x="3165641" y="749643"/>
                  </a:lnTo>
                  <a:lnTo>
                    <a:pt x="3165828" y="742100"/>
                  </a:lnTo>
                  <a:lnTo>
                    <a:pt x="3166015" y="733912"/>
                  </a:lnTo>
                  <a:lnTo>
                    <a:pt x="3166202" y="724776"/>
                  </a:lnTo>
                  <a:lnTo>
                    <a:pt x="3166389" y="716246"/>
                  </a:lnTo>
                  <a:lnTo>
                    <a:pt x="3166576" y="708850"/>
                  </a:lnTo>
                  <a:lnTo>
                    <a:pt x="3166763" y="701614"/>
                  </a:lnTo>
                  <a:lnTo>
                    <a:pt x="3166949" y="696426"/>
                  </a:lnTo>
                  <a:lnTo>
                    <a:pt x="3167136" y="691383"/>
                  </a:lnTo>
                  <a:lnTo>
                    <a:pt x="3167323" y="686770"/>
                  </a:lnTo>
                  <a:lnTo>
                    <a:pt x="3167510" y="682590"/>
                  </a:lnTo>
                  <a:lnTo>
                    <a:pt x="3167697" y="681737"/>
                  </a:lnTo>
                  <a:lnTo>
                    <a:pt x="3167884" y="682509"/>
                  </a:lnTo>
                  <a:lnTo>
                    <a:pt x="3168071" y="685073"/>
                  </a:lnTo>
                  <a:lnTo>
                    <a:pt x="3168258" y="689597"/>
                  </a:lnTo>
                  <a:lnTo>
                    <a:pt x="3168445" y="695440"/>
                  </a:lnTo>
                  <a:lnTo>
                    <a:pt x="3168632" y="703142"/>
                  </a:lnTo>
                  <a:lnTo>
                    <a:pt x="3168819" y="711427"/>
                  </a:lnTo>
                  <a:lnTo>
                    <a:pt x="3169006" y="719766"/>
                  </a:lnTo>
                  <a:lnTo>
                    <a:pt x="3169192" y="729035"/>
                  </a:lnTo>
                  <a:lnTo>
                    <a:pt x="3169379" y="738371"/>
                  </a:lnTo>
                  <a:lnTo>
                    <a:pt x="3169566" y="746144"/>
                  </a:lnTo>
                  <a:lnTo>
                    <a:pt x="3169753" y="753438"/>
                  </a:lnTo>
                  <a:lnTo>
                    <a:pt x="3169940" y="760564"/>
                  </a:lnTo>
                  <a:lnTo>
                    <a:pt x="3170127" y="767518"/>
                  </a:lnTo>
                  <a:lnTo>
                    <a:pt x="3170314" y="774376"/>
                  </a:lnTo>
                  <a:lnTo>
                    <a:pt x="3170501" y="780908"/>
                  </a:lnTo>
                  <a:lnTo>
                    <a:pt x="3170688" y="786076"/>
                  </a:lnTo>
                  <a:lnTo>
                    <a:pt x="3170875" y="790927"/>
                  </a:lnTo>
                  <a:lnTo>
                    <a:pt x="3171062" y="794090"/>
                  </a:lnTo>
                  <a:lnTo>
                    <a:pt x="3171249" y="796791"/>
                  </a:lnTo>
                  <a:lnTo>
                    <a:pt x="3171436" y="797750"/>
                  </a:lnTo>
                  <a:lnTo>
                    <a:pt x="3171622" y="797053"/>
                  </a:lnTo>
                  <a:lnTo>
                    <a:pt x="3171809" y="798360"/>
                  </a:lnTo>
                  <a:lnTo>
                    <a:pt x="3171996" y="799549"/>
                  </a:lnTo>
                  <a:lnTo>
                    <a:pt x="3172183" y="800825"/>
                  </a:lnTo>
                  <a:lnTo>
                    <a:pt x="3172370" y="803191"/>
                  </a:lnTo>
                  <a:lnTo>
                    <a:pt x="3172557" y="806386"/>
                  </a:lnTo>
                  <a:lnTo>
                    <a:pt x="3172744" y="810893"/>
                  </a:lnTo>
                  <a:lnTo>
                    <a:pt x="3172931" y="815873"/>
                  </a:lnTo>
                  <a:lnTo>
                    <a:pt x="3173118" y="820198"/>
                  </a:lnTo>
                  <a:lnTo>
                    <a:pt x="3173305" y="823429"/>
                  </a:lnTo>
                  <a:lnTo>
                    <a:pt x="3173492" y="828986"/>
                  </a:lnTo>
                  <a:lnTo>
                    <a:pt x="3173679" y="834439"/>
                  </a:lnTo>
                  <a:lnTo>
                    <a:pt x="3173866" y="844039"/>
                  </a:lnTo>
                  <a:lnTo>
                    <a:pt x="3174052" y="852778"/>
                  </a:lnTo>
                  <a:lnTo>
                    <a:pt x="3174239" y="861676"/>
                  </a:lnTo>
                  <a:lnTo>
                    <a:pt x="3174426" y="870606"/>
                  </a:lnTo>
                  <a:lnTo>
                    <a:pt x="3174613" y="877092"/>
                  </a:lnTo>
                  <a:lnTo>
                    <a:pt x="3174800" y="881663"/>
                  </a:lnTo>
                  <a:lnTo>
                    <a:pt x="3174987" y="884525"/>
                  </a:lnTo>
                  <a:lnTo>
                    <a:pt x="3175174" y="887417"/>
                  </a:lnTo>
                  <a:lnTo>
                    <a:pt x="3175361" y="890324"/>
                  </a:lnTo>
                  <a:lnTo>
                    <a:pt x="3175548" y="893722"/>
                  </a:lnTo>
                  <a:lnTo>
                    <a:pt x="3175735" y="898112"/>
                  </a:lnTo>
                  <a:lnTo>
                    <a:pt x="3175922" y="904444"/>
                  </a:lnTo>
                  <a:lnTo>
                    <a:pt x="3176109" y="908574"/>
                  </a:lnTo>
                  <a:lnTo>
                    <a:pt x="3176295" y="912514"/>
                  </a:lnTo>
                  <a:lnTo>
                    <a:pt x="3176482" y="917480"/>
                  </a:lnTo>
                  <a:lnTo>
                    <a:pt x="3176669" y="922231"/>
                  </a:lnTo>
                  <a:lnTo>
                    <a:pt x="3176856" y="930141"/>
                  </a:lnTo>
                  <a:lnTo>
                    <a:pt x="3177043" y="935687"/>
                  </a:lnTo>
                  <a:lnTo>
                    <a:pt x="3177230" y="939874"/>
                  </a:lnTo>
                  <a:lnTo>
                    <a:pt x="3177417" y="944575"/>
                  </a:lnTo>
                  <a:lnTo>
                    <a:pt x="3177604" y="950454"/>
                  </a:lnTo>
                  <a:lnTo>
                    <a:pt x="3177791" y="956374"/>
                  </a:lnTo>
                  <a:lnTo>
                    <a:pt x="3177978" y="962952"/>
                  </a:lnTo>
                  <a:lnTo>
                    <a:pt x="3178165" y="969553"/>
                  </a:lnTo>
                  <a:lnTo>
                    <a:pt x="3178352" y="974934"/>
                  </a:lnTo>
                  <a:lnTo>
                    <a:pt x="3178539" y="979720"/>
                  </a:lnTo>
                  <a:lnTo>
                    <a:pt x="3178725" y="983775"/>
                  </a:lnTo>
                  <a:lnTo>
                    <a:pt x="3178912" y="986806"/>
                  </a:lnTo>
                  <a:lnTo>
                    <a:pt x="3179099" y="990351"/>
                  </a:lnTo>
                  <a:lnTo>
                    <a:pt x="3179286" y="993656"/>
                  </a:lnTo>
                  <a:lnTo>
                    <a:pt x="3179473" y="997820"/>
                  </a:lnTo>
                  <a:lnTo>
                    <a:pt x="3179660" y="1002582"/>
                  </a:lnTo>
                  <a:lnTo>
                    <a:pt x="3179847" y="1008689"/>
                  </a:lnTo>
                  <a:lnTo>
                    <a:pt x="3180034" y="1016199"/>
                  </a:lnTo>
                  <a:lnTo>
                    <a:pt x="3180221" y="1023753"/>
                  </a:lnTo>
                  <a:lnTo>
                    <a:pt x="3180408" y="1032118"/>
                  </a:lnTo>
                  <a:lnTo>
                    <a:pt x="3180595" y="1040406"/>
                  </a:lnTo>
                  <a:lnTo>
                    <a:pt x="3180782" y="1049893"/>
                  </a:lnTo>
                  <a:lnTo>
                    <a:pt x="3180969" y="1060283"/>
                  </a:lnTo>
                  <a:lnTo>
                    <a:pt x="3181155" y="1071582"/>
                  </a:lnTo>
                  <a:lnTo>
                    <a:pt x="3181342" y="1084186"/>
                  </a:lnTo>
                  <a:lnTo>
                    <a:pt x="3181529" y="1096162"/>
                  </a:lnTo>
                  <a:lnTo>
                    <a:pt x="3181716" y="1107298"/>
                  </a:lnTo>
                  <a:lnTo>
                    <a:pt x="3181903" y="1117719"/>
                  </a:lnTo>
                  <a:lnTo>
                    <a:pt x="3182090" y="1127135"/>
                  </a:lnTo>
                  <a:lnTo>
                    <a:pt x="3182277" y="1135240"/>
                  </a:lnTo>
                  <a:lnTo>
                    <a:pt x="3182464" y="1141995"/>
                  </a:lnTo>
                  <a:lnTo>
                    <a:pt x="3182651" y="1148492"/>
                  </a:lnTo>
                  <a:lnTo>
                    <a:pt x="3182838" y="1155470"/>
                  </a:lnTo>
                  <a:lnTo>
                    <a:pt x="3183025" y="1161766"/>
                  </a:lnTo>
                  <a:lnTo>
                    <a:pt x="3183212" y="1167328"/>
                  </a:lnTo>
                  <a:lnTo>
                    <a:pt x="3183398" y="1172849"/>
                  </a:lnTo>
                  <a:lnTo>
                    <a:pt x="3183585" y="1177127"/>
                  </a:lnTo>
                  <a:lnTo>
                    <a:pt x="3183772" y="1179529"/>
                  </a:lnTo>
                  <a:lnTo>
                    <a:pt x="3183959" y="1180704"/>
                  </a:lnTo>
                  <a:lnTo>
                    <a:pt x="3184146" y="1180536"/>
                  </a:lnTo>
                  <a:lnTo>
                    <a:pt x="3184333" y="1179429"/>
                  </a:lnTo>
                  <a:lnTo>
                    <a:pt x="3184520" y="1178407"/>
                  </a:lnTo>
                  <a:lnTo>
                    <a:pt x="3184707" y="1177498"/>
                  </a:lnTo>
                  <a:lnTo>
                    <a:pt x="3184894" y="1175488"/>
                  </a:lnTo>
                  <a:lnTo>
                    <a:pt x="3185081" y="1173801"/>
                  </a:lnTo>
                  <a:lnTo>
                    <a:pt x="3185268" y="1171348"/>
                  </a:lnTo>
                  <a:lnTo>
                    <a:pt x="3185455" y="1167317"/>
                  </a:lnTo>
                  <a:lnTo>
                    <a:pt x="3185642" y="1161233"/>
                  </a:lnTo>
                  <a:lnTo>
                    <a:pt x="3185828" y="1154369"/>
                  </a:lnTo>
                  <a:lnTo>
                    <a:pt x="3186015" y="1147806"/>
                  </a:lnTo>
                  <a:lnTo>
                    <a:pt x="3186202" y="1141281"/>
                  </a:lnTo>
                  <a:lnTo>
                    <a:pt x="3186389" y="1134760"/>
                  </a:lnTo>
                  <a:lnTo>
                    <a:pt x="3186576" y="1127998"/>
                  </a:lnTo>
                  <a:lnTo>
                    <a:pt x="3186763" y="1122035"/>
                  </a:lnTo>
                  <a:lnTo>
                    <a:pt x="3186950" y="1116539"/>
                  </a:lnTo>
                  <a:lnTo>
                    <a:pt x="3187137" y="1112176"/>
                  </a:lnTo>
                  <a:lnTo>
                    <a:pt x="3187324" y="1108686"/>
                  </a:lnTo>
                  <a:lnTo>
                    <a:pt x="3187511" y="1106023"/>
                  </a:lnTo>
                  <a:lnTo>
                    <a:pt x="3187698" y="1102955"/>
                  </a:lnTo>
                  <a:lnTo>
                    <a:pt x="3187885" y="1100738"/>
                  </a:lnTo>
                  <a:lnTo>
                    <a:pt x="3188071" y="1099065"/>
                  </a:lnTo>
                  <a:lnTo>
                    <a:pt x="3188258" y="1098494"/>
                  </a:lnTo>
                  <a:lnTo>
                    <a:pt x="3188445" y="1099133"/>
                  </a:lnTo>
                  <a:lnTo>
                    <a:pt x="3188632" y="1099884"/>
                  </a:lnTo>
                  <a:lnTo>
                    <a:pt x="3188819" y="1100343"/>
                  </a:lnTo>
                  <a:lnTo>
                    <a:pt x="3189006" y="1101033"/>
                  </a:lnTo>
                  <a:lnTo>
                    <a:pt x="3189193" y="1101299"/>
                  </a:lnTo>
                  <a:lnTo>
                    <a:pt x="3189380" y="1101196"/>
                  </a:lnTo>
                  <a:lnTo>
                    <a:pt x="3189567" y="1099940"/>
                  </a:lnTo>
                  <a:lnTo>
                    <a:pt x="3189754" y="1097413"/>
                  </a:lnTo>
                  <a:lnTo>
                    <a:pt x="3189941" y="1093059"/>
                  </a:lnTo>
                  <a:lnTo>
                    <a:pt x="3190128" y="1087108"/>
                  </a:lnTo>
                  <a:lnTo>
                    <a:pt x="3190315" y="1080049"/>
                  </a:lnTo>
                  <a:lnTo>
                    <a:pt x="3190501" y="1072954"/>
                  </a:lnTo>
                  <a:lnTo>
                    <a:pt x="3190688" y="1065511"/>
                  </a:lnTo>
                  <a:lnTo>
                    <a:pt x="3190875" y="1058797"/>
                  </a:lnTo>
                  <a:lnTo>
                    <a:pt x="3191062" y="1052461"/>
                  </a:lnTo>
                  <a:lnTo>
                    <a:pt x="3191249" y="1046197"/>
                  </a:lnTo>
                  <a:lnTo>
                    <a:pt x="3191436" y="1040279"/>
                  </a:lnTo>
                  <a:lnTo>
                    <a:pt x="3191623" y="1035175"/>
                  </a:lnTo>
                  <a:lnTo>
                    <a:pt x="3191810" y="1030798"/>
                  </a:lnTo>
                  <a:lnTo>
                    <a:pt x="3191997" y="1026742"/>
                  </a:lnTo>
                  <a:lnTo>
                    <a:pt x="3192184" y="1025787"/>
                  </a:lnTo>
                  <a:lnTo>
                    <a:pt x="3192371" y="1026426"/>
                  </a:lnTo>
                  <a:lnTo>
                    <a:pt x="3192558" y="1027838"/>
                  </a:lnTo>
                  <a:lnTo>
                    <a:pt x="3192745" y="1029146"/>
                  </a:lnTo>
                  <a:lnTo>
                    <a:pt x="3192931" y="1031954"/>
                  </a:lnTo>
                  <a:lnTo>
                    <a:pt x="3193118" y="1033838"/>
                  </a:lnTo>
                  <a:lnTo>
                    <a:pt x="3193305" y="1034995"/>
                  </a:lnTo>
                  <a:lnTo>
                    <a:pt x="3193492" y="1036280"/>
                  </a:lnTo>
                  <a:lnTo>
                    <a:pt x="3193679" y="1035518"/>
                  </a:lnTo>
                  <a:lnTo>
                    <a:pt x="3193866" y="1034273"/>
                  </a:lnTo>
                  <a:lnTo>
                    <a:pt x="3194053" y="1032616"/>
                  </a:lnTo>
                  <a:lnTo>
                    <a:pt x="3194240" y="1031546"/>
                  </a:lnTo>
                  <a:lnTo>
                    <a:pt x="3194427" y="1032887"/>
                  </a:lnTo>
                  <a:lnTo>
                    <a:pt x="3194614" y="1034535"/>
                  </a:lnTo>
                  <a:lnTo>
                    <a:pt x="3194801" y="1037079"/>
                  </a:lnTo>
                  <a:lnTo>
                    <a:pt x="3194988" y="1040147"/>
                  </a:lnTo>
                  <a:lnTo>
                    <a:pt x="3195174" y="1043334"/>
                  </a:lnTo>
                  <a:lnTo>
                    <a:pt x="3195361" y="1046777"/>
                  </a:lnTo>
                  <a:lnTo>
                    <a:pt x="3195548" y="1049918"/>
                  </a:lnTo>
                  <a:lnTo>
                    <a:pt x="3195735" y="1052652"/>
                  </a:lnTo>
                  <a:lnTo>
                    <a:pt x="3195922" y="1055828"/>
                  </a:lnTo>
                  <a:lnTo>
                    <a:pt x="3196109" y="1058477"/>
                  </a:lnTo>
                  <a:lnTo>
                    <a:pt x="3196296" y="1061409"/>
                  </a:lnTo>
                  <a:lnTo>
                    <a:pt x="3196483" y="1064753"/>
                  </a:lnTo>
                  <a:lnTo>
                    <a:pt x="3196670" y="1068321"/>
                  </a:lnTo>
                  <a:lnTo>
                    <a:pt x="3196857" y="1072201"/>
                  </a:lnTo>
                  <a:lnTo>
                    <a:pt x="3197044" y="1077633"/>
                  </a:lnTo>
                  <a:lnTo>
                    <a:pt x="3197231" y="1083795"/>
                  </a:lnTo>
                  <a:lnTo>
                    <a:pt x="3197418" y="1090342"/>
                  </a:lnTo>
                  <a:lnTo>
                    <a:pt x="3197604" y="1096902"/>
                  </a:lnTo>
                  <a:lnTo>
                    <a:pt x="3197791" y="1102720"/>
                  </a:lnTo>
                  <a:lnTo>
                    <a:pt x="3197978" y="1107891"/>
                  </a:lnTo>
                  <a:lnTo>
                    <a:pt x="3198165" y="1110355"/>
                  </a:lnTo>
                  <a:lnTo>
                    <a:pt x="3198352" y="1111211"/>
                  </a:lnTo>
                  <a:lnTo>
                    <a:pt x="3198539" y="1112466"/>
                  </a:lnTo>
                  <a:lnTo>
                    <a:pt x="3198726" y="1113362"/>
                  </a:lnTo>
                  <a:lnTo>
                    <a:pt x="3198913" y="1114601"/>
                  </a:lnTo>
                  <a:lnTo>
                    <a:pt x="3199100" y="1115497"/>
                  </a:lnTo>
                  <a:lnTo>
                    <a:pt x="3199287" y="1117117"/>
                  </a:lnTo>
                  <a:lnTo>
                    <a:pt x="3199474" y="1117798"/>
                  </a:lnTo>
                  <a:lnTo>
                    <a:pt x="3199661" y="1118698"/>
                  </a:lnTo>
                  <a:lnTo>
                    <a:pt x="3199848" y="1117939"/>
                  </a:lnTo>
                  <a:lnTo>
                    <a:pt x="3200034" y="1116643"/>
                  </a:lnTo>
                  <a:lnTo>
                    <a:pt x="3200221" y="1116409"/>
                  </a:lnTo>
                  <a:lnTo>
                    <a:pt x="3200408" y="1116073"/>
                  </a:lnTo>
                  <a:lnTo>
                    <a:pt x="3200595" y="1116166"/>
                  </a:lnTo>
                  <a:lnTo>
                    <a:pt x="3200782" y="1116200"/>
                  </a:lnTo>
                  <a:lnTo>
                    <a:pt x="3200969" y="1116311"/>
                  </a:lnTo>
                  <a:lnTo>
                    <a:pt x="3201156" y="1117112"/>
                  </a:lnTo>
                  <a:lnTo>
                    <a:pt x="3201343" y="1117383"/>
                  </a:lnTo>
                  <a:lnTo>
                    <a:pt x="3201530" y="1117191"/>
                  </a:lnTo>
                  <a:lnTo>
                    <a:pt x="3201717" y="1117029"/>
                  </a:lnTo>
                  <a:lnTo>
                    <a:pt x="3201904" y="1117473"/>
                  </a:lnTo>
                  <a:lnTo>
                    <a:pt x="3202091" y="1118370"/>
                  </a:lnTo>
                  <a:lnTo>
                    <a:pt x="3202277" y="1120098"/>
                  </a:lnTo>
                  <a:lnTo>
                    <a:pt x="3202464" y="1121731"/>
                  </a:lnTo>
                  <a:lnTo>
                    <a:pt x="3202651" y="1125201"/>
                  </a:lnTo>
                  <a:lnTo>
                    <a:pt x="3202838" y="1130811"/>
                  </a:lnTo>
                  <a:lnTo>
                    <a:pt x="3203025" y="1136559"/>
                  </a:lnTo>
                  <a:lnTo>
                    <a:pt x="3203212" y="1143098"/>
                  </a:lnTo>
                  <a:lnTo>
                    <a:pt x="3203399" y="1149945"/>
                  </a:lnTo>
                  <a:lnTo>
                    <a:pt x="3203586" y="1156638"/>
                  </a:lnTo>
                  <a:lnTo>
                    <a:pt x="3203773" y="1162512"/>
                  </a:lnTo>
                  <a:lnTo>
                    <a:pt x="3203960" y="1168047"/>
                  </a:lnTo>
                  <a:lnTo>
                    <a:pt x="3204147" y="1173947"/>
                  </a:lnTo>
                  <a:lnTo>
                    <a:pt x="3204334" y="1178272"/>
                  </a:lnTo>
                  <a:lnTo>
                    <a:pt x="3204521" y="1182609"/>
                  </a:lnTo>
                  <a:lnTo>
                    <a:pt x="3204707" y="1186561"/>
                  </a:lnTo>
                  <a:lnTo>
                    <a:pt x="3204894" y="1191178"/>
                  </a:lnTo>
                  <a:lnTo>
                    <a:pt x="3205081" y="1194007"/>
                  </a:lnTo>
                  <a:lnTo>
                    <a:pt x="3205268" y="1196218"/>
                  </a:lnTo>
                  <a:lnTo>
                    <a:pt x="3205455" y="1197030"/>
                  </a:lnTo>
                  <a:lnTo>
                    <a:pt x="3205642" y="1196108"/>
                  </a:lnTo>
                  <a:lnTo>
                    <a:pt x="3205829" y="1193405"/>
                  </a:lnTo>
                  <a:lnTo>
                    <a:pt x="3206016" y="1189652"/>
                  </a:lnTo>
                  <a:lnTo>
                    <a:pt x="3206203" y="1186142"/>
                  </a:lnTo>
                  <a:lnTo>
                    <a:pt x="3206390" y="1183171"/>
                  </a:lnTo>
                  <a:lnTo>
                    <a:pt x="3206577" y="1179852"/>
                  </a:lnTo>
                  <a:lnTo>
                    <a:pt x="3206764" y="1176312"/>
                  </a:lnTo>
                  <a:lnTo>
                    <a:pt x="3206950" y="1173531"/>
                  </a:lnTo>
                  <a:lnTo>
                    <a:pt x="3207137" y="1171464"/>
                  </a:lnTo>
                  <a:lnTo>
                    <a:pt x="3207324" y="1168986"/>
                  </a:lnTo>
                  <a:lnTo>
                    <a:pt x="3207511" y="1165955"/>
                  </a:lnTo>
                  <a:lnTo>
                    <a:pt x="3207698" y="1162203"/>
                  </a:lnTo>
                  <a:lnTo>
                    <a:pt x="3207885" y="1157829"/>
                  </a:lnTo>
                  <a:lnTo>
                    <a:pt x="3208072" y="1153408"/>
                  </a:lnTo>
                  <a:lnTo>
                    <a:pt x="3208259" y="1150409"/>
                  </a:lnTo>
                  <a:lnTo>
                    <a:pt x="3208446" y="1148659"/>
                  </a:lnTo>
                  <a:lnTo>
                    <a:pt x="3208633" y="1146950"/>
                  </a:lnTo>
                  <a:lnTo>
                    <a:pt x="3208820" y="1147868"/>
                  </a:lnTo>
                  <a:lnTo>
                    <a:pt x="3209007" y="1149284"/>
                  </a:lnTo>
                  <a:lnTo>
                    <a:pt x="3209194" y="1149833"/>
                  </a:lnTo>
                  <a:lnTo>
                    <a:pt x="3209380" y="1150292"/>
                  </a:lnTo>
                  <a:lnTo>
                    <a:pt x="3209567" y="1150903"/>
                  </a:lnTo>
                  <a:lnTo>
                    <a:pt x="3209754" y="1149137"/>
                  </a:lnTo>
                  <a:lnTo>
                    <a:pt x="3209941" y="1146315"/>
                  </a:lnTo>
                  <a:lnTo>
                    <a:pt x="3210128" y="1143369"/>
                  </a:lnTo>
                  <a:lnTo>
                    <a:pt x="3210315" y="1140872"/>
                  </a:lnTo>
                  <a:lnTo>
                    <a:pt x="3210502" y="1139930"/>
                  </a:lnTo>
                  <a:lnTo>
                    <a:pt x="3210689" y="1140648"/>
                  </a:lnTo>
                  <a:lnTo>
                    <a:pt x="3210876" y="1142018"/>
                  </a:lnTo>
                  <a:lnTo>
                    <a:pt x="3211063" y="1143453"/>
                  </a:lnTo>
                  <a:lnTo>
                    <a:pt x="3211250" y="1145358"/>
                  </a:lnTo>
                  <a:lnTo>
                    <a:pt x="3211437" y="1147875"/>
                  </a:lnTo>
                  <a:lnTo>
                    <a:pt x="3211624" y="1150663"/>
                  </a:lnTo>
                  <a:lnTo>
                    <a:pt x="3211810" y="1152464"/>
                  </a:lnTo>
                  <a:lnTo>
                    <a:pt x="3211997" y="1155134"/>
                  </a:lnTo>
                  <a:lnTo>
                    <a:pt x="3212184" y="1158662"/>
                  </a:lnTo>
                  <a:lnTo>
                    <a:pt x="3212371" y="1163368"/>
                  </a:lnTo>
                  <a:lnTo>
                    <a:pt x="3212558" y="1168891"/>
                  </a:lnTo>
                  <a:lnTo>
                    <a:pt x="3212745" y="1174827"/>
                  </a:lnTo>
                  <a:lnTo>
                    <a:pt x="3212932" y="1180648"/>
                  </a:lnTo>
                  <a:lnTo>
                    <a:pt x="3213119" y="1186896"/>
                  </a:lnTo>
                  <a:lnTo>
                    <a:pt x="3213306" y="1192382"/>
                  </a:lnTo>
                  <a:lnTo>
                    <a:pt x="3213493" y="1197772"/>
                  </a:lnTo>
                  <a:lnTo>
                    <a:pt x="3213680" y="1203781"/>
                  </a:lnTo>
                  <a:lnTo>
                    <a:pt x="3213867" y="1208528"/>
                  </a:lnTo>
                  <a:lnTo>
                    <a:pt x="3214053" y="1212147"/>
                  </a:lnTo>
                  <a:lnTo>
                    <a:pt x="3214240" y="1214984"/>
                  </a:lnTo>
                  <a:lnTo>
                    <a:pt x="3214427" y="1216739"/>
                  </a:lnTo>
                  <a:lnTo>
                    <a:pt x="3214614" y="1218024"/>
                  </a:lnTo>
                  <a:lnTo>
                    <a:pt x="3214801" y="1218107"/>
                  </a:lnTo>
                  <a:lnTo>
                    <a:pt x="3214988" y="1218421"/>
                  </a:lnTo>
                  <a:lnTo>
                    <a:pt x="3215175" y="1218780"/>
                  </a:lnTo>
                  <a:lnTo>
                    <a:pt x="3215362" y="1219112"/>
                  </a:lnTo>
                  <a:lnTo>
                    <a:pt x="3215549" y="1219093"/>
                  </a:lnTo>
                  <a:lnTo>
                    <a:pt x="3215736" y="1218447"/>
                  </a:lnTo>
                  <a:lnTo>
                    <a:pt x="3215923" y="1216655"/>
                  </a:lnTo>
                  <a:lnTo>
                    <a:pt x="3216110" y="1214317"/>
                  </a:lnTo>
                  <a:lnTo>
                    <a:pt x="3216297" y="1212638"/>
                  </a:lnTo>
                  <a:lnTo>
                    <a:pt x="3216483" y="1209420"/>
                  </a:lnTo>
                  <a:lnTo>
                    <a:pt x="3216670" y="1205858"/>
                  </a:lnTo>
                  <a:lnTo>
                    <a:pt x="3216857" y="1201799"/>
                  </a:lnTo>
                  <a:lnTo>
                    <a:pt x="3217044" y="1197506"/>
                  </a:lnTo>
                  <a:lnTo>
                    <a:pt x="3217231" y="1192009"/>
                  </a:lnTo>
                  <a:lnTo>
                    <a:pt x="3217418" y="1186316"/>
                  </a:lnTo>
                  <a:lnTo>
                    <a:pt x="3217605" y="1180378"/>
                  </a:lnTo>
                  <a:lnTo>
                    <a:pt x="3217792" y="1172624"/>
                  </a:lnTo>
                  <a:lnTo>
                    <a:pt x="3217979" y="1163151"/>
                  </a:lnTo>
                  <a:lnTo>
                    <a:pt x="3218166" y="1152860"/>
                  </a:lnTo>
                  <a:lnTo>
                    <a:pt x="3218353" y="1142787"/>
                  </a:lnTo>
                  <a:lnTo>
                    <a:pt x="3218540" y="1132342"/>
                  </a:lnTo>
                  <a:lnTo>
                    <a:pt x="3218727" y="1123348"/>
                  </a:lnTo>
                  <a:lnTo>
                    <a:pt x="3218913" y="1115650"/>
                  </a:lnTo>
                  <a:lnTo>
                    <a:pt x="3219100" y="1108584"/>
                  </a:lnTo>
                  <a:lnTo>
                    <a:pt x="3219287" y="1103631"/>
                  </a:lnTo>
                  <a:lnTo>
                    <a:pt x="3219474" y="1101188"/>
                  </a:lnTo>
                  <a:lnTo>
                    <a:pt x="3219661" y="1099931"/>
                  </a:lnTo>
                  <a:lnTo>
                    <a:pt x="3219848" y="1099832"/>
                  </a:lnTo>
                  <a:lnTo>
                    <a:pt x="3220035" y="1101488"/>
                  </a:lnTo>
                  <a:lnTo>
                    <a:pt x="3220222" y="1103778"/>
                  </a:lnTo>
                  <a:lnTo>
                    <a:pt x="3220409" y="1106119"/>
                  </a:lnTo>
                  <a:lnTo>
                    <a:pt x="3220596" y="1109878"/>
                  </a:lnTo>
                  <a:lnTo>
                    <a:pt x="3220783" y="1113922"/>
                  </a:lnTo>
                  <a:lnTo>
                    <a:pt x="3220970" y="1118167"/>
                  </a:lnTo>
                  <a:lnTo>
                    <a:pt x="3221156" y="1122857"/>
                  </a:lnTo>
                  <a:lnTo>
                    <a:pt x="3221343" y="1127938"/>
                  </a:lnTo>
                  <a:lnTo>
                    <a:pt x="3221530" y="1132746"/>
                  </a:lnTo>
                  <a:lnTo>
                    <a:pt x="3221717" y="1137503"/>
                  </a:lnTo>
                  <a:lnTo>
                    <a:pt x="3221904" y="1142775"/>
                  </a:lnTo>
                  <a:lnTo>
                    <a:pt x="3222091" y="1147402"/>
                  </a:lnTo>
                  <a:lnTo>
                    <a:pt x="3222278" y="1151818"/>
                  </a:lnTo>
                  <a:lnTo>
                    <a:pt x="3222465" y="1156306"/>
                  </a:lnTo>
                  <a:lnTo>
                    <a:pt x="3222652" y="1161752"/>
                  </a:lnTo>
                  <a:lnTo>
                    <a:pt x="3222839" y="1167930"/>
                  </a:lnTo>
                  <a:lnTo>
                    <a:pt x="3223026" y="1174536"/>
                  </a:lnTo>
                  <a:lnTo>
                    <a:pt x="3223213" y="1181437"/>
                  </a:lnTo>
                  <a:lnTo>
                    <a:pt x="3223400" y="1187758"/>
                  </a:lnTo>
                  <a:lnTo>
                    <a:pt x="3223586" y="1192663"/>
                  </a:lnTo>
                  <a:lnTo>
                    <a:pt x="3223773" y="1196046"/>
                  </a:lnTo>
                  <a:lnTo>
                    <a:pt x="3223960" y="1199847"/>
                  </a:lnTo>
                  <a:lnTo>
                    <a:pt x="3224147" y="1200735"/>
                  </a:lnTo>
                  <a:lnTo>
                    <a:pt x="3224334" y="1201118"/>
                  </a:lnTo>
                  <a:lnTo>
                    <a:pt x="3224521" y="1201652"/>
                  </a:lnTo>
                  <a:lnTo>
                    <a:pt x="3224708" y="1202069"/>
                  </a:lnTo>
                  <a:lnTo>
                    <a:pt x="3224895" y="1202386"/>
                  </a:lnTo>
                  <a:lnTo>
                    <a:pt x="3225082" y="1203800"/>
                  </a:lnTo>
                  <a:lnTo>
                    <a:pt x="3225269" y="1204247"/>
                  </a:lnTo>
                  <a:lnTo>
                    <a:pt x="3225456" y="1204580"/>
                  </a:lnTo>
                  <a:lnTo>
                    <a:pt x="3225643" y="1203982"/>
                  </a:lnTo>
                  <a:lnTo>
                    <a:pt x="3225829" y="1202594"/>
                  </a:lnTo>
                  <a:lnTo>
                    <a:pt x="3226016" y="1200705"/>
                  </a:lnTo>
                  <a:lnTo>
                    <a:pt x="3226203" y="1198785"/>
                  </a:lnTo>
                  <a:lnTo>
                    <a:pt x="3226390" y="1196879"/>
                  </a:lnTo>
                  <a:lnTo>
                    <a:pt x="3226577" y="1195949"/>
                  </a:lnTo>
                  <a:lnTo>
                    <a:pt x="3226764" y="1195115"/>
                  </a:lnTo>
                  <a:lnTo>
                    <a:pt x="3226951" y="1194941"/>
                  </a:lnTo>
                  <a:lnTo>
                    <a:pt x="3227138" y="1195780"/>
                  </a:lnTo>
                  <a:lnTo>
                    <a:pt x="3227325" y="1198055"/>
                  </a:lnTo>
                  <a:lnTo>
                    <a:pt x="3227512" y="1201151"/>
                  </a:lnTo>
                  <a:lnTo>
                    <a:pt x="3227699" y="1205217"/>
                  </a:lnTo>
                  <a:lnTo>
                    <a:pt x="3227886" y="1208776"/>
                  </a:lnTo>
                  <a:lnTo>
                    <a:pt x="3228073" y="1212864"/>
                  </a:lnTo>
                  <a:lnTo>
                    <a:pt x="3228259" y="1216032"/>
                  </a:lnTo>
                  <a:lnTo>
                    <a:pt x="3228446" y="1218762"/>
                  </a:lnTo>
                  <a:lnTo>
                    <a:pt x="3228633" y="1222020"/>
                  </a:lnTo>
                  <a:lnTo>
                    <a:pt x="3228820" y="1224248"/>
                  </a:lnTo>
                  <a:lnTo>
                    <a:pt x="3229007" y="1225850"/>
                  </a:lnTo>
                  <a:lnTo>
                    <a:pt x="3229194" y="1228167"/>
                  </a:lnTo>
                  <a:lnTo>
                    <a:pt x="3229381" y="1230177"/>
                  </a:lnTo>
                  <a:lnTo>
                    <a:pt x="3229568" y="1231389"/>
                  </a:lnTo>
                  <a:lnTo>
                    <a:pt x="3229755" y="1230898"/>
                  </a:lnTo>
                  <a:lnTo>
                    <a:pt x="3229942" y="1230425"/>
                  </a:lnTo>
                  <a:lnTo>
                    <a:pt x="3230129" y="1230831"/>
                  </a:lnTo>
                  <a:lnTo>
                    <a:pt x="3230316" y="1230738"/>
                  </a:lnTo>
                  <a:lnTo>
                    <a:pt x="3230503" y="1229947"/>
                  </a:lnTo>
                  <a:lnTo>
                    <a:pt x="3230689" y="1228598"/>
                  </a:lnTo>
                  <a:lnTo>
                    <a:pt x="3230876" y="1227322"/>
                  </a:lnTo>
                  <a:lnTo>
                    <a:pt x="3231063" y="1226849"/>
                  </a:lnTo>
                  <a:lnTo>
                    <a:pt x="3231250" y="1226311"/>
                  </a:lnTo>
                  <a:lnTo>
                    <a:pt x="3231437" y="1226933"/>
                  </a:lnTo>
                  <a:lnTo>
                    <a:pt x="3231624" y="1226314"/>
                  </a:lnTo>
                  <a:lnTo>
                    <a:pt x="3231811" y="1223468"/>
                  </a:lnTo>
                  <a:lnTo>
                    <a:pt x="3231998" y="1219290"/>
                  </a:lnTo>
                  <a:lnTo>
                    <a:pt x="3232185" y="1214994"/>
                  </a:lnTo>
                  <a:lnTo>
                    <a:pt x="3232372" y="1209878"/>
                  </a:lnTo>
                  <a:lnTo>
                    <a:pt x="3232559" y="1205487"/>
                  </a:lnTo>
                  <a:lnTo>
                    <a:pt x="3232746" y="1201083"/>
                  </a:lnTo>
                  <a:lnTo>
                    <a:pt x="3232932" y="1196288"/>
                  </a:lnTo>
                  <a:lnTo>
                    <a:pt x="3233119" y="1192242"/>
                  </a:lnTo>
                  <a:lnTo>
                    <a:pt x="3233306" y="1188888"/>
                  </a:lnTo>
                  <a:lnTo>
                    <a:pt x="3233493" y="1186206"/>
                  </a:lnTo>
                  <a:lnTo>
                    <a:pt x="3233680" y="1184029"/>
                  </a:lnTo>
                  <a:lnTo>
                    <a:pt x="3233867" y="1181595"/>
                  </a:lnTo>
                  <a:lnTo>
                    <a:pt x="3234054" y="1179275"/>
                  </a:lnTo>
                  <a:lnTo>
                    <a:pt x="3234241" y="1176309"/>
                  </a:lnTo>
                  <a:lnTo>
                    <a:pt x="3234428" y="1173852"/>
                  </a:lnTo>
                  <a:lnTo>
                    <a:pt x="3234615" y="1171370"/>
                  </a:lnTo>
                  <a:lnTo>
                    <a:pt x="3234802" y="1169669"/>
                  </a:lnTo>
                  <a:lnTo>
                    <a:pt x="3234989" y="1167060"/>
                  </a:lnTo>
                  <a:lnTo>
                    <a:pt x="3235176" y="1165017"/>
                  </a:lnTo>
                  <a:lnTo>
                    <a:pt x="3235362" y="1163034"/>
                  </a:lnTo>
                  <a:lnTo>
                    <a:pt x="3235549" y="1163374"/>
                  </a:lnTo>
                  <a:lnTo>
                    <a:pt x="3235736" y="1164236"/>
                  </a:lnTo>
                  <a:lnTo>
                    <a:pt x="3235923" y="1164242"/>
                  </a:lnTo>
                  <a:lnTo>
                    <a:pt x="3236110" y="1164214"/>
                  </a:lnTo>
                  <a:lnTo>
                    <a:pt x="3236297" y="1163560"/>
                  </a:lnTo>
                  <a:lnTo>
                    <a:pt x="3236484" y="1163674"/>
                  </a:lnTo>
                  <a:lnTo>
                    <a:pt x="3236671" y="1164693"/>
                  </a:lnTo>
                  <a:lnTo>
                    <a:pt x="3236858" y="1166465"/>
                  </a:lnTo>
                  <a:lnTo>
                    <a:pt x="3237045" y="1167552"/>
                  </a:lnTo>
                  <a:lnTo>
                    <a:pt x="3237232" y="1169696"/>
                  </a:lnTo>
                  <a:lnTo>
                    <a:pt x="3237419" y="1171811"/>
                  </a:lnTo>
                  <a:lnTo>
                    <a:pt x="3237606" y="1173636"/>
                  </a:lnTo>
                  <a:lnTo>
                    <a:pt x="3237792" y="1175611"/>
                  </a:lnTo>
                  <a:lnTo>
                    <a:pt x="3237979" y="1177685"/>
                  </a:lnTo>
                  <a:lnTo>
                    <a:pt x="3238166" y="1180900"/>
                  </a:lnTo>
                  <a:lnTo>
                    <a:pt x="3238353" y="1184070"/>
                  </a:lnTo>
                  <a:lnTo>
                    <a:pt x="3238540" y="1188730"/>
                  </a:lnTo>
                  <a:lnTo>
                    <a:pt x="3238727" y="1194997"/>
                  </a:lnTo>
                  <a:lnTo>
                    <a:pt x="3238914" y="1202069"/>
                  </a:lnTo>
                  <a:lnTo>
                    <a:pt x="3239101" y="1209373"/>
                  </a:lnTo>
                  <a:lnTo>
                    <a:pt x="3239288" y="1215928"/>
                  </a:lnTo>
                  <a:lnTo>
                    <a:pt x="3239475" y="1221216"/>
                  </a:lnTo>
                  <a:lnTo>
                    <a:pt x="3239662" y="1226022"/>
                  </a:lnTo>
                  <a:lnTo>
                    <a:pt x="3239849" y="1230270"/>
                  </a:lnTo>
                  <a:lnTo>
                    <a:pt x="3240035" y="1232542"/>
                  </a:lnTo>
                  <a:lnTo>
                    <a:pt x="3240222" y="1233834"/>
                  </a:lnTo>
                  <a:lnTo>
                    <a:pt x="3240409" y="1234900"/>
                  </a:lnTo>
                  <a:lnTo>
                    <a:pt x="3240596" y="1235770"/>
                  </a:lnTo>
                  <a:lnTo>
                    <a:pt x="3240783" y="1236528"/>
                  </a:lnTo>
                  <a:lnTo>
                    <a:pt x="3240970" y="1236988"/>
                  </a:lnTo>
                  <a:lnTo>
                    <a:pt x="3241157" y="1236504"/>
                  </a:lnTo>
                  <a:lnTo>
                    <a:pt x="3241344" y="1234335"/>
                  </a:lnTo>
                  <a:lnTo>
                    <a:pt x="3241531" y="1229387"/>
                  </a:lnTo>
                  <a:lnTo>
                    <a:pt x="3241718" y="1223129"/>
                  </a:lnTo>
                  <a:lnTo>
                    <a:pt x="3241905" y="1214900"/>
                  </a:lnTo>
                  <a:lnTo>
                    <a:pt x="3242092" y="1204008"/>
                  </a:lnTo>
                  <a:lnTo>
                    <a:pt x="3242279" y="1191313"/>
                  </a:lnTo>
                  <a:lnTo>
                    <a:pt x="3242465" y="1178342"/>
                  </a:lnTo>
                  <a:lnTo>
                    <a:pt x="3242652" y="1163844"/>
                  </a:lnTo>
                  <a:lnTo>
                    <a:pt x="3242839" y="1149322"/>
                  </a:lnTo>
                  <a:lnTo>
                    <a:pt x="3243026" y="1134448"/>
                  </a:lnTo>
                  <a:lnTo>
                    <a:pt x="3243213" y="1118583"/>
                  </a:lnTo>
                  <a:lnTo>
                    <a:pt x="3243400" y="1101395"/>
                  </a:lnTo>
                  <a:lnTo>
                    <a:pt x="3243587" y="1082237"/>
                  </a:lnTo>
                  <a:lnTo>
                    <a:pt x="3243774" y="1061603"/>
                  </a:lnTo>
                  <a:lnTo>
                    <a:pt x="3243961" y="1040591"/>
                  </a:lnTo>
                  <a:lnTo>
                    <a:pt x="3244148" y="1019823"/>
                  </a:lnTo>
                  <a:lnTo>
                    <a:pt x="3244335" y="999855"/>
                  </a:lnTo>
                  <a:lnTo>
                    <a:pt x="3244522" y="980025"/>
                  </a:lnTo>
                  <a:lnTo>
                    <a:pt x="3244708" y="961561"/>
                  </a:lnTo>
                  <a:lnTo>
                    <a:pt x="3244895" y="945036"/>
                  </a:lnTo>
                  <a:lnTo>
                    <a:pt x="3245082" y="930310"/>
                  </a:lnTo>
                  <a:lnTo>
                    <a:pt x="3245269" y="920498"/>
                  </a:lnTo>
                  <a:lnTo>
                    <a:pt x="3245456" y="912285"/>
                  </a:lnTo>
                  <a:lnTo>
                    <a:pt x="3245643" y="904341"/>
                  </a:lnTo>
                  <a:lnTo>
                    <a:pt x="3245830" y="898111"/>
                  </a:lnTo>
                  <a:lnTo>
                    <a:pt x="3246017" y="893635"/>
                  </a:lnTo>
                  <a:lnTo>
                    <a:pt x="3246204" y="890080"/>
                  </a:lnTo>
                  <a:lnTo>
                    <a:pt x="3246391" y="888406"/>
                  </a:lnTo>
                  <a:lnTo>
                    <a:pt x="3246578" y="888235"/>
                  </a:lnTo>
                  <a:lnTo>
                    <a:pt x="3246765" y="888859"/>
                  </a:lnTo>
                  <a:lnTo>
                    <a:pt x="3246952" y="889555"/>
                  </a:lnTo>
                  <a:lnTo>
                    <a:pt x="3247138" y="891784"/>
                  </a:lnTo>
                  <a:lnTo>
                    <a:pt x="3247325" y="895759"/>
                  </a:lnTo>
                  <a:lnTo>
                    <a:pt x="3247512" y="900829"/>
                  </a:lnTo>
                  <a:lnTo>
                    <a:pt x="3247699" y="906264"/>
                  </a:lnTo>
                  <a:lnTo>
                    <a:pt x="3247886" y="911562"/>
                  </a:lnTo>
                  <a:lnTo>
                    <a:pt x="3248073" y="915889"/>
                  </a:lnTo>
                  <a:lnTo>
                    <a:pt x="3248260" y="920345"/>
                  </a:lnTo>
                  <a:lnTo>
                    <a:pt x="3248447" y="923826"/>
                  </a:lnTo>
                  <a:lnTo>
                    <a:pt x="3248634" y="926549"/>
                  </a:lnTo>
                  <a:lnTo>
                    <a:pt x="3248821" y="928824"/>
                  </a:lnTo>
                  <a:lnTo>
                    <a:pt x="3249008" y="931026"/>
                  </a:lnTo>
                  <a:lnTo>
                    <a:pt x="3249195" y="933212"/>
                  </a:lnTo>
                  <a:lnTo>
                    <a:pt x="3249382" y="934876"/>
                  </a:lnTo>
                  <a:lnTo>
                    <a:pt x="3249568" y="935939"/>
                  </a:lnTo>
                  <a:lnTo>
                    <a:pt x="3249755" y="936488"/>
                  </a:lnTo>
                  <a:lnTo>
                    <a:pt x="3249942" y="935845"/>
                  </a:lnTo>
                  <a:lnTo>
                    <a:pt x="3250129" y="933293"/>
                  </a:lnTo>
                  <a:lnTo>
                    <a:pt x="3250316" y="930600"/>
                  </a:lnTo>
                  <a:lnTo>
                    <a:pt x="3250503" y="926974"/>
                  </a:lnTo>
                  <a:lnTo>
                    <a:pt x="3250690" y="923881"/>
                  </a:lnTo>
                  <a:lnTo>
                    <a:pt x="3250877" y="920931"/>
                  </a:lnTo>
                  <a:lnTo>
                    <a:pt x="3251064" y="917674"/>
                  </a:lnTo>
                  <a:lnTo>
                    <a:pt x="3251251" y="913962"/>
                  </a:lnTo>
                  <a:lnTo>
                    <a:pt x="3251438" y="910196"/>
                  </a:lnTo>
                  <a:lnTo>
                    <a:pt x="3251625" y="906226"/>
                  </a:lnTo>
                  <a:lnTo>
                    <a:pt x="3251811" y="903010"/>
                  </a:lnTo>
                  <a:lnTo>
                    <a:pt x="3251998" y="900616"/>
                  </a:lnTo>
                  <a:lnTo>
                    <a:pt x="3252185" y="898967"/>
                  </a:lnTo>
                  <a:lnTo>
                    <a:pt x="3252372" y="897765"/>
                  </a:lnTo>
                  <a:lnTo>
                    <a:pt x="3252559" y="896993"/>
                  </a:lnTo>
                  <a:lnTo>
                    <a:pt x="3252746" y="896873"/>
                  </a:lnTo>
                  <a:lnTo>
                    <a:pt x="3252933" y="897575"/>
                  </a:lnTo>
                  <a:lnTo>
                    <a:pt x="3253120" y="897969"/>
                  </a:lnTo>
                  <a:lnTo>
                    <a:pt x="3253307" y="898922"/>
                  </a:lnTo>
                  <a:lnTo>
                    <a:pt x="3253494" y="899026"/>
                  </a:lnTo>
                  <a:lnTo>
                    <a:pt x="3253681" y="896018"/>
                  </a:lnTo>
                  <a:lnTo>
                    <a:pt x="3253868" y="892248"/>
                  </a:lnTo>
                  <a:lnTo>
                    <a:pt x="3254055" y="887801"/>
                  </a:lnTo>
                  <a:lnTo>
                    <a:pt x="3254241" y="884592"/>
                  </a:lnTo>
                  <a:lnTo>
                    <a:pt x="3254428" y="880765"/>
                  </a:lnTo>
                  <a:lnTo>
                    <a:pt x="3254615" y="876875"/>
                  </a:lnTo>
                  <a:lnTo>
                    <a:pt x="3254802" y="871624"/>
                  </a:lnTo>
                  <a:lnTo>
                    <a:pt x="3254989" y="865259"/>
                  </a:lnTo>
                  <a:lnTo>
                    <a:pt x="3255176" y="858853"/>
                  </a:lnTo>
                  <a:lnTo>
                    <a:pt x="3255363" y="852420"/>
                  </a:lnTo>
                  <a:lnTo>
                    <a:pt x="3255550" y="845762"/>
                  </a:lnTo>
                  <a:lnTo>
                    <a:pt x="3255737" y="838271"/>
                  </a:lnTo>
                  <a:lnTo>
                    <a:pt x="3255924" y="831253"/>
                  </a:lnTo>
                  <a:lnTo>
                    <a:pt x="3256111" y="824154"/>
                  </a:lnTo>
                  <a:lnTo>
                    <a:pt x="3256298" y="817128"/>
                  </a:lnTo>
                  <a:lnTo>
                    <a:pt x="3256484" y="810930"/>
                  </a:lnTo>
                  <a:lnTo>
                    <a:pt x="3256671" y="805614"/>
                  </a:lnTo>
                  <a:lnTo>
                    <a:pt x="3256858" y="799787"/>
                  </a:lnTo>
                  <a:lnTo>
                    <a:pt x="3257045" y="793291"/>
                  </a:lnTo>
                  <a:lnTo>
                    <a:pt x="3257232" y="784531"/>
                  </a:lnTo>
                  <a:lnTo>
                    <a:pt x="3257419" y="774768"/>
                  </a:lnTo>
                  <a:lnTo>
                    <a:pt x="3257606" y="765615"/>
                  </a:lnTo>
                  <a:lnTo>
                    <a:pt x="3257793" y="758411"/>
                  </a:lnTo>
                  <a:lnTo>
                    <a:pt x="3257980" y="751154"/>
                  </a:lnTo>
                  <a:lnTo>
                    <a:pt x="3258167" y="744192"/>
                  </a:lnTo>
                  <a:lnTo>
                    <a:pt x="3258354" y="738403"/>
                  </a:lnTo>
                  <a:lnTo>
                    <a:pt x="3258541" y="733118"/>
                  </a:lnTo>
                  <a:lnTo>
                    <a:pt x="3258728" y="727502"/>
                  </a:lnTo>
                  <a:lnTo>
                    <a:pt x="3258914" y="720746"/>
                  </a:lnTo>
                  <a:lnTo>
                    <a:pt x="3259101" y="713990"/>
                  </a:lnTo>
                  <a:lnTo>
                    <a:pt x="3259288" y="707119"/>
                  </a:lnTo>
                  <a:lnTo>
                    <a:pt x="3259475" y="699460"/>
                  </a:lnTo>
                  <a:lnTo>
                    <a:pt x="3259662" y="691751"/>
                  </a:lnTo>
                  <a:lnTo>
                    <a:pt x="3259849" y="684558"/>
                  </a:lnTo>
                  <a:lnTo>
                    <a:pt x="3260036" y="677560"/>
                  </a:lnTo>
                  <a:lnTo>
                    <a:pt x="3260223" y="670110"/>
                  </a:lnTo>
                  <a:lnTo>
                    <a:pt x="3260410" y="661954"/>
                  </a:lnTo>
                  <a:lnTo>
                    <a:pt x="3260597" y="652613"/>
                  </a:lnTo>
                  <a:lnTo>
                    <a:pt x="3260784" y="642577"/>
                  </a:lnTo>
                  <a:lnTo>
                    <a:pt x="3260971" y="632020"/>
                  </a:lnTo>
                  <a:lnTo>
                    <a:pt x="3261158" y="621213"/>
                  </a:lnTo>
                  <a:lnTo>
                    <a:pt x="3261344" y="609513"/>
                  </a:lnTo>
                  <a:lnTo>
                    <a:pt x="3261531" y="600904"/>
                  </a:lnTo>
                  <a:lnTo>
                    <a:pt x="3261718" y="593827"/>
                  </a:lnTo>
                  <a:lnTo>
                    <a:pt x="3261905" y="587406"/>
                  </a:lnTo>
                  <a:lnTo>
                    <a:pt x="3262092" y="581348"/>
                  </a:lnTo>
                  <a:lnTo>
                    <a:pt x="3262279" y="574986"/>
                  </a:lnTo>
                  <a:lnTo>
                    <a:pt x="3262466" y="567319"/>
                  </a:lnTo>
                  <a:lnTo>
                    <a:pt x="3262653" y="558702"/>
                  </a:lnTo>
                  <a:lnTo>
                    <a:pt x="3262840" y="548872"/>
                  </a:lnTo>
                  <a:lnTo>
                    <a:pt x="3263027" y="539260"/>
                  </a:lnTo>
                  <a:lnTo>
                    <a:pt x="3263214" y="529378"/>
                  </a:lnTo>
                  <a:lnTo>
                    <a:pt x="3263401" y="520406"/>
                  </a:lnTo>
                  <a:lnTo>
                    <a:pt x="3263587" y="511857"/>
                  </a:lnTo>
                  <a:lnTo>
                    <a:pt x="3263774" y="504147"/>
                  </a:lnTo>
                  <a:lnTo>
                    <a:pt x="3263961" y="496176"/>
                  </a:lnTo>
                  <a:lnTo>
                    <a:pt x="3264148" y="488531"/>
                  </a:lnTo>
                  <a:lnTo>
                    <a:pt x="3264335" y="479909"/>
                  </a:lnTo>
                  <a:lnTo>
                    <a:pt x="3264522" y="469439"/>
                  </a:lnTo>
                  <a:lnTo>
                    <a:pt x="3264709" y="458977"/>
                  </a:lnTo>
                  <a:lnTo>
                    <a:pt x="3264896" y="447228"/>
                  </a:lnTo>
                  <a:lnTo>
                    <a:pt x="3265083" y="435208"/>
                  </a:lnTo>
                  <a:lnTo>
                    <a:pt x="3265270" y="423511"/>
                  </a:lnTo>
                  <a:lnTo>
                    <a:pt x="3265457" y="411900"/>
                  </a:lnTo>
                  <a:lnTo>
                    <a:pt x="3265644" y="401051"/>
                  </a:lnTo>
                  <a:lnTo>
                    <a:pt x="3265831" y="389595"/>
                  </a:lnTo>
                  <a:lnTo>
                    <a:pt x="3266017" y="377018"/>
                  </a:lnTo>
                  <a:lnTo>
                    <a:pt x="3266204" y="367852"/>
                  </a:lnTo>
                  <a:lnTo>
                    <a:pt x="3266391" y="359617"/>
                  </a:lnTo>
                  <a:lnTo>
                    <a:pt x="3266578" y="353086"/>
                  </a:lnTo>
                  <a:lnTo>
                    <a:pt x="3266765" y="348008"/>
                  </a:lnTo>
                  <a:lnTo>
                    <a:pt x="3266952" y="342896"/>
                  </a:lnTo>
                  <a:lnTo>
                    <a:pt x="3267139" y="339895"/>
                  </a:lnTo>
                  <a:lnTo>
                    <a:pt x="3267326" y="337582"/>
                  </a:lnTo>
                  <a:lnTo>
                    <a:pt x="3267513" y="335529"/>
                  </a:lnTo>
                  <a:lnTo>
                    <a:pt x="3267700" y="334580"/>
                  </a:lnTo>
                  <a:lnTo>
                    <a:pt x="3267887" y="332881"/>
                  </a:lnTo>
                  <a:lnTo>
                    <a:pt x="3268074" y="332121"/>
                  </a:lnTo>
                  <a:lnTo>
                    <a:pt x="3268261" y="332356"/>
                  </a:lnTo>
                  <a:lnTo>
                    <a:pt x="3268447" y="333335"/>
                  </a:lnTo>
                  <a:lnTo>
                    <a:pt x="3268634" y="335752"/>
                  </a:lnTo>
                  <a:lnTo>
                    <a:pt x="3268821" y="338356"/>
                  </a:lnTo>
                  <a:lnTo>
                    <a:pt x="3269008" y="340592"/>
                  </a:lnTo>
                  <a:lnTo>
                    <a:pt x="3269195" y="342237"/>
                  </a:lnTo>
                  <a:lnTo>
                    <a:pt x="3269382" y="344466"/>
                  </a:lnTo>
                  <a:lnTo>
                    <a:pt x="3269569" y="346054"/>
                  </a:lnTo>
                  <a:lnTo>
                    <a:pt x="3269756" y="347931"/>
                  </a:lnTo>
                  <a:lnTo>
                    <a:pt x="3269943" y="350506"/>
                  </a:lnTo>
                  <a:lnTo>
                    <a:pt x="3270130" y="353690"/>
                  </a:lnTo>
                  <a:lnTo>
                    <a:pt x="3270317" y="357999"/>
                  </a:lnTo>
                  <a:lnTo>
                    <a:pt x="3270504" y="362617"/>
                  </a:lnTo>
                  <a:lnTo>
                    <a:pt x="3270690" y="367680"/>
                  </a:lnTo>
                  <a:lnTo>
                    <a:pt x="3270877" y="371834"/>
                  </a:lnTo>
                  <a:lnTo>
                    <a:pt x="3271064" y="374815"/>
                  </a:lnTo>
                  <a:lnTo>
                    <a:pt x="3271251" y="377276"/>
                  </a:lnTo>
                  <a:lnTo>
                    <a:pt x="3271438" y="379339"/>
                  </a:lnTo>
                  <a:lnTo>
                    <a:pt x="3271625" y="381868"/>
                  </a:lnTo>
                  <a:lnTo>
                    <a:pt x="3271812" y="383604"/>
                  </a:lnTo>
                  <a:lnTo>
                    <a:pt x="3271999" y="385529"/>
                  </a:lnTo>
                  <a:lnTo>
                    <a:pt x="3272186" y="386516"/>
                  </a:lnTo>
                  <a:lnTo>
                    <a:pt x="3272373" y="388174"/>
                  </a:lnTo>
                  <a:lnTo>
                    <a:pt x="3272560" y="389372"/>
                  </a:lnTo>
                  <a:lnTo>
                    <a:pt x="3272747" y="392015"/>
                  </a:lnTo>
                  <a:lnTo>
                    <a:pt x="3272934" y="393966"/>
                  </a:lnTo>
                  <a:lnTo>
                    <a:pt x="3273120" y="395291"/>
                  </a:lnTo>
                  <a:lnTo>
                    <a:pt x="3273307" y="395729"/>
                  </a:lnTo>
                  <a:lnTo>
                    <a:pt x="3273494" y="394536"/>
                  </a:lnTo>
                  <a:lnTo>
                    <a:pt x="3273681" y="392142"/>
                  </a:lnTo>
                  <a:lnTo>
                    <a:pt x="3273868" y="388493"/>
                  </a:lnTo>
                  <a:lnTo>
                    <a:pt x="3274055" y="383361"/>
                  </a:lnTo>
                  <a:lnTo>
                    <a:pt x="3274242" y="376982"/>
                  </a:lnTo>
                  <a:lnTo>
                    <a:pt x="3274429" y="369893"/>
                  </a:lnTo>
                  <a:lnTo>
                    <a:pt x="3274616" y="362950"/>
                  </a:lnTo>
                  <a:lnTo>
                    <a:pt x="3274803" y="354600"/>
                  </a:lnTo>
                  <a:lnTo>
                    <a:pt x="3274990" y="346711"/>
                  </a:lnTo>
                  <a:lnTo>
                    <a:pt x="3275177" y="338996"/>
                  </a:lnTo>
                  <a:lnTo>
                    <a:pt x="3275363" y="331044"/>
                  </a:lnTo>
                  <a:lnTo>
                    <a:pt x="3275550" y="323833"/>
                  </a:lnTo>
                  <a:lnTo>
                    <a:pt x="3275737" y="317765"/>
                  </a:lnTo>
                  <a:lnTo>
                    <a:pt x="3275924" y="311412"/>
                  </a:lnTo>
                  <a:lnTo>
                    <a:pt x="3276111" y="304811"/>
                  </a:lnTo>
                  <a:lnTo>
                    <a:pt x="3276298" y="298368"/>
                  </a:lnTo>
                  <a:lnTo>
                    <a:pt x="3276485" y="292029"/>
                  </a:lnTo>
                  <a:lnTo>
                    <a:pt x="3276672" y="285502"/>
                  </a:lnTo>
                  <a:lnTo>
                    <a:pt x="3276859" y="280214"/>
                  </a:lnTo>
                  <a:lnTo>
                    <a:pt x="3277046" y="275182"/>
                  </a:lnTo>
                  <a:lnTo>
                    <a:pt x="3277233" y="270281"/>
                  </a:lnTo>
                  <a:lnTo>
                    <a:pt x="3277420" y="266711"/>
                  </a:lnTo>
                  <a:lnTo>
                    <a:pt x="3277607" y="263596"/>
                  </a:lnTo>
                  <a:lnTo>
                    <a:pt x="3277793" y="261327"/>
                  </a:lnTo>
                  <a:lnTo>
                    <a:pt x="3277980" y="259752"/>
                  </a:lnTo>
                  <a:lnTo>
                    <a:pt x="3278167" y="257584"/>
                  </a:lnTo>
                  <a:lnTo>
                    <a:pt x="3278354" y="254874"/>
                  </a:lnTo>
                  <a:lnTo>
                    <a:pt x="3278541" y="250940"/>
                  </a:lnTo>
                  <a:lnTo>
                    <a:pt x="3278728" y="247652"/>
                  </a:lnTo>
                  <a:lnTo>
                    <a:pt x="3278915" y="245829"/>
                  </a:lnTo>
                  <a:lnTo>
                    <a:pt x="3279102" y="244046"/>
                  </a:lnTo>
                  <a:lnTo>
                    <a:pt x="3279289" y="243628"/>
                  </a:lnTo>
                  <a:lnTo>
                    <a:pt x="3279476" y="245079"/>
                  </a:lnTo>
                  <a:lnTo>
                    <a:pt x="3279663" y="246424"/>
                  </a:lnTo>
                  <a:lnTo>
                    <a:pt x="3279850" y="248377"/>
                  </a:lnTo>
                  <a:lnTo>
                    <a:pt x="3280037" y="251782"/>
                  </a:lnTo>
                  <a:lnTo>
                    <a:pt x="3280223" y="256339"/>
                  </a:lnTo>
                  <a:lnTo>
                    <a:pt x="3280410" y="261456"/>
                  </a:lnTo>
                  <a:lnTo>
                    <a:pt x="3280597" y="268055"/>
                  </a:lnTo>
                  <a:lnTo>
                    <a:pt x="3280784" y="275557"/>
                  </a:lnTo>
                  <a:lnTo>
                    <a:pt x="3280971" y="284010"/>
                  </a:lnTo>
                  <a:lnTo>
                    <a:pt x="3281158" y="293306"/>
                  </a:lnTo>
                  <a:lnTo>
                    <a:pt x="3281345" y="302911"/>
                  </a:lnTo>
                  <a:lnTo>
                    <a:pt x="3281532" y="312438"/>
                  </a:lnTo>
                  <a:lnTo>
                    <a:pt x="3281719" y="320949"/>
                  </a:lnTo>
                  <a:lnTo>
                    <a:pt x="3281906" y="328692"/>
                  </a:lnTo>
                  <a:lnTo>
                    <a:pt x="3282093" y="334778"/>
                  </a:lnTo>
                  <a:lnTo>
                    <a:pt x="3282280" y="340709"/>
                  </a:lnTo>
                  <a:lnTo>
                    <a:pt x="3282466" y="346433"/>
                  </a:lnTo>
                  <a:lnTo>
                    <a:pt x="3282653" y="349181"/>
                  </a:lnTo>
                  <a:lnTo>
                    <a:pt x="3282840" y="351048"/>
                  </a:lnTo>
                  <a:lnTo>
                    <a:pt x="3283027" y="351890"/>
                  </a:lnTo>
                  <a:lnTo>
                    <a:pt x="3283214" y="350009"/>
                  </a:lnTo>
                  <a:lnTo>
                    <a:pt x="3283401" y="347242"/>
                  </a:lnTo>
                  <a:lnTo>
                    <a:pt x="3283588" y="344086"/>
                  </a:lnTo>
                  <a:lnTo>
                    <a:pt x="3283775" y="340965"/>
                  </a:lnTo>
                  <a:lnTo>
                    <a:pt x="3283962" y="337852"/>
                  </a:lnTo>
                  <a:lnTo>
                    <a:pt x="3284149" y="334506"/>
                  </a:lnTo>
                  <a:lnTo>
                    <a:pt x="3284336" y="331534"/>
                  </a:lnTo>
                  <a:lnTo>
                    <a:pt x="3284523" y="326527"/>
                  </a:lnTo>
                  <a:lnTo>
                    <a:pt x="3284710" y="319401"/>
                  </a:lnTo>
                  <a:lnTo>
                    <a:pt x="3284896" y="311335"/>
                  </a:lnTo>
                  <a:lnTo>
                    <a:pt x="3285083" y="302415"/>
                  </a:lnTo>
                  <a:lnTo>
                    <a:pt x="3285270" y="291911"/>
                  </a:lnTo>
                  <a:lnTo>
                    <a:pt x="3285457" y="282086"/>
                  </a:lnTo>
                  <a:lnTo>
                    <a:pt x="3285644" y="272336"/>
                  </a:lnTo>
                  <a:lnTo>
                    <a:pt x="3285831" y="263461"/>
                  </a:lnTo>
                  <a:lnTo>
                    <a:pt x="3286018" y="254311"/>
                  </a:lnTo>
                  <a:lnTo>
                    <a:pt x="3286205" y="244843"/>
                  </a:lnTo>
                  <a:lnTo>
                    <a:pt x="3286392" y="234789"/>
                  </a:lnTo>
                  <a:lnTo>
                    <a:pt x="3286579" y="223165"/>
                  </a:lnTo>
                  <a:lnTo>
                    <a:pt x="3286766" y="211814"/>
                  </a:lnTo>
                  <a:lnTo>
                    <a:pt x="3286953" y="201037"/>
                  </a:lnTo>
                  <a:lnTo>
                    <a:pt x="3287140" y="189702"/>
                  </a:lnTo>
                  <a:lnTo>
                    <a:pt x="3287326" y="179546"/>
                  </a:lnTo>
                  <a:lnTo>
                    <a:pt x="3287513" y="171085"/>
                  </a:lnTo>
                  <a:lnTo>
                    <a:pt x="3287700" y="162846"/>
                  </a:lnTo>
                  <a:lnTo>
                    <a:pt x="3287887" y="155834"/>
                  </a:lnTo>
                  <a:lnTo>
                    <a:pt x="3288074" y="146833"/>
                  </a:lnTo>
                  <a:lnTo>
                    <a:pt x="3288261" y="137642"/>
                  </a:lnTo>
                  <a:lnTo>
                    <a:pt x="3288448" y="127676"/>
                  </a:lnTo>
                  <a:lnTo>
                    <a:pt x="3288635" y="117882"/>
                  </a:lnTo>
                  <a:lnTo>
                    <a:pt x="3288822" y="108247"/>
                  </a:lnTo>
                  <a:lnTo>
                    <a:pt x="3289009" y="100292"/>
                  </a:lnTo>
                  <a:lnTo>
                    <a:pt x="3289196" y="92928"/>
                  </a:lnTo>
                  <a:lnTo>
                    <a:pt x="3289383" y="85413"/>
                  </a:lnTo>
                  <a:lnTo>
                    <a:pt x="3289569" y="76941"/>
                  </a:lnTo>
                  <a:lnTo>
                    <a:pt x="3289756" y="69927"/>
                  </a:lnTo>
                  <a:lnTo>
                    <a:pt x="3289943" y="61659"/>
                  </a:lnTo>
                  <a:lnTo>
                    <a:pt x="3290130" y="52322"/>
                  </a:lnTo>
                  <a:lnTo>
                    <a:pt x="3290317" y="42536"/>
                  </a:lnTo>
                  <a:lnTo>
                    <a:pt x="3290504" y="32046"/>
                  </a:lnTo>
                  <a:lnTo>
                    <a:pt x="3290691" y="21857"/>
                  </a:lnTo>
                  <a:lnTo>
                    <a:pt x="3290878" y="13055"/>
                  </a:lnTo>
                  <a:lnTo>
                    <a:pt x="3291065" y="7680"/>
                  </a:lnTo>
                  <a:lnTo>
                    <a:pt x="3291252" y="5169"/>
                  </a:lnTo>
                  <a:lnTo>
                    <a:pt x="3291439" y="3408"/>
                  </a:lnTo>
                  <a:lnTo>
                    <a:pt x="3291626" y="1924"/>
                  </a:lnTo>
                  <a:lnTo>
                    <a:pt x="3291813" y="755"/>
                  </a:lnTo>
                  <a:lnTo>
                    <a:pt x="3291999" y="0"/>
                  </a:lnTo>
                  <a:lnTo>
                    <a:pt x="3291999" y="0"/>
                  </a:lnTo>
                  <a:lnTo>
                    <a:pt x="3292186" y="410"/>
                  </a:lnTo>
                  <a:lnTo>
                    <a:pt x="3292373" y="3540"/>
                  </a:lnTo>
                  <a:lnTo>
                    <a:pt x="3292560" y="7036"/>
                  </a:lnTo>
                  <a:lnTo>
                    <a:pt x="3292747" y="10804"/>
                  </a:lnTo>
                  <a:lnTo>
                    <a:pt x="3292934" y="15974"/>
                  </a:lnTo>
                  <a:lnTo>
                    <a:pt x="3293121" y="22026"/>
                  </a:lnTo>
                  <a:lnTo>
                    <a:pt x="3293308" y="28320"/>
                  </a:lnTo>
                  <a:lnTo>
                    <a:pt x="3293495" y="33791"/>
                  </a:lnTo>
                  <a:lnTo>
                    <a:pt x="3293682" y="39282"/>
                  </a:lnTo>
                  <a:lnTo>
                    <a:pt x="3293869" y="44506"/>
                  </a:lnTo>
                  <a:lnTo>
                    <a:pt x="3294056" y="48119"/>
                  </a:lnTo>
                  <a:lnTo>
                    <a:pt x="3294242" y="51114"/>
                  </a:lnTo>
                  <a:lnTo>
                    <a:pt x="3294429" y="54055"/>
                  </a:lnTo>
                  <a:lnTo>
                    <a:pt x="3294616" y="59009"/>
                  </a:lnTo>
                  <a:lnTo>
                    <a:pt x="3294803" y="65049"/>
                  </a:lnTo>
                  <a:lnTo>
                    <a:pt x="3294990" y="70847"/>
                  </a:lnTo>
                  <a:lnTo>
                    <a:pt x="3295177" y="74945"/>
                  </a:lnTo>
                  <a:lnTo>
                    <a:pt x="3295364" y="78437"/>
                  </a:lnTo>
                  <a:lnTo>
                    <a:pt x="3295551" y="82246"/>
                  </a:lnTo>
                  <a:lnTo>
                    <a:pt x="3295738" y="85430"/>
                  </a:lnTo>
                  <a:lnTo>
                    <a:pt x="3295925" y="88324"/>
                  </a:lnTo>
                  <a:lnTo>
                    <a:pt x="3296112" y="91754"/>
                  </a:lnTo>
                  <a:lnTo>
                    <a:pt x="3296299" y="97436"/>
                  </a:lnTo>
                  <a:lnTo>
                    <a:pt x="3296486" y="103805"/>
                  </a:lnTo>
                  <a:lnTo>
                    <a:pt x="3296672" y="110824"/>
                  </a:lnTo>
                  <a:lnTo>
                    <a:pt x="3296859" y="118678"/>
                  </a:lnTo>
                  <a:lnTo>
                    <a:pt x="3297046" y="125530"/>
                  </a:lnTo>
                  <a:lnTo>
                    <a:pt x="3297233" y="129946"/>
                  </a:lnTo>
                  <a:lnTo>
                    <a:pt x="3297420" y="132013"/>
                  </a:lnTo>
                  <a:lnTo>
                    <a:pt x="3297607" y="133746"/>
                  </a:lnTo>
                  <a:lnTo>
                    <a:pt x="3297794" y="135725"/>
                  </a:lnTo>
                  <a:lnTo>
                    <a:pt x="3297981" y="138161"/>
                  </a:lnTo>
                  <a:lnTo>
                    <a:pt x="3298168" y="143152"/>
                  </a:lnTo>
                  <a:lnTo>
                    <a:pt x="3298355" y="148717"/>
                  </a:lnTo>
                  <a:lnTo>
                    <a:pt x="3298542" y="156393"/>
                  </a:lnTo>
                  <a:lnTo>
                    <a:pt x="3298729" y="164109"/>
                  </a:lnTo>
                  <a:lnTo>
                    <a:pt x="3298916" y="170802"/>
                  </a:lnTo>
                  <a:lnTo>
                    <a:pt x="3299102" y="174424"/>
                  </a:lnTo>
                  <a:lnTo>
                    <a:pt x="3299289" y="175281"/>
                  </a:lnTo>
                  <a:lnTo>
                    <a:pt x="3299476" y="173997"/>
                  </a:lnTo>
                  <a:lnTo>
                    <a:pt x="3299663" y="171872"/>
                  </a:lnTo>
                  <a:lnTo>
                    <a:pt x="3299850" y="170497"/>
                  </a:lnTo>
                  <a:lnTo>
                    <a:pt x="3300037" y="169925"/>
                  </a:lnTo>
                  <a:lnTo>
                    <a:pt x="3300224" y="171001"/>
                  </a:lnTo>
                  <a:lnTo>
                    <a:pt x="3300411" y="171062"/>
                  </a:lnTo>
                  <a:lnTo>
                    <a:pt x="3300598" y="169914"/>
                  </a:lnTo>
                  <a:lnTo>
                    <a:pt x="3300785" y="167271"/>
                  </a:lnTo>
                  <a:lnTo>
                    <a:pt x="3300972" y="164455"/>
                  </a:lnTo>
                  <a:lnTo>
                    <a:pt x="3301159" y="161126"/>
                  </a:lnTo>
                  <a:lnTo>
                    <a:pt x="3301345" y="155949"/>
                  </a:lnTo>
                  <a:lnTo>
                    <a:pt x="3301532" y="151895"/>
                  </a:lnTo>
                  <a:lnTo>
                    <a:pt x="3301719" y="150068"/>
                  </a:lnTo>
                  <a:lnTo>
                    <a:pt x="3301906" y="151454"/>
                  </a:lnTo>
                  <a:lnTo>
                    <a:pt x="3302093" y="152680"/>
                  </a:lnTo>
                  <a:lnTo>
                    <a:pt x="3302280" y="156340"/>
                  </a:lnTo>
                  <a:lnTo>
                    <a:pt x="3302467" y="160715"/>
                  </a:lnTo>
                  <a:lnTo>
                    <a:pt x="3302654" y="165818"/>
                  </a:lnTo>
                  <a:lnTo>
                    <a:pt x="3302841" y="171851"/>
                  </a:lnTo>
                  <a:lnTo>
                    <a:pt x="3303028" y="177424"/>
                  </a:lnTo>
                  <a:lnTo>
                    <a:pt x="3303215" y="184590"/>
                  </a:lnTo>
                  <a:lnTo>
                    <a:pt x="3303402" y="194096"/>
                  </a:lnTo>
                  <a:lnTo>
                    <a:pt x="3303589" y="202954"/>
                  </a:lnTo>
                  <a:lnTo>
                    <a:pt x="3303775" y="212475"/>
                  </a:lnTo>
                  <a:lnTo>
                    <a:pt x="3303962" y="220668"/>
                  </a:lnTo>
                  <a:lnTo>
                    <a:pt x="3304149" y="229240"/>
                  </a:lnTo>
                  <a:lnTo>
                    <a:pt x="3304336" y="236899"/>
                  </a:lnTo>
                  <a:lnTo>
                    <a:pt x="3304523" y="244351"/>
                  </a:lnTo>
                  <a:lnTo>
                    <a:pt x="3304710" y="252000"/>
                  </a:lnTo>
                  <a:lnTo>
                    <a:pt x="3304897" y="259352"/>
                  </a:lnTo>
                  <a:lnTo>
                    <a:pt x="3305084" y="265353"/>
                  </a:lnTo>
                  <a:lnTo>
                    <a:pt x="3305271" y="272448"/>
                  </a:lnTo>
                  <a:lnTo>
                    <a:pt x="3305458" y="279129"/>
                  </a:lnTo>
                  <a:lnTo>
                    <a:pt x="3305645" y="284852"/>
                  </a:lnTo>
                  <a:lnTo>
                    <a:pt x="3305832" y="290121"/>
                  </a:lnTo>
                  <a:lnTo>
                    <a:pt x="3306019" y="294292"/>
                  </a:lnTo>
                  <a:lnTo>
                    <a:pt x="3306205" y="297173"/>
                  </a:lnTo>
                  <a:lnTo>
                    <a:pt x="3306392" y="299644"/>
                  </a:lnTo>
                  <a:lnTo>
                    <a:pt x="3306579" y="302481"/>
                  </a:lnTo>
                  <a:lnTo>
                    <a:pt x="3306766" y="305130"/>
                  </a:lnTo>
                  <a:lnTo>
                    <a:pt x="3306953" y="307632"/>
                  </a:lnTo>
                  <a:lnTo>
                    <a:pt x="3307140" y="309639"/>
                  </a:lnTo>
                  <a:lnTo>
                    <a:pt x="3307327" y="309664"/>
                  </a:lnTo>
                  <a:lnTo>
                    <a:pt x="3307514" y="308625"/>
                  </a:lnTo>
                  <a:lnTo>
                    <a:pt x="3307701" y="306923"/>
                  </a:lnTo>
                  <a:lnTo>
                    <a:pt x="3307888" y="304534"/>
                  </a:lnTo>
                  <a:lnTo>
                    <a:pt x="3308075" y="301467"/>
                  </a:lnTo>
                  <a:lnTo>
                    <a:pt x="3308262" y="299034"/>
                  </a:lnTo>
                  <a:lnTo>
                    <a:pt x="3308448" y="297528"/>
                  </a:lnTo>
                  <a:lnTo>
                    <a:pt x="3308635" y="296053"/>
                  </a:lnTo>
                  <a:lnTo>
                    <a:pt x="3308822" y="294927"/>
                  </a:lnTo>
                  <a:lnTo>
                    <a:pt x="3309009" y="294004"/>
                  </a:lnTo>
                  <a:lnTo>
                    <a:pt x="3309196" y="293064"/>
                  </a:lnTo>
                  <a:lnTo>
                    <a:pt x="3309383" y="292224"/>
                  </a:lnTo>
                  <a:lnTo>
                    <a:pt x="3309570" y="291807"/>
                  </a:lnTo>
                  <a:lnTo>
                    <a:pt x="3309757" y="291189"/>
                  </a:lnTo>
                  <a:lnTo>
                    <a:pt x="3309944" y="291456"/>
                  </a:lnTo>
                  <a:lnTo>
                    <a:pt x="3310131" y="290693"/>
                  </a:lnTo>
                  <a:lnTo>
                    <a:pt x="3310318" y="290888"/>
                  </a:lnTo>
                  <a:lnTo>
                    <a:pt x="3310505" y="291096"/>
                  </a:lnTo>
                  <a:lnTo>
                    <a:pt x="3310692" y="292979"/>
                  </a:lnTo>
                  <a:lnTo>
                    <a:pt x="3310878" y="296964"/>
                  </a:lnTo>
                  <a:lnTo>
                    <a:pt x="3311065" y="301780"/>
                  </a:lnTo>
                  <a:lnTo>
                    <a:pt x="3311252" y="307947"/>
                  </a:lnTo>
                  <a:lnTo>
                    <a:pt x="3311439" y="314974"/>
                  </a:lnTo>
                  <a:lnTo>
                    <a:pt x="3311626" y="322926"/>
                  </a:lnTo>
                  <a:lnTo>
                    <a:pt x="3311813" y="332194"/>
                  </a:lnTo>
                  <a:lnTo>
                    <a:pt x="3312000" y="340337"/>
                  </a:lnTo>
                  <a:lnTo>
                    <a:pt x="3312187" y="349769"/>
                  </a:lnTo>
                  <a:lnTo>
                    <a:pt x="3312374" y="358321"/>
                  </a:lnTo>
                  <a:lnTo>
                    <a:pt x="3312561" y="366683"/>
                  </a:lnTo>
                  <a:lnTo>
                    <a:pt x="3312748" y="376072"/>
                  </a:lnTo>
                  <a:lnTo>
                    <a:pt x="3312935" y="383874"/>
                  </a:lnTo>
                  <a:lnTo>
                    <a:pt x="3313121" y="390362"/>
                  </a:lnTo>
                  <a:lnTo>
                    <a:pt x="3313308" y="395859"/>
                  </a:lnTo>
                  <a:lnTo>
                    <a:pt x="3313495" y="400718"/>
                  </a:lnTo>
                  <a:lnTo>
                    <a:pt x="3313682" y="404923"/>
                  </a:lnTo>
                  <a:lnTo>
                    <a:pt x="3313869" y="408561"/>
                  </a:lnTo>
                  <a:lnTo>
                    <a:pt x="3314056" y="412129"/>
                  </a:lnTo>
                  <a:lnTo>
                    <a:pt x="3314243" y="414978"/>
                  </a:lnTo>
                  <a:lnTo>
                    <a:pt x="3314430" y="418192"/>
                  </a:lnTo>
                  <a:lnTo>
                    <a:pt x="3314617" y="421664"/>
                  </a:lnTo>
                  <a:lnTo>
                    <a:pt x="3314804" y="424724"/>
                  </a:lnTo>
                  <a:lnTo>
                    <a:pt x="3314991" y="428568"/>
                  </a:lnTo>
                  <a:lnTo>
                    <a:pt x="3315178" y="432502"/>
                  </a:lnTo>
                  <a:lnTo>
                    <a:pt x="3315365" y="436120"/>
                  </a:lnTo>
                  <a:lnTo>
                    <a:pt x="3315551" y="440591"/>
                  </a:lnTo>
                  <a:lnTo>
                    <a:pt x="3315738" y="445557"/>
                  </a:lnTo>
                  <a:lnTo>
                    <a:pt x="3315925" y="451672"/>
                  </a:lnTo>
                  <a:lnTo>
                    <a:pt x="3316112" y="457487"/>
                  </a:lnTo>
                  <a:lnTo>
                    <a:pt x="3316299" y="464340"/>
                  </a:lnTo>
                  <a:lnTo>
                    <a:pt x="3316486" y="471074"/>
                  </a:lnTo>
                  <a:lnTo>
                    <a:pt x="3316673" y="478453"/>
                  </a:lnTo>
                  <a:lnTo>
                    <a:pt x="3316860" y="486413"/>
                  </a:lnTo>
                  <a:lnTo>
                    <a:pt x="3317047" y="495824"/>
                  </a:lnTo>
                  <a:lnTo>
                    <a:pt x="3317234" y="505561"/>
                  </a:lnTo>
                  <a:lnTo>
                    <a:pt x="3317421" y="515226"/>
                  </a:lnTo>
                  <a:lnTo>
                    <a:pt x="3317608" y="524639"/>
                  </a:lnTo>
                  <a:lnTo>
                    <a:pt x="3317795" y="534744"/>
                  </a:lnTo>
                  <a:lnTo>
                    <a:pt x="3317981" y="544951"/>
                  </a:lnTo>
                  <a:lnTo>
                    <a:pt x="3318168" y="555318"/>
                  </a:lnTo>
                  <a:lnTo>
                    <a:pt x="3318355" y="566428"/>
                  </a:lnTo>
                  <a:lnTo>
                    <a:pt x="3318542" y="578210"/>
                  </a:lnTo>
                  <a:lnTo>
                    <a:pt x="3318729" y="590420"/>
                  </a:lnTo>
                  <a:lnTo>
                    <a:pt x="3318916" y="603327"/>
                  </a:lnTo>
                  <a:lnTo>
                    <a:pt x="3319103" y="617491"/>
                  </a:lnTo>
                  <a:lnTo>
                    <a:pt x="3319290" y="631980"/>
                  </a:lnTo>
                  <a:lnTo>
                    <a:pt x="3319477" y="648444"/>
                  </a:lnTo>
                  <a:lnTo>
                    <a:pt x="3319664" y="663987"/>
                  </a:lnTo>
                  <a:lnTo>
                    <a:pt x="3319851" y="678988"/>
                  </a:lnTo>
                  <a:lnTo>
                    <a:pt x="3320038" y="692920"/>
                  </a:lnTo>
                  <a:lnTo>
                    <a:pt x="3320224" y="706685"/>
                  </a:lnTo>
                  <a:lnTo>
                    <a:pt x="3320411" y="720378"/>
                  </a:lnTo>
                  <a:lnTo>
                    <a:pt x="3320598" y="735485"/>
                  </a:lnTo>
                  <a:lnTo>
                    <a:pt x="3320785" y="750137"/>
                  </a:lnTo>
                  <a:lnTo>
                    <a:pt x="3320972" y="764113"/>
                  </a:lnTo>
                  <a:lnTo>
                    <a:pt x="3321159" y="776711"/>
                  </a:lnTo>
                  <a:lnTo>
                    <a:pt x="3321346" y="788269"/>
                  </a:lnTo>
                  <a:lnTo>
                    <a:pt x="3321533" y="799202"/>
                  </a:lnTo>
                  <a:lnTo>
                    <a:pt x="3321720" y="808833"/>
                  </a:lnTo>
                  <a:lnTo>
                    <a:pt x="3321907" y="819325"/>
                  </a:lnTo>
                  <a:lnTo>
                    <a:pt x="3322094" y="830471"/>
                  </a:lnTo>
                  <a:lnTo>
                    <a:pt x="3322281" y="841137"/>
                  </a:lnTo>
                  <a:lnTo>
                    <a:pt x="3322468" y="851147"/>
                  </a:lnTo>
                  <a:lnTo>
                    <a:pt x="3322654" y="862012"/>
                  </a:lnTo>
                  <a:lnTo>
                    <a:pt x="3322841" y="872371"/>
                  </a:lnTo>
                  <a:lnTo>
                    <a:pt x="3323028" y="881567"/>
                  </a:lnTo>
                  <a:lnTo>
                    <a:pt x="3323215" y="889916"/>
                  </a:lnTo>
                  <a:lnTo>
                    <a:pt x="3323402" y="898876"/>
                  </a:lnTo>
                  <a:lnTo>
                    <a:pt x="3323589" y="908748"/>
                  </a:lnTo>
                  <a:lnTo>
                    <a:pt x="3323776" y="918567"/>
                  </a:lnTo>
                  <a:lnTo>
                    <a:pt x="3323963" y="930404"/>
                  </a:lnTo>
                  <a:lnTo>
                    <a:pt x="3324150" y="942356"/>
                  </a:lnTo>
                  <a:lnTo>
                    <a:pt x="3324337" y="953261"/>
                  </a:lnTo>
                  <a:lnTo>
                    <a:pt x="3324524" y="965210"/>
                  </a:lnTo>
                  <a:lnTo>
                    <a:pt x="3324711" y="975911"/>
                  </a:lnTo>
                  <a:lnTo>
                    <a:pt x="3324898" y="986905"/>
                  </a:lnTo>
                  <a:lnTo>
                    <a:pt x="3325084" y="998149"/>
                  </a:lnTo>
                  <a:lnTo>
                    <a:pt x="3325271" y="1009068"/>
                  </a:lnTo>
                  <a:lnTo>
                    <a:pt x="3325458" y="1022309"/>
                  </a:lnTo>
                  <a:lnTo>
                    <a:pt x="3325645" y="1035170"/>
                  </a:lnTo>
                  <a:lnTo>
                    <a:pt x="3325832" y="1048918"/>
                  </a:lnTo>
                  <a:lnTo>
                    <a:pt x="3326019" y="1063363"/>
                  </a:lnTo>
                  <a:lnTo>
                    <a:pt x="3326206" y="1077789"/>
                  </a:lnTo>
                  <a:lnTo>
                    <a:pt x="3326393" y="1089806"/>
                  </a:lnTo>
                  <a:lnTo>
                    <a:pt x="3326580" y="1099689"/>
                  </a:lnTo>
                  <a:lnTo>
                    <a:pt x="3326767" y="1108255"/>
                  </a:lnTo>
                  <a:lnTo>
                    <a:pt x="3326954" y="1116392"/>
                  </a:lnTo>
                  <a:lnTo>
                    <a:pt x="3327141" y="1122130"/>
                  </a:lnTo>
                  <a:lnTo>
                    <a:pt x="3327327" y="1128605"/>
                  </a:lnTo>
                  <a:lnTo>
                    <a:pt x="3327514" y="1135615"/>
                  </a:lnTo>
                  <a:lnTo>
                    <a:pt x="3327701" y="1141388"/>
                  </a:lnTo>
                  <a:lnTo>
                    <a:pt x="3327888" y="1148981"/>
                  </a:lnTo>
                  <a:lnTo>
                    <a:pt x="3328075" y="1156037"/>
                  </a:lnTo>
                  <a:lnTo>
                    <a:pt x="3328262" y="1163150"/>
                  </a:lnTo>
                  <a:lnTo>
                    <a:pt x="3328449" y="1168939"/>
                  </a:lnTo>
                  <a:lnTo>
                    <a:pt x="3328636" y="1174492"/>
                  </a:lnTo>
                  <a:lnTo>
                    <a:pt x="3328823" y="1179564"/>
                  </a:lnTo>
                  <a:lnTo>
                    <a:pt x="3329010" y="1184156"/>
                  </a:lnTo>
                  <a:lnTo>
                    <a:pt x="3329197" y="1189361"/>
                  </a:lnTo>
                  <a:lnTo>
                    <a:pt x="3329384" y="1194315"/>
                  </a:lnTo>
                  <a:lnTo>
                    <a:pt x="3329571" y="1198809"/>
                  </a:lnTo>
                  <a:lnTo>
                    <a:pt x="3329757" y="1201297"/>
                  </a:lnTo>
                  <a:lnTo>
                    <a:pt x="3329944" y="1203269"/>
                  </a:lnTo>
                  <a:lnTo>
                    <a:pt x="3330131" y="1204599"/>
                  </a:lnTo>
                  <a:lnTo>
                    <a:pt x="3330318" y="1204850"/>
                  </a:lnTo>
                  <a:lnTo>
                    <a:pt x="3330505" y="1204328"/>
                  </a:lnTo>
                  <a:lnTo>
                    <a:pt x="3330692" y="1204147"/>
                  </a:lnTo>
                  <a:lnTo>
                    <a:pt x="3330879" y="1202937"/>
                  </a:lnTo>
                  <a:lnTo>
                    <a:pt x="3331066" y="1200702"/>
                  </a:lnTo>
                  <a:lnTo>
                    <a:pt x="3331253" y="1197979"/>
                  </a:lnTo>
                  <a:lnTo>
                    <a:pt x="3331440" y="1195148"/>
                  </a:lnTo>
                  <a:lnTo>
                    <a:pt x="3331627" y="1191156"/>
                  </a:lnTo>
                  <a:lnTo>
                    <a:pt x="3331814" y="1186560"/>
                  </a:lnTo>
                  <a:lnTo>
                    <a:pt x="3332000" y="1181706"/>
                  </a:lnTo>
                  <a:lnTo>
                    <a:pt x="3332187" y="1174709"/>
                  </a:lnTo>
                  <a:lnTo>
                    <a:pt x="3332374" y="1167225"/>
                  </a:lnTo>
                  <a:lnTo>
                    <a:pt x="3332561" y="1160851"/>
                  </a:lnTo>
                  <a:lnTo>
                    <a:pt x="3332748" y="1154534"/>
                  </a:lnTo>
                  <a:lnTo>
                    <a:pt x="3332935" y="1148351"/>
                  </a:lnTo>
                  <a:lnTo>
                    <a:pt x="3333122" y="1141732"/>
                  </a:lnTo>
                  <a:lnTo>
                    <a:pt x="3333309" y="1135105"/>
                  </a:lnTo>
                  <a:lnTo>
                    <a:pt x="3333496" y="1127704"/>
                  </a:lnTo>
                  <a:lnTo>
                    <a:pt x="3333683" y="1119357"/>
                  </a:lnTo>
                  <a:lnTo>
                    <a:pt x="3333870" y="1110680"/>
                  </a:lnTo>
                  <a:lnTo>
                    <a:pt x="3334057" y="1101127"/>
                  </a:lnTo>
                  <a:lnTo>
                    <a:pt x="3334244" y="1090970"/>
                  </a:lnTo>
                  <a:lnTo>
                    <a:pt x="3334430" y="1081560"/>
                  </a:lnTo>
                  <a:lnTo>
                    <a:pt x="3334617" y="1073602"/>
                  </a:lnTo>
                  <a:lnTo>
                    <a:pt x="3334804" y="1066708"/>
                  </a:lnTo>
                  <a:lnTo>
                    <a:pt x="3334991" y="1060949"/>
                  </a:lnTo>
                  <a:lnTo>
                    <a:pt x="3335178" y="1055757"/>
                  </a:lnTo>
                  <a:lnTo>
                    <a:pt x="3335365" y="1051352"/>
                  </a:lnTo>
                  <a:lnTo>
                    <a:pt x="3335552" y="1045113"/>
                  </a:lnTo>
                  <a:lnTo>
                    <a:pt x="3335739" y="1039921"/>
                  </a:lnTo>
                  <a:lnTo>
                    <a:pt x="3335926" y="1034437"/>
                  </a:lnTo>
                  <a:lnTo>
                    <a:pt x="3336113" y="1029871"/>
                  </a:lnTo>
                  <a:lnTo>
                    <a:pt x="3336300" y="1027485"/>
                  </a:lnTo>
                  <a:lnTo>
                    <a:pt x="3336487" y="1027787"/>
                  </a:lnTo>
                  <a:lnTo>
                    <a:pt x="3336674" y="1031605"/>
                  </a:lnTo>
                  <a:lnTo>
                    <a:pt x="3336860" y="1036675"/>
                  </a:lnTo>
                  <a:lnTo>
                    <a:pt x="3337047" y="1043495"/>
                  </a:lnTo>
                  <a:lnTo>
                    <a:pt x="3337234" y="1050488"/>
                  </a:lnTo>
                  <a:lnTo>
                    <a:pt x="3337421" y="1058533"/>
                  </a:lnTo>
                  <a:lnTo>
                    <a:pt x="3337608" y="1064931"/>
                  </a:lnTo>
                  <a:lnTo>
                    <a:pt x="3337795" y="1072448"/>
                  </a:lnTo>
                  <a:lnTo>
                    <a:pt x="3337982" y="1081114"/>
                  </a:lnTo>
                  <a:lnTo>
                    <a:pt x="3338169" y="1090967"/>
                  </a:lnTo>
                  <a:lnTo>
                    <a:pt x="3338356" y="1100993"/>
                  </a:lnTo>
                  <a:lnTo>
                    <a:pt x="3338543" y="1111059"/>
                  </a:lnTo>
                  <a:lnTo>
                    <a:pt x="3338730" y="1122206"/>
                  </a:lnTo>
                  <a:lnTo>
                    <a:pt x="3338917" y="1132297"/>
                  </a:lnTo>
                  <a:lnTo>
                    <a:pt x="3339103" y="1140742"/>
                  </a:lnTo>
                  <a:lnTo>
                    <a:pt x="3339290" y="1147247"/>
                  </a:lnTo>
                  <a:lnTo>
                    <a:pt x="3339477" y="1151366"/>
                  </a:lnTo>
                  <a:lnTo>
                    <a:pt x="3339664" y="1154068"/>
                  </a:lnTo>
                  <a:lnTo>
                    <a:pt x="3339851" y="1153067"/>
                  </a:lnTo>
                  <a:lnTo>
                    <a:pt x="3340038" y="1151709"/>
                  </a:lnTo>
                  <a:lnTo>
                    <a:pt x="3340225" y="1149764"/>
                  </a:lnTo>
                  <a:lnTo>
                    <a:pt x="3340412" y="1147667"/>
                  </a:lnTo>
                  <a:lnTo>
                    <a:pt x="3340599" y="1144593"/>
                  </a:lnTo>
                  <a:lnTo>
                    <a:pt x="3340786" y="1140536"/>
                  </a:lnTo>
                  <a:lnTo>
                    <a:pt x="3340973" y="1135287"/>
                  </a:lnTo>
                  <a:lnTo>
                    <a:pt x="3341160" y="1129779"/>
                  </a:lnTo>
                  <a:lnTo>
                    <a:pt x="3341347" y="1124799"/>
                  </a:lnTo>
                  <a:lnTo>
                    <a:pt x="3341533" y="1120342"/>
                  </a:lnTo>
                  <a:lnTo>
                    <a:pt x="3341720" y="1116227"/>
                  </a:lnTo>
                  <a:lnTo>
                    <a:pt x="3341907" y="1113909"/>
                  </a:lnTo>
                  <a:lnTo>
                    <a:pt x="3342094" y="1110931"/>
                  </a:lnTo>
                  <a:lnTo>
                    <a:pt x="3342281" y="1107155"/>
                  </a:lnTo>
                  <a:lnTo>
                    <a:pt x="3342468" y="1104050"/>
                  </a:lnTo>
                  <a:lnTo>
                    <a:pt x="3342655" y="1101099"/>
                  </a:lnTo>
                  <a:lnTo>
                    <a:pt x="3342842" y="1096663"/>
                  </a:lnTo>
                  <a:lnTo>
                    <a:pt x="3343029" y="1092049"/>
                  </a:lnTo>
                  <a:lnTo>
                    <a:pt x="3343216" y="1085329"/>
                  </a:lnTo>
                  <a:lnTo>
                    <a:pt x="3343403" y="1077382"/>
                  </a:lnTo>
                  <a:lnTo>
                    <a:pt x="3343590" y="1067880"/>
                  </a:lnTo>
                  <a:lnTo>
                    <a:pt x="3343777" y="1057546"/>
                  </a:lnTo>
                  <a:lnTo>
                    <a:pt x="3343963" y="1046807"/>
                  </a:lnTo>
                  <a:lnTo>
                    <a:pt x="3344150" y="1036613"/>
                  </a:lnTo>
                  <a:lnTo>
                    <a:pt x="3344337" y="1025170"/>
                  </a:lnTo>
                  <a:lnTo>
                    <a:pt x="3344524" y="1013617"/>
                  </a:lnTo>
                  <a:lnTo>
                    <a:pt x="3344711" y="999343"/>
                  </a:lnTo>
                  <a:lnTo>
                    <a:pt x="3344898" y="984321"/>
                  </a:lnTo>
                  <a:lnTo>
                    <a:pt x="3345085" y="970893"/>
                  </a:lnTo>
                  <a:lnTo>
                    <a:pt x="3345272" y="957005"/>
                  </a:lnTo>
                  <a:lnTo>
                    <a:pt x="3345459" y="944463"/>
                  </a:lnTo>
                  <a:lnTo>
                    <a:pt x="3345646" y="933096"/>
                  </a:lnTo>
                  <a:lnTo>
                    <a:pt x="3345833" y="923167"/>
                  </a:lnTo>
                  <a:lnTo>
                    <a:pt x="3346020" y="914902"/>
                  </a:lnTo>
                  <a:lnTo>
                    <a:pt x="3346206" y="907653"/>
                  </a:lnTo>
                  <a:lnTo>
                    <a:pt x="3346393" y="899930"/>
                  </a:lnTo>
                  <a:lnTo>
                    <a:pt x="3346580" y="893291"/>
                  </a:lnTo>
                  <a:lnTo>
                    <a:pt x="3346767" y="887688"/>
                  </a:lnTo>
                  <a:lnTo>
                    <a:pt x="3346954" y="881697"/>
                  </a:lnTo>
                  <a:lnTo>
                    <a:pt x="3347141" y="876199"/>
                  </a:lnTo>
                  <a:lnTo>
                    <a:pt x="3347328" y="870530"/>
                  </a:lnTo>
                  <a:lnTo>
                    <a:pt x="3347515" y="865632"/>
                  </a:lnTo>
                  <a:lnTo>
                    <a:pt x="3347702" y="860574"/>
                  </a:lnTo>
                  <a:lnTo>
                    <a:pt x="3347889" y="856485"/>
                  </a:lnTo>
                  <a:lnTo>
                    <a:pt x="3348076" y="851155"/>
                  </a:lnTo>
                  <a:lnTo>
                    <a:pt x="3348263" y="844800"/>
                  </a:lnTo>
                  <a:lnTo>
                    <a:pt x="3348450" y="839536"/>
                  </a:lnTo>
                  <a:lnTo>
                    <a:pt x="3348636" y="832925"/>
                  </a:lnTo>
                  <a:lnTo>
                    <a:pt x="3348823" y="826610"/>
                  </a:lnTo>
                  <a:lnTo>
                    <a:pt x="3349010" y="819424"/>
                  </a:lnTo>
                  <a:lnTo>
                    <a:pt x="3349197" y="812568"/>
                  </a:lnTo>
                  <a:lnTo>
                    <a:pt x="3349384" y="805115"/>
                  </a:lnTo>
                  <a:lnTo>
                    <a:pt x="3349571" y="796627"/>
                  </a:lnTo>
                  <a:lnTo>
                    <a:pt x="3349758" y="790392"/>
                  </a:lnTo>
                  <a:lnTo>
                    <a:pt x="3349945" y="783917"/>
                  </a:lnTo>
                  <a:lnTo>
                    <a:pt x="3350132" y="777934"/>
                  </a:lnTo>
                  <a:lnTo>
                    <a:pt x="3350319" y="772509"/>
                  </a:lnTo>
                  <a:lnTo>
                    <a:pt x="3350506" y="767767"/>
                  </a:lnTo>
                  <a:lnTo>
                    <a:pt x="3350693" y="765228"/>
                  </a:lnTo>
                  <a:lnTo>
                    <a:pt x="3350879" y="763359"/>
                  </a:lnTo>
                  <a:lnTo>
                    <a:pt x="3351066" y="762261"/>
                  </a:lnTo>
                  <a:lnTo>
                    <a:pt x="3351253" y="762045"/>
                  </a:lnTo>
                  <a:lnTo>
                    <a:pt x="3351440" y="761570"/>
                  </a:lnTo>
                  <a:lnTo>
                    <a:pt x="3351627" y="760969"/>
                  </a:lnTo>
                  <a:lnTo>
                    <a:pt x="3351814" y="760108"/>
                  </a:lnTo>
                  <a:lnTo>
                    <a:pt x="3352001" y="759452"/>
                  </a:lnTo>
                  <a:lnTo>
                    <a:pt x="3352188" y="758360"/>
                  </a:lnTo>
                  <a:lnTo>
                    <a:pt x="3352375" y="756376"/>
                  </a:lnTo>
                  <a:lnTo>
                    <a:pt x="3352562" y="753787"/>
                  </a:lnTo>
                  <a:lnTo>
                    <a:pt x="3352749" y="751100"/>
                  </a:lnTo>
                  <a:lnTo>
                    <a:pt x="3352936" y="748054"/>
                  </a:lnTo>
                  <a:lnTo>
                    <a:pt x="3353123" y="744684"/>
                  </a:lnTo>
                  <a:lnTo>
                    <a:pt x="3353309" y="741227"/>
                  </a:lnTo>
                  <a:lnTo>
                    <a:pt x="3353496" y="738867"/>
                  </a:lnTo>
                  <a:lnTo>
                    <a:pt x="3353683" y="735840"/>
                  </a:lnTo>
                  <a:lnTo>
                    <a:pt x="3353870" y="733759"/>
                  </a:lnTo>
                  <a:lnTo>
                    <a:pt x="3354057" y="731417"/>
                  </a:lnTo>
                  <a:lnTo>
                    <a:pt x="3354244" y="728845"/>
                  </a:lnTo>
                  <a:lnTo>
                    <a:pt x="3354431" y="725757"/>
                  </a:lnTo>
                  <a:lnTo>
                    <a:pt x="3354618" y="721809"/>
                  </a:lnTo>
                  <a:lnTo>
                    <a:pt x="3354805" y="717408"/>
                  </a:lnTo>
                  <a:lnTo>
                    <a:pt x="3354992" y="712580"/>
                  </a:lnTo>
                  <a:lnTo>
                    <a:pt x="3355179" y="707549"/>
                  </a:lnTo>
                  <a:lnTo>
                    <a:pt x="3355366" y="702716"/>
                  </a:lnTo>
                  <a:lnTo>
                    <a:pt x="3355553" y="698081"/>
                  </a:lnTo>
                  <a:lnTo>
                    <a:pt x="3355739" y="693337"/>
                  </a:lnTo>
                  <a:lnTo>
                    <a:pt x="3355926" y="689640"/>
                  </a:lnTo>
                  <a:lnTo>
                    <a:pt x="3356113" y="685857"/>
                  </a:lnTo>
                  <a:lnTo>
                    <a:pt x="3356300" y="681843"/>
                  </a:lnTo>
                  <a:lnTo>
                    <a:pt x="3356487" y="677020"/>
                  </a:lnTo>
                  <a:lnTo>
                    <a:pt x="3356674" y="673934"/>
                  </a:lnTo>
                  <a:lnTo>
                    <a:pt x="3356861" y="668685"/>
                  </a:lnTo>
                  <a:lnTo>
                    <a:pt x="3357048" y="663768"/>
                  </a:lnTo>
                  <a:lnTo>
                    <a:pt x="3357235" y="659123"/>
                  </a:lnTo>
                  <a:lnTo>
                    <a:pt x="3357422" y="654621"/>
                  </a:lnTo>
                  <a:lnTo>
                    <a:pt x="3357609" y="650283"/>
                  </a:lnTo>
                  <a:lnTo>
                    <a:pt x="3357796" y="646561"/>
                  </a:lnTo>
                  <a:lnTo>
                    <a:pt x="3357982" y="642344"/>
                  </a:lnTo>
                  <a:lnTo>
                    <a:pt x="3358169" y="637887"/>
                  </a:lnTo>
                  <a:lnTo>
                    <a:pt x="3358356" y="633612"/>
                  </a:lnTo>
                  <a:lnTo>
                    <a:pt x="3358543" y="629950"/>
                  </a:lnTo>
                  <a:lnTo>
                    <a:pt x="3358730" y="626549"/>
                  </a:lnTo>
                  <a:lnTo>
                    <a:pt x="3358917" y="622724"/>
                  </a:lnTo>
                  <a:lnTo>
                    <a:pt x="3359104" y="619056"/>
                  </a:lnTo>
                  <a:lnTo>
                    <a:pt x="3359291" y="615625"/>
                  </a:lnTo>
                  <a:lnTo>
                    <a:pt x="3359478" y="612010"/>
                  </a:lnTo>
                  <a:lnTo>
                    <a:pt x="3359665" y="609223"/>
                  </a:lnTo>
                  <a:lnTo>
                    <a:pt x="3359852" y="606549"/>
                  </a:lnTo>
                  <a:lnTo>
                    <a:pt x="3360039" y="603863"/>
                  </a:lnTo>
                  <a:lnTo>
                    <a:pt x="3360226" y="600558"/>
                  </a:lnTo>
                  <a:lnTo>
                    <a:pt x="3360412" y="597483"/>
                  </a:lnTo>
                  <a:lnTo>
                    <a:pt x="3360599" y="594682"/>
                  </a:lnTo>
                  <a:lnTo>
                    <a:pt x="3360786" y="591717"/>
                  </a:lnTo>
                  <a:lnTo>
                    <a:pt x="3360973" y="588359"/>
                  </a:lnTo>
                  <a:lnTo>
                    <a:pt x="3361160" y="584032"/>
                  </a:lnTo>
                  <a:lnTo>
                    <a:pt x="3361347" y="579034"/>
                  </a:lnTo>
                  <a:lnTo>
                    <a:pt x="3361534" y="573595"/>
                  </a:lnTo>
                  <a:lnTo>
                    <a:pt x="3361721" y="569368"/>
                  </a:lnTo>
                  <a:lnTo>
                    <a:pt x="3361908" y="565145"/>
                  </a:lnTo>
                  <a:lnTo>
                    <a:pt x="3362095" y="562802"/>
                  </a:lnTo>
                  <a:lnTo>
                    <a:pt x="3362282" y="560920"/>
                  </a:lnTo>
                  <a:lnTo>
                    <a:pt x="3362469" y="559588"/>
                  </a:lnTo>
                  <a:lnTo>
                    <a:pt x="3362655" y="558369"/>
                  </a:lnTo>
                  <a:lnTo>
                    <a:pt x="3362842" y="558791"/>
                  </a:lnTo>
                  <a:lnTo>
                    <a:pt x="3363029" y="559846"/>
                  </a:lnTo>
                  <a:lnTo>
                    <a:pt x="3363216" y="561188"/>
                  </a:lnTo>
                  <a:lnTo>
                    <a:pt x="3363403" y="561939"/>
                  </a:lnTo>
                  <a:lnTo>
                    <a:pt x="3363590" y="563205"/>
                  </a:lnTo>
                  <a:lnTo>
                    <a:pt x="3363777" y="565850"/>
                  </a:lnTo>
                  <a:lnTo>
                    <a:pt x="3363964" y="569833"/>
                  </a:lnTo>
                  <a:lnTo>
                    <a:pt x="3364151" y="575302"/>
                  </a:lnTo>
                  <a:lnTo>
                    <a:pt x="3364338" y="581406"/>
                  </a:lnTo>
                  <a:lnTo>
                    <a:pt x="3364525" y="587726"/>
                  </a:lnTo>
                  <a:lnTo>
                    <a:pt x="3364712" y="594929"/>
                  </a:lnTo>
                  <a:lnTo>
                    <a:pt x="3364899" y="601519"/>
                  </a:lnTo>
                  <a:lnTo>
                    <a:pt x="3365085" y="609001"/>
                  </a:lnTo>
                  <a:lnTo>
                    <a:pt x="3365272" y="616002"/>
                  </a:lnTo>
                  <a:lnTo>
                    <a:pt x="3365459" y="623376"/>
                  </a:lnTo>
                  <a:lnTo>
                    <a:pt x="3365646" y="630326"/>
                  </a:lnTo>
                  <a:lnTo>
                    <a:pt x="3365833" y="637229"/>
                  </a:lnTo>
                  <a:lnTo>
                    <a:pt x="3366020" y="643072"/>
                  </a:lnTo>
                  <a:lnTo>
                    <a:pt x="3366207" y="649419"/>
                  </a:lnTo>
                  <a:lnTo>
                    <a:pt x="3366394" y="654228"/>
                  </a:lnTo>
                  <a:lnTo>
                    <a:pt x="3366581" y="658272"/>
                  </a:lnTo>
                  <a:lnTo>
                    <a:pt x="3366768" y="662574"/>
                  </a:lnTo>
                  <a:lnTo>
                    <a:pt x="3366955" y="666765"/>
                  </a:lnTo>
                  <a:lnTo>
                    <a:pt x="3367142" y="671645"/>
                  </a:lnTo>
                  <a:lnTo>
                    <a:pt x="3367329" y="677687"/>
                  </a:lnTo>
                  <a:lnTo>
                    <a:pt x="3367515" y="684307"/>
                  </a:lnTo>
                  <a:lnTo>
                    <a:pt x="3367702" y="691305"/>
                  </a:lnTo>
                  <a:lnTo>
                    <a:pt x="3367889" y="698519"/>
                  </a:lnTo>
                  <a:lnTo>
                    <a:pt x="3368076" y="704026"/>
                  </a:lnTo>
                  <a:lnTo>
                    <a:pt x="3368263" y="710330"/>
                  </a:lnTo>
                  <a:lnTo>
                    <a:pt x="3368450" y="717262"/>
                  </a:lnTo>
                  <a:lnTo>
                    <a:pt x="3368637" y="723649"/>
                  </a:lnTo>
                  <a:lnTo>
                    <a:pt x="3368824" y="730487"/>
                  </a:lnTo>
                  <a:lnTo>
                    <a:pt x="3369011" y="738541"/>
                  </a:lnTo>
                  <a:lnTo>
                    <a:pt x="3369198" y="747345"/>
                  </a:lnTo>
                  <a:lnTo>
                    <a:pt x="3369385" y="755209"/>
                  </a:lnTo>
                  <a:lnTo>
                    <a:pt x="3369572" y="762834"/>
                  </a:lnTo>
                  <a:lnTo>
                    <a:pt x="3369758" y="768958"/>
                  </a:lnTo>
                  <a:lnTo>
                    <a:pt x="3369945" y="773768"/>
                  </a:lnTo>
                  <a:lnTo>
                    <a:pt x="3370132" y="777654"/>
                  </a:lnTo>
                  <a:lnTo>
                    <a:pt x="3370319" y="780410"/>
                  </a:lnTo>
                  <a:lnTo>
                    <a:pt x="3370506" y="783525"/>
                  </a:lnTo>
                  <a:lnTo>
                    <a:pt x="3370693" y="785576"/>
                  </a:lnTo>
                  <a:lnTo>
                    <a:pt x="3370880" y="786479"/>
                  </a:lnTo>
                  <a:lnTo>
                    <a:pt x="3371067" y="786444"/>
                  </a:lnTo>
                  <a:lnTo>
                    <a:pt x="3371254" y="784065"/>
                  </a:lnTo>
                  <a:lnTo>
                    <a:pt x="3371441" y="781435"/>
                  </a:lnTo>
                  <a:lnTo>
                    <a:pt x="3371628" y="778540"/>
                  </a:lnTo>
                  <a:lnTo>
                    <a:pt x="3371815" y="774650"/>
                  </a:lnTo>
                  <a:lnTo>
                    <a:pt x="3372002" y="769968"/>
                  </a:lnTo>
                  <a:lnTo>
                    <a:pt x="3372188" y="767028"/>
                  </a:lnTo>
                  <a:lnTo>
                    <a:pt x="3372375" y="765180"/>
                  </a:lnTo>
                  <a:lnTo>
                    <a:pt x="3372562" y="764636"/>
                  </a:lnTo>
                  <a:lnTo>
                    <a:pt x="3372749" y="764459"/>
                  </a:lnTo>
                  <a:lnTo>
                    <a:pt x="3372936" y="765479"/>
                  </a:lnTo>
                  <a:lnTo>
                    <a:pt x="3373123" y="767006"/>
                  </a:lnTo>
                  <a:lnTo>
                    <a:pt x="3373310" y="769316"/>
                  </a:lnTo>
                  <a:lnTo>
                    <a:pt x="3373497" y="771955"/>
                  </a:lnTo>
                  <a:lnTo>
                    <a:pt x="3373684" y="774748"/>
                  </a:lnTo>
                  <a:lnTo>
                    <a:pt x="3373871" y="776364"/>
                  </a:lnTo>
                  <a:lnTo>
                    <a:pt x="3374058" y="776558"/>
                  </a:lnTo>
                  <a:lnTo>
                    <a:pt x="3374245" y="777530"/>
                  </a:lnTo>
                  <a:lnTo>
                    <a:pt x="3374432" y="777754"/>
                  </a:lnTo>
                  <a:lnTo>
                    <a:pt x="3374618" y="777265"/>
                  </a:lnTo>
                  <a:lnTo>
                    <a:pt x="3374805" y="775756"/>
                  </a:lnTo>
                  <a:lnTo>
                    <a:pt x="3374992" y="774180"/>
                  </a:lnTo>
                  <a:lnTo>
                    <a:pt x="3375179" y="772112"/>
                  </a:lnTo>
                  <a:lnTo>
                    <a:pt x="3375366" y="769390"/>
                  </a:lnTo>
                  <a:lnTo>
                    <a:pt x="3375553" y="766000"/>
                  </a:lnTo>
                  <a:lnTo>
                    <a:pt x="3375740" y="761042"/>
                  </a:lnTo>
                  <a:lnTo>
                    <a:pt x="3375927" y="755855"/>
                  </a:lnTo>
                  <a:lnTo>
                    <a:pt x="3376114" y="750653"/>
                  </a:lnTo>
                  <a:lnTo>
                    <a:pt x="3376301" y="744595"/>
                  </a:lnTo>
                  <a:lnTo>
                    <a:pt x="3376488" y="737407"/>
                  </a:lnTo>
                  <a:lnTo>
                    <a:pt x="3376675" y="730051"/>
                  </a:lnTo>
                  <a:lnTo>
                    <a:pt x="3376861" y="725038"/>
                  </a:lnTo>
                  <a:lnTo>
                    <a:pt x="3377048" y="718457"/>
                  </a:lnTo>
                  <a:lnTo>
                    <a:pt x="3377235" y="715036"/>
                  </a:lnTo>
                  <a:lnTo>
                    <a:pt x="3377422" y="711749"/>
                  </a:lnTo>
                  <a:lnTo>
                    <a:pt x="3377609" y="708340"/>
                  </a:lnTo>
                  <a:lnTo>
                    <a:pt x="3377796" y="704815"/>
                  </a:lnTo>
                  <a:lnTo>
                    <a:pt x="3377983" y="701319"/>
                  </a:lnTo>
                  <a:lnTo>
                    <a:pt x="3378170" y="697638"/>
                  </a:lnTo>
                  <a:lnTo>
                    <a:pt x="3378357" y="695627"/>
                  </a:lnTo>
                  <a:lnTo>
                    <a:pt x="3378544" y="695004"/>
                  </a:lnTo>
                  <a:lnTo>
                    <a:pt x="3378731" y="695043"/>
                  </a:lnTo>
                  <a:lnTo>
                    <a:pt x="3378918" y="694131"/>
                  </a:lnTo>
                  <a:lnTo>
                    <a:pt x="3379105" y="694451"/>
                  </a:lnTo>
                  <a:lnTo>
                    <a:pt x="3379291" y="693923"/>
                  </a:lnTo>
                  <a:lnTo>
                    <a:pt x="3379478" y="694213"/>
                  </a:lnTo>
                  <a:lnTo>
                    <a:pt x="3379665" y="695272"/>
                  </a:lnTo>
                  <a:lnTo>
                    <a:pt x="3379852" y="696518"/>
                  </a:lnTo>
                  <a:lnTo>
                    <a:pt x="3380039" y="697959"/>
                  </a:lnTo>
                  <a:lnTo>
                    <a:pt x="3380226" y="700268"/>
                  </a:lnTo>
                  <a:lnTo>
                    <a:pt x="3380413" y="702898"/>
                  </a:lnTo>
                  <a:lnTo>
                    <a:pt x="3380600" y="707892"/>
                  </a:lnTo>
                  <a:lnTo>
                    <a:pt x="3380787" y="713937"/>
                  </a:lnTo>
                  <a:lnTo>
                    <a:pt x="3380974" y="721873"/>
                  </a:lnTo>
                  <a:lnTo>
                    <a:pt x="3381161" y="730014"/>
                  </a:lnTo>
                  <a:lnTo>
                    <a:pt x="3381348" y="737847"/>
                  </a:lnTo>
                  <a:lnTo>
                    <a:pt x="3381534" y="744078"/>
                  </a:lnTo>
                  <a:lnTo>
                    <a:pt x="3381721" y="750820"/>
                  </a:lnTo>
                  <a:lnTo>
                    <a:pt x="3381908" y="758241"/>
                  </a:lnTo>
                  <a:lnTo>
                    <a:pt x="3382095" y="768200"/>
                  </a:lnTo>
                  <a:lnTo>
                    <a:pt x="3382282" y="777561"/>
                  </a:lnTo>
                  <a:lnTo>
                    <a:pt x="3382469" y="784384"/>
                  </a:lnTo>
                  <a:lnTo>
                    <a:pt x="3382656" y="790859"/>
                  </a:lnTo>
                  <a:lnTo>
                    <a:pt x="3382843" y="795164"/>
                  </a:lnTo>
                  <a:lnTo>
                    <a:pt x="3383030" y="797674"/>
                  </a:lnTo>
                  <a:lnTo>
                    <a:pt x="3383217" y="798804"/>
                  </a:lnTo>
                  <a:lnTo>
                    <a:pt x="3383404" y="798638"/>
                  </a:lnTo>
                  <a:lnTo>
                    <a:pt x="3383591" y="797256"/>
                  </a:lnTo>
                  <a:lnTo>
                    <a:pt x="3383778" y="796729"/>
                  </a:lnTo>
                  <a:lnTo>
                    <a:pt x="3383964" y="793862"/>
                  </a:lnTo>
                  <a:lnTo>
                    <a:pt x="3384151" y="790462"/>
                  </a:lnTo>
                  <a:lnTo>
                    <a:pt x="3384338" y="787889"/>
                  </a:lnTo>
                  <a:lnTo>
                    <a:pt x="3384525" y="785540"/>
                  </a:lnTo>
                  <a:lnTo>
                    <a:pt x="3384712" y="783252"/>
                  </a:lnTo>
                  <a:lnTo>
                    <a:pt x="3384899" y="779957"/>
                  </a:lnTo>
                  <a:lnTo>
                    <a:pt x="3385086" y="777651"/>
                  </a:lnTo>
                  <a:lnTo>
                    <a:pt x="3385273" y="776272"/>
                  </a:lnTo>
                  <a:lnTo>
                    <a:pt x="3385460" y="777414"/>
                  </a:lnTo>
                  <a:lnTo>
                    <a:pt x="3385647" y="780491"/>
                  </a:lnTo>
                  <a:lnTo>
                    <a:pt x="3385834" y="783665"/>
                  </a:lnTo>
                  <a:lnTo>
                    <a:pt x="3386021" y="787989"/>
                  </a:lnTo>
                  <a:lnTo>
                    <a:pt x="3386208" y="790588"/>
                  </a:lnTo>
                  <a:lnTo>
                    <a:pt x="3386394" y="794238"/>
                  </a:lnTo>
                  <a:lnTo>
                    <a:pt x="3386581" y="796741"/>
                  </a:lnTo>
                  <a:lnTo>
                    <a:pt x="3386768" y="800584"/>
                  </a:lnTo>
                  <a:lnTo>
                    <a:pt x="3386955" y="805446"/>
                  </a:lnTo>
                  <a:lnTo>
                    <a:pt x="3387142" y="808601"/>
                  </a:lnTo>
                  <a:lnTo>
                    <a:pt x="3387329" y="812134"/>
                  </a:lnTo>
                  <a:lnTo>
                    <a:pt x="3387516" y="813955"/>
                  </a:lnTo>
                  <a:lnTo>
                    <a:pt x="3387703" y="815952"/>
                  </a:lnTo>
                  <a:lnTo>
                    <a:pt x="3387890" y="817790"/>
                  </a:lnTo>
                  <a:lnTo>
                    <a:pt x="3388077" y="817009"/>
                  </a:lnTo>
                  <a:lnTo>
                    <a:pt x="3388264" y="814880"/>
                  </a:lnTo>
                  <a:lnTo>
                    <a:pt x="3388451" y="811717"/>
                  </a:lnTo>
                  <a:lnTo>
                    <a:pt x="3388637" y="807588"/>
                  </a:lnTo>
                  <a:lnTo>
                    <a:pt x="3388824" y="802991"/>
                  </a:lnTo>
                  <a:lnTo>
                    <a:pt x="3389011" y="799635"/>
                  </a:lnTo>
                  <a:lnTo>
                    <a:pt x="3389198" y="796510"/>
                  </a:lnTo>
                  <a:lnTo>
                    <a:pt x="3389385" y="793227"/>
                  </a:lnTo>
                  <a:lnTo>
                    <a:pt x="3389572" y="791376"/>
                  </a:lnTo>
                  <a:lnTo>
                    <a:pt x="3389759" y="791153"/>
                  </a:lnTo>
                  <a:lnTo>
                    <a:pt x="3389946" y="791639"/>
                  </a:lnTo>
                  <a:lnTo>
                    <a:pt x="3390133" y="792847"/>
                  </a:lnTo>
                  <a:lnTo>
                    <a:pt x="3390320" y="795485"/>
                  </a:lnTo>
                  <a:lnTo>
                    <a:pt x="3390507" y="798971"/>
                  </a:lnTo>
                  <a:lnTo>
                    <a:pt x="3390694" y="802745"/>
                  </a:lnTo>
                  <a:lnTo>
                    <a:pt x="3390881" y="806204"/>
                  </a:lnTo>
                  <a:lnTo>
                    <a:pt x="3391067" y="810028"/>
                  </a:lnTo>
                  <a:lnTo>
                    <a:pt x="3391254" y="814133"/>
                  </a:lnTo>
                  <a:lnTo>
                    <a:pt x="3391441" y="818792"/>
                  </a:lnTo>
                  <a:lnTo>
                    <a:pt x="3391628" y="823742"/>
                  </a:lnTo>
                  <a:lnTo>
                    <a:pt x="3391815" y="829336"/>
                  </a:lnTo>
                  <a:lnTo>
                    <a:pt x="3392002" y="835114"/>
                  </a:lnTo>
                  <a:lnTo>
                    <a:pt x="3392189" y="841241"/>
                  </a:lnTo>
                  <a:lnTo>
                    <a:pt x="3392376" y="847051"/>
                  </a:lnTo>
                  <a:lnTo>
                    <a:pt x="3392563" y="852039"/>
                  </a:lnTo>
                  <a:lnTo>
                    <a:pt x="3392750" y="856895"/>
                  </a:lnTo>
                  <a:lnTo>
                    <a:pt x="3392937" y="860843"/>
                  </a:lnTo>
                  <a:lnTo>
                    <a:pt x="3393124" y="863599"/>
                  </a:lnTo>
                  <a:lnTo>
                    <a:pt x="3393311" y="866183"/>
                  </a:lnTo>
                  <a:lnTo>
                    <a:pt x="3393497" y="868936"/>
                  </a:lnTo>
                  <a:lnTo>
                    <a:pt x="3393684" y="871823"/>
                  </a:lnTo>
                  <a:lnTo>
                    <a:pt x="3393871" y="874562"/>
                  </a:lnTo>
                  <a:lnTo>
                    <a:pt x="3394058" y="876048"/>
                  </a:lnTo>
                  <a:lnTo>
                    <a:pt x="3394245" y="878940"/>
                  </a:lnTo>
                  <a:lnTo>
                    <a:pt x="3394432" y="881447"/>
                  </a:lnTo>
                  <a:lnTo>
                    <a:pt x="3394619" y="883682"/>
                  </a:lnTo>
                  <a:lnTo>
                    <a:pt x="3394806" y="885635"/>
                  </a:lnTo>
                  <a:lnTo>
                    <a:pt x="3394993" y="887297"/>
                  </a:lnTo>
                  <a:lnTo>
                    <a:pt x="3395180" y="888079"/>
                  </a:lnTo>
                  <a:lnTo>
                    <a:pt x="3395367" y="889845"/>
                  </a:lnTo>
                  <a:lnTo>
                    <a:pt x="3395554" y="891534"/>
                  </a:lnTo>
                  <a:lnTo>
                    <a:pt x="3395740" y="893191"/>
                  </a:lnTo>
                  <a:lnTo>
                    <a:pt x="3395927" y="893837"/>
                  </a:lnTo>
                  <a:lnTo>
                    <a:pt x="3396114" y="893297"/>
                  </a:lnTo>
                  <a:lnTo>
                    <a:pt x="3396301" y="891744"/>
                  </a:lnTo>
                  <a:lnTo>
                    <a:pt x="3396488" y="889417"/>
                  </a:lnTo>
                  <a:lnTo>
                    <a:pt x="3396675" y="887480"/>
                  </a:lnTo>
                  <a:lnTo>
                    <a:pt x="3396862" y="884097"/>
                  </a:lnTo>
                  <a:lnTo>
                    <a:pt x="3397049" y="879974"/>
                  </a:lnTo>
                  <a:lnTo>
                    <a:pt x="3397236" y="876775"/>
                  </a:lnTo>
                  <a:lnTo>
                    <a:pt x="3397423" y="874319"/>
                  </a:lnTo>
                  <a:lnTo>
                    <a:pt x="3397610" y="873251"/>
                  </a:lnTo>
                  <a:lnTo>
                    <a:pt x="3397797" y="873911"/>
                  </a:lnTo>
                  <a:lnTo>
                    <a:pt x="3397984" y="874950"/>
                  </a:lnTo>
                  <a:lnTo>
                    <a:pt x="3398170" y="876912"/>
                  </a:lnTo>
                  <a:lnTo>
                    <a:pt x="3398357" y="878693"/>
                  </a:lnTo>
                  <a:lnTo>
                    <a:pt x="3398544" y="881672"/>
                  </a:lnTo>
                  <a:lnTo>
                    <a:pt x="3398731" y="884971"/>
                  </a:lnTo>
                  <a:lnTo>
                    <a:pt x="3398918" y="887188"/>
                  </a:lnTo>
                  <a:lnTo>
                    <a:pt x="3399105" y="888332"/>
                  </a:lnTo>
                  <a:lnTo>
                    <a:pt x="3399292" y="887156"/>
                  </a:lnTo>
                  <a:lnTo>
                    <a:pt x="3399479" y="884698"/>
                  </a:lnTo>
                  <a:lnTo>
                    <a:pt x="3399666" y="881110"/>
                  </a:lnTo>
                  <a:lnTo>
                    <a:pt x="3399853" y="875751"/>
                  </a:lnTo>
                  <a:lnTo>
                    <a:pt x="3400040" y="870266"/>
                  </a:lnTo>
                  <a:lnTo>
                    <a:pt x="3400227" y="862626"/>
                  </a:lnTo>
                  <a:lnTo>
                    <a:pt x="3400413" y="854896"/>
                  </a:lnTo>
                  <a:lnTo>
                    <a:pt x="3400600" y="845897"/>
                  </a:lnTo>
                  <a:lnTo>
                    <a:pt x="3400787" y="836663"/>
                  </a:lnTo>
                  <a:lnTo>
                    <a:pt x="3400974" y="827318"/>
                  </a:lnTo>
                  <a:lnTo>
                    <a:pt x="3401161" y="818002"/>
                  </a:lnTo>
                  <a:lnTo>
                    <a:pt x="3401348" y="809551"/>
                  </a:lnTo>
                  <a:lnTo>
                    <a:pt x="3401535" y="800859"/>
                  </a:lnTo>
                  <a:lnTo>
                    <a:pt x="3401722" y="793368"/>
                  </a:lnTo>
                  <a:lnTo>
                    <a:pt x="3401909" y="786785"/>
                  </a:lnTo>
                  <a:lnTo>
                    <a:pt x="3402096" y="779434"/>
                  </a:lnTo>
                  <a:lnTo>
                    <a:pt x="3402283" y="772234"/>
                  </a:lnTo>
                  <a:lnTo>
                    <a:pt x="3402470" y="763815"/>
                  </a:lnTo>
                  <a:lnTo>
                    <a:pt x="3402657" y="754973"/>
                  </a:lnTo>
                  <a:lnTo>
                    <a:pt x="3402843" y="743850"/>
                  </a:lnTo>
                  <a:lnTo>
                    <a:pt x="3403030" y="729946"/>
                  </a:lnTo>
                  <a:lnTo>
                    <a:pt x="3403217" y="717343"/>
                  </a:lnTo>
                  <a:lnTo>
                    <a:pt x="3403404" y="706382"/>
                  </a:lnTo>
                  <a:lnTo>
                    <a:pt x="3403591" y="696822"/>
                  </a:lnTo>
                  <a:lnTo>
                    <a:pt x="3403778" y="687661"/>
                  </a:lnTo>
                  <a:lnTo>
                    <a:pt x="3403965" y="677930"/>
                  </a:lnTo>
                  <a:lnTo>
                    <a:pt x="3404152" y="667598"/>
                  </a:lnTo>
                  <a:lnTo>
                    <a:pt x="3404339" y="656694"/>
                  </a:lnTo>
                  <a:lnTo>
                    <a:pt x="3404526" y="645436"/>
                  </a:lnTo>
                  <a:lnTo>
                    <a:pt x="3404713" y="635279"/>
                  </a:lnTo>
                  <a:lnTo>
                    <a:pt x="3404900" y="626801"/>
                  </a:lnTo>
                  <a:lnTo>
                    <a:pt x="3405087" y="619677"/>
                  </a:lnTo>
                  <a:lnTo>
                    <a:pt x="3405273" y="613625"/>
                  </a:lnTo>
                  <a:lnTo>
                    <a:pt x="3405460" y="608015"/>
                  </a:lnTo>
                  <a:lnTo>
                    <a:pt x="3405647" y="602332"/>
                  </a:lnTo>
                  <a:lnTo>
                    <a:pt x="3405834" y="595361"/>
                  </a:lnTo>
                  <a:lnTo>
                    <a:pt x="3406021" y="590510"/>
                  </a:lnTo>
                  <a:lnTo>
                    <a:pt x="3406208" y="584203"/>
                  </a:lnTo>
                  <a:lnTo>
                    <a:pt x="3406395" y="578238"/>
                  </a:lnTo>
                  <a:lnTo>
                    <a:pt x="3406582" y="573597"/>
                  </a:lnTo>
                  <a:lnTo>
                    <a:pt x="3406769" y="569557"/>
                  </a:lnTo>
                  <a:lnTo>
                    <a:pt x="3406956" y="566789"/>
                  </a:lnTo>
                  <a:lnTo>
                    <a:pt x="3407143" y="564973"/>
                  </a:lnTo>
                  <a:lnTo>
                    <a:pt x="3407330" y="563330"/>
                  </a:lnTo>
                  <a:lnTo>
                    <a:pt x="3407516" y="561699"/>
                  </a:lnTo>
                  <a:lnTo>
                    <a:pt x="3407703" y="559910"/>
                  </a:lnTo>
                  <a:lnTo>
                    <a:pt x="3407890" y="557723"/>
                  </a:lnTo>
                  <a:lnTo>
                    <a:pt x="3408077" y="556627"/>
                  </a:lnTo>
                  <a:lnTo>
                    <a:pt x="3408264" y="557525"/>
                  </a:lnTo>
                  <a:lnTo>
                    <a:pt x="3408451" y="559918"/>
                  </a:lnTo>
                  <a:lnTo>
                    <a:pt x="3408638" y="565090"/>
                  </a:lnTo>
                  <a:lnTo>
                    <a:pt x="3408825" y="571052"/>
                  </a:lnTo>
                  <a:lnTo>
                    <a:pt x="3409012" y="577554"/>
                  </a:lnTo>
                  <a:lnTo>
                    <a:pt x="3409199" y="584823"/>
                  </a:lnTo>
                  <a:lnTo>
                    <a:pt x="3409386" y="590510"/>
                  </a:lnTo>
                  <a:lnTo>
                    <a:pt x="3409573" y="594963"/>
                  </a:lnTo>
                  <a:lnTo>
                    <a:pt x="3409760" y="596614"/>
                  </a:lnTo>
                  <a:lnTo>
                    <a:pt x="3409946" y="597739"/>
                  </a:lnTo>
                  <a:lnTo>
                    <a:pt x="3410133" y="598305"/>
                  </a:lnTo>
                  <a:lnTo>
                    <a:pt x="3410320" y="599215"/>
                  </a:lnTo>
                  <a:lnTo>
                    <a:pt x="3410507" y="599714"/>
                  </a:lnTo>
                  <a:lnTo>
                    <a:pt x="3410694" y="599017"/>
                  </a:lnTo>
                  <a:lnTo>
                    <a:pt x="3410881" y="596917"/>
                  </a:lnTo>
                  <a:lnTo>
                    <a:pt x="3411068" y="591939"/>
                  </a:lnTo>
                  <a:lnTo>
                    <a:pt x="3411255" y="586948"/>
                  </a:lnTo>
                  <a:lnTo>
                    <a:pt x="3411442" y="581253"/>
                  </a:lnTo>
                  <a:lnTo>
                    <a:pt x="3411629" y="575565"/>
                  </a:lnTo>
                  <a:lnTo>
                    <a:pt x="3411816" y="569741"/>
                  </a:lnTo>
                  <a:lnTo>
                    <a:pt x="3412003" y="564921"/>
                  </a:lnTo>
                  <a:lnTo>
                    <a:pt x="3412190" y="560584"/>
                  </a:lnTo>
                  <a:lnTo>
                    <a:pt x="3412376" y="556411"/>
                  </a:lnTo>
                  <a:lnTo>
                    <a:pt x="3412563" y="549047"/>
                  </a:lnTo>
                  <a:lnTo>
                    <a:pt x="3412750" y="544393"/>
                  </a:lnTo>
                  <a:lnTo>
                    <a:pt x="3412937" y="540579"/>
                  </a:lnTo>
                  <a:lnTo>
                    <a:pt x="3413124" y="537901"/>
                  </a:lnTo>
                  <a:lnTo>
                    <a:pt x="3413311" y="537847"/>
                  </a:lnTo>
                  <a:lnTo>
                    <a:pt x="3413498" y="538131"/>
                  </a:lnTo>
                  <a:lnTo>
                    <a:pt x="3413685" y="539682"/>
                  </a:lnTo>
                  <a:lnTo>
                    <a:pt x="3413872" y="543857"/>
                  </a:lnTo>
                  <a:lnTo>
                    <a:pt x="3414059" y="548082"/>
                  </a:lnTo>
                  <a:lnTo>
                    <a:pt x="3414246" y="552020"/>
                  </a:lnTo>
                  <a:lnTo>
                    <a:pt x="3414433" y="556784"/>
                  </a:lnTo>
                  <a:lnTo>
                    <a:pt x="3414619" y="561588"/>
                  </a:lnTo>
                  <a:lnTo>
                    <a:pt x="3414806" y="566391"/>
                  </a:lnTo>
                  <a:lnTo>
                    <a:pt x="3414993" y="571442"/>
                  </a:lnTo>
                  <a:lnTo>
                    <a:pt x="3415180" y="577869"/>
                  </a:lnTo>
                  <a:lnTo>
                    <a:pt x="3415367" y="585371"/>
                  </a:lnTo>
                  <a:lnTo>
                    <a:pt x="3415554" y="592818"/>
                  </a:lnTo>
                  <a:lnTo>
                    <a:pt x="3415741" y="598167"/>
                  </a:lnTo>
                  <a:lnTo>
                    <a:pt x="3415928" y="603961"/>
                  </a:lnTo>
                  <a:lnTo>
                    <a:pt x="3416115" y="607636"/>
                  </a:lnTo>
                  <a:lnTo>
                    <a:pt x="3416302" y="612850"/>
                  </a:lnTo>
                  <a:lnTo>
                    <a:pt x="3416489" y="617815"/>
                  </a:lnTo>
                  <a:lnTo>
                    <a:pt x="3416676" y="622602"/>
                  </a:lnTo>
                  <a:lnTo>
                    <a:pt x="3416863" y="625911"/>
                  </a:lnTo>
                  <a:lnTo>
                    <a:pt x="3417049" y="629435"/>
                  </a:lnTo>
                  <a:lnTo>
                    <a:pt x="3417236" y="632985"/>
                  </a:lnTo>
                  <a:lnTo>
                    <a:pt x="3417423" y="636321"/>
                  </a:lnTo>
                  <a:lnTo>
                    <a:pt x="3417610" y="639869"/>
                  </a:lnTo>
                  <a:lnTo>
                    <a:pt x="3417797" y="643132"/>
                  </a:lnTo>
                  <a:lnTo>
                    <a:pt x="3417984" y="645633"/>
                  </a:lnTo>
                  <a:lnTo>
                    <a:pt x="3418171" y="648058"/>
                  </a:lnTo>
                  <a:lnTo>
                    <a:pt x="3418358" y="650152"/>
                  </a:lnTo>
                  <a:lnTo>
                    <a:pt x="3418545" y="652857"/>
                  </a:lnTo>
                  <a:lnTo>
                    <a:pt x="3418732" y="656961"/>
                  </a:lnTo>
                  <a:lnTo>
                    <a:pt x="3418919" y="661894"/>
                  </a:lnTo>
                  <a:lnTo>
                    <a:pt x="3419106" y="667764"/>
                  </a:lnTo>
                  <a:lnTo>
                    <a:pt x="3419292" y="673277"/>
                  </a:lnTo>
                  <a:lnTo>
                    <a:pt x="3419479" y="679676"/>
                  </a:lnTo>
                  <a:lnTo>
                    <a:pt x="3419666" y="687645"/>
                  </a:lnTo>
                  <a:lnTo>
                    <a:pt x="3419853" y="696727"/>
                  </a:lnTo>
                  <a:lnTo>
                    <a:pt x="3420040" y="705220"/>
                  </a:lnTo>
                  <a:lnTo>
                    <a:pt x="3420227" y="713068"/>
                  </a:lnTo>
                  <a:lnTo>
                    <a:pt x="3420414" y="720429"/>
                  </a:lnTo>
                  <a:lnTo>
                    <a:pt x="3420601" y="727834"/>
                  </a:lnTo>
                  <a:lnTo>
                    <a:pt x="3420788" y="735867"/>
                  </a:lnTo>
                  <a:lnTo>
                    <a:pt x="3420975" y="744798"/>
                  </a:lnTo>
                  <a:lnTo>
                    <a:pt x="3421162" y="753568"/>
                  </a:lnTo>
                  <a:lnTo>
                    <a:pt x="3421349" y="763650"/>
                  </a:lnTo>
                  <a:lnTo>
                    <a:pt x="3421536" y="773033"/>
                  </a:lnTo>
                  <a:lnTo>
                    <a:pt x="3421722" y="782183"/>
                  </a:lnTo>
                  <a:lnTo>
                    <a:pt x="3421909" y="791813"/>
                  </a:lnTo>
                  <a:lnTo>
                    <a:pt x="3422096" y="801379"/>
                  </a:lnTo>
                  <a:lnTo>
                    <a:pt x="3422283" y="811594"/>
                  </a:lnTo>
                  <a:lnTo>
                    <a:pt x="3422470" y="820891"/>
                  </a:lnTo>
                  <a:lnTo>
                    <a:pt x="3422657" y="828995"/>
                  </a:lnTo>
                  <a:lnTo>
                    <a:pt x="3422844" y="835470"/>
                  </a:lnTo>
                  <a:lnTo>
                    <a:pt x="3423031" y="840967"/>
                  </a:lnTo>
                  <a:lnTo>
                    <a:pt x="3423218" y="845570"/>
                  </a:lnTo>
                  <a:lnTo>
                    <a:pt x="3423405" y="849842"/>
                  </a:lnTo>
                  <a:lnTo>
                    <a:pt x="3423592" y="854758"/>
                  </a:lnTo>
                  <a:lnTo>
                    <a:pt x="3423779" y="858558"/>
                  </a:lnTo>
                  <a:lnTo>
                    <a:pt x="3423966" y="862249"/>
                  </a:lnTo>
                  <a:lnTo>
                    <a:pt x="3424152" y="865619"/>
                  </a:lnTo>
                  <a:lnTo>
                    <a:pt x="3424339" y="867989"/>
                  </a:lnTo>
                  <a:lnTo>
                    <a:pt x="3424526" y="868803"/>
                  </a:lnTo>
                  <a:lnTo>
                    <a:pt x="3424713" y="867842"/>
                  </a:lnTo>
                  <a:lnTo>
                    <a:pt x="3424900" y="866340"/>
                  </a:lnTo>
                  <a:lnTo>
                    <a:pt x="3425087" y="863296"/>
                  </a:lnTo>
                  <a:lnTo>
                    <a:pt x="3425274" y="857159"/>
                  </a:lnTo>
                  <a:lnTo>
                    <a:pt x="3425461" y="849612"/>
                  </a:lnTo>
                  <a:lnTo>
                    <a:pt x="3425648" y="843549"/>
                  </a:lnTo>
                  <a:lnTo>
                    <a:pt x="3425835" y="836804"/>
                  </a:lnTo>
                  <a:lnTo>
                    <a:pt x="3426022" y="830607"/>
                  </a:lnTo>
                  <a:lnTo>
                    <a:pt x="3426209" y="824072"/>
                  </a:lnTo>
                  <a:lnTo>
                    <a:pt x="3426395" y="816880"/>
                  </a:lnTo>
                  <a:lnTo>
                    <a:pt x="3426582" y="809488"/>
                  </a:lnTo>
                  <a:lnTo>
                    <a:pt x="3426769" y="802834"/>
                  </a:lnTo>
                  <a:lnTo>
                    <a:pt x="3426956" y="795105"/>
                  </a:lnTo>
                  <a:lnTo>
                    <a:pt x="3427143" y="786865"/>
                  </a:lnTo>
                  <a:lnTo>
                    <a:pt x="3427330" y="778630"/>
                  </a:lnTo>
                  <a:lnTo>
                    <a:pt x="3427517" y="770278"/>
                  </a:lnTo>
                  <a:lnTo>
                    <a:pt x="3427704" y="762438"/>
                  </a:lnTo>
                  <a:lnTo>
                    <a:pt x="3427891" y="755379"/>
                  </a:lnTo>
                  <a:lnTo>
                    <a:pt x="3428078" y="749689"/>
                  </a:lnTo>
                  <a:lnTo>
                    <a:pt x="3428265" y="744302"/>
                  </a:lnTo>
                  <a:lnTo>
                    <a:pt x="3428452" y="739738"/>
                  </a:lnTo>
                  <a:lnTo>
                    <a:pt x="3428639" y="735996"/>
                  </a:lnTo>
                  <a:lnTo>
                    <a:pt x="3428825" y="732040"/>
                  </a:lnTo>
                  <a:lnTo>
                    <a:pt x="3429012" y="727681"/>
                  </a:lnTo>
                  <a:lnTo>
                    <a:pt x="3429199" y="723953"/>
                  </a:lnTo>
                  <a:lnTo>
                    <a:pt x="3429386" y="720208"/>
                  </a:lnTo>
                  <a:lnTo>
                    <a:pt x="3429573" y="716597"/>
                  </a:lnTo>
                  <a:lnTo>
                    <a:pt x="3429760" y="713302"/>
                  </a:lnTo>
                  <a:lnTo>
                    <a:pt x="3429947" y="710080"/>
                  </a:lnTo>
                  <a:lnTo>
                    <a:pt x="3430134" y="707792"/>
                  </a:lnTo>
                  <a:lnTo>
                    <a:pt x="3430321" y="706909"/>
                  </a:lnTo>
                  <a:lnTo>
                    <a:pt x="3430508" y="706754"/>
                  </a:lnTo>
                  <a:lnTo>
                    <a:pt x="3430695" y="704802"/>
                  </a:lnTo>
                  <a:lnTo>
                    <a:pt x="3430882" y="702371"/>
                  </a:lnTo>
                  <a:lnTo>
                    <a:pt x="3431069" y="700053"/>
                  </a:lnTo>
                  <a:lnTo>
                    <a:pt x="3431255" y="697835"/>
                  </a:lnTo>
                  <a:lnTo>
                    <a:pt x="3431442" y="695617"/>
                  </a:lnTo>
                  <a:lnTo>
                    <a:pt x="3431629" y="693159"/>
                  </a:lnTo>
                  <a:lnTo>
                    <a:pt x="3431816" y="690264"/>
                  </a:lnTo>
                  <a:lnTo>
                    <a:pt x="3432003" y="687057"/>
                  </a:lnTo>
                  <a:lnTo>
                    <a:pt x="3432190" y="683836"/>
                  </a:lnTo>
                  <a:lnTo>
                    <a:pt x="3432377" y="678152"/>
                  </a:lnTo>
                  <a:lnTo>
                    <a:pt x="3432564" y="672666"/>
                  </a:lnTo>
                  <a:lnTo>
                    <a:pt x="3432751" y="666415"/>
                  </a:lnTo>
                  <a:lnTo>
                    <a:pt x="3432938" y="659638"/>
                  </a:lnTo>
                  <a:lnTo>
                    <a:pt x="3433125" y="652550"/>
                  </a:lnTo>
                  <a:lnTo>
                    <a:pt x="3433312" y="646633"/>
                  </a:lnTo>
                  <a:lnTo>
                    <a:pt x="3433498" y="641906"/>
                  </a:lnTo>
                  <a:lnTo>
                    <a:pt x="3433685" y="638389"/>
                  </a:lnTo>
                  <a:lnTo>
                    <a:pt x="3433872" y="635570"/>
                  </a:lnTo>
                  <a:lnTo>
                    <a:pt x="3434059" y="632658"/>
                  </a:lnTo>
                  <a:lnTo>
                    <a:pt x="3434246" y="631690"/>
                  </a:lnTo>
                  <a:lnTo>
                    <a:pt x="3434433" y="630978"/>
                  </a:lnTo>
                  <a:lnTo>
                    <a:pt x="3434620" y="630626"/>
                  </a:lnTo>
                  <a:lnTo>
                    <a:pt x="3434807" y="629949"/>
                  </a:lnTo>
                  <a:lnTo>
                    <a:pt x="3434994" y="629994"/>
                  </a:lnTo>
                  <a:lnTo>
                    <a:pt x="3435181" y="629259"/>
                  </a:lnTo>
                  <a:lnTo>
                    <a:pt x="3435368" y="628363"/>
                  </a:lnTo>
                  <a:lnTo>
                    <a:pt x="3435555" y="625408"/>
                  </a:lnTo>
                  <a:lnTo>
                    <a:pt x="3435742" y="621690"/>
                  </a:lnTo>
                  <a:lnTo>
                    <a:pt x="3435928" y="619152"/>
                  </a:lnTo>
                  <a:lnTo>
                    <a:pt x="3436115" y="615834"/>
                  </a:lnTo>
                  <a:lnTo>
                    <a:pt x="3436302" y="613712"/>
                  </a:lnTo>
                  <a:lnTo>
                    <a:pt x="3436489" y="612423"/>
                  </a:lnTo>
                  <a:lnTo>
                    <a:pt x="3436676" y="612623"/>
                  </a:lnTo>
                  <a:lnTo>
                    <a:pt x="3436863" y="612344"/>
                  </a:lnTo>
                  <a:lnTo>
                    <a:pt x="3437050" y="611567"/>
                  </a:lnTo>
                  <a:lnTo>
                    <a:pt x="3437237" y="612166"/>
                  </a:lnTo>
                  <a:lnTo>
                    <a:pt x="3437424" y="611805"/>
                  </a:lnTo>
                  <a:lnTo>
                    <a:pt x="3437611" y="610928"/>
                  </a:lnTo>
                  <a:lnTo>
                    <a:pt x="3437798" y="608143"/>
                  </a:lnTo>
                  <a:lnTo>
                    <a:pt x="3437985" y="605258"/>
                  </a:lnTo>
                  <a:lnTo>
                    <a:pt x="3438171" y="602576"/>
                  </a:lnTo>
                  <a:lnTo>
                    <a:pt x="3438358" y="599954"/>
                  </a:lnTo>
                  <a:lnTo>
                    <a:pt x="3438545" y="597047"/>
                  </a:lnTo>
                  <a:lnTo>
                    <a:pt x="3438732" y="593924"/>
                  </a:lnTo>
                  <a:lnTo>
                    <a:pt x="3438919" y="592072"/>
                  </a:lnTo>
                  <a:lnTo>
                    <a:pt x="3439106" y="588132"/>
                  </a:lnTo>
                  <a:lnTo>
                    <a:pt x="3439293" y="583481"/>
                  </a:lnTo>
                  <a:lnTo>
                    <a:pt x="3439480" y="578449"/>
                  </a:lnTo>
                  <a:lnTo>
                    <a:pt x="3439667" y="573473"/>
                  </a:lnTo>
                  <a:lnTo>
                    <a:pt x="3439854" y="568074"/>
                  </a:lnTo>
                  <a:lnTo>
                    <a:pt x="3440041" y="562630"/>
                  </a:lnTo>
                  <a:lnTo>
                    <a:pt x="3440228" y="559305"/>
                  </a:lnTo>
                  <a:lnTo>
                    <a:pt x="3440415" y="558434"/>
                  </a:lnTo>
                  <a:lnTo>
                    <a:pt x="3440601" y="558678"/>
                  </a:lnTo>
                  <a:lnTo>
                    <a:pt x="3440788" y="557670"/>
                  </a:lnTo>
                  <a:lnTo>
                    <a:pt x="3440975" y="555186"/>
                  </a:lnTo>
                  <a:lnTo>
                    <a:pt x="3441162" y="553283"/>
                  </a:lnTo>
                  <a:lnTo>
                    <a:pt x="3441349" y="550766"/>
                  </a:lnTo>
                  <a:lnTo>
                    <a:pt x="3441536" y="550651"/>
                  </a:lnTo>
                  <a:lnTo>
                    <a:pt x="3441723" y="551738"/>
                  </a:lnTo>
                  <a:lnTo>
                    <a:pt x="3441910" y="553205"/>
                  </a:lnTo>
                  <a:lnTo>
                    <a:pt x="3442097" y="553512"/>
                  </a:lnTo>
                  <a:lnTo>
                    <a:pt x="3442284" y="552037"/>
                  </a:lnTo>
                  <a:lnTo>
                    <a:pt x="3442471" y="548966"/>
                  </a:lnTo>
                  <a:lnTo>
                    <a:pt x="3442658" y="546684"/>
                  </a:lnTo>
                  <a:lnTo>
                    <a:pt x="3442845" y="545161"/>
                  </a:lnTo>
                  <a:lnTo>
                    <a:pt x="3443031" y="544384"/>
                  </a:lnTo>
                  <a:lnTo>
                    <a:pt x="3443218" y="545401"/>
                  </a:lnTo>
                  <a:lnTo>
                    <a:pt x="3443405" y="545347"/>
                  </a:lnTo>
                  <a:lnTo>
                    <a:pt x="3443592" y="546447"/>
                  </a:lnTo>
                  <a:lnTo>
                    <a:pt x="3443779" y="547859"/>
                  </a:lnTo>
                  <a:lnTo>
                    <a:pt x="3443966" y="548008"/>
                  </a:lnTo>
                  <a:lnTo>
                    <a:pt x="3444153" y="550532"/>
                  </a:lnTo>
                  <a:lnTo>
                    <a:pt x="3444340" y="553945"/>
                  </a:lnTo>
                  <a:lnTo>
                    <a:pt x="3444527" y="558806"/>
                  </a:lnTo>
                  <a:lnTo>
                    <a:pt x="3444714" y="564433"/>
                  </a:lnTo>
                  <a:lnTo>
                    <a:pt x="3444901" y="571435"/>
                  </a:lnTo>
                  <a:lnTo>
                    <a:pt x="3445088" y="579507"/>
                  </a:lnTo>
                  <a:lnTo>
                    <a:pt x="3445274" y="588114"/>
                  </a:lnTo>
                  <a:lnTo>
                    <a:pt x="3445461" y="596349"/>
                  </a:lnTo>
                  <a:lnTo>
                    <a:pt x="3445648" y="604037"/>
                  </a:lnTo>
                  <a:lnTo>
                    <a:pt x="3445835" y="610872"/>
                  </a:lnTo>
                  <a:lnTo>
                    <a:pt x="3446022" y="616805"/>
                  </a:lnTo>
                  <a:lnTo>
                    <a:pt x="3446209" y="622155"/>
                  </a:lnTo>
                  <a:lnTo>
                    <a:pt x="3446396" y="627476"/>
                  </a:lnTo>
                  <a:lnTo>
                    <a:pt x="3446583" y="633131"/>
                  </a:lnTo>
                  <a:lnTo>
                    <a:pt x="3446770" y="641254"/>
                  </a:lnTo>
                  <a:lnTo>
                    <a:pt x="3446957" y="649898"/>
                  </a:lnTo>
                  <a:lnTo>
                    <a:pt x="3447144" y="659114"/>
                  </a:lnTo>
                  <a:lnTo>
                    <a:pt x="3447331" y="667620"/>
                  </a:lnTo>
                  <a:lnTo>
                    <a:pt x="3447518" y="676106"/>
                  </a:lnTo>
                  <a:lnTo>
                    <a:pt x="3447704" y="683012"/>
                  </a:lnTo>
                  <a:lnTo>
                    <a:pt x="3447891" y="689769"/>
                  </a:lnTo>
                  <a:lnTo>
                    <a:pt x="3448078" y="696829"/>
                  </a:lnTo>
                  <a:lnTo>
                    <a:pt x="3448265" y="704959"/>
                  </a:lnTo>
                  <a:lnTo>
                    <a:pt x="3448452" y="713947"/>
                  </a:lnTo>
                  <a:lnTo>
                    <a:pt x="3448639" y="722997"/>
                  </a:lnTo>
                  <a:lnTo>
                    <a:pt x="3448826" y="732710"/>
                  </a:lnTo>
                  <a:lnTo>
                    <a:pt x="3449013" y="741709"/>
                  </a:lnTo>
                  <a:lnTo>
                    <a:pt x="3449200" y="750235"/>
                  </a:lnTo>
                  <a:lnTo>
                    <a:pt x="3449387" y="758293"/>
                  </a:lnTo>
                  <a:lnTo>
                    <a:pt x="3449574" y="766625"/>
                  </a:lnTo>
                  <a:lnTo>
                    <a:pt x="3449761" y="774825"/>
                  </a:lnTo>
                  <a:lnTo>
                    <a:pt x="3449948" y="786273"/>
                  </a:lnTo>
                  <a:lnTo>
                    <a:pt x="3450134" y="794991"/>
                  </a:lnTo>
                  <a:lnTo>
                    <a:pt x="3450321" y="802542"/>
                  </a:lnTo>
                  <a:lnTo>
                    <a:pt x="3450508" y="809995"/>
                  </a:lnTo>
                  <a:lnTo>
                    <a:pt x="3450695" y="813567"/>
                  </a:lnTo>
                  <a:lnTo>
                    <a:pt x="3450882" y="817168"/>
                  </a:lnTo>
                  <a:lnTo>
                    <a:pt x="3451069" y="819899"/>
                  </a:lnTo>
                  <a:lnTo>
                    <a:pt x="3451256" y="820918"/>
                  </a:lnTo>
                  <a:lnTo>
                    <a:pt x="3451443" y="822154"/>
                  </a:lnTo>
                  <a:lnTo>
                    <a:pt x="3451630" y="823979"/>
                  </a:lnTo>
                  <a:lnTo>
                    <a:pt x="3451817" y="825882"/>
                  </a:lnTo>
                  <a:lnTo>
                    <a:pt x="3452004" y="826648"/>
                  </a:lnTo>
                  <a:lnTo>
                    <a:pt x="3452191" y="826318"/>
                  </a:lnTo>
                  <a:lnTo>
                    <a:pt x="3452377" y="823983"/>
                  </a:lnTo>
                  <a:lnTo>
                    <a:pt x="3452564" y="820169"/>
                  </a:lnTo>
                  <a:lnTo>
                    <a:pt x="3452751" y="813782"/>
                  </a:lnTo>
                  <a:lnTo>
                    <a:pt x="3452938" y="807802"/>
                  </a:lnTo>
                  <a:lnTo>
                    <a:pt x="3453125" y="800894"/>
                  </a:lnTo>
                  <a:lnTo>
                    <a:pt x="3453312" y="792087"/>
                  </a:lnTo>
                  <a:lnTo>
                    <a:pt x="3453499" y="784498"/>
                  </a:lnTo>
                  <a:lnTo>
                    <a:pt x="3453686" y="777667"/>
                  </a:lnTo>
                  <a:lnTo>
                    <a:pt x="3453873" y="771467"/>
                  </a:lnTo>
                  <a:lnTo>
                    <a:pt x="3454060" y="764637"/>
                  </a:lnTo>
                  <a:lnTo>
                    <a:pt x="3454247" y="758028"/>
                  </a:lnTo>
                  <a:lnTo>
                    <a:pt x="3454434" y="751106"/>
                  </a:lnTo>
                  <a:lnTo>
                    <a:pt x="3454621" y="743515"/>
                  </a:lnTo>
                  <a:lnTo>
                    <a:pt x="3454807" y="735974"/>
                  </a:lnTo>
                  <a:lnTo>
                    <a:pt x="3454994" y="729261"/>
                  </a:lnTo>
                  <a:lnTo>
                    <a:pt x="3455181" y="723507"/>
                  </a:lnTo>
                  <a:lnTo>
                    <a:pt x="3455368" y="717705"/>
                  </a:lnTo>
                  <a:lnTo>
                    <a:pt x="3455555" y="711538"/>
                  </a:lnTo>
                  <a:lnTo>
                    <a:pt x="3455742" y="705199"/>
                  </a:lnTo>
                  <a:lnTo>
                    <a:pt x="3455929" y="698538"/>
                  </a:lnTo>
                  <a:lnTo>
                    <a:pt x="3456116" y="691467"/>
                  </a:lnTo>
                  <a:lnTo>
                    <a:pt x="3456303" y="684219"/>
                  </a:lnTo>
                  <a:lnTo>
                    <a:pt x="3456490" y="676352"/>
                  </a:lnTo>
                  <a:lnTo>
                    <a:pt x="3456677" y="667920"/>
                  </a:lnTo>
                  <a:lnTo>
                    <a:pt x="3456864" y="657535"/>
                  </a:lnTo>
                  <a:lnTo>
                    <a:pt x="3457050" y="646483"/>
                  </a:lnTo>
                  <a:lnTo>
                    <a:pt x="3457237" y="634378"/>
                  </a:lnTo>
                  <a:lnTo>
                    <a:pt x="3457424" y="622657"/>
                  </a:lnTo>
                  <a:lnTo>
                    <a:pt x="3457611" y="612438"/>
                  </a:lnTo>
                  <a:lnTo>
                    <a:pt x="3457798" y="602422"/>
                  </a:lnTo>
                  <a:lnTo>
                    <a:pt x="3457985" y="592222"/>
                  </a:lnTo>
                  <a:lnTo>
                    <a:pt x="3458172" y="582202"/>
                  </a:lnTo>
                  <a:lnTo>
                    <a:pt x="3458359" y="570907"/>
                  </a:lnTo>
                  <a:lnTo>
                    <a:pt x="3458546" y="560032"/>
                  </a:lnTo>
                  <a:lnTo>
                    <a:pt x="3458733" y="549347"/>
                  </a:lnTo>
                  <a:lnTo>
                    <a:pt x="3458920" y="539924"/>
                  </a:lnTo>
                  <a:lnTo>
                    <a:pt x="3459107" y="529492"/>
                  </a:lnTo>
                  <a:lnTo>
                    <a:pt x="3459294" y="519108"/>
                  </a:lnTo>
                  <a:lnTo>
                    <a:pt x="3459480" y="509784"/>
                  </a:lnTo>
                  <a:lnTo>
                    <a:pt x="3459667" y="501713"/>
                  </a:lnTo>
                  <a:lnTo>
                    <a:pt x="3459854" y="494509"/>
                  </a:lnTo>
                  <a:lnTo>
                    <a:pt x="3460041" y="487187"/>
                  </a:lnTo>
                  <a:lnTo>
                    <a:pt x="3460228" y="479512"/>
                  </a:lnTo>
                  <a:lnTo>
                    <a:pt x="3460415" y="471647"/>
                  </a:lnTo>
                  <a:lnTo>
                    <a:pt x="3460602" y="463394"/>
                  </a:lnTo>
                  <a:lnTo>
                    <a:pt x="3460789" y="455688"/>
                  </a:lnTo>
                  <a:lnTo>
                    <a:pt x="3460976" y="449518"/>
                  </a:lnTo>
                  <a:lnTo>
                    <a:pt x="3461163" y="443321"/>
                  </a:lnTo>
                  <a:lnTo>
                    <a:pt x="3461350" y="436752"/>
                  </a:lnTo>
                  <a:lnTo>
                    <a:pt x="3461537" y="430348"/>
                  </a:lnTo>
                  <a:lnTo>
                    <a:pt x="3461724" y="424422"/>
                  </a:lnTo>
                  <a:lnTo>
                    <a:pt x="3461910" y="419644"/>
                  </a:lnTo>
                  <a:lnTo>
                    <a:pt x="3462097" y="415929"/>
                  </a:lnTo>
                  <a:lnTo>
                    <a:pt x="3462284" y="412538"/>
                  </a:lnTo>
                  <a:lnTo>
                    <a:pt x="3462471" y="409408"/>
                  </a:lnTo>
                  <a:lnTo>
                    <a:pt x="3462658" y="408675"/>
                  </a:lnTo>
                  <a:lnTo>
                    <a:pt x="3462845" y="410282"/>
                  </a:lnTo>
                  <a:lnTo>
                    <a:pt x="3463032" y="410727"/>
                  </a:lnTo>
                  <a:lnTo>
                    <a:pt x="3463219" y="413443"/>
                  </a:lnTo>
                  <a:lnTo>
                    <a:pt x="3463406" y="416141"/>
                  </a:lnTo>
                  <a:lnTo>
                    <a:pt x="3463593" y="420001"/>
                  </a:lnTo>
                  <a:lnTo>
                    <a:pt x="3463780" y="423483"/>
                  </a:lnTo>
                  <a:lnTo>
                    <a:pt x="3463967" y="427832"/>
                  </a:lnTo>
                  <a:lnTo>
                    <a:pt x="3464153" y="431538"/>
                  </a:lnTo>
                  <a:lnTo>
                    <a:pt x="3464340" y="435488"/>
                  </a:lnTo>
                  <a:lnTo>
                    <a:pt x="3464527" y="439078"/>
                  </a:lnTo>
                  <a:lnTo>
                    <a:pt x="3464714" y="442783"/>
                  </a:lnTo>
                  <a:lnTo>
                    <a:pt x="3464901" y="445625"/>
                  </a:lnTo>
                  <a:lnTo>
                    <a:pt x="3465088" y="447759"/>
                  </a:lnTo>
                  <a:lnTo>
                    <a:pt x="3465275" y="449959"/>
                  </a:lnTo>
                  <a:lnTo>
                    <a:pt x="3465462" y="451449"/>
                  </a:lnTo>
                  <a:lnTo>
                    <a:pt x="3465649" y="453884"/>
                  </a:lnTo>
                  <a:lnTo>
                    <a:pt x="3465836" y="456254"/>
                  </a:lnTo>
                  <a:lnTo>
                    <a:pt x="3466023" y="457465"/>
                  </a:lnTo>
                  <a:lnTo>
                    <a:pt x="3466210" y="458172"/>
                  </a:lnTo>
                  <a:lnTo>
                    <a:pt x="3466397" y="459652"/>
                  </a:lnTo>
                  <a:lnTo>
                    <a:pt x="3466583" y="461197"/>
                  </a:lnTo>
                  <a:lnTo>
                    <a:pt x="3466770" y="461869"/>
                  </a:lnTo>
                  <a:lnTo>
                    <a:pt x="3466957" y="463038"/>
                  </a:lnTo>
                  <a:lnTo>
                    <a:pt x="3467144" y="463861"/>
                  </a:lnTo>
                  <a:lnTo>
                    <a:pt x="3467331" y="464993"/>
                  </a:lnTo>
                  <a:lnTo>
                    <a:pt x="3467518" y="464455"/>
                  </a:lnTo>
                  <a:lnTo>
                    <a:pt x="3467705" y="462581"/>
                  </a:lnTo>
                  <a:lnTo>
                    <a:pt x="3467892" y="461634"/>
                  </a:lnTo>
                  <a:lnTo>
                    <a:pt x="3468079" y="460394"/>
                  </a:lnTo>
                  <a:lnTo>
                    <a:pt x="3468266" y="458536"/>
                  </a:lnTo>
                  <a:lnTo>
                    <a:pt x="3468453" y="454746"/>
                  </a:lnTo>
                  <a:lnTo>
                    <a:pt x="3468640" y="451040"/>
                  </a:lnTo>
                  <a:lnTo>
                    <a:pt x="3468826" y="447141"/>
                  </a:lnTo>
                  <a:lnTo>
                    <a:pt x="3469013" y="442974"/>
                  </a:lnTo>
                  <a:lnTo>
                    <a:pt x="3469200" y="439112"/>
                  </a:lnTo>
                  <a:lnTo>
                    <a:pt x="3469387" y="434469"/>
                  </a:lnTo>
                  <a:lnTo>
                    <a:pt x="3469574" y="429330"/>
                  </a:lnTo>
                  <a:lnTo>
                    <a:pt x="3469761" y="427010"/>
                  </a:lnTo>
                  <a:lnTo>
                    <a:pt x="3469948" y="425036"/>
                  </a:lnTo>
                  <a:lnTo>
                    <a:pt x="3470135" y="423871"/>
                  </a:lnTo>
                  <a:lnTo>
                    <a:pt x="3470322" y="424430"/>
                  </a:lnTo>
                  <a:lnTo>
                    <a:pt x="3470509" y="426374"/>
                  </a:lnTo>
                  <a:lnTo>
                    <a:pt x="3470696" y="429119"/>
                  </a:lnTo>
                  <a:lnTo>
                    <a:pt x="3470883" y="432604"/>
                  </a:lnTo>
                  <a:lnTo>
                    <a:pt x="3471070" y="436395"/>
                  </a:lnTo>
                  <a:lnTo>
                    <a:pt x="3471256" y="442086"/>
                  </a:lnTo>
                  <a:lnTo>
                    <a:pt x="3471443" y="448411"/>
                  </a:lnTo>
                  <a:lnTo>
                    <a:pt x="3471630" y="454783"/>
                  </a:lnTo>
                  <a:lnTo>
                    <a:pt x="3471817" y="460245"/>
                  </a:lnTo>
                  <a:lnTo>
                    <a:pt x="3472004" y="465259"/>
                  </a:lnTo>
                  <a:lnTo>
                    <a:pt x="3472191" y="470440"/>
                  </a:lnTo>
                  <a:lnTo>
                    <a:pt x="3472378" y="474388"/>
                  </a:lnTo>
                  <a:lnTo>
                    <a:pt x="3472565" y="477523"/>
                  </a:lnTo>
                  <a:lnTo>
                    <a:pt x="3472752" y="480206"/>
                  </a:lnTo>
                  <a:lnTo>
                    <a:pt x="3472939" y="482242"/>
                  </a:lnTo>
                  <a:lnTo>
                    <a:pt x="3473126" y="485096"/>
                  </a:lnTo>
                  <a:lnTo>
                    <a:pt x="3473313" y="485971"/>
                  </a:lnTo>
                  <a:lnTo>
                    <a:pt x="3473500" y="486962"/>
                  </a:lnTo>
                  <a:lnTo>
                    <a:pt x="3473686" y="487669"/>
                  </a:lnTo>
                  <a:lnTo>
                    <a:pt x="3473873" y="488007"/>
                  </a:lnTo>
                  <a:lnTo>
                    <a:pt x="3474060" y="488928"/>
                  </a:lnTo>
                  <a:lnTo>
                    <a:pt x="3474247" y="490894"/>
                  </a:lnTo>
                  <a:lnTo>
                    <a:pt x="3474434" y="494168"/>
                  </a:lnTo>
                  <a:lnTo>
                    <a:pt x="3474621" y="497089"/>
                  </a:lnTo>
                  <a:lnTo>
                    <a:pt x="3474808" y="501541"/>
                  </a:lnTo>
                  <a:lnTo>
                    <a:pt x="3474995" y="507893"/>
                  </a:lnTo>
                  <a:lnTo>
                    <a:pt x="3475182" y="517255"/>
                  </a:lnTo>
                  <a:lnTo>
                    <a:pt x="3475369" y="528101"/>
                  </a:lnTo>
                  <a:lnTo>
                    <a:pt x="3475556" y="540272"/>
                  </a:lnTo>
                  <a:lnTo>
                    <a:pt x="3475743" y="553889"/>
                  </a:lnTo>
                  <a:lnTo>
                    <a:pt x="3475929" y="568502"/>
                  </a:lnTo>
                  <a:lnTo>
                    <a:pt x="3476116" y="583642"/>
                  </a:lnTo>
                  <a:lnTo>
                    <a:pt x="3476303" y="598264"/>
                  </a:lnTo>
                  <a:lnTo>
                    <a:pt x="3476490" y="613974"/>
                  </a:lnTo>
                  <a:lnTo>
                    <a:pt x="3476677" y="629303"/>
                  </a:lnTo>
                  <a:lnTo>
                    <a:pt x="3476864" y="644110"/>
                  </a:lnTo>
                  <a:lnTo>
                    <a:pt x="3477051" y="658285"/>
                  </a:lnTo>
                  <a:lnTo>
                    <a:pt x="3477238" y="673617"/>
                  </a:lnTo>
                  <a:lnTo>
                    <a:pt x="3477425" y="689465"/>
                  </a:lnTo>
                  <a:lnTo>
                    <a:pt x="3477612" y="705483"/>
                  </a:lnTo>
                  <a:lnTo>
                    <a:pt x="3477799" y="721818"/>
                  </a:lnTo>
                  <a:lnTo>
                    <a:pt x="3477986" y="736315"/>
                  </a:lnTo>
                  <a:lnTo>
                    <a:pt x="3478173" y="750552"/>
                  </a:lnTo>
                  <a:lnTo>
                    <a:pt x="3478359" y="764919"/>
                  </a:lnTo>
                  <a:lnTo>
                    <a:pt x="3478546" y="778899"/>
                  </a:lnTo>
                  <a:lnTo>
                    <a:pt x="3478733" y="793950"/>
                  </a:lnTo>
                  <a:lnTo>
                    <a:pt x="3478920" y="807329"/>
                  </a:lnTo>
                  <a:lnTo>
                    <a:pt x="3479107" y="820034"/>
                  </a:lnTo>
                  <a:lnTo>
                    <a:pt x="3479294" y="833001"/>
                  </a:lnTo>
                  <a:lnTo>
                    <a:pt x="3479481" y="845844"/>
                  </a:lnTo>
                  <a:lnTo>
                    <a:pt x="3479668" y="858480"/>
                  </a:lnTo>
                  <a:lnTo>
                    <a:pt x="3479855" y="871140"/>
                  </a:lnTo>
                  <a:lnTo>
                    <a:pt x="3480042" y="881020"/>
                  </a:lnTo>
                  <a:lnTo>
                    <a:pt x="3480229" y="889892"/>
                  </a:lnTo>
                  <a:lnTo>
                    <a:pt x="3480416" y="896106"/>
                  </a:lnTo>
                  <a:lnTo>
                    <a:pt x="3480603" y="901130"/>
                  </a:lnTo>
                  <a:lnTo>
                    <a:pt x="3480789" y="904138"/>
                  </a:lnTo>
                  <a:lnTo>
                    <a:pt x="3480976" y="906281"/>
                  </a:lnTo>
                  <a:lnTo>
                    <a:pt x="3481163" y="906377"/>
                  </a:lnTo>
                  <a:lnTo>
                    <a:pt x="3481350" y="905009"/>
                  </a:lnTo>
                  <a:lnTo>
                    <a:pt x="3481537" y="899904"/>
                  </a:lnTo>
                  <a:lnTo>
                    <a:pt x="3481724" y="892100"/>
                  </a:lnTo>
                  <a:lnTo>
                    <a:pt x="3481911" y="882395"/>
                  </a:lnTo>
                  <a:lnTo>
                    <a:pt x="3482098" y="870447"/>
                  </a:lnTo>
                  <a:lnTo>
                    <a:pt x="3482285" y="858333"/>
                  </a:lnTo>
                  <a:lnTo>
                    <a:pt x="3482472" y="846188"/>
                  </a:lnTo>
                  <a:lnTo>
                    <a:pt x="3482659" y="834110"/>
                  </a:lnTo>
                  <a:lnTo>
                    <a:pt x="3482846" y="822828"/>
                  </a:lnTo>
                  <a:lnTo>
                    <a:pt x="3483032" y="812065"/>
                  </a:lnTo>
                  <a:lnTo>
                    <a:pt x="3483219" y="802280"/>
                  </a:lnTo>
                  <a:lnTo>
                    <a:pt x="3483406" y="793408"/>
                  </a:lnTo>
                  <a:lnTo>
                    <a:pt x="3483593" y="785620"/>
                  </a:lnTo>
                  <a:lnTo>
                    <a:pt x="3483780" y="776673"/>
                  </a:lnTo>
                  <a:lnTo>
                    <a:pt x="3483967" y="767675"/>
                  </a:lnTo>
                  <a:lnTo>
                    <a:pt x="3484154" y="759138"/>
                  </a:lnTo>
                  <a:lnTo>
                    <a:pt x="3484341" y="750976"/>
                  </a:lnTo>
                  <a:lnTo>
                    <a:pt x="3484528" y="743998"/>
                  </a:lnTo>
                  <a:lnTo>
                    <a:pt x="3484715" y="737152"/>
                  </a:lnTo>
                  <a:lnTo>
                    <a:pt x="3484902" y="730730"/>
                  </a:lnTo>
                  <a:lnTo>
                    <a:pt x="3485089" y="725280"/>
                  </a:lnTo>
                  <a:lnTo>
                    <a:pt x="3485276" y="719321"/>
                  </a:lnTo>
                  <a:lnTo>
                    <a:pt x="3485462" y="712529"/>
                  </a:lnTo>
                  <a:lnTo>
                    <a:pt x="3485649" y="706283"/>
                  </a:lnTo>
                  <a:lnTo>
                    <a:pt x="3485836" y="697681"/>
                  </a:lnTo>
                  <a:lnTo>
                    <a:pt x="3486023" y="688327"/>
                  </a:lnTo>
                  <a:lnTo>
                    <a:pt x="3486210" y="676325"/>
                  </a:lnTo>
                  <a:lnTo>
                    <a:pt x="3486397" y="666271"/>
                  </a:lnTo>
                  <a:lnTo>
                    <a:pt x="3486584" y="656799"/>
                  </a:lnTo>
                  <a:lnTo>
                    <a:pt x="3486771" y="648443"/>
                  </a:lnTo>
                  <a:lnTo>
                    <a:pt x="3486958" y="639005"/>
                  </a:lnTo>
                  <a:lnTo>
                    <a:pt x="3487145" y="629935"/>
                  </a:lnTo>
                  <a:lnTo>
                    <a:pt x="3487332" y="620364"/>
                  </a:lnTo>
                  <a:lnTo>
                    <a:pt x="3487519" y="611260"/>
                  </a:lnTo>
                  <a:lnTo>
                    <a:pt x="3487705" y="603423"/>
                  </a:lnTo>
                  <a:lnTo>
                    <a:pt x="3487892" y="595946"/>
                  </a:lnTo>
                  <a:lnTo>
                    <a:pt x="3488079" y="590033"/>
                  </a:lnTo>
                  <a:lnTo>
                    <a:pt x="3488266" y="584995"/>
                  </a:lnTo>
                  <a:lnTo>
                    <a:pt x="3488453" y="579265"/>
                  </a:lnTo>
                  <a:lnTo>
                    <a:pt x="3488640" y="575315"/>
                  </a:lnTo>
                  <a:lnTo>
                    <a:pt x="3488827" y="571699"/>
                  </a:lnTo>
                  <a:lnTo>
                    <a:pt x="3489014" y="567221"/>
                  </a:lnTo>
                  <a:lnTo>
                    <a:pt x="3489201" y="563688"/>
                  </a:lnTo>
                  <a:lnTo>
                    <a:pt x="3489388" y="561785"/>
                  </a:lnTo>
                  <a:lnTo>
                    <a:pt x="3489575" y="561904"/>
                  </a:lnTo>
                  <a:lnTo>
                    <a:pt x="3489762" y="564235"/>
                  </a:lnTo>
                  <a:lnTo>
                    <a:pt x="3489949" y="567795"/>
                  </a:lnTo>
                  <a:lnTo>
                    <a:pt x="3490135" y="573926"/>
                  </a:lnTo>
                  <a:lnTo>
                    <a:pt x="3490322" y="579898"/>
                  </a:lnTo>
                  <a:lnTo>
                    <a:pt x="3490509" y="587409"/>
                  </a:lnTo>
                  <a:lnTo>
                    <a:pt x="3490696" y="594776"/>
                  </a:lnTo>
                  <a:lnTo>
                    <a:pt x="3490883" y="602183"/>
                  </a:lnTo>
                  <a:lnTo>
                    <a:pt x="3491070" y="606286"/>
                  </a:lnTo>
                  <a:lnTo>
                    <a:pt x="3491257" y="608914"/>
                  </a:lnTo>
                  <a:lnTo>
                    <a:pt x="3491444" y="611735"/>
                  </a:lnTo>
                  <a:lnTo>
                    <a:pt x="3491631" y="615674"/>
                  </a:lnTo>
                  <a:lnTo>
                    <a:pt x="3491818" y="619260"/>
                  </a:lnTo>
                  <a:lnTo>
                    <a:pt x="3492005" y="623800"/>
                  </a:lnTo>
                  <a:lnTo>
                    <a:pt x="3492192" y="628151"/>
                  </a:lnTo>
                  <a:lnTo>
                    <a:pt x="3492379" y="631572"/>
                  </a:lnTo>
                  <a:lnTo>
                    <a:pt x="3492565" y="634018"/>
                  </a:lnTo>
                  <a:lnTo>
                    <a:pt x="3492752" y="636527"/>
                  </a:lnTo>
                  <a:lnTo>
                    <a:pt x="3492939" y="640128"/>
                  </a:lnTo>
                  <a:lnTo>
                    <a:pt x="3493126" y="643265"/>
                  </a:lnTo>
                  <a:lnTo>
                    <a:pt x="3493313" y="645952"/>
                  </a:lnTo>
                  <a:lnTo>
                    <a:pt x="3493500" y="649427"/>
                  </a:lnTo>
                  <a:lnTo>
                    <a:pt x="3493687" y="652660"/>
                  </a:lnTo>
                  <a:lnTo>
                    <a:pt x="3493874" y="656057"/>
                  </a:lnTo>
                  <a:lnTo>
                    <a:pt x="3494061" y="660262"/>
                  </a:lnTo>
                  <a:lnTo>
                    <a:pt x="3494248" y="666932"/>
                  </a:lnTo>
                  <a:lnTo>
                    <a:pt x="3494435" y="674749"/>
                  </a:lnTo>
                  <a:lnTo>
                    <a:pt x="3494622" y="684040"/>
                  </a:lnTo>
                  <a:lnTo>
                    <a:pt x="3494808" y="694072"/>
                  </a:lnTo>
                  <a:lnTo>
                    <a:pt x="3494995" y="704193"/>
                  </a:lnTo>
                  <a:lnTo>
                    <a:pt x="3495182" y="715505"/>
                  </a:lnTo>
                  <a:lnTo>
                    <a:pt x="3495369" y="726481"/>
                  </a:lnTo>
                  <a:lnTo>
                    <a:pt x="3495556" y="736945"/>
                  </a:lnTo>
                  <a:lnTo>
                    <a:pt x="3495743" y="747900"/>
                  </a:lnTo>
                  <a:lnTo>
                    <a:pt x="3495930" y="758204"/>
                  </a:lnTo>
                  <a:lnTo>
                    <a:pt x="3496117" y="768421"/>
                  </a:lnTo>
                  <a:lnTo>
                    <a:pt x="3496304" y="777491"/>
                  </a:lnTo>
                  <a:lnTo>
                    <a:pt x="3496491" y="787558"/>
                  </a:lnTo>
                  <a:lnTo>
                    <a:pt x="3496678" y="797308"/>
                  </a:lnTo>
                  <a:lnTo>
                    <a:pt x="3496865" y="805742"/>
                  </a:lnTo>
                  <a:lnTo>
                    <a:pt x="3497052" y="812856"/>
                  </a:lnTo>
                  <a:lnTo>
                    <a:pt x="3497238" y="818841"/>
                  </a:lnTo>
                  <a:lnTo>
                    <a:pt x="3497425" y="824230"/>
                  </a:lnTo>
                  <a:lnTo>
                    <a:pt x="3497612" y="829999"/>
                  </a:lnTo>
                  <a:lnTo>
                    <a:pt x="3497799" y="835139"/>
                  </a:lnTo>
                  <a:lnTo>
                    <a:pt x="3497986" y="840380"/>
                  </a:lnTo>
                  <a:lnTo>
                    <a:pt x="3498173" y="845273"/>
                  </a:lnTo>
                  <a:lnTo>
                    <a:pt x="3498360" y="849393"/>
                  </a:lnTo>
                  <a:lnTo>
                    <a:pt x="3498547" y="854525"/>
                  </a:lnTo>
                  <a:lnTo>
                    <a:pt x="3498734" y="860602"/>
                  </a:lnTo>
                  <a:lnTo>
                    <a:pt x="3498921" y="867524"/>
                  </a:lnTo>
                  <a:lnTo>
                    <a:pt x="3499108" y="875510"/>
                  </a:lnTo>
                  <a:lnTo>
                    <a:pt x="3499295" y="883120"/>
                  </a:lnTo>
                  <a:lnTo>
                    <a:pt x="3499482" y="891712"/>
                  </a:lnTo>
                  <a:lnTo>
                    <a:pt x="3499668" y="899998"/>
                  </a:lnTo>
                  <a:lnTo>
                    <a:pt x="3499855" y="908010"/>
                  </a:lnTo>
                  <a:lnTo>
                    <a:pt x="3500042" y="914918"/>
                  </a:lnTo>
                  <a:lnTo>
                    <a:pt x="3500229" y="920251"/>
                  </a:lnTo>
                  <a:lnTo>
                    <a:pt x="3500416" y="924941"/>
                  </a:lnTo>
                  <a:lnTo>
                    <a:pt x="3500603" y="927807"/>
                  </a:lnTo>
                  <a:lnTo>
                    <a:pt x="3500790" y="930425"/>
                  </a:lnTo>
                  <a:lnTo>
                    <a:pt x="3500977" y="932817"/>
                  </a:lnTo>
                  <a:lnTo>
                    <a:pt x="3501164" y="933603"/>
                  </a:lnTo>
                  <a:lnTo>
                    <a:pt x="3501351" y="933048"/>
                  </a:lnTo>
                  <a:lnTo>
                    <a:pt x="3501538" y="931427"/>
                  </a:lnTo>
                  <a:lnTo>
                    <a:pt x="3501725" y="930942"/>
                  </a:lnTo>
                  <a:lnTo>
                    <a:pt x="3501911" y="930331"/>
                  </a:lnTo>
                  <a:lnTo>
                    <a:pt x="3502098" y="928973"/>
                  </a:lnTo>
                  <a:lnTo>
                    <a:pt x="3502285" y="928325"/>
                  </a:lnTo>
                  <a:lnTo>
                    <a:pt x="3502472" y="926161"/>
                  </a:lnTo>
                  <a:lnTo>
                    <a:pt x="3502659" y="924171"/>
                  </a:lnTo>
                  <a:lnTo>
                    <a:pt x="3502846" y="922440"/>
                  </a:lnTo>
                  <a:lnTo>
                    <a:pt x="3503033" y="919846"/>
                  </a:lnTo>
                  <a:lnTo>
                    <a:pt x="3503220" y="915691"/>
                  </a:lnTo>
                  <a:lnTo>
                    <a:pt x="3503407" y="910681"/>
                  </a:lnTo>
                  <a:lnTo>
                    <a:pt x="3503594" y="905909"/>
                  </a:lnTo>
                  <a:lnTo>
                    <a:pt x="3503781" y="899935"/>
                  </a:lnTo>
                  <a:lnTo>
                    <a:pt x="3503968" y="894989"/>
                  </a:lnTo>
                  <a:lnTo>
                    <a:pt x="3504155" y="890811"/>
                  </a:lnTo>
                  <a:lnTo>
                    <a:pt x="3504341" y="885799"/>
                  </a:lnTo>
                  <a:lnTo>
                    <a:pt x="3504528" y="881359"/>
                  </a:lnTo>
                  <a:lnTo>
                    <a:pt x="3504715" y="876957"/>
                  </a:lnTo>
                  <a:lnTo>
                    <a:pt x="3504902" y="873322"/>
                  </a:lnTo>
                  <a:lnTo>
                    <a:pt x="3505089" y="870229"/>
                  </a:lnTo>
                  <a:lnTo>
                    <a:pt x="3505276" y="866194"/>
                  </a:lnTo>
                  <a:lnTo>
                    <a:pt x="3505463" y="863053"/>
                  </a:lnTo>
                  <a:lnTo>
                    <a:pt x="3505650" y="860222"/>
                  </a:lnTo>
                  <a:lnTo>
                    <a:pt x="3505837" y="859275"/>
                  </a:lnTo>
                  <a:lnTo>
                    <a:pt x="3506024" y="858806"/>
                  </a:lnTo>
                  <a:lnTo>
                    <a:pt x="3506211" y="859216"/>
                  </a:lnTo>
                  <a:lnTo>
                    <a:pt x="3506398" y="859886"/>
                  </a:lnTo>
                  <a:lnTo>
                    <a:pt x="3506584" y="861115"/>
                  </a:lnTo>
                  <a:lnTo>
                    <a:pt x="3506771" y="861806"/>
                  </a:lnTo>
                  <a:lnTo>
                    <a:pt x="3506958" y="863842"/>
                  </a:lnTo>
                  <a:lnTo>
                    <a:pt x="3507145" y="864975"/>
                  </a:lnTo>
                  <a:lnTo>
                    <a:pt x="3507332" y="866544"/>
                  </a:lnTo>
                  <a:lnTo>
                    <a:pt x="3507519" y="868809"/>
                  </a:lnTo>
                  <a:lnTo>
                    <a:pt x="3507706" y="871046"/>
                  </a:lnTo>
                  <a:lnTo>
                    <a:pt x="3507893" y="872946"/>
                  </a:lnTo>
                  <a:lnTo>
                    <a:pt x="3508080" y="874635"/>
                  </a:lnTo>
                  <a:lnTo>
                    <a:pt x="3508267" y="876985"/>
                  </a:lnTo>
                  <a:lnTo>
                    <a:pt x="3508454" y="880930"/>
                  </a:lnTo>
                  <a:lnTo>
                    <a:pt x="3508641" y="883189"/>
                  </a:lnTo>
                  <a:lnTo>
                    <a:pt x="3508828" y="884243"/>
                  </a:lnTo>
                  <a:lnTo>
                    <a:pt x="3509014" y="885403"/>
                  </a:lnTo>
                  <a:lnTo>
                    <a:pt x="3509201" y="887481"/>
                  </a:lnTo>
                  <a:lnTo>
                    <a:pt x="3509388" y="888295"/>
                  </a:lnTo>
                  <a:lnTo>
                    <a:pt x="3509575" y="888082"/>
                  </a:lnTo>
                  <a:lnTo>
                    <a:pt x="3509762" y="886671"/>
                  </a:lnTo>
                  <a:lnTo>
                    <a:pt x="3509949" y="884707"/>
                  </a:lnTo>
                  <a:lnTo>
                    <a:pt x="3510136" y="882190"/>
                  </a:lnTo>
                  <a:lnTo>
                    <a:pt x="3510323" y="881140"/>
                  </a:lnTo>
                  <a:lnTo>
                    <a:pt x="3510510" y="879978"/>
                  </a:lnTo>
                  <a:lnTo>
                    <a:pt x="3510697" y="879664"/>
                  </a:lnTo>
                  <a:lnTo>
                    <a:pt x="3510884" y="879435"/>
                  </a:lnTo>
                  <a:lnTo>
                    <a:pt x="3511071" y="879845"/>
                  </a:lnTo>
                  <a:lnTo>
                    <a:pt x="3511258" y="880137"/>
                  </a:lnTo>
                  <a:lnTo>
                    <a:pt x="3511444" y="879511"/>
                  </a:lnTo>
                  <a:lnTo>
                    <a:pt x="3511631" y="878662"/>
                  </a:lnTo>
                  <a:lnTo>
                    <a:pt x="3511818" y="877942"/>
                  </a:lnTo>
                  <a:lnTo>
                    <a:pt x="3512005" y="876137"/>
                  </a:lnTo>
                  <a:lnTo>
                    <a:pt x="3512192" y="875068"/>
                  </a:lnTo>
                  <a:lnTo>
                    <a:pt x="3512379" y="873596"/>
                  </a:lnTo>
                  <a:lnTo>
                    <a:pt x="3512566" y="871504"/>
                  </a:lnTo>
                  <a:lnTo>
                    <a:pt x="3512753" y="869249"/>
                  </a:lnTo>
                  <a:lnTo>
                    <a:pt x="3512940" y="866769"/>
                  </a:lnTo>
                  <a:lnTo>
                    <a:pt x="3513127" y="862616"/>
                  </a:lnTo>
                  <a:lnTo>
                    <a:pt x="3513314" y="856412"/>
                  </a:lnTo>
                  <a:lnTo>
                    <a:pt x="3513501" y="848958"/>
                  </a:lnTo>
                  <a:lnTo>
                    <a:pt x="3513687" y="840103"/>
                  </a:lnTo>
                  <a:lnTo>
                    <a:pt x="3513874" y="829977"/>
                  </a:lnTo>
                  <a:lnTo>
                    <a:pt x="3514061" y="819454"/>
                  </a:lnTo>
                  <a:lnTo>
                    <a:pt x="3514248" y="810640"/>
                  </a:lnTo>
                  <a:lnTo>
                    <a:pt x="3514435" y="802518"/>
                  </a:lnTo>
                  <a:lnTo>
                    <a:pt x="3514622" y="795088"/>
                  </a:lnTo>
                  <a:lnTo>
                    <a:pt x="3514809" y="788268"/>
                  </a:lnTo>
                  <a:lnTo>
                    <a:pt x="3514996" y="780924"/>
                  </a:lnTo>
                  <a:lnTo>
                    <a:pt x="3515183" y="773696"/>
                  </a:lnTo>
                  <a:lnTo>
                    <a:pt x="3515370" y="766113"/>
                  </a:lnTo>
                  <a:lnTo>
                    <a:pt x="3515557" y="758371"/>
                  </a:lnTo>
                  <a:lnTo>
                    <a:pt x="3515744" y="750061"/>
                  </a:lnTo>
                  <a:lnTo>
                    <a:pt x="3515931" y="742580"/>
                  </a:lnTo>
                  <a:lnTo>
                    <a:pt x="3516117" y="735803"/>
                  </a:lnTo>
                  <a:lnTo>
                    <a:pt x="3516304" y="729130"/>
                  </a:lnTo>
                  <a:lnTo>
                    <a:pt x="3516491" y="723641"/>
                  </a:lnTo>
                  <a:lnTo>
                    <a:pt x="3516678" y="718607"/>
                  </a:lnTo>
                  <a:lnTo>
                    <a:pt x="3516865" y="714958"/>
                  </a:lnTo>
                  <a:lnTo>
                    <a:pt x="3517052" y="712484"/>
                  </a:lnTo>
                  <a:lnTo>
                    <a:pt x="3517239" y="711083"/>
                  </a:lnTo>
                  <a:lnTo>
                    <a:pt x="3517426" y="710799"/>
                  </a:lnTo>
                  <a:lnTo>
                    <a:pt x="3517613" y="710869"/>
                  </a:lnTo>
                  <a:lnTo>
                    <a:pt x="3517800" y="712828"/>
                  </a:lnTo>
                  <a:lnTo>
                    <a:pt x="3517987" y="715531"/>
                  </a:lnTo>
                  <a:lnTo>
                    <a:pt x="3518174" y="720093"/>
                  </a:lnTo>
                  <a:lnTo>
                    <a:pt x="3518361" y="725382"/>
                  </a:lnTo>
                  <a:lnTo>
                    <a:pt x="3518547" y="730865"/>
                  </a:lnTo>
                  <a:lnTo>
                    <a:pt x="3518734" y="736817"/>
                  </a:lnTo>
                  <a:lnTo>
                    <a:pt x="3518921" y="743998"/>
                  </a:lnTo>
                  <a:lnTo>
                    <a:pt x="3519108" y="752833"/>
                  </a:lnTo>
                  <a:lnTo>
                    <a:pt x="3519295" y="762255"/>
                  </a:lnTo>
                  <a:lnTo>
                    <a:pt x="3519482" y="773416"/>
                  </a:lnTo>
                  <a:lnTo>
                    <a:pt x="3519669" y="784147"/>
                  </a:lnTo>
                  <a:lnTo>
                    <a:pt x="3519856" y="794294"/>
                  </a:lnTo>
                  <a:lnTo>
                    <a:pt x="3520043" y="804138"/>
                  </a:lnTo>
                  <a:lnTo>
                    <a:pt x="3520230" y="813470"/>
                  </a:lnTo>
                  <a:lnTo>
                    <a:pt x="3520417" y="822214"/>
                  </a:lnTo>
                  <a:lnTo>
                    <a:pt x="3520604" y="830403"/>
                  </a:lnTo>
                  <a:lnTo>
                    <a:pt x="3520790" y="837812"/>
                  </a:lnTo>
                  <a:lnTo>
                    <a:pt x="3520977" y="843744"/>
                  </a:lnTo>
                  <a:lnTo>
                    <a:pt x="3521164" y="850607"/>
                  </a:lnTo>
                  <a:lnTo>
                    <a:pt x="3521351" y="857225"/>
                  </a:lnTo>
                  <a:lnTo>
                    <a:pt x="3521538" y="863701"/>
                  </a:lnTo>
                  <a:lnTo>
                    <a:pt x="3521725" y="870544"/>
                  </a:lnTo>
                  <a:lnTo>
                    <a:pt x="3521912" y="877303"/>
                  </a:lnTo>
                  <a:lnTo>
                    <a:pt x="3522099" y="883809"/>
                  </a:lnTo>
                  <a:lnTo>
                    <a:pt x="3522286" y="889126"/>
                  </a:lnTo>
                  <a:lnTo>
                    <a:pt x="3522473" y="893313"/>
                  </a:lnTo>
                  <a:lnTo>
                    <a:pt x="3522660" y="897412"/>
                  </a:lnTo>
                  <a:lnTo>
                    <a:pt x="3522847" y="902108"/>
                  </a:lnTo>
                  <a:lnTo>
                    <a:pt x="3523034" y="906236"/>
                  </a:lnTo>
                  <a:lnTo>
                    <a:pt x="3523220" y="912636"/>
                  </a:lnTo>
                  <a:lnTo>
                    <a:pt x="3523407" y="919990"/>
                  </a:lnTo>
                  <a:lnTo>
                    <a:pt x="3523594" y="929121"/>
                  </a:lnTo>
                  <a:lnTo>
                    <a:pt x="3523781" y="937173"/>
                  </a:lnTo>
                  <a:lnTo>
                    <a:pt x="3523968" y="945533"/>
                  </a:lnTo>
                  <a:lnTo>
                    <a:pt x="3524155" y="952555"/>
                  </a:lnTo>
                  <a:lnTo>
                    <a:pt x="3524342" y="959875"/>
                  </a:lnTo>
                  <a:lnTo>
                    <a:pt x="3524529" y="968232"/>
                  </a:lnTo>
                  <a:lnTo>
                    <a:pt x="3524716" y="977049"/>
                  </a:lnTo>
                  <a:lnTo>
                    <a:pt x="3524903" y="985230"/>
                  </a:lnTo>
                  <a:lnTo>
                    <a:pt x="3525090" y="992864"/>
                  </a:lnTo>
                  <a:lnTo>
                    <a:pt x="3525277" y="1000363"/>
                  </a:lnTo>
                  <a:lnTo>
                    <a:pt x="3525463" y="1007503"/>
                  </a:lnTo>
                  <a:lnTo>
                    <a:pt x="3525650" y="1013567"/>
                  </a:lnTo>
                  <a:lnTo>
                    <a:pt x="3525837" y="1020766"/>
                  </a:lnTo>
                  <a:lnTo>
                    <a:pt x="3526024" y="1026568"/>
                  </a:lnTo>
                  <a:lnTo>
                    <a:pt x="3526211" y="1033285"/>
                  </a:lnTo>
                  <a:lnTo>
                    <a:pt x="3526398" y="1040754"/>
                  </a:lnTo>
                  <a:lnTo>
                    <a:pt x="3526585" y="1049058"/>
                  </a:lnTo>
                  <a:lnTo>
                    <a:pt x="3526772" y="1056901"/>
                  </a:lnTo>
                  <a:lnTo>
                    <a:pt x="3526959" y="1063454"/>
                  </a:lnTo>
                  <a:lnTo>
                    <a:pt x="3527146" y="1069123"/>
                  </a:lnTo>
                  <a:lnTo>
                    <a:pt x="3527333" y="1074695"/>
                  </a:lnTo>
                  <a:lnTo>
                    <a:pt x="3527520" y="1080106"/>
                  </a:lnTo>
                  <a:lnTo>
                    <a:pt x="3527707" y="1084914"/>
                  </a:lnTo>
                  <a:lnTo>
                    <a:pt x="3527893" y="1089348"/>
                  </a:lnTo>
                  <a:lnTo>
                    <a:pt x="3528080" y="1093926"/>
                  </a:lnTo>
                  <a:lnTo>
                    <a:pt x="3528267" y="1097570"/>
                  </a:lnTo>
                  <a:lnTo>
                    <a:pt x="3528454" y="1102155"/>
                  </a:lnTo>
                  <a:lnTo>
                    <a:pt x="3528641" y="1106833"/>
                  </a:lnTo>
                  <a:lnTo>
                    <a:pt x="3528828" y="1111682"/>
                  </a:lnTo>
                  <a:lnTo>
                    <a:pt x="3529015" y="1115908"/>
                  </a:lnTo>
                  <a:lnTo>
                    <a:pt x="3529202" y="1119338"/>
                  </a:lnTo>
                  <a:lnTo>
                    <a:pt x="3529389" y="1122183"/>
                  </a:lnTo>
                  <a:lnTo>
                    <a:pt x="3529576" y="1125072"/>
                  </a:lnTo>
                  <a:lnTo>
                    <a:pt x="3529763" y="1128354"/>
                  </a:lnTo>
                  <a:lnTo>
                    <a:pt x="3529950" y="1131447"/>
                  </a:lnTo>
                  <a:lnTo>
                    <a:pt x="3530137" y="1134852"/>
                  </a:lnTo>
                  <a:lnTo>
                    <a:pt x="3530323" y="1136982"/>
                  </a:lnTo>
                  <a:lnTo>
                    <a:pt x="3530510" y="1139288"/>
                  </a:lnTo>
                  <a:lnTo>
                    <a:pt x="3530697" y="1141981"/>
                  </a:lnTo>
                  <a:lnTo>
                    <a:pt x="3530884" y="1143619"/>
                  </a:lnTo>
                  <a:lnTo>
                    <a:pt x="3531071" y="1145909"/>
                  </a:lnTo>
                  <a:lnTo>
                    <a:pt x="3531258" y="1149033"/>
                  </a:lnTo>
                  <a:lnTo>
                    <a:pt x="3531445" y="1151647"/>
                  </a:lnTo>
                  <a:lnTo>
                    <a:pt x="3531632" y="1153312"/>
                  </a:lnTo>
                  <a:lnTo>
                    <a:pt x="3531819" y="1154491"/>
                  </a:lnTo>
                  <a:lnTo>
                    <a:pt x="3532006" y="1154686"/>
                  </a:lnTo>
                  <a:lnTo>
                    <a:pt x="3532193" y="1154329"/>
                  </a:lnTo>
                  <a:lnTo>
                    <a:pt x="3532380" y="1153948"/>
                  </a:lnTo>
                  <a:lnTo>
                    <a:pt x="3532566" y="1151725"/>
                  </a:lnTo>
                  <a:lnTo>
                    <a:pt x="3532753" y="1150453"/>
                  </a:lnTo>
                  <a:lnTo>
                    <a:pt x="3532940" y="1148879"/>
                  </a:lnTo>
                  <a:lnTo>
                    <a:pt x="3533127" y="1147498"/>
                  </a:lnTo>
                  <a:lnTo>
                    <a:pt x="3533314" y="1145140"/>
                  </a:lnTo>
                  <a:lnTo>
                    <a:pt x="3533501" y="1143267"/>
                  </a:lnTo>
                  <a:lnTo>
                    <a:pt x="3533688" y="1141500"/>
                  </a:lnTo>
                  <a:lnTo>
                    <a:pt x="3533875" y="1140315"/>
                  </a:lnTo>
                  <a:lnTo>
                    <a:pt x="3534062" y="1139055"/>
                  </a:lnTo>
                  <a:lnTo>
                    <a:pt x="3534249" y="1138358"/>
                  </a:lnTo>
                  <a:lnTo>
                    <a:pt x="3534436" y="1138118"/>
                  </a:lnTo>
                  <a:lnTo>
                    <a:pt x="3534623" y="1137451"/>
                  </a:lnTo>
                  <a:lnTo>
                    <a:pt x="3534810" y="1136916"/>
                  </a:lnTo>
                  <a:lnTo>
                    <a:pt x="3534996" y="1136269"/>
                  </a:lnTo>
                  <a:lnTo>
                    <a:pt x="3535183" y="1135836"/>
                  </a:lnTo>
                  <a:lnTo>
                    <a:pt x="3535370" y="1135612"/>
                  </a:lnTo>
                  <a:lnTo>
                    <a:pt x="3535557" y="1135598"/>
                  </a:lnTo>
                  <a:lnTo>
                    <a:pt x="3535744" y="1134427"/>
                  </a:lnTo>
                  <a:lnTo>
                    <a:pt x="3535931" y="1133374"/>
                  </a:lnTo>
                  <a:lnTo>
                    <a:pt x="3536118" y="1132706"/>
                  </a:lnTo>
                  <a:lnTo>
                    <a:pt x="3536305" y="1130994"/>
                  </a:lnTo>
                  <a:lnTo>
                    <a:pt x="3536492" y="1128325"/>
                  </a:lnTo>
                  <a:lnTo>
                    <a:pt x="3536679" y="1126111"/>
                  </a:lnTo>
                  <a:lnTo>
                    <a:pt x="3536866" y="1122650"/>
                  </a:lnTo>
                  <a:lnTo>
                    <a:pt x="3537053" y="1119769"/>
                  </a:lnTo>
                  <a:lnTo>
                    <a:pt x="3537240" y="1117289"/>
                  </a:lnTo>
                  <a:lnTo>
                    <a:pt x="3537426" y="1116172"/>
                  </a:lnTo>
                  <a:lnTo>
                    <a:pt x="3537613" y="1116039"/>
                  </a:lnTo>
                  <a:lnTo>
                    <a:pt x="3537800" y="1116393"/>
                  </a:lnTo>
                  <a:lnTo>
                    <a:pt x="3537987" y="1118444"/>
                  </a:lnTo>
                  <a:lnTo>
                    <a:pt x="3538174" y="1121689"/>
                  </a:lnTo>
                  <a:lnTo>
                    <a:pt x="3538361" y="1125087"/>
                  </a:lnTo>
                  <a:lnTo>
                    <a:pt x="3538548" y="1130251"/>
                  </a:lnTo>
                  <a:lnTo>
                    <a:pt x="3538735" y="1135978"/>
                  </a:lnTo>
                  <a:lnTo>
                    <a:pt x="3538922" y="1142678"/>
                  </a:lnTo>
                  <a:lnTo>
                    <a:pt x="3539109" y="1147948"/>
                  </a:lnTo>
                  <a:lnTo>
                    <a:pt x="3539296" y="1153930"/>
                  </a:lnTo>
                  <a:lnTo>
                    <a:pt x="3539483" y="1160690"/>
                  </a:lnTo>
                  <a:lnTo>
                    <a:pt x="3539669" y="1166799"/>
                  </a:lnTo>
                  <a:lnTo>
                    <a:pt x="3539856" y="1174165"/>
                  </a:lnTo>
                  <a:lnTo>
                    <a:pt x="3540043" y="1180026"/>
                  </a:lnTo>
                  <a:lnTo>
                    <a:pt x="3540230" y="1185858"/>
                  </a:lnTo>
                  <a:lnTo>
                    <a:pt x="3540417" y="1191397"/>
                  </a:lnTo>
                  <a:lnTo>
                    <a:pt x="3540604" y="1197913"/>
                  </a:lnTo>
                  <a:lnTo>
                    <a:pt x="3540791" y="1205417"/>
                  </a:lnTo>
                  <a:lnTo>
                    <a:pt x="3540978" y="1212507"/>
                  </a:lnTo>
                  <a:lnTo>
                    <a:pt x="3541165" y="1220188"/>
                  </a:lnTo>
                  <a:lnTo>
                    <a:pt x="3541352" y="1226241"/>
                  </a:lnTo>
                  <a:lnTo>
                    <a:pt x="3541539" y="1232106"/>
                  </a:lnTo>
                  <a:lnTo>
                    <a:pt x="3541726" y="1238701"/>
                  </a:lnTo>
                  <a:lnTo>
                    <a:pt x="3541913" y="1244180"/>
                  </a:lnTo>
                  <a:lnTo>
                    <a:pt x="3542099" y="1249685"/>
                  </a:lnTo>
                  <a:lnTo>
                    <a:pt x="3542286" y="1254958"/>
                  </a:lnTo>
                  <a:lnTo>
                    <a:pt x="3542473" y="1260275"/>
                  </a:lnTo>
                  <a:lnTo>
                    <a:pt x="3542660" y="1266790"/>
                  </a:lnTo>
                  <a:lnTo>
                    <a:pt x="3542847" y="1272804"/>
                  </a:lnTo>
                  <a:lnTo>
                    <a:pt x="3543034" y="1279579"/>
                  </a:lnTo>
                  <a:lnTo>
                    <a:pt x="3543221" y="1286602"/>
                  </a:lnTo>
                  <a:lnTo>
                    <a:pt x="3543408" y="1293493"/>
                  </a:lnTo>
                  <a:lnTo>
                    <a:pt x="3543595" y="1299369"/>
                  </a:lnTo>
                  <a:lnTo>
                    <a:pt x="3543782" y="1306146"/>
                  </a:lnTo>
                  <a:lnTo>
                    <a:pt x="3543969" y="1311738"/>
                  </a:lnTo>
                  <a:lnTo>
                    <a:pt x="3544156" y="1318895"/>
                  </a:lnTo>
                  <a:lnTo>
                    <a:pt x="3544342" y="1324778"/>
                  </a:lnTo>
                  <a:lnTo>
                    <a:pt x="3544529" y="1331162"/>
                  </a:lnTo>
                  <a:lnTo>
                    <a:pt x="3544716" y="1337503"/>
                  </a:lnTo>
                  <a:lnTo>
                    <a:pt x="3544903" y="1343369"/>
                  </a:lnTo>
                  <a:lnTo>
                    <a:pt x="3545090" y="1348517"/>
                  </a:lnTo>
                  <a:lnTo>
                    <a:pt x="3545277" y="1352530"/>
                  </a:lnTo>
                  <a:lnTo>
                    <a:pt x="3545464" y="1355485"/>
                  </a:lnTo>
                  <a:lnTo>
                    <a:pt x="3545651" y="1356248"/>
                  </a:lnTo>
                  <a:lnTo>
                    <a:pt x="3545838" y="1354915"/>
                  </a:lnTo>
                  <a:lnTo>
                    <a:pt x="3546025" y="1350712"/>
                  </a:lnTo>
                  <a:lnTo>
                    <a:pt x="3546212" y="1346569"/>
                  </a:lnTo>
                  <a:lnTo>
                    <a:pt x="3546399" y="1341799"/>
                  </a:lnTo>
                  <a:lnTo>
                    <a:pt x="3546586" y="1336678"/>
                  </a:lnTo>
                  <a:lnTo>
                    <a:pt x="3546772" y="1333419"/>
                  </a:lnTo>
                  <a:lnTo>
                    <a:pt x="3546959" y="1331591"/>
                  </a:lnTo>
                  <a:lnTo>
                    <a:pt x="3547146" y="1331911"/>
                  </a:lnTo>
                  <a:lnTo>
                    <a:pt x="3547333" y="1333383"/>
                  </a:lnTo>
                  <a:lnTo>
                    <a:pt x="3547520" y="1336214"/>
                  </a:lnTo>
                  <a:lnTo>
                    <a:pt x="3547707" y="1339241"/>
                  </a:lnTo>
                  <a:lnTo>
                    <a:pt x="3547894" y="1341211"/>
                  </a:lnTo>
                  <a:lnTo>
                    <a:pt x="3548081" y="1342759"/>
                  </a:lnTo>
                  <a:lnTo>
                    <a:pt x="3548268" y="1344565"/>
                  </a:lnTo>
                  <a:lnTo>
                    <a:pt x="3548455" y="1346218"/>
                  </a:lnTo>
                  <a:lnTo>
                    <a:pt x="3548642" y="1347912"/>
                  </a:lnTo>
                  <a:lnTo>
                    <a:pt x="3548829" y="1350547"/>
                  </a:lnTo>
                  <a:lnTo>
                    <a:pt x="3549016" y="1353013"/>
                  </a:lnTo>
                  <a:lnTo>
                    <a:pt x="3549202" y="1354788"/>
                  </a:lnTo>
                  <a:lnTo>
                    <a:pt x="3549389" y="1356969"/>
                  </a:lnTo>
                  <a:lnTo>
                    <a:pt x="3549576" y="1357923"/>
                  </a:lnTo>
                  <a:lnTo>
                    <a:pt x="3549763" y="1358374"/>
                  </a:lnTo>
                  <a:lnTo>
                    <a:pt x="3549950" y="1358785"/>
                  </a:lnTo>
                  <a:lnTo>
                    <a:pt x="3550137" y="1358937"/>
                  </a:lnTo>
                  <a:lnTo>
                    <a:pt x="3550324" y="1359189"/>
                  </a:lnTo>
                  <a:lnTo>
                    <a:pt x="3550511" y="1358843"/>
                  </a:lnTo>
                  <a:lnTo>
                    <a:pt x="3550698" y="1360524"/>
                  </a:lnTo>
                  <a:lnTo>
                    <a:pt x="3550885" y="1362067"/>
                  </a:lnTo>
                  <a:lnTo>
                    <a:pt x="3551072" y="1365008"/>
                  </a:lnTo>
                  <a:lnTo>
                    <a:pt x="3551259" y="1370173"/>
                  </a:lnTo>
                  <a:lnTo>
                    <a:pt x="3551445" y="1376844"/>
                  </a:lnTo>
                  <a:lnTo>
                    <a:pt x="3551632" y="1383309"/>
                  </a:lnTo>
                  <a:lnTo>
                    <a:pt x="3551819" y="1390068"/>
                  </a:lnTo>
                  <a:lnTo>
                    <a:pt x="3552006" y="1396795"/>
                  </a:lnTo>
                  <a:lnTo>
                    <a:pt x="3552193" y="1402902"/>
                  </a:lnTo>
                  <a:lnTo>
                    <a:pt x="3552380" y="1409665"/>
                  </a:lnTo>
                  <a:lnTo>
                    <a:pt x="3552567" y="1416392"/>
                  </a:lnTo>
                  <a:lnTo>
                    <a:pt x="3552754" y="1423509"/>
                  </a:lnTo>
                  <a:lnTo>
                    <a:pt x="3552941" y="1430204"/>
                  </a:lnTo>
                  <a:lnTo>
                    <a:pt x="3553128" y="1436464"/>
                  </a:lnTo>
                  <a:lnTo>
                    <a:pt x="3553315" y="1440268"/>
                  </a:lnTo>
                  <a:lnTo>
                    <a:pt x="3553502" y="1442508"/>
                  </a:lnTo>
                  <a:lnTo>
                    <a:pt x="3553689" y="1443814"/>
                  </a:lnTo>
                  <a:lnTo>
                    <a:pt x="3553875" y="1445163"/>
                  </a:lnTo>
                  <a:lnTo>
                    <a:pt x="3554062" y="1445762"/>
                  </a:lnTo>
                  <a:lnTo>
                    <a:pt x="3554249" y="1444529"/>
                  </a:lnTo>
                  <a:lnTo>
                    <a:pt x="3554436" y="1442156"/>
                  </a:lnTo>
                  <a:lnTo>
                    <a:pt x="3554623" y="1439289"/>
                  </a:lnTo>
                  <a:lnTo>
                    <a:pt x="3554810" y="1436376"/>
                  </a:lnTo>
                  <a:lnTo>
                    <a:pt x="3554997" y="1433705"/>
                  </a:lnTo>
                  <a:lnTo>
                    <a:pt x="3555184" y="1431287"/>
                  </a:lnTo>
                  <a:lnTo>
                    <a:pt x="3555371" y="1428649"/>
                  </a:lnTo>
                  <a:lnTo>
                    <a:pt x="3555558" y="1425070"/>
                  </a:lnTo>
                  <a:lnTo>
                    <a:pt x="3555745" y="1421647"/>
                  </a:lnTo>
                  <a:lnTo>
                    <a:pt x="3555932" y="1418629"/>
                  </a:lnTo>
                  <a:lnTo>
                    <a:pt x="3556119" y="1416684"/>
                  </a:lnTo>
                  <a:lnTo>
                    <a:pt x="3556305" y="1415048"/>
                  </a:lnTo>
                  <a:lnTo>
                    <a:pt x="3556492" y="1413371"/>
                  </a:lnTo>
                  <a:lnTo>
                    <a:pt x="3556679" y="1411904"/>
                  </a:lnTo>
                  <a:lnTo>
                    <a:pt x="3556866" y="1409887"/>
                  </a:lnTo>
                  <a:lnTo>
                    <a:pt x="3557053" y="1407634"/>
                  </a:lnTo>
                  <a:lnTo>
                    <a:pt x="3557240" y="1405531"/>
                  </a:lnTo>
                  <a:lnTo>
                    <a:pt x="3557427" y="1403481"/>
                  </a:lnTo>
                  <a:lnTo>
                    <a:pt x="3557614" y="1401782"/>
                  </a:lnTo>
                  <a:lnTo>
                    <a:pt x="3557801" y="1400042"/>
                  </a:lnTo>
                  <a:lnTo>
                    <a:pt x="3557988" y="1397657"/>
                  </a:lnTo>
                  <a:lnTo>
                    <a:pt x="3558175" y="1394566"/>
                  </a:lnTo>
                  <a:lnTo>
                    <a:pt x="3558362" y="1391833"/>
                  </a:lnTo>
                  <a:lnTo>
                    <a:pt x="3558548" y="1388346"/>
                  </a:lnTo>
                  <a:lnTo>
                    <a:pt x="3558735" y="1385293"/>
                  </a:lnTo>
                  <a:lnTo>
                    <a:pt x="3558922" y="1381606"/>
                  </a:lnTo>
                  <a:lnTo>
                    <a:pt x="3559109" y="1377037"/>
                  </a:lnTo>
                  <a:lnTo>
                    <a:pt x="3559296" y="1371712"/>
                  </a:lnTo>
                  <a:lnTo>
                    <a:pt x="3559483" y="1367474"/>
                  </a:lnTo>
                  <a:lnTo>
                    <a:pt x="3559670" y="1363376"/>
                  </a:lnTo>
                  <a:lnTo>
                    <a:pt x="3559857" y="1359096"/>
                  </a:lnTo>
                  <a:lnTo>
                    <a:pt x="3560044" y="1355384"/>
                  </a:lnTo>
                  <a:lnTo>
                    <a:pt x="3560231" y="1351018"/>
                  </a:lnTo>
                  <a:lnTo>
                    <a:pt x="3560418" y="1346358"/>
                  </a:lnTo>
                  <a:lnTo>
                    <a:pt x="3560605" y="1342419"/>
                  </a:lnTo>
                  <a:lnTo>
                    <a:pt x="3560792" y="1338200"/>
                  </a:lnTo>
                  <a:lnTo>
                    <a:pt x="3560978" y="1333834"/>
                  </a:lnTo>
                  <a:lnTo>
                    <a:pt x="3561165" y="1328990"/>
                  </a:lnTo>
                  <a:lnTo>
                    <a:pt x="3561352" y="1323667"/>
                  </a:lnTo>
                  <a:lnTo>
                    <a:pt x="3561539" y="1317656"/>
                  </a:lnTo>
                  <a:lnTo>
                    <a:pt x="3561726" y="1312387"/>
                  </a:lnTo>
                  <a:lnTo>
                    <a:pt x="3561913" y="1307195"/>
                  </a:lnTo>
                  <a:lnTo>
                    <a:pt x="3562100" y="1302167"/>
                  </a:lnTo>
                  <a:lnTo>
                    <a:pt x="3562287" y="1298057"/>
                  </a:lnTo>
                  <a:lnTo>
                    <a:pt x="3562474" y="1294806"/>
                  </a:lnTo>
                  <a:lnTo>
                    <a:pt x="3562661" y="1291611"/>
                  </a:lnTo>
                  <a:lnTo>
                    <a:pt x="3562848" y="1288779"/>
                  </a:lnTo>
                  <a:lnTo>
                    <a:pt x="3563035" y="1285782"/>
                  </a:lnTo>
                  <a:lnTo>
                    <a:pt x="3563221" y="1283134"/>
                  </a:lnTo>
                  <a:lnTo>
                    <a:pt x="3563408" y="1281193"/>
                  </a:lnTo>
                  <a:lnTo>
                    <a:pt x="3563595" y="1278979"/>
                  </a:lnTo>
                  <a:lnTo>
                    <a:pt x="3563782" y="1276822"/>
                  </a:lnTo>
                  <a:lnTo>
                    <a:pt x="3563969" y="1273978"/>
                  </a:lnTo>
                  <a:lnTo>
                    <a:pt x="3564156" y="1271627"/>
                  </a:lnTo>
                  <a:lnTo>
                    <a:pt x="3564343" y="1269753"/>
                  </a:lnTo>
                  <a:lnTo>
                    <a:pt x="3564530" y="1267950"/>
                  </a:lnTo>
                  <a:lnTo>
                    <a:pt x="3564717" y="1265219"/>
                  </a:lnTo>
                  <a:lnTo>
                    <a:pt x="3564904" y="1261971"/>
                  </a:lnTo>
                  <a:lnTo>
                    <a:pt x="3565091" y="1259040"/>
                  </a:lnTo>
                  <a:lnTo>
                    <a:pt x="3565278" y="1255624"/>
                  </a:lnTo>
                  <a:lnTo>
                    <a:pt x="3565465" y="1252880"/>
                  </a:lnTo>
                  <a:lnTo>
                    <a:pt x="3565651" y="1250565"/>
                  </a:lnTo>
                  <a:lnTo>
                    <a:pt x="3565838" y="1248504"/>
                  </a:lnTo>
                  <a:lnTo>
                    <a:pt x="3566025" y="1246990"/>
                  </a:lnTo>
                  <a:lnTo>
                    <a:pt x="3566212" y="1245516"/>
                  </a:lnTo>
                  <a:lnTo>
                    <a:pt x="3566399" y="1244088"/>
                  </a:lnTo>
                  <a:lnTo>
                    <a:pt x="3566586" y="1243625"/>
                  </a:lnTo>
                  <a:lnTo>
                    <a:pt x="3566773" y="1243147"/>
                  </a:lnTo>
                  <a:lnTo>
                    <a:pt x="3566960" y="1243412"/>
                  </a:lnTo>
                  <a:lnTo>
                    <a:pt x="3567147" y="1243814"/>
                  </a:lnTo>
                  <a:lnTo>
                    <a:pt x="3567334" y="1245296"/>
                  </a:lnTo>
                  <a:lnTo>
                    <a:pt x="3567521" y="1247247"/>
                  </a:lnTo>
                  <a:lnTo>
                    <a:pt x="3567708" y="1250382"/>
                  </a:lnTo>
                  <a:lnTo>
                    <a:pt x="3567895" y="1254146"/>
                  </a:lnTo>
                  <a:lnTo>
                    <a:pt x="3568081" y="1258548"/>
                  </a:lnTo>
                  <a:lnTo>
                    <a:pt x="3568268" y="1263410"/>
                  </a:lnTo>
                  <a:lnTo>
                    <a:pt x="3568455" y="1268314"/>
                  </a:lnTo>
                  <a:lnTo>
                    <a:pt x="3568642" y="1272421"/>
                  </a:lnTo>
                  <a:lnTo>
                    <a:pt x="3568829" y="1277015"/>
                  </a:lnTo>
                  <a:lnTo>
                    <a:pt x="3569016" y="1281926"/>
                  </a:lnTo>
                  <a:lnTo>
                    <a:pt x="3569203" y="1286847"/>
                  </a:lnTo>
                  <a:lnTo>
                    <a:pt x="3569390" y="1292333"/>
                  </a:lnTo>
                  <a:lnTo>
                    <a:pt x="3569577" y="1298582"/>
                  </a:lnTo>
                  <a:lnTo>
                    <a:pt x="3569764" y="1304752"/>
                  </a:lnTo>
                  <a:lnTo>
                    <a:pt x="3569951" y="1312360"/>
                  </a:lnTo>
                  <a:lnTo>
                    <a:pt x="3570138" y="1319528"/>
                  </a:lnTo>
                  <a:lnTo>
                    <a:pt x="3570324" y="1326992"/>
                  </a:lnTo>
                  <a:lnTo>
                    <a:pt x="3570511" y="1334173"/>
                  </a:lnTo>
                  <a:lnTo>
                    <a:pt x="3570698" y="1342221"/>
                  </a:lnTo>
                  <a:lnTo>
                    <a:pt x="3570885" y="1349578"/>
                  </a:lnTo>
                  <a:lnTo>
                    <a:pt x="3571072" y="1357033"/>
                  </a:lnTo>
                  <a:lnTo>
                    <a:pt x="3571259" y="1363085"/>
                  </a:lnTo>
                  <a:lnTo>
                    <a:pt x="3571446" y="1368605"/>
                  </a:lnTo>
                  <a:lnTo>
                    <a:pt x="3571633" y="1373462"/>
                  </a:lnTo>
                  <a:lnTo>
                    <a:pt x="3571820" y="1377518"/>
                  </a:lnTo>
                  <a:lnTo>
                    <a:pt x="3572007" y="1381125"/>
                  </a:lnTo>
                  <a:lnTo>
                    <a:pt x="3572194" y="1384700"/>
                  </a:lnTo>
                  <a:lnTo>
                    <a:pt x="3572381" y="1387705"/>
                  </a:lnTo>
                  <a:lnTo>
                    <a:pt x="3572568" y="1390615"/>
                  </a:lnTo>
                  <a:lnTo>
                    <a:pt x="3572754" y="1393332"/>
                  </a:lnTo>
                  <a:lnTo>
                    <a:pt x="3572941" y="1395777"/>
                  </a:lnTo>
                  <a:lnTo>
                    <a:pt x="3573128" y="1398965"/>
                  </a:lnTo>
                  <a:lnTo>
                    <a:pt x="3573315" y="1401111"/>
                  </a:lnTo>
                  <a:lnTo>
                    <a:pt x="3573502" y="1402703"/>
                  </a:lnTo>
                  <a:lnTo>
                    <a:pt x="3573689" y="1404495"/>
                  </a:lnTo>
                  <a:lnTo>
                    <a:pt x="3573876" y="1406093"/>
                  </a:lnTo>
                  <a:lnTo>
                    <a:pt x="3574063" y="1407416"/>
                  </a:lnTo>
                  <a:lnTo>
                    <a:pt x="3574250" y="1408599"/>
                  </a:lnTo>
                  <a:lnTo>
                    <a:pt x="3574437" y="1409523"/>
                  </a:lnTo>
                  <a:lnTo>
                    <a:pt x="3574624" y="1411149"/>
                  </a:lnTo>
                  <a:lnTo>
                    <a:pt x="3574811" y="1412404"/>
                  </a:lnTo>
                  <a:lnTo>
                    <a:pt x="3574997" y="1414155"/>
                  </a:lnTo>
                  <a:lnTo>
                    <a:pt x="3575184" y="1416876"/>
                  </a:lnTo>
                  <a:lnTo>
                    <a:pt x="3575371" y="1418724"/>
                  </a:lnTo>
                  <a:lnTo>
                    <a:pt x="3575558" y="1418918"/>
                  </a:lnTo>
                  <a:lnTo>
                    <a:pt x="3575745" y="1418564"/>
                  </a:lnTo>
                  <a:lnTo>
                    <a:pt x="3575932" y="1417639"/>
                  </a:lnTo>
                  <a:lnTo>
                    <a:pt x="3576119" y="1417109"/>
                  </a:lnTo>
                  <a:lnTo>
                    <a:pt x="3576306" y="1416554"/>
                  </a:lnTo>
                  <a:lnTo>
                    <a:pt x="3576493" y="1416530"/>
                  </a:lnTo>
                  <a:lnTo>
                    <a:pt x="3576680" y="1415828"/>
                  </a:lnTo>
                  <a:lnTo>
                    <a:pt x="3576867" y="1414610"/>
                  </a:lnTo>
                  <a:lnTo>
                    <a:pt x="3577054" y="1413558"/>
                  </a:lnTo>
                  <a:lnTo>
                    <a:pt x="3577241" y="1412301"/>
                  </a:lnTo>
                  <a:lnTo>
                    <a:pt x="3577427" y="1411310"/>
                  </a:lnTo>
                  <a:lnTo>
                    <a:pt x="3577614" y="1409906"/>
                  </a:lnTo>
                  <a:lnTo>
                    <a:pt x="3577801" y="1407440"/>
                  </a:lnTo>
                  <a:lnTo>
                    <a:pt x="3577988" y="1402773"/>
                  </a:lnTo>
                  <a:lnTo>
                    <a:pt x="3578175" y="1396549"/>
                  </a:lnTo>
                  <a:lnTo>
                    <a:pt x="3578362" y="1390611"/>
                  </a:lnTo>
                  <a:lnTo>
                    <a:pt x="3578549" y="1384638"/>
                  </a:lnTo>
                  <a:lnTo>
                    <a:pt x="3578736" y="1378539"/>
                  </a:lnTo>
                  <a:lnTo>
                    <a:pt x="3578923" y="1373108"/>
                  </a:lnTo>
                  <a:lnTo>
                    <a:pt x="3579110" y="1367052"/>
                  </a:lnTo>
                  <a:lnTo>
                    <a:pt x="3579297" y="1361493"/>
                  </a:lnTo>
                  <a:lnTo>
                    <a:pt x="3579484" y="1356158"/>
                  </a:lnTo>
                  <a:lnTo>
                    <a:pt x="3579671" y="1351662"/>
                  </a:lnTo>
                  <a:lnTo>
                    <a:pt x="3579857" y="1348514"/>
                  </a:lnTo>
                  <a:lnTo>
                    <a:pt x="3580044" y="1344839"/>
                  </a:lnTo>
                  <a:lnTo>
                    <a:pt x="3580231" y="1342609"/>
                  </a:lnTo>
                  <a:lnTo>
                    <a:pt x="3580418" y="1340170"/>
                  </a:lnTo>
                  <a:lnTo>
                    <a:pt x="3580605" y="1337440"/>
                  </a:lnTo>
                  <a:lnTo>
                    <a:pt x="3580792" y="1336414"/>
                  </a:lnTo>
                  <a:lnTo>
                    <a:pt x="3580979" y="1336783"/>
                  </a:lnTo>
                  <a:lnTo>
                    <a:pt x="3581166" y="1336514"/>
                  </a:lnTo>
                  <a:lnTo>
                    <a:pt x="3581353" y="1337248"/>
                  </a:lnTo>
                  <a:lnTo>
                    <a:pt x="3581540" y="1338169"/>
                  </a:lnTo>
                  <a:lnTo>
                    <a:pt x="3581727" y="1339584"/>
                  </a:lnTo>
                  <a:lnTo>
                    <a:pt x="3581914" y="1341275"/>
                  </a:lnTo>
                  <a:lnTo>
                    <a:pt x="3582100" y="1342416"/>
                  </a:lnTo>
                  <a:lnTo>
                    <a:pt x="3582287" y="1342613"/>
                  </a:lnTo>
                  <a:lnTo>
                    <a:pt x="3582474" y="1341670"/>
                  </a:lnTo>
                  <a:lnTo>
                    <a:pt x="3582661" y="1339868"/>
                  </a:lnTo>
                  <a:lnTo>
                    <a:pt x="3582848" y="1337184"/>
                  </a:lnTo>
                  <a:lnTo>
                    <a:pt x="3583035" y="1334369"/>
                  </a:lnTo>
                  <a:lnTo>
                    <a:pt x="3583222" y="1333016"/>
                  </a:lnTo>
                  <a:lnTo>
                    <a:pt x="3583409" y="1333674"/>
                  </a:lnTo>
                  <a:lnTo>
                    <a:pt x="3583596" y="1334251"/>
                  </a:lnTo>
                  <a:lnTo>
                    <a:pt x="3583783" y="1335344"/>
                  </a:lnTo>
                  <a:lnTo>
                    <a:pt x="3583970" y="1337376"/>
                  </a:lnTo>
                  <a:lnTo>
                    <a:pt x="3584157" y="1338774"/>
                  </a:lnTo>
                  <a:lnTo>
                    <a:pt x="3584344" y="1340585"/>
                  </a:lnTo>
                  <a:lnTo>
                    <a:pt x="3584530" y="1341857"/>
                  </a:lnTo>
                  <a:lnTo>
                    <a:pt x="3584717" y="1343077"/>
                  </a:lnTo>
                  <a:lnTo>
                    <a:pt x="3584904" y="1345020"/>
                  </a:lnTo>
                  <a:lnTo>
                    <a:pt x="3585091" y="1347172"/>
                  </a:lnTo>
                  <a:lnTo>
                    <a:pt x="3585278" y="1350645"/>
                  </a:lnTo>
                  <a:lnTo>
                    <a:pt x="3585465" y="1354369"/>
                  </a:lnTo>
                  <a:lnTo>
                    <a:pt x="3585652" y="1358271"/>
                  </a:lnTo>
                  <a:lnTo>
                    <a:pt x="3585839" y="1362294"/>
                  </a:lnTo>
                  <a:lnTo>
                    <a:pt x="3586026" y="1366699"/>
                  </a:lnTo>
                  <a:lnTo>
                    <a:pt x="3586213" y="1371244"/>
                  </a:lnTo>
                  <a:lnTo>
                    <a:pt x="3586400" y="1375872"/>
                  </a:lnTo>
                  <a:lnTo>
                    <a:pt x="3586587" y="1380655"/>
                  </a:lnTo>
                  <a:lnTo>
                    <a:pt x="3586774" y="1385395"/>
                  </a:lnTo>
                  <a:lnTo>
                    <a:pt x="3586960" y="1390705"/>
                  </a:lnTo>
                  <a:lnTo>
                    <a:pt x="3587147" y="1395800"/>
                  </a:lnTo>
                  <a:lnTo>
                    <a:pt x="3587334" y="1400735"/>
                  </a:lnTo>
                  <a:lnTo>
                    <a:pt x="3587521" y="1405301"/>
                  </a:lnTo>
                  <a:lnTo>
                    <a:pt x="3587708" y="1407376"/>
                  </a:lnTo>
                  <a:lnTo>
                    <a:pt x="3587895" y="1409161"/>
                  </a:lnTo>
                  <a:lnTo>
                    <a:pt x="3588082" y="1408894"/>
                  </a:lnTo>
                  <a:lnTo>
                    <a:pt x="3588269" y="1407574"/>
                  </a:lnTo>
                  <a:lnTo>
                    <a:pt x="3588456" y="1404952"/>
                  </a:lnTo>
                  <a:lnTo>
                    <a:pt x="3588643" y="1401128"/>
                  </a:lnTo>
                  <a:lnTo>
                    <a:pt x="3588830" y="1394729"/>
                  </a:lnTo>
                  <a:lnTo>
                    <a:pt x="3589017" y="1387565"/>
                  </a:lnTo>
                  <a:lnTo>
                    <a:pt x="3589203" y="1379963"/>
                  </a:lnTo>
                  <a:lnTo>
                    <a:pt x="3589390" y="1372351"/>
                  </a:lnTo>
                  <a:lnTo>
                    <a:pt x="3589577" y="1364909"/>
                  </a:lnTo>
                  <a:lnTo>
                    <a:pt x="3589764" y="1357103"/>
                  </a:lnTo>
                  <a:lnTo>
                    <a:pt x="3589951" y="1349406"/>
                  </a:lnTo>
                  <a:lnTo>
                    <a:pt x="3590138" y="1342083"/>
                  </a:lnTo>
                  <a:lnTo>
                    <a:pt x="3590325" y="1335480"/>
                  </a:lnTo>
                  <a:lnTo>
                    <a:pt x="3590512" y="1329867"/>
                  </a:lnTo>
                  <a:lnTo>
                    <a:pt x="3590699" y="1326122"/>
                  </a:lnTo>
                  <a:lnTo>
                    <a:pt x="3590886" y="1324101"/>
                  </a:lnTo>
                  <a:lnTo>
                    <a:pt x="3591073" y="1321963"/>
                  </a:lnTo>
                  <a:lnTo>
                    <a:pt x="3591260" y="1320774"/>
                  </a:lnTo>
                  <a:lnTo>
                    <a:pt x="3591447" y="1320794"/>
                  </a:lnTo>
                  <a:lnTo>
                    <a:pt x="3591633" y="1322962"/>
                  </a:lnTo>
                  <a:lnTo>
                    <a:pt x="3591820" y="1326009"/>
                  </a:lnTo>
                  <a:lnTo>
                    <a:pt x="3592007" y="1328770"/>
                  </a:lnTo>
                  <a:lnTo>
                    <a:pt x="3592194" y="1331374"/>
                  </a:lnTo>
                  <a:lnTo>
                    <a:pt x="3592381" y="1334014"/>
                  </a:lnTo>
                  <a:lnTo>
                    <a:pt x="3592568" y="1337514"/>
                  </a:lnTo>
                  <a:lnTo>
                    <a:pt x="3592755" y="1341429"/>
                  </a:lnTo>
                  <a:lnTo>
                    <a:pt x="3592942" y="1346333"/>
                  </a:lnTo>
                  <a:lnTo>
                    <a:pt x="3593129" y="1351196"/>
                  </a:lnTo>
                  <a:lnTo>
                    <a:pt x="3593316" y="1356076"/>
                  </a:lnTo>
                  <a:lnTo>
                    <a:pt x="3593503" y="1360607"/>
                  </a:lnTo>
                  <a:lnTo>
                    <a:pt x="3593690" y="1365105"/>
                  </a:lnTo>
                  <a:lnTo>
                    <a:pt x="3593876" y="1369694"/>
                  </a:lnTo>
                  <a:lnTo>
                    <a:pt x="3594063" y="1374853"/>
                  </a:lnTo>
                  <a:lnTo>
                    <a:pt x="3594250" y="1380549"/>
                  </a:lnTo>
                  <a:lnTo>
                    <a:pt x="3594437" y="1386823"/>
                  </a:lnTo>
                  <a:lnTo>
                    <a:pt x="3594624" y="1392946"/>
                  </a:lnTo>
                  <a:lnTo>
                    <a:pt x="3594811" y="1399043"/>
                  </a:lnTo>
                  <a:lnTo>
                    <a:pt x="3594998" y="1404921"/>
                  </a:lnTo>
                  <a:lnTo>
                    <a:pt x="3595185" y="1410709"/>
                  </a:lnTo>
                  <a:lnTo>
                    <a:pt x="3595372" y="1416806"/>
                  </a:lnTo>
                  <a:lnTo>
                    <a:pt x="3595559" y="1423641"/>
                  </a:lnTo>
                  <a:lnTo>
                    <a:pt x="3595746" y="1430524"/>
                  </a:lnTo>
                  <a:lnTo>
                    <a:pt x="3595933" y="1438055"/>
                  </a:lnTo>
                  <a:lnTo>
                    <a:pt x="3596120" y="1445395"/>
                  </a:lnTo>
                  <a:lnTo>
                    <a:pt x="3596306" y="1452631"/>
                  </a:lnTo>
                  <a:lnTo>
                    <a:pt x="3596493" y="1458255"/>
                  </a:lnTo>
                  <a:lnTo>
                    <a:pt x="3596680" y="1463988"/>
                  </a:lnTo>
                  <a:lnTo>
                    <a:pt x="3596867" y="1468663"/>
                  </a:lnTo>
                  <a:lnTo>
                    <a:pt x="3597054" y="1473436"/>
                  </a:lnTo>
                  <a:lnTo>
                    <a:pt x="3597241" y="1478497"/>
                  </a:lnTo>
                  <a:lnTo>
                    <a:pt x="3597428" y="1483613"/>
                  </a:lnTo>
                  <a:lnTo>
                    <a:pt x="3597615" y="1489588"/>
                  </a:lnTo>
                  <a:lnTo>
                    <a:pt x="3597802" y="1495415"/>
                  </a:lnTo>
                  <a:lnTo>
                    <a:pt x="3597989" y="1500391"/>
                  </a:lnTo>
                  <a:lnTo>
                    <a:pt x="3598176" y="1505304"/>
                  </a:lnTo>
                  <a:lnTo>
                    <a:pt x="3598363" y="1510713"/>
                  </a:lnTo>
                  <a:lnTo>
                    <a:pt x="3598550" y="1515530"/>
                  </a:lnTo>
                  <a:lnTo>
                    <a:pt x="3598736" y="1520956"/>
                  </a:lnTo>
                  <a:lnTo>
                    <a:pt x="3598923" y="1526773"/>
                  </a:lnTo>
                  <a:lnTo>
                    <a:pt x="3599110" y="1532240"/>
                  </a:lnTo>
                  <a:lnTo>
                    <a:pt x="3599297" y="1537436"/>
                  </a:lnTo>
                  <a:lnTo>
                    <a:pt x="3599484" y="1542669"/>
                  </a:lnTo>
                  <a:lnTo>
                    <a:pt x="3599671" y="1547673"/>
                  </a:lnTo>
                  <a:lnTo>
                    <a:pt x="3599858" y="1552001"/>
                  </a:lnTo>
                  <a:lnTo>
                    <a:pt x="3600045" y="1556548"/>
                  </a:lnTo>
                  <a:lnTo>
                    <a:pt x="3600232" y="1561325"/>
                  </a:lnTo>
                  <a:lnTo>
                    <a:pt x="3600419" y="1567074"/>
                  </a:lnTo>
                  <a:lnTo>
                    <a:pt x="3600606" y="1572408"/>
                  </a:lnTo>
                  <a:lnTo>
                    <a:pt x="3600793" y="1577584"/>
                  </a:lnTo>
                  <a:lnTo>
                    <a:pt x="3600979" y="1582186"/>
                  </a:lnTo>
                  <a:lnTo>
                    <a:pt x="3601166" y="1587174"/>
                  </a:lnTo>
                  <a:lnTo>
                    <a:pt x="3601353" y="1591861"/>
                  </a:lnTo>
                  <a:lnTo>
                    <a:pt x="3601540" y="1595967"/>
                  </a:lnTo>
                  <a:lnTo>
                    <a:pt x="3601727" y="1599371"/>
                  </a:lnTo>
                  <a:lnTo>
                    <a:pt x="3601914" y="1602280"/>
                  </a:lnTo>
                  <a:lnTo>
                    <a:pt x="3602101" y="1605099"/>
                  </a:lnTo>
                  <a:lnTo>
                    <a:pt x="3602288" y="1607936"/>
                  </a:lnTo>
                  <a:lnTo>
                    <a:pt x="3602475" y="1610389"/>
                  </a:lnTo>
                  <a:lnTo>
                    <a:pt x="3602662" y="1612733"/>
                  </a:lnTo>
                  <a:lnTo>
                    <a:pt x="3602849" y="1613611"/>
                  </a:lnTo>
                  <a:lnTo>
                    <a:pt x="3603036" y="1614331"/>
                  </a:lnTo>
                  <a:lnTo>
                    <a:pt x="3603223" y="1613829"/>
                  </a:lnTo>
                  <a:lnTo>
                    <a:pt x="3603409" y="1613757"/>
                  </a:lnTo>
                  <a:lnTo>
                    <a:pt x="3603596" y="1613153"/>
                  </a:lnTo>
                  <a:lnTo>
                    <a:pt x="3603783" y="1612193"/>
                  </a:lnTo>
                  <a:lnTo>
                    <a:pt x="3603970" y="1610722"/>
                  </a:lnTo>
                  <a:lnTo>
                    <a:pt x="3604157" y="1608574"/>
                  </a:lnTo>
                  <a:lnTo>
                    <a:pt x="3604344" y="1606006"/>
                  </a:lnTo>
                  <a:lnTo>
                    <a:pt x="3604531" y="1603393"/>
                  </a:lnTo>
                  <a:lnTo>
                    <a:pt x="3604718" y="1600598"/>
                  </a:lnTo>
                  <a:lnTo>
                    <a:pt x="3604905" y="1597115"/>
                  </a:lnTo>
                  <a:lnTo>
                    <a:pt x="3605092" y="1592889"/>
                  </a:lnTo>
                  <a:lnTo>
                    <a:pt x="3605279" y="1588059"/>
                  </a:lnTo>
                  <a:lnTo>
                    <a:pt x="3605466" y="1583908"/>
                  </a:lnTo>
                  <a:lnTo>
                    <a:pt x="3605653" y="1580128"/>
                  </a:lnTo>
                  <a:lnTo>
                    <a:pt x="3605839" y="1575755"/>
                  </a:lnTo>
                  <a:lnTo>
                    <a:pt x="3606026" y="1569828"/>
                  </a:lnTo>
                  <a:lnTo>
                    <a:pt x="3606213" y="1563896"/>
                  </a:lnTo>
                  <a:lnTo>
                    <a:pt x="3606400" y="1557685"/>
                  </a:lnTo>
                  <a:lnTo>
                    <a:pt x="3606587" y="1551441"/>
                  </a:lnTo>
                  <a:lnTo>
                    <a:pt x="3606774" y="1544663"/>
                  </a:lnTo>
                  <a:lnTo>
                    <a:pt x="3606961" y="1537987"/>
                  </a:lnTo>
                  <a:lnTo>
                    <a:pt x="3607148" y="1530885"/>
                  </a:lnTo>
                  <a:lnTo>
                    <a:pt x="3607335" y="1523964"/>
                  </a:lnTo>
                  <a:lnTo>
                    <a:pt x="3607522" y="1517155"/>
                  </a:lnTo>
                  <a:lnTo>
                    <a:pt x="3607709" y="1510183"/>
                  </a:lnTo>
                  <a:lnTo>
                    <a:pt x="3607896" y="1503451"/>
                  </a:lnTo>
                  <a:lnTo>
                    <a:pt x="3608082" y="1496902"/>
                  </a:lnTo>
                  <a:lnTo>
                    <a:pt x="3608269" y="1490603"/>
                  </a:lnTo>
                  <a:lnTo>
                    <a:pt x="3608456" y="1484318"/>
                  </a:lnTo>
                  <a:lnTo>
                    <a:pt x="3608643" y="1479026"/>
                  </a:lnTo>
                  <a:lnTo>
                    <a:pt x="3608830" y="1475015"/>
                  </a:lnTo>
                  <a:lnTo>
                    <a:pt x="3609017" y="1471749"/>
                  </a:lnTo>
                  <a:lnTo>
                    <a:pt x="3609204" y="1469763"/>
                  </a:lnTo>
                  <a:lnTo>
                    <a:pt x="3609391" y="1468464"/>
                  </a:lnTo>
                  <a:lnTo>
                    <a:pt x="3609578" y="1467888"/>
                  </a:lnTo>
                  <a:lnTo>
                    <a:pt x="3609765" y="1468143"/>
                  </a:lnTo>
                  <a:lnTo>
                    <a:pt x="3609952" y="1467773"/>
                  </a:lnTo>
                  <a:lnTo>
                    <a:pt x="3610139" y="1465988"/>
                  </a:lnTo>
                  <a:lnTo>
                    <a:pt x="3610326" y="1463428"/>
                  </a:lnTo>
                  <a:lnTo>
                    <a:pt x="3610512" y="1460570"/>
                  </a:lnTo>
                  <a:lnTo>
                    <a:pt x="3610699" y="1458704"/>
                  </a:lnTo>
                  <a:lnTo>
                    <a:pt x="3610886" y="1456462"/>
                  </a:lnTo>
                  <a:lnTo>
                    <a:pt x="3611073" y="1454018"/>
                  </a:lnTo>
                  <a:lnTo>
                    <a:pt x="3611260" y="1451484"/>
                  </a:lnTo>
                  <a:lnTo>
                    <a:pt x="3611447" y="1448073"/>
                  </a:lnTo>
                  <a:lnTo>
                    <a:pt x="3611634" y="1444019"/>
                  </a:lnTo>
                  <a:lnTo>
                    <a:pt x="3611821" y="1438861"/>
                  </a:lnTo>
                  <a:lnTo>
                    <a:pt x="3612008" y="1433321"/>
                  </a:lnTo>
                  <a:lnTo>
                    <a:pt x="3612195" y="1426972"/>
                  </a:lnTo>
                  <a:lnTo>
                    <a:pt x="3612382" y="1419658"/>
                  </a:lnTo>
                  <a:lnTo>
                    <a:pt x="3612569" y="1411249"/>
                  </a:lnTo>
                  <a:lnTo>
                    <a:pt x="3612755" y="1402724"/>
                  </a:lnTo>
                  <a:lnTo>
                    <a:pt x="3612942" y="1395662"/>
                  </a:lnTo>
                  <a:lnTo>
                    <a:pt x="3613129" y="1389589"/>
                  </a:lnTo>
                  <a:lnTo>
                    <a:pt x="3613316" y="1383984"/>
                  </a:lnTo>
                  <a:lnTo>
                    <a:pt x="3613503" y="1378412"/>
                  </a:lnTo>
                  <a:lnTo>
                    <a:pt x="3613690" y="1373132"/>
                  </a:lnTo>
                  <a:lnTo>
                    <a:pt x="3613877" y="1366492"/>
                  </a:lnTo>
                  <a:lnTo>
                    <a:pt x="3614064" y="1360519"/>
                  </a:lnTo>
                  <a:lnTo>
                    <a:pt x="3614251" y="1355763"/>
                  </a:lnTo>
                  <a:lnTo>
                    <a:pt x="3614438" y="1352276"/>
                  </a:lnTo>
                  <a:lnTo>
                    <a:pt x="3614625" y="1349892"/>
                  </a:lnTo>
                  <a:lnTo>
                    <a:pt x="3614812" y="1349305"/>
                  </a:lnTo>
                  <a:lnTo>
                    <a:pt x="3614999" y="1349838"/>
                  </a:lnTo>
                  <a:lnTo>
                    <a:pt x="3615185" y="1351570"/>
                  </a:lnTo>
                  <a:lnTo>
                    <a:pt x="3615372" y="1356056"/>
                  </a:lnTo>
                  <a:lnTo>
                    <a:pt x="3615559" y="1361950"/>
                  </a:lnTo>
                  <a:lnTo>
                    <a:pt x="3615746" y="1366541"/>
                  </a:lnTo>
                  <a:lnTo>
                    <a:pt x="3615933" y="1369760"/>
                  </a:lnTo>
                  <a:lnTo>
                    <a:pt x="3616120" y="1371722"/>
                  </a:lnTo>
                  <a:lnTo>
                    <a:pt x="3616307" y="1373367"/>
                  </a:lnTo>
                  <a:lnTo>
                    <a:pt x="3616494" y="1374730"/>
                  </a:lnTo>
                  <a:lnTo>
                    <a:pt x="3616681" y="1376348"/>
                  </a:lnTo>
                  <a:lnTo>
                    <a:pt x="3616868" y="1378169"/>
                  </a:lnTo>
                  <a:lnTo>
                    <a:pt x="3617055" y="1379365"/>
                  </a:lnTo>
                  <a:lnTo>
                    <a:pt x="3617242" y="1379374"/>
                  </a:lnTo>
                  <a:lnTo>
                    <a:pt x="3617429" y="1379049"/>
                  </a:lnTo>
                  <a:lnTo>
                    <a:pt x="3617615" y="1378037"/>
                  </a:lnTo>
                  <a:lnTo>
                    <a:pt x="3617802" y="1376554"/>
                  </a:lnTo>
                  <a:lnTo>
                    <a:pt x="3617989" y="1375037"/>
                  </a:lnTo>
                  <a:lnTo>
                    <a:pt x="3618176" y="1372250"/>
                  </a:lnTo>
                  <a:lnTo>
                    <a:pt x="3618363" y="1369621"/>
                  </a:lnTo>
                  <a:lnTo>
                    <a:pt x="3618550" y="1368331"/>
                  </a:lnTo>
                  <a:lnTo>
                    <a:pt x="3618737" y="1368384"/>
                  </a:lnTo>
                  <a:lnTo>
                    <a:pt x="3618924" y="1369223"/>
                  </a:lnTo>
                  <a:lnTo>
                    <a:pt x="3619111" y="1370637"/>
                  </a:lnTo>
                  <a:lnTo>
                    <a:pt x="3619298" y="1371982"/>
                  </a:lnTo>
                  <a:lnTo>
                    <a:pt x="3619485" y="1372529"/>
                  </a:lnTo>
                  <a:lnTo>
                    <a:pt x="3619672" y="1372900"/>
                  </a:lnTo>
                  <a:lnTo>
                    <a:pt x="3619858" y="1373899"/>
                  </a:lnTo>
                  <a:lnTo>
                    <a:pt x="3620045" y="1376395"/>
                  </a:lnTo>
                  <a:lnTo>
                    <a:pt x="3620232" y="1380141"/>
                  </a:lnTo>
                  <a:lnTo>
                    <a:pt x="3620419" y="1384175"/>
                  </a:lnTo>
                  <a:lnTo>
                    <a:pt x="3620606" y="1387660"/>
                  </a:lnTo>
                  <a:lnTo>
                    <a:pt x="3620793" y="1391557"/>
                  </a:lnTo>
                  <a:lnTo>
                    <a:pt x="3620980" y="1394977"/>
                  </a:lnTo>
                  <a:lnTo>
                    <a:pt x="3621167" y="1397790"/>
                  </a:lnTo>
                  <a:lnTo>
                    <a:pt x="3621354" y="1399780"/>
                  </a:lnTo>
                  <a:lnTo>
                    <a:pt x="3621541" y="1401260"/>
                  </a:lnTo>
                  <a:lnTo>
                    <a:pt x="3621728" y="1401323"/>
                  </a:lnTo>
                  <a:lnTo>
                    <a:pt x="3621915" y="1400514"/>
                  </a:lnTo>
                  <a:lnTo>
                    <a:pt x="3622102" y="1400427"/>
                  </a:lnTo>
                  <a:lnTo>
                    <a:pt x="3622288" y="1399549"/>
                  </a:lnTo>
                  <a:lnTo>
                    <a:pt x="3622475" y="1398310"/>
                  </a:lnTo>
                  <a:lnTo>
                    <a:pt x="3622662" y="1396701"/>
                  </a:lnTo>
                  <a:lnTo>
                    <a:pt x="3622849" y="1394955"/>
                  </a:lnTo>
                  <a:lnTo>
                    <a:pt x="3623036" y="1392761"/>
                  </a:lnTo>
                  <a:lnTo>
                    <a:pt x="3623223" y="1391189"/>
                  </a:lnTo>
                  <a:lnTo>
                    <a:pt x="3623410" y="1389887"/>
                  </a:lnTo>
                  <a:lnTo>
                    <a:pt x="3623597" y="1388543"/>
                  </a:lnTo>
                  <a:lnTo>
                    <a:pt x="3623784" y="1386769"/>
                  </a:lnTo>
                  <a:lnTo>
                    <a:pt x="3623971" y="1384455"/>
                  </a:lnTo>
                  <a:lnTo>
                    <a:pt x="3624158" y="1382470"/>
                  </a:lnTo>
                  <a:lnTo>
                    <a:pt x="3624345" y="1380059"/>
                  </a:lnTo>
                  <a:lnTo>
                    <a:pt x="3624532" y="1377777"/>
                  </a:lnTo>
                  <a:lnTo>
                    <a:pt x="3624718" y="1375388"/>
                  </a:lnTo>
                  <a:lnTo>
                    <a:pt x="3624905" y="1372791"/>
                  </a:lnTo>
                  <a:lnTo>
                    <a:pt x="3625092" y="1371333"/>
                  </a:lnTo>
                  <a:lnTo>
                    <a:pt x="3625279" y="1371390"/>
                  </a:lnTo>
                  <a:lnTo>
                    <a:pt x="3625466" y="1372298"/>
                  </a:lnTo>
                  <a:lnTo>
                    <a:pt x="3625653" y="1375598"/>
                  </a:lnTo>
                  <a:lnTo>
                    <a:pt x="3625840" y="1378916"/>
                  </a:lnTo>
                  <a:lnTo>
                    <a:pt x="3626027" y="1382015"/>
                  </a:lnTo>
                  <a:lnTo>
                    <a:pt x="3626214" y="1387419"/>
                  </a:lnTo>
                  <a:lnTo>
                    <a:pt x="3626401" y="1393018"/>
                  </a:lnTo>
                  <a:lnTo>
                    <a:pt x="3626588" y="1398815"/>
                  </a:lnTo>
                  <a:lnTo>
                    <a:pt x="3626775" y="1404663"/>
                  </a:lnTo>
                  <a:lnTo>
                    <a:pt x="3626961" y="1410872"/>
                  </a:lnTo>
                  <a:lnTo>
                    <a:pt x="3627148" y="1417829"/>
                  </a:lnTo>
                  <a:lnTo>
                    <a:pt x="3627335" y="1424524"/>
                  </a:lnTo>
                  <a:lnTo>
                    <a:pt x="3627522" y="1430410"/>
                  </a:lnTo>
                  <a:lnTo>
                    <a:pt x="3627709" y="1436316"/>
                  </a:lnTo>
                  <a:lnTo>
                    <a:pt x="3627896" y="1442311"/>
                  </a:lnTo>
                  <a:lnTo>
                    <a:pt x="3628083" y="1447844"/>
                  </a:lnTo>
                  <a:lnTo>
                    <a:pt x="3628270" y="1451862"/>
                  </a:lnTo>
                  <a:lnTo>
                    <a:pt x="3628457" y="1456574"/>
                  </a:lnTo>
                  <a:lnTo>
                    <a:pt x="3628644" y="1459132"/>
                  </a:lnTo>
                  <a:lnTo>
                    <a:pt x="3628831" y="1459447"/>
                  </a:lnTo>
                  <a:lnTo>
                    <a:pt x="3629018" y="1457735"/>
                  </a:lnTo>
                  <a:lnTo>
                    <a:pt x="3629205" y="1454781"/>
                  </a:lnTo>
                  <a:lnTo>
                    <a:pt x="3629391" y="1451177"/>
                  </a:lnTo>
                  <a:lnTo>
                    <a:pt x="3629578" y="1447264"/>
                  </a:lnTo>
                  <a:lnTo>
                    <a:pt x="3629765" y="1443283"/>
                  </a:lnTo>
                  <a:lnTo>
                    <a:pt x="3629952" y="1437501"/>
                  </a:lnTo>
                  <a:lnTo>
                    <a:pt x="3630139" y="1431109"/>
                  </a:lnTo>
                  <a:lnTo>
                    <a:pt x="3630326" y="1425504"/>
                  </a:lnTo>
                  <a:lnTo>
                    <a:pt x="3630513" y="1419769"/>
                  </a:lnTo>
                  <a:lnTo>
                    <a:pt x="3630700" y="1413630"/>
                  </a:lnTo>
                  <a:lnTo>
                    <a:pt x="3630887" y="1407338"/>
                  </a:lnTo>
                  <a:lnTo>
                    <a:pt x="3631074" y="1400469"/>
                  </a:lnTo>
                  <a:lnTo>
                    <a:pt x="3631261" y="1393208"/>
                  </a:lnTo>
                  <a:lnTo>
                    <a:pt x="3631448" y="1384989"/>
                  </a:lnTo>
                  <a:lnTo>
                    <a:pt x="3631634" y="1376283"/>
                  </a:lnTo>
                  <a:lnTo>
                    <a:pt x="3631821" y="1367331"/>
                  </a:lnTo>
                  <a:lnTo>
                    <a:pt x="3632008" y="1358396"/>
                  </a:lnTo>
                  <a:lnTo>
                    <a:pt x="3632195" y="1349777"/>
                  </a:lnTo>
                  <a:lnTo>
                    <a:pt x="3632382" y="1341713"/>
                  </a:lnTo>
                  <a:lnTo>
                    <a:pt x="3632569" y="1334556"/>
                  </a:lnTo>
                  <a:lnTo>
                    <a:pt x="3632756" y="1328500"/>
                  </a:lnTo>
                  <a:lnTo>
                    <a:pt x="3632943" y="1323431"/>
                  </a:lnTo>
                  <a:lnTo>
                    <a:pt x="3633130" y="1318363"/>
                  </a:lnTo>
                  <a:lnTo>
                    <a:pt x="3633317" y="1313962"/>
                  </a:lnTo>
                  <a:lnTo>
                    <a:pt x="3633504" y="1310608"/>
                  </a:lnTo>
                  <a:lnTo>
                    <a:pt x="3633691" y="1307382"/>
                  </a:lnTo>
                  <a:lnTo>
                    <a:pt x="3633878" y="1306480"/>
                  </a:lnTo>
                  <a:lnTo>
                    <a:pt x="3634064" y="1305674"/>
                  </a:lnTo>
                  <a:lnTo>
                    <a:pt x="3634251" y="1304771"/>
                  </a:lnTo>
                  <a:lnTo>
                    <a:pt x="3634438" y="1304651"/>
                  </a:lnTo>
                  <a:lnTo>
                    <a:pt x="3634625" y="1305124"/>
                  </a:lnTo>
                  <a:lnTo>
                    <a:pt x="3634812" y="1305824"/>
                  </a:lnTo>
                  <a:lnTo>
                    <a:pt x="3634999" y="1306412"/>
                  </a:lnTo>
                  <a:lnTo>
                    <a:pt x="3635186" y="1307094"/>
                  </a:lnTo>
                  <a:lnTo>
                    <a:pt x="3635373" y="1307951"/>
                  </a:lnTo>
                  <a:lnTo>
                    <a:pt x="3635560" y="1308939"/>
                  </a:lnTo>
                  <a:lnTo>
                    <a:pt x="3635747" y="1308705"/>
                  </a:lnTo>
                  <a:lnTo>
                    <a:pt x="3635934" y="1308443"/>
                  </a:lnTo>
                  <a:lnTo>
                    <a:pt x="3636121" y="1307241"/>
                  </a:lnTo>
                  <a:lnTo>
                    <a:pt x="3636308" y="1306484"/>
                  </a:lnTo>
                  <a:lnTo>
                    <a:pt x="3636494" y="1304629"/>
                  </a:lnTo>
                  <a:lnTo>
                    <a:pt x="3636681" y="1302426"/>
                  </a:lnTo>
                  <a:lnTo>
                    <a:pt x="3636868" y="1299247"/>
                  </a:lnTo>
                  <a:lnTo>
                    <a:pt x="3637055" y="1296288"/>
                  </a:lnTo>
                  <a:lnTo>
                    <a:pt x="3637242" y="1292984"/>
                  </a:lnTo>
                  <a:lnTo>
                    <a:pt x="3637429" y="1289471"/>
                  </a:lnTo>
                  <a:lnTo>
                    <a:pt x="3637616" y="1286182"/>
                  </a:lnTo>
                  <a:lnTo>
                    <a:pt x="3637803" y="1283304"/>
                  </a:lnTo>
                  <a:lnTo>
                    <a:pt x="3637990" y="1281589"/>
                  </a:lnTo>
                  <a:lnTo>
                    <a:pt x="3638177" y="1280661"/>
                  </a:lnTo>
                  <a:lnTo>
                    <a:pt x="3638364" y="1280140"/>
                  </a:lnTo>
                  <a:lnTo>
                    <a:pt x="3638551" y="1279519"/>
                  </a:lnTo>
                  <a:lnTo>
                    <a:pt x="3638737" y="1278824"/>
                  </a:lnTo>
                  <a:lnTo>
                    <a:pt x="3638924" y="1278430"/>
                  </a:lnTo>
                  <a:lnTo>
                    <a:pt x="3639111" y="1278731"/>
                  </a:lnTo>
                  <a:lnTo>
                    <a:pt x="3639298" y="1279439"/>
                  </a:lnTo>
                  <a:lnTo>
                    <a:pt x="3639485" y="1280473"/>
                  </a:lnTo>
                  <a:lnTo>
                    <a:pt x="3639672" y="1281246"/>
                  </a:lnTo>
                  <a:lnTo>
                    <a:pt x="3639859" y="1282361"/>
                  </a:lnTo>
                  <a:lnTo>
                    <a:pt x="3640046" y="1284064"/>
                  </a:lnTo>
                  <a:lnTo>
                    <a:pt x="3640233" y="1286165"/>
                  </a:lnTo>
                  <a:lnTo>
                    <a:pt x="3640420" y="1288072"/>
                  </a:lnTo>
                  <a:lnTo>
                    <a:pt x="3640607" y="1290855"/>
                  </a:lnTo>
                  <a:lnTo>
                    <a:pt x="3640794" y="1292999"/>
                  </a:lnTo>
                  <a:lnTo>
                    <a:pt x="3640981" y="1295512"/>
                  </a:lnTo>
                  <a:lnTo>
                    <a:pt x="3641167" y="1298387"/>
                  </a:lnTo>
                  <a:lnTo>
                    <a:pt x="3641354" y="1301170"/>
                  </a:lnTo>
                  <a:lnTo>
                    <a:pt x="3641541" y="1304544"/>
                  </a:lnTo>
                  <a:lnTo>
                    <a:pt x="3641728" y="1306934"/>
                  </a:lnTo>
                  <a:lnTo>
                    <a:pt x="3641915" y="1309042"/>
                  </a:lnTo>
                  <a:lnTo>
                    <a:pt x="3642102" y="1309707"/>
                  </a:lnTo>
                  <a:lnTo>
                    <a:pt x="3642289" y="1310375"/>
                  </a:lnTo>
                  <a:lnTo>
                    <a:pt x="3642476" y="1311743"/>
                  </a:lnTo>
                  <a:lnTo>
                    <a:pt x="3642663" y="1313981"/>
                  </a:lnTo>
                  <a:lnTo>
                    <a:pt x="3642850" y="1315638"/>
                  </a:lnTo>
                  <a:lnTo>
                    <a:pt x="3643037" y="1317426"/>
                  </a:lnTo>
                  <a:lnTo>
                    <a:pt x="3643224" y="1320515"/>
                  </a:lnTo>
                  <a:lnTo>
                    <a:pt x="3643411" y="1325624"/>
                  </a:lnTo>
                  <a:lnTo>
                    <a:pt x="3643597" y="1331485"/>
                  </a:lnTo>
                  <a:lnTo>
                    <a:pt x="3643784" y="1337371"/>
                  </a:lnTo>
                  <a:lnTo>
                    <a:pt x="3643971" y="1343177"/>
                  </a:lnTo>
                  <a:lnTo>
                    <a:pt x="3644158" y="1349229"/>
                  </a:lnTo>
                  <a:lnTo>
                    <a:pt x="3644345" y="1355045"/>
                  </a:lnTo>
                  <a:lnTo>
                    <a:pt x="3644532" y="1361000"/>
                  </a:lnTo>
                  <a:lnTo>
                    <a:pt x="3644719" y="1366442"/>
                  </a:lnTo>
                  <a:lnTo>
                    <a:pt x="3644906" y="1370751"/>
                  </a:lnTo>
                  <a:lnTo>
                    <a:pt x="3645093" y="1375103"/>
                  </a:lnTo>
                  <a:lnTo>
                    <a:pt x="3645280" y="1378707"/>
                  </a:lnTo>
                  <a:lnTo>
                    <a:pt x="3645467" y="1382187"/>
                  </a:lnTo>
                  <a:lnTo>
                    <a:pt x="3645654" y="1385230"/>
                  </a:lnTo>
                  <a:lnTo>
                    <a:pt x="3645840" y="1387756"/>
                  </a:lnTo>
                  <a:lnTo>
                    <a:pt x="3646027" y="1389391"/>
                  </a:lnTo>
                  <a:lnTo>
                    <a:pt x="3646214" y="1389552"/>
                  </a:lnTo>
                  <a:lnTo>
                    <a:pt x="3646401" y="1389465"/>
                  </a:lnTo>
                  <a:lnTo>
                    <a:pt x="3646588" y="1388126"/>
                  </a:lnTo>
                  <a:lnTo>
                    <a:pt x="3646775" y="1386544"/>
                  </a:lnTo>
                  <a:lnTo>
                    <a:pt x="3646962" y="1384582"/>
                  </a:lnTo>
                  <a:lnTo>
                    <a:pt x="3647149" y="1381374"/>
                  </a:lnTo>
                  <a:lnTo>
                    <a:pt x="3647336" y="1378769"/>
                  </a:lnTo>
                  <a:lnTo>
                    <a:pt x="3647523" y="1377813"/>
                  </a:lnTo>
                  <a:lnTo>
                    <a:pt x="3647710" y="1377640"/>
                  </a:lnTo>
                  <a:lnTo>
                    <a:pt x="3647897" y="1376672"/>
                  </a:lnTo>
                  <a:lnTo>
                    <a:pt x="3648084" y="1375317"/>
                  </a:lnTo>
                  <a:lnTo>
                    <a:pt x="3648270" y="1374513"/>
                  </a:lnTo>
                  <a:lnTo>
                    <a:pt x="3648457" y="1374792"/>
                  </a:lnTo>
                  <a:lnTo>
                    <a:pt x="3648644" y="1376418"/>
                  </a:lnTo>
                  <a:lnTo>
                    <a:pt x="3648831" y="1379223"/>
                  </a:lnTo>
                  <a:lnTo>
                    <a:pt x="3649018" y="1383280"/>
                  </a:lnTo>
                  <a:lnTo>
                    <a:pt x="3649205" y="1389071"/>
                  </a:lnTo>
                  <a:lnTo>
                    <a:pt x="3649392" y="1394398"/>
                  </a:lnTo>
                  <a:lnTo>
                    <a:pt x="3649579" y="1400331"/>
                  </a:lnTo>
                  <a:lnTo>
                    <a:pt x="3649766" y="1407011"/>
                  </a:lnTo>
                  <a:lnTo>
                    <a:pt x="3649953" y="1414239"/>
                  </a:lnTo>
                  <a:lnTo>
                    <a:pt x="3650140" y="1421013"/>
                  </a:lnTo>
                  <a:lnTo>
                    <a:pt x="3650327" y="1426409"/>
                  </a:lnTo>
                  <a:lnTo>
                    <a:pt x="3650513" y="1430964"/>
                  </a:lnTo>
                  <a:lnTo>
                    <a:pt x="3650700" y="1435894"/>
                  </a:lnTo>
                  <a:lnTo>
                    <a:pt x="3650887" y="1439710"/>
                  </a:lnTo>
                  <a:lnTo>
                    <a:pt x="3651074" y="1442386"/>
                  </a:lnTo>
                  <a:lnTo>
                    <a:pt x="3651261" y="1444710"/>
                  </a:lnTo>
                  <a:lnTo>
                    <a:pt x="3651448" y="1444955"/>
                  </a:lnTo>
                  <a:lnTo>
                    <a:pt x="3651635" y="1443289"/>
                  </a:lnTo>
                  <a:lnTo>
                    <a:pt x="3651822" y="1440111"/>
                  </a:lnTo>
                  <a:lnTo>
                    <a:pt x="3652009" y="1434429"/>
                  </a:lnTo>
                  <a:lnTo>
                    <a:pt x="3652196" y="1427539"/>
                  </a:lnTo>
                  <a:lnTo>
                    <a:pt x="3652383" y="1419475"/>
                  </a:lnTo>
                  <a:lnTo>
                    <a:pt x="3652570" y="1411412"/>
                  </a:lnTo>
                  <a:lnTo>
                    <a:pt x="3652757" y="1402480"/>
                  </a:lnTo>
                  <a:lnTo>
                    <a:pt x="3652943" y="1393637"/>
                  </a:lnTo>
                  <a:lnTo>
                    <a:pt x="3653130" y="1385437"/>
                  </a:lnTo>
                  <a:lnTo>
                    <a:pt x="3653317" y="1378498"/>
                  </a:lnTo>
                  <a:lnTo>
                    <a:pt x="3653504" y="1372676"/>
                  </a:lnTo>
                  <a:lnTo>
                    <a:pt x="3653691" y="1368068"/>
                  </a:lnTo>
                  <a:lnTo>
                    <a:pt x="3653878" y="1364131"/>
                  </a:lnTo>
                  <a:lnTo>
                    <a:pt x="3654065" y="1360540"/>
                  </a:lnTo>
                  <a:lnTo>
                    <a:pt x="3654252" y="1356725"/>
                  </a:lnTo>
                  <a:lnTo>
                    <a:pt x="3654439" y="1352952"/>
                  </a:lnTo>
                  <a:lnTo>
                    <a:pt x="3654626" y="1350243"/>
                  </a:lnTo>
                  <a:lnTo>
                    <a:pt x="3654813" y="1347407"/>
                  </a:lnTo>
                  <a:lnTo>
                    <a:pt x="3655000" y="1344275"/>
                  </a:lnTo>
                  <a:lnTo>
                    <a:pt x="3655187" y="1341586"/>
                  </a:lnTo>
                  <a:lnTo>
                    <a:pt x="3655373" y="1339059"/>
                  </a:lnTo>
                  <a:lnTo>
                    <a:pt x="3655560" y="1334771"/>
                  </a:lnTo>
                  <a:lnTo>
                    <a:pt x="3655747" y="1330478"/>
                  </a:lnTo>
                  <a:lnTo>
                    <a:pt x="3655934" y="1325564"/>
                  </a:lnTo>
                  <a:lnTo>
                    <a:pt x="3656121" y="1317657"/>
                  </a:lnTo>
                  <a:lnTo>
                    <a:pt x="3656308" y="1310182"/>
                  </a:lnTo>
                  <a:lnTo>
                    <a:pt x="3656495" y="1301682"/>
                  </a:lnTo>
                  <a:lnTo>
                    <a:pt x="3656682" y="1291878"/>
                  </a:lnTo>
                  <a:lnTo>
                    <a:pt x="3656869" y="1281570"/>
                  </a:lnTo>
                  <a:lnTo>
                    <a:pt x="3657056" y="1270753"/>
                  </a:lnTo>
                  <a:lnTo>
                    <a:pt x="3657243" y="1260784"/>
                  </a:lnTo>
                  <a:lnTo>
                    <a:pt x="3657430" y="1250998"/>
                  </a:lnTo>
                  <a:lnTo>
                    <a:pt x="3657616" y="1241205"/>
                  </a:lnTo>
                  <a:lnTo>
                    <a:pt x="3657803" y="1232041"/>
                  </a:lnTo>
                  <a:lnTo>
                    <a:pt x="3657990" y="1222849"/>
                  </a:lnTo>
                  <a:lnTo>
                    <a:pt x="3658177" y="1214938"/>
                  </a:lnTo>
                  <a:lnTo>
                    <a:pt x="3658364" y="1207044"/>
                  </a:lnTo>
                  <a:lnTo>
                    <a:pt x="3658551" y="1198913"/>
                  </a:lnTo>
                  <a:lnTo>
                    <a:pt x="3658738" y="1191132"/>
                  </a:lnTo>
                  <a:lnTo>
                    <a:pt x="3658925" y="1184688"/>
                  </a:lnTo>
                  <a:lnTo>
                    <a:pt x="3659112" y="1178472"/>
                  </a:lnTo>
                  <a:lnTo>
                    <a:pt x="3659299" y="1174073"/>
                  </a:lnTo>
                  <a:lnTo>
                    <a:pt x="3659486" y="1170206"/>
                  </a:lnTo>
                  <a:lnTo>
                    <a:pt x="3659673" y="1166829"/>
                  </a:lnTo>
                  <a:lnTo>
                    <a:pt x="3659860" y="1164847"/>
                  </a:lnTo>
                  <a:lnTo>
                    <a:pt x="3660046" y="1162730"/>
                  </a:lnTo>
                  <a:lnTo>
                    <a:pt x="3660233" y="1160842"/>
                  </a:lnTo>
                  <a:lnTo>
                    <a:pt x="3660420" y="1159253"/>
                  </a:lnTo>
                  <a:lnTo>
                    <a:pt x="3660607" y="1155999"/>
                  </a:lnTo>
                  <a:lnTo>
                    <a:pt x="3660794" y="1151806"/>
                  </a:lnTo>
                  <a:lnTo>
                    <a:pt x="3660981" y="1148798"/>
                  </a:lnTo>
                  <a:lnTo>
                    <a:pt x="3661168" y="1146112"/>
                  </a:lnTo>
                  <a:lnTo>
                    <a:pt x="3661355" y="1144600"/>
                  </a:lnTo>
                  <a:lnTo>
                    <a:pt x="3661542" y="1142986"/>
                  </a:lnTo>
                  <a:lnTo>
                    <a:pt x="3661729" y="1141771"/>
                  </a:lnTo>
                  <a:lnTo>
                    <a:pt x="3661916" y="1140324"/>
                  </a:lnTo>
                  <a:lnTo>
                    <a:pt x="3662103" y="1139118"/>
                  </a:lnTo>
                  <a:lnTo>
                    <a:pt x="3662290" y="1137556"/>
                  </a:lnTo>
                  <a:lnTo>
                    <a:pt x="3662476" y="1136067"/>
                  </a:lnTo>
                  <a:lnTo>
                    <a:pt x="3662663" y="1133919"/>
                  </a:lnTo>
                  <a:lnTo>
                    <a:pt x="3662850" y="1131834"/>
                  </a:lnTo>
                  <a:lnTo>
                    <a:pt x="3663037" y="1129546"/>
                  </a:lnTo>
                  <a:lnTo>
                    <a:pt x="3663224" y="1127659"/>
                  </a:lnTo>
                  <a:lnTo>
                    <a:pt x="3663411" y="1127568"/>
                  </a:lnTo>
                  <a:lnTo>
                    <a:pt x="3663598" y="1127720"/>
                  </a:lnTo>
                  <a:lnTo>
                    <a:pt x="3663785" y="1127952"/>
                  </a:lnTo>
                  <a:lnTo>
                    <a:pt x="3663972" y="1128565"/>
                  </a:lnTo>
                  <a:lnTo>
                    <a:pt x="3664159" y="1129008"/>
                  </a:lnTo>
                  <a:lnTo>
                    <a:pt x="3664346" y="1128713"/>
                  </a:lnTo>
                  <a:lnTo>
                    <a:pt x="3664533" y="1128162"/>
                  </a:lnTo>
                  <a:lnTo>
                    <a:pt x="3664719" y="1126882"/>
                  </a:lnTo>
                  <a:lnTo>
                    <a:pt x="3664906" y="1125600"/>
                  </a:lnTo>
                  <a:lnTo>
                    <a:pt x="3665093" y="1124306"/>
                  </a:lnTo>
                  <a:lnTo>
                    <a:pt x="3665280" y="1122684"/>
                  </a:lnTo>
                  <a:lnTo>
                    <a:pt x="3665467" y="1121369"/>
                  </a:lnTo>
                  <a:lnTo>
                    <a:pt x="3665654" y="1121263"/>
                  </a:lnTo>
                  <a:lnTo>
                    <a:pt x="3665841" y="1121563"/>
                  </a:lnTo>
                  <a:lnTo>
                    <a:pt x="3666028" y="1121956"/>
                  </a:lnTo>
                  <a:lnTo>
                    <a:pt x="3666215" y="1124864"/>
                  </a:lnTo>
                  <a:lnTo>
                    <a:pt x="3666402" y="1128222"/>
                  </a:lnTo>
                  <a:lnTo>
                    <a:pt x="3666589" y="1132330"/>
                  </a:lnTo>
                  <a:lnTo>
                    <a:pt x="3666776" y="1137625"/>
                  </a:lnTo>
                  <a:lnTo>
                    <a:pt x="3666963" y="1143245"/>
                  </a:lnTo>
                  <a:lnTo>
                    <a:pt x="3667149" y="1149080"/>
                  </a:lnTo>
                  <a:lnTo>
                    <a:pt x="3667336" y="1155814"/>
                  </a:lnTo>
                  <a:lnTo>
                    <a:pt x="3667523" y="1163043"/>
                  </a:lnTo>
                  <a:lnTo>
                    <a:pt x="3667710" y="1169268"/>
                  </a:lnTo>
                  <a:lnTo>
                    <a:pt x="3667897" y="1175540"/>
                  </a:lnTo>
                  <a:lnTo>
                    <a:pt x="3668084" y="1182468"/>
                  </a:lnTo>
                  <a:lnTo>
                    <a:pt x="3668271" y="1189579"/>
                  </a:lnTo>
                  <a:lnTo>
                    <a:pt x="3668458" y="1197301"/>
                  </a:lnTo>
                  <a:lnTo>
                    <a:pt x="3668645" y="1205329"/>
                  </a:lnTo>
                  <a:lnTo>
                    <a:pt x="3668832" y="1213975"/>
                  </a:lnTo>
                  <a:lnTo>
                    <a:pt x="3669019" y="1222884"/>
                  </a:lnTo>
                  <a:lnTo>
                    <a:pt x="3669206" y="1231949"/>
                  </a:lnTo>
                  <a:lnTo>
                    <a:pt x="3669392" y="1241082"/>
                  </a:lnTo>
                  <a:lnTo>
                    <a:pt x="3669579" y="1249708"/>
                  </a:lnTo>
                  <a:lnTo>
                    <a:pt x="3669766" y="1257580"/>
                  </a:lnTo>
                  <a:lnTo>
                    <a:pt x="3669953" y="1264792"/>
                  </a:lnTo>
                  <a:lnTo>
                    <a:pt x="3670140" y="1270171"/>
                  </a:lnTo>
                  <a:lnTo>
                    <a:pt x="3670327" y="1274289"/>
                  </a:lnTo>
                  <a:lnTo>
                    <a:pt x="3670514" y="1277879"/>
                  </a:lnTo>
                  <a:lnTo>
                    <a:pt x="3670701" y="1280489"/>
                  </a:lnTo>
                  <a:lnTo>
                    <a:pt x="3670888" y="1281723"/>
                  </a:lnTo>
                  <a:lnTo>
                    <a:pt x="3671075" y="1283933"/>
                  </a:lnTo>
                  <a:lnTo>
                    <a:pt x="3671262" y="1285897"/>
                  </a:lnTo>
                  <a:lnTo>
                    <a:pt x="3671449" y="1287005"/>
                  </a:lnTo>
                  <a:lnTo>
                    <a:pt x="3671636" y="1288742"/>
                  </a:lnTo>
                  <a:lnTo>
                    <a:pt x="3671822" y="1290263"/>
                  </a:lnTo>
                  <a:lnTo>
                    <a:pt x="3672009" y="1290810"/>
                  </a:lnTo>
                  <a:lnTo>
                    <a:pt x="3672196" y="1290301"/>
                  </a:lnTo>
                  <a:lnTo>
                    <a:pt x="3672383" y="1290312"/>
                  </a:lnTo>
                  <a:lnTo>
                    <a:pt x="3672570" y="1290325"/>
                  </a:lnTo>
                  <a:lnTo>
                    <a:pt x="3672757" y="1289921"/>
                  </a:lnTo>
                  <a:lnTo>
                    <a:pt x="3672944" y="1289952"/>
                  </a:lnTo>
                  <a:lnTo>
                    <a:pt x="3673131" y="1290538"/>
                  </a:lnTo>
                  <a:lnTo>
                    <a:pt x="3673318" y="1291643"/>
                  </a:lnTo>
                  <a:lnTo>
                    <a:pt x="3673505" y="1292492"/>
                  </a:lnTo>
                  <a:lnTo>
                    <a:pt x="3673692" y="1293070"/>
                  </a:lnTo>
                  <a:lnTo>
                    <a:pt x="3673879" y="1294699"/>
                  </a:lnTo>
                  <a:lnTo>
                    <a:pt x="3674066" y="1296299"/>
                  </a:lnTo>
                  <a:lnTo>
                    <a:pt x="3674252" y="1299841"/>
                  </a:lnTo>
                  <a:lnTo>
                    <a:pt x="3674439" y="1302235"/>
                  </a:lnTo>
                  <a:lnTo>
                    <a:pt x="3674626" y="1304765"/>
                  </a:lnTo>
                  <a:lnTo>
                    <a:pt x="3674813" y="1307409"/>
                  </a:lnTo>
                  <a:lnTo>
                    <a:pt x="3675000" y="1309403"/>
                  </a:lnTo>
                  <a:lnTo>
                    <a:pt x="3675187" y="1310544"/>
                  </a:lnTo>
                  <a:lnTo>
                    <a:pt x="3675374" y="1310340"/>
                  </a:lnTo>
                  <a:lnTo>
                    <a:pt x="3675561" y="1309368"/>
                  </a:lnTo>
                  <a:lnTo>
                    <a:pt x="3675748" y="1308223"/>
                  </a:lnTo>
                  <a:lnTo>
                    <a:pt x="3675935" y="1305914"/>
                  </a:lnTo>
                  <a:lnTo>
                    <a:pt x="3676122" y="1303929"/>
                  </a:lnTo>
                  <a:lnTo>
                    <a:pt x="3676309" y="1302090"/>
                  </a:lnTo>
                  <a:lnTo>
                    <a:pt x="3676495" y="1299433"/>
                  </a:lnTo>
                  <a:lnTo>
                    <a:pt x="3676682" y="1297356"/>
                  </a:lnTo>
                  <a:lnTo>
                    <a:pt x="3676869" y="1294797"/>
                  </a:lnTo>
                  <a:lnTo>
                    <a:pt x="3677056" y="1290646"/>
                  </a:lnTo>
                  <a:lnTo>
                    <a:pt x="3677243" y="1285501"/>
                  </a:lnTo>
                  <a:lnTo>
                    <a:pt x="3677430" y="1280414"/>
                  </a:lnTo>
                  <a:lnTo>
                    <a:pt x="3677617" y="1276208"/>
                  </a:lnTo>
                  <a:lnTo>
                    <a:pt x="3677804" y="1271842"/>
                  </a:lnTo>
                  <a:lnTo>
                    <a:pt x="3677991" y="1267970"/>
                  </a:lnTo>
                  <a:lnTo>
                    <a:pt x="3678178" y="1264454"/>
                  </a:lnTo>
                  <a:lnTo>
                    <a:pt x="3678365" y="1261800"/>
                  </a:lnTo>
                  <a:lnTo>
                    <a:pt x="3678552" y="1260119"/>
                  </a:lnTo>
                  <a:lnTo>
                    <a:pt x="3678739" y="1258730"/>
                  </a:lnTo>
                  <a:lnTo>
                    <a:pt x="3678925" y="1257591"/>
                  </a:lnTo>
                  <a:lnTo>
                    <a:pt x="3679112" y="1256685"/>
                  </a:lnTo>
                  <a:lnTo>
                    <a:pt x="3679299" y="1256089"/>
                  </a:lnTo>
                  <a:lnTo>
                    <a:pt x="3679486" y="1256681"/>
                  </a:lnTo>
                  <a:lnTo>
                    <a:pt x="3679673" y="1257007"/>
                  </a:lnTo>
                  <a:lnTo>
                    <a:pt x="3679860" y="1257219"/>
                  </a:lnTo>
                  <a:lnTo>
                    <a:pt x="3680047" y="1256831"/>
                  </a:lnTo>
                  <a:lnTo>
                    <a:pt x="3680234" y="1255803"/>
                  </a:lnTo>
                  <a:lnTo>
                    <a:pt x="3680421" y="1253955"/>
                  </a:lnTo>
                  <a:lnTo>
                    <a:pt x="3680608" y="1251357"/>
                  </a:lnTo>
                  <a:lnTo>
                    <a:pt x="3680795" y="1247747"/>
                  </a:lnTo>
                  <a:lnTo>
                    <a:pt x="3680982" y="1243052"/>
                  </a:lnTo>
                  <a:lnTo>
                    <a:pt x="3681168" y="1238176"/>
                  </a:lnTo>
                  <a:lnTo>
                    <a:pt x="3681355" y="1233620"/>
                  </a:lnTo>
                  <a:lnTo>
                    <a:pt x="3681542" y="1229188"/>
                  </a:lnTo>
                  <a:lnTo>
                    <a:pt x="3681729" y="1224646"/>
                  </a:lnTo>
                  <a:lnTo>
                    <a:pt x="3681916" y="1220335"/>
                  </a:lnTo>
                  <a:lnTo>
                    <a:pt x="3682103" y="1215550"/>
                  </a:lnTo>
                  <a:lnTo>
                    <a:pt x="3682290" y="1210697"/>
                  </a:lnTo>
                  <a:lnTo>
                    <a:pt x="3682477" y="1205322"/>
                  </a:lnTo>
                  <a:lnTo>
                    <a:pt x="3682664" y="1199859"/>
                  </a:lnTo>
                  <a:lnTo>
                    <a:pt x="3682851" y="1193399"/>
                  </a:lnTo>
                  <a:lnTo>
                    <a:pt x="3683038" y="1186562"/>
                  </a:lnTo>
                  <a:lnTo>
                    <a:pt x="3683225" y="1179755"/>
                  </a:lnTo>
                  <a:lnTo>
                    <a:pt x="3683412" y="1173203"/>
                  </a:lnTo>
                  <a:lnTo>
                    <a:pt x="3683598" y="1166930"/>
                  </a:lnTo>
                  <a:lnTo>
                    <a:pt x="3683785" y="1161048"/>
                  </a:lnTo>
                  <a:lnTo>
                    <a:pt x="3683972" y="1155938"/>
                  </a:lnTo>
                  <a:lnTo>
                    <a:pt x="3684159" y="1151339"/>
                  </a:lnTo>
                  <a:lnTo>
                    <a:pt x="3684346" y="1146808"/>
                  </a:lnTo>
                  <a:lnTo>
                    <a:pt x="3684533" y="1143492"/>
                  </a:lnTo>
                  <a:lnTo>
                    <a:pt x="3684720" y="1141327"/>
                  </a:lnTo>
                  <a:lnTo>
                    <a:pt x="3684907" y="1139704"/>
                  </a:lnTo>
                  <a:lnTo>
                    <a:pt x="3685094" y="1138736"/>
                  </a:lnTo>
                  <a:lnTo>
                    <a:pt x="3685281" y="1139286"/>
                  </a:lnTo>
                  <a:lnTo>
                    <a:pt x="3685468" y="1139410"/>
                  </a:lnTo>
                  <a:lnTo>
                    <a:pt x="3685655" y="1139767"/>
                  </a:lnTo>
                  <a:lnTo>
                    <a:pt x="3685842" y="1139188"/>
                  </a:lnTo>
                  <a:lnTo>
                    <a:pt x="3686028" y="1138648"/>
                  </a:lnTo>
                  <a:lnTo>
                    <a:pt x="3686215" y="1138206"/>
                  </a:lnTo>
                  <a:lnTo>
                    <a:pt x="3686402" y="1137268"/>
                  </a:lnTo>
                  <a:lnTo>
                    <a:pt x="3686589" y="1136391"/>
                  </a:lnTo>
                  <a:lnTo>
                    <a:pt x="3686776" y="1136148"/>
                  </a:lnTo>
                  <a:lnTo>
                    <a:pt x="3686963" y="1135565"/>
                  </a:lnTo>
                  <a:lnTo>
                    <a:pt x="3687150" y="1134384"/>
                  </a:lnTo>
                  <a:lnTo>
                    <a:pt x="3687337" y="1132804"/>
                  </a:lnTo>
                  <a:lnTo>
                    <a:pt x="3687524" y="1131779"/>
                  </a:lnTo>
                  <a:lnTo>
                    <a:pt x="3687711" y="1129984"/>
                  </a:lnTo>
                  <a:lnTo>
                    <a:pt x="3687898" y="1128597"/>
                  </a:lnTo>
                  <a:lnTo>
                    <a:pt x="3688085" y="1126395"/>
                  </a:lnTo>
                  <a:lnTo>
                    <a:pt x="3688271" y="1125030"/>
                  </a:lnTo>
                  <a:lnTo>
                    <a:pt x="3688458" y="1123990"/>
                  </a:lnTo>
                  <a:lnTo>
                    <a:pt x="3688645" y="1124635"/>
                  </a:lnTo>
                  <a:lnTo>
                    <a:pt x="3688832" y="1126565"/>
                  </a:lnTo>
                  <a:lnTo>
                    <a:pt x="3689019" y="1128731"/>
                  </a:lnTo>
                  <a:lnTo>
                    <a:pt x="3689206" y="1131079"/>
                  </a:lnTo>
                  <a:lnTo>
                    <a:pt x="3689393" y="1134433"/>
                  </a:lnTo>
                  <a:lnTo>
                    <a:pt x="3689580" y="1137822"/>
                  </a:lnTo>
                  <a:lnTo>
                    <a:pt x="3689767" y="1142272"/>
                  </a:lnTo>
                  <a:lnTo>
                    <a:pt x="3689954" y="1146395"/>
                  </a:lnTo>
                  <a:lnTo>
                    <a:pt x="3690141" y="1150062"/>
                  </a:lnTo>
                  <a:lnTo>
                    <a:pt x="3690328" y="1153175"/>
                  </a:lnTo>
                  <a:lnTo>
                    <a:pt x="3690515" y="1157197"/>
                  </a:lnTo>
                  <a:lnTo>
                    <a:pt x="3690701" y="1160479"/>
                  </a:lnTo>
                  <a:lnTo>
                    <a:pt x="3690888" y="1163797"/>
                  </a:lnTo>
                  <a:lnTo>
                    <a:pt x="3691075" y="1165655"/>
                  </a:lnTo>
                  <a:lnTo>
                    <a:pt x="3691262" y="1166565"/>
                  </a:lnTo>
                  <a:lnTo>
                    <a:pt x="3691449" y="1167385"/>
                  </a:lnTo>
                  <a:lnTo>
                    <a:pt x="3691636" y="1167149"/>
                  </a:lnTo>
                  <a:lnTo>
                    <a:pt x="3691823" y="1167204"/>
                  </a:lnTo>
                  <a:lnTo>
                    <a:pt x="3692010" y="1166505"/>
                  </a:lnTo>
                  <a:lnTo>
                    <a:pt x="3692197" y="1165330"/>
                  </a:lnTo>
                  <a:lnTo>
                    <a:pt x="3692384" y="1164318"/>
                  </a:lnTo>
                  <a:lnTo>
                    <a:pt x="3692571" y="1163582"/>
                  </a:lnTo>
                  <a:lnTo>
                    <a:pt x="3692758" y="1162430"/>
                  </a:lnTo>
                  <a:lnTo>
                    <a:pt x="3692945" y="1162126"/>
                  </a:lnTo>
                  <a:lnTo>
                    <a:pt x="3693131" y="1160487"/>
                  </a:lnTo>
                  <a:lnTo>
                    <a:pt x="3693318" y="1158030"/>
                  </a:lnTo>
                  <a:lnTo>
                    <a:pt x="3693505" y="1157264"/>
                  </a:lnTo>
                  <a:lnTo>
                    <a:pt x="3693692" y="1154631"/>
                  </a:lnTo>
                  <a:lnTo>
                    <a:pt x="3693879" y="1152399"/>
                  </a:lnTo>
                  <a:lnTo>
                    <a:pt x="3694066" y="1150197"/>
                  </a:lnTo>
                  <a:lnTo>
                    <a:pt x="3694253" y="1148978"/>
                  </a:lnTo>
                  <a:lnTo>
                    <a:pt x="3694440" y="1148432"/>
                  </a:lnTo>
                  <a:lnTo>
                    <a:pt x="3694627" y="1146782"/>
                  </a:lnTo>
                  <a:lnTo>
                    <a:pt x="3694814" y="1143033"/>
                  </a:lnTo>
                  <a:lnTo>
                    <a:pt x="3695001" y="1140086"/>
                  </a:lnTo>
                  <a:lnTo>
                    <a:pt x="3695188" y="1135385"/>
                  </a:lnTo>
                  <a:lnTo>
                    <a:pt x="3695374" y="1128869"/>
                  </a:lnTo>
                  <a:lnTo>
                    <a:pt x="3695561" y="1121312"/>
                  </a:lnTo>
                  <a:lnTo>
                    <a:pt x="3695748" y="1115324"/>
                  </a:lnTo>
                  <a:lnTo>
                    <a:pt x="3695935" y="1107008"/>
                  </a:lnTo>
                  <a:lnTo>
                    <a:pt x="3696122" y="1101393"/>
                  </a:lnTo>
                  <a:lnTo>
                    <a:pt x="3696309" y="1094283"/>
                  </a:lnTo>
                  <a:lnTo>
                    <a:pt x="3696496" y="1087799"/>
                  </a:lnTo>
                  <a:lnTo>
                    <a:pt x="3696683" y="1079034"/>
                  </a:lnTo>
                  <a:lnTo>
                    <a:pt x="3696870" y="1069748"/>
                  </a:lnTo>
                  <a:lnTo>
                    <a:pt x="3697057" y="1060532"/>
                  </a:lnTo>
                  <a:lnTo>
                    <a:pt x="3697244" y="1050724"/>
                  </a:lnTo>
                  <a:lnTo>
                    <a:pt x="3697431" y="1041414"/>
                  </a:lnTo>
                  <a:lnTo>
                    <a:pt x="3697618" y="1032484"/>
                  </a:lnTo>
                  <a:lnTo>
                    <a:pt x="3697804" y="1023581"/>
                  </a:lnTo>
                  <a:lnTo>
                    <a:pt x="3697991" y="1016021"/>
                  </a:lnTo>
                  <a:lnTo>
                    <a:pt x="3698178" y="1009056"/>
                  </a:lnTo>
                  <a:lnTo>
                    <a:pt x="3698365" y="1001311"/>
                  </a:lnTo>
                  <a:lnTo>
                    <a:pt x="3698552" y="994098"/>
                  </a:lnTo>
                  <a:lnTo>
                    <a:pt x="3698739" y="987006"/>
                  </a:lnTo>
                  <a:lnTo>
                    <a:pt x="3698926" y="980486"/>
                  </a:lnTo>
                  <a:lnTo>
                    <a:pt x="3699113" y="974806"/>
                  </a:lnTo>
                  <a:lnTo>
                    <a:pt x="3699300" y="969826"/>
                  </a:lnTo>
                  <a:lnTo>
                    <a:pt x="3699487" y="963923"/>
                  </a:lnTo>
                  <a:lnTo>
                    <a:pt x="3699674" y="960014"/>
                  </a:lnTo>
                  <a:lnTo>
                    <a:pt x="3699861" y="956222"/>
                  </a:lnTo>
                  <a:lnTo>
                    <a:pt x="3700047" y="951943"/>
                  </a:lnTo>
                  <a:lnTo>
                    <a:pt x="3700234" y="948020"/>
                  </a:lnTo>
                  <a:lnTo>
                    <a:pt x="3700421" y="943428"/>
                  </a:lnTo>
                  <a:lnTo>
                    <a:pt x="3700608" y="938191"/>
                  </a:lnTo>
                  <a:lnTo>
                    <a:pt x="3700795" y="930448"/>
                  </a:lnTo>
                  <a:lnTo>
                    <a:pt x="3700982" y="921326"/>
                  </a:lnTo>
                  <a:lnTo>
                    <a:pt x="3701169" y="911821"/>
                  </a:lnTo>
                  <a:lnTo>
                    <a:pt x="3701356" y="901174"/>
                  </a:lnTo>
                  <a:lnTo>
                    <a:pt x="3701543" y="891702"/>
                  </a:lnTo>
                  <a:lnTo>
                    <a:pt x="3701730" y="881633"/>
                  </a:lnTo>
                  <a:lnTo>
                    <a:pt x="3701917" y="873159"/>
                  </a:lnTo>
                  <a:lnTo>
                    <a:pt x="3702104" y="864834"/>
                  </a:lnTo>
                  <a:lnTo>
                    <a:pt x="3702291" y="856545"/>
                  </a:lnTo>
                  <a:lnTo>
                    <a:pt x="3702477" y="849184"/>
                  </a:lnTo>
                  <a:lnTo>
                    <a:pt x="3702664" y="842711"/>
                  </a:lnTo>
                  <a:lnTo>
                    <a:pt x="3702851" y="836319"/>
                  </a:lnTo>
                  <a:lnTo>
                    <a:pt x="3703038" y="829447"/>
                  </a:lnTo>
                  <a:lnTo>
                    <a:pt x="3703225" y="822612"/>
                  </a:lnTo>
                  <a:lnTo>
                    <a:pt x="3703412" y="816340"/>
                  </a:lnTo>
                  <a:lnTo>
                    <a:pt x="3703599" y="809015"/>
                  </a:lnTo>
                  <a:lnTo>
                    <a:pt x="3703786" y="801611"/>
                  </a:lnTo>
                  <a:lnTo>
                    <a:pt x="3703973" y="793984"/>
                  </a:lnTo>
                  <a:lnTo>
                    <a:pt x="3704160" y="785507"/>
                  </a:lnTo>
                  <a:lnTo>
                    <a:pt x="3704347" y="776962"/>
                  </a:lnTo>
                  <a:lnTo>
                    <a:pt x="3704534" y="767773"/>
                  </a:lnTo>
                  <a:lnTo>
                    <a:pt x="3704721" y="759420"/>
                  </a:lnTo>
                  <a:lnTo>
                    <a:pt x="3704907" y="750796"/>
                  </a:lnTo>
                  <a:lnTo>
                    <a:pt x="3705094" y="743045"/>
                  </a:lnTo>
                  <a:lnTo>
                    <a:pt x="3705281" y="735615"/>
                  </a:lnTo>
                  <a:lnTo>
                    <a:pt x="3705468" y="727739"/>
                  </a:lnTo>
                  <a:lnTo>
                    <a:pt x="3705655" y="720394"/>
                  </a:lnTo>
                  <a:lnTo>
                    <a:pt x="3705842" y="711744"/>
                  </a:lnTo>
                  <a:lnTo>
                    <a:pt x="3706029" y="703845"/>
                  </a:lnTo>
                  <a:lnTo>
                    <a:pt x="3706216" y="696237"/>
                  </a:lnTo>
                  <a:lnTo>
                    <a:pt x="3706403" y="689254"/>
                  </a:lnTo>
                  <a:lnTo>
                    <a:pt x="3706590" y="683202"/>
                  </a:lnTo>
                  <a:lnTo>
                    <a:pt x="3706777" y="678055"/>
                  </a:lnTo>
                  <a:lnTo>
                    <a:pt x="3706964" y="674845"/>
                  </a:lnTo>
                  <a:lnTo>
                    <a:pt x="3707150" y="671872"/>
                  </a:lnTo>
                  <a:lnTo>
                    <a:pt x="3707337" y="668779"/>
                  </a:lnTo>
                  <a:lnTo>
                    <a:pt x="3707524" y="667045"/>
                  </a:lnTo>
                  <a:lnTo>
                    <a:pt x="3707711" y="665652"/>
                  </a:lnTo>
                  <a:lnTo>
                    <a:pt x="3707898" y="665486"/>
                  </a:lnTo>
                  <a:lnTo>
                    <a:pt x="3708085" y="666390"/>
                  </a:lnTo>
                  <a:lnTo>
                    <a:pt x="3708272" y="667629"/>
                  </a:lnTo>
                  <a:lnTo>
                    <a:pt x="3708459" y="667757"/>
                  </a:lnTo>
                  <a:lnTo>
                    <a:pt x="3708646" y="667171"/>
                  </a:lnTo>
                  <a:lnTo>
                    <a:pt x="3708833" y="667171"/>
                  </a:lnTo>
                  <a:lnTo>
                    <a:pt x="3709020" y="666306"/>
                  </a:lnTo>
                  <a:lnTo>
                    <a:pt x="3709207" y="665207"/>
                  </a:lnTo>
                  <a:lnTo>
                    <a:pt x="3709394" y="664735"/>
                  </a:lnTo>
                  <a:lnTo>
                    <a:pt x="3709580" y="664371"/>
                  </a:lnTo>
                  <a:lnTo>
                    <a:pt x="3709767" y="662632"/>
                  </a:lnTo>
                  <a:lnTo>
                    <a:pt x="3709954" y="660736"/>
                  </a:lnTo>
                  <a:lnTo>
                    <a:pt x="3710141" y="658468"/>
                  </a:lnTo>
                  <a:lnTo>
                    <a:pt x="3710328" y="655130"/>
                  </a:lnTo>
                  <a:lnTo>
                    <a:pt x="3710515" y="649724"/>
                  </a:lnTo>
                  <a:lnTo>
                    <a:pt x="3710702" y="643026"/>
                  </a:lnTo>
                  <a:lnTo>
                    <a:pt x="3710889" y="636484"/>
                  </a:lnTo>
                  <a:lnTo>
                    <a:pt x="3711076" y="629455"/>
                  </a:lnTo>
                  <a:lnTo>
                    <a:pt x="3711263" y="622909"/>
                  </a:lnTo>
                  <a:lnTo>
                    <a:pt x="3711450" y="616424"/>
                  </a:lnTo>
                  <a:lnTo>
                    <a:pt x="3711637" y="608161"/>
                  </a:lnTo>
                  <a:lnTo>
                    <a:pt x="3711824" y="599914"/>
                  </a:lnTo>
                  <a:lnTo>
                    <a:pt x="3712010" y="593229"/>
                  </a:lnTo>
                  <a:lnTo>
                    <a:pt x="3712197" y="585758"/>
                  </a:lnTo>
                  <a:lnTo>
                    <a:pt x="3712384" y="579373"/>
                  </a:lnTo>
                  <a:lnTo>
                    <a:pt x="3712571" y="574086"/>
                  </a:lnTo>
                  <a:lnTo>
                    <a:pt x="3712758" y="569010"/>
                  </a:lnTo>
                  <a:lnTo>
                    <a:pt x="3712945" y="564916"/>
                  </a:lnTo>
                  <a:lnTo>
                    <a:pt x="3713132" y="560226"/>
                  </a:lnTo>
                  <a:lnTo>
                    <a:pt x="3713319" y="556327"/>
                  </a:lnTo>
                  <a:lnTo>
                    <a:pt x="3713506" y="552392"/>
                  </a:lnTo>
                  <a:lnTo>
                    <a:pt x="3713693" y="547896"/>
                  </a:lnTo>
                  <a:lnTo>
                    <a:pt x="3713880" y="544379"/>
                  </a:lnTo>
                  <a:lnTo>
                    <a:pt x="3714067" y="540188"/>
                  </a:lnTo>
                  <a:lnTo>
                    <a:pt x="3714253" y="536709"/>
                  </a:lnTo>
                  <a:lnTo>
                    <a:pt x="3714440" y="534768"/>
                  </a:lnTo>
                  <a:lnTo>
                    <a:pt x="3714627" y="533852"/>
                  </a:lnTo>
                  <a:lnTo>
                    <a:pt x="3714814" y="532809"/>
                  </a:lnTo>
                  <a:lnTo>
                    <a:pt x="3715001" y="529994"/>
                  </a:lnTo>
                  <a:lnTo>
                    <a:pt x="3715188" y="527774"/>
                  </a:lnTo>
                  <a:lnTo>
                    <a:pt x="3715375" y="525288"/>
                  </a:lnTo>
                  <a:lnTo>
                    <a:pt x="3715562" y="522382"/>
                  </a:lnTo>
                  <a:lnTo>
                    <a:pt x="3715749" y="518831"/>
                  </a:lnTo>
                  <a:lnTo>
                    <a:pt x="3715936" y="514210"/>
                  </a:lnTo>
                  <a:lnTo>
                    <a:pt x="3716123" y="508559"/>
                  </a:lnTo>
                  <a:lnTo>
                    <a:pt x="3716310" y="502753"/>
                  </a:lnTo>
                  <a:lnTo>
                    <a:pt x="3716497" y="496681"/>
                  </a:lnTo>
                  <a:lnTo>
                    <a:pt x="3716683" y="489181"/>
                  </a:lnTo>
                  <a:lnTo>
                    <a:pt x="3716870" y="481692"/>
                  </a:lnTo>
                  <a:lnTo>
                    <a:pt x="3717057" y="473779"/>
                  </a:lnTo>
                  <a:lnTo>
                    <a:pt x="3717244" y="465836"/>
                  </a:lnTo>
                  <a:lnTo>
                    <a:pt x="3717431" y="458924"/>
                  </a:lnTo>
                  <a:lnTo>
                    <a:pt x="3717618" y="452332"/>
                  </a:lnTo>
                  <a:lnTo>
                    <a:pt x="3717805" y="445890"/>
                  </a:lnTo>
                  <a:lnTo>
                    <a:pt x="3717992" y="438923"/>
                  </a:lnTo>
                  <a:lnTo>
                    <a:pt x="3718179" y="431288"/>
                  </a:lnTo>
                  <a:lnTo>
                    <a:pt x="3718366" y="423302"/>
                  </a:lnTo>
                  <a:lnTo>
                    <a:pt x="3718553" y="414817"/>
                  </a:lnTo>
                  <a:lnTo>
                    <a:pt x="3718740" y="405113"/>
                  </a:lnTo>
                  <a:lnTo>
                    <a:pt x="3718926" y="396292"/>
                  </a:lnTo>
                  <a:lnTo>
                    <a:pt x="3719113" y="387862"/>
                  </a:lnTo>
                  <a:lnTo>
                    <a:pt x="3719300" y="378381"/>
                  </a:lnTo>
                  <a:lnTo>
                    <a:pt x="3719487" y="370923"/>
                  </a:lnTo>
                  <a:lnTo>
                    <a:pt x="3719674" y="364630"/>
                  </a:lnTo>
                  <a:lnTo>
                    <a:pt x="3719861" y="358258"/>
                  </a:lnTo>
                  <a:lnTo>
                    <a:pt x="3720048" y="354316"/>
                  </a:lnTo>
                  <a:lnTo>
                    <a:pt x="3720235" y="349545"/>
                  </a:lnTo>
                  <a:lnTo>
                    <a:pt x="3720422" y="345220"/>
                  </a:lnTo>
                  <a:lnTo>
                    <a:pt x="3720609" y="340733"/>
                  </a:lnTo>
                  <a:lnTo>
                    <a:pt x="3720796" y="336522"/>
                  </a:lnTo>
                  <a:lnTo>
                    <a:pt x="3720983" y="333376"/>
                  </a:lnTo>
                  <a:lnTo>
                    <a:pt x="3721170" y="329479"/>
                  </a:lnTo>
                  <a:lnTo>
                    <a:pt x="3721356" y="325283"/>
                  </a:lnTo>
                  <a:lnTo>
                    <a:pt x="3721543" y="321101"/>
                  </a:lnTo>
                  <a:lnTo>
                    <a:pt x="3721730" y="317144"/>
                  </a:lnTo>
                  <a:lnTo>
                    <a:pt x="3721917" y="313116"/>
                  </a:lnTo>
                  <a:lnTo>
                    <a:pt x="3722104" y="307367"/>
                  </a:lnTo>
                  <a:lnTo>
                    <a:pt x="3722291" y="300459"/>
                  </a:lnTo>
                  <a:lnTo>
                    <a:pt x="3722478" y="293365"/>
                  </a:lnTo>
                  <a:lnTo>
                    <a:pt x="3722665" y="285740"/>
                  </a:lnTo>
                  <a:lnTo>
                    <a:pt x="3722852" y="278319"/>
                  </a:lnTo>
                  <a:lnTo>
                    <a:pt x="3723039" y="270073"/>
                  </a:lnTo>
                  <a:lnTo>
                    <a:pt x="3723226" y="262662"/>
                  </a:lnTo>
                  <a:lnTo>
                    <a:pt x="3723413" y="255634"/>
                  </a:lnTo>
                  <a:lnTo>
                    <a:pt x="3723600" y="249223"/>
                  </a:lnTo>
                  <a:lnTo>
                    <a:pt x="3723786" y="242582"/>
                  </a:lnTo>
                  <a:lnTo>
                    <a:pt x="3723973" y="235570"/>
                  </a:lnTo>
                  <a:lnTo>
                    <a:pt x="3724160" y="228979"/>
                  </a:lnTo>
                  <a:lnTo>
                    <a:pt x="3724347" y="223004"/>
                  </a:lnTo>
                  <a:lnTo>
                    <a:pt x="3724534" y="217921"/>
                  </a:lnTo>
                  <a:lnTo>
                    <a:pt x="3724721" y="213867"/>
                  </a:lnTo>
                  <a:lnTo>
                    <a:pt x="3724908" y="210474"/>
                  </a:lnTo>
                  <a:lnTo>
                    <a:pt x="3725095" y="208609"/>
                  </a:lnTo>
                  <a:lnTo>
                    <a:pt x="3725282" y="206953"/>
                  </a:lnTo>
                  <a:lnTo>
                    <a:pt x="3725469" y="206939"/>
                  </a:lnTo>
                  <a:lnTo>
                    <a:pt x="3725656" y="206876"/>
                  </a:lnTo>
                  <a:lnTo>
                    <a:pt x="3725843" y="207618"/>
                  </a:lnTo>
                  <a:lnTo>
                    <a:pt x="3726029" y="208283"/>
                  </a:lnTo>
                  <a:lnTo>
                    <a:pt x="3726216" y="209600"/>
                  </a:lnTo>
                  <a:lnTo>
                    <a:pt x="3726403" y="211829"/>
                  </a:lnTo>
                  <a:lnTo>
                    <a:pt x="3726590" y="214994"/>
                  </a:lnTo>
                  <a:lnTo>
                    <a:pt x="3726777" y="219086"/>
                  </a:lnTo>
                  <a:lnTo>
                    <a:pt x="3726964" y="223450"/>
                  </a:lnTo>
                  <a:lnTo>
                    <a:pt x="3727151" y="227200"/>
                  </a:lnTo>
                  <a:lnTo>
                    <a:pt x="3727338" y="231496"/>
                  </a:lnTo>
                  <a:lnTo>
                    <a:pt x="3727525" y="236769"/>
                  </a:lnTo>
                  <a:lnTo>
                    <a:pt x="3727712" y="243425"/>
                  </a:lnTo>
                  <a:lnTo>
                    <a:pt x="3727899" y="250650"/>
                  </a:lnTo>
                  <a:lnTo>
                    <a:pt x="3728086" y="258914"/>
                  </a:lnTo>
                  <a:lnTo>
                    <a:pt x="3728273" y="267866"/>
                  </a:lnTo>
                  <a:lnTo>
                    <a:pt x="3728459" y="278140"/>
                  </a:lnTo>
                  <a:lnTo>
                    <a:pt x="3728646" y="289337"/>
                  </a:lnTo>
                  <a:lnTo>
                    <a:pt x="3728833" y="300587"/>
                  </a:lnTo>
                  <a:lnTo>
                    <a:pt x="3729020" y="312836"/>
                  </a:lnTo>
                  <a:lnTo>
                    <a:pt x="3729207" y="324928"/>
                  </a:lnTo>
                  <a:lnTo>
                    <a:pt x="3729394" y="337307"/>
                  </a:lnTo>
                  <a:lnTo>
                    <a:pt x="3729581" y="350862"/>
                  </a:lnTo>
                  <a:lnTo>
                    <a:pt x="3729768" y="364603"/>
                  </a:lnTo>
                  <a:lnTo>
                    <a:pt x="3729955" y="378134"/>
                  </a:lnTo>
                  <a:lnTo>
                    <a:pt x="3730142" y="391127"/>
                  </a:lnTo>
                  <a:lnTo>
                    <a:pt x="3730329" y="403887"/>
                  </a:lnTo>
                  <a:lnTo>
                    <a:pt x="3730516" y="415867"/>
                  </a:lnTo>
                  <a:lnTo>
                    <a:pt x="3730703" y="427617"/>
                  </a:lnTo>
                  <a:lnTo>
                    <a:pt x="3730889" y="438035"/>
                  </a:lnTo>
                  <a:lnTo>
                    <a:pt x="3731076" y="447354"/>
                  </a:lnTo>
                  <a:lnTo>
                    <a:pt x="3731263" y="456070"/>
                  </a:lnTo>
                  <a:lnTo>
                    <a:pt x="3731450" y="465366"/>
                  </a:lnTo>
                  <a:lnTo>
                    <a:pt x="3731637" y="474647"/>
                  </a:lnTo>
                  <a:lnTo>
                    <a:pt x="3731824" y="483668"/>
                  </a:lnTo>
                  <a:lnTo>
                    <a:pt x="3732011" y="493023"/>
                  </a:lnTo>
                  <a:lnTo>
                    <a:pt x="3732198" y="503704"/>
                  </a:lnTo>
                  <a:lnTo>
                    <a:pt x="3732385" y="512936"/>
                  </a:lnTo>
                  <a:lnTo>
                    <a:pt x="3732572" y="523326"/>
                  </a:lnTo>
                  <a:lnTo>
                    <a:pt x="3732759" y="534980"/>
                  </a:lnTo>
                  <a:lnTo>
                    <a:pt x="3732946" y="546839"/>
                  </a:lnTo>
                  <a:lnTo>
                    <a:pt x="3733132" y="558237"/>
                  </a:lnTo>
                  <a:lnTo>
                    <a:pt x="3733319" y="573088"/>
                  </a:lnTo>
                  <a:lnTo>
                    <a:pt x="3733506" y="584596"/>
                  </a:lnTo>
                  <a:lnTo>
                    <a:pt x="3733693" y="596638"/>
                  </a:lnTo>
                  <a:lnTo>
                    <a:pt x="3733880" y="609219"/>
                  </a:lnTo>
                  <a:lnTo>
                    <a:pt x="3734067" y="622595"/>
                  </a:lnTo>
                  <a:lnTo>
                    <a:pt x="3734254" y="636691"/>
                  </a:lnTo>
                  <a:lnTo>
                    <a:pt x="3734441" y="650367"/>
                  </a:lnTo>
                  <a:lnTo>
                    <a:pt x="3734628" y="664079"/>
                  </a:lnTo>
                  <a:lnTo>
                    <a:pt x="3734815" y="676589"/>
                  </a:lnTo>
                  <a:lnTo>
                    <a:pt x="3735002" y="688970"/>
                  </a:lnTo>
                  <a:lnTo>
                    <a:pt x="3735189" y="701801"/>
                  </a:lnTo>
                  <a:lnTo>
                    <a:pt x="3735376" y="713897"/>
                  </a:lnTo>
                  <a:lnTo>
                    <a:pt x="3735562" y="726020"/>
                  </a:lnTo>
                  <a:lnTo>
                    <a:pt x="3735749" y="737698"/>
                  </a:lnTo>
                  <a:lnTo>
                    <a:pt x="3735936" y="748299"/>
                  </a:lnTo>
                  <a:lnTo>
                    <a:pt x="3736123" y="757793"/>
                  </a:lnTo>
                  <a:lnTo>
                    <a:pt x="3736310" y="767151"/>
                  </a:lnTo>
                  <a:lnTo>
                    <a:pt x="3736497" y="775155"/>
                  </a:lnTo>
                  <a:lnTo>
                    <a:pt x="3736684" y="782611"/>
                  </a:lnTo>
                  <a:lnTo>
                    <a:pt x="3736871" y="791099"/>
                  </a:lnTo>
                  <a:lnTo>
                    <a:pt x="3737058" y="798426"/>
                  </a:lnTo>
                  <a:lnTo>
                    <a:pt x="3737245" y="806492"/>
                  </a:lnTo>
                  <a:lnTo>
                    <a:pt x="3737432" y="815314"/>
                  </a:lnTo>
                  <a:lnTo>
                    <a:pt x="3737619" y="824084"/>
                  </a:lnTo>
                  <a:lnTo>
                    <a:pt x="3737805" y="833381"/>
                  </a:lnTo>
                  <a:lnTo>
                    <a:pt x="3737992" y="842977"/>
                  </a:lnTo>
                  <a:lnTo>
                    <a:pt x="3738179" y="853928"/>
                  </a:lnTo>
                  <a:lnTo>
                    <a:pt x="3738366" y="865618"/>
                  </a:lnTo>
                  <a:lnTo>
                    <a:pt x="3738553" y="877510"/>
                  </a:lnTo>
                  <a:lnTo>
                    <a:pt x="3738740" y="890184"/>
                  </a:lnTo>
                  <a:lnTo>
                    <a:pt x="3738927" y="902051"/>
                  </a:lnTo>
                  <a:lnTo>
                    <a:pt x="3739114" y="914660"/>
                  </a:lnTo>
                  <a:lnTo>
                    <a:pt x="3739301" y="925220"/>
                  </a:lnTo>
                  <a:lnTo>
                    <a:pt x="3739488" y="936434"/>
                  </a:lnTo>
                  <a:lnTo>
                    <a:pt x="3739675" y="947353"/>
                  </a:lnTo>
                  <a:lnTo>
                    <a:pt x="3739862" y="955826"/>
                  </a:lnTo>
                  <a:lnTo>
                    <a:pt x="3740049" y="962722"/>
                  </a:lnTo>
                  <a:lnTo>
                    <a:pt x="3740235" y="968376"/>
                  </a:lnTo>
                  <a:lnTo>
                    <a:pt x="3740422" y="973402"/>
                  </a:lnTo>
                  <a:lnTo>
                    <a:pt x="3740609" y="977696"/>
                  </a:lnTo>
                  <a:lnTo>
                    <a:pt x="3740796" y="981984"/>
                  </a:lnTo>
                  <a:lnTo>
                    <a:pt x="3740983" y="985258"/>
                  </a:lnTo>
                  <a:lnTo>
                    <a:pt x="3741170" y="987320"/>
                  </a:lnTo>
                  <a:lnTo>
                    <a:pt x="3741357" y="988494"/>
                  </a:lnTo>
                  <a:lnTo>
                    <a:pt x="3741544" y="989847"/>
                  </a:lnTo>
                  <a:lnTo>
                    <a:pt x="3741731" y="990795"/>
                  </a:lnTo>
                  <a:lnTo>
                    <a:pt x="3741918" y="991227"/>
                  </a:lnTo>
                  <a:lnTo>
                    <a:pt x="3742105" y="990370"/>
                  </a:lnTo>
                  <a:lnTo>
                    <a:pt x="3742292" y="989289"/>
                  </a:lnTo>
                  <a:lnTo>
                    <a:pt x="3742479" y="987421"/>
                  </a:lnTo>
                  <a:lnTo>
                    <a:pt x="3742665" y="985630"/>
                  </a:lnTo>
                  <a:lnTo>
                    <a:pt x="3742852" y="983994"/>
                  </a:lnTo>
                  <a:lnTo>
                    <a:pt x="3743039" y="982021"/>
                  </a:lnTo>
                  <a:lnTo>
                    <a:pt x="3743226" y="981748"/>
                  </a:lnTo>
                  <a:lnTo>
                    <a:pt x="3743413" y="980737"/>
                  </a:lnTo>
                  <a:lnTo>
                    <a:pt x="3743600" y="979197"/>
                  </a:lnTo>
                  <a:lnTo>
                    <a:pt x="3743787" y="977245"/>
                  </a:lnTo>
                  <a:lnTo>
                    <a:pt x="3743974" y="974896"/>
                  </a:lnTo>
                  <a:lnTo>
                    <a:pt x="3744161" y="972460"/>
                  </a:lnTo>
                  <a:lnTo>
                    <a:pt x="3744348" y="967655"/>
                  </a:lnTo>
                  <a:lnTo>
                    <a:pt x="3744535" y="962606"/>
                  </a:lnTo>
                  <a:lnTo>
                    <a:pt x="3744722" y="960131"/>
                  </a:lnTo>
                  <a:lnTo>
                    <a:pt x="3744908" y="957613"/>
                  </a:lnTo>
                  <a:lnTo>
                    <a:pt x="3745095" y="955296"/>
                  </a:lnTo>
                  <a:lnTo>
                    <a:pt x="3745282" y="952987"/>
                  </a:lnTo>
                  <a:lnTo>
                    <a:pt x="3745469" y="951111"/>
                  </a:lnTo>
                  <a:lnTo>
                    <a:pt x="3745656" y="950669"/>
                  </a:lnTo>
                  <a:lnTo>
                    <a:pt x="3745843" y="950784"/>
                  </a:lnTo>
                  <a:lnTo>
                    <a:pt x="3746030" y="950491"/>
                  </a:lnTo>
                  <a:lnTo>
                    <a:pt x="3746217" y="949950"/>
                  </a:lnTo>
                  <a:lnTo>
                    <a:pt x="3746404" y="949427"/>
                  </a:lnTo>
                  <a:lnTo>
                    <a:pt x="3746591" y="949507"/>
                  </a:lnTo>
                  <a:lnTo>
                    <a:pt x="3746778" y="949969"/>
                  </a:lnTo>
                  <a:lnTo>
                    <a:pt x="3746965" y="950970"/>
                  </a:lnTo>
                  <a:lnTo>
                    <a:pt x="3747152" y="953361"/>
                  </a:lnTo>
                  <a:lnTo>
                    <a:pt x="3747338" y="956008"/>
                  </a:lnTo>
                  <a:lnTo>
                    <a:pt x="3747525" y="958651"/>
                  </a:lnTo>
                  <a:lnTo>
                    <a:pt x="3747712" y="961527"/>
                  </a:lnTo>
                  <a:lnTo>
                    <a:pt x="3747899" y="966388"/>
                  </a:lnTo>
                  <a:lnTo>
                    <a:pt x="3748086" y="972368"/>
                  </a:lnTo>
                  <a:lnTo>
                    <a:pt x="3748273" y="977893"/>
                  </a:lnTo>
                  <a:lnTo>
                    <a:pt x="3748460" y="983345"/>
                  </a:lnTo>
                  <a:lnTo>
                    <a:pt x="3748647" y="987946"/>
                  </a:lnTo>
                  <a:lnTo>
                    <a:pt x="3748834" y="991218"/>
                  </a:lnTo>
                  <a:lnTo>
                    <a:pt x="3749021" y="995528"/>
                  </a:lnTo>
                  <a:lnTo>
                    <a:pt x="3749208" y="1001333"/>
                  </a:lnTo>
                  <a:lnTo>
                    <a:pt x="3749395" y="1005286"/>
                  </a:lnTo>
                  <a:lnTo>
                    <a:pt x="3749582" y="1010033"/>
                  </a:lnTo>
                  <a:lnTo>
                    <a:pt x="3749768" y="1013336"/>
                  </a:lnTo>
                  <a:lnTo>
                    <a:pt x="3749955" y="1015371"/>
                  </a:lnTo>
                  <a:lnTo>
                    <a:pt x="3750142" y="1017394"/>
                  </a:lnTo>
                  <a:lnTo>
                    <a:pt x="3750329" y="1018570"/>
                  </a:lnTo>
                  <a:lnTo>
                    <a:pt x="3750516" y="1020863"/>
                  </a:lnTo>
                  <a:lnTo>
                    <a:pt x="3750703" y="1023037"/>
                  </a:lnTo>
                  <a:lnTo>
                    <a:pt x="3750890" y="1024387"/>
                  </a:lnTo>
                  <a:lnTo>
                    <a:pt x="3751077" y="1026341"/>
                  </a:lnTo>
                  <a:lnTo>
                    <a:pt x="3751264" y="1028043"/>
                  </a:lnTo>
                  <a:lnTo>
                    <a:pt x="3751451" y="1029691"/>
                  </a:lnTo>
                  <a:lnTo>
                    <a:pt x="3751638" y="1030976"/>
                  </a:lnTo>
                  <a:lnTo>
                    <a:pt x="3751825" y="1032522"/>
                  </a:lnTo>
                  <a:lnTo>
                    <a:pt x="3752011" y="1033445"/>
                  </a:lnTo>
                  <a:lnTo>
                    <a:pt x="3752198" y="1034546"/>
                  </a:lnTo>
                  <a:lnTo>
                    <a:pt x="3752385" y="1036482"/>
                  </a:lnTo>
                  <a:lnTo>
                    <a:pt x="3752572" y="1038320"/>
                  </a:lnTo>
                  <a:lnTo>
                    <a:pt x="3752759" y="1039632"/>
                  </a:lnTo>
                  <a:lnTo>
                    <a:pt x="3752946" y="1041452"/>
                  </a:lnTo>
                  <a:lnTo>
                    <a:pt x="3753133" y="1042731"/>
                  </a:lnTo>
                  <a:lnTo>
                    <a:pt x="3753320" y="1042881"/>
                  </a:lnTo>
                  <a:lnTo>
                    <a:pt x="3753507" y="1043460"/>
                  </a:lnTo>
                  <a:lnTo>
                    <a:pt x="3753694" y="1044154"/>
                  </a:lnTo>
                  <a:lnTo>
                    <a:pt x="3753881" y="1045715"/>
                  </a:lnTo>
                  <a:lnTo>
                    <a:pt x="3754068" y="1048942"/>
                  </a:lnTo>
                  <a:lnTo>
                    <a:pt x="3754255" y="1052402"/>
                  </a:lnTo>
                  <a:lnTo>
                    <a:pt x="3754441" y="1056759"/>
                  </a:lnTo>
                  <a:lnTo>
                    <a:pt x="3754628" y="1060271"/>
                  </a:lnTo>
                  <a:lnTo>
                    <a:pt x="3754815" y="1062880"/>
                  </a:lnTo>
                  <a:lnTo>
                    <a:pt x="3755002" y="1065388"/>
                  </a:lnTo>
                  <a:lnTo>
                    <a:pt x="3755189" y="1067632"/>
                  </a:lnTo>
                  <a:lnTo>
                    <a:pt x="3755376" y="1069708"/>
                  </a:lnTo>
                  <a:lnTo>
                    <a:pt x="3755563" y="1072755"/>
                  </a:lnTo>
                  <a:lnTo>
                    <a:pt x="3755750" y="1075866"/>
                  </a:lnTo>
                  <a:lnTo>
                    <a:pt x="3755937" y="1080045"/>
                  </a:lnTo>
                  <a:lnTo>
                    <a:pt x="3756124" y="1085824"/>
                  </a:lnTo>
                  <a:lnTo>
                    <a:pt x="3756311" y="1091325"/>
                  </a:lnTo>
                  <a:lnTo>
                    <a:pt x="3756498" y="1096800"/>
                  </a:lnTo>
                  <a:lnTo>
                    <a:pt x="3756684" y="1103463"/>
                  </a:lnTo>
                  <a:lnTo>
                    <a:pt x="3756871" y="1109092"/>
                  </a:lnTo>
                  <a:lnTo>
                    <a:pt x="3757058" y="1115315"/>
                  </a:lnTo>
                  <a:lnTo>
                    <a:pt x="3757245" y="1123260"/>
                  </a:lnTo>
                  <a:lnTo>
                    <a:pt x="3757432" y="1130296"/>
                  </a:lnTo>
                  <a:lnTo>
                    <a:pt x="3757619" y="1139600"/>
                  </a:lnTo>
                  <a:lnTo>
                    <a:pt x="3757806" y="1149118"/>
                  </a:lnTo>
                  <a:lnTo>
                    <a:pt x="3757993" y="1159069"/>
                  </a:lnTo>
                  <a:lnTo>
                    <a:pt x="3758180" y="1169171"/>
                  </a:lnTo>
                  <a:lnTo>
                    <a:pt x="3758367" y="1179238"/>
                  </a:lnTo>
                  <a:lnTo>
                    <a:pt x="3758554" y="1190383"/>
                  </a:lnTo>
                  <a:lnTo>
                    <a:pt x="3758741" y="1201685"/>
                  </a:lnTo>
                  <a:lnTo>
                    <a:pt x="3758928" y="1212846"/>
                  </a:lnTo>
                  <a:lnTo>
                    <a:pt x="3759114" y="1223485"/>
                  </a:lnTo>
                  <a:lnTo>
                    <a:pt x="3759301" y="1233480"/>
                  </a:lnTo>
                  <a:lnTo>
                    <a:pt x="3759488" y="1243302"/>
                  </a:lnTo>
                  <a:lnTo>
                    <a:pt x="3759675" y="1253038"/>
                  </a:lnTo>
                  <a:lnTo>
                    <a:pt x="3759862" y="1261705"/>
                  </a:lnTo>
                  <a:lnTo>
                    <a:pt x="3760049" y="1269903"/>
                  </a:lnTo>
                  <a:lnTo>
                    <a:pt x="3760236" y="1278095"/>
                  </a:lnTo>
                  <a:lnTo>
                    <a:pt x="3760423" y="1286227"/>
                  </a:lnTo>
                  <a:lnTo>
                    <a:pt x="3760610" y="1293386"/>
                  </a:lnTo>
                  <a:lnTo>
                    <a:pt x="3760797" y="1300030"/>
                  </a:lnTo>
                  <a:lnTo>
                    <a:pt x="3760984" y="1305706"/>
                  </a:lnTo>
                  <a:lnTo>
                    <a:pt x="3761171" y="1310997"/>
                  </a:lnTo>
                  <a:lnTo>
                    <a:pt x="3761358" y="1315832"/>
                  </a:lnTo>
                  <a:lnTo>
                    <a:pt x="3761544" y="1320669"/>
                  </a:lnTo>
                  <a:lnTo>
                    <a:pt x="3761731" y="1325783"/>
                  </a:lnTo>
                  <a:lnTo>
                    <a:pt x="3761918" y="1330853"/>
                  </a:lnTo>
                  <a:lnTo>
                    <a:pt x="3762105" y="1334657"/>
                  </a:lnTo>
                  <a:lnTo>
                    <a:pt x="3762292" y="1338567"/>
                  </a:lnTo>
                  <a:lnTo>
                    <a:pt x="3762479" y="1342820"/>
                  </a:lnTo>
                  <a:lnTo>
                    <a:pt x="3762666" y="1347591"/>
                  </a:lnTo>
                  <a:lnTo>
                    <a:pt x="3762853" y="1351444"/>
                  </a:lnTo>
                  <a:lnTo>
                    <a:pt x="3763040" y="1355425"/>
                  </a:lnTo>
                  <a:lnTo>
                    <a:pt x="3763227" y="1359478"/>
                  </a:lnTo>
                  <a:lnTo>
                    <a:pt x="3763414" y="1363876"/>
                  </a:lnTo>
                  <a:lnTo>
                    <a:pt x="3763601" y="1367675"/>
                  </a:lnTo>
                  <a:lnTo>
                    <a:pt x="3763787" y="1371222"/>
                  </a:lnTo>
                  <a:lnTo>
                    <a:pt x="3763974" y="1374301"/>
                  </a:lnTo>
                  <a:lnTo>
                    <a:pt x="3764161" y="1377199"/>
                  </a:lnTo>
                  <a:lnTo>
                    <a:pt x="3764348" y="1378812"/>
                  </a:lnTo>
                  <a:lnTo>
                    <a:pt x="3764535" y="1380087"/>
                  </a:lnTo>
                  <a:lnTo>
                    <a:pt x="3764722" y="1379821"/>
                  </a:lnTo>
                  <a:lnTo>
                    <a:pt x="3764909" y="1378544"/>
                  </a:lnTo>
                  <a:lnTo>
                    <a:pt x="3765096" y="1376150"/>
                  </a:lnTo>
                  <a:lnTo>
                    <a:pt x="3765283" y="1372076"/>
                  </a:lnTo>
                  <a:lnTo>
                    <a:pt x="3765470" y="1367265"/>
                  </a:lnTo>
                  <a:lnTo>
                    <a:pt x="3765657" y="1362198"/>
                  </a:lnTo>
                  <a:lnTo>
                    <a:pt x="3765844" y="1356417"/>
                  </a:lnTo>
                  <a:lnTo>
                    <a:pt x="3766031" y="1350014"/>
                  </a:lnTo>
                  <a:lnTo>
                    <a:pt x="3766217" y="1342353"/>
                  </a:lnTo>
                  <a:lnTo>
                    <a:pt x="3766404" y="1334190"/>
                  </a:lnTo>
                  <a:lnTo>
                    <a:pt x="3766591" y="1325561"/>
                  </a:lnTo>
                  <a:lnTo>
                    <a:pt x="3766778" y="1316079"/>
                  </a:lnTo>
                  <a:lnTo>
                    <a:pt x="3766965" y="1305841"/>
                  </a:lnTo>
                  <a:lnTo>
                    <a:pt x="3767152" y="1295550"/>
                  </a:lnTo>
                  <a:lnTo>
                    <a:pt x="3767339" y="1285373"/>
                  </a:lnTo>
                  <a:lnTo>
                    <a:pt x="3767526" y="1276762"/>
                  </a:lnTo>
                  <a:lnTo>
                    <a:pt x="3767713" y="1268814"/>
                  </a:lnTo>
                  <a:lnTo>
                    <a:pt x="3767900" y="1261331"/>
                  </a:lnTo>
                  <a:lnTo>
                    <a:pt x="3768087" y="1254245"/>
                  </a:lnTo>
                  <a:lnTo>
                    <a:pt x="3768274" y="1249861"/>
                  </a:lnTo>
                  <a:lnTo>
                    <a:pt x="3768461" y="1246768"/>
                  </a:lnTo>
                  <a:lnTo>
                    <a:pt x="3768647" y="1244554"/>
                  </a:lnTo>
                  <a:lnTo>
                    <a:pt x="3768834" y="1243313"/>
                  </a:lnTo>
                  <a:lnTo>
                    <a:pt x="3769021" y="1242999"/>
                  </a:lnTo>
                  <a:lnTo>
                    <a:pt x="3769208" y="1244057"/>
                  </a:lnTo>
                  <a:lnTo>
                    <a:pt x="3769395" y="1245861"/>
                  </a:lnTo>
                  <a:lnTo>
                    <a:pt x="3769582" y="1248101"/>
                  </a:lnTo>
                  <a:lnTo>
                    <a:pt x="3769769" y="1251007"/>
                  </a:lnTo>
                  <a:lnTo>
                    <a:pt x="3769956" y="1254083"/>
                  </a:lnTo>
                  <a:lnTo>
                    <a:pt x="3770143" y="1257853"/>
                  </a:lnTo>
                  <a:lnTo>
                    <a:pt x="3770330" y="1261178"/>
                  </a:lnTo>
                  <a:lnTo>
                    <a:pt x="3770517" y="1263926"/>
                  </a:lnTo>
                  <a:lnTo>
                    <a:pt x="3770704" y="1266753"/>
                  </a:lnTo>
                  <a:lnTo>
                    <a:pt x="3770890" y="1270924"/>
                  </a:lnTo>
                  <a:lnTo>
                    <a:pt x="3771077" y="1274682"/>
                  </a:lnTo>
                  <a:lnTo>
                    <a:pt x="3771264" y="1277542"/>
                  </a:lnTo>
                  <a:lnTo>
                    <a:pt x="3771451" y="1280368"/>
                  </a:lnTo>
                  <a:lnTo>
                    <a:pt x="3771638" y="1281717"/>
                  </a:lnTo>
                  <a:lnTo>
                    <a:pt x="3771825" y="1283192"/>
                  </a:lnTo>
                  <a:lnTo>
                    <a:pt x="3772012" y="1284153"/>
                  </a:lnTo>
                  <a:lnTo>
                    <a:pt x="3772199" y="1286251"/>
                  </a:lnTo>
                  <a:lnTo>
                    <a:pt x="3772386" y="1288424"/>
                  </a:lnTo>
                  <a:lnTo>
                    <a:pt x="3772573" y="1290284"/>
                  </a:lnTo>
                  <a:lnTo>
                    <a:pt x="3772760" y="1292851"/>
                  </a:lnTo>
                  <a:lnTo>
                    <a:pt x="3772947" y="1295820"/>
                  </a:lnTo>
                  <a:lnTo>
                    <a:pt x="3773134" y="1299382"/>
                  </a:lnTo>
                  <a:lnTo>
                    <a:pt x="3773320" y="1303877"/>
                  </a:lnTo>
                  <a:lnTo>
                    <a:pt x="3773507" y="1308720"/>
                  </a:lnTo>
                  <a:lnTo>
                    <a:pt x="3773694" y="1312924"/>
                  </a:lnTo>
                  <a:lnTo>
                    <a:pt x="3773881" y="1317416"/>
                  </a:lnTo>
                  <a:lnTo>
                    <a:pt x="3774068" y="1322078"/>
                  </a:lnTo>
                  <a:lnTo>
                    <a:pt x="3774255" y="1326629"/>
                  </a:lnTo>
                  <a:lnTo>
                    <a:pt x="3774442" y="1331089"/>
                  </a:lnTo>
                  <a:lnTo>
                    <a:pt x="3774629" y="1335276"/>
                  </a:lnTo>
                  <a:lnTo>
                    <a:pt x="3774816" y="1339190"/>
                  </a:lnTo>
                  <a:lnTo>
                    <a:pt x="3775003" y="1342805"/>
                  </a:lnTo>
                  <a:lnTo>
                    <a:pt x="3775190" y="1346121"/>
                  </a:lnTo>
                  <a:lnTo>
                    <a:pt x="3775377" y="1349569"/>
                  </a:lnTo>
                  <a:lnTo>
                    <a:pt x="3775563" y="1352779"/>
                  </a:lnTo>
                  <a:lnTo>
                    <a:pt x="3775750" y="1355990"/>
                  </a:lnTo>
                  <a:lnTo>
                    <a:pt x="3775937" y="1359367"/>
                  </a:lnTo>
                  <a:lnTo>
                    <a:pt x="3776124" y="1362877"/>
                  </a:lnTo>
                  <a:lnTo>
                    <a:pt x="3776311" y="1365498"/>
                  </a:lnTo>
                  <a:lnTo>
                    <a:pt x="3776498" y="1367803"/>
                  </a:lnTo>
                  <a:lnTo>
                    <a:pt x="3776685" y="1369747"/>
                  </a:lnTo>
                  <a:lnTo>
                    <a:pt x="3776872" y="1371337"/>
                  </a:lnTo>
                  <a:lnTo>
                    <a:pt x="3777059" y="1373843"/>
                  </a:lnTo>
                  <a:lnTo>
                    <a:pt x="3777246" y="1377612"/>
                  </a:lnTo>
                  <a:lnTo>
                    <a:pt x="3777433" y="1382025"/>
                  </a:lnTo>
                  <a:lnTo>
                    <a:pt x="3777620" y="1386862"/>
                  </a:lnTo>
                  <a:lnTo>
                    <a:pt x="3777807" y="1391539"/>
                  </a:lnTo>
                  <a:lnTo>
                    <a:pt x="3777993" y="1396119"/>
                  </a:lnTo>
                  <a:lnTo>
                    <a:pt x="3778180" y="1400013"/>
                  </a:lnTo>
                  <a:lnTo>
                    <a:pt x="3778367" y="1404546"/>
                  </a:lnTo>
                  <a:lnTo>
                    <a:pt x="3778554" y="1410158"/>
                  </a:lnTo>
                  <a:lnTo>
                    <a:pt x="3778741" y="1416478"/>
                  </a:lnTo>
                  <a:lnTo>
                    <a:pt x="3778928" y="1422151"/>
                  </a:lnTo>
                  <a:lnTo>
                    <a:pt x="3779115" y="1428063"/>
                  </a:lnTo>
                  <a:lnTo>
                    <a:pt x="3779302" y="1434112"/>
                  </a:lnTo>
                  <a:lnTo>
                    <a:pt x="3779489" y="1440487"/>
                  </a:lnTo>
                  <a:lnTo>
                    <a:pt x="3779676" y="1446007"/>
                  </a:lnTo>
                  <a:lnTo>
                    <a:pt x="3779863" y="1450653"/>
                  </a:lnTo>
                  <a:lnTo>
                    <a:pt x="3780050" y="1453690"/>
                  </a:lnTo>
                  <a:lnTo>
                    <a:pt x="3780237" y="1456672"/>
                  </a:lnTo>
                  <a:lnTo>
                    <a:pt x="3780423" y="1459385"/>
                  </a:lnTo>
                  <a:lnTo>
                    <a:pt x="3780610" y="1461433"/>
                  </a:lnTo>
                  <a:lnTo>
                    <a:pt x="3780797" y="1463098"/>
                  </a:lnTo>
                  <a:lnTo>
                    <a:pt x="3780984" y="1464525"/>
                  </a:lnTo>
                  <a:lnTo>
                    <a:pt x="3781171" y="1465735"/>
                  </a:lnTo>
                  <a:lnTo>
                    <a:pt x="3781358" y="1465130"/>
                  </a:lnTo>
                  <a:lnTo>
                    <a:pt x="3781545" y="1462995"/>
                  </a:lnTo>
                  <a:lnTo>
                    <a:pt x="3781732" y="1460944"/>
                  </a:lnTo>
                  <a:lnTo>
                    <a:pt x="3781919" y="1458739"/>
                  </a:lnTo>
                  <a:lnTo>
                    <a:pt x="3782106" y="1453900"/>
                  </a:lnTo>
                  <a:lnTo>
                    <a:pt x="3782293" y="1448962"/>
                  </a:lnTo>
                  <a:lnTo>
                    <a:pt x="3782480" y="1443328"/>
                  </a:lnTo>
                  <a:lnTo>
                    <a:pt x="3782666" y="1438075"/>
                  </a:lnTo>
                  <a:lnTo>
                    <a:pt x="3782853" y="1431969"/>
                  </a:lnTo>
                  <a:lnTo>
                    <a:pt x="3783040" y="1424671"/>
                  </a:lnTo>
                  <a:lnTo>
                    <a:pt x="3783227" y="1417468"/>
                  </a:lnTo>
                  <a:lnTo>
                    <a:pt x="3783414" y="1411774"/>
                  </a:lnTo>
                  <a:lnTo>
                    <a:pt x="3783601" y="1407994"/>
                  </a:lnTo>
                  <a:lnTo>
                    <a:pt x="3783788" y="1404116"/>
                  </a:lnTo>
                  <a:lnTo>
                    <a:pt x="3783975" y="1400119"/>
                  </a:lnTo>
                  <a:lnTo>
                    <a:pt x="3784162" y="1396372"/>
                  </a:lnTo>
                  <a:lnTo>
                    <a:pt x="3784349" y="1393570"/>
                  </a:lnTo>
                  <a:lnTo>
                    <a:pt x="3784536" y="1390703"/>
                  </a:lnTo>
                  <a:lnTo>
                    <a:pt x="3784723" y="1388100"/>
                  </a:lnTo>
                  <a:lnTo>
                    <a:pt x="3784910" y="1386665"/>
                  </a:lnTo>
                  <a:lnTo>
                    <a:pt x="3785096" y="1385677"/>
                  </a:lnTo>
                  <a:lnTo>
                    <a:pt x="3785283" y="1385716"/>
                  </a:lnTo>
                  <a:lnTo>
                    <a:pt x="3785470" y="1384808"/>
                  </a:lnTo>
                  <a:lnTo>
                    <a:pt x="3785657" y="1385014"/>
                  </a:lnTo>
                  <a:lnTo>
                    <a:pt x="3785844" y="1385750"/>
                  </a:lnTo>
                  <a:lnTo>
                    <a:pt x="3786031" y="1387336"/>
                  </a:lnTo>
                  <a:lnTo>
                    <a:pt x="3786218" y="1389538"/>
                  </a:lnTo>
                  <a:lnTo>
                    <a:pt x="3786405" y="1391381"/>
                  </a:lnTo>
                  <a:lnTo>
                    <a:pt x="3786592" y="1392140"/>
                  </a:lnTo>
                  <a:lnTo>
                    <a:pt x="3786779" y="1393505"/>
                  </a:lnTo>
                  <a:lnTo>
                    <a:pt x="3786966" y="1394397"/>
                  </a:lnTo>
                  <a:lnTo>
                    <a:pt x="3787153" y="1395590"/>
                  </a:lnTo>
                  <a:lnTo>
                    <a:pt x="3787339" y="1396295"/>
                  </a:lnTo>
                  <a:lnTo>
                    <a:pt x="3787526" y="1397598"/>
                  </a:lnTo>
                  <a:lnTo>
                    <a:pt x="3787713" y="1398099"/>
                  </a:lnTo>
                  <a:lnTo>
                    <a:pt x="3787900" y="1397355"/>
                  </a:lnTo>
                  <a:lnTo>
                    <a:pt x="3788087" y="1396401"/>
                  </a:lnTo>
                  <a:lnTo>
                    <a:pt x="3788274" y="1396402"/>
                  </a:lnTo>
                  <a:lnTo>
                    <a:pt x="3788461" y="1396281"/>
                  </a:lnTo>
                  <a:lnTo>
                    <a:pt x="3788648" y="1396173"/>
                  </a:lnTo>
                  <a:lnTo>
                    <a:pt x="3788835" y="1396308"/>
                  </a:lnTo>
                  <a:lnTo>
                    <a:pt x="3789022" y="1396550"/>
                  </a:lnTo>
                  <a:lnTo>
                    <a:pt x="3789209" y="1396677"/>
                  </a:lnTo>
                  <a:lnTo>
                    <a:pt x="3789396" y="1398355"/>
                  </a:lnTo>
                  <a:lnTo>
                    <a:pt x="3789583" y="1401204"/>
                  </a:lnTo>
                  <a:lnTo>
                    <a:pt x="3789769" y="1404916"/>
                  </a:lnTo>
                  <a:lnTo>
                    <a:pt x="3789956" y="1408403"/>
                  </a:lnTo>
                  <a:lnTo>
                    <a:pt x="3790143" y="1412589"/>
                  </a:lnTo>
                  <a:lnTo>
                    <a:pt x="3790330" y="1417250"/>
                  </a:lnTo>
                  <a:lnTo>
                    <a:pt x="3790517" y="1422430"/>
                  </a:lnTo>
                  <a:lnTo>
                    <a:pt x="3790704" y="1428737"/>
                  </a:lnTo>
                  <a:lnTo>
                    <a:pt x="3790891" y="1435660"/>
                  </a:lnTo>
                  <a:lnTo>
                    <a:pt x="3791078" y="1442139"/>
                  </a:lnTo>
                  <a:lnTo>
                    <a:pt x="3791265" y="1448357"/>
                  </a:lnTo>
                  <a:lnTo>
                    <a:pt x="3791452" y="1453914"/>
                  </a:lnTo>
                  <a:lnTo>
                    <a:pt x="3791639" y="1458220"/>
                  </a:lnTo>
                  <a:lnTo>
                    <a:pt x="3791826" y="1462424"/>
                  </a:lnTo>
                  <a:lnTo>
                    <a:pt x="3792013" y="1467226"/>
                  </a:lnTo>
                  <a:lnTo>
                    <a:pt x="3792199" y="1471327"/>
                  </a:lnTo>
                  <a:lnTo>
                    <a:pt x="3792386" y="1475347"/>
                  </a:lnTo>
                  <a:lnTo>
                    <a:pt x="3792573" y="1479215"/>
                  </a:lnTo>
                  <a:lnTo>
                    <a:pt x="3792760" y="1483345"/>
                  </a:lnTo>
                  <a:lnTo>
                    <a:pt x="3792947" y="1486630"/>
                  </a:lnTo>
                  <a:lnTo>
                    <a:pt x="3793134" y="1489060"/>
                  </a:lnTo>
                  <a:lnTo>
                    <a:pt x="3793321" y="1490860"/>
                  </a:lnTo>
                  <a:lnTo>
                    <a:pt x="3793508" y="1492849"/>
                  </a:lnTo>
                  <a:lnTo>
                    <a:pt x="3793695" y="1494202"/>
                  </a:lnTo>
                  <a:lnTo>
                    <a:pt x="3793882" y="1495426"/>
                  </a:lnTo>
                  <a:lnTo>
                    <a:pt x="3794069" y="1496051"/>
                  </a:lnTo>
                  <a:lnTo>
                    <a:pt x="3794256" y="1496430"/>
                  </a:lnTo>
                  <a:lnTo>
                    <a:pt x="3794442" y="1497178"/>
                  </a:lnTo>
                  <a:lnTo>
                    <a:pt x="3794629" y="1496246"/>
                  </a:lnTo>
                  <a:lnTo>
                    <a:pt x="3794816" y="1494809"/>
                  </a:lnTo>
                  <a:lnTo>
                    <a:pt x="3795003" y="1493244"/>
                  </a:lnTo>
                  <a:lnTo>
                    <a:pt x="3795190" y="1492027"/>
                  </a:lnTo>
                  <a:lnTo>
                    <a:pt x="3795377" y="1489963"/>
                  </a:lnTo>
                  <a:lnTo>
                    <a:pt x="3795564" y="1487963"/>
                  </a:lnTo>
                  <a:lnTo>
                    <a:pt x="3795751" y="1485411"/>
                  </a:lnTo>
                  <a:lnTo>
                    <a:pt x="3795938" y="1482180"/>
                  </a:lnTo>
                  <a:lnTo>
                    <a:pt x="3796125" y="1478002"/>
                  </a:lnTo>
                  <a:lnTo>
                    <a:pt x="3796312" y="1472891"/>
                  </a:lnTo>
                  <a:lnTo>
                    <a:pt x="3796499" y="1468180"/>
                  </a:lnTo>
                  <a:lnTo>
                    <a:pt x="3796686" y="1463610"/>
                  </a:lnTo>
                  <a:lnTo>
                    <a:pt x="3796872" y="1459816"/>
                  </a:lnTo>
                  <a:lnTo>
                    <a:pt x="3797059" y="1456358"/>
                  </a:lnTo>
                  <a:lnTo>
                    <a:pt x="3797246" y="1453964"/>
                  </a:lnTo>
                  <a:lnTo>
                    <a:pt x="3797433" y="1451738"/>
                  </a:lnTo>
                  <a:lnTo>
                    <a:pt x="3797620" y="1449675"/>
                  </a:lnTo>
                  <a:lnTo>
                    <a:pt x="3797807" y="1447774"/>
                  </a:lnTo>
                  <a:lnTo>
                    <a:pt x="3797994" y="1446092"/>
                  </a:lnTo>
                  <a:lnTo>
                    <a:pt x="3798181" y="1442685"/>
                  </a:lnTo>
                  <a:lnTo>
                    <a:pt x="3798368" y="1438600"/>
                  </a:lnTo>
                  <a:lnTo>
                    <a:pt x="3798555" y="1436127"/>
                  </a:lnTo>
                  <a:lnTo>
                    <a:pt x="3798742" y="1433381"/>
                  </a:lnTo>
                  <a:lnTo>
                    <a:pt x="3798929" y="1430603"/>
                  </a:lnTo>
                  <a:lnTo>
                    <a:pt x="3799116" y="1426094"/>
                  </a:lnTo>
                  <a:lnTo>
                    <a:pt x="3799302" y="1420569"/>
                  </a:lnTo>
                  <a:lnTo>
                    <a:pt x="3799489" y="1414572"/>
                  </a:lnTo>
                  <a:lnTo>
                    <a:pt x="3799676" y="1407896"/>
                  </a:lnTo>
                  <a:lnTo>
                    <a:pt x="3799863" y="1399548"/>
                  </a:lnTo>
                  <a:lnTo>
                    <a:pt x="3800050" y="1390295"/>
                  </a:lnTo>
                  <a:lnTo>
                    <a:pt x="3800237" y="1381268"/>
                  </a:lnTo>
                  <a:lnTo>
                    <a:pt x="3800424" y="1372089"/>
                  </a:lnTo>
                  <a:lnTo>
                    <a:pt x="3800611" y="1362785"/>
                  </a:lnTo>
                  <a:lnTo>
                    <a:pt x="3800798" y="1353493"/>
                  </a:lnTo>
                  <a:lnTo>
                    <a:pt x="3800985" y="1344488"/>
                  </a:lnTo>
                  <a:lnTo>
                    <a:pt x="3801172" y="1334437"/>
                  </a:lnTo>
                  <a:lnTo>
                    <a:pt x="3801359" y="1322896"/>
                  </a:lnTo>
                  <a:lnTo>
                    <a:pt x="3801545" y="1310415"/>
                  </a:lnTo>
                  <a:lnTo>
                    <a:pt x="3801732" y="1298171"/>
                  </a:lnTo>
                  <a:lnTo>
                    <a:pt x="3801919" y="1285409"/>
                  </a:lnTo>
                  <a:lnTo>
                    <a:pt x="3802106" y="1275030"/>
                  </a:lnTo>
                  <a:lnTo>
                    <a:pt x="3802293" y="1266436"/>
                  </a:lnTo>
                  <a:lnTo>
                    <a:pt x="3802480" y="1258801"/>
                  </a:lnTo>
                  <a:lnTo>
                    <a:pt x="3802667" y="1253330"/>
                  </a:lnTo>
                  <a:lnTo>
                    <a:pt x="3802854" y="1249038"/>
                  </a:lnTo>
                  <a:lnTo>
                    <a:pt x="3803041" y="1244842"/>
                  </a:lnTo>
                  <a:lnTo>
                    <a:pt x="3803228" y="1241465"/>
                  </a:lnTo>
                  <a:lnTo>
                    <a:pt x="3803415" y="1239767"/>
                  </a:lnTo>
                  <a:lnTo>
                    <a:pt x="3803602" y="1239521"/>
                  </a:lnTo>
                  <a:lnTo>
                    <a:pt x="3803789" y="1239846"/>
                  </a:lnTo>
                  <a:lnTo>
                    <a:pt x="3803975" y="1241078"/>
                  </a:lnTo>
                  <a:lnTo>
                    <a:pt x="3804162" y="1243760"/>
                  </a:lnTo>
                  <a:lnTo>
                    <a:pt x="3804349" y="1247305"/>
                  </a:lnTo>
                  <a:lnTo>
                    <a:pt x="3804536" y="1251914"/>
                  </a:lnTo>
                  <a:lnTo>
                    <a:pt x="3804723" y="1257491"/>
                  </a:lnTo>
                  <a:lnTo>
                    <a:pt x="3804910" y="1262548"/>
                  </a:lnTo>
                  <a:lnTo>
                    <a:pt x="3805097" y="1267659"/>
                  </a:lnTo>
                  <a:lnTo>
                    <a:pt x="3805284" y="1273974"/>
                  </a:lnTo>
                  <a:lnTo>
                    <a:pt x="3805471" y="1280096"/>
                  </a:lnTo>
                  <a:lnTo>
                    <a:pt x="3805658" y="1284414"/>
                  </a:lnTo>
                  <a:lnTo>
                    <a:pt x="3805845" y="1288578"/>
                  </a:lnTo>
                  <a:lnTo>
                    <a:pt x="3806032" y="1291879"/>
                  </a:lnTo>
                  <a:lnTo>
                    <a:pt x="3806218" y="1294298"/>
                  </a:lnTo>
                  <a:lnTo>
                    <a:pt x="3806405" y="1296166"/>
                  </a:lnTo>
                  <a:lnTo>
                    <a:pt x="3806592" y="1297569"/>
                  </a:lnTo>
                  <a:lnTo>
                    <a:pt x="3806779" y="1298700"/>
                  </a:lnTo>
                  <a:lnTo>
                    <a:pt x="3806966" y="1301085"/>
                  </a:lnTo>
                  <a:lnTo>
                    <a:pt x="3807153" y="1303604"/>
                  </a:lnTo>
                  <a:lnTo>
                    <a:pt x="3807340" y="1306137"/>
                  </a:lnTo>
                  <a:lnTo>
                    <a:pt x="3807527" y="1308395"/>
                  </a:lnTo>
                  <a:lnTo>
                    <a:pt x="3807714" y="1311272"/>
                  </a:lnTo>
                  <a:lnTo>
                    <a:pt x="3807901" y="1314364"/>
                  </a:lnTo>
                  <a:lnTo>
                    <a:pt x="3808088" y="1316367"/>
                  </a:lnTo>
                  <a:lnTo>
                    <a:pt x="3808275" y="1317029"/>
                  </a:lnTo>
                  <a:lnTo>
                    <a:pt x="3808462" y="1318245"/>
                  </a:lnTo>
                  <a:lnTo>
                    <a:pt x="3808648" y="1319405"/>
                  </a:lnTo>
                  <a:lnTo>
                    <a:pt x="3808835" y="1320855"/>
                  </a:lnTo>
                  <a:lnTo>
                    <a:pt x="3809022" y="1322601"/>
                  </a:lnTo>
                  <a:lnTo>
                    <a:pt x="3809209" y="1324005"/>
                  </a:lnTo>
                  <a:lnTo>
                    <a:pt x="3809396" y="1325108"/>
                  </a:lnTo>
                  <a:lnTo>
                    <a:pt x="3809583" y="1326188"/>
                  </a:lnTo>
                  <a:lnTo>
                    <a:pt x="3809770" y="1326927"/>
                  </a:lnTo>
                  <a:lnTo>
                    <a:pt x="3809957" y="1327661"/>
                  </a:lnTo>
                  <a:lnTo>
                    <a:pt x="3810144" y="1327838"/>
                  </a:lnTo>
                  <a:lnTo>
                    <a:pt x="3810331" y="1327578"/>
                  </a:lnTo>
                  <a:lnTo>
                    <a:pt x="3810518" y="1326628"/>
                  </a:lnTo>
                  <a:lnTo>
                    <a:pt x="3810705" y="1325432"/>
                  </a:lnTo>
                  <a:lnTo>
                    <a:pt x="3810892" y="1324547"/>
                  </a:lnTo>
                  <a:lnTo>
                    <a:pt x="3811078" y="1324231"/>
                  </a:lnTo>
                  <a:lnTo>
                    <a:pt x="3811265" y="1323354"/>
                  </a:lnTo>
                  <a:lnTo>
                    <a:pt x="3811452" y="1322210"/>
                  </a:lnTo>
                  <a:lnTo>
                    <a:pt x="3811639" y="1321107"/>
                  </a:lnTo>
                  <a:lnTo>
                    <a:pt x="3811826" y="1320052"/>
                  </a:lnTo>
                  <a:lnTo>
                    <a:pt x="3812013" y="1318864"/>
                  </a:lnTo>
                  <a:lnTo>
                    <a:pt x="3812200" y="1317809"/>
                  </a:lnTo>
                  <a:lnTo>
                    <a:pt x="3812387" y="1316841"/>
                  </a:lnTo>
                  <a:lnTo>
                    <a:pt x="3812574" y="1315795"/>
                  </a:lnTo>
                  <a:lnTo>
                    <a:pt x="3812761" y="1315091"/>
                  </a:lnTo>
                  <a:lnTo>
                    <a:pt x="3812948" y="1314510"/>
                  </a:lnTo>
                  <a:lnTo>
                    <a:pt x="3813135" y="1313631"/>
                  </a:lnTo>
                  <a:lnTo>
                    <a:pt x="3813321" y="1312663"/>
                  </a:lnTo>
                  <a:lnTo>
                    <a:pt x="3813508" y="1311502"/>
                  </a:lnTo>
                  <a:lnTo>
                    <a:pt x="3813695" y="1310913"/>
                  </a:lnTo>
                  <a:lnTo>
                    <a:pt x="3813882" y="1310948"/>
                  </a:lnTo>
                  <a:lnTo>
                    <a:pt x="3814069" y="1311986"/>
                  </a:lnTo>
                  <a:lnTo>
                    <a:pt x="3814256" y="1313614"/>
                  </a:lnTo>
                  <a:lnTo>
                    <a:pt x="3814443" y="1314926"/>
                  </a:lnTo>
                  <a:lnTo>
                    <a:pt x="3814630" y="1315811"/>
                  </a:lnTo>
                  <a:lnTo>
                    <a:pt x="3814817" y="1316727"/>
                  </a:lnTo>
                  <a:lnTo>
                    <a:pt x="3815004" y="1318135"/>
                  </a:lnTo>
                  <a:lnTo>
                    <a:pt x="3815191" y="1319924"/>
                  </a:lnTo>
                  <a:lnTo>
                    <a:pt x="3815378" y="1321659"/>
                  </a:lnTo>
                  <a:lnTo>
                    <a:pt x="3815565" y="1322955"/>
                  </a:lnTo>
                  <a:lnTo>
                    <a:pt x="3815751" y="1324212"/>
                  </a:lnTo>
                  <a:lnTo>
                    <a:pt x="3815938" y="1325330"/>
                  </a:lnTo>
                  <a:lnTo>
                    <a:pt x="3816125" y="1326249"/>
                  </a:lnTo>
                  <a:lnTo>
                    <a:pt x="3816312" y="1327556"/>
                  </a:lnTo>
                  <a:lnTo>
                    <a:pt x="3816499" y="1329187"/>
                  </a:lnTo>
                  <a:lnTo>
                    <a:pt x="3816686" y="1331219"/>
                  </a:lnTo>
                  <a:lnTo>
                    <a:pt x="3816873" y="1332198"/>
                  </a:lnTo>
                  <a:lnTo>
                    <a:pt x="3817060" y="1333062"/>
                  </a:lnTo>
                  <a:lnTo>
                    <a:pt x="3817247" y="1334299"/>
                  </a:lnTo>
                  <a:lnTo>
                    <a:pt x="3817434" y="1336622"/>
                  </a:lnTo>
                  <a:lnTo>
                    <a:pt x="3817621" y="1338552"/>
                  </a:lnTo>
                  <a:lnTo>
                    <a:pt x="3817808" y="1340689"/>
                  </a:lnTo>
                  <a:lnTo>
                    <a:pt x="3817995" y="1342210"/>
                  </a:lnTo>
                  <a:lnTo>
                    <a:pt x="3818181" y="1343432"/>
                  </a:lnTo>
                  <a:lnTo>
                    <a:pt x="3818368" y="1345467"/>
                  </a:lnTo>
                  <a:lnTo>
                    <a:pt x="3818555" y="1345932"/>
                  </a:lnTo>
                  <a:lnTo>
                    <a:pt x="3818742" y="1348197"/>
                  </a:lnTo>
                  <a:lnTo>
                    <a:pt x="3818929" y="1351189"/>
                  </a:lnTo>
                  <a:lnTo>
                    <a:pt x="3819116" y="1354791"/>
                  </a:lnTo>
                  <a:lnTo>
                    <a:pt x="3819303" y="1358490"/>
                  </a:lnTo>
                  <a:lnTo>
                    <a:pt x="3819490" y="1362529"/>
                  </a:lnTo>
                  <a:lnTo>
                    <a:pt x="3819677" y="1367083"/>
                  </a:lnTo>
                  <a:lnTo>
                    <a:pt x="3819864" y="1372974"/>
                  </a:lnTo>
                  <a:lnTo>
                    <a:pt x="3820051" y="1378386"/>
                  </a:lnTo>
                  <a:lnTo>
                    <a:pt x="3820238" y="1384288"/>
                  </a:lnTo>
                  <a:lnTo>
                    <a:pt x="3820424" y="1390705"/>
                  </a:lnTo>
                  <a:lnTo>
                    <a:pt x="3820611" y="1397599"/>
                  </a:lnTo>
                  <a:lnTo>
                    <a:pt x="3820798" y="1404311"/>
                  </a:lnTo>
                  <a:lnTo>
                    <a:pt x="3820985" y="1410679"/>
                  </a:lnTo>
                  <a:lnTo>
                    <a:pt x="3821172" y="1418484"/>
                  </a:lnTo>
                  <a:lnTo>
                    <a:pt x="3821359" y="1427013"/>
                  </a:lnTo>
                  <a:lnTo>
                    <a:pt x="3821546" y="1435724"/>
                  </a:lnTo>
                  <a:lnTo>
                    <a:pt x="3821733" y="1443935"/>
                  </a:lnTo>
                  <a:lnTo>
                    <a:pt x="3821920" y="1451804"/>
                  </a:lnTo>
                  <a:lnTo>
                    <a:pt x="3822107" y="1459605"/>
                  </a:lnTo>
                  <a:lnTo>
                    <a:pt x="3822294" y="1466688"/>
                  </a:lnTo>
                  <a:lnTo>
                    <a:pt x="3822481" y="1473990"/>
                  </a:lnTo>
                  <a:lnTo>
                    <a:pt x="3822668" y="1480727"/>
                  </a:lnTo>
                  <a:lnTo>
                    <a:pt x="3822854" y="1487556"/>
                  </a:lnTo>
                  <a:lnTo>
                    <a:pt x="3823041" y="1493198"/>
                  </a:lnTo>
                  <a:lnTo>
                    <a:pt x="3823228" y="1498180"/>
                  </a:lnTo>
                  <a:lnTo>
                    <a:pt x="3823415" y="1501783"/>
                  </a:lnTo>
                  <a:lnTo>
                    <a:pt x="3823602" y="1504673"/>
                  </a:lnTo>
                  <a:lnTo>
                    <a:pt x="3823789" y="1506130"/>
                  </a:lnTo>
                  <a:lnTo>
                    <a:pt x="3823976" y="1507622"/>
                  </a:lnTo>
                  <a:lnTo>
                    <a:pt x="3824163" y="1507805"/>
                  </a:lnTo>
                  <a:lnTo>
                    <a:pt x="3824350" y="1508219"/>
                  </a:lnTo>
                  <a:lnTo>
                    <a:pt x="3824537" y="1507366"/>
                  </a:lnTo>
                  <a:lnTo>
                    <a:pt x="3824724" y="1505835"/>
                  </a:lnTo>
                  <a:lnTo>
                    <a:pt x="3824911" y="1503695"/>
                  </a:lnTo>
                  <a:lnTo>
                    <a:pt x="3825097" y="1501243"/>
                  </a:lnTo>
                  <a:lnTo>
                    <a:pt x="3825284" y="1497941"/>
                  </a:lnTo>
                  <a:lnTo>
                    <a:pt x="3825471" y="1495236"/>
                  </a:lnTo>
                  <a:lnTo>
                    <a:pt x="3825658" y="1491806"/>
                  </a:lnTo>
                  <a:lnTo>
                    <a:pt x="3825845" y="1488605"/>
                  </a:lnTo>
                  <a:lnTo>
                    <a:pt x="3826032" y="1486386"/>
                  </a:lnTo>
                  <a:lnTo>
                    <a:pt x="3826219" y="1484020"/>
                  </a:lnTo>
                  <a:lnTo>
                    <a:pt x="3826406" y="1481919"/>
                  </a:lnTo>
                  <a:lnTo>
                    <a:pt x="3826593" y="1480767"/>
                  </a:lnTo>
                  <a:lnTo>
                    <a:pt x="3826780" y="1477915"/>
                  </a:lnTo>
                  <a:lnTo>
                    <a:pt x="3826967" y="1474445"/>
                  </a:lnTo>
                  <a:lnTo>
                    <a:pt x="3827154" y="1470147"/>
                  </a:lnTo>
                  <a:lnTo>
                    <a:pt x="3827341" y="1465192"/>
                  </a:lnTo>
                  <a:lnTo>
                    <a:pt x="3827527" y="1460430"/>
                  </a:lnTo>
                  <a:lnTo>
                    <a:pt x="3827714" y="1454718"/>
                  </a:lnTo>
                  <a:lnTo>
                    <a:pt x="3827901" y="1449061"/>
                  </a:lnTo>
                  <a:lnTo>
                    <a:pt x="3828088" y="1442986"/>
                  </a:lnTo>
                  <a:lnTo>
                    <a:pt x="3828275" y="1436500"/>
                  </a:lnTo>
                  <a:lnTo>
                    <a:pt x="3828462" y="1430762"/>
                  </a:lnTo>
                  <a:lnTo>
                    <a:pt x="3828649" y="1424742"/>
                  </a:lnTo>
                  <a:lnTo>
                    <a:pt x="3828836" y="1418569"/>
                  </a:lnTo>
                  <a:lnTo>
                    <a:pt x="3829023" y="1412927"/>
                  </a:lnTo>
                  <a:lnTo>
                    <a:pt x="3829210" y="1406707"/>
                  </a:lnTo>
                  <a:lnTo>
                    <a:pt x="3829397" y="1401046"/>
                  </a:lnTo>
                  <a:lnTo>
                    <a:pt x="3829584" y="1395448"/>
                  </a:lnTo>
                  <a:lnTo>
                    <a:pt x="3829771" y="1389692"/>
                  </a:lnTo>
                  <a:lnTo>
                    <a:pt x="3829957" y="1382508"/>
                  </a:lnTo>
                  <a:lnTo>
                    <a:pt x="3830144" y="1375874"/>
                  </a:lnTo>
                  <a:lnTo>
                    <a:pt x="3830331" y="1369846"/>
                  </a:lnTo>
                  <a:lnTo>
                    <a:pt x="3830518" y="1363141"/>
                  </a:lnTo>
                  <a:lnTo>
                    <a:pt x="3830705" y="1357891"/>
                  </a:lnTo>
                  <a:lnTo>
                    <a:pt x="3830892" y="1352792"/>
                  </a:lnTo>
                  <a:lnTo>
                    <a:pt x="3831079" y="1348009"/>
                  </a:lnTo>
                  <a:lnTo>
                    <a:pt x="3831266" y="1342885"/>
                  </a:lnTo>
                  <a:lnTo>
                    <a:pt x="3831453" y="1337836"/>
                  </a:lnTo>
                  <a:lnTo>
                    <a:pt x="3831640" y="1332440"/>
                  </a:lnTo>
                  <a:lnTo>
                    <a:pt x="3831827" y="1326560"/>
                  </a:lnTo>
                  <a:lnTo>
                    <a:pt x="3832014" y="1321771"/>
                  </a:lnTo>
                  <a:lnTo>
                    <a:pt x="3832200" y="1316579"/>
                  </a:lnTo>
                  <a:lnTo>
                    <a:pt x="3832387" y="1311488"/>
                  </a:lnTo>
                  <a:lnTo>
                    <a:pt x="3832574" y="1307381"/>
                  </a:lnTo>
                  <a:lnTo>
                    <a:pt x="3832761" y="1305406"/>
                  </a:lnTo>
                  <a:lnTo>
                    <a:pt x="3832948" y="1304050"/>
                  </a:lnTo>
                  <a:lnTo>
                    <a:pt x="3833135" y="1302659"/>
                  </a:lnTo>
                  <a:lnTo>
                    <a:pt x="3833322" y="1301384"/>
                  </a:lnTo>
                  <a:lnTo>
                    <a:pt x="3833509" y="1301200"/>
                  </a:lnTo>
                  <a:lnTo>
                    <a:pt x="3833696" y="1301759"/>
                  </a:lnTo>
                  <a:lnTo>
                    <a:pt x="3833883" y="1302122"/>
                  </a:lnTo>
                  <a:lnTo>
                    <a:pt x="3834070" y="1303247"/>
                  </a:lnTo>
                  <a:lnTo>
                    <a:pt x="3834257" y="1304659"/>
                  </a:lnTo>
                  <a:lnTo>
                    <a:pt x="3834444" y="1306320"/>
                  </a:lnTo>
                  <a:lnTo>
                    <a:pt x="3834630" y="1307275"/>
                  </a:lnTo>
                  <a:lnTo>
                    <a:pt x="3834817" y="1308320"/>
                  </a:lnTo>
                  <a:lnTo>
                    <a:pt x="3835004" y="1309336"/>
                  </a:lnTo>
                  <a:lnTo>
                    <a:pt x="3835191" y="1310706"/>
                  </a:lnTo>
                  <a:lnTo>
                    <a:pt x="3835378" y="1311965"/>
                  </a:lnTo>
                  <a:lnTo>
                    <a:pt x="3835565" y="1314434"/>
                  </a:lnTo>
                  <a:lnTo>
                    <a:pt x="3835752" y="1317779"/>
                  </a:lnTo>
                  <a:lnTo>
                    <a:pt x="3835939" y="1319874"/>
                  </a:lnTo>
                  <a:lnTo>
                    <a:pt x="3836126" y="1322873"/>
                  </a:lnTo>
                  <a:lnTo>
                    <a:pt x="3836313" y="1325574"/>
                  </a:lnTo>
                  <a:lnTo>
                    <a:pt x="3836500" y="1329546"/>
                  </a:lnTo>
                  <a:lnTo>
                    <a:pt x="3836687" y="1334375"/>
                  </a:lnTo>
                  <a:lnTo>
                    <a:pt x="3836874" y="1340319"/>
                  </a:lnTo>
                  <a:lnTo>
                    <a:pt x="3837060" y="1346452"/>
                  </a:lnTo>
                  <a:lnTo>
                    <a:pt x="3837247" y="1353330"/>
                  </a:lnTo>
                  <a:lnTo>
                    <a:pt x="3837434" y="1361108"/>
                  </a:lnTo>
                  <a:lnTo>
                    <a:pt x="3837621" y="1368603"/>
                  </a:lnTo>
                  <a:lnTo>
                    <a:pt x="3837808" y="1376626"/>
                  </a:lnTo>
                  <a:lnTo>
                    <a:pt x="3837995" y="1384828"/>
                  </a:lnTo>
                  <a:lnTo>
                    <a:pt x="3838182" y="1392461"/>
                  </a:lnTo>
                  <a:lnTo>
                    <a:pt x="3838369" y="1399782"/>
                  </a:lnTo>
                  <a:lnTo>
                    <a:pt x="3838556" y="1408534"/>
                  </a:lnTo>
                  <a:lnTo>
                    <a:pt x="3838743" y="1418551"/>
                  </a:lnTo>
                  <a:lnTo>
                    <a:pt x="3838930" y="1428824"/>
                  </a:lnTo>
                  <a:lnTo>
                    <a:pt x="3839117" y="1440232"/>
                  </a:lnTo>
                  <a:lnTo>
                    <a:pt x="3839303" y="1452696"/>
                  </a:lnTo>
                  <a:lnTo>
                    <a:pt x="3839490" y="1465692"/>
                  </a:lnTo>
                  <a:lnTo>
                    <a:pt x="3839677" y="1477103"/>
                  </a:lnTo>
                  <a:lnTo>
                    <a:pt x="3839864" y="1487886"/>
                  </a:lnTo>
                  <a:lnTo>
                    <a:pt x="3840051" y="1497225"/>
                  </a:lnTo>
                  <a:lnTo>
                    <a:pt x="3840238" y="1505421"/>
                  </a:lnTo>
                  <a:lnTo>
                    <a:pt x="3840425" y="1512863"/>
                  </a:lnTo>
                  <a:lnTo>
                    <a:pt x="3840612" y="1518948"/>
                  </a:lnTo>
                  <a:lnTo>
                    <a:pt x="3840799" y="1523980"/>
                  </a:lnTo>
                  <a:lnTo>
                    <a:pt x="3840986" y="1528799"/>
                  </a:lnTo>
                  <a:lnTo>
                    <a:pt x="3841173" y="1533818"/>
                  </a:lnTo>
                  <a:lnTo>
                    <a:pt x="3841360" y="1538468"/>
                  </a:lnTo>
                  <a:lnTo>
                    <a:pt x="3841547" y="1542095"/>
                  </a:lnTo>
                  <a:lnTo>
                    <a:pt x="3841733" y="1545281"/>
                  </a:lnTo>
                  <a:lnTo>
                    <a:pt x="3841920" y="1547322"/>
                  </a:lnTo>
                  <a:lnTo>
                    <a:pt x="3842107" y="1547720"/>
                  </a:lnTo>
                  <a:lnTo>
                    <a:pt x="3842294" y="1547296"/>
                  </a:lnTo>
                  <a:lnTo>
                    <a:pt x="3842481" y="1546063"/>
                  </a:lnTo>
                  <a:lnTo>
                    <a:pt x="3842668" y="1542918"/>
                  </a:lnTo>
                  <a:lnTo>
                    <a:pt x="3842855" y="1539745"/>
                  </a:lnTo>
                  <a:lnTo>
                    <a:pt x="3843042" y="1535066"/>
                  </a:lnTo>
                  <a:lnTo>
                    <a:pt x="3843229" y="1530888"/>
                  </a:lnTo>
                  <a:lnTo>
                    <a:pt x="3843416" y="1525900"/>
                  </a:lnTo>
                  <a:lnTo>
                    <a:pt x="3843603" y="1520843"/>
                  </a:lnTo>
                  <a:lnTo>
                    <a:pt x="3843790" y="1513749"/>
                  </a:lnTo>
                  <a:lnTo>
                    <a:pt x="3843976" y="1504427"/>
                  </a:lnTo>
                  <a:lnTo>
                    <a:pt x="3844163" y="1496240"/>
                  </a:lnTo>
                  <a:lnTo>
                    <a:pt x="3844350" y="1485871"/>
                  </a:lnTo>
                  <a:lnTo>
                    <a:pt x="3844537" y="1476076"/>
                  </a:lnTo>
                  <a:lnTo>
                    <a:pt x="3844724" y="1465864"/>
                  </a:lnTo>
                  <a:lnTo>
                    <a:pt x="3844911" y="1455843"/>
                  </a:lnTo>
                  <a:lnTo>
                    <a:pt x="3845098" y="1445628"/>
                  </a:lnTo>
                  <a:lnTo>
                    <a:pt x="3845285" y="1436242"/>
                  </a:lnTo>
                  <a:lnTo>
                    <a:pt x="3845472" y="1426926"/>
                  </a:lnTo>
                  <a:lnTo>
                    <a:pt x="3845659" y="1418229"/>
                  </a:lnTo>
                  <a:lnTo>
                    <a:pt x="3845846" y="1409346"/>
                  </a:lnTo>
                  <a:lnTo>
                    <a:pt x="3846033" y="1399883"/>
                  </a:lnTo>
                  <a:lnTo>
                    <a:pt x="3846220" y="1390747"/>
                  </a:lnTo>
                  <a:lnTo>
                    <a:pt x="3846406" y="1382640"/>
                  </a:lnTo>
                  <a:lnTo>
                    <a:pt x="3846593" y="1375948"/>
                  </a:lnTo>
                  <a:lnTo>
                    <a:pt x="3846780" y="1370689"/>
                  </a:lnTo>
                  <a:lnTo>
                    <a:pt x="3846967" y="1365839"/>
                  </a:lnTo>
                  <a:lnTo>
                    <a:pt x="3847154" y="1361484"/>
                  </a:lnTo>
                  <a:lnTo>
                    <a:pt x="3847341" y="1357130"/>
                  </a:lnTo>
                  <a:lnTo>
                    <a:pt x="3847528" y="1352384"/>
                  </a:lnTo>
                  <a:lnTo>
                    <a:pt x="3847715" y="1347731"/>
                  </a:lnTo>
                  <a:lnTo>
                    <a:pt x="3847902" y="1343236"/>
                  </a:lnTo>
                  <a:lnTo>
                    <a:pt x="3848089" y="1337766"/>
                  </a:lnTo>
                  <a:lnTo>
                    <a:pt x="3848276" y="1331964"/>
                  </a:lnTo>
                  <a:lnTo>
                    <a:pt x="3848463" y="1325856"/>
                  </a:lnTo>
                  <a:lnTo>
                    <a:pt x="3848650" y="1320105"/>
                  </a:lnTo>
                  <a:lnTo>
                    <a:pt x="3848836" y="1314035"/>
                  </a:lnTo>
                  <a:lnTo>
                    <a:pt x="3849023" y="1306624"/>
                  </a:lnTo>
                  <a:lnTo>
                    <a:pt x="3849210" y="1298070"/>
                  </a:lnTo>
                  <a:lnTo>
                    <a:pt x="3849397" y="1289426"/>
                  </a:lnTo>
                  <a:lnTo>
                    <a:pt x="3849584" y="1279331"/>
                  </a:lnTo>
                  <a:lnTo>
                    <a:pt x="3849771" y="1268699"/>
                  </a:lnTo>
                  <a:lnTo>
                    <a:pt x="3849958" y="1257472"/>
                  </a:lnTo>
                  <a:lnTo>
                    <a:pt x="3850145" y="1245868"/>
                  </a:lnTo>
                  <a:lnTo>
                    <a:pt x="3850332" y="1234021"/>
                  </a:lnTo>
                  <a:lnTo>
                    <a:pt x="3850519" y="1221852"/>
                  </a:lnTo>
                  <a:lnTo>
                    <a:pt x="3850706" y="1210325"/>
                  </a:lnTo>
                  <a:lnTo>
                    <a:pt x="3850893" y="1197821"/>
                  </a:lnTo>
                  <a:lnTo>
                    <a:pt x="3851079" y="1184277"/>
                  </a:lnTo>
                  <a:lnTo>
                    <a:pt x="3851266" y="1170512"/>
                  </a:lnTo>
                  <a:lnTo>
                    <a:pt x="3851453" y="1156948"/>
                  </a:lnTo>
                  <a:lnTo>
                    <a:pt x="3851640" y="1145050"/>
                  </a:lnTo>
                  <a:lnTo>
                    <a:pt x="3851827" y="1133962"/>
                  </a:lnTo>
                  <a:lnTo>
                    <a:pt x="3852014" y="1124315"/>
                  </a:lnTo>
                  <a:lnTo>
                    <a:pt x="3852201" y="1115485"/>
                  </a:lnTo>
                  <a:lnTo>
                    <a:pt x="3852388" y="1107641"/>
                  </a:lnTo>
                  <a:lnTo>
                    <a:pt x="3852575" y="1099878"/>
                  </a:lnTo>
                  <a:lnTo>
                    <a:pt x="3852762" y="1093661"/>
                  </a:lnTo>
                  <a:lnTo>
                    <a:pt x="3852949" y="1087860"/>
                  </a:lnTo>
                  <a:lnTo>
                    <a:pt x="3853136" y="1081828"/>
                  </a:lnTo>
                  <a:lnTo>
                    <a:pt x="3853323" y="1075855"/>
                  </a:lnTo>
                  <a:lnTo>
                    <a:pt x="3853509" y="1071289"/>
                  </a:lnTo>
                  <a:lnTo>
                    <a:pt x="3853696" y="1067088"/>
                  </a:lnTo>
                  <a:lnTo>
                    <a:pt x="3853883" y="1063918"/>
                  </a:lnTo>
                  <a:lnTo>
                    <a:pt x="3854070" y="1061331"/>
                  </a:lnTo>
                  <a:lnTo>
                    <a:pt x="3854257" y="1059630"/>
                  </a:lnTo>
                  <a:lnTo>
                    <a:pt x="3854444" y="1058218"/>
                  </a:lnTo>
                  <a:lnTo>
                    <a:pt x="3854631" y="1057448"/>
                  </a:lnTo>
                  <a:lnTo>
                    <a:pt x="3854818" y="1056989"/>
                  </a:lnTo>
                  <a:lnTo>
                    <a:pt x="3855005" y="1056724"/>
                  </a:lnTo>
                  <a:lnTo>
                    <a:pt x="3855192" y="1056784"/>
                  </a:lnTo>
                  <a:lnTo>
                    <a:pt x="3855379" y="1056821"/>
                  </a:lnTo>
                  <a:lnTo>
                    <a:pt x="3855566" y="1057775"/>
                  </a:lnTo>
                  <a:lnTo>
                    <a:pt x="3855753" y="1058646"/>
                  </a:lnTo>
                  <a:lnTo>
                    <a:pt x="3855939" y="1061200"/>
                  </a:lnTo>
                  <a:lnTo>
                    <a:pt x="3856126" y="1062895"/>
                  </a:lnTo>
                  <a:lnTo>
                    <a:pt x="3856313" y="1064528"/>
                  </a:lnTo>
                  <a:lnTo>
                    <a:pt x="3856500" y="1065757"/>
                  </a:lnTo>
                  <a:lnTo>
                    <a:pt x="3856687" y="1066396"/>
                  </a:lnTo>
                  <a:lnTo>
                    <a:pt x="3856874" y="1066812"/>
                  </a:lnTo>
                  <a:lnTo>
                    <a:pt x="3857061" y="1067309"/>
                  </a:lnTo>
                  <a:lnTo>
                    <a:pt x="3857248" y="1066639"/>
                  </a:lnTo>
                  <a:lnTo>
                    <a:pt x="3857435" y="1066146"/>
                  </a:lnTo>
                  <a:lnTo>
                    <a:pt x="3857622" y="1065545"/>
                  </a:lnTo>
                  <a:lnTo>
                    <a:pt x="3857809" y="1064723"/>
                  </a:lnTo>
                  <a:lnTo>
                    <a:pt x="3857996" y="1063019"/>
                  </a:lnTo>
                  <a:lnTo>
                    <a:pt x="3858182" y="1061096"/>
                  </a:lnTo>
                  <a:lnTo>
                    <a:pt x="3858369" y="1058597"/>
                  </a:lnTo>
                  <a:lnTo>
                    <a:pt x="3858556" y="1055799"/>
                  </a:lnTo>
                  <a:lnTo>
                    <a:pt x="3858743" y="1053064"/>
                  </a:lnTo>
                  <a:lnTo>
                    <a:pt x="3858930" y="1050116"/>
                  </a:lnTo>
                  <a:lnTo>
                    <a:pt x="3859117" y="1047289"/>
                  </a:lnTo>
                  <a:lnTo>
                    <a:pt x="3859304" y="1044539"/>
                  </a:lnTo>
                  <a:lnTo>
                    <a:pt x="3859491" y="1042139"/>
                  </a:lnTo>
                  <a:lnTo>
                    <a:pt x="3859678" y="1039717"/>
                  </a:lnTo>
                  <a:lnTo>
                    <a:pt x="3859865" y="1037295"/>
                  </a:lnTo>
                  <a:lnTo>
                    <a:pt x="3860052" y="1034487"/>
                  </a:lnTo>
                  <a:lnTo>
                    <a:pt x="3860239" y="1032248"/>
                  </a:lnTo>
                  <a:lnTo>
                    <a:pt x="3860426" y="1030841"/>
                  </a:lnTo>
                  <a:lnTo>
                    <a:pt x="3860612" y="1030117"/>
                  </a:lnTo>
                  <a:lnTo>
                    <a:pt x="3860799" y="1030447"/>
                  </a:lnTo>
                  <a:lnTo>
                    <a:pt x="3860986" y="1031665"/>
                  </a:lnTo>
                  <a:lnTo>
                    <a:pt x="3861173" y="1034267"/>
                  </a:lnTo>
                  <a:lnTo>
                    <a:pt x="3861360" y="1037449"/>
                  </a:lnTo>
                  <a:lnTo>
                    <a:pt x="3861547" y="1041205"/>
                  </a:lnTo>
                  <a:lnTo>
                    <a:pt x="3861734" y="1044316"/>
                  </a:lnTo>
                  <a:lnTo>
                    <a:pt x="3861921" y="1048482"/>
                  </a:lnTo>
                  <a:lnTo>
                    <a:pt x="3862108" y="1053328"/>
                  </a:lnTo>
                  <a:lnTo>
                    <a:pt x="3862295" y="1058023"/>
                  </a:lnTo>
                  <a:lnTo>
                    <a:pt x="3862482" y="1062900"/>
                  </a:lnTo>
                  <a:lnTo>
                    <a:pt x="3862669" y="1069326"/>
                  </a:lnTo>
                  <a:lnTo>
                    <a:pt x="3862855" y="1075265"/>
                  </a:lnTo>
                  <a:lnTo>
                    <a:pt x="3863042" y="1080884"/>
                  </a:lnTo>
                  <a:lnTo>
                    <a:pt x="3863229" y="1084865"/>
                  </a:lnTo>
                  <a:lnTo>
                    <a:pt x="3863416" y="1085989"/>
                  </a:lnTo>
                  <a:lnTo>
                    <a:pt x="3863603" y="1086349"/>
                  </a:lnTo>
                  <a:lnTo>
                    <a:pt x="3863790" y="1086574"/>
                  </a:lnTo>
                  <a:lnTo>
                    <a:pt x="3863977" y="1086028"/>
                  </a:lnTo>
                  <a:lnTo>
                    <a:pt x="3864164" y="1086818"/>
                  </a:lnTo>
                  <a:lnTo>
                    <a:pt x="3864351" y="1086223"/>
                  </a:lnTo>
                  <a:lnTo>
                    <a:pt x="3864538" y="1086423"/>
                  </a:lnTo>
                  <a:lnTo>
                    <a:pt x="3864725" y="1087073"/>
                  </a:lnTo>
                  <a:lnTo>
                    <a:pt x="3864912" y="1087452"/>
                  </a:lnTo>
                  <a:lnTo>
                    <a:pt x="3865099" y="1089470"/>
                  </a:lnTo>
                  <a:lnTo>
                    <a:pt x="3865285" y="1091232"/>
                  </a:lnTo>
                  <a:lnTo>
                    <a:pt x="3865472" y="1093612"/>
                  </a:lnTo>
                  <a:lnTo>
                    <a:pt x="3865659" y="1095646"/>
                  </a:lnTo>
                  <a:lnTo>
                    <a:pt x="3865846" y="1096842"/>
                  </a:lnTo>
                  <a:lnTo>
                    <a:pt x="3866033" y="1098134"/>
                  </a:lnTo>
                  <a:lnTo>
                    <a:pt x="3866220" y="1099869"/>
                  </a:lnTo>
                  <a:lnTo>
                    <a:pt x="3866407" y="1101836"/>
                  </a:lnTo>
                  <a:lnTo>
                    <a:pt x="3866594" y="1103465"/>
                  </a:lnTo>
                  <a:lnTo>
                    <a:pt x="3866781" y="1103403"/>
                  </a:lnTo>
                  <a:lnTo>
                    <a:pt x="3866968" y="1103146"/>
                  </a:lnTo>
                  <a:lnTo>
                    <a:pt x="3867155" y="1103334"/>
                  </a:lnTo>
                  <a:lnTo>
                    <a:pt x="3867342" y="1105156"/>
                  </a:lnTo>
                  <a:lnTo>
                    <a:pt x="3867529" y="1106543"/>
                  </a:lnTo>
                  <a:lnTo>
                    <a:pt x="3867715" y="1107869"/>
                  </a:lnTo>
                  <a:lnTo>
                    <a:pt x="3867902" y="1110916"/>
                  </a:lnTo>
                  <a:lnTo>
                    <a:pt x="3868089" y="1111943"/>
                  </a:lnTo>
                  <a:lnTo>
                    <a:pt x="3868276" y="1112051"/>
                  </a:lnTo>
                  <a:lnTo>
                    <a:pt x="3868463" y="1113669"/>
                  </a:lnTo>
                  <a:lnTo>
                    <a:pt x="3868650" y="1115304"/>
                  </a:lnTo>
                  <a:lnTo>
                    <a:pt x="3868837" y="1116847"/>
                  </a:lnTo>
                  <a:lnTo>
                    <a:pt x="3869024" y="1118799"/>
                  </a:lnTo>
                  <a:lnTo>
                    <a:pt x="3869211" y="1119779"/>
                  </a:lnTo>
                  <a:lnTo>
                    <a:pt x="3869398" y="1120845"/>
                  </a:lnTo>
                  <a:lnTo>
                    <a:pt x="3869585" y="1121900"/>
                  </a:lnTo>
                  <a:lnTo>
                    <a:pt x="3869772" y="1123588"/>
                  </a:lnTo>
                  <a:lnTo>
                    <a:pt x="3869958" y="1124833"/>
                  </a:lnTo>
                  <a:lnTo>
                    <a:pt x="3870145" y="1124986"/>
                  </a:lnTo>
                  <a:lnTo>
                    <a:pt x="3870332" y="1124569"/>
                  </a:lnTo>
                  <a:lnTo>
                    <a:pt x="3870519" y="1124594"/>
                  </a:lnTo>
                  <a:lnTo>
                    <a:pt x="3870706" y="1124014"/>
                  </a:lnTo>
                  <a:lnTo>
                    <a:pt x="3870893" y="1123571"/>
                  </a:lnTo>
                  <a:lnTo>
                    <a:pt x="3871080" y="1123187"/>
                  </a:lnTo>
                  <a:lnTo>
                    <a:pt x="3871267" y="1122171"/>
                  </a:lnTo>
                  <a:lnTo>
                    <a:pt x="3871454" y="1120759"/>
                  </a:lnTo>
                  <a:lnTo>
                    <a:pt x="3871641" y="1119642"/>
                  </a:lnTo>
                  <a:lnTo>
                    <a:pt x="3871828" y="1120610"/>
                  </a:lnTo>
                  <a:lnTo>
                    <a:pt x="3872015" y="1123534"/>
                  </a:lnTo>
                  <a:lnTo>
                    <a:pt x="3872202" y="1127772"/>
                  </a:lnTo>
                  <a:lnTo>
                    <a:pt x="3872388" y="1132491"/>
                  </a:lnTo>
                  <a:lnTo>
                    <a:pt x="3872575" y="1137737"/>
                  </a:lnTo>
                  <a:lnTo>
                    <a:pt x="3872762" y="1143279"/>
                  </a:lnTo>
                  <a:lnTo>
                    <a:pt x="3872949" y="1149020"/>
                  </a:lnTo>
                  <a:lnTo>
                    <a:pt x="3873136" y="1155066"/>
                  </a:lnTo>
                  <a:lnTo>
                    <a:pt x="3873323" y="1161678"/>
                  </a:lnTo>
                  <a:lnTo>
                    <a:pt x="3873510" y="1168467"/>
                  </a:lnTo>
                  <a:lnTo>
                    <a:pt x="3873697" y="1175201"/>
                  </a:lnTo>
                  <a:lnTo>
                    <a:pt x="3873884" y="1181552"/>
                  </a:lnTo>
                  <a:lnTo>
                    <a:pt x="3874071" y="1187459"/>
                  </a:lnTo>
                  <a:lnTo>
                    <a:pt x="3874258" y="1193055"/>
                  </a:lnTo>
                  <a:lnTo>
                    <a:pt x="3874445" y="1198152"/>
                  </a:lnTo>
                  <a:lnTo>
                    <a:pt x="3874631" y="1203079"/>
                  </a:lnTo>
                  <a:lnTo>
                    <a:pt x="3874818" y="1207065"/>
                  </a:lnTo>
                  <a:lnTo>
                    <a:pt x="3875005" y="1210062"/>
                  </a:lnTo>
                  <a:lnTo>
                    <a:pt x="3875192" y="1211809"/>
                  </a:lnTo>
                  <a:lnTo>
                    <a:pt x="3875379" y="1212663"/>
                  </a:lnTo>
                  <a:lnTo>
                    <a:pt x="3875566" y="1213354"/>
                  </a:lnTo>
                  <a:lnTo>
                    <a:pt x="3875753" y="1213271"/>
                  </a:lnTo>
                  <a:lnTo>
                    <a:pt x="3875940" y="1212134"/>
                  </a:lnTo>
                  <a:lnTo>
                    <a:pt x="3876127" y="1210360"/>
                  </a:lnTo>
                  <a:lnTo>
                    <a:pt x="3876314" y="1209075"/>
                  </a:lnTo>
                  <a:lnTo>
                    <a:pt x="3876501" y="1207387"/>
                  </a:lnTo>
                  <a:lnTo>
                    <a:pt x="3876688" y="1205680"/>
                  </a:lnTo>
                  <a:lnTo>
                    <a:pt x="3876875" y="1202289"/>
                  </a:lnTo>
                  <a:lnTo>
                    <a:pt x="3877061" y="1199138"/>
                  </a:lnTo>
                  <a:lnTo>
                    <a:pt x="3877248" y="1196139"/>
                  </a:lnTo>
                  <a:lnTo>
                    <a:pt x="3877435" y="1192711"/>
                  </a:lnTo>
                  <a:lnTo>
                    <a:pt x="3877622" y="1190086"/>
                  </a:lnTo>
                  <a:lnTo>
                    <a:pt x="3877809" y="1187826"/>
                  </a:lnTo>
                  <a:lnTo>
                    <a:pt x="3877996" y="1185748"/>
                  </a:lnTo>
                  <a:lnTo>
                    <a:pt x="3878183" y="1183110"/>
                  </a:lnTo>
                  <a:lnTo>
                    <a:pt x="3878370" y="1179837"/>
                  </a:lnTo>
                  <a:lnTo>
                    <a:pt x="3878557" y="1175483"/>
                  </a:lnTo>
                  <a:lnTo>
                    <a:pt x="3878744" y="1171290"/>
                  </a:lnTo>
                  <a:lnTo>
                    <a:pt x="3878931" y="1166451"/>
                  </a:lnTo>
                  <a:lnTo>
                    <a:pt x="3879118" y="1160972"/>
                  </a:lnTo>
                  <a:lnTo>
                    <a:pt x="3879305" y="1154976"/>
                  </a:lnTo>
                  <a:lnTo>
                    <a:pt x="3879491" y="1149376"/>
                  </a:lnTo>
                  <a:lnTo>
                    <a:pt x="3879678" y="1144107"/>
                  </a:lnTo>
                  <a:lnTo>
                    <a:pt x="3879865" y="1139193"/>
                  </a:lnTo>
                  <a:lnTo>
                    <a:pt x="3880052" y="1135018"/>
                  </a:lnTo>
                  <a:lnTo>
                    <a:pt x="3880239" y="1131492"/>
                  </a:lnTo>
                  <a:lnTo>
                    <a:pt x="3880426" y="1130143"/>
                  </a:lnTo>
                  <a:lnTo>
                    <a:pt x="3880613" y="1129147"/>
                  </a:lnTo>
                  <a:lnTo>
                    <a:pt x="3880800" y="1129451"/>
                  </a:lnTo>
                  <a:lnTo>
                    <a:pt x="3880987" y="1130168"/>
                  </a:lnTo>
                  <a:lnTo>
                    <a:pt x="3881174" y="1133055"/>
                  </a:lnTo>
                  <a:lnTo>
                    <a:pt x="3881361" y="1137388"/>
                  </a:lnTo>
                  <a:lnTo>
                    <a:pt x="3881548" y="1141137"/>
                  </a:lnTo>
                  <a:lnTo>
                    <a:pt x="3881734" y="1145866"/>
                  </a:lnTo>
                  <a:lnTo>
                    <a:pt x="3881921" y="1147870"/>
                  </a:lnTo>
                  <a:lnTo>
                    <a:pt x="3882108" y="1150173"/>
                  </a:lnTo>
                  <a:lnTo>
                    <a:pt x="3882295" y="1151487"/>
                  </a:lnTo>
                  <a:lnTo>
                    <a:pt x="3882482" y="1151644"/>
                  </a:lnTo>
                  <a:lnTo>
                    <a:pt x="3882669" y="1150940"/>
                  </a:lnTo>
                  <a:lnTo>
                    <a:pt x="3882856" y="1151650"/>
                  </a:lnTo>
                  <a:lnTo>
                    <a:pt x="3883043" y="1152446"/>
                  </a:lnTo>
                  <a:lnTo>
                    <a:pt x="3883230" y="1153492"/>
                  </a:lnTo>
                  <a:lnTo>
                    <a:pt x="3883417" y="1154727"/>
                  </a:lnTo>
                  <a:lnTo>
                    <a:pt x="3883604" y="1155438"/>
                  </a:lnTo>
                  <a:lnTo>
                    <a:pt x="3883791" y="1155234"/>
                  </a:lnTo>
                  <a:lnTo>
                    <a:pt x="3883978" y="1152933"/>
                  </a:lnTo>
                  <a:lnTo>
                    <a:pt x="3884164" y="1149723"/>
                  </a:lnTo>
                  <a:lnTo>
                    <a:pt x="3884351" y="1145897"/>
                  </a:lnTo>
                  <a:lnTo>
                    <a:pt x="3884538" y="1142064"/>
                  </a:lnTo>
                  <a:lnTo>
                    <a:pt x="3884725" y="1139197"/>
                  </a:lnTo>
                  <a:lnTo>
                    <a:pt x="3884912" y="1137945"/>
                  </a:lnTo>
                  <a:lnTo>
                    <a:pt x="3885099" y="1137487"/>
                  </a:lnTo>
                  <a:lnTo>
                    <a:pt x="3885286" y="1137769"/>
                  </a:lnTo>
                  <a:lnTo>
                    <a:pt x="3885473" y="1138771"/>
                  </a:lnTo>
                  <a:lnTo>
                    <a:pt x="3885660" y="1139366"/>
                  </a:lnTo>
                  <a:lnTo>
                    <a:pt x="3885847" y="1139845"/>
                  </a:lnTo>
                  <a:lnTo>
                    <a:pt x="3886034" y="1140160"/>
                  </a:lnTo>
                  <a:lnTo>
                    <a:pt x="3886221" y="1141119"/>
                  </a:lnTo>
                  <a:lnTo>
                    <a:pt x="3886408" y="1143674"/>
                  </a:lnTo>
                  <a:lnTo>
                    <a:pt x="3886594" y="1147242"/>
                  </a:lnTo>
                  <a:lnTo>
                    <a:pt x="3886781" y="1151197"/>
                  </a:lnTo>
                  <a:lnTo>
                    <a:pt x="3886968" y="1156288"/>
                  </a:lnTo>
                  <a:lnTo>
                    <a:pt x="3887155" y="1161581"/>
                  </a:lnTo>
                  <a:lnTo>
                    <a:pt x="3887342" y="1167020"/>
                  </a:lnTo>
                  <a:lnTo>
                    <a:pt x="3887529" y="1172819"/>
                  </a:lnTo>
                  <a:lnTo>
                    <a:pt x="3887716" y="1178754"/>
                  </a:lnTo>
                  <a:lnTo>
                    <a:pt x="3887903" y="1185259"/>
                  </a:lnTo>
                  <a:lnTo>
                    <a:pt x="3888090" y="1192484"/>
                  </a:lnTo>
                  <a:lnTo>
                    <a:pt x="3888277" y="1201206"/>
                  </a:lnTo>
                  <a:lnTo>
                    <a:pt x="3888464" y="1210609"/>
                  </a:lnTo>
                  <a:lnTo>
                    <a:pt x="3888651" y="1219842"/>
                  </a:lnTo>
                  <a:lnTo>
                    <a:pt x="3888837" y="1229110"/>
                  </a:lnTo>
                  <a:lnTo>
                    <a:pt x="3889024" y="1236082"/>
                  </a:lnTo>
                  <a:lnTo>
                    <a:pt x="3889211" y="1242697"/>
                  </a:lnTo>
                  <a:lnTo>
                    <a:pt x="3889398" y="1248552"/>
                  </a:lnTo>
                  <a:lnTo>
                    <a:pt x="3889585" y="1254137"/>
                  </a:lnTo>
                  <a:lnTo>
                    <a:pt x="3889772" y="1259184"/>
                  </a:lnTo>
                  <a:lnTo>
                    <a:pt x="3889959" y="1264493"/>
                  </a:lnTo>
                  <a:lnTo>
                    <a:pt x="3890146" y="1269137"/>
                  </a:lnTo>
                  <a:lnTo>
                    <a:pt x="3890333" y="1273363"/>
                  </a:lnTo>
                  <a:lnTo>
                    <a:pt x="3890520" y="1277282"/>
                  </a:lnTo>
                  <a:lnTo>
                    <a:pt x="3890707" y="1280816"/>
                  </a:lnTo>
                  <a:lnTo>
                    <a:pt x="3890894" y="1283441"/>
                  </a:lnTo>
                  <a:lnTo>
                    <a:pt x="3891081" y="1285745"/>
                  </a:lnTo>
                  <a:lnTo>
                    <a:pt x="3891267" y="1286827"/>
                  </a:lnTo>
                  <a:lnTo>
                    <a:pt x="3891454" y="1286507"/>
                  </a:lnTo>
                  <a:lnTo>
                    <a:pt x="3891641" y="1285997"/>
                  </a:lnTo>
                  <a:lnTo>
                    <a:pt x="3891828" y="1286503"/>
                  </a:lnTo>
                  <a:lnTo>
                    <a:pt x="3892015" y="1286102"/>
                  </a:lnTo>
                  <a:lnTo>
                    <a:pt x="3892202" y="1283751"/>
                  </a:lnTo>
                  <a:lnTo>
                    <a:pt x="3892389" y="1281955"/>
                  </a:lnTo>
                  <a:lnTo>
                    <a:pt x="3892576" y="1279718"/>
                  </a:lnTo>
                  <a:lnTo>
                    <a:pt x="3892763" y="1278857"/>
                  </a:lnTo>
                  <a:lnTo>
                    <a:pt x="3892950" y="1277583"/>
                  </a:lnTo>
                  <a:lnTo>
                    <a:pt x="3893137" y="1276145"/>
                  </a:lnTo>
                  <a:lnTo>
                    <a:pt x="3893324" y="1275303"/>
                  </a:lnTo>
                  <a:lnTo>
                    <a:pt x="3893510" y="1275430"/>
                  </a:lnTo>
                  <a:lnTo>
                    <a:pt x="3893697" y="1276062"/>
                  </a:lnTo>
                  <a:lnTo>
                    <a:pt x="3893884" y="1277558"/>
                  </a:lnTo>
                  <a:lnTo>
                    <a:pt x="3894071" y="1280149"/>
                  </a:lnTo>
                  <a:lnTo>
                    <a:pt x="3894258" y="1283617"/>
                  </a:lnTo>
                  <a:lnTo>
                    <a:pt x="3894445" y="1287153"/>
                  </a:lnTo>
                  <a:lnTo>
                    <a:pt x="3894632" y="1290851"/>
                  </a:lnTo>
                  <a:lnTo>
                    <a:pt x="3894819" y="1293877"/>
                  </a:lnTo>
                  <a:lnTo>
                    <a:pt x="3895006" y="1296046"/>
                  </a:lnTo>
                  <a:lnTo>
                    <a:pt x="3895193" y="1297673"/>
                  </a:lnTo>
                  <a:lnTo>
                    <a:pt x="3895380" y="1298248"/>
                  </a:lnTo>
                  <a:lnTo>
                    <a:pt x="3895567" y="1297445"/>
                  </a:lnTo>
                  <a:lnTo>
                    <a:pt x="3895754" y="1295590"/>
                  </a:lnTo>
                  <a:lnTo>
                    <a:pt x="3895940" y="1292845"/>
                  </a:lnTo>
                  <a:lnTo>
                    <a:pt x="3896127" y="1289252"/>
                  </a:lnTo>
                  <a:lnTo>
                    <a:pt x="3896314" y="1284172"/>
                  </a:lnTo>
                  <a:lnTo>
                    <a:pt x="3896501" y="1278125"/>
                  </a:lnTo>
                  <a:lnTo>
                    <a:pt x="3896688" y="1271182"/>
                  </a:lnTo>
                  <a:lnTo>
                    <a:pt x="3896875" y="1263365"/>
                  </a:lnTo>
                  <a:lnTo>
                    <a:pt x="3897062" y="1256019"/>
                  </a:lnTo>
                  <a:lnTo>
                    <a:pt x="3897249" y="1248635"/>
                  </a:lnTo>
                  <a:lnTo>
                    <a:pt x="3897436" y="1242594"/>
                  </a:lnTo>
                  <a:lnTo>
                    <a:pt x="3897623" y="1236509"/>
                  </a:lnTo>
                  <a:lnTo>
                    <a:pt x="3897810" y="1231429"/>
                  </a:lnTo>
                  <a:lnTo>
                    <a:pt x="3897997" y="1227083"/>
                  </a:lnTo>
                  <a:lnTo>
                    <a:pt x="3898184" y="1222956"/>
                  </a:lnTo>
                  <a:lnTo>
                    <a:pt x="3898370" y="1219498"/>
                  </a:lnTo>
                  <a:lnTo>
                    <a:pt x="3898557" y="1215586"/>
                  </a:lnTo>
                  <a:lnTo>
                    <a:pt x="3898744" y="1211703"/>
                  </a:lnTo>
                  <a:lnTo>
                    <a:pt x="3898931" y="1208027"/>
                  </a:lnTo>
                  <a:lnTo>
                    <a:pt x="3899118" y="1205554"/>
                  </a:lnTo>
                  <a:lnTo>
                    <a:pt x="3899305" y="1203718"/>
                  </a:lnTo>
                  <a:lnTo>
                    <a:pt x="3899492" y="1202391"/>
                  </a:lnTo>
                  <a:lnTo>
                    <a:pt x="3899679" y="1201218"/>
                  </a:lnTo>
                  <a:lnTo>
                    <a:pt x="3899866" y="1200998"/>
                  </a:lnTo>
                  <a:lnTo>
                    <a:pt x="3900053" y="1200485"/>
                  </a:lnTo>
                  <a:lnTo>
                    <a:pt x="3900240" y="1200264"/>
                  </a:lnTo>
                  <a:lnTo>
                    <a:pt x="3900427" y="1200963"/>
                  </a:lnTo>
                  <a:lnTo>
                    <a:pt x="3900613" y="1202605"/>
                  </a:lnTo>
                  <a:lnTo>
                    <a:pt x="3900800" y="1205868"/>
                  </a:lnTo>
                  <a:lnTo>
                    <a:pt x="3900987" y="1209199"/>
                  </a:lnTo>
                  <a:lnTo>
                    <a:pt x="3901174" y="1213613"/>
                  </a:lnTo>
                  <a:lnTo>
                    <a:pt x="3901361" y="1218278"/>
                  </a:lnTo>
                  <a:lnTo>
                    <a:pt x="3901548" y="1222043"/>
                  </a:lnTo>
                  <a:lnTo>
                    <a:pt x="3901735" y="1227356"/>
                  </a:lnTo>
                  <a:lnTo>
                    <a:pt x="3901922" y="1232175"/>
                  </a:lnTo>
                  <a:lnTo>
                    <a:pt x="3902109" y="1237028"/>
                  </a:lnTo>
                  <a:lnTo>
                    <a:pt x="3902296" y="1241627"/>
                  </a:lnTo>
                  <a:lnTo>
                    <a:pt x="3902483" y="1244855"/>
                  </a:lnTo>
                  <a:lnTo>
                    <a:pt x="3902670" y="1248113"/>
                  </a:lnTo>
                  <a:lnTo>
                    <a:pt x="3902857" y="1249929"/>
                  </a:lnTo>
                  <a:lnTo>
                    <a:pt x="3903043" y="1250481"/>
                  </a:lnTo>
                  <a:lnTo>
                    <a:pt x="3903230" y="1250487"/>
                  </a:lnTo>
                  <a:lnTo>
                    <a:pt x="3903417" y="1249781"/>
                  </a:lnTo>
                  <a:lnTo>
                    <a:pt x="3903604" y="1248909"/>
                  </a:lnTo>
                  <a:lnTo>
                    <a:pt x="3903791" y="1248046"/>
                  </a:lnTo>
                  <a:lnTo>
                    <a:pt x="3903978" y="1247904"/>
                  </a:lnTo>
                  <a:lnTo>
                    <a:pt x="3904165" y="1248393"/>
                  </a:lnTo>
                  <a:lnTo>
                    <a:pt x="3904352" y="1250613"/>
                  </a:lnTo>
                  <a:lnTo>
                    <a:pt x="3904539" y="1252626"/>
                  </a:lnTo>
                  <a:lnTo>
                    <a:pt x="3904726" y="1254080"/>
                  </a:lnTo>
                  <a:lnTo>
                    <a:pt x="3904913" y="1255204"/>
                  </a:lnTo>
                  <a:lnTo>
                    <a:pt x="3905100" y="1256633"/>
                  </a:lnTo>
                  <a:lnTo>
                    <a:pt x="3905287" y="1258287"/>
                  </a:lnTo>
                  <a:lnTo>
                    <a:pt x="3905473" y="1260536"/>
                  </a:lnTo>
                  <a:lnTo>
                    <a:pt x="3905660" y="1262511"/>
                  </a:lnTo>
                  <a:lnTo>
                    <a:pt x="3905847" y="1264292"/>
                  </a:lnTo>
                  <a:lnTo>
                    <a:pt x="3906034" y="1267160"/>
                  </a:lnTo>
                  <a:lnTo>
                    <a:pt x="3906221" y="1271066"/>
                  </a:lnTo>
                  <a:lnTo>
                    <a:pt x="3906408" y="1275212"/>
                  </a:lnTo>
                  <a:lnTo>
                    <a:pt x="3906595" y="1279977"/>
                  </a:lnTo>
                  <a:lnTo>
                    <a:pt x="3906782" y="1285052"/>
                  </a:lnTo>
                  <a:lnTo>
                    <a:pt x="3906969" y="1290656"/>
                  </a:lnTo>
                  <a:lnTo>
                    <a:pt x="3907156" y="1295324"/>
                  </a:lnTo>
                  <a:lnTo>
                    <a:pt x="3907343" y="1299633"/>
                  </a:lnTo>
                  <a:lnTo>
                    <a:pt x="3907530" y="1305155"/>
                  </a:lnTo>
                  <a:lnTo>
                    <a:pt x="3907716" y="1311452"/>
                  </a:lnTo>
                  <a:lnTo>
                    <a:pt x="3907903" y="1317722"/>
                  </a:lnTo>
                  <a:lnTo>
                    <a:pt x="3908090" y="1324276"/>
                  </a:lnTo>
                  <a:lnTo>
                    <a:pt x="3908277" y="1330146"/>
                  </a:lnTo>
                  <a:lnTo>
                    <a:pt x="3908464" y="1335965"/>
                  </a:lnTo>
                  <a:lnTo>
                    <a:pt x="3908651" y="1342578"/>
                  </a:lnTo>
                  <a:lnTo>
                    <a:pt x="3908838" y="1349130"/>
                  </a:lnTo>
                  <a:lnTo>
                    <a:pt x="3909025" y="1355198"/>
                  </a:lnTo>
                  <a:lnTo>
                    <a:pt x="3909212" y="1358618"/>
                  </a:lnTo>
                  <a:lnTo>
                    <a:pt x="3909399" y="1360056"/>
                  </a:lnTo>
                  <a:lnTo>
                    <a:pt x="3909586" y="1359670"/>
                  </a:lnTo>
                  <a:lnTo>
                    <a:pt x="3909773" y="1358012"/>
                  </a:lnTo>
                  <a:lnTo>
                    <a:pt x="3909960" y="1355461"/>
                  </a:lnTo>
                  <a:lnTo>
                    <a:pt x="3910146" y="1353124"/>
                  </a:lnTo>
                  <a:lnTo>
                    <a:pt x="3910333" y="1350782"/>
                  </a:lnTo>
                  <a:lnTo>
                    <a:pt x="3910520" y="1348107"/>
                  </a:lnTo>
                  <a:lnTo>
                    <a:pt x="3910707" y="1345152"/>
                  </a:lnTo>
                  <a:lnTo>
                    <a:pt x="3910894" y="1342065"/>
                  </a:lnTo>
                  <a:lnTo>
                    <a:pt x="3911081" y="1339029"/>
                  </a:lnTo>
                  <a:lnTo>
                    <a:pt x="3911268" y="1335833"/>
                  </a:lnTo>
                  <a:lnTo>
                    <a:pt x="3911455" y="1333021"/>
                  </a:lnTo>
                  <a:lnTo>
                    <a:pt x="3911642" y="1330357"/>
                  </a:lnTo>
                  <a:lnTo>
                    <a:pt x="3911829" y="1327925"/>
                  </a:lnTo>
                  <a:lnTo>
                    <a:pt x="3912016" y="1326102"/>
                  </a:lnTo>
                  <a:lnTo>
                    <a:pt x="3912203" y="1324458"/>
                  </a:lnTo>
                  <a:lnTo>
                    <a:pt x="3912389" y="1324015"/>
                  </a:lnTo>
                  <a:lnTo>
                    <a:pt x="3912576" y="1324522"/>
                  </a:lnTo>
                  <a:lnTo>
                    <a:pt x="3912763" y="1325508"/>
                  </a:lnTo>
                  <a:lnTo>
                    <a:pt x="3912950" y="1326552"/>
                  </a:lnTo>
                  <a:lnTo>
                    <a:pt x="3913137" y="1327980"/>
                  </a:lnTo>
                  <a:lnTo>
                    <a:pt x="3913324" y="1330029"/>
                  </a:lnTo>
                  <a:lnTo>
                    <a:pt x="3913511" y="1332747"/>
                  </a:lnTo>
                  <a:lnTo>
                    <a:pt x="3913698" y="1334765"/>
                  </a:lnTo>
                  <a:lnTo>
                    <a:pt x="3913885" y="1335755"/>
                  </a:lnTo>
                  <a:lnTo>
                    <a:pt x="3914072" y="1336355"/>
                  </a:lnTo>
                  <a:lnTo>
                    <a:pt x="3914259" y="1336783"/>
                  </a:lnTo>
                  <a:lnTo>
                    <a:pt x="3914446" y="1337282"/>
                  </a:lnTo>
                  <a:lnTo>
                    <a:pt x="3914633" y="1337676"/>
                  </a:lnTo>
                  <a:lnTo>
                    <a:pt x="3914819" y="1339010"/>
                  </a:lnTo>
                  <a:lnTo>
                    <a:pt x="3915006" y="1340318"/>
                  </a:lnTo>
                  <a:lnTo>
                    <a:pt x="3915193" y="1341621"/>
                  </a:lnTo>
                  <a:lnTo>
                    <a:pt x="3915380" y="1342527"/>
                  </a:lnTo>
                  <a:lnTo>
                    <a:pt x="3915567" y="1344078"/>
                  </a:lnTo>
                  <a:lnTo>
                    <a:pt x="3915754" y="1345888"/>
                  </a:lnTo>
                  <a:lnTo>
                    <a:pt x="3915941" y="1348091"/>
                  </a:lnTo>
                  <a:lnTo>
                    <a:pt x="3916128" y="1350085"/>
                  </a:lnTo>
                  <a:lnTo>
                    <a:pt x="3916315" y="1352495"/>
                  </a:lnTo>
                  <a:lnTo>
                    <a:pt x="3916502" y="1355389"/>
                  </a:lnTo>
                  <a:lnTo>
                    <a:pt x="3916689" y="1358719"/>
                  </a:lnTo>
                  <a:lnTo>
                    <a:pt x="3916876" y="1362197"/>
                  </a:lnTo>
                  <a:lnTo>
                    <a:pt x="3917063" y="1366971"/>
                  </a:lnTo>
                  <a:lnTo>
                    <a:pt x="3917249" y="1370897"/>
                  </a:lnTo>
                  <a:lnTo>
                    <a:pt x="3917436" y="1374875"/>
                  </a:lnTo>
                  <a:lnTo>
                    <a:pt x="3917623" y="1378452"/>
                  </a:lnTo>
                  <a:lnTo>
                    <a:pt x="3917810" y="1380533"/>
                  </a:lnTo>
                  <a:lnTo>
                    <a:pt x="3917997" y="1382092"/>
                  </a:lnTo>
                  <a:lnTo>
                    <a:pt x="3918184" y="1384419"/>
                  </a:lnTo>
                  <a:lnTo>
                    <a:pt x="3918371" y="1387262"/>
                  </a:lnTo>
                  <a:lnTo>
                    <a:pt x="3918558" y="1390818"/>
                  </a:lnTo>
                  <a:lnTo>
                    <a:pt x="3918745" y="1395425"/>
                  </a:lnTo>
                  <a:lnTo>
                    <a:pt x="3918932" y="1400263"/>
                  </a:lnTo>
                  <a:lnTo>
                    <a:pt x="3919119" y="1404755"/>
                  </a:lnTo>
                  <a:lnTo>
                    <a:pt x="3919306" y="1411016"/>
                  </a:lnTo>
                  <a:lnTo>
                    <a:pt x="3919492" y="1417466"/>
                  </a:lnTo>
                  <a:lnTo>
                    <a:pt x="3919679" y="1424076"/>
                  </a:lnTo>
                  <a:lnTo>
                    <a:pt x="3919866" y="1431465"/>
                  </a:lnTo>
                  <a:lnTo>
                    <a:pt x="3920053" y="1438851"/>
                  </a:lnTo>
                  <a:lnTo>
                    <a:pt x="3920240" y="1445557"/>
                  </a:lnTo>
                  <a:lnTo>
                    <a:pt x="3920427" y="1452108"/>
                  </a:lnTo>
                  <a:lnTo>
                    <a:pt x="3920614" y="1458778"/>
                  </a:lnTo>
                  <a:lnTo>
                    <a:pt x="3920801" y="1466103"/>
                  </a:lnTo>
                  <a:lnTo>
                    <a:pt x="3920988" y="1472981"/>
                  </a:lnTo>
                  <a:lnTo>
                    <a:pt x="3921175" y="1479130"/>
                  </a:lnTo>
                  <a:lnTo>
                    <a:pt x="3921362" y="1485643"/>
                  </a:lnTo>
                  <a:lnTo>
                    <a:pt x="3921549" y="1491104"/>
                  </a:lnTo>
                  <a:lnTo>
                    <a:pt x="3921736" y="1494394"/>
                  </a:lnTo>
                  <a:lnTo>
                    <a:pt x="3921922" y="1496767"/>
                  </a:lnTo>
                  <a:lnTo>
                    <a:pt x="3922109" y="1497244"/>
                  </a:lnTo>
                  <a:lnTo>
                    <a:pt x="3922296" y="1497227"/>
                  </a:lnTo>
                  <a:lnTo>
                    <a:pt x="3922483" y="1496720"/>
                  </a:lnTo>
                  <a:lnTo>
                    <a:pt x="3922670" y="1495466"/>
                  </a:lnTo>
                  <a:lnTo>
                    <a:pt x="3922857" y="1494104"/>
                  </a:lnTo>
                  <a:lnTo>
                    <a:pt x="3923044" y="1493402"/>
                  </a:lnTo>
                  <a:lnTo>
                    <a:pt x="3923231" y="1493348"/>
                  </a:lnTo>
                  <a:lnTo>
                    <a:pt x="3923418" y="1493078"/>
                  </a:lnTo>
                  <a:lnTo>
                    <a:pt x="3923605" y="1492894"/>
                  </a:lnTo>
                  <a:lnTo>
                    <a:pt x="3923792" y="1492838"/>
                  </a:lnTo>
                  <a:lnTo>
                    <a:pt x="3923979" y="1493588"/>
                  </a:lnTo>
                  <a:lnTo>
                    <a:pt x="3924166" y="1494109"/>
                  </a:lnTo>
                  <a:lnTo>
                    <a:pt x="3924352" y="1495087"/>
                  </a:lnTo>
                  <a:lnTo>
                    <a:pt x="3924539" y="1496445"/>
                  </a:lnTo>
                  <a:lnTo>
                    <a:pt x="3924726" y="1498336"/>
                  </a:lnTo>
                  <a:lnTo>
                    <a:pt x="3924913" y="1500102"/>
                  </a:lnTo>
                  <a:lnTo>
                    <a:pt x="3925100" y="1501496"/>
                  </a:lnTo>
                  <a:lnTo>
                    <a:pt x="3925287" y="1502178"/>
                  </a:lnTo>
                  <a:lnTo>
                    <a:pt x="3925474" y="1501525"/>
                  </a:lnTo>
                  <a:lnTo>
                    <a:pt x="3925661" y="1500099"/>
                  </a:lnTo>
                  <a:lnTo>
                    <a:pt x="3925848" y="1498396"/>
                  </a:lnTo>
                  <a:lnTo>
                    <a:pt x="3926035" y="1496958"/>
                  </a:lnTo>
                  <a:lnTo>
                    <a:pt x="3926222" y="1495092"/>
                  </a:lnTo>
                  <a:lnTo>
                    <a:pt x="3926409" y="1492926"/>
                  </a:lnTo>
                  <a:lnTo>
                    <a:pt x="3926595" y="1490380"/>
                  </a:lnTo>
                  <a:lnTo>
                    <a:pt x="3926782" y="1487620"/>
                  </a:lnTo>
                  <a:lnTo>
                    <a:pt x="3926969" y="1484584"/>
                  </a:lnTo>
                  <a:lnTo>
                    <a:pt x="3927156" y="1480631"/>
                  </a:lnTo>
                  <a:lnTo>
                    <a:pt x="3927343" y="1477430"/>
                  </a:lnTo>
                  <a:lnTo>
                    <a:pt x="3927530" y="1473938"/>
                  </a:lnTo>
                  <a:lnTo>
                    <a:pt x="3927717" y="1470318"/>
                  </a:lnTo>
                  <a:lnTo>
                    <a:pt x="3927904" y="1467697"/>
                  </a:lnTo>
                  <a:lnTo>
                    <a:pt x="3928091" y="1465981"/>
                  </a:lnTo>
                  <a:lnTo>
                    <a:pt x="3928278" y="1464822"/>
                  </a:lnTo>
                  <a:lnTo>
                    <a:pt x="3928465" y="1464318"/>
                  </a:lnTo>
                  <a:lnTo>
                    <a:pt x="3928652" y="1464791"/>
                  </a:lnTo>
                  <a:lnTo>
                    <a:pt x="3928839" y="1465951"/>
                  </a:lnTo>
                  <a:lnTo>
                    <a:pt x="3929025" y="1467974"/>
                  </a:lnTo>
                  <a:lnTo>
                    <a:pt x="3929212" y="1469764"/>
                  </a:lnTo>
                  <a:lnTo>
                    <a:pt x="3929399" y="1471757"/>
                  </a:lnTo>
                  <a:lnTo>
                    <a:pt x="3929586" y="1475308"/>
                  </a:lnTo>
                  <a:lnTo>
                    <a:pt x="3929773" y="1478629"/>
                  </a:lnTo>
                  <a:lnTo>
                    <a:pt x="3929960" y="1482014"/>
                  </a:lnTo>
                  <a:lnTo>
                    <a:pt x="3930147" y="1484695"/>
                  </a:lnTo>
                  <a:lnTo>
                    <a:pt x="3930334" y="1486974"/>
                  </a:lnTo>
                  <a:lnTo>
                    <a:pt x="3930521" y="1489127"/>
                  </a:lnTo>
                  <a:lnTo>
                    <a:pt x="3930708" y="1490807"/>
                  </a:lnTo>
                  <a:lnTo>
                    <a:pt x="3930895" y="1491166"/>
                  </a:lnTo>
                  <a:lnTo>
                    <a:pt x="3931082" y="1491061"/>
                  </a:lnTo>
                  <a:lnTo>
                    <a:pt x="3931268" y="1490181"/>
                  </a:lnTo>
                  <a:lnTo>
                    <a:pt x="3931455" y="1488614"/>
                  </a:lnTo>
                  <a:lnTo>
                    <a:pt x="3931642" y="1485680"/>
                  </a:lnTo>
                  <a:lnTo>
                    <a:pt x="3931829" y="1481027"/>
                  </a:lnTo>
                  <a:lnTo>
                    <a:pt x="3932016" y="1476015"/>
                  </a:lnTo>
                  <a:lnTo>
                    <a:pt x="3932203" y="1471786"/>
                  </a:lnTo>
                  <a:lnTo>
                    <a:pt x="3932390" y="1469072"/>
                  </a:lnTo>
                  <a:lnTo>
                    <a:pt x="3932577" y="1466874"/>
                  </a:lnTo>
                  <a:lnTo>
                    <a:pt x="3932764" y="1466114"/>
                  </a:lnTo>
                  <a:lnTo>
                    <a:pt x="3932951" y="1466722"/>
                  </a:lnTo>
                  <a:lnTo>
                    <a:pt x="3933138" y="1468545"/>
                  </a:lnTo>
                  <a:lnTo>
                    <a:pt x="3933325" y="1470858"/>
                  </a:lnTo>
                  <a:lnTo>
                    <a:pt x="3933512" y="1473019"/>
                  </a:lnTo>
                  <a:lnTo>
                    <a:pt x="3933698" y="1477330"/>
                  </a:lnTo>
                  <a:lnTo>
                    <a:pt x="3933885" y="1482053"/>
                  </a:lnTo>
                  <a:lnTo>
                    <a:pt x="3934072" y="1487483"/>
                  </a:lnTo>
                  <a:lnTo>
                    <a:pt x="3934259" y="1494038"/>
                  </a:lnTo>
                  <a:lnTo>
                    <a:pt x="3934446" y="1501105"/>
                  </a:lnTo>
                  <a:lnTo>
                    <a:pt x="3934633" y="1508430"/>
                  </a:lnTo>
                  <a:lnTo>
                    <a:pt x="3934820" y="1514928"/>
                  </a:lnTo>
                  <a:lnTo>
                    <a:pt x="3935007" y="1522021"/>
                  </a:lnTo>
                  <a:lnTo>
                    <a:pt x="3935194" y="1528568"/>
                  </a:lnTo>
                  <a:lnTo>
                    <a:pt x="3935381" y="1535204"/>
                  </a:lnTo>
                  <a:lnTo>
                    <a:pt x="3935568" y="1541772"/>
                  </a:lnTo>
                  <a:lnTo>
                    <a:pt x="3935755" y="1548095"/>
                  </a:lnTo>
                  <a:lnTo>
                    <a:pt x="3935942" y="1554994"/>
                  </a:lnTo>
                  <a:lnTo>
                    <a:pt x="3936128" y="1561797"/>
                  </a:lnTo>
                  <a:lnTo>
                    <a:pt x="3936315" y="1568734"/>
                  </a:lnTo>
                  <a:lnTo>
                    <a:pt x="3936502" y="1575129"/>
                  </a:lnTo>
                  <a:lnTo>
                    <a:pt x="3936689" y="1581176"/>
                  </a:lnTo>
                  <a:lnTo>
                    <a:pt x="3936876" y="1587489"/>
                  </a:lnTo>
                  <a:lnTo>
                    <a:pt x="3937063" y="1593881"/>
                  </a:lnTo>
                  <a:lnTo>
                    <a:pt x="3937250" y="1599990"/>
                  </a:lnTo>
                  <a:lnTo>
                    <a:pt x="3937437" y="1606179"/>
                  </a:lnTo>
                  <a:lnTo>
                    <a:pt x="3937624" y="1612370"/>
                  </a:lnTo>
                  <a:lnTo>
                    <a:pt x="3937811" y="1618268"/>
                  </a:lnTo>
                  <a:lnTo>
                    <a:pt x="3937998" y="1624191"/>
                  </a:lnTo>
                  <a:lnTo>
                    <a:pt x="3938185" y="1629705"/>
                  </a:lnTo>
                  <a:lnTo>
                    <a:pt x="3938371" y="1635730"/>
                  </a:lnTo>
                  <a:lnTo>
                    <a:pt x="3938558" y="1640285"/>
                  </a:lnTo>
                  <a:lnTo>
                    <a:pt x="3938745" y="1644520"/>
                  </a:lnTo>
                  <a:lnTo>
                    <a:pt x="3938932" y="1648921"/>
                  </a:lnTo>
                  <a:lnTo>
                    <a:pt x="3939119" y="1652258"/>
                  </a:lnTo>
                  <a:lnTo>
                    <a:pt x="3939306" y="1654730"/>
                  </a:lnTo>
                  <a:lnTo>
                    <a:pt x="3939493" y="1656824"/>
                  </a:lnTo>
                  <a:lnTo>
                    <a:pt x="3939680" y="1657902"/>
                  </a:lnTo>
                  <a:lnTo>
                    <a:pt x="3939867" y="1657807"/>
                  </a:lnTo>
                  <a:lnTo>
                    <a:pt x="3940054" y="1657150"/>
                  </a:lnTo>
                  <a:lnTo>
                    <a:pt x="3940241" y="1656761"/>
                  </a:lnTo>
                  <a:lnTo>
                    <a:pt x="3940428" y="1658551"/>
                  </a:lnTo>
                  <a:lnTo>
                    <a:pt x="3940615" y="1660749"/>
                  </a:lnTo>
                  <a:lnTo>
                    <a:pt x="3940801" y="1663760"/>
                  </a:lnTo>
                  <a:lnTo>
                    <a:pt x="3940988" y="1666797"/>
                  </a:lnTo>
                  <a:lnTo>
                    <a:pt x="3941175" y="1669770"/>
                  </a:lnTo>
                  <a:lnTo>
                    <a:pt x="3941362" y="1672306"/>
                  </a:lnTo>
                  <a:lnTo>
                    <a:pt x="3941549" y="1674976"/>
                  </a:lnTo>
                  <a:lnTo>
                    <a:pt x="3941736" y="1676400"/>
                  </a:lnTo>
                  <a:lnTo>
                    <a:pt x="3941923" y="1677787"/>
                  </a:lnTo>
                  <a:lnTo>
                    <a:pt x="3942110" y="1680429"/>
                  </a:lnTo>
                  <a:lnTo>
                    <a:pt x="3942297" y="1683915"/>
                  </a:lnTo>
                  <a:lnTo>
                    <a:pt x="3942484" y="1688009"/>
                  </a:lnTo>
                  <a:lnTo>
                    <a:pt x="3942671" y="1692943"/>
                  </a:lnTo>
                  <a:lnTo>
                    <a:pt x="3942858" y="1698135"/>
                  </a:lnTo>
                  <a:lnTo>
                    <a:pt x="3943045" y="1704017"/>
                  </a:lnTo>
                  <a:lnTo>
                    <a:pt x="3943231" y="1708861"/>
                  </a:lnTo>
                  <a:lnTo>
                    <a:pt x="3943418" y="1713474"/>
                  </a:lnTo>
                  <a:lnTo>
                    <a:pt x="3943605" y="1717445"/>
                  </a:lnTo>
                  <a:lnTo>
                    <a:pt x="3943792" y="1720884"/>
                  </a:lnTo>
                  <a:lnTo>
                    <a:pt x="3943979" y="1723885"/>
                  </a:lnTo>
                  <a:lnTo>
                    <a:pt x="3944166" y="1727169"/>
                  </a:lnTo>
                  <a:lnTo>
                    <a:pt x="3944353" y="1730138"/>
                  </a:lnTo>
                  <a:lnTo>
                    <a:pt x="3944540" y="1733370"/>
                  </a:lnTo>
                  <a:lnTo>
                    <a:pt x="3944727" y="1736086"/>
                  </a:lnTo>
                  <a:lnTo>
                    <a:pt x="3944914" y="1737281"/>
                  </a:lnTo>
                  <a:lnTo>
                    <a:pt x="3945101" y="1737485"/>
                  </a:lnTo>
                  <a:lnTo>
                    <a:pt x="3945288" y="1736926"/>
                  </a:lnTo>
                  <a:lnTo>
                    <a:pt x="3945474" y="1736153"/>
                  </a:lnTo>
                  <a:lnTo>
                    <a:pt x="3945661" y="1735719"/>
                  </a:lnTo>
                  <a:lnTo>
                    <a:pt x="3945848" y="1735563"/>
                  </a:lnTo>
                  <a:lnTo>
                    <a:pt x="3946035" y="1735318"/>
                  </a:lnTo>
                  <a:lnTo>
                    <a:pt x="3946222" y="1735069"/>
                  </a:lnTo>
                  <a:lnTo>
                    <a:pt x="3946409" y="1734827"/>
                  </a:lnTo>
                  <a:lnTo>
                    <a:pt x="3946596" y="1735435"/>
                  </a:lnTo>
                  <a:lnTo>
                    <a:pt x="3946783" y="1736317"/>
                  </a:lnTo>
                  <a:lnTo>
                    <a:pt x="3946970" y="1737835"/>
                  </a:lnTo>
                  <a:lnTo>
                    <a:pt x="3947157" y="1740333"/>
                  </a:lnTo>
                  <a:lnTo>
                    <a:pt x="3947344" y="1743563"/>
                  </a:lnTo>
                  <a:lnTo>
                    <a:pt x="3947531" y="1746699"/>
                  </a:lnTo>
                  <a:lnTo>
                    <a:pt x="3947718" y="1749916"/>
                  </a:lnTo>
                  <a:lnTo>
                    <a:pt x="3947904" y="1753399"/>
                  </a:lnTo>
                  <a:lnTo>
                    <a:pt x="3948091" y="1757234"/>
                  </a:lnTo>
                  <a:lnTo>
                    <a:pt x="3948278" y="1761022"/>
                  </a:lnTo>
                  <a:lnTo>
                    <a:pt x="3948465" y="1764861"/>
                  </a:lnTo>
                  <a:lnTo>
                    <a:pt x="3948652" y="1769239"/>
                  </a:lnTo>
                  <a:lnTo>
                    <a:pt x="3948839" y="1773480"/>
                  </a:lnTo>
                  <a:lnTo>
                    <a:pt x="3949026" y="1777904"/>
                  </a:lnTo>
                  <a:lnTo>
                    <a:pt x="3949213" y="1782537"/>
                  </a:lnTo>
                  <a:lnTo>
                    <a:pt x="3949400" y="1787042"/>
                  </a:lnTo>
                  <a:lnTo>
                    <a:pt x="3949587" y="1792106"/>
                  </a:lnTo>
                  <a:lnTo>
                    <a:pt x="3949774" y="1796877"/>
                  </a:lnTo>
                  <a:lnTo>
                    <a:pt x="3949961" y="1801297"/>
                  </a:lnTo>
                  <a:lnTo>
                    <a:pt x="3950147" y="1805467"/>
                  </a:lnTo>
                  <a:lnTo>
                    <a:pt x="3950334" y="1809960"/>
                  </a:lnTo>
                  <a:lnTo>
                    <a:pt x="3950521" y="1814543"/>
                  </a:lnTo>
                  <a:lnTo>
                    <a:pt x="3950708" y="1819056"/>
                  </a:lnTo>
                  <a:lnTo>
                    <a:pt x="3950895" y="1823285"/>
                  </a:lnTo>
                  <a:lnTo>
                    <a:pt x="3951082" y="1827662"/>
                  </a:lnTo>
                  <a:lnTo>
                    <a:pt x="3951269" y="1832312"/>
                  </a:lnTo>
                  <a:lnTo>
                    <a:pt x="3951456" y="1836380"/>
                  </a:lnTo>
                  <a:lnTo>
                    <a:pt x="3951643" y="1840363"/>
                  </a:lnTo>
                  <a:lnTo>
                    <a:pt x="3951830" y="1844395"/>
                  </a:lnTo>
                  <a:lnTo>
                    <a:pt x="3952017" y="1848484"/>
                  </a:lnTo>
                  <a:lnTo>
                    <a:pt x="3952204" y="1852057"/>
                  </a:lnTo>
                  <a:lnTo>
                    <a:pt x="3952391" y="1855126"/>
                  </a:lnTo>
                  <a:lnTo>
                    <a:pt x="3952577" y="1858014"/>
                  </a:lnTo>
                  <a:lnTo>
                    <a:pt x="3952764" y="1860808"/>
                  </a:lnTo>
                  <a:lnTo>
                    <a:pt x="3952951" y="1863425"/>
                  </a:lnTo>
                  <a:lnTo>
                    <a:pt x="3953138" y="1866176"/>
                  </a:lnTo>
                  <a:lnTo>
                    <a:pt x="3953325" y="1869205"/>
                  </a:lnTo>
                  <a:lnTo>
                    <a:pt x="3953512" y="1871910"/>
                  </a:lnTo>
                  <a:lnTo>
                    <a:pt x="3953699" y="1874115"/>
                  </a:lnTo>
                  <a:lnTo>
                    <a:pt x="3953886" y="1877489"/>
                  </a:lnTo>
                  <a:lnTo>
                    <a:pt x="3954073" y="1881294"/>
                  </a:lnTo>
                  <a:lnTo>
                    <a:pt x="3954260" y="1885389"/>
                  </a:lnTo>
                  <a:lnTo>
                    <a:pt x="3954447" y="1889026"/>
                  </a:lnTo>
                  <a:lnTo>
                    <a:pt x="3954634" y="1893731"/>
                  </a:lnTo>
                  <a:lnTo>
                    <a:pt x="3954821" y="1898803"/>
                  </a:lnTo>
                  <a:lnTo>
                    <a:pt x="3955007" y="1903718"/>
                  </a:lnTo>
                  <a:lnTo>
                    <a:pt x="3955194" y="1909579"/>
                  </a:lnTo>
                  <a:lnTo>
                    <a:pt x="3955381" y="1915593"/>
                  </a:lnTo>
                  <a:lnTo>
                    <a:pt x="3955568" y="1921073"/>
                  </a:lnTo>
                  <a:lnTo>
                    <a:pt x="3955755" y="1926180"/>
                  </a:lnTo>
                  <a:lnTo>
                    <a:pt x="3955942" y="1930421"/>
                  </a:lnTo>
                  <a:lnTo>
                    <a:pt x="3956129" y="1933859"/>
                  </a:lnTo>
                  <a:lnTo>
                    <a:pt x="3956316" y="1936326"/>
                  </a:lnTo>
                  <a:lnTo>
                    <a:pt x="3956503" y="1939023"/>
                  </a:lnTo>
                  <a:lnTo>
                    <a:pt x="3956690" y="1941479"/>
                  </a:lnTo>
                  <a:lnTo>
                    <a:pt x="3956877" y="1943768"/>
                  </a:lnTo>
                  <a:lnTo>
                    <a:pt x="3957064" y="1946519"/>
                  </a:lnTo>
                  <a:lnTo>
                    <a:pt x="3957250" y="1949180"/>
                  </a:lnTo>
                  <a:lnTo>
                    <a:pt x="3957437" y="1951785"/>
                  </a:lnTo>
                  <a:lnTo>
                    <a:pt x="3957624" y="1953522"/>
                  </a:lnTo>
                  <a:lnTo>
                    <a:pt x="3957811" y="1955363"/>
                  </a:lnTo>
                  <a:lnTo>
                    <a:pt x="3957998" y="1957137"/>
                  </a:lnTo>
                  <a:lnTo>
                    <a:pt x="3958185" y="1958599"/>
                  </a:lnTo>
                  <a:lnTo>
                    <a:pt x="3958372" y="1960464"/>
                  </a:lnTo>
                  <a:lnTo>
                    <a:pt x="3958559" y="1962697"/>
                  </a:lnTo>
                  <a:lnTo>
                    <a:pt x="3958746" y="1965631"/>
                  </a:lnTo>
                  <a:lnTo>
                    <a:pt x="3958933" y="1969220"/>
                  </a:lnTo>
                  <a:lnTo>
                    <a:pt x="3959120" y="1974757"/>
                  </a:lnTo>
                  <a:lnTo>
                    <a:pt x="3959307" y="1980784"/>
                  </a:lnTo>
                  <a:lnTo>
                    <a:pt x="3959494" y="1987899"/>
                  </a:lnTo>
                  <a:lnTo>
                    <a:pt x="3959680" y="1994800"/>
                  </a:lnTo>
                  <a:lnTo>
                    <a:pt x="3959867" y="2001462"/>
                  </a:lnTo>
                  <a:lnTo>
                    <a:pt x="3960054" y="2008075"/>
                  </a:lnTo>
                  <a:lnTo>
                    <a:pt x="3960241" y="2014823"/>
                  </a:lnTo>
                  <a:lnTo>
                    <a:pt x="3960428" y="2021439"/>
                  </a:lnTo>
                  <a:lnTo>
                    <a:pt x="3960615" y="2027395"/>
                  </a:lnTo>
                  <a:lnTo>
                    <a:pt x="3960802" y="2033784"/>
                  </a:lnTo>
                  <a:lnTo>
                    <a:pt x="3960989" y="2039999"/>
                  </a:lnTo>
                  <a:lnTo>
                    <a:pt x="3961176" y="2045650"/>
                  </a:lnTo>
                  <a:lnTo>
                    <a:pt x="3961363" y="2050505"/>
                  </a:lnTo>
                  <a:lnTo>
                    <a:pt x="3961550" y="2055101"/>
                  </a:lnTo>
                  <a:lnTo>
                    <a:pt x="3961737" y="2059236"/>
                  </a:lnTo>
                  <a:lnTo>
                    <a:pt x="3961924" y="2063164"/>
                  </a:lnTo>
                  <a:lnTo>
                    <a:pt x="3962110" y="2066762"/>
                  </a:lnTo>
                  <a:lnTo>
                    <a:pt x="3962297" y="2070449"/>
                  </a:lnTo>
                  <a:lnTo>
                    <a:pt x="3962484" y="2074623"/>
                  </a:lnTo>
                  <a:lnTo>
                    <a:pt x="3962671" y="2079605"/>
                  </a:lnTo>
                  <a:lnTo>
                    <a:pt x="3962858" y="2084648"/>
                  </a:lnTo>
                  <a:lnTo>
                    <a:pt x="3963045" y="2090190"/>
                  </a:lnTo>
                  <a:lnTo>
                    <a:pt x="3963232" y="2096325"/>
                  </a:lnTo>
                  <a:lnTo>
                    <a:pt x="3963419" y="2102611"/>
                  </a:lnTo>
                  <a:lnTo>
                    <a:pt x="3963606" y="2108678"/>
                  </a:lnTo>
                  <a:lnTo>
                    <a:pt x="3963793" y="2115436"/>
                  </a:lnTo>
                  <a:lnTo>
                    <a:pt x="3963980" y="2122295"/>
                  </a:lnTo>
                  <a:lnTo>
                    <a:pt x="3964167" y="2129173"/>
                  </a:lnTo>
                  <a:lnTo>
                    <a:pt x="3964353" y="2136200"/>
                  </a:lnTo>
                  <a:lnTo>
                    <a:pt x="3964540" y="2144130"/>
                  </a:lnTo>
                  <a:lnTo>
                    <a:pt x="3964727" y="2151394"/>
                  </a:lnTo>
                  <a:lnTo>
                    <a:pt x="3964914" y="2159133"/>
                  </a:lnTo>
                  <a:lnTo>
                    <a:pt x="3965101" y="2167452"/>
                  </a:lnTo>
                  <a:lnTo>
                    <a:pt x="3965288" y="2175042"/>
                  </a:lnTo>
                  <a:lnTo>
                    <a:pt x="3965475" y="2181747"/>
                  </a:lnTo>
                  <a:lnTo>
                    <a:pt x="3965662" y="2187820"/>
                  </a:lnTo>
                  <a:lnTo>
                    <a:pt x="3965849" y="2193477"/>
                  </a:lnTo>
                  <a:lnTo>
                    <a:pt x="3966036" y="2198185"/>
                  </a:lnTo>
                  <a:lnTo>
                    <a:pt x="3966223" y="2203179"/>
                  </a:lnTo>
                  <a:lnTo>
                    <a:pt x="3966410" y="2207527"/>
                  </a:lnTo>
                  <a:lnTo>
                    <a:pt x="3966597" y="2211956"/>
                  </a:lnTo>
                  <a:lnTo>
                    <a:pt x="3966783" y="2216819"/>
                  </a:lnTo>
                  <a:lnTo>
                    <a:pt x="3966970" y="2221616"/>
                  </a:lnTo>
                  <a:lnTo>
                    <a:pt x="3967157" y="2225964"/>
                  </a:lnTo>
                  <a:lnTo>
                    <a:pt x="3967344" y="2230144"/>
                  </a:lnTo>
                  <a:lnTo>
                    <a:pt x="3967531" y="2234402"/>
                  </a:lnTo>
                  <a:lnTo>
                    <a:pt x="3967718" y="2238765"/>
                  </a:lnTo>
                  <a:lnTo>
                    <a:pt x="3967905" y="2243094"/>
                  </a:lnTo>
                  <a:lnTo>
                    <a:pt x="3968092" y="2246956"/>
                  </a:lnTo>
                  <a:lnTo>
                    <a:pt x="3968279" y="2251320"/>
                  </a:lnTo>
                  <a:lnTo>
                    <a:pt x="3968466" y="2255145"/>
                  </a:lnTo>
                  <a:lnTo>
                    <a:pt x="3968653" y="2258876"/>
                  </a:lnTo>
                  <a:lnTo>
                    <a:pt x="3968840" y="2262826"/>
                  </a:lnTo>
                  <a:lnTo>
                    <a:pt x="3969026" y="2267475"/>
                  </a:lnTo>
                  <a:lnTo>
                    <a:pt x="3969213" y="2272795"/>
                  </a:lnTo>
                  <a:lnTo>
                    <a:pt x="3969400" y="2278479"/>
                  </a:lnTo>
                  <a:lnTo>
                    <a:pt x="3969587" y="2283442"/>
                  </a:lnTo>
                  <a:lnTo>
                    <a:pt x="3969774" y="2287267"/>
                  </a:lnTo>
                  <a:lnTo>
                    <a:pt x="3969961" y="2291013"/>
                  </a:lnTo>
                  <a:lnTo>
                    <a:pt x="3970148" y="2294500"/>
                  </a:lnTo>
                  <a:lnTo>
                    <a:pt x="3970335" y="2297862"/>
                  </a:lnTo>
                  <a:lnTo>
                    <a:pt x="3970522" y="2300903"/>
                  </a:lnTo>
                  <a:lnTo>
                    <a:pt x="3970709" y="2303802"/>
                  </a:lnTo>
                  <a:lnTo>
                    <a:pt x="3970896" y="2307066"/>
                  </a:lnTo>
                  <a:lnTo>
                    <a:pt x="3971083" y="2309321"/>
                  </a:lnTo>
                  <a:lnTo>
                    <a:pt x="3971270" y="2311994"/>
                  </a:lnTo>
                  <a:lnTo>
                    <a:pt x="3971456" y="2314558"/>
                  </a:lnTo>
                  <a:lnTo>
                    <a:pt x="3971643" y="2316474"/>
                  </a:lnTo>
                  <a:lnTo>
                    <a:pt x="3971830" y="2317873"/>
                  </a:lnTo>
                  <a:lnTo>
                    <a:pt x="3972017" y="2319123"/>
                  </a:lnTo>
                  <a:lnTo>
                    <a:pt x="3972204" y="2320391"/>
                  </a:lnTo>
                  <a:lnTo>
                    <a:pt x="3972391" y="2321385"/>
                  </a:lnTo>
                  <a:lnTo>
                    <a:pt x="3972578" y="2322292"/>
                  </a:lnTo>
                  <a:lnTo>
                    <a:pt x="3972765" y="2323022"/>
                  </a:lnTo>
                  <a:lnTo>
                    <a:pt x="3972952" y="2323444"/>
                  </a:lnTo>
                  <a:lnTo>
                    <a:pt x="3973139" y="2323583"/>
                  </a:lnTo>
                  <a:lnTo>
                    <a:pt x="3973326" y="2323113"/>
                  </a:lnTo>
                  <a:lnTo>
                    <a:pt x="3973513" y="2322148"/>
                  </a:lnTo>
                  <a:lnTo>
                    <a:pt x="3973700" y="2320532"/>
                  </a:lnTo>
                  <a:lnTo>
                    <a:pt x="3973886" y="2319045"/>
                  </a:lnTo>
                  <a:lnTo>
                    <a:pt x="3974073" y="2317382"/>
                  </a:lnTo>
                  <a:lnTo>
                    <a:pt x="3974260" y="2315895"/>
                  </a:lnTo>
                  <a:lnTo>
                    <a:pt x="3974447" y="2314287"/>
                  </a:lnTo>
                  <a:lnTo>
                    <a:pt x="3974634" y="2312615"/>
                  </a:lnTo>
                  <a:lnTo>
                    <a:pt x="3974821" y="2311006"/>
                  </a:lnTo>
                  <a:lnTo>
                    <a:pt x="3975008" y="2309343"/>
                  </a:lnTo>
                  <a:lnTo>
                    <a:pt x="3975195" y="2307980"/>
                  </a:lnTo>
                  <a:lnTo>
                    <a:pt x="3975382" y="2306819"/>
                  </a:lnTo>
                  <a:lnTo>
                    <a:pt x="3975569" y="2306080"/>
                  </a:lnTo>
                  <a:lnTo>
                    <a:pt x="3975756" y="2305763"/>
                  </a:lnTo>
                  <a:lnTo>
                    <a:pt x="3975943" y="2306142"/>
                  </a:lnTo>
                  <a:lnTo>
                    <a:pt x="3976129" y="2306977"/>
                  </a:lnTo>
                  <a:lnTo>
                    <a:pt x="3976316" y="2308314"/>
                  </a:lnTo>
                  <a:lnTo>
                    <a:pt x="3976503" y="2310891"/>
                  </a:lnTo>
                  <a:lnTo>
                    <a:pt x="3976690" y="2314167"/>
                  </a:lnTo>
                  <a:lnTo>
                    <a:pt x="3976877" y="2317824"/>
                  </a:lnTo>
                  <a:lnTo>
                    <a:pt x="3977064" y="2322097"/>
                  </a:lnTo>
                  <a:lnTo>
                    <a:pt x="3977251" y="2327175"/>
                  </a:lnTo>
                  <a:lnTo>
                    <a:pt x="3977438" y="2332577"/>
                  </a:lnTo>
                  <a:lnTo>
                    <a:pt x="3977625" y="2338610"/>
                  </a:lnTo>
                  <a:lnTo>
                    <a:pt x="3977812" y="2344210"/>
                  </a:lnTo>
                  <a:lnTo>
                    <a:pt x="3977999" y="2350044"/>
                  </a:lnTo>
                  <a:lnTo>
                    <a:pt x="3978186" y="2355693"/>
                  </a:lnTo>
                  <a:lnTo>
                    <a:pt x="3978373" y="2361151"/>
                  </a:lnTo>
                  <a:lnTo>
                    <a:pt x="3978559" y="2366527"/>
                  </a:lnTo>
                  <a:lnTo>
                    <a:pt x="3978746" y="2372236"/>
                  </a:lnTo>
                  <a:lnTo>
                    <a:pt x="3978933" y="2378067"/>
                  </a:lnTo>
                  <a:lnTo>
                    <a:pt x="3979120" y="2383905"/>
                  </a:lnTo>
                  <a:lnTo>
                    <a:pt x="3979307" y="2389702"/>
                  </a:lnTo>
                  <a:lnTo>
                    <a:pt x="3979494" y="2395040"/>
                  </a:lnTo>
                  <a:lnTo>
                    <a:pt x="3979681" y="2399506"/>
                  </a:lnTo>
                  <a:lnTo>
                    <a:pt x="3979868" y="2403563"/>
                  </a:lnTo>
                  <a:lnTo>
                    <a:pt x="3980055" y="2406848"/>
                  </a:lnTo>
                  <a:lnTo>
                    <a:pt x="3980242" y="2409966"/>
                  </a:lnTo>
                  <a:lnTo>
                    <a:pt x="3980429" y="2412342"/>
                  </a:lnTo>
                  <a:lnTo>
                    <a:pt x="3980616" y="2413950"/>
                  </a:lnTo>
                  <a:lnTo>
                    <a:pt x="3980802" y="2415346"/>
                  </a:lnTo>
                  <a:lnTo>
                    <a:pt x="3980989" y="2416646"/>
                  </a:lnTo>
                  <a:lnTo>
                    <a:pt x="3981176" y="2417998"/>
                  </a:lnTo>
                  <a:lnTo>
                    <a:pt x="3981363" y="2419371"/>
                  </a:lnTo>
                  <a:lnTo>
                    <a:pt x="3981550" y="2420013"/>
                  </a:lnTo>
                  <a:lnTo>
                    <a:pt x="3981737" y="2420741"/>
                  </a:lnTo>
                  <a:lnTo>
                    <a:pt x="3981924" y="2421177"/>
                  </a:lnTo>
                  <a:lnTo>
                    <a:pt x="3982111" y="2421242"/>
                  </a:lnTo>
                  <a:lnTo>
                    <a:pt x="3982298" y="2421437"/>
                  </a:lnTo>
                  <a:lnTo>
                    <a:pt x="3982485" y="2421652"/>
                  </a:lnTo>
                  <a:lnTo>
                    <a:pt x="3982672" y="2422091"/>
                  </a:lnTo>
                  <a:lnTo>
                    <a:pt x="3982859" y="2422901"/>
                  </a:lnTo>
                  <a:lnTo>
                    <a:pt x="3983046" y="2423627"/>
                  </a:lnTo>
                  <a:lnTo>
                    <a:pt x="3983232" y="2424454"/>
                  </a:lnTo>
                  <a:lnTo>
                    <a:pt x="3983419" y="2425566"/>
                  </a:lnTo>
                  <a:lnTo>
                    <a:pt x="3983606" y="2426881"/>
                  </a:lnTo>
                  <a:lnTo>
                    <a:pt x="3983793" y="2428671"/>
                  </a:lnTo>
                  <a:lnTo>
                    <a:pt x="3983980" y="2430096"/>
                  </a:lnTo>
                  <a:lnTo>
                    <a:pt x="3984167" y="2431726"/>
                  </a:lnTo>
                  <a:lnTo>
                    <a:pt x="3984354" y="2433652"/>
                  </a:lnTo>
                  <a:lnTo>
                    <a:pt x="3984541" y="2435180"/>
                  </a:lnTo>
                  <a:lnTo>
                    <a:pt x="3984728" y="2436175"/>
                  </a:lnTo>
                  <a:lnTo>
                    <a:pt x="3984915" y="2437330"/>
                  </a:lnTo>
                  <a:lnTo>
                    <a:pt x="3985102" y="2438081"/>
                  </a:lnTo>
                  <a:lnTo>
                    <a:pt x="3985289" y="2438530"/>
                  </a:lnTo>
                  <a:lnTo>
                    <a:pt x="3985476" y="2439000"/>
                  </a:lnTo>
                  <a:lnTo>
                    <a:pt x="3985662" y="2439382"/>
                  </a:lnTo>
                  <a:lnTo>
                    <a:pt x="3985849" y="2439567"/>
                  </a:lnTo>
                  <a:lnTo>
                    <a:pt x="3986036" y="2439619"/>
                  </a:lnTo>
                  <a:lnTo>
                    <a:pt x="3986223" y="2439691"/>
                  </a:lnTo>
                  <a:lnTo>
                    <a:pt x="3986410" y="2439728"/>
                  </a:lnTo>
                  <a:lnTo>
                    <a:pt x="3986597" y="2439598"/>
                  </a:lnTo>
                  <a:lnTo>
                    <a:pt x="3986784" y="2439731"/>
                  </a:lnTo>
                  <a:lnTo>
                    <a:pt x="3986971" y="2439407"/>
                  </a:lnTo>
                  <a:lnTo>
                    <a:pt x="3987158" y="2438979"/>
                  </a:lnTo>
                  <a:lnTo>
                    <a:pt x="3987345" y="2438955"/>
                  </a:lnTo>
                  <a:lnTo>
                    <a:pt x="3987532" y="2439453"/>
                  </a:lnTo>
                  <a:lnTo>
                    <a:pt x="3987719" y="2439826"/>
                  </a:lnTo>
                  <a:lnTo>
                    <a:pt x="3987905" y="2440832"/>
                  </a:lnTo>
                  <a:lnTo>
                    <a:pt x="3988092" y="2441758"/>
                  </a:lnTo>
                  <a:lnTo>
                    <a:pt x="3988279" y="2442842"/>
                  </a:lnTo>
                  <a:lnTo>
                    <a:pt x="3988466" y="2444029"/>
                  </a:lnTo>
                  <a:lnTo>
                    <a:pt x="3988653" y="2445522"/>
                  </a:lnTo>
                  <a:lnTo>
                    <a:pt x="3988840" y="2447565"/>
                  </a:lnTo>
                  <a:lnTo>
                    <a:pt x="3989027" y="2449425"/>
                  </a:lnTo>
                  <a:lnTo>
                    <a:pt x="3989214" y="2451192"/>
                  </a:lnTo>
                  <a:lnTo>
                    <a:pt x="3989401" y="2452682"/>
                  </a:lnTo>
                  <a:lnTo>
                    <a:pt x="3989588" y="2454248"/>
                  </a:lnTo>
                  <a:lnTo>
                    <a:pt x="3989775" y="2455903"/>
                  </a:lnTo>
                  <a:lnTo>
                    <a:pt x="3989962" y="2457913"/>
                  </a:lnTo>
                  <a:lnTo>
                    <a:pt x="3990149" y="2460450"/>
                  </a:lnTo>
                  <a:lnTo>
                    <a:pt x="3990335" y="2463000"/>
                  </a:lnTo>
                  <a:lnTo>
                    <a:pt x="3990522" y="2465020"/>
                  </a:lnTo>
                  <a:lnTo>
                    <a:pt x="3990709" y="2466629"/>
                  </a:lnTo>
                  <a:lnTo>
                    <a:pt x="3990896" y="2468118"/>
                  </a:lnTo>
                  <a:lnTo>
                    <a:pt x="3991083" y="2470014"/>
                  </a:lnTo>
                  <a:lnTo>
                    <a:pt x="3991270" y="2470276"/>
                  </a:lnTo>
                  <a:lnTo>
                    <a:pt x="3991457" y="2470488"/>
                  </a:lnTo>
                  <a:lnTo>
                    <a:pt x="3991644" y="2470404"/>
                  </a:lnTo>
                  <a:lnTo>
                    <a:pt x="3991831" y="2469825"/>
                  </a:lnTo>
                  <a:lnTo>
                    <a:pt x="3992018" y="2469216"/>
                  </a:lnTo>
                  <a:lnTo>
                    <a:pt x="3992205" y="2468858"/>
                  </a:lnTo>
                  <a:lnTo>
                    <a:pt x="3992392" y="2468405"/>
                  </a:lnTo>
                  <a:lnTo>
                    <a:pt x="3992579" y="2467759"/>
                  </a:lnTo>
                  <a:lnTo>
                    <a:pt x="3992765" y="2466832"/>
                  </a:lnTo>
                  <a:lnTo>
                    <a:pt x="3992952" y="2465319"/>
                  </a:lnTo>
                  <a:lnTo>
                    <a:pt x="3993139" y="2463296"/>
                  </a:lnTo>
                  <a:lnTo>
                    <a:pt x="3993326" y="2460813"/>
                  </a:lnTo>
                  <a:lnTo>
                    <a:pt x="3993513" y="2458883"/>
                  </a:lnTo>
                  <a:lnTo>
                    <a:pt x="3993700" y="2457089"/>
                  </a:lnTo>
                  <a:lnTo>
                    <a:pt x="3993887" y="2455643"/>
                  </a:lnTo>
                  <a:lnTo>
                    <a:pt x="3994074" y="2454632"/>
                  </a:lnTo>
                  <a:lnTo>
                    <a:pt x="3994261" y="2453254"/>
                  </a:lnTo>
                  <a:lnTo>
                    <a:pt x="3994448" y="2451994"/>
                  </a:lnTo>
                  <a:lnTo>
                    <a:pt x="3994635" y="2451242"/>
                  </a:lnTo>
                  <a:lnTo>
                    <a:pt x="3994822" y="2450416"/>
                  </a:lnTo>
                  <a:lnTo>
                    <a:pt x="3995008" y="2450153"/>
                  </a:lnTo>
                  <a:lnTo>
                    <a:pt x="3995195" y="2449616"/>
                  </a:lnTo>
                  <a:lnTo>
                    <a:pt x="3995382" y="2449071"/>
                  </a:lnTo>
                  <a:lnTo>
                    <a:pt x="3995569" y="2448517"/>
                  </a:lnTo>
                  <a:lnTo>
                    <a:pt x="3995756" y="2448006"/>
                  </a:lnTo>
                  <a:lnTo>
                    <a:pt x="3995943" y="2447514"/>
                  </a:lnTo>
                  <a:lnTo>
                    <a:pt x="3996130" y="2446616"/>
                  </a:lnTo>
                  <a:lnTo>
                    <a:pt x="3996317" y="2445615"/>
                  </a:lnTo>
                  <a:lnTo>
                    <a:pt x="3996504" y="2444651"/>
                  </a:lnTo>
                  <a:lnTo>
                    <a:pt x="3996691" y="2443685"/>
                  </a:lnTo>
                  <a:lnTo>
                    <a:pt x="3996878" y="2442927"/>
                  </a:lnTo>
                  <a:lnTo>
                    <a:pt x="3997065" y="2442217"/>
                  </a:lnTo>
                  <a:lnTo>
                    <a:pt x="3997252" y="2441005"/>
                  </a:lnTo>
                  <a:lnTo>
                    <a:pt x="3997438" y="2439384"/>
                  </a:lnTo>
                  <a:lnTo>
                    <a:pt x="3997625" y="2437675"/>
                  </a:lnTo>
                  <a:lnTo>
                    <a:pt x="3997812" y="2435587"/>
                  </a:lnTo>
                  <a:lnTo>
                    <a:pt x="3997999" y="2433301"/>
                  </a:lnTo>
                  <a:lnTo>
                    <a:pt x="3998186" y="2430911"/>
                  </a:lnTo>
                  <a:lnTo>
                    <a:pt x="3998373" y="2428389"/>
                  </a:lnTo>
                  <a:lnTo>
                    <a:pt x="3998560" y="2426120"/>
                  </a:lnTo>
                  <a:lnTo>
                    <a:pt x="3998747" y="2424235"/>
                  </a:lnTo>
                  <a:lnTo>
                    <a:pt x="3998934" y="2422609"/>
                  </a:lnTo>
                  <a:lnTo>
                    <a:pt x="3999121" y="2421358"/>
                  </a:lnTo>
                  <a:lnTo>
                    <a:pt x="3999308" y="2420514"/>
                  </a:lnTo>
                  <a:lnTo>
                    <a:pt x="3999495" y="2419933"/>
                  </a:lnTo>
                  <a:lnTo>
                    <a:pt x="3999681" y="2419405"/>
                  </a:lnTo>
                  <a:lnTo>
                    <a:pt x="3999868" y="2418878"/>
                  </a:lnTo>
                  <a:lnTo>
                    <a:pt x="4000055" y="2419050"/>
                  </a:lnTo>
                  <a:lnTo>
                    <a:pt x="4000242" y="2419495"/>
                  </a:lnTo>
                  <a:lnTo>
                    <a:pt x="4000429" y="2420120"/>
                  </a:lnTo>
                  <a:lnTo>
                    <a:pt x="4000616" y="2420962"/>
                  </a:lnTo>
                  <a:lnTo>
                    <a:pt x="4000803" y="2421829"/>
                  </a:lnTo>
                  <a:lnTo>
                    <a:pt x="4000990" y="2422841"/>
                  </a:lnTo>
                  <a:lnTo>
                    <a:pt x="4001177" y="2423839"/>
                  </a:lnTo>
                  <a:lnTo>
                    <a:pt x="4001364" y="2424542"/>
                  </a:lnTo>
                  <a:lnTo>
                    <a:pt x="4001551" y="2425097"/>
                  </a:lnTo>
                  <a:lnTo>
                    <a:pt x="4001738" y="2425504"/>
                  </a:lnTo>
                  <a:lnTo>
                    <a:pt x="4001925" y="2425711"/>
                  </a:lnTo>
                  <a:lnTo>
                    <a:pt x="4002111" y="2425969"/>
                  </a:lnTo>
                  <a:lnTo>
                    <a:pt x="4002298" y="2425597"/>
                  </a:lnTo>
                  <a:lnTo>
                    <a:pt x="4002485" y="2425158"/>
                  </a:lnTo>
                  <a:lnTo>
                    <a:pt x="4002672" y="2424903"/>
                  </a:lnTo>
                  <a:lnTo>
                    <a:pt x="4002859" y="2424930"/>
                  </a:lnTo>
                  <a:lnTo>
                    <a:pt x="4003046" y="2424828"/>
                  </a:lnTo>
                  <a:lnTo>
                    <a:pt x="4003233" y="2424670"/>
                  </a:lnTo>
                  <a:lnTo>
                    <a:pt x="4003420" y="2423940"/>
                  </a:lnTo>
                  <a:lnTo>
                    <a:pt x="4003607" y="2423298"/>
                  </a:lnTo>
                  <a:lnTo>
                    <a:pt x="4003794" y="2422770"/>
                  </a:lnTo>
                  <a:lnTo>
                    <a:pt x="4003981" y="2422445"/>
                  </a:lnTo>
                  <a:lnTo>
                    <a:pt x="4004168" y="2422401"/>
                  </a:lnTo>
                  <a:lnTo>
                    <a:pt x="4004355" y="2422586"/>
                  </a:lnTo>
                  <a:lnTo>
                    <a:pt x="4004541" y="2423263"/>
                  </a:lnTo>
                  <a:lnTo>
                    <a:pt x="4004728" y="2423747"/>
                  </a:lnTo>
                  <a:lnTo>
                    <a:pt x="4004915" y="2423465"/>
                  </a:lnTo>
                  <a:lnTo>
                    <a:pt x="4005102" y="2423201"/>
                  </a:lnTo>
                  <a:lnTo>
                    <a:pt x="4005289" y="2422260"/>
                  </a:lnTo>
                  <a:lnTo>
                    <a:pt x="4005476" y="2420686"/>
                  </a:lnTo>
                  <a:lnTo>
                    <a:pt x="4005663" y="2418654"/>
                  </a:lnTo>
                  <a:lnTo>
                    <a:pt x="4005850" y="2417255"/>
                  </a:lnTo>
                  <a:lnTo>
                    <a:pt x="4006037" y="2415848"/>
                  </a:lnTo>
                  <a:lnTo>
                    <a:pt x="4006224" y="2414230"/>
                  </a:lnTo>
                  <a:lnTo>
                    <a:pt x="4006411" y="2412242"/>
                  </a:lnTo>
                  <a:lnTo>
                    <a:pt x="4006598" y="2410324"/>
                  </a:lnTo>
                  <a:lnTo>
                    <a:pt x="4006784" y="2408179"/>
                  </a:lnTo>
                  <a:lnTo>
                    <a:pt x="4006971" y="2406037"/>
                  </a:lnTo>
                  <a:lnTo>
                    <a:pt x="4007158" y="2404894"/>
                  </a:lnTo>
                  <a:lnTo>
                    <a:pt x="4007345" y="2403428"/>
                  </a:lnTo>
                  <a:lnTo>
                    <a:pt x="4007532" y="2401848"/>
                  </a:lnTo>
                  <a:lnTo>
                    <a:pt x="4007719" y="2400297"/>
                  </a:lnTo>
                  <a:lnTo>
                    <a:pt x="4007906" y="2398811"/>
                  </a:lnTo>
                  <a:lnTo>
                    <a:pt x="4008093" y="2397609"/>
                  </a:lnTo>
                  <a:lnTo>
                    <a:pt x="4008280" y="2396493"/>
                  </a:lnTo>
                  <a:lnTo>
                    <a:pt x="4008467" y="2395636"/>
                  </a:lnTo>
                  <a:lnTo>
                    <a:pt x="4008654" y="2394729"/>
                  </a:lnTo>
                  <a:lnTo>
                    <a:pt x="4008841" y="2393982"/>
                  </a:lnTo>
                  <a:lnTo>
                    <a:pt x="4009028" y="2393570"/>
                  </a:lnTo>
                  <a:lnTo>
                    <a:pt x="4009214" y="2393420"/>
                  </a:lnTo>
                  <a:lnTo>
                    <a:pt x="4009401" y="2393589"/>
                  </a:lnTo>
                  <a:lnTo>
                    <a:pt x="4009588" y="2393983"/>
                  </a:lnTo>
                  <a:lnTo>
                    <a:pt x="4009775" y="2394285"/>
                  </a:lnTo>
                  <a:lnTo>
                    <a:pt x="4009962" y="2394349"/>
                  </a:lnTo>
                  <a:lnTo>
                    <a:pt x="4010149" y="2394232"/>
                  </a:lnTo>
                  <a:lnTo>
                    <a:pt x="4010336" y="2394203"/>
                  </a:lnTo>
                  <a:lnTo>
                    <a:pt x="4010523" y="2394583"/>
                  </a:lnTo>
                  <a:lnTo>
                    <a:pt x="4010710" y="2395188"/>
                  </a:lnTo>
                  <a:lnTo>
                    <a:pt x="4010897" y="2396136"/>
                  </a:lnTo>
                  <a:lnTo>
                    <a:pt x="4011084" y="2397403"/>
                  </a:lnTo>
                  <a:lnTo>
                    <a:pt x="4011271" y="2398543"/>
                  </a:lnTo>
                  <a:lnTo>
                    <a:pt x="4011458" y="2399580"/>
                  </a:lnTo>
                  <a:lnTo>
                    <a:pt x="4011644" y="2399923"/>
                  </a:lnTo>
                  <a:lnTo>
                    <a:pt x="4011831" y="2399914"/>
                  </a:lnTo>
                  <a:lnTo>
                    <a:pt x="4012018" y="2399659"/>
                  </a:lnTo>
                  <a:lnTo>
                    <a:pt x="4012205" y="2399465"/>
                  </a:lnTo>
                  <a:lnTo>
                    <a:pt x="4012392" y="2399078"/>
                  </a:lnTo>
                  <a:lnTo>
                    <a:pt x="4012579" y="2399010"/>
                  </a:lnTo>
                  <a:lnTo>
                    <a:pt x="4012766" y="2398827"/>
                  </a:lnTo>
                  <a:lnTo>
                    <a:pt x="4012953" y="2398152"/>
                  </a:lnTo>
                  <a:lnTo>
                    <a:pt x="4013140" y="2397123"/>
                  </a:lnTo>
                  <a:lnTo>
                    <a:pt x="4013327" y="2395809"/>
                  </a:lnTo>
                  <a:lnTo>
                    <a:pt x="4013514" y="2394026"/>
                  </a:lnTo>
                  <a:lnTo>
                    <a:pt x="4013701" y="2391966"/>
                  </a:lnTo>
                  <a:lnTo>
                    <a:pt x="4013887" y="2388940"/>
                  </a:lnTo>
                  <a:lnTo>
                    <a:pt x="4014074" y="2385685"/>
                  </a:lnTo>
                  <a:lnTo>
                    <a:pt x="4014261" y="2382004"/>
                  </a:lnTo>
                  <a:lnTo>
                    <a:pt x="4014448" y="2377537"/>
                  </a:lnTo>
                  <a:lnTo>
                    <a:pt x="4014635" y="2372781"/>
                  </a:lnTo>
                  <a:lnTo>
                    <a:pt x="4014822" y="2367549"/>
                  </a:lnTo>
                  <a:lnTo>
                    <a:pt x="4015009" y="2361942"/>
                  </a:lnTo>
                  <a:lnTo>
                    <a:pt x="4015196" y="2355699"/>
                  </a:lnTo>
                  <a:lnTo>
                    <a:pt x="4015383" y="2348696"/>
                  </a:lnTo>
                  <a:lnTo>
                    <a:pt x="4015570" y="2341412"/>
                  </a:lnTo>
                  <a:lnTo>
                    <a:pt x="4015757" y="2334279"/>
                  </a:lnTo>
                  <a:lnTo>
                    <a:pt x="4015944" y="2328051"/>
                  </a:lnTo>
                  <a:lnTo>
                    <a:pt x="4016131" y="2322061"/>
                  </a:lnTo>
                  <a:lnTo>
                    <a:pt x="4016317" y="2316359"/>
                  </a:lnTo>
                  <a:lnTo>
                    <a:pt x="4016504" y="2310810"/>
                  </a:lnTo>
                  <a:lnTo>
                    <a:pt x="4016691" y="2305519"/>
                  </a:lnTo>
                  <a:lnTo>
                    <a:pt x="4016878" y="2300324"/>
                  </a:lnTo>
                  <a:lnTo>
                    <a:pt x="4017065" y="2296010"/>
                  </a:lnTo>
                  <a:lnTo>
                    <a:pt x="4017252" y="2292285"/>
                  </a:lnTo>
                  <a:lnTo>
                    <a:pt x="4017439" y="2289087"/>
                  </a:lnTo>
                  <a:lnTo>
                    <a:pt x="4017626" y="2286474"/>
                  </a:lnTo>
                  <a:lnTo>
                    <a:pt x="4017813" y="2284091"/>
                  </a:lnTo>
                  <a:lnTo>
                    <a:pt x="4018000" y="2282416"/>
                  </a:lnTo>
                  <a:lnTo>
                    <a:pt x="4018187" y="2281098"/>
                  </a:lnTo>
                  <a:lnTo>
                    <a:pt x="4018374" y="2280181"/>
                  </a:lnTo>
                  <a:lnTo>
                    <a:pt x="4018560" y="2279265"/>
                  </a:lnTo>
                  <a:lnTo>
                    <a:pt x="4018747" y="2276749"/>
                  </a:lnTo>
                  <a:lnTo>
                    <a:pt x="4018934" y="2274807"/>
                  </a:lnTo>
                  <a:lnTo>
                    <a:pt x="4019121" y="2272649"/>
                  </a:lnTo>
                  <a:lnTo>
                    <a:pt x="4019308" y="2270527"/>
                  </a:lnTo>
                  <a:lnTo>
                    <a:pt x="4019495" y="2268456"/>
                  </a:lnTo>
                  <a:lnTo>
                    <a:pt x="4019682" y="2266433"/>
                  </a:lnTo>
                  <a:lnTo>
                    <a:pt x="4019869" y="2263814"/>
                  </a:lnTo>
                  <a:lnTo>
                    <a:pt x="4020056" y="2260893"/>
                  </a:lnTo>
                  <a:lnTo>
                    <a:pt x="4020243" y="2257777"/>
                  </a:lnTo>
                  <a:lnTo>
                    <a:pt x="4020430" y="2254588"/>
                  </a:lnTo>
                  <a:lnTo>
                    <a:pt x="4020617" y="2251503"/>
                  </a:lnTo>
                  <a:lnTo>
                    <a:pt x="4020804" y="2248354"/>
                  </a:lnTo>
                  <a:lnTo>
                    <a:pt x="4020990" y="2245123"/>
                  </a:lnTo>
                  <a:lnTo>
                    <a:pt x="4021177" y="2241692"/>
                  </a:lnTo>
                  <a:lnTo>
                    <a:pt x="4021364" y="2238739"/>
                  </a:lnTo>
                  <a:lnTo>
                    <a:pt x="4021551" y="2236097"/>
                  </a:lnTo>
                  <a:lnTo>
                    <a:pt x="4021738" y="2232978"/>
                  </a:lnTo>
                  <a:lnTo>
                    <a:pt x="4021925" y="2230410"/>
                  </a:lnTo>
                  <a:lnTo>
                    <a:pt x="4022112" y="2228488"/>
                  </a:lnTo>
                  <a:lnTo>
                    <a:pt x="4022299" y="2226775"/>
                  </a:lnTo>
                  <a:lnTo>
                    <a:pt x="4022486" y="2225359"/>
                  </a:lnTo>
                  <a:lnTo>
                    <a:pt x="4022673" y="2224617"/>
                  </a:lnTo>
                  <a:lnTo>
                    <a:pt x="4022860" y="2224612"/>
                  </a:lnTo>
                  <a:lnTo>
                    <a:pt x="4023047" y="2224825"/>
                  </a:lnTo>
                  <a:lnTo>
                    <a:pt x="4023234" y="2225356"/>
                  </a:lnTo>
                  <a:lnTo>
                    <a:pt x="4023420" y="2226201"/>
                  </a:lnTo>
                  <a:lnTo>
                    <a:pt x="4023607" y="2227307"/>
                  </a:lnTo>
                  <a:lnTo>
                    <a:pt x="4023794" y="2228290"/>
                  </a:lnTo>
                  <a:lnTo>
                    <a:pt x="4023981" y="2229273"/>
                  </a:lnTo>
                  <a:lnTo>
                    <a:pt x="4024168" y="2230011"/>
                  </a:lnTo>
                  <a:lnTo>
                    <a:pt x="4024355" y="2231080"/>
                  </a:lnTo>
                  <a:lnTo>
                    <a:pt x="4024542" y="2232160"/>
                  </a:lnTo>
                  <a:lnTo>
                    <a:pt x="4024729" y="2233081"/>
                  </a:lnTo>
                  <a:lnTo>
                    <a:pt x="4024916" y="2233931"/>
                  </a:lnTo>
                  <a:lnTo>
                    <a:pt x="4025103" y="2234582"/>
                  </a:lnTo>
                  <a:lnTo>
                    <a:pt x="4025290" y="2234863"/>
                  </a:lnTo>
                  <a:lnTo>
                    <a:pt x="4025477" y="2234969"/>
                  </a:lnTo>
                  <a:lnTo>
                    <a:pt x="4025663" y="2235083"/>
                  </a:lnTo>
                  <a:lnTo>
                    <a:pt x="4025850" y="2235004"/>
                  </a:lnTo>
                  <a:lnTo>
                    <a:pt x="4026037" y="2234819"/>
                  </a:lnTo>
                  <a:lnTo>
                    <a:pt x="4026224" y="2234423"/>
                  </a:lnTo>
                  <a:lnTo>
                    <a:pt x="4026411" y="2234195"/>
                  </a:lnTo>
                  <a:lnTo>
                    <a:pt x="4026598" y="2234080"/>
                  </a:lnTo>
                  <a:lnTo>
                    <a:pt x="4026785" y="2234203"/>
                  </a:lnTo>
                  <a:lnTo>
                    <a:pt x="4026972" y="2234494"/>
                  </a:lnTo>
                  <a:lnTo>
                    <a:pt x="4027159" y="2234837"/>
                  </a:lnTo>
                  <a:lnTo>
                    <a:pt x="4027346" y="2234948"/>
                  </a:lnTo>
                  <a:lnTo>
                    <a:pt x="4027533" y="2235040"/>
                  </a:lnTo>
                  <a:lnTo>
                    <a:pt x="4027720" y="2235093"/>
                  </a:lnTo>
                  <a:lnTo>
                    <a:pt x="4027907" y="2235806"/>
                  </a:lnTo>
                  <a:lnTo>
                    <a:pt x="4028093" y="2237201"/>
                  </a:lnTo>
                  <a:lnTo>
                    <a:pt x="4028280" y="2238869"/>
                  </a:lnTo>
                  <a:lnTo>
                    <a:pt x="4028467" y="2240782"/>
                  </a:lnTo>
                  <a:lnTo>
                    <a:pt x="4028654" y="2243502"/>
                  </a:lnTo>
                  <a:lnTo>
                    <a:pt x="4028841" y="2246242"/>
                  </a:lnTo>
                  <a:lnTo>
                    <a:pt x="4029028" y="2249205"/>
                  </a:lnTo>
                  <a:lnTo>
                    <a:pt x="4029215" y="2252406"/>
                  </a:lnTo>
                  <a:lnTo>
                    <a:pt x="4029402" y="2255711"/>
                  </a:lnTo>
                  <a:lnTo>
                    <a:pt x="4029589" y="2258930"/>
                  </a:lnTo>
                  <a:lnTo>
                    <a:pt x="4029776" y="2262199"/>
                  </a:lnTo>
                  <a:lnTo>
                    <a:pt x="4029963" y="2265304"/>
                  </a:lnTo>
                  <a:lnTo>
                    <a:pt x="4030150" y="2268000"/>
                  </a:lnTo>
                  <a:lnTo>
                    <a:pt x="4030337" y="2270771"/>
                  </a:lnTo>
                  <a:lnTo>
                    <a:pt x="4030523" y="2273353"/>
                  </a:lnTo>
                  <a:lnTo>
                    <a:pt x="4030710" y="2276203"/>
                  </a:lnTo>
                  <a:lnTo>
                    <a:pt x="4030897" y="2278279"/>
                  </a:lnTo>
                  <a:lnTo>
                    <a:pt x="4031084" y="2279739"/>
                  </a:lnTo>
                  <a:lnTo>
                    <a:pt x="4031271" y="2280566"/>
                  </a:lnTo>
                  <a:lnTo>
                    <a:pt x="4031458" y="2280777"/>
                  </a:lnTo>
                  <a:lnTo>
                    <a:pt x="4031645" y="2280856"/>
                  </a:lnTo>
                  <a:lnTo>
                    <a:pt x="4031832" y="2280020"/>
                  </a:lnTo>
                  <a:lnTo>
                    <a:pt x="4032019" y="2278358"/>
                  </a:lnTo>
                  <a:lnTo>
                    <a:pt x="4032206" y="2275684"/>
                  </a:lnTo>
                  <a:lnTo>
                    <a:pt x="4032393" y="2272351"/>
                  </a:lnTo>
                  <a:lnTo>
                    <a:pt x="4032580" y="2268604"/>
                  </a:lnTo>
                  <a:lnTo>
                    <a:pt x="4032766" y="2264206"/>
                  </a:lnTo>
                  <a:lnTo>
                    <a:pt x="4032953" y="2260790"/>
                  </a:lnTo>
                  <a:lnTo>
                    <a:pt x="4033140" y="2258060"/>
                  </a:lnTo>
                  <a:lnTo>
                    <a:pt x="4033327" y="2255945"/>
                  </a:lnTo>
                  <a:lnTo>
                    <a:pt x="4033514" y="2254320"/>
                  </a:lnTo>
                  <a:lnTo>
                    <a:pt x="4033701" y="2252923"/>
                  </a:lnTo>
                  <a:lnTo>
                    <a:pt x="4033888" y="2251587"/>
                  </a:lnTo>
                  <a:lnTo>
                    <a:pt x="4034075" y="2250335"/>
                  </a:lnTo>
                  <a:lnTo>
                    <a:pt x="4034262" y="2248766"/>
                  </a:lnTo>
                  <a:lnTo>
                    <a:pt x="4034449" y="2246855"/>
                  </a:lnTo>
                  <a:lnTo>
                    <a:pt x="4034636" y="2244994"/>
                  </a:lnTo>
                  <a:lnTo>
                    <a:pt x="4034823" y="2243731"/>
                  </a:lnTo>
                  <a:lnTo>
                    <a:pt x="4035010" y="2242623"/>
                  </a:lnTo>
                  <a:lnTo>
                    <a:pt x="4035196" y="2241640"/>
                  </a:lnTo>
                  <a:lnTo>
                    <a:pt x="4035383" y="2240874"/>
                  </a:lnTo>
                  <a:lnTo>
                    <a:pt x="4035570" y="2240417"/>
                  </a:lnTo>
                  <a:lnTo>
                    <a:pt x="4035757" y="2240228"/>
                  </a:lnTo>
                  <a:lnTo>
                    <a:pt x="4035944" y="2239553"/>
                  </a:lnTo>
                  <a:lnTo>
                    <a:pt x="4036131" y="2238854"/>
                  </a:lnTo>
                  <a:lnTo>
                    <a:pt x="4036318" y="2237915"/>
                  </a:lnTo>
                  <a:lnTo>
                    <a:pt x="4036505" y="2236821"/>
                  </a:lnTo>
                  <a:lnTo>
                    <a:pt x="4036692" y="2235283"/>
                  </a:lnTo>
                  <a:lnTo>
                    <a:pt x="4036879" y="2233898"/>
                  </a:lnTo>
                  <a:lnTo>
                    <a:pt x="4037066" y="2233035"/>
                  </a:lnTo>
                  <a:lnTo>
                    <a:pt x="4037253" y="2232436"/>
                  </a:lnTo>
                  <a:lnTo>
                    <a:pt x="4037439" y="2231863"/>
                  </a:lnTo>
                  <a:lnTo>
                    <a:pt x="4037626" y="2231398"/>
                  </a:lnTo>
                  <a:lnTo>
                    <a:pt x="4037813" y="2230869"/>
                  </a:lnTo>
                  <a:lnTo>
                    <a:pt x="4038000" y="2230934"/>
                  </a:lnTo>
                  <a:lnTo>
                    <a:pt x="4038187" y="2231149"/>
                  </a:lnTo>
                  <a:lnTo>
                    <a:pt x="4038374" y="2231192"/>
                  </a:lnTo>
                  <a:lnTo>
                    <a:pt x="4038561" y="2231249"/>
                  </a:lnTo>
                  <a:lnTo>
                    <a:pt x="4038748" y="2231180"/>
                  </a:lnTo>
                  <a:lnTo>
                    <a:pt x="4038935" y="2230510"/>
                  </a:lnTo>
                  <a:lnTo>
                    <a:pt x="4039122" y="2229320"/>
                  </a:lnTo>
                  <a:lnTo>
                    <a:pt x="4039309" y="2227707"/>
                  </a:lnTo>
                  <a:lnTo>
                    <a:pt x="4039496" y="2225926"/>
                  </a:lnTo>
                  <a:lnTo>
                    <a:pt x="4039683" y="2224284"/>
                  </a:lnTo>
                  <a:lnTo>
                    <a:pt x="4039869" y="2222779"/>
                  </a:lnTo>
                  <a:lnTo>
                    <a:pt x="4040056" y="2221311"/>
                  </a:lnTo>
                  <a:lnTo>
                    <a:pt x="4040243" y="2219850"/>
                  </a:lnTo>
                  <a:lnTo>
                    <a:pt x="4040430" y="2217727"/>
                  </a:lnTo>
                  <a:lnTo>
                    <a:pt x="4040617" y="2215061"/>
                  </a:lnTo>
                  <a:lnTo>
                    <a:pt x="4040804" y="2213026"/>
                  </a:lnTo>
                  <a:lnTo>
                    <a:pt x="4040991" y="2210510"/>
                  </a:lnTo>
                  <a:lnTo>
                    <a:pt x="4041178" y="2207723"/>
                  </a:lnTo>
                  <a:lnTo>
                    <a:pt x="4041365" y="2204625"/>
                  </a:lnTo>
                  <a:lnTo>
                    <a:pt x="4041552" y="2201461"/>
                  </a:lnTo>
                  <a:lnTo>
                    <a:pt x="4041739" y="2198632"/>
                  </a:lnTo>
                  <a:lnTo>
                    <a:pt x="4041926" y="2195933"/>
                  </a:lnTo>
                  <a:lnTo>
                    <a:pt x="4042113" y="2193595"/>
                  </a:lnTo>
                  <a:lnTo>
                    <a:pt x="4042299" y="2192108"/>
                  </a:lnTo>
                  <a:lnTo>
                    <a:pt x="4042486" y="2191430"/>
                  </a:lnTo>
                  <a:lnTo>
                    <a:pt x="4042673" y="2191310"/>
                  </a:lnTo>
                  <a:lnTo>
                    <a:pt x="4042860" y="2192490"/>
                  </a:lnTo>
                  <a:lnTo>
                    <a:pt x="4043047" y="2194233"/>
                  </a:lnTo>
                  <a:lnTo>
                    <a:pt x="4043234" y="2195894"/>
                  </a:lnTo>
                  <a:lnTo>
                    <a:pt x="4043421" y="2197410"/>
                  </a:lnTo>
                  <a:lnTo>
                    <a:pt x="4043608" y="2198619"/>
                  </a:lnTo>
                  <a:lnTo>
                    <a:pt x="4043795" y="2200210"/>
                  </a:lnTo>
                  <a:lnTo>
                    <a:pt x="4043982" y="2201672"/>
                  </a:lnTo>
                  <a:lnTo>
                    <a:pt x="4044169" y="2203410"/>
                  </a:lnTo>
                  <a:lnTo>
                    <a:pt x="4044356" y="2205254"/>
                  </a:lnTo>
                  <a:lnTo>
                    <a:pt x="4044542" y="2206602"/>
                  </a:lnTo>
                  <a:lnTo>
                    <a:pt x="4044729" y="2208175"/>
                  </a:lnTo>
                  <a:lnTo>
                    <a:pt x="4044916" y="2209925"/>
                  </a:lnTo>
                  <a:lnTo>
                    <a:pt x="4045103" y="2211434"/>
                  </a:lnTo>
                  <a:lnTo>
                    <a:pt x="4045290" y="2212659"/>
                  </a:lnTo>
                  <a:lnTo>
                    <a:pt x="4045477" y="2213374"/>
                  </a:lnTo>
                  <a:lnTo>
                    <a:pt x="4045664" y="2212898"/>
                  </a:lnTo>
                  <a:lnTo>
                    <a:pt x="4045851" y="2211646"/>
                  </a:lnTo>
                  <a:lnTo>
                    <a:pt x="4046038" y="2210387"/>
                  </a:lnTo>
                  <a:lnTo>
                    <a:pt x="4046225" y="2209520"/>
                  </a:lnTo>
                  <a:lnTo>
                    <a:pt x="4046412" y="2208826"/>
                  </a:lnTo>
                  <a:lnTo>
                    <a:pt x="4046599" y="2208046"/>
                  </a:lnTo>
                  <a:lnTo>
                    <a:pt x="4046786" y="2207186"/>
                  </a:lnTo>
                  <a:lnTo>
                    <a:pt x="4046972" y="2206021"/>
                  </a:lnTo>
                  <a:lnTo>
                    <a:pt x="4047159" y="2204791"/>
                  </a:lnTo>
                  <a:lnTo>
                    <a:pt x="4047346" y="2203201"/>
                  </a:lnTo>
                  <a:lnTo>
                    <a:pt x="4047533" y="2201126"/>
                  </a:lnTo>
                  <a:lnTo>
                    <a:pt x="4047720" y="2198590"/>
                  </a:lnTo>
                  <a:lnTo>
                    <a:pt x="4047907" y="2195322"/>
                  </a:lnTo>
                  <a:lnTo>
                    <a:pt x="4048094" y="2191787"/>
                  </a:lnTo>
                  <a:lnTo>
                    <a:pt x="4048281" y="2188192"/>
                  </a:lnTo>
                  <a:lnTo>
                    <a:pt x="4048468" y="2185169"/>
                  </a:lnTo>
                  <a:lnTo>
                    <a:pt x="4048655" y="2182058"/>
                  </a:lnTo>
                  <a:lnTo>
                    <a:pt x="4048842" y="2179156"/>
                  </a:lnTo>
                  <a:lnTo>
                    <a:pt x="4049029" y="2176937"/>
                  </a:lnTo>
                  <a:lnTo>
                    <a:pt x="4049216" y="2175229"/>
                  </a:lnTo>
                  <a:lnTo>
                    <a:pt x="4049402" y="2173410"/>
                  </a:lnTo>
                  <a:lnTo>
                    <a:pt x="4049589" y="2170613"/>
                  </a:lnTo>
                  <a:lnTo>
                    <a:pt x="4049776" y="2168221"/>
                  </a:lnTo>
                  <a:lnTo>
                    <a:pt x="4049963" y="2165237"/>
                  </a:lnTo>
                  <a:lnTo>
                    <a:pt x="4050150" y="2162411"/>
                  </a:lnTo>
                  <a:lnTo>
                    <a:pt x="4050337" y="2160483"/>
                  </a:lnTo>
                  <a:lnTo>
                    <a:pt x="4050524" y="2159138"/>
                  </a:lnTo>
                  <a:lnTo>
                    <a:pt x="4050711" y="2158033"/>
                  </a:lnTo>
                  <a:lnTo>
                    <a:pt x="4050898" y="2157230"/>
                  </a:lnTo>
                  <a:lnTo>
                    <a:pt x="4051085" y="2156175"/>
                  </a:lnTo>
                  <a:lnTo>
                    <a:pt x="4051272" y="2154725"/>
                  </a:lnTo>
                  <a:lnTo>
                    <a:pt x="4051459" y="2152531"/>
                  </a:lnTo>
                  <a:lnTo>
                    <a:pt x="4051645" y="2150154"/>
                  </a:lnTo>
                  <a:lnTo>
                    <a:pt x="4051832" y="2148967"/>
                  </a:lnTo>
                  <a:lnTo>
                    <a:pt x="4052019" y="2148513"/>
                  </a:lnTo>
                  <a:lnTo>
                    <a:pt x="4052206" y="2148572"/>
                  </a:lnTo>
                  <a:lnTo>
                    <a:pt x="4052393" y="2149026"/>
                  </a:lnTo>
                  <a:lnTo>
                    <a:pt x="4052580" y="2149182"/>
                  </a:lnTo>
                  <a:lnTo>
                    <a:pt x="4052767" y="2149782"/>
                  </a:lnTo>
                  <a:lnTo>
                    <a:pt x="4052954" y="2150595"/>
                  </a:lnTo>
                  <a:lnTo>
                    <a:pt x="4053141" y="2151185"/>
                  </a:lnTo>
                  <a:lnTo>
                    <a:pt x="4053328" y="2150651"/>
                  </a:lnTo>
                  <a:lnTo>
                    <a:pt x="4053515" y="2150341"/>
                  </a:lnTo>
                  <a:lnTo>
                    <a:pt x="4053702" y="2149882"/>
                  </a:lnTo>
                  <a:lnTo>
                    <a:pt x="4053889" y="2149969"/>
                  </a:lnTo>
                  <a:lnTo>
                    <a:pt x="4054075" y="2149621"/>
                  </a:lnTo>
                  <a:lnTo>
                    <a:pt x="4054262" y="2149653"/>
                  </a:lnTo>
                  <a:lnTo>
                    <a:pt x="4054449" y="2149422"/>
                  </a:lnTo>
                  <a:lnTo>
                    <a:pt x="4054636" y="2148354"/>
                  </a:lnTo>
                  <a:lnTo>
                    <a:pt x="4054823" y="2146636"/>
                  </a:lnTo>
                  <a:lnTo>
                    <a:pt x="4055010" y="2144781"/>
                  </a:lnTo>
                  <a:lnTo>
                    <a:pt x="4055197" y="2143237"/>
                  </a:lnTo>
                  <a:lnTo>
                    <a:pt x="4055384" y="2142061"/>
                  </a:lnTo>
                  <a:lnTo>
                    <a:pt x="4055571" y="2140877"/>
                  </a:lnTo>
                  <a:lnTo>
                    <a:pt x="4055758" y="2139757"/>
                  </a:lnTo>
                  <a:lnTo>
                    <a:pt x="4055945" y="2139092"/>
                  </a:lnTo>
                  <a:lnTo>
                    <a:pt x="4056132" y="2140554"/>
                  </a:lnTo>
                  <a:lnTo>
                    <a:pt x="4056318" y="2141436"/>
                  </a:lnTo>
                  <a:lnTo>
                    <a:pt x="4056505" y="2142468"/>
                  </a:lnTo>
                  <a:lnTo>
                    <a:pt x="4056692" y="2143824"/>
                  </a:lnTo>
                  <a:lnTo>
                    <a:pt x="4056879" y="2145805"/>
                  </a:lnTo>
                  <a:lnTo>
                    <a:pt x="4057066" y="2147900"/>
                  </a:lnTo>
                  <a:lnTo>
                    <a:pt x="4057253" y="2150179"/>
                  </a:lnTo>
                  <a:lnTo>
                    <a:pt x="4057440" y="2152917"/>
                  </a:lnTo>
                  <a:lnTo>
                    <a:pt x="4057627" y="2155451"/>
                  </a:lnTo>
                  <a:lnTo>
                    <a:pt x="4057814" y="2157398"/>
                  </a:lnTo>
                  <a:lnTo>
                    <a:pt x="4058001" y="2158277"/>
                  </a:lnTo>
                  <a:lnTo>
                    <a:pt x="4058188" y="2158758"/>
                  </a:lnTo>
                  <a:lnTo>
                    <a:pt x="4058375" y="2158968"/>
                  </a:lnTo>
                  <a:lnTo>
                    <a:pt x="4058562" y="2158819"/>
                  </a:lnTo>
                  <a:lnTo>
                    <a:pt x="4058748" y="2157981"/>
                  </a:lnTo>
                  <a:lnTo>
                    <a:pt x="4058935" y="2156973"/>
                  </a:lnTo>
                  <a:lnTo>
                    <a:pt x="4059122" y="2156042"/>
                  </a:lnTo>
                  <a:lnTo>
                    <a:pt x="4059309" y="2154382"/>
                  </a:lnTo>
                  <a:lnTo>
                    <a:pt x="4059496" y="2152273"/>
                  </a:lnTo>
                  <a:lnTo>
                    <a:pt x="4059683" y="2150403"/>
                  </a:lnTo>
                  <a:lnTo>
                    <a:pt x="4059870" y="2148107"/>
                  </a:lnTo>
                  <a:lnTo>
                    <a:pt x="4060057" y="2144591"/>
                  </a:lnTo>
                  <a:lnTo>
                    <a:pt x="4060244" y="2140377"/>
                  </a:lnTo>
                  <a:lnTo>
                    <a:pt x="4060431" y="2135423"/>
                  </a:lnTo>
                  <a:lnTo>
                    <a:pt x="4060618" y="2130054"/>
                  </a:lnTo>
                  <a:lnTo>
                    <a:pt x="4060805" y="2124664"/>
                  </a:lnTo>
                  <a:lnTo>
                    <a:pt x="4060992" y="2118958"/>
                  </a:lnTo>
                  <a:lnTo>
                    <a:pt x="4061178" y="2113096"/>
                  </a:lnTo>
                  <a:lnTo>
                    <a:pt x="4061365" y="2107090"/>
                  </a:lnTo>
                  <a:lnTo>
                    <a:pt x="4061552" y="2100954"/>
                  </a:lnTo>
                  <a:lnTo>
                    <a:pt x="4061739" y="2094033"/>
                  </a:lnTo>
                  <a:lnTo>
                    <a:pt x="4061926" y="2086481"/>
                  </a:lnTo>
                  <a:lnTo>
                    <a:pt x="4062113" y="2078470"/>
                  </a:lnTo>
                  <a:lnTo>
                    <a:pt x="4062300" y="2070182"/>
                  </a:lnTo>
                  <a:lnTo>
                    <a:pt x="4062487" y="2062228"/>
                  </a:lnTo>
                  <a:lnTo>
                    <a:pt x="4062674" y="2054608"/>
                  </a:lnTo>
                  <a:lnTo>
                    <a:pt x="4062861" y="2047502"/>
                  </a:lnTo>
                  <a:lnTo>
                    <a:pt x="4063048" y="2040786"/>
                  </a:lnTo>
                  <a:lnTo>
                    <a:pt x="4063235" y="2034366"/>
                  </a:lnTo>
                  <a:lnTo>
                    <a:pt x="4063421" y="2028414"/>
                  </a:lnTo>
                  <a:lnTo>
                    <a:pt x="4063608" y="2022672"/>
                  </a:lnTo>
                  <a:lnTo>
                    <a:pt x="4063795" y="2017687"/>
                  </a:lnTo>
                  <a:lnTo>
                    <a:pt x="4063982" y="2012983"/>
                  </a:lnTo>
                  <a:lnTo>
                    <a:pt x="4064169" y="2007767"/>
                  </a:lnTo>
                  <a:lnTo>
                    <a:pt x="4064356" y="2002683"/>
                  </a:lnTo>
                  <a:lnTo>
                    <a:pt x="4064543" y="1997632"/>
                  </a:lnTo>
                  <a:lnTo>
                    <a:pt x="4064730" y="1993181"/>
                  </a:lnTo>
                  <a:lnTo>
                    <a:pt x="4064917" y="1989211"/>
                  </a:lnTo>
                  <a:lnTo>
                    <a:pt x="4065104" y="1986069"/>
                  </a:lnTo>
                  <a:lnTo>
                    <a:pt x="4065291" y="1982002"/>
                  </a:lnTo>
                  <a:lnTo>
                    <a:pt x="4065478" y="1977631"/>
                  </a:lnTo>
                  <a:lnTo>
                    <a:pt x="4065665" y="1972708"/>
                  </a:lnTo>
                  <a:lnTo>
                    <a:pt x="4065851" y="1967728"/>
                  </a:lnTo>
                  <a:lnTo>
                    <a:pt x="4066038" y="1961927"/>
                  </a:lnTo>
                  <a:lnTo>
                    <a:pt x="4066225" y="1955571"/>
                  </a:lnTo>
                  <a:lnTo>
                    <a:pt x="4066412" y="1949796"/>
                  </a:lnTo>
                  <a:lnTo>
                    <a:pt x="4066599" y="1941947"/>
                  </a:lnTo>
                  <a:lnTo>
                    <a:pt x="4066786" y="1934379"/>
                  </a:lnTo>
                  <a:lnTo>
                    <a:pt x="4066973" y="1927337"/>
                  </a:lnTo>
                  <a:lnTo>
                    <a:pt x="4067160" y="1919846"/>
                  </a:lnTo>
                  <a:lnTo>
                    <a:pt x="4067347" y="1912901"/>
                  </a:lnTo>
                  <a:lnTo>
                    <a:pt x="4067534" y="1906679"/>
                  </a:lnTo>
                  <a:lnTo>
                    <a:pt x="4067721" y="1899856"/>
                  </a:lnTo>
                  <a:lnTo>
                    <a:pt x="4067908" y="1893059"/>
                  </a:lnTo>
                  <a:lnTo>
                    <a:pt x="4068095" y="1886619"/>
                  </a:lnTo>
                  <a:lnTo>
                    <a:pt x="4068281" y="1880846"/>
                  </a:lnTo>
                  <a:lnTo>
                    <a:pt x="4068468" y="1875702"/>
                  </a:lnTo>
                  <a:lnTo>
                    <a:pt x="4068655" y="1870915"/>
                  </a:lnTo>
                  <a:lnTo>
                    <a:pt x="4068842" y="1867605"/>
                  </a:lnTo>
                  <a:lnTo>
                    <a:pt x="4069029" y="1864607"/>
                  </a:lnTo>
                  <a:lnTo>
                    <a:pt x="4069216" y="1862265"/>
                  </a:lnTo>
                  <a:lnTo>
                    <a:pt x="4069403" y="1860590"/>
                  </a:lnTo>
                  <a:lnTo>
                    <a:pt x="4069590" y="1859887"/>
                  </a:lnTo>
                  <a:lnTo>
                    <a:pt x="4069777" y="1859561"/>
                  </a:lnTo>
                  <a:lnTo>
                    <a:pt x="4069964" y="1858847"/>
                  </a:lnTo>
                  <a:lnTo>
                    <a:pt x="4070151" y="1858135"/>
                  </a:lnTo>
                  <a:lnTo>
                    <a:pt x="4070338" y="1856058"/>
                  </a:lnTo>
                  <a:lnTo>
                    <a:pt x="4070524" y="1853518"/>
                  </a:lnTo>
                  <a:lnTo>
                    <a:pt x="4070711" y="1850349"/>
                  </a:lnTo>
                  <a:lnTo>
                    <a:pt x="4070898" y="1846287"/>
                  </a:lnTo>
                  <a:lnTo>
                    <a:pt x="4071085" y="1841683"/>
                  </a:lnTo>
                  <a:lnTo>
                    <a:pt x="4071272" y="1836887"/>
                  </a:lnTo>
                  <a:lnTo>
                    <a:pt x="4071459" y="1832099"/>
                  </a:lnTo>
                  <a:lnTo>
                    <a:pt x="4071646" y="1827220"/>
                  </a:lnTo>
                  <a:lnTo>
                    <a:pt x="4071833" y="1821794"/>
                  </a:lnTo>
                  <a:lnTo>
                    <a:pt x="4072020" y="1816878"/>
                  </a:lnTo>
                  <a:lnTo>
                    <a:pt x="4072207" y="1811887"/>
                  </a:lnTo>
                  <a:lnTo>
                    <a:pt x="4072394" y="1807482"/>
                  </a:lnTo>
                  <a:lnTo>
                    <a:pt x="4072581" y="1803648"/>
                  </a:lnTo>
                  <a:lnTo>
                    <a:pt x="4072768" y="1801064"/>
                  </a:lnTo>
                  <a:lnTo>
                    <a:pt x="4072954" y="1798867"/>
                  </a:lnTo>
                  <a:lnTo>
                    <a:pt x="4073141" y="1796804"/>
                  </a:lnTo>
                  <a:lnTo>
                    <a:pt x="4073328" y="1795467"/>
                  </a:lnTo>
                  <a:lnTo>
                    <a:pt x="4073515" y="1793519"/>
                  </a:lnTo>
                  <a:lnTo>
                    <a:pt x="4073702" y="1792496"/>
                  </a:lnTo>
                  <a:lnTo>
                    <a:pt x="4073889" y="1792358"/>
                  </a:lnTo>
                  <a:lnTo>
                    <a:pt x="4074076" y="1792893"/>
                  </a:lnTo>
                  <a:lnTo>
                    <a:pt x="4074263" y="1793478"/>
                  </a:lnTo>
                  <a:lnTo>
                    <a:pt x="4074450" y="1793954"/>
                  </a:lnTo>
                  <a:lnTo>
                    <a:pt x="4074637" y="1794421"/>
                  </a:lnTo>
                  <a:lnTo>
                    <a:pt x="4074824" y="1794338"/>
                  </a:lnTo>
                  <a:lnTo>
                    <a:pt x="4075011" y="1793892"/>
                  </a:lnTo>
                  <a:lnTo>
                    <a:pt x="4075197" y="1793443"/>
                  </a:lnTo>
                  <a:lnTo>
                    <a:pt x="4075384" y="1792441"/>
                  </a:lnTo>
                  <a:lnTo>
                    <a:pt x="4075571" y="1791183"/>
                  </a:lnTo>
                  <a:lnTo>
                    <a:pt x="4075758" y="1789969"/>
                  </a:lnTo>
                  <a:lnTo>
                    <a:pt x="4075945" y="1788931"/>
                  </a:lnTo>
                  <a:lnTo>
                    <a:pt x="4076132" y="1788183"/>
                  </a:lnTo>
                  <a:lnTo>
                    <a:pt x="4076319" y="1788175"/>
                  </a:lnTo>
                  <a:lnTo>
                    <a:pt x="4076506" y="1788738"/>
                  </a:lnTo>
                  <a:lnTo>
                    <a:pt x="4076693" y="1789652"/>
                  </a:lnTo>
                  <a:lnTo>
                    <a:pt x="4076880" y="1791081"/>
                  </a:lnTo>
                  <a:lnTo>
                    <a:pt x="4077067" y="1792533"/>
                  </a:lnTo>
                  <a:lnTo>
                    <a:pt x="4077254" y="1794082"/>
                  </a:lnTo>
                  <a:lnTo>
                    <a:pt x="4077441" y="1795608"/>
                  </a:lnTo>
                  <a:lnTo>
                    <a:pt x="4077627" y="1797497"/>
                  </a:lnTo>
                  <a:lnTo>
                    <a:pt x="4077814" y="1800133"/>
                  </a:lnTo>
                  <a:lnTo>
                    <a:pt x="4078001" y="1802948"/>
                  </a:lnTo>
                  <a:lnTo>
                    <a:pt x="4078188" y="1805464"/>
                  </a:lnTo>
                  <a:lnTo>
                    <a:pt x="4078375" y="1808320"/>
                  </a:lnTo>
                  <a:lnTo>
                    <a:pt x="4078562" y="1811474"/>
                  </a:lnTo>
                  <a:lnTo>
                    <a:pt x="4078749" y="1814656"/>
                  </a:lnTo>
                  <a:lnTo>
                    <a:pt x="4078936" y="1817875"/>
                  </a:lnTo>
                  <a:lnTo>
                    <a:pt x="4079123" y="1820617"/>
                  </a:lnTo>
                  <a:lnTo>
                    <a:pt x="4079310" y="1822790"/>
                  </a:lnTo>
                  <a:lnTo>
                    <a:pt x="4079497" y="1824341"/>
                  </a:lnTo>
                  <a:lnTo>
                    <a:pt x="4079684" y="1825189"/>
                  </a:lnTo>
                  <a:lnTo>
                    <a:pt x="4079871" y="1824904"/>
                  </a:lnTo>
                  <a:lnTo>
                    <a:pt x="4080057" y="1823816"/>
                  </a:lnTo>
                  <a:lnTo>
                    <a:pt x="4080244" y="1820930"/>
                  </a:lnTo>
                  <a:lnTo>
                    <a:pt x="4080431" y="1817260"/>
                  </a:lnTo>
                  <a:lnTo>
                    <a:pt x="4080618" y="1813550"/>
                  </a:lnTo>
                  <a:lnTo>
                    <a:pt x="4080805" y="1810608"/>
                  </a:lnTo>
                  <a:lnTo>
                    <a:pt x="4080992" y="1808494"/>
                  </a:lnTo>
                  <a:lnTo>
                    <a:pt x="4081179" y="1806446"/>
                  </a:lnTo>
                  <a:lnTo>
                    <a:pt x="4081366" y="1804183"/>
                  </a:lnTo>
                  <a:lnTo>
                    <a:pt x="4081553" y="1801964"/>
                  </a:lnTo>
                  <a:lnTo>
                    <a:pt x="4081740" y="1799792"/>
                  </a:lnTo>
                  <a:lnTo>
                    <a:pt x="4081927" y="1798091"/>
                  </a:lnTo>
                  <a:lnTo>
                    <a:pt x="4082114" y="1796326"/>
                  </a:lnTo>
                  <a:lnTo>
                    <a:pt x="4082300" y="1794651"/>
                  </a:lnTo>
                  <a:lnTo>
                    <a:pt x="4082487" y="1793569"/>
                  </a:lnTo>
                  <a:lnTo>
                    <a:pt x="4082674" y="1792261"/>
                  </a:lnTo>
                  <a:lnTo>
                    <a:pt x="4082861" y="1791585"/>
                  </a:lnTo>
                  <a:lnTo>
                    <a:pt x="4083048" y="1791597"/>
                  </a:lnTo>
                  <a:lnTo>
                    <a:pt x="4083235" y="1792179"/>
                  </a:lnTo>
                  <a:lnTo>
                    <a:pt x="4083422" y="1792473"/>
                  </a:lnTo>
                  <a:lnTo>
                    <a:pt x="4083609" y="1792015"/>
                  </a:lnTo>
                  <a:lnTo>
                    <a:pt x="4083796" y="1790786"/>
                  </a:lnTo>
                  <a:lnTo>
                    <a:pt x="4083983" y="1789111"/>
                  </a:lnTo>
                  <a:lnTo>
                    <a:pt x="4084170" y="1786699"/>
                  </a:lnTo>
                  <a:lnTo>
                    <a:pt x="4084357" y="1784184"/>
                  </a:lnTo>
                  <a:lnTo>
                    <a:pt x="4084544" y="1781180"/>
                  </a:lnTo>
                  <a:lnTo>
                    <a:pt x="4084730" y="1778172"/>
                  </a:lnTo>
                  <a:lnTo>
                    <a:pt x="4084917" y="1775621"/>
                  </a:lnTo>
                  <a:lnTo>
                    <a:pt x="4085104" y="1773163"/>
                  </a:lnTo>
                  <a:lnTo>
                    <a:pt x="4085291" y="1769914"/>
                  </a:lnTo>
                  <a:lnTo>
                    <a:pt x="4085478" y="1767091"/>
                  </a:lnTo>
                  <a:lnTo>
                    <a:pt x="4085665" y="1763602"/>
                  </a:lnTo>
                  <a:lnTo>
                    <a:pt x="4085852" y="1759079"/>
                  </a:lnTo>
                  <a:lnTo>
                    <a:pt x="4086039" y="1754909"/>
                  </a:lnTo>
                  <a:lnTo>
                    <a:pt x="4086226" y="1750503"/>
                  </a:lnTo>
                  <a:lnTo>
                    <a:pt x="4086413" y="1746600"/>
                  </a:lnTo>
                  <a:lnTo>
                    <a:pt x="4086600" y="1743119"/>
                  </a:lnTo>
                  <a:lnTo>
                    <a:pt x="4086787" y="1740373"/>
                  </a:lnTo>
                  <a:lnTo>
                    <a:pt x="4086973" y="1739836"/>
                  </a:lnTo>
                  <a:lnTo>
                    <a:pt x="4087160" y="1740557"/>
                  </a:lnTo>
                  <a:lnTo>
                    <a:pt x="4087347" y="1742167"/>
                  </a:lnTo>
                  <a:lnTo>
                    <a:pt x="4087534" y="1743847"/>
                  </a:lnTo>
                  <a:lnTo>
                    <a:pt x="4087721" y="1745518"/>
                  </a:lnTo>
                  <a:lnTo>
                    <a:pt x="4087908" y="1747348"/>
                  </a:lnTo>
                  <a:lnTo>
                    <a:pt x="4088095" y="1748913"/>
                  </a:lnTo>
                  <a:lnTo>
                    <a:pt x="4088282" y="1750127"/>
                  </a:lnTo>
                  <a:lnTo>
                    <a:pt x="4088469" y="1751470"/>
                  </a:lnTo>
                  <a:lnTo>
                    <a:pt x="4088656" y="1753430"/>
                  </a:lnTo>
                  <a:lnTo>
                    <a:pt x="4088843" y="1755843"/>
                  </a:lnTo>
                  <a:lnTo>
                    <a:pt x="4089030" y="1758486"/>
                  </a:lnTo>
                  <a:lnTo>
                    <a:pt x="4089217" y="1760612"/>
                  </a:lnTo>
                  <a:lnTo>
                    <a:pt x="4089403" y="1762244"/>
                  </a:lnTo>
                  <a:lnTo>
                    <a:pt x="4089590" y="1763455"/>
                  </a:lnTo>
                  <a:lnTo>
                    <a:pt x="4089777" y="1764390"/>
                  </a:lnTo>
                  <a:lnTo>
                    <a:pt x="4089964" y="1766033"/>
                  </a:lnTo>
                  <a:lnTo>
                    <a:pt x="4090151" y="1768368"/>
                  </a:lnTo>
                  <a:lnTo>
                    <a:pt x="4090338" y="1770914"/>
                  </a:lnTo>
                  <a:lnTo>
                    <a:pt x="4090525" y="1773349"/>
                  </a:lnTo>
                  <a:lnTo>
                    <a:pt x="4090712" y="1775874"/>
                  </a:lnTo>
                  <a:lnTo>
                    <a:pt x="4090899" y="1778053"/>
                  </a:lnTo>
                  <a:lnTo>
                    <a:pt x="4091086" y="1780102"/>
                  </a:lnTo>
                  <a:lnTo>
                    <a:pt x="4091273" y="1781275"/>
                  </a:lnTo>
                  <a:lnTo>
                    <a:pt x="4091460" y="1782923"/>
                  </a:lnTo>
                  <a:lnTo>
                    <a:pt x="4091647" y="1784199"/>
                  </a:lnTo>
                  <a:lnTo>
                    <a:pt x="4091833" y="1785541"/>
                  </a:lnTo>
                  <a:lnTo>
                    <a:pt x="4092020" y="1787311"/>
                  </a:lnTo>
                  <a:lnTo>
                    <a:pt x="4092207" y="1789248"/>
                  </a:lnTo>
                  <a:lnTo>
                    <a:pt x="4092394" y="1791520"/>
                  </a:lnTo>
                  <a:lnTo>
                    <a:pt x="4092581" y="1793853"/>
                  </a:lnTo>
                  <a:lnTo>
                    <a:pt x="4092768" y="1795354"/>
                  </a:lnTo>
                  <a:lnTo>
                    <a:pt x="4092955" y="1796020"/>
                  </a:lnTo>
                  <a:lnTo>
                    <a:pt x="4093142" y="1796551"/>
                  </a:lnTo>
                  <a:lnTo>
                    <a:pt x="4093329" y="1796565"/>
                  </a:lnTo>
                  <a:lnTo>
                    <a:pt x="4093516" y="1796681"/>
                  </a:lnTo>
                  <a:lnTo>
                    <a:pt x="4093703" y="1797056"/>
                  </a:lnTo>
                  <a:lnTo>
                    <a:pt x="4093890" y="1797749"/>
                  </a:lnTo>
                  <a:lnTo>
                    <a:pt x="4094076" y="1797873"/>
                  </a:lnTo>
                  <a:lnTo>
                    <a:pt x="4094263" y="1797792"/>
                  </a:lnTo>
                  <a:lnTo>
                    <a:pt x="4094450" y="1796815"/>
                  </a:lnTo>
                  <a:lnTo>
                    <a:pt x="4094637" y="1795394"/>
                  </a:lnTo>
                  <a:lnTo>
                    <a:pt x="4094824" y="1792900"/>
                  </a:lnTo>
                  <a:lnTo>
                    <a:pt x="4095011" y="1790893"/>
                  </a:lnTo>
                  <a:lnTo>
                    <a:pt x="4095198" y="1789581"/>
                  </a:lnTo>
                  <a:lnTo>
                    <a:pt x="4095385" y="1788806"/>
                  </a:lnTo>
                  <a:lnTo>
                    <a:pt x="4095572" y="1787946"/>
                  </a:lnTo>
                  <a:lnTo>
                    <a:pt x="4095759" y="1786831"/>
                  </a:lnTo>
                  <a:lnTo>
                    <a:pt x="4095946" y="1785293"/>
                  </a:lnTo>
                  <a:lnTo>
                    <a:pt x="4096133" y="1783639"/>
                  </a:lnTo>
                  <a:lnTo>
                    <a:pt x="4096320" y="1781606"/>
                  </a:lnTo>
                  <a:lnTo>
                    <a:pt x="4096506" y="1779130"/>
                  </a:lnTo>
                  <a:lnTo>
                    <a:pt x="4096693" y="1777195"/>
                  </a:lnTo>
                  <a:lnTo>
                    <a:pt x="4096880" y="1775351"/>
                  </a:lnTo>
                  <a:lnTo>
                    <a:pt x="4097067" y="1772719"/>
                  </a:lnTo>
                  <a:lnTo>
                    <a:pt x="4097254" y="1770833"/>
                  </a:lnTo>
                  <a:lnTo>
                    <a:pt x="4097441" y="1769827"/>
                  </a:lnTo>
                  <a:lnTo>
                    <a:pt x="4097628" y="1769432"/>
                  </a:lnTo>
                  <a:lnTo>
                    <a:pt x="4097815" y="1768939"/>
                  </a:lnTo>
                  <a:lnTo>
                    <a:pt x="4098002" y="1769313"/>
                  </a:lnTo>
                  <a:lnTo>
                    <a:pt x="4098189" y="1769441"/>
                  </a:lnTo>
                  <a:lnTo>
                    <a:pt x="4098376" y="1769514"/>
                  </a:lnTo>
                  <a:lnTo>
                    <a:pt x="4098563" y="1769637"/>
                  </a:lnTo>
                  <a:lnTo>
                    <a:pt x="4098750" y="1770251"/>
                  </a:lnTo>
                  <a:lnTo>
                    <a:pt x="4098936" y="1771524"/>
                  </a:lnTo>
                  <a:lnTo>
                    <a:pt x="4099123" y="1773240"/>
                  </a:lnTo>
                  <a:lnTo>
                    <a:pt x="4099310" y="1775554"/>
                  </a:lnTo>
                  <a:lnTo>
                    <a:pt x="4099497" y="1778189"/>
                  </a:lnTo>
                  <a:lnTo>
                    <a:pt x="4099684" y="1780297"/>
                  </a:lnTo>
                  <a:lnTo>
                    <a:pt x="4099871" y="1782390"/>
                  </a:lnTo>
                  <a:lnTo>
                    <a:pt x="4100058" y="1784558"/>
                  </a:lnTo>
                  <a:lnTo>
                    <a:pt x="4100245" y="1785856"/>
                  </a:lnTo>
                  <a:lnTo>
                    <a:pt x="4100432" y="1787482"/>
                  </a:lnTo>
                  <a:lnTo>
                    <a:pt x="4100619" y="1790012"/>
                  </a:lnTo>
                  <a:lnTo>
                    <a:pt x="4100806" y="1792876"/>
                  </a:lnTo>
                  <a:lnTo>
                    <a:pt x="4100993" y="1795632"/>
                  </a:lnTo>
                  <a:lnTo>
                    <a:pt x="4101179" y="1798010"/>
                  </a:lnTo>
                  <a:lnTo>
                    <a:pt x="4101366" y="1800946"/>
                  </a:lnTo>
                  <a:lnTo>
                    <a:pt x="4101553" y="1804183"/>
                  </a:lnTo>
                  <a:lnTo>
                    <a:pt x="4101740" y="1807641"/>
                  </a:lnTo>
                  <a:lnTo>
                    <a:pt x="4101927" y="1811010"/>
                  </a:lnTo>
                  <a:lnTo>
                    <a:pt x="4102114" y="1813716"/>
                  </a:lnTo>
                  <a:lnTo>
                    <a:pt x="4102301" y="1815935"/>
                  </a:lnTo>
                  <a:lnTo>
                    <a:pt x="4102488" y="1817000"/>
                  </a:lnTo>
                  <a:lnTo>
                    <a:pt x="4102675" y="1818711"/>
                  </a:lnTo>
                  <a:lnTo>
                    <a:pt x="4102862" y="1820977"/>
                  </a:lnTo>
                  <a:lnTo>
                    <a:pt x="4103049" y="1823361"/>
                  </a:lnTo>
                  <a:lnTo>
                    <a:pt x="4103236" y="1825597"/>
                  </a:lnTo>
                  <a:lnTo>
                    <a:pt x="4103423" y="1828477"/>
                  </a:lnTo>
                  <a:lnTo>
                    <a:pt x="4103609" y="1831422"/>
                  </a:lnTo>
                  <a:lnTo>
                    <a:pt x="4103796" y="1833414"/>
                  </a:lnTo>
                  <a:lnTo>
                    <a:pt x="4103983" y="1837227"/>
                  </a:lnTo>
                  <a:lnTo>
                    <a:pt x="4104170" y="1839908"/>
                  </a:lnTo>
                  <a:lnTo>
                    <a:pt x="4104357" y="1841253"/>
                  </a:lnTo>
                  <a:lnTo>
                    <a:pt x="4104544" y="1843317"/>
                  </a:lnTo>
                  <a:lnTo>
                    <a:pt x="4104731" y="1845267"/>
                  </a:lnTo>
                  <a:lnTo>
                    <a:pt x="4104918" y="1846928"/>
                  </a:lnTo>
                  <a:lnTo>
                    <a:pt x="4105105" y="1848916"/>
                  </a:lnTo>
                  <a:lnTo>
                    <a:pt x="4105292" y="1851907"/>
                  </a:lnTo>
                  <a:lnTo>
                    <a:pt x="4105479" y="1853591"/>
                  </a:lnTo>
                  <a:lnTo>
                    <a:pt x="4105666" y="1853315"/>
                  </a:lnTo>
                  <a:lnTo>
                    <a:pt x="4105852" y="1853171"/>
                  </a:lnTo>
                  <a:lnTo>
                    <a:pt x="4106039" y="1853587"/>
                  </a:lnTo>
                  <a:lnTo>
                    <a:pt x="4106226" y="1852728"/>
                  </a:lnTo>
                  <a:lnTo>
                    <a:pt x="4106413" y="1852735"/>
                  </a:lnTo>
                  <a:lnTo>
                    <a:pt x="4106600" y="1852770"/>
                  </a:lnTo>
                  <a:lnTo>
                    <a:pt x="4106787" y="1852550"/>
                  </a:lnTo>
                  <a:lnTo>
                    <a:pt x="4106974" y="1852324"/>
                  </a:lnTo>
                  <a:lnTo>
                    <a:pt x="4107161" y="1851521"/>
                  </a:lnTo>
                  <a:lnTo>
                    <a:pt x="4107348" y="1851485"/>
                  </a:lnTo>
                  <a:lnTo>
                    <a:pt x="4107535" y="1850656"/>
                  </a:lnTo>
                  <a:lnTo>
                    <a:pt x="4107722" y="1850483"/>
                  </a:lnTo>
                  <a:lnTo>
                    <a:pt x="4107909" y="1850474"/>
                  </a:lnTo>
                  <a:lnTo>
                    <a:pt x="4108096" y="1851041"/>
                  </a:lnTo>
                  <a:lnTo>
                    <a:pt x="4108282" y="1852632"/>
                  </a:lnTo>
                  <a:lnTo>
                    <a:pt x="4108469" y="1854998"/>
                  </a:lnTo>
                  <a:lnTo>
                    <a:pt x="4108656" y="1858297"/>
                  </a:lnTo>
                  <a:lnTo>
                    <a:pt x="4108843" y="1862021"/>
                  </a:lnTo>
                  <a:lnTo>
                    <a:pt x="4109030" y="1865472"/>
                  </a:lnTo>
                  <a:lnTo>
                    <a:pt x="4109217" y="1869727"/>
                  </a:lnTo>
                  <a:lnTo>
                    <a:pt x="4109404" y="1873250"/>
                  </a:lnTo>
                  <a:lnTo>
                    <a:pt x="4109591" y="1876307"/>
                  </a:lnTo>
                  <a:lnTo>
                    <a:pt x="4109778" y="1878472"/>
                  </a:lnTo>
                  <a:lnTo>
                    <a:pt x="4109965" y="1880249"/>
                  </a:lnTo>
                  <a:lnTo>
                    <a:pt x="4110152" y="1881042"/>
                  </a:lnTo>
                  <a:lnTo>
                    <a:pt x="4110339" y="1881754"/>
                  </a:lnTo>
                  <a:lnTo>
                    <a:pt x="4110526" y="1882097"/>
                  </a:lnTo>
                  <a:lnTo>
                    <a:pt x="4110712" y="1882569"/>
                  </a:lnTo>
                  <a:lnTo>
                    <a:pt x="4110899" y="1883350"/>
                  </a:lnTo>
                  <a:lnTo>
                    <a:pt x="4111086" y="1883650"/>
                  </a:lnTo>
                  <a:lnTo>
                    <a:pt x="4111273" y="1882701"/>
                  </a:lnTo>
                  <a:lnTo>
                    <a:pt x="4111460" y="1881341"/>
                  </a:lnTo>
                  <a:lnTo>
                    <a:pt x="4111647" y="1879265"/>
                  </a:lnTo>
                  <a:lnTo>
                    <a:pt x="4111834" y="1877074"/>
                  </a:lnTo>
                  <a:lnTo>
                    <a:pt x="4112021" y="1875204"/>
                  </a:lnTo>
                  <a:lnTo>
                    <a:pt x="4112208" y="1873895"/>
                  </a:lnTo>
                  <a:lnTo>
                    <a:pt x="4112395" y="1872944"/>
                  </a:lnTo>
                  <a:lnTo>
                    <a:pt x="4112582" y="1871892"/>
                  </a:lnTo>
                  <a:lnTo>
                    <a:pt x="4112769" y="1869737"/>
                  </a:lnTo>
                  <a:lnTo>
                    <a:pt x="4112955" y="1867046"/>
                  </a:lnTo>
                  <a:lnTo>
                    <a:pt x="4113142" y="1863938"/>
                  </a:lnTo>
                  <a:lnTo>
                    <a:pt x="4113329" y="1860222"/>
                  </a:lnTo>
                  <a:lnTo>
                    <a:pt x="4113516" y="1856310"/>
                  </a:lnTo>
                  <a:lnTo>
                    <a:pt x="4113703" y="1851727"/>
                  </a:lnTo>
                  <a:lnTo>
                    <a:pt x="4113890" y="1846032"/>
                  </a:lnTo>
                  <a:lnTo>
                    <a:pt x="4114077" y="1839255"/>
                  </a:lnTo>
                  <a:lnTo>
                    <a:pt x="4114264" y="1830889"/>
                  </a:lnTo>
                  <a:lnTo>
                    <a:pt x="4114451" y="1821321"/>
                  </a:lnTo>
                  <a:lnTo>
                    <a:pt x="4114638" y="1810777"/>
                  </a:lnTo>
                  <a:lnTo>
                    <a:pt x="4114825" y="1799973"/>
                  </a:lnTo>
                  <a:lnTo>
                    <a:pt x="4115012" y="1788744"/>
                  </a:lnTo>
                  <a:lnTo>
                    <a:pt x="4115199" y="1778986"/>
                  </a:lnTo>
                  <a:lnTo>
                    <a:pt x="4115385" y="1770269"/>
                  </a:lnTo>
                  <a:lnTo>
                    <a:pt x="4115572" y="1761683"/>
                  </a:lnTo>
                  <a:lnTo>
                    <a:pt x="4115759" y="1753479"/>
                  </a:lnTo>
                  <a:lnTo>
                    <a:pt x="4115946" y="1745874"/>
                  </a:lnTo>
                  <a:lnTo>
                    <a:pt x="4116133" y="1738583"/>
                  </a:lnTo>
                  <a:lnTo>
                    <a:pt x="4116320" y="1731073"/>
                  </a:lnTo>
                  <a:lnTo>
                    <a:pt x="4116507" y="1723214"/>
                  </a:lnTo>
                  <a:lnTo>
                    <a:pt x="4116694" y="1716783"/>
                  </a:lnTo>
                  <a:lnTo>
                    <a:pt x="4116881" y="1712136"/>
                  </a:lnTo>
                  <a:lnTo>
                    <a:pt x="4117068" y="1709210"/>
                  </a:lnTo>
                  <a:lnTo>
                    <a:pt x="4117255" y="1707640"/>
                  </a:lnTo>
                  <a:lnTo>
                    <a:pt x="4117442" y="1707580"/>
                  </a:lnTo>
                  <a:lnTo>
                    <a:pt x="4117629" y="1708692"/>
                  </a:lnTo>
                  <a:lnTo>
                    <a:pt x="4117815" y="1710516"/>
                  </a:lnTo>
                  <a:lnTo>
                    <a:pt x="4118002" y="1712473"/>
                  </a:lnTo>
                  <a:lnTo>
                    <a:pt x="4118189" y="1714128"/>
                  </a:lnTo>
                  <a:lnTo>
                    <a:pt x="4118376" y="1715802"/>
                  </a:lnTo>
                  <a:lnTo>
                    <a:pt x="4118563" y="1716303"/>
                  </a:lnTo>
                  <a:lnTo>
                    <a:pt x="4118750" y="1716752"/>
                  </a:lnTo>
                  <a:lnTo>
                    <a:pt x="4118937" y="1716907"/>
                  </a:lnTo>
                  <a:lnTo>
                    <a:pt x="4119124" y="1716817"/>
                  </a:lnTo>
                  <a:lnTo>
                    <a:pt x="4119311" y="1716123"/>
                  </a:lnTo>
                  <a:lnTo>
                    <a:pt x="4119498" y="1715036"/>
                  </a:lnTo>
                  <a:lnTo>
                    <a:pt x="4119685" y="1713587"/>
                  </a:lnTo>
                  <a:lnTo>
                    <a:pt x="4119872" y="1711446"/>
                  </a:lnTo>
                  <a:lnTo>
                    <a:pt x="4120058" y="1709216"/>
                  </a:lnTo>
                  <a:lnTo>
                    <a:pt x="4120245" y="1706271"/>
                  </a:lnTo>
                  <a:lnTo>
                    <a:pt x="4120432" y="1703409"/>
                  </a:lnTo>
                  <a:lnTo>
                    <a:pt x="4120619" y="1699984"/>
                  </a:lnTo>
                  <a:lnTo>
                    <a:pt x="4120806" y="1696280"/>
                  </a:lnTo>
                  <a:lnTo>
                    <a:pt x="4120993" y="1693723"/>
                  </a:lnTo>
                  <a:lnTo>
                    <a:pt x="4121180" y="1691409"/>
                  </a:lnTo>
                  <a:lnTo>
                    <a:pt x="4121367" y="1690219"/>
                  </a:lnTo>
                  <a:lnTo>
                    <a:pt x="4121554" y="1689860"/>
                  </a:lnTo>
                  <a:lnTo>
                    <a:pt x="4121741" y="1689842"/>
                  </a:lnTo>
                  <a:lnTo>
                    <a:pt x="4121928" y="1690494"/>
                  </a:lnTo>
                  <a:lnTo>
                    <a:pt x="4122115" y="1691106"/>
                  </a:lnTo>
                  <a:lnTo>
                    <a:pt x="4122302" y="1691542"/>
                  </a:lnTo>
                  <a:lnTo>
                    <a:pt x="4122488" y="1692268"/>
                  </a:lnTo>
                  <a:lnTo>
                    <a:pt x="4122675" y="1694239"/>
                  </a:lnTo>
                  <a:lnTo>
                    <a:pt x="4122862" y="1696694"/>
                  </a:lnTo>
                  <a:lnTo>
                    <a:pt x="4123049" y="1700155"/>
                  </a:lnTo>
                  <a:lnTo>
                    <a:pt x="4123236" y="1704887"/>
                  </a:lnTo>
                  <a:lnTo>
                    <a:pt x="4123423" y="1709959"/>
                  </a:lnTo>
                  <a:lnTo>
                    <a:pt x="4123610" y="1714913"/>
                  </a:lnTo>
                  <a:lnTo>
                    <a:pt x="4123797" y="1718909"/>
                  </a:lnTo>
                  <a:lnTo>
                    <a:pt x="4123984" y="1722464"/>
                  </a:lnTo>
                  <a:lnTo>
                    <a:pt x="4124171" y="1724619"/>
                  </a:lnTo>
                  <a:lnTo>
                    <a:pt x="4124358" y="1724900"/>
                  </a:lnTo>
                  <a:lnTo>
                    <a:pt x="4124545" y="1723933"/>
                  </a:lnTo>
                  <a:lnTo>
                    <a:pt x="4124731" y="1722306"/>
                  </a:lnTo>
                  <a:lnTo>
                    <a:pt x="4124918" y="1720555"/>
                  </a:lnTo>
                  <a:lnTo>
                    <a:pt x="4125105" y="1718040"/>
                  </a:lnTo>
                  <a:lnTo>
                    <a:pt x="4125292" y="1714381"/>
                  </a:lnTo>
                  <a:lnTo>
                    <a:pt x="4125479" y="1710220"/>
                  </a:lnTo>
                  <a:lnTo>
                    <a:pt x="4125666" y="1705875"/>
                  </a:lnTo>
                  <a:lnTo>
                    <a:pt x="4125853" y="1700301"/>
                  </a:lnTo>
                  <a:lnTo>
                    <a:pt x="4126040" y="1693776"/>
                  </a:lnTo>
                  <a:lnTo>
                    <a:pt x="4126227" y="1687397"/>
                  </a:lnTo>
                  <a:lnTo>
                    <a:pt x="4126414" y="1681402"/>
                  </a:lnTo>
                  <a:lnTo>
                    <a:pt x="4126601" y="1675354"/>
                  </a:lnTo>
                  <a:lnTo>
                    <a:pt x="4126788" y="1669121"/>
                  </a:lnTo>
                  <a:lnTo>
                    <a:pt x="4126975" y="1663178"/>
                  </a:lnTo>
                  <a:lnTo>
                    <a:pt x="4127161" y="1657510"/>
                  </a:lnTo>
                  <a:lnTo>
                    <a:pt x="4127348" y="1651478"/>
                  </a:lnTo>
                  <a:lnTo>
                    <a:pt x="4127535" y="1646105"/>
                  </a:lnTo>
                  <a:lnTo>
                    <a:pt x="4127722" y="1640759"/>
                  </a:lnTo>
                  <a:lnTo>
                    <a:pt x="4127909" y="1636223"/>
                  </a:lnTo>
                  <a:lnTo>
                    <a:pt x="4128096" y="1633586"/>
                  </a:lnTo>
                  <a:lnTo>
                    <a:pt x="4128283" y="1631580"/>
                  </a:lnTo>
                  <a:lnTo>
                    <a:pt x="4128470" y="1629715"/>
                  </a:lnTo>
                  <a:lnTo>
                    <a:pt x="4128657" y="1629080"/>
                  </a:lnTo>
                  <a:lnTo>
                    <a:pt x="4128844" y="1628814"/>
                  </a:lnTo>
                  <a:lnTo>
                    <a:pt x="4129031" y="1628905"/>
                  </a:lnTo>
                  <a:lnTo>
                    <a:pt x="4129218" y="1629287"/>
                  </a:lnTo>
                  <a:lnTo>
                    <a:pt x="4129405" y="1630128"/>
                  </a:lnTo>
                  <a:lnTo>
                    <a:pt x="4129591" y="1631390"/>
                  </a:lnTo>
                  <a:lnTo>
                    <a:pt x="4129778" y="1632072"/>
                  </a:lnTo>
                  <a:lnTo>
                    <a:pt x="4129965" y="1632696"/>
                  </a:lnTo>
                  <a:lnTo>
                    <a:pt x="4130152" y="1633809"/>
                  </a:lnTo>
                  <a:lnTo>
                    <a:pt x="4130339" y="1635506"/>
                  </a:lnTo>
                  <a:lnTo>
                    <a:pt x="4130526" y="1637393"/>
                  </a:lnTo>
                  <a:lnTo>
                    <a:pt x="4130713" y="1639585"/>
                  </a:lnTo>
                  <a:lnTo>
                    <a:pt x="4130900" y="1641160"/>
                  </a:lnTo>
                  <a:lnTo>
                    <a:pt x="4131087" y="1641846"/>
                  </a:lnTo>
                  <a:lnTo>
                    <a:pt x="4131274" y="1642325"/>
                  </a:lnTo>
                  <a:lnTo>
                    <a:pt x="4131461" y="1642993"/>
                  </a:lnTo>
                  <a:lnTo>
                    <a:pt x="4131648" y="1643471"/>
                  </a:lnTo>
                  <a:lnTo>
                    <a:pt x="4131834" y="1644541"/>
                  </a:lnTo>
                  <a:lnTo>
                    <a:pt x="4132021" y="1646147"/>
                  </a:lnTo>
                  <a:lnTo>
                    <a:pt x="4132208" y="1648483"/>
                  </a:lnTo>
                  <a:lnTo>
                    <a:pt x="4132395" y="1650156"/>
                  </a:lnTo>
                  <a:lnTo>
                    <a:pt x="4132582" y="1651407"/>
                  </a:lnTo>
                  <a:lnTo>
                    <a:pt x="4132769" y="1652480"/>
                  </a:lnTo>
                  <a:lnTo>
                    <a:pt x="4132956" y="1653516"/>
                  </a:lnTo>
                  <a:lnTo>
                    <a:pt x="4133143" y="1655238"/>
                  </a:lnTo>
                  <a:lnTo>
                    <a:pt x="4133330" y="1657656"/>
                  </a:lnTo>
                  <a:lnTo>
                    <a:pt x="4133517" y="1660471"/>
                  </a:lnTo>
                  <a:lnTo>
                    <a:pt x="4133704" y="1663409"/>
                  </a:lnTo>
                  <a:lnTo>
                    <a:pt x="4133891" y="1667291"/>
                  </a:lnTo>
                  <a:lnTo>
                    <a:pt x="4134078" y="1670946"/>
                  </a:lnTo>
                  <a:lnTo>
                    <a:pt x="4134264" y="1673813"/>
                  </a:lnTo>
                  <a:lnTo>
                    <a:pt x="4134451" y="1675987"/>
                  </a:lnTo>
                  <a:lnTo>
                    <a:pt x="4134638" y="1677041"/>
                  </a:lnTo>
                  <a:lnTo>
                    <a:pt x="4134825" y="1677515"/>
                  </a:lnTo>
                  <a:lnTo>
                    <a:pt x="4135012" y="1676408"/>
                  </a:lnTo>
                  <a:lnTo>
                    <a:pt x="4135199" y="1676795"/>
                  </a:lnTo>
                  <a:lnTo>
                    <a:pt x="4135386" y="1676801"/>
                  </a:lnTo>
                  <a:lnTo>
                    <a:pt x="4135573" y="1677161"/>
                  </a:lnTo>
                  <a:lnTo>
                    <a:pt x="4135760" y="1677524"/>
                  </a:lnTo>
                  <a:lnTo>
                    <a:pt x="4135947" y="1677575"/>
                  </a:lnTo>
                  <a:lnTo>
                    <a:pt x="4136134" y="1676586"/>
                  </a:lnTo>
                  <a:lnTo>
                    <a:pt x="4136321" y="1674713"/>
                  </a:lnTo>
                  <a:lnTo>
                    <a:pt x="4136508" y="1672174"/>
                  </a:lnTo>
                  <a:lnTo>
                    <a:pt x="4136694" y="1669307"/>
                  </a:lnTo>
                  <a:lnTo>
                    <a:pt x="4136881" y="1666824"/>
                  </a:lnTo>
                  <a:lnTo>
                    <a:pt x="4137068" y="1665269"/>
                  </a:lnTo>
                  <a:lnTo>
                    <a:pt x="4137255" y="1664161"/>
                  </a:lnTo>
                  <a:lnTo>
                    <a:pt x="4137442" y="1663131"/>
                  </a:lnTo>
                  <a:lnTo>
                    <a:pt x="4137629" y="1662379"/>
                  </a:lnTo>
                  <a:lnTo>
                    <a:pt x="4137816" y="1660990"/>
                  </a:lnTo>
                  <a:lnTo>
                    <a:pt x="4138003" y="1658733"/>
                  </a:lnTo>
                  <a:lnTo>
                    <a:pt x="4138190" y="1655725"/>
                  </a:lnTo>
                  <a:lnTo>
                    <a:pt x="4138377" y="1651304"/>
                  </a:lnTo>
                  <a:lnTo>
                    <a:pt x="4138564" y="1647068"/>
                  </a:lnTo>
                  <a:lnTo>
                    <a:pt x="4138751" y="1642169"/>
                  </a:lnTo>
                  <a:lnTo>
                    <a:pt x="4138937" y="1638078"/>
                  </a:lnTo>
                  <a:lnTo>
                    <a:pt x="4139124" y="1633574"/>
                  </a:lnTo>
                  <a:lnTo>
                    <a:pt x="4139311" y="1629178"/>
                  </a:lnTo>
                  <a:lnTo>
                    <a:pt x="4139498" y="1624652"/>
                  </a:lnTo>
                  <a:lnTo>
                    <a:pt x="4139685" y="1620202"/>
                  </a:lnTo>
                  <a:lnTo>
                    <a:pt x="4139872" y="1615796"/>
                  </a:lnTo>
                  <a:lnTo>
                    <a:pt x="4140059" y="1611133"/>
                  </a:lnTo>
                  <a:lnTo>
                    <a:pt x="4140246" y="1605692"/>
                  </a:lnTo>
                  <a:lnTo>
                    <a:pt x="4140433" y="1600824"/>
                  </a:lnTo>
                  <a:lnTo>
                    <a:pt x="4140620" y="1596478"/>
                  </a:lnTo>
                  <a:lnTo>
                    <a:pt x="4140807" y="1591273"/>
                  </a:lnTo>
                  <a:lnTo>
                    <a:pt x="4140994" y="1585658"/>
                  </a:lnTo>
                  <a:lnTo>
                    <a:pt x="4141181" y="1580848"/>
                  </a:lnTo>
                  <a:lnTo>
                    <a:pt x="4141367" y="1575218"/>
                  </a:lnTo>
                  <a:lnTo>
                    <a:pt x="4141554" y="1569620"/>
                  </a:lnTo>
                  <a:lnTo>
                    <a:pt x="4141741" y="1563944"/>
                  </a:lnTo>
                  <a:lnTo>
                    <a:pt x="4141928" y="1558526"/>
                  </a:lnTo>
                  <a:lnTo>
                    <a:pt x="4142115" y="1555175"/>
                  </a:lnTo>
                  <a:lnTo>
                    <a:pt x="4142302" y="1552283"/>
                  </a:lnTo>
                  <a:lnTo>
                    <a:pt x="4142489" y="1549798"/>
                  </a:lnTo>
                  <a:lnTo>
                    <a:pt x="4142676" y="1546431"/>
                  </a:lnTo>
                  <a:lnTo>
                    <a:pt x="4142863" y="1544047"/>
                  </a:lnTo>
                  <a:lnTo>
                    <a:pt x="4143050" y="1542915"/>
                  </a:lnTo>
                  <a:lnTo>
                    <a:pt x="4143237" y="1542480"/>
                  </a:lnTo>
                  <a:lnTo>
                    <a:pt x="4143424" y="1541165"/>
                  </a:lnTo>
                  <a:lnTo>
                    <a:pt x="4143610" y="1540393"/>
                  </a:lnTo>
                  <a:lnTo>
                    <a:pt x="4143797" y="1539023"/>
                  </a:lnTo>
                  <a:lnTo>
                    <a:pt x="4143984" y="1537483"/>
                  </a:lnTo>
                  <a:lnTo>
                    <a:pt x="4144171" y="1535987"/>
                  </a:lnTo>
                  <a:lnTo>
                    <a:pt x="4144358" y="1535126"/>
                  </a:lnTo>
                  <a:lnTo>
                    <a:pt x="4144545" y="1535182"/>
                  </a:lnTo>
                  <a:lnTo>
                    <a:pt x="4144732" y="1535267"/>
                  </a:lnTo>
                  <a:lnTo>
                    <a:pt x="4144919" y="1536026"/>
                  </a:lnTo>
                  <a:lnTo>
                    <a:pt x="4145106" y="1536201"/>
                  </a:lnTo>
                  <a:lnTo>
                    <a:pt x="4145293" y="1535087"/>
                  </a:lnTo>
                  <a:lnTo>
                    <a:pt x="4145480" y="1533853"/>
                  </a:lnTo>
                  <a:lnTo>
                    <a:pt x="4145667" y="1532325"/>
                  </a:lnTo>
                  <a:lnTo>
                    <a:pt x="4145854" y="1530863"/>
                  </a:lnTo>
                  <a:lnTo>
                    <a:pt x="4146040" y="1528979"/>
                  </a:lnTo>
                  <a:lnTo>
                    <a:pt x="4146227" y="1525881"/>
                  </a:lnTo>
                  <a:lnTo>
                    <a:pt x="4146414" y="1522780"/>
                  </a:lnTo>
                  <a:lnTo>
                    <a:pt x="4146601" y="1520552"/>
                  </a:lnTo>
                  <a:lnTo>
                    <a:pt x="4146788" y="1518748"/>
                  </a:lnTo>
                  <a:lnTo>
                    <a:pt x="4146975" y="1517435"/>
                  </a:lnTo>
                  <a:lnTo>
                    <a:pt x="4147162" y="1516805"/>
                  </a:lnTo>
                  <a:lnTo>
                    <a:pt x="4147349" y="1516046"/>
                  </a:lnTo>
                  <a:lnTo>
                    <a:pt x="4147536" y="1515392"/>
                  </a:lnTo>
                  <a:lnTo>
                    <a:pt x="4147723" y="1513703"/>
                  </a:lnTo>
                  <a:lnTo>
                    <a:pt x="4147910" y="1511809"/>
                  </a:lnTo>
                  <a:lnTo>
                    <a:pt x="4148097" y="1509149"/>
                  </a:lnTo>
                  <a:lnTo>
                    <a:pt x="4148284" y="1506761"/>
                  </a:lnTo>
                  <a:lnTo>
                    <a:pt x="4148470" y="1503882"/>
                  </a:lnTo>
                  <a:lnTo>
                    <a:pt x="4148657" y="1500858"/>
                  </a:lnTo>
                  <a:lnTo>
                    <a:pt x="4148844" y="1497564"/>
                  </a:lnTo>
                  <a:lnTo>
                    <a:pt x="4149031" y="1495044"/>
                  </a:lnTo>
                  <a:lnTo>
                    <a:pt x="4149218" y="1492161"/>
                  </a:lnTo>
                  <a:lnTo>
                    <a:pt x="4149405" y="1488065"/>
                  </a:lnTo>
                  <a:lnTo>
                    <a:pt x="4149592" y="1483958"/>
                  </a:lnTo>
                  <a:lnTo>
                    <a:pt x="4149779" y="1479003"/>
                  </a:lnTo>
                  <a:lnTo>
                    <a:pt x="4149966" y="1473288"/>
                  </a:lnTo>
                  <a:lnTo>
                    <a:pt x="4150153" y="1468494"/>
                  </a:lnTo>
                  <a:lnTo>
                    <a:pt x="4150340" y="1463613"/>
                  </a:lnTo>
                  <a:lnTo>
                    <a:pt x="4150527" y="1459606"/>
                  </a:lnTo>
                  <a:lnTo>
                    <a:pt x="4150713" y="1455321"/>
                  </a:lnTo>
                  <a:lnTo>
                    <a:pt x="4150900" y="1451500"/>
                  </a:lnTo>
                  <a:lnTo>
                    <a:pt x="4151087" y="1448987"/>
                  </a:lnTo>
                  <a:lnTo>
                    <a:pt x="4151274" y="1447679"/>
                  </a:lnTo>
                  <a:lnTo>
                    <a:pt x="4151461" y="1448029"/>
                  </a:lnTo>
                  <a:lnTo>
                    <a:pt x="4151648" y="1448556"/>
                  </a:lnTo>
                  <a:lnTo>
                    <a:pt x="4151835" y="1450962"/>
                  </a:lnTo>
                  <a:lnTo>
                    <a:pt x="4152022" y="1455060"/>
                  </a:lnTo>
                  <a:lnTo>
                    <a:pt x="4152209" y="1459876"/>
                  </a:lnTo>
                  <a:lnTo>
                    <a:pt x="4152396" y="1463939"/>
                  </a:lnTo>
                  <a:lnTo>
                    <a:pt x="4152583" y="1467111"/>
                  </a:lnTo>
                  <a:lnTo>
                    <a:pt x="4152770" y="1470472"/>
                  </a:lnTo>
                  <a:lnTo>
                    <a:pt x="4152957" y="1474795"/>
                  </a:lnTo>
                  <a:lnTo>
                    <a:pt x="4153143" y="1480019"/>
                  </a:lnTo>
                  <a:lnTo>
                    <a:pt x="4153330" y="1485622"/>
                  </a:lnTo>
                  <a:lnTo>
                    <a:pt x="4153517" y="1491623"/>
                  </a:lnTo>
                  <a:lnTo>
                    <a:pt x="4153704" y="1498129"/>
                  </a:lnTo>
                  <a:lnTo>
                    <a:pt x="4153891" y="1505203"/>
                  </a:lnTo>
                  <a:lnTo>
                    <a:pt x="4154078" y="1511694"/>
                  </a:lnTo>
                  <a:lnTo>
                    <a:pt x="4154265" y="1517313"/>
                  </a:lnTo>
                  <a:lnTo>
                    <a:pt x="4154452" y="1522242"/>
                  </a:lnTo>
                  <a:lnTo>
                    <a:pt x="4154639" y="1526208"/>
                  </a:lnTo>
                  <a:lnTo>
                    <a:pt x="4154826" y="1529447"/>
                  </a:lnTo>
                  <a:lnTo>
                    <a:pt x="4155013" y="1532829"/>
                  </a:lnTo>
                  <a:lnTo>
                    <a:pt x="4155200" y="1536036"/>
                  </a:lnTo>
                  <a:lnTo>
                    <a:pt x="4155387" y="1539322"/>
                  </a:lnTo>
                  <a:lnTo>
                    <a:pt x="4155573" y="1542452"/>
                  </a:lnTo>
                  <a:lnTo>
                    <a:pt x="4155760" y="1545106"/>
                  </a:lnTo>
                  <a:lnTo>
                    <a:pt x="4155947" y="1549082"/>
                  </a:lnTo>
                  <a:lnTo>
                    <a:pt x="4156134" y="1553462"/>
                  </a:lnTo>
                  <a:lnTo>
                    <a:pt x="4156321" y="1558168"/>
                  </a:lnTo>
                  <a:lnTo>
                    <a:pt x="4156508" y="1562873"/>
                  </a:lnTo>
                  <a:lnTo>
                    <a:pt x="4156695" y="1567403"/>
                  </a:lnTo>
                  <a:lnTo>
                    <a:pt x="4156882" y="1572083"/>
                  </a:lnTo>
                  <a:lnTo>
                    <a:pt x="4157069" y="1576973"/>
                  </a:lnTo>
                  <a:lnTo>
                    <a:pt x="4157256" y="1582319"/>
                  </a:lnTo>
                  <a:lnTo>
                    <a:pt x="4157443" y="1588080"/>
                  </a:lnTo>
                  <a:lnTo>
                    <a:pt x="4157630" y="1594022"/>
                  </a:lnTo>
                  <a:lnTo>
                    <a:pt x="4157816" y="1599728"/>
                  </a:lnTo>
                  <a:lnTo>
                    <a:pt x="4158003" y="1605838"/>
                  </a:lnTo>
                  <a:lnTo>
                    <a:pt x="4158190" y="1612133"/>
                  </a:lnTo>
                  <a:lnTo>
                    <a:pt x="4158377" y="1617636"/>
                  </a:lnTo>
                  <a:lnTo>
                    <a:pt x="4158564" y="1623350"/>
                  </a:lnTo>
                  <a:lnTo>
                    <a:pt x="4158751" y="1628120"/>
                  </a:lnTo>
                  <a:lnTo>
                    <a:pt x="4158938" y="1632407"/>
                  </a:lnTo>
                  <a:lnTo>
                    <a:pt x="4159125" y="1636376"/>
                  </a:lnTo>
                  <a:lnTo>
                    <a:pt x="4159312" y="1640201"/>
                  </a:lnTo>
                  <a:lnTo>
                    <a:pt x="4159499" y="1644351"/>
                  </a:lnTo>
                  <a:lnTo>
                    <a:pt x="4159686" y="1648652"/>
                  </a:lnTo>
                  <a:lnTo>
                    <a:pt x="4159873" y="1652867"/>
                  </a:lnTo>
                  <a:lnTo>
                    <a:pt x="4160060" y="1656807"/>
                  </a:lnTo>
                  <a:lnTo>
                    <a:pt x="4160246" y="1660164"/>
                  </a:lnTo>
                  <a:lnTo>
                    <a:pt x="4160433" y="1663024"/>
                  </a:lnTo>
                  <a:lnTo>
                    <a:pt x="4160620" y="1665557"/>
                  </a:lnTo>
                  <a:lnTo>
                    <a:pt x="4160807" y="1667637"/>
                  </a:lnTo>
                  <a:lnTo>
                    <a:pt x="4160994" y="1669877"/>
                  </a:lnTo>
                  <a:lnTo>
                    <a:pt x="4161181" y="1672479"/>
                  </a:lnTo>
                  <a:lnTo>
                    <a:pt x="4161368" y="1674860"/>
                  </a:lnTo>
                  <a:lnTo>
                    <a:pt x="4161555" y="1678405"/>
                  </a:lnTo>
                  <a:lnTo>
                    <a:pt x="4161742" y="1682460"/>
                  </a:lnTo>
                  <a:lnTo>
                    <a:pt x="4161929" y="1686058"/>
                  </a:lnTo>
                  <a:lnTo>
                    <a:pt x="4162116" y="1689681"/>
                  </a:lnTo>
                  <a:lnTo>
                    <a:pt x="4162303" y="1692865"/>
                  </a:lnTo>
                  <a:lnTo>
                    <a:pt x="4162489" y="1696094"/>
                  </a:lnTo>
                  <a:lnTo>
                    <a:pt x="4162676" y="1700008"/>
                  </a:lnTo>
                  <a:lnTo>
                    <a:pt x="4162863" y="1704583"/>
                  </a:lnTo>
                  <a:lnTo>
                    <a:pt x="4163050" y="1709386"/>
                  </a:lnTo>
                  <a:lnTo>
                    <a:pt x="4163237" y="1715418"/>
                  </a:lnTo>
                  <a:lnTo>
                    <a:pt x="4163424" y="1722235"/>
                  </a:lnTo>
                  <a:lnTo>
                    <a:pt x="4163611" y="1729014"/>
                  </a:lnTo>
                  <a:lnTo>
                    <a:pt x="4163798" y="1735459"/>
                  </a:lnTo>
                  <a:lnTo>
                    <a:pt x="4163985" y="1741564"/>
                  </a:lnTo>
                  <a:lnTo>
                    <a:pt x="4164172" y="1747845"/>
                  </a:lnTo>
                  <a:lnTo>
                    <a:pt x="4164359" y="1754069"/>
                  </a:lnTo>
                  <a:lnTo>
                    <a:pt x="4164546" y="1760253"/>
                  </a:lnTo>
                  <a:lnTo>
                    <a:pt x="4164733" y="1766989"/>
                  </a:lnTo>
                  <a:lnTo>
                    <a:pt x="4164919" y="1772528"/>
                  </a:lnTo>
                  <a:lnTo>
                    <a:pt x="4165106" y="1778096"/>
                  </a:lnTo>
                  <a:lnTo>
                    <a:pt x="4165293" y="1783442"/>
                  </a:lnTo>
                  <a:lnTo>
                    <a:pt x="4165480" y="1787603"/>
                  </a:lnTo>
                  <a:lnTo>
                    <a:pt x="4165667" y="1791217"/>
                  </a:lnTo>
                  <a:lnTo>
                    <a:pt x="4165854" y="1794706"/>
                  </a:lnTo>
                  <a:lnTo>
                    <a:pt x="4166041" y="1797300"/>
                  </a:lnTo>
                  <a:lnTo>
                    <a:pt x="4166228" y="1799396"/>
                  </a:lnTo>
                  <a:lnTo>
                    <a:pt x="4166415" y="1801141"/>
                  </a:lnTo>
                  <a:lnTo>
                    <a:pt x="4166602" y="1802394"/>
                  </a:lnTo>
                  <a:lnTo>
                    <a:pt x="4166789" y="1803413"/>
                  </a:lnTo>
                  <a:lnTo>
                    <a:pt x="4166976" y="1803910"/>
                  </a:lnTo>
                  <a:lnTo>
                    <a:pt x="4167163" y="1803479"/>
                  </a:lnTo>
                  <a:lnTo>
                    <a:pt x="4167349" y="1802805"/>
                  </a:lnTo>
                  <a:lnTo>
                    <a:pt x="4167536" y="1801687"/>
                  </a:lnTo>
                  <a:lnTo>
                    <a:pt x="4167723" y="1799875"/>
                  </a:lnTo>
                  <a:lnTo>
                    <a:pt x="4167910" y="1797615"/>
                  </a:lnTo>
                  <a:lnTo>
                    <a:pt x="4168097" y="1795207"/>
                  </a:lnTo>
                  <a:lnTo>
                    <a:pt x="4168284" y="1792828"/>
                  </a:lnTo>
                  <a:lnTo>
                    <a:pt x="4168471" y="1790946"/>
                  </a:lnTo>
                  <a:lnTo>
                    <a:pt x="4168658" y="1789002"/>
                  </a:lnTo>
                  <a:lnTo>
                    <a:pt x="4168845" y="1786926"/>
                  </a:lnTo>
                  <a:lnTo>
                    <a:pt x="4169032" y="1784463"/>
                  </a:lnTo>
                  <a:lnTo>
                    <a:pt x="4169219" y="1782123"/>
                  </a:lnTo>
                  <a:lnTo>
                    <a:pt x="4169406" y="1780320"/>
                  </a:lnTo>
                  <a:lnTo>
                    <a:pt x="4169592" y="1778447"/>
                  </a:lnTo>
                  <a:lnTo>
                    <a:pt x="4169779" y="1776969"/>
                  </a:lnTo>
                  <a:lnTo>
                    <a:pt x="4169966" y="1775949"/>
                  </a:lnTo>
                  <a:lnTo>
                    <a:pt x="4170153" y="1774700"/>
                  </a:lnTo>
                  <a:lnTo>
                    <a:pt x="4170340" y="1773943"/>
                  </a:lnTo>
                  <a:lnTo>
                    <a:pt x="4170527" y="1773266"/>
                  </a:lnTo>
                  <a:lnTo>
                    <a:pt x="4170714" y="1772131"/>
                  </a:lnTo>
                  <a:lnTo>
                    <a:pt x="4170901" y="1770619"/>
                  </a:lnTo>
                  <a:lnTo>
                    <a:pt x="4171088" y="1768595"/>
                  </a:lnTo>
                  <a:lnTo>
                    <a:pt x="4171275" y="1766010"/>
                  </a:lnTo>
                  <a:lnTo>
                    <a:pt x="4171462" y="1763643"/>
                  </a:lnTo>
                  <a:lnTo>
                    <a:pt x="4171649" y="1761937"/>
                  </a:lnTo>
                  <a:lnTo>
                    <a:pt x="4171836" y="1760934"/>
                  </a:lnTo>
                  <a:lnTo>
                    <a:pt x="4172022" y="1760539"/>
                  </a:lnTo>
                  <a:lnTo>
                    <a:pt x="4172209" y="1759712"/>
                  </a:lnTo>
                  <a:lnTo>
                    <a:pt x="4172396" y="1759685"/>
                  </a:lnTo>
                  <a:lnTo>
                    <a:pt x="4172583" y="1758618"/>
                  </a:lnTo>
                  <a:lnTo>
                    <a:pt x="4172770" y="1757342"/>
                  </a:lnTo>
                  <a:lnTo>
                    <a:pt x="4172957" y="1756130"/>
                  </a:lnTo>
                  <a:lnTo>
                    <a:pt x="4173144" y="1754610"/>
                  </a:lnTo>
                  <a:lnTo>
                    <a:pt x="4173331" y="1753464"/>
                  </a:lnTo>
                  <a:lnTo>
                    <a:pt x="4173518" y="1752809"/>
                  </a:lnTo>
                  <a:lnTo>
                    <a:pt x="4173705" y="1752156"/>
                  </a:lnTo>
                  <a:lnTo>
                    <a:pt x="4173892" y="1751879"/>
                  </a:lnTo>
                  <a:lnTo>
                    <a:pt x="4174079" y="1752181"/>
                  </a:lnTo>
                  <a:lnTo>
                    <a:pt x="4174266" y="1752089"/>
                  </a:lnTo>
                  <a:lnTo>
                    <a:pt x="4174452" y="1751556"/>
                  </a:lnTo>
                  <a:lnTo>
                    <a:pt x="4174639" y="1750803"/>
                  </a:lnTo>
                  <a:lnTo>
                    <a:pt x="4174826" y="1749483"/>
                  </a:lnTo>
                  <a:lnTo>
                    <a:pt x="4175013" y="1748478"/>
                  </a:lnTo>
                  <a:lnTo>
                    <a:pt x="4175200" y="1747287"/>
                  </a:lnTo>
                  <a:lnTo>
                    <a:pt x="4175387" y="1746397"/>
                  </a:lnTo>
                  <a:lnTo>
                    <a:pt x="4175574" y="1745510"/>
                  </a:lnTo>
                  <a:lnTo>
                    <a:pt x="4175761" y="1747328"/>
                  </a:lnTo>
                  <a:lnTo>
                    <a:pt x="4175948" y="1749133"/>
                  </a:lnTo>
                  <a:lnTo>
                    <a:pt x="4176135" y="1751042"/>
                  </a:lnTo>
                  <a:lnTo>
                    <a:pt x="4176322" y="1753309"/>
                  </a:lnTo>
                  <a:lnTo>
                    <a:pt x="4176509" y="1756504"/>
                  </a:lnTo>
                  <a:lnTo>
                    <a:pt x="4176695" y="1760022"/>
                  </a:lnTo>
                  <a:lnTo>
                    <a:pt x="4176882" y="1763647"/>
                  </a:lnTo>
                  <a:lnTo>
                    <a:pt x="4177069" y="1767288"/>
                  </a:lnTo>
                  <a:lnTo>
                    <a:pt x="4177256" y="1771455"/>
                  </a:lnTo>
                  <a:lnTo>
                    <a:pt x="4177443" y="1776203"/>
                  </a:lnTo>
                  <a:lnTo>
                    <a:pt x="4177630" y="1781842"/>
                  </a:lnTo>
                  <a:lnTo>
                    <a:pt x="4177817" y="1787970"/>
                  </a:lnTo>
                  <a:lnTo>
                    <a:pt x="4178004" y="1794352"/>
                  </a:lnTo>
                  <a:lnTo>
                    <a:pt x="4178191" y="1801607"/>
                  </a:lnTo>
                  <a:lnTo>
                    <a:pt x="4178378" y="1809891"/>
                  </a:lnTo>
                  <a:lnTo>
                    <a:pt x="4178565" y="1817814"/>
                  </a:lnTo>
                  <a:lnTo>
                    <a:pt x="4178752" y="1826621"/>
                  </a:lnTo>
                  <a:lnTo>
                    <a:pt x="4178939" y="1836108"/>
                  </a:lnTo>
                  <a:lnTo>
                    <a:pt x="4179125" y="1846024"/>
                  </a:lnTo>
                  <a:lnTo>
                    <a:pt x="4179312" y="1854669"/>
                  </a:lnTo>
                  <a:lnTo>
                    <a:pt x="4179499" y="1861475"/>
                  </a:lnTo>
                  <a:lnTo>
                    <a:pt x="4179686" y="1867274"/>
                  </a:lnTo>
                  <a:lnTo>
                    <a:pt x="4179873" y="1873106"/>
                  </a:lnTo>
                  <a:lnTo>
                    <a:pt x="4180060" y="1879550"/>
                  </a:lnTo>
                  <a:lnTo>
                    <a:pt x="4180247" y="1886222"/>
                  </a:lnTo>
                  <a:lnTo>
                    <a:pt x="4180434" y="1893244"/>
                  </a:lnTo>
                  <a:lnTo>
                    <a:pt x="4180621" y="1899016"/>
                  </a:lnTo>
                  <a:lnTo>
                    <a:pt x="4180808" y="1904579"/>
                  </a:lnTo>
                  <a:lnTo>
                    <a:pt x="4180995" y="1909745"/>
                  </a:lnTo>
                  <a:lnTo>
                    <a:pt x="4181182" y="1914315"/>
                  </a:lnTo>
                  <a:lnTo>
                    <a:pt x="4181368" y="1919130"/>
                  </a:lnTo>
                  <a:lnTo>
                    <a:pt x="4181555" y="1923637"/>
                  </a:lnTo>
                  <a:lnTo>
                    <a:pt x="4181742" y="1927484"/>
                  </a:lnTo>
                  <a:lnTo>
                    <a:pt x="4181929" y="1930946"/>
                  </a:lnTo>
                  <a:lnTo>
                    <a:pt x="4182116" y="1934246"/>
                  </a:lnTo>
                  <a:lnTo>
                    <a:pt x="4182303" y="1938021"/>
                  </a:lnTo>
                  <a:lnTo>
                    <a:pt x="4182490" y="1942048"/>
                  </a:lnTo>
                  <a:lnTo>
                    <a:pt x="4182677" y="1947027"/>
                  </a:lnTo>
                  <a:lnTo>
                    <a:pt x="4182864" y="1951821"/>
                  </a:lnTo>
                  <a:lnTo>
                    <a:pt x="4183051" y="1956369"/>
                  </a:lnTo>
                  <a:lnTo>
                    <a:pt x="4183238" y="1960709"/>
                  </a:lnTo>
                  <a:lnTo>
                    <a:pt x="4183425" y="1964752"/>
                  </a:lnTo>
                  <a:lnTo>
                    <a:pt x="4183612" y="1969568"/>
                  </a:lnTo>
                  <a:lnTo>
                    <a:pt x="4183798" y="1974308"/>
                  </a:lnTo>
                  <a:lnTo>
                    <a:pt x="4183985" y="1978089"/>
                  </a:lnTo>
                  <a:lnTo>
                    <a:pt x="4184172" y="1981556"/>
                  </a:lnTo>
                  <a:lnTo>
                    <a:pt x="4184359" y="1984772"/>
                  </a:lnTo>
                  <a:lnTo>
                    <a:pt x="4184546" y="1987039"/>
                  </a:lnTo>
                  <a:lnTo>
                    <a:pt x="4184733" y="1989058"/>
                  </a:lnTo>
                  <a:lnTo>
                    <a:pt x="4184920" y="1990286"/>
                  </a:lnTo>
                  <a:lnTo>
                    <a:pt x="4185107" y="1991581"/>
                  </a:lnTo>
                  <a:lnTo>
                    <a:pt x="4185294" y="1992769"/>
                  </a:lnTo>
                  <a:lnTo>
                    <a:pt x="4185481" y="1993913"/>
                  </a:lnTo>
                  <a:lnTo>
                    <a:pt x="4185668" y="1994432"/>
                  </a:lnTo>
                  <a:lnTo>
                    <a:pt x="4185855" y="1994173"/>
                  </a:lnTo>
                  <a:lnTo>
                    <a:pt x="4186042" y="1994450"/>
                  </a:lnTo>
                  <a:lnTo>
                    <a:pt x="4186228" y="1995211"/>
                  </a:lnTo>
                  <a:lnTo>
                    <a:pt x="4186415" y="1995771"/>
                  </a:lnTo>
                  <a:lnTo>
                    <a:pt x="4186602" y="1995773"/>
                  </a:lnTo>
                  <a:lnTo>
                    <a:pt x="4186789" y="1996379"/>
                  </a:lnTo>
                  <a:lnTo>
                    <a:pt x="4186976" y="1996114"/>
                  </a:lnTo>
                  <a:lnTo>
                    <a:pt x="4187163" y="1997349"/>
                  </a:lnTo>
                  <a:lnTo>
                    <a:pt x="4187350" y="1999580"/>
                  </a:lnTo>
                  <a:lnTo>
                    <a:pt x="4187537" y="2001845"/>
                  </a:lnTo>
                  <a:lnTo>
                    <a:pt x="4187724" y="2004745"/>
                  </a:lnTo>
                  <a:lnTo>
                    <a:pt x="4187911" y="2007264"/>
                  </a:lnTo>
                  <a:lnTo>
                    <a:pt x="4188098" y="2010169"/>
                  </a:lnTo>
                  <a:lnTo>
                    <a:pt x="4188285" y="2013468"/>
                  </a:lnTo>
                  <a:lnTo>
                    <a:pt x="4188471" y="2015995"/>
                  </a:lnTo>
                  <a:lnTo>
                    <a:pt x="4188658" y="2018447"/>
                  </a:lnTo>
                  <a:lnTo>
                    <a:pt x="4188845" y="2020315"/>
                  </a:lnTo>
                  <a:lnTo>
                    <a:pt x="4189032" y="2023107"/>
                  </a:lnTo>
                  <a:lnTo>
                    <a:pt x="4189219" y="2024851"/>
                  </a:lnTo>
                  <a:lnTo>
                    <a:pt x="4189406" y="2025263"/>
                  </a:lnTo>
                  <a:lnTo>
                    <a:pt x="4189593" y="2025304"/>
                  </a:lnTo>
                  <a:lnTo>
                    <a:pt x="4189780" y="2026285"/>
                  </a:lnTo>
                  <a:lnTo>
                    <a:pt x="4189967" y="2026375"/>
                  </a:lnTo>
                  <a:lnTo>
                    <a:pt x="4190154" y="2025707"/>
                  </a:lnTo>
                  <a:lnTo>
                    <a:pt x="4190341" y="2024651"/>
                  </a:lnTo>
                  <a:lnTo>
                    <a:pt x="4190528" y="2023004"/>
                  </a:lnTo>
                  <a:lnTo>
                    <a:pt x="4190715" y="2020929"/>
                  </a:lnTo>
                  <a:lnTo>
                    <a:pt x="4190901" y="2018632"/>
                  </a:lnTo>
                  <a:lnTo>
                    <a:pt x="4191088" y="2015707"/>
                  </a:lnTo>
                  <a:lnTo>
                    <a:pt x="4191275" y="2012960"/>
                  </a:lnTo>
                  <a:lnTo>
                    <a:pt x="4191462" y="2009449"/>
                  </a:lnTo>
                  <a:lnTo>
                    <a:pt x="4191649" y="2005228"/>
                  </a:lnTo>
                  <a:lnTo>
                    <a:pt x="4191836" y="2001482"/>
                  </a:lnTo>
                  <a:lnTo>
                    <a:pt x="4192023" y="1998469"/>
                  </a:lnTo>
                  <a:lnTo>
                    <a:pt x="4192210" y="1995854"/>
                  </a:lnTo>
                  <a:lnTo>
                    <a:pt x="4192397" y="1993731"/>
                  </a:lnTo>
                  <a:lnTo>
                    <a:pt x="4192584" y="1991965"/>
                  </a:lnTo>
                  <a:lnTo>
                    <a:pt x="4192771" y="1990195"/>
                  </a:lnTo>
                  <a:lnTo>
                    <a:pt x="4192958" y="1988350"/>
                  </a:lnTo>
                  <a:lnTo>
                    <a:pt x="4193144" y="1986422"/>
                  </a:lnTo>
                  <a:lnTo>
                    <a:pt x="4193331" y="1983998"/>
                  </a:lnTo>
                  <a:lnTo>
                    <a:pt x="4193518" y="1981331"/>
                  </a:lnTo>
                  <a:lnTo>
                    <a:pt x="4193705" y="1978561"/>
                  </a:lnTo>
                  <a:lnTo>
                    <a:pt x="4193892" y="1975896"/>
                  </a:lnTo>
                  <a:lnTo>
                    <a:pt x="4194079" y="1973336"/>
                  </a:lnTo>
                  <a:lnTo>
                    <a:pt x="4194266" y="1971180"/>
                  </a:lnTo>
                  <a:lnTo>
                    <a:pt x="4194453" y="1969180"/>
                  </a:lnTo>
                  <a:lnTo>
                    <a:pt x="4194640" y="1966751"/>
                  </a:lnTo>
                  <a:lnTo>
                    <a:pt x="4194827" y="1963903"/>
                  </a:lnTo>
                  <a:lnTo>
                    <a:pt x="4195014" y="1960717"/>
                  </a:lnTo>
                  <a:lnTo>
                    <a:pt x="4195201" y="1956356"/>
                  </a:lnTo>
                  <a:lnTo>
                    <a:pt x="4195388" y="1951662"/>
                  </a:lnTo>
                  <a:lnTo>
                    <a:pt x="4195574" y="1946800"/>
                  </a:lnTo>
                  <a:lnTo>
                    <a:pt x="4195761" y="1941398"/>
                  </a:lnTo>
                  <a:lnTo>
                    <a:pt x="4195948" y="1935766"/>
                  </a:lnTo>
                  <a:lnTo>
                    <a:pt x="4196135" y="1930165"/>
                  </a:lnTo>
                  <a:lnTo>
                    <a:pt x="4196322" y="1924642"/>
                  </a:lnTo>
                  <a:lnTo>
                    <a:pt x="4196509" y="1919078"/>
                  </a:lnTo>
                  <a:lnTo>
                    <a:pt x="4196696" y="1912922"/>
                  </a:lnTo>
                  <a:lnTo>
                    <a:pt x="4196883" y="1907474"/>
                  </a:lnTo>
                  <a:lnTo>
                    <a:pt x="4197070" y="1902054"/>
                  </a:lnTo>
                  <a:lnTo>
                    <a:pt x="4197257" y="1896324"/>
                  </a:lnTo>
                  <a:lnTo>
                    <a:pt x="4197444" y="1890840"/>
                  </a:lnTo>
                  <a:lnTo>
                    <a:pt x="4197631" y="1885354"/>
                  </a:lnTo>
                  <a:lnTo>
                    <a:pt x="4197818" y="1880387"/>
                  </a:lnTo>
                  <a:lnTo>
                    <a:pt x="4198004" y="1875176"/>
                  </a:lnTo>
                  <a:lnTo>
                    <a:pt x="4198191" y="1869885"/>
                  </a:lnTo>
                  <a:lnTo>
                    <a:pt x="4198378" y="1864087"/>
                  </a:lnTo>
                  <a:lnTo>
                    <a:pt x="4198565" y="1858200"/>
                  </a:lnTo>
                  <a:lnTo>
                    <a:pt x="4198752" y="1852378"/>
                  </a:lnTo>
                  <a:lnTo>
                    <a:pt x="4198939" y="1846489"/>
                  </a:lnTo>
                  <a:lnTo>
                    <a:pt x="4199126" y="1841019"/>
                  </a:lnTo>
                  <a:lnTo>
                    <a:pt x="4199313" y="1835653"/>
                  </a:lnTo>
                  <a:lnTo>
                    <a:pt x="4199500" y="1830905"/>
                  </a:lnTo>
                  <a:lnTo>
                    <a:pt x="4199687" y="1826761"/>
                  </a:lnTo>
                  <a:lnTo>
                    <a:pt x="4199874" y="1822235"/>
                  </a:lnTo>
                  <a:lnTo>
                    <a:pt x="4200061" y="1817837"/>
                  </a:lnTo>
                  <a:lnTo>
                    <a:pt x="4200247" y="1813187"/>
                  </a:lnTo>
                  <a:lnTo>
                    <a:pt x="4200434" y="1808545"/>
                  </a:lnTo>
                  <a:lnTo>
                    <a:pt x="4200621" y="1803547"/>
                  </a:lnTo>
                  <a:lnTo>
                    <a:pt x="4200808" y="1798681"/>
                  </a:lnTo>
                  <a:lnTo>
                    <a:pt x="4200995" y="1793885"/>
                  </a:lnTo>
                  <a:lnTo>
                    <a:pt x="4201182" y="1790029"/>
                  </a:lnTo>
                  <a:lnTo>
                    <a:pt x="4201369" y="1787209"/>
                  </a:lnTo>
                  <a:lnTo>
                    <a:pt x="4201556" y="1784907"/>
                  </a:lnTo>
                  <a:lnTo>
                    <a:pt x="4201743" y="1782727"/>
                  </a:lnTo>
                  <a:lnTo>
                    <a:pt x="4201930" y="1780592"/>
                  </a:lnTo>
                  <a:lnTo>
                    <a:pt x="4202117" y="1778889"/>
                  </a:lnTo>
                  <a:lnTo>
                    <a:pt x="4202304" y="1776583"/>
                  </a:lnTo>
                  <a:lnTo>
                    <a:pt x="4202491" y="1774641"/>
                  </a:lnTo>
                  <a:lnTo>
                    <a:pt x="4202677" y="1772795"/>
                  </a:lnTo>
                  <a:lnTo>
                    <a:pt x="4202864" y="1770812"/>
                  </a:lnTo>
                  <a:lnTo>
                    <a:pt x="4203051" y="1769391"/>
                  </a:lnTo>
                  <a:lnTo>
                    <a:pt x="4203238" y="1768454"/>
                  </a:lnTo>
                  <a:lnTo>
                    <a:pt x="4203425" y="1767965"/>
                  </a:lnTo>
                  <a:lnTo>
                    <a:pt x="4203612" y="1767500"/>
                  </a:lnTo>
                  <a:lnTo>
                    <a:pt x="4203799" y="1766976"/>
                  </a:lnTo>
                  <a:lnTo>
                    <a:pt x="4203986" y="1766284"/>
                  </a:lnTo>
                  <a:lnTo>
                    <a:pt x="4204173" y="1764553"/>
                  </a:lnTo>
                  <a:lnTo>
                    <a:pt x="4204360" y="1762836"/>
                  </a:lnTo>
                  <a:lnTo>
                    <a:pt x="4204547" y="1762185"/>
                  </a:lnTo>
                  <a:lnTo>
                    <a:pt x="4204734" y="1762132"/>
                  </a:lnTo>
                  <a:lnTo>
                    <a:pt x="4204921" y="1762370"/>
                  </a:lnTo>
                  <a:lnTo>
                    <a:pt x="4205107" y="1763074"/>
                  </a:lnTo>
                  <a:lnTo>
                    <a:pt x="4205294" y="1763795"/>
                  </a:lnTo>
                  <a:lnTo>
                    <a:pt x="4205481" y="1764789"/>
                  </a:lnTo>
                  <a:lnTo>
                    <a:pt x="4205668" y="1765932"/>
                  </a:lnTo>
                  <a:lnTo>
                    <a:pt x="4205855" y="1767111"/>
                  </a:lnTo>
                  <a:lnTo>
                    <a:pt x="4206042" y="1768316"/>
                  </a:lnTo>
                  <a:lnTo>
                    <a:pt x="4206229" y="1769758"/>
                  </a:lnTo>
                  <a:lnTo>
                    <a:pt x="4206416" y="1771755"/>
                  </a:lnTo>
                  <a:lnTo>
                    <a:pt x="4206603" y="1773954"/>
                  </a:lnTo>
                  <a:lnTo>
                    <a:pt x="4206790" y="1776118"/>
                  </a:lnTo>
                  <a:lnTo>
                    <a:pt x="4206977" y="1779100"/>
                  </a:lnTo>
                  <a:lnTo>
                    <a:pt x="4207164" y="1782407"/>
                  </a:lnTo>
                  <a:lnTo>
                    <a:pt x="4207350" y="1785652"/>
                  </a:lnTo>
                  <a:lnTo>
                    <a:pt x="4207537" y="1789435"/>
                  </a:lnTo>
                  <a:lnTo>
                    <a:pt x="4207724" y="1793006"/>
                  </a:lnTo>
                  <a:lnTo>
                    <a:pt x="4207911" y="1796137"/>
                  </a:lnTo>
                  <a:lnTo>
                    <a:pt x="4208098" y="1799383"/>
                  </a:lnTo>
                  <a:lnTo>
                    <a:pt x="4208285" y="1802822"/>
                  </a:lnTo>
                  <a:lnTo>
                    <a:pt x="4208472" y="1806402"/>
                  </a:lnTo>
                  <a:lnTo>
                    <a:pt x="4208659" y="1810457"/>
                  </a:lnTo>
                  <a:lnTo>
                    <a:pt x="4208846" y="1814177"/>
                  </a:lnTo>
                  <a:lnTo>
                    <a:pt x="4209033" y="1817809"/>
                  </a:lnTo>
                  <a:lnTo>
                    <a:pt x="4209220" y="1821231"/>
                  </a:lnTo>
                  <a:lnTo>
                    <a:pt x="4209407" y="1824821"/>
                  </a:lnTo>
                  <a:lnTo>
                    <a:pt x="4209594" y="1829195"/>
                  </a:lnTo>
                  <a:lnTo>
                    <a:pt x="4209780" y="1833651"/>
                  </a:lnTo>
                  <a:lnTo>
                    <a:pt x="4209967" y="1838057"/>
                  </a:lnTo>
                  <a:lnTo>
                    <a:pt x="4210154" y="1842068"/>
                  </a:lnTo>
                  <a:lnTo>
                    <a:pt x="4210341" y="1845026"/>
                  </a:lnTo>
                  <a:lnTo>
                    <a:pt x="4210528" y="1847737"/>
                  </a:lnTo>
                  <a:lnTo>
                    <a:pt x="4210715" y="1850030"/>
                  </a:lnTo>
                  <a:lnTo>
                    <a:pt x="4210902" y="1852533"/>
                  </a:lnTo>
                  <a:lnTo>
                    <a:pt x="4211089" y="1855323"/>
                  </a:lnTo>
                  <a:lnTo>
                    <a:pt x="4211276" y="1858320"/>
                  </a:lnTo>
                  <a:lnTo>
                    <a:pt x="4211463" y="1860349"/>
                  </a:lnTo>
                  <a:lnTo>
                    <a:pt x="4211650" y="1862476"/>
                  </a:lnTo>
                  <a:lnTo>
                    <a:pt x="4211837" y="1864902"/>
                  </a:lnTo>
                  <a:lnTo>
                    <a:pt x="4212023" y="1867351"/>
                  </a:lnTo>
                  <a:lnTo>
                    <a:pt x="4212210" y="1869172"/>
                  </a:lnTo>
                  <a:lnTo>
                    <a:pt x="4212397" y="1870729"/>
                  </a:lnTo>
                  <a:lnTo>
                    <a:pt x="4212584" y="1872532"/>
                  </a:lnTo>
                  <a:lnTo>
                    <a:pt x="4212771" y="1873825"/>
                  </a:lnTo>
                  <a:lnTo>
                    <a:pt x="4212958" y="1875487"/>
                  </a:lnTo>
                  <a:lnTo>
                    <a:pt x="4213145" y="1876739"/>
                  </a:lnTo>
                  <a:lnTo>
                    <a:pt x="4213332" y="1878523"/>
                  </a:lnTo>
                  <a:lnTo>
                    <a:pt x="4213519" y="1880634"/>
                  </a:lnTo>
                  <a:lnTo>
                    <a:pt x="4213706" y="1881718"/>
                  </a:lnTo>
                  <a:lnTo>
                    <a:pt x="4213893" y="1881531"/>
                  </a:lnTo>
                  <a:lnTo>
                    <a:pt x="4214080" y="1881329"/>
                  </a:lnTo>
                  <a:lnTo>
                    <a:pt x="4214267" y="1881662"/>
                  </a:lnTo>
                  <a:lnTo>
                    <a:pt x="4214453" y="1882015"/>
                  </a:lnTo>
                  <a:lnTo>
                    <a:pt x="4214640" y="1881717"/>
                  </a:lnTo>
                  <a:lnTo>
                    <a:pt x="4214827" y="1881130"/>
                  </a:lnTo>
                  <a:lnTo>
                    <a:pt x="4215014" y="1879933"/>
                  </a:lnTo>
                  <a:lnTo>
                    <a:pt x="4215201" y="1878414"/>
                  </a:lnTo>
                  <a:lnTo>
                    <a:pt x="4215388" y="1876174"/>
                  </a:lnTo>
                  <a:lnTo>
                    <a:pt x="4215575" y="1874065"/>
                  </a:lnTo>
                  <a:lnTo>
                    <a:pt x="4215762" y="1871367"/>
                  </a:lnTo>
                  <a:lnTo>
                    <a:pt x="4215949" y="1868053"/>
                  </a:lnTo>
                  <a:lnTo>
                    <a:pt x="4216136" y="1864400"/>
                  </a:lnTo>
                  <a:lnTo>
                    <a:pt x="4216323" y="1861052"/>
                  </a:lnTo>
                  <a:lnTo>
                    <a:pt x="4216510" y="1858401"/>
                  </a:lnTo>
                  <a:lnTo>
                    <a:pt x="4216697" y="1857031"/>
                  </a:lnTo>
                  <a:lnTo>
                    <a:pt x="4216883" y="1855412"/>
                  </a:lnTo>
                  <a:lnTo>
                    <a:pt x="4217070" y="1854763"/>
                  </a:lnTo>
                  <a:lnTo>
                    <a:pt x="4217257" y="1854069"/>
                  </a:lnTo>
                  <a:lnTo>
                    <a:pt x="4217444" y="1853188"/>
                  </a:lnTo>
                  <a:lnTo>
                    <a:pt x="4217631" y="1852073"/>
                  </a:lnTo>
                  <a:lnTo>
                    <a:pt x="4217818" y="1851263"/>
                  </a:lnTo>
                  <a:lnTo>
                    <a:pt x="4218005" y="1850661"/>
                  </a:lnTo>
                  <a:lnTo>
                    <a:pt x="4218192" y="1850766"/>
                  </a:lnTo>
                  <a:lnTo>
                    <a:pt x="4218379" y="1850973"/>
                  </a:lnTo>
                  <a:lnTo>
                    <a:pt x="4218566" y="1852048"/>
                  </a:lnTo>
                  <a:lnTo>
                    <a:pt x="4218753" y="1853509"/>
                  </a:lnTo>
                  <a:lnTo>
                    <a:pt x="4218940" y="1855559"/>
                  </a:lnTo>
                  <a:lnTo>
                    <a:pt x="4219126" y="1857584"/>
                  </a:lnTo>
                  <a:lnTo>
                    <a:pt x="4219313" y="1859925"/>
                  </a:lnTo>
                  <a:lnTo>
                    <a:pt x="4219500" y="1862506"/>
                  </a:lnTo>
                  <a:lnTo>
                    <a:pt x="4219687" y="1865161"/>
                  </a:lnTo>
                  <a:lnTo>
                    <a:pt x="4219874" y="1867619"/>
                  </a:lnTo>
                  <a:lnTo>
                    <a:pt x="4220061" y="1870149"/>
                  </a:lnTo>
                  <a:lnTo>
                    <a:pt x="4220248" y="1872608"/>
                  </a:lnTo>
                  <a:lnTo>
                    <a:pt x="4220435" y="1875051"/>
                  </a:lnTo>
                  <a:lnTo>
                    <a:pt x="4220622" y="1876861"/>
                  </a:lnTo>
                  <a:lnTo>
                    <a:pt x="4220809" y="1878435"/>
                  </a:lnTo>
                  <a:lnTo>
                    <a:pt x="4220996" y="1879840"/>
                  </a:lnTo>
                  <a:lnTo>
                    <a:pt x="4221183" y="1881537"/>
                  </a:lnTo>
                  <a:lnTo>
                    <a:pt x="4221370" y="1882723"/>
                  </a:lnTo>
                  <a:lnTo>
                    <a:pt x="4221556" y="1884096"/>
                  </a:lnTo>
                  <a:lnTo>
                    <a:pt x="4221743" y="1885395"/>
                  </a:lnTo>
                  <a:lnTo>
                    <a:pt x="4221930" y="1886967"/>
                  </a:lnTo>
                  <a:lnTo>
                    <a:pt x="4222117" y="1888764"/>
                  </a:lnTo>
                  <a:lnTo>
                    <a:pt x="4222304" y="1890984"/>
                  </a:lnTo>
                  <a:lnTo>
                    <a:pt x="4222491" y="1893552"/>
                  </a:lnTo>
                  <a:lnTo>
                    <a:pt x="4222678" y="1896595"/>
                  </a:lnTo>
                  <a:lnTo>
                    <a:pt x="4222865" y="1900002"/>
                  </a:lnTo>
                  <a:lnTo>
                    <a:pt x="4223052" y="1903710"/>
                  </a:lnTo>
                  <a:lnTo>
                    <a:pt x="4223239" y="1908662"/>
                  </a:lnTo>
                  <a:lnTo>
                    <a:pt x="4223426" y="1913896"/>
                  </a:lnTo>
                  <a:lnTo>
                    <a:pt x="4223613" y="1919091"/>
                  </a:lnTo>
                  <a:lnTo>
                    <a:pt x="4223800" y="1923751"/>
                  </a:lnTo>
                  <a:lnTo>
                    <a:pt x="4223986" y="1929121"/>
                  </a:lnTo>
                  <a:lnTo>
                    <a:pt x="4224173" y="1934729"/>
                  </a:lnTo>
                  <a:lnTo>
                    <a:pt x="4224360" y="1939995"/>
                  </a:lnTo>
                  <a:lnTo>
                    <a:pt x="4224547" y="1943778"/>
                  </a:lnTo>
                  <a:lnTo>
                    <a:pt x="4224734" y="1946590"/>
                  </a:lnTo>
                  <a:lnTo>
                    <a:pt x="4224921" y="1948608"/>
                  </a:lnTo>
                  <a:lnTo>
                    <a:pt x="4225108" y="1949798"/>
                  </a:lnTo>
                  <a:lnTo>
                    <a:pt x="4225295" y="1950699"/>
                  </a:lnTo>
                  <a:lnTo>
                    <a:pt x="4225482" y="1951662"/>
                  </a:lnTo>
                  <a:lnTo>
                    <a:pt x="4225669" y="1951952"/>
                  </a:lnTo>
                  <a:lnTo>
                    <a:pt x="4225856" y="1952589"/>
                  </a:lnTo>
                  <a:lnTo>
                    <a:pt x="4226043" y="1953376"/>
                  </a:lnTo>
                  <a:lnTo>
                    <a:pt x="4226229" y="1954100"/>
                  </a:lnTo>
                  <a:lnTo>
                    <a:pt x="4226416" y="1954403"/>
                  </a:lnTo>
                  <a:lnTo>
                    <a:pt x="4226603" y="1955202"/>
                  </a:lnTo>
                  <a:lnTo>
                    <a:pt x="4226790" y="1956266"/>
                  </a:lnTo>
                  <a:lnTo>
                    <a:pt x="4226977" y="1957423"/>
                  </a:lnTo>
                  <a:lnTo>
                    <a:pt x="4227164" y="1959370"/>
                  </a:lnTo>
                  <a:lnTo>
                    <a:pt x="4227351" y="1962271"/>
                  </a:lnTo>
                  <a:lnTo>
                    <a:pt x="4227538" y="1966124"/>
                  </a:lnTo>
                  <a:lnTo>
                    <a:pt x="4227725" y="1970293"/>
                  </a:lnTo>
                  <a:lnTo>
                    <a:pt x="4227912" y="1974684"/>
                  </a:lnTo>
                  <a:lnTo>
                    <a:pt x="4228099" y="1978721"/>
                  </a:lnTo>
                  <a:lnTo>
                    <a:pt x="4228286" y="1982618"/>
                  </a:lnTo>
                  <a:lnTo>
                    <a:pt x="4228473" y="1986494"/>
                  </a:lnTo>
                  <a:lnTo>
                    <a:pt x="4228659" y="1990111"/>
                  </a:lnTo>
                  <a:lnTo>
                    <a:pt x="4228846" y="1993790"/>
                  </a:lnTo>
                  <a:lnTo>
                    <a:pt x="4229033" y="1997773"/>
                  </a:lnTo>
                  <a:lnTo>
                    <a:pt x="4229220" y="2001405"/>
                  </a:lnTo>
                  <a:lnTo>
                    <a:pt x="4229407" y="2004400"/>
                  </a:lnTo>
                  <a:lnTo>
                    <a:pt x="4229594" y="2007165"/>
                  </a:lnTo>
                  <a:lnTo>
                    <a:pt x="4229781" y="2009068"/>
                  </a:lnTo>
                  <a:lnTo>
                    <a:pt x="4229968" y="2010033"/>
                  </a:lnTo>
                  <a:lnTo>
                    <a:pt x="4230155" y="2010669"/>
                  </a:lnTo>
                  <a:lnTo>
                    <a:pt x="4230342" y="2010737"/>
                  </a:lnTo>
                  <a:lnTo>
                    <a:pt x="4230529" y="2010757"/>
                  </a:lnTo>
                  <a:lnTo>
                    <a:pt x="4230716" y="2010246"/>
                  </a:lnTo>
                  <a:lnTo>
                    <a:pt x="4230902" y="2009589"/>
                  </a:lnTo>
                  <a:lnTo>
                    <a:pt x="4231089" y="2008457"/>
                  </a:lnTo>
                  <a:lnTo>
                    <a:pt x="4231276" y="2006778"/>
                  </a:lnTo>
                  <a:lnTo>
                    <a:pt x="4231463" y="2004378"/>
                  </a:lnTo>
                  <a:lnTo>
                    <a:pt x="4231650" y="2001416"/>
                  </a:lnTo>
                  <a:lnTo>
                    <a:pt x="4231837" y="1998041"/>
                  </a:lnTo>
                  <a:lnTo>
                    <a:pt x="4232024" y="1994120"/>
                  </a:lnTo>
                  <a:lnTo>
                    <a:pt x="4232211" y="1990030"/>
                  </a:lnTo>
                  <a:lnTo>
                    <a:pt x="4232398" y="1985868"/>
                  </a:lnTo>
                  <a:lnTo>
                    <a:pt x="4232585" y="1983117"/>
                  </a:lnTo>
                  <a:lnTo>
                    <a:pt x="4232772" y="1981101"/>
                  </a:lnTo>
                  <a:lnTo>
                    <a:pt x="4232959" y="1978880"/>
                  </a:lnTo>
                  <a:lnTo>
                    <a:pt x="4233146" y="1977197"/>
                  </a:lnTo>
                  <a:lnTo>
                    <a:pt x="4233332" y="1975623"/>
                  </a:lnTo>
                  <a:lnTo>
                    <a:pt x="4233519" y="1972967"/>
                  </a:lnTo>
                  <a:lnTo>
                    <a:pt x="4233706" y="1970218"/>
                  </a:lnTo>
                  <a:lnTo>
                    <a:pt x="4233893" y="1967877"/>
                  </a:lnTo>
                  <a:lnTo>
                    <a:pt x="4234080" y="1965581"/>
                  </a:lnTo>
                  <a:lnTo>
                    <a:pt x="4234267" y="1963289"/>
                  </a:lnTo>
                  <a:lnTo>
                    <a:pt x="4234454" y="1961441"/>
                  </a:lnTo>
                  <a:lnTo>
                    <a:pt x="4234641" y="1959646"/>
                  </a:lnTo>
                  <a:lnTo>
                    <a:pt x="4234828" y="1958406"/>
                  </a:lnTo>
                  <a:lnTo>
                    <a:pt x="4235015" y="1957087"/>
                  </a:lnTo>
                  <a:lnTo>
                    <a:pt x="4235202" y="1955193"/>
                  </a:lnTo>
                  <a:lnTo>
                    <a:pt x="4235389" y="1953253"/>
                  </a:lnTo>
                  <a:lnTo>
                    <a:pt x="4235576" y="1951050"/>
                  </a:lnTo>
                  <a:lnTo>
                    <a:pt x="4235762" y="1949680"/>
                  </a:lnTo>
                  <a:lnTo>
                    <a:pt x="4235949" y="1948697"/>
                  </a:lnTo>
                  <a:lnTo>
                    <a:pt x="4236136" y="1947420"/>
                  </a:lnTo>
                  <a:lnTo>
                    <a:pt x="4236323" y="1946449"/>
                  </a:lnTo>
                  <a:lnTo>
                    <a:pt x="4236510" y="1945410"/>
                  </a:lnTo>
                  <a:lnTo>
                    <a:pt x="4236697" y="1944073"/>
                  </a:lnTo>
                  <a:lnTo>
                    <a:pt x="4236884" y="1941714"/>
                  </a:lnTo>
                  <a:lnTo>
                    <a:pt x="4237071" y="1939068"/>
                  </a:lnTo>
                  <a:lnTo>
                    <a:pt x="4237258" y="1936900"/>
                  </a:lnTo>
                  <a:lnTo>
                    <a:pt x="4237445" y="1935018"/>
                  </a:lnTo>
                  <a:lnTo>
                    <a:pt x="4237632" y="1933413"/>
                  </a:lnTo>
                  <a:lnTo>
                    <a:pt x="4237819" y="1932584"/>
                  </a:lnTo>
                  <a:lnTo>
                    <a:pt x="4238005" y="1932728"/>
                  </a:lnTo>
                  <a:lnTo>
                    <a:pt x="4238192" y="1932958"/>
                  </a:lnTo>
                  <a:lnTo>
                    <a:pt x="4238379" y="1933509"/>
                  </a:lnTo>
                  <a:lnTo>
                    <a:pt x="4238566" y="1933584"/>
                  </a:lnTo>
                  <a:lnTo>
                    <a:pt x="4238753" y="1933220"/>
                  </a:lnTo>
                  <a:lnTo>
                    <a:pt x="4238940" y="1932865"/>
                  </a:lnTo>
                  <a:lnTo>
                    <a:pt x="4239127" y="1933051"/>
                  </a:lnTo>
                  <a:lnTo>
                    <a:pt x="4239314" y="1934642"/>
                  </a:lnTo>
                  <a:lnTo>
                    <a:pt x="4239501" y="1936537"/>
                  </a:lnTo>
                  <a:lnTo>
                    <a:pt x="4239688" y="1939586"/>
                  </a:lnTo>
                  <a:lnTo>
                    <a:pt x="4239875" y="1942330"/>
                  </a:lnTo>
                  <a:lnTo>
                    <a:pt x="4240062" y="1944767"/>
                  </a:lnTo>
                  <a:lnTo>
                    <a:pt x="4240249" y="1947031"/>
                  </a:lnTo>
                  <a:lnTo>
                    <a:pt x="4240435" y="1948864"/>
                  </a:lnTo>
                  <a:lnTo>
                    <a:pt x="4240622" y="1950572"/>
                  </a:lnTo>
                  <a:lnTo>
                    <a:pt x="4240809" y="1952143"/>
                  </a:lnTo>
                  <a:lnTo>
                    <a:pt x="4240996" y="1953851"/>
                  </a:lnTo>
                  <a:lnTo>
                    <a:pt x="4241183" y="1955800"/>
                  </a:lnTo>
                  <a:lnTo>
                    <a:pt x="4241370" y="1958148"/>
                  </a:lnTo>
                  <a:lnTo>
                    <a:pt x="4241557" y="1961207"/>
                  </a:lnTo>
                  <a:lnTo>
                    <a:pt x="4241744" y="1964569"/>
                  </a:lnTo>
                  <a:lnTo>
                    <a:pt x="4241931" y="1967920"/>
                  </a:lnTo>
                  <a:lnTo>
                    <a:pt x="4242118" y="1970520"/>
                  </a:lnTo>
                  <a:lnTo>
                    <a:pt x="4242305" y="1972387"/>
                  </a:lnTo>
                  <a:lnTo>
                    <a:pt x="4242492" y="1973793"/>
                  </a:lnTo>
                  <a:lnTo>
                    <a:pt x="4242679" y="1974973"/>
                  </a:lnTo>
                  <a:lnTo>
                    <a:pt x="4242865" y="1975937"/>
                  </a:lnTo>
                  <a:lnTo>
                    <a:pt x="4243052" y="1976512"/>
                  </a:lnTo>
                  <a:lnTo>
                    <a:pt x="4243239" y="1976922"/>
                  </a:lnTo>
                  <a:lnTo>
                    <a:pt x="4243426" y="1976800"/>
                  </a:lnTo>
                  <a:lnTo>
                    <a:pt x="4243613" y="1976489"/>
                  </a:lnTo>
                  <a:lnTo>
                    <a:pt x="4243800" y="1976024"/>
                  </a:lnTo>
                  <a:lnTo>
                    <a:pt x="4243987" y="1975264"/>
                  </a:lnTo>
                  <a:lnTo>
                    <a:pt x="4244174" y="1974096"/>
                  </a:lnTo>
                  <a:lnTo>
                    <a:pt x="4244361" y="1972173"/>
                  </a:lnTo>
                  <a:lnTo>
                    <a:pt x="4244548" y="1970072"/>
                  </a:lnTo>
                  <a:lnTo>
                    <a:pt x="4244735" y="1967963"/>
                  </a:lnTo>
                  <a:lnTo>
                    <a:pt x="4244922" y="1965677"/>
                  </a:lnTo>
                  <a:lnTo>
                    <a:pt x="4245108" y="1963962"/>
                  </a:lnTo>
                  <a:lnTo>
                    <a:pt x="4245295" y="1962735"/>
                  </a:lnTo>
                  <a:lnTo>
                    <a:pt x="4245482" y="1961688"/>
                  </a:lnTo>
                  <a:lnTo>
                    <a:pt x="4245669" y="1961169"/>
                  </a:lnTo>
                  <a:lnTo>
                    <a:pt x="4245856" y="1961327"/>
                  </a:lnTo>
                  <a:lnTo>
                    <a:pt x="4246043" y="1961582"/>
                  </a:lnTo>
                  <a:lnTo>
                    <a:pt x="4246230" y="1962594"/>
                  </a:lnTo>
                  <a:lnTo>
                    <a:pt x="4246417" y="1963782"/>
                  </a:lnTo>
                  <a:lnTo>
                    <a:pt x="4246604" y="1965383"/>
                  </a:lnTo>
                  <a:lnTo>
                    <a:pt x="4246791" y="1966991"/>
                  </a:lnTo>
                  <a:lnTo>
                    <a:pt x="4246978" y="1968440"/>
                  </a:lnTo>
                  <a:lnTo>
                    <a:pt x="4247165" y="1970097"/>
                  </a:lnTo>
                  <a:lnTo>
                    <a:pt x="4247352" y="1971927"/>
                  </a:lnTo>
                  <a:lnTo>
                    <a:pt x="4247538" y="1974282"/>
                  </a:lnTo>
                  <a:lnTo>
                    <a:pt x="4247725" y="1977339"/>
                  </a:lnTo>
                  <a:lnTo>
                    <a:pt x="4247912" y="1980677"/>
                  </a:lnTo>
                  <a:lnTo>
                    <a:pt x="4248099" y="1984401"/>
                  </a:lnTo>
                  <a:lnTo>
                    <a:pt x="4248286" y="1987778"/>
                  </a:lnTo>
                  <a:lnTo>
                    <a:pt x="4248473" y="1990744"/>
                  </a:lnTo>
                  <a:lnTo>
                    <a:pt x="4248660" y="1993508"/>
                  </a:lnTo>
                  <a:lnTo>
                    <a:pt x="4248847" y="1996727"/>
                  </a:lnTo>
                  <a:lnTo>
                    <a:pt x="4249034" y="1999448"/>
                  </a:lnTo>
                  <a:lnTo>
                    <a:pt x="4249221" y="2001460"/>
                  </a:lnTo>
                  <a:lnTo>
                    <a:pt x="4249408" y="2002859"/>
                  </a:lnTo>
                  <a:lnTo>
                    <a:pt x="4249595" y="2005283"/>
                  </a:lnTo>
                  <a:lnTo>
                    <a:pt x="4249781" y="2007768"/>
                  </a:lnTo>
                  <a:lnTo>
                    <a:pt x="4249968" y="2009974"/>
                  </a:lnTo>
                  <a:lnTo>
                    <a:pt x="4250155" y="2011906"/>
                  </a:lnTo>
                  <a:lnTo>
                    <a:pt x="4250342" y="2013089"/>
                  </a:lnTo>
                  <a:lnTo>
                    <a:pt x="4250529" y="2013076"/>
                  </a:lnTo>
                  <a:lnTo>
                    <a:pt x="4250716" y="2012329"/>
                  </a:lnTo>
                  <a:lnTo>
                    <a:pt x="4250903" y="2010569"/>
                  </a:lnTo>
                  <a:lnTo>
                    <a:pt x="4251090" y="2009140"/>
                  </a:lnTo>
                  <a:lnTo>
                    <a:pt x="4251277" y="2008677"/>
                  </a:lnTo>
                  <a:lnTo>
                    <a:pt x="4251464" y="2008165"/>
                  </a:lnTo>
                  <a:lnTo>
                    <a:pt x="4251651" y="2007232"/>
                  </a:lnTo>
                  <a:lnTo>
                    <a:pt x="4251838" y="2006469"/>
                  </a:lnTo>
                  <a:lnTo>
                    <a:pt x="4252025" y="2006615"/>
                  </a:lnTo>
                  <a:lnTo>
                    <a:pt x="4252211" y="2006958"/>
                  </a:lnTo>
                  <a:lnTo>
                    <a:pt x="4252398" y="2007716"/>
                  </a:lnTo>
                  <a:lnTo>
                    <a:pt x="4252585" y="2008385"/>
                  </a:lnTo>
                  <a:lnTo>
                    <a:pt x="4252772" y="2008965"/>
                  </a:lnTo>
                  <a:lnTo>
                    <a:pt x="4252959" y="2009713"/>
                  </a:lnTo>
                  <a:lnTo>
                    <a:pt x="4253146" y="2011384"/>
                  </a:lnTo>
                  <a:lnTo>
                    <a:pt x="4253333" y="2013680"/>
                  </a:lnTo>
                  <a:lnTo>
                    <a:pt x="4253520" y="2016451"/>
                  </a:lnTo>
                  <a:lnTo>
                    <a:pt x="4253707" y="2019054"/>
                  </a:lnTo>
                  <a:lnTo>
                    <a:pt x="4253894" y="2021385"/>
                  </a:lnTo>
                  <a:lnTo>
                    <a:pt x="4254081" y="2022986"/>
                  </a:lnTo>
                  <a:lnTo>
                    <a:pt x="4254268" y="2024692"/>
                  </a:lnTo>
                  <a:lnTo>
                    <a:pt x="4254455" y="2026328"/>
                  </a:lnTo>
                  <a:lnTo>
                    <a:pt x="4254641" y="2028448"/>
                  </a:lnTo>
                  <a:lnTo>
                    <a:pt x="4254828" y="2030462"/>
                  </a:lnTo>
                  <a:lnTo>
                    <a:pt x="4255015" y="2032688"/>
                  </a:lnTo>
                  <a:lnTo>
                    <a:pt x="4255202" y="2034640"/>
                  </a:lnTo>
                  <a:lnTo>
                    <a:pt x="4255389" y="2036567"/>
                  </a:lnTo>
                  <a:lnTo>
                    <a:pt x="4255576" y="2038106"/>
                  </a:lnTo>
                  <a:lnTo>
                    <a:pt x="4255763" y="2039680"/>
                  </a:lnTo>
                  <a:lnTo>
                    <a:pt x="4255950" y="2040885"/>
                  </a:lnTo>
                  <a:lnTo>
                    <a:pt x="4256137" y="2041941"/>
                  </a:lnTo>
                  <a:lnTo>
                    <a:pt x="4256324" y="2042689"/>
                  </a:lnTo>
                  <a:lnTo>
                    <a:pt x="4256511" y="2043331"/>
                  </a:lnTo>
                  <a:lnTo>
                    <a:pt x="4256698" y="2043982"/>
                  </a:lnTo>
                  <a:lnTo>
                    <a:pt x="4256884" y="2044527"/>
                  </a:lnTo>
                  <a:lnTo>
                    <a:pt x="4257071" y="2044967"/>
                  </a:lnTo>
                  <a:lnTo>
                    <a:pt x="4257258" y="2045336"/>
                  </a:lnTo>
                  <a:lnTo>
                    <a:pt x="4257445" y="2045450"/>
                  </a:lnTo>
                  <a:lnTo>
                    <a:pt x="4257632" y="2045398"/>
                  </a:lnTo>
                  <a:lnTo>
                    <a:pt x="4257819" y="2044963"/>
                  </a:lnTo>
                  <a:lnTo>
                    <a:pt x="4258006" y="2044789"/>
                  </a:lnTo>
                  <a:lnTo>
                    <a:pt x="4258193" y="2044664"/>
                  </a:lnTo>
                  <a:lnTo>
                    <a:pt x="4258380" y="2044341"/>
                  </a:lnTo>
                  <a:lnTo>
                    <a:pt x="4258567" y="2043403"/>
                  </a:lnTo>
                  <a:lnTo>
                    <a:pt x="4258754" y="2041908"/>
                  </a:lnTo>
                  <a:lnTo>
                    <a:pt x="4258941" y="2039777"/>
                  </a:lnTo>
                  <a:lnTo>
                    <a:pt x="4259128" y="2037195"/>
                  </a:lnTo>
                  <a:lnTo>
                    <a:pt x="4259314" y="2034792"/>
                  </a:lnTo>
                  <a:lnTo>
                    <a:pt x="4259501" y="2032163"/>
                  </a:lnTo>
                  <a:lnTo>
                    <a:pt x="4259688" y="2030347"/>
                  </a:lnTo>
                  <a:lnTo>
                    <a:pt x="4259875" y="2028671"/>
                  </a:lnTo>
                  <a:lnTo>
                    <a:pt x="4260062" y="2026727"/>
                  </a:lnTo>
                  <a:lnTo>
                    <a:pt x="4260249" y="2023960"/>
                  </a:lnTo>
                  <a:lnTo>
                    <a:pt x="4260436" y="2021819"/>
                  </a:lnTo>
                  <a:lnTo>
                    <a:pt x="4260623" y="2019472"/>
                  </a:lnTo>
                  <a:lnTo>
                    <a:pt x="4260810" y="2016930"/>
                  </a:lnTo>
                  <a:lnTo>
                    <a:pt x="4260997" y="2014335"/>
                  </a:lnTo>
                  <a:lnTo>
                    <a:pt x="4261184" y="2012650"/>
                  </a:lnTo>
                  <a:lnTo>
                    <a:pt x="4261371" y="2010978"/>
                  </a:lnTo>
                  <a:lnTo>
                    <a:pt x="4261558" y="2009294"/>
                  </a:lnTo>
                  <a:lnTo>
                    <a:pt x="4261744" y="2008232"/>
                  </a:lnTo>
                  <a:lnTo>
                    <a:pt x="4261931" y="2007757"/>
                  </a:lnTo>
                  <a:lnTo>
                    <a:pt x="4262118" y="2007985"/>
                  </a:lnTo>
                  <a:lnTo>
                    <a:pt x="4262305" y="2008961"/>
                  </a:lnTo>
                  <a:lnTo>
                    <a:pt x="4262492" y="2010624"/>
                  </a:lnTo>
                  <a:lnTo>
                    <a:pt x="4262679" y="2012856"/>
                  </a:lnTo>
                  <a:lnTo>
                    <a:pt x="4262866" y="2015496"/>
                  </a:lnTo>
                  <a:lnTo>
                    <a:pt x="4263053" y="2018907"/>
                  </a:lnTo>
                  <a:lnTo>
                    <a:pt x="4263240" y="2022177"/>
                  </a:lnTo>
                  <a:lnTo>
                    <a:pt x="4263427" y="2025186"/>
                  </a:lnTo>
                  <a:lnTo>
                    <a:pt x="4263614" y="2028666"/>
                  </a:lnTo>
                  <a:lnTo>
                    <a:pt x="4263801" y="2032760"/>
                  </a:lnTo>
                  <a:lnTo>
                    <a:pt x="4263987" y="2036894"/>
                  </a:lnTo>
                  <a:lnTo>
                    <a:pt x="4264174" y="2041512"/>
                  </a:lnTo>
                  <a:lnTo>
                    <a:pt x="4264361" y="2046244"/>
                  </a:lnTo>
                  <a:lnTo>
                    <a:pt x="4264548" y="2050440"/>
                  </a:lnTo>
                  <a:lnTo>
                    <a:pt x="4264735" y="2053923"/>
                  </a:lnTo>
                  <a:lnTo>
                    <a:pt x="4264922" y="2056500"/>
                  </a:lnTo>
                  <a:lnTo>
                    <a:pt x="4265109" y="2058312"/>
                  </a:lnTo>
                  <a:lnTo>
                    <a:pt x="4265296" y="2059130"/>
                  </a:lnTo>
                  <a:lnTo>
                    <a:pt x="4265483" y="2059429"/>
                  </a:lnTo>
                  <a:lnTo>
                    <a:pt x="4265670" y="2059183"/>
                  </a:lnTo>
                  <a:lnTo>
                    <a:pt x="4265857" y="2059148"/>
                  </a:lnTo>
                  <a:lnTo>
                    <a:pt x="4266044" y="2058972"/>
                  </a:lnTo>
                  <a:lnTo>
                    <a:pt x="4266231" y="2059024"/>
                  </a:lnTo>
                  <a:lnTo>
                    <a:pt x="4266417" y="2058787"/>
                  </a:lnTo>
                  <a:lnTo>
                    <a:pt x="4266604" y="2057855"/>
                  </a:lnTo>
                  <a:lnTo>
                    <a:pt x="4266791" y="2057001"/>
                  </a:lnTo>
                  <a:lnTo>
                    <a:pt x="4266978" y="2056227"/>
                  </a:lnTo>
                  <a:lnTo>
                    <a:pt x="4267165" y="2055955"/>
                  </a:lnTo>
                  <a:lnTo>
                    <a:pt x="4267352" y="2056482"/>
                  </a:lnTo>
                  <a:lnTo>
                    <a:pt x="4267539" y="2057371"/>
                  </a:lnTo>
                  <a:lnTo>
                    <a:pt x="4267726" y="2058954"/>
                  </a:lnTo>
                  <a:lnTo>
                    <a:pt x="4267913" y="2060932"/>
                  </a:lnTo>
                  <a:lnTo>
                    <a:pt x="4268100" y="2063745"/>
                  </a:lnTo>
                  <a:lnTo>
                    <a:pt x="4268287" y="2067006"/>
                  </a:lnTo>
                  <a:lnTo>
                    <a:pt x="4268474" y="2070979"/>
                  </a:lnTo>
                  <a:lnTo>
                    <a:pt x="4268660" y="2075517"/>
                  </a:lnTo>
                  <a:lnTo>
                    <a:pt x="4268847" y="2080785"/>
                  </a:lnTo>
                  <a:lnTo>
                    <a:pt x="4269034" y="2086325"/>
                  </a:lnTo>
                  <a:lnTo>
                    <a:pt x="4269221" y="2092324"/>
                  </a:lnTo>
                  <a:lnTo>
                    <a:pt x="4269408" y="2099019"/>
                  </a:lnTo>
                  <a:lnTo>
                    <a:pt x="4269595" y="2106204"/>
                  </a:lnTo>
                  <a:lnTo>
                    <a:pt x="4269782" y="2113679"/>
                  </a:lnTo>
                  <a:lnTo>
                    <a:pt x="4269969" y="2120890"/>
                  </a:lnTo>
                  <a:lnTo>
                    <a:pt x="4270156" y="2127647"/>
                  </a:lnTo>
                  <a:lnTo>
                    <a:pt x="4270343" y="2134820"/>
                  </a:lnTo>
                  <a:lnTo>
                    <a:pt x="4270530" y="2141974"/>
                  </a:lnTo>
                  <a:lnTo>
                    <a:pt x="4270717" y="2149168"/>
                  </a:lnTo>
                  <a:lnTo>
                    <a:pt x="4270904" y="2157603"/>
                  </a:lnTo>
                  <a:lnTo>
                    <a:pt x="4271090" y="2166246"/>
                  </a:lnTo>
                  <a:lnTo>
                    <a:pt x="4271277" y="2174700"/>
                  </a:lnTo>
                  <a:lnTo>
                    <a:pt x="4271464" y="2183733"/>
                  </a:lnTo>
                  <a:lnTo>
                    <a:pt x="4271651" y="2192107"/>
                  </a:lnTo>
                  <a:lnTo>
                    <a:pt x="4271838" y="2200111"/>
                  </a:lnTo>
                  <a:lnTo>
                    <a:pt x="4272025" y="2208423"/>
                  </a:lnTo>
                  <a:lnTo>
                    <a:pt x="4272212" y="2216295"/>
                  </a:lnTo>
                  <a:lnTo>
                    <a:pt x="4272399" y="2224405"/>
                  </a:lnTo>
                  <a:lnTo>
                    <a:pt x="4272586" y="2232972"/>
                  </a:lnTo>
                  <a:lnTo>
                    <a:pt x="4272773" y="2241654"/>
                  </a:lnTo>
                  <a:lnTo>
                    <a:pt x="4272960" y="2250564"/>
                  </a:lnTo>
                  <a:lnTo>
                    <a:pt x="4273147" y="2259096"/>
                  </a:lnTo>
                  <a:lnTo>
                    <a:pt x="4273334" y="2266906"/>
                  </a:lnTo>
                  <a:lnTo>
                    <a:pt x="4273520" y="2274761"/>
                  </a:lnTo>
                  <a:lnTo>
                    <a:pt x="4273707" y="2282150"/>
                  </a:lnTo>
                  <a:lnTo>
                    <a:pt x="4273894" y="2289257"/>
                  </a:lnTo>
                  <a:lnTo>
                    <a:pt x="4274081" y="2296742"/>
                  </a:lnTo>
                  <a:lnTo>
                    <a:pt x="4274268" y="2304280"/>
                  </a:lnTo>
                  <a:lnTo>
                    <a:pt x="4274455" y="2311878"/>
                  </a:lnTo>
                  <a:lnTo>
                    <a:pt x="4274642" y="2319355"/>
                  </a:lnTo>
                  <a:lnTo>
                    <a:pt x="4274829" y="2326279"/>
                  </a:lnTo>
                  <a:lnTo>
                    <a:pt x="4275016" y="2332971"/>
                  </a:lnTo>
                  <a:lnTo>
                    <a:pt x="4275203" y="2338946"/>
                  </a:lnTo>
                  <a:lnTo>
                    <a:pt x="4275390" y="2344192"/>
                  </a:lnTo>
                  <a:lnTo>
                    <a:pt x="4275577" y="2349282"/>
                  </a:lnTo>
                  <a:lnTo>
                    <a:pt x="4275763" y="2354179"/>
                  </a:lnTo>
                  <a:lnTo>
                    <a:pt x="4275950" y="2359033"/>
                  </a:lnTo>
                  <a:lnTo>
                    <a:pt x="4276137" y="2364138"/>
                  </a:lnTo>
                  <a:lnTo>
                    <a:pt x="4276324" y="2368903"/>
                  </a:lnTo>
                  <a:lnTo>
                    <a:pt x="4276511" y="2372903"/>
                  </a:lnTo>
                  <a:lnTo>
                    <a:pt x="4276698" y="2375353"/>
                  </a:lnTo>
                  <a:lnTo>
                    <a:pt x="4276885" y="2376921"/>
                  </a:lnTo>
                  <a:lnTo>
                    <a:pt x="4277072" y="2378365"/>
                  </a:lnTo>
                  <a:lnTo>
                    <a:pt x="4277259" y="2379795"/>
                  </a:lnTo>
                  <a:lnTo>
                    <a:pt x="4277446" y="2381402"/>
                  </a:lnTo>
                  <a:lnTo>
                    <a:pt x="4277633" y="2383059"/>
                  </a:lnTo>
                  <a:lnTo>
                    <a:pt x="4277820" y="2384668"/>
                  </a:lnTo>
                  <a:lnTo>
                    <a:pt x="4278007" y="2385608"/>
                  </a:lnTo>
                  <a:lnTo>
                    <a:pt x="4278193" y="2386385"/>
                  </a:lnTo>
                  <a:lnTo>
                    <a:pt x="4278380" y="2387008"/>
                  </a:lnTo>
                  <a:lnTo>
                    <a:pt x="4278567" y="2387460"/>
                  </a:lnTo>
                  <a:lnTo>
                    <a:pt x="4278754" y="2387469"/>
                  </a:lnTo>
                  <a:lnTo>
                    <a:pt x="4278941" y="2387278"/>
                  </a:lnTo>
                  <a:lnTo>
                    <a:pt x="4279128" y="2386616"/>
                  </a:lnTo>
                  <a:lnTo>
                    <a:pt x="4279315" y="2385842"/>
                  </a:lnTo>
                  <a:lnTo>
                    <a:pt x="4279502" y="2385169"/>
                  </a:lnTo>
                  <a:lnTo>
                    <a:pt x="4279689" y="2385114"/>
                  </a:lnTo>
                  <a:lnTo>
                    <a:pt x="4279876" y="2385106"/>
                  </a:lnTo>
                  <a:lnTo>
                    <a:pt x="4280063" y="2385501"/>
                  </a:lnTo>
                  <a:lnTo>
                    <a:pt x="4280250" y="2385785"/>
                  </a:lnTo>
                  <a:lnTo>
                    <a:pt x="4280437" y="2386380"/>
                  </a:lnTo>
                  <a:lnTo>
                    <a:pt x="4280623" y="2387062"/>
                  </a:lnTo>
                  <a:lnTo>
                    <a:pt x="4280810" y="2388062"/>
                  </a:lnTo>
                  <a:lnTo>
                    <a:pt x="4280997" y="2389095"/>
                  </a:lnTo>
                  <a:lnTo>
                    <a:pt x="4281184" y="2390053"/>
                  </a:lnTo>
                  <a:lnTo>
                    <a:pt x="4281371" y="2391155"/>
                  </a:lnTo>
                  <a:lnTo>
                    <a:pt x="4281558" y="2392464"/>
                  </a:lnTo>
                  <a:lnTo>
                    <a:pt x="4281745" y="2393983"/>
                  </a:lnTo>
                  <a:lnTo>
                    <a:pt x="4281932" y="2395767"/>
                  </a:lnTo>
                  <a:lnTo>
                    <a:pt x="4282119" y="2397744"/>
                  </a:lnTo>
                  <a:lnTo>
                    <a:pt x="4282306" y="2400100"/>
                  </a:lnTo>
                  <a:lnTo>
                    <a:pt x="4282493" y="2401877"/>
                  </a:lnTo>
                  <a:lnTo>
                    <a:pt x="4282680" y="2403509"/>
                  </a:lnTo>
                  <a:lnTo>
                    <a:pt x="4282866" y="2405268"/>
                  </a:lnTo>
                  <a:lnTo>
                    <a:pt x="4283053" y="2406895"/>
                  </a:lnTo>
                  <a:lnTo>
                    <a:pt x="4283240" y="2408039"/>
                  </a:lnTo>
                  <a:lnTo>
                    <a:pt x="4283427" y="2408611"/>
                  </a:lnTo>
                  <a:lnTo>
                    <a:pt x="4283614" y="2408276"/>
                  </a:lnTo>
                  <a:lnTo>
                    <a:pt x="4283801" y="2407432"/>
                  </a:lnTo>
                  <a:lnTo>
                    <a:pt x="4283988" y="2406632"/>
                  </a:lnTo>
                  <a:lnTo>
                    <a:pt x="4284175" y="2405523"/>
                  </a:lnTo>
                  <a:lnTo>
                    <a:pt x="4284362" y="2404362"/>
                  </a:lnTo>
                  <a:lnTo>
                    <a:pt x="4284549" y="2402937"/>
                  </a:lnTo>
                  <a:lnTo>
                    <a:pt x="4284736" y="2401372"/>
                  </a:lnTo>
                  <a:lnTo>
                    <a:pt x="4284923" y="2399439"/>
                  </a:lnTo>
                  <a:lnTo>
                    <a:pt x="4285110" y="2397312"/>
                  </a:lnTo>
                  <a:lnTo>
                    <a:pt x="4285296" y="2395380"/>
                  </a:lnTo>
                  <a:lnTo>
                    <a:pt x="4285483" y="2393734"/>
                  </a:lnTo>
                  <a:lnTo>
                    <a:pt x="4285670" y="2392428"/>
                  </a:lnTo>
                  <a:lnTo>
                    <a:pt x="4285857" y="2391598"/>
                  </a:lnTo>
                  <a:lnTo>
                    <a:pt x="4286044" y="2391236"/>
                  </a:lnTo>
                  <a:lnTo>
                    <a:pt x="4286231" y="2391486"/>
                  </a:lnTo>
                  <a:lnTo>
                    <a:pt x="4286418" y="2392673"/>
                  </a:lnTo>
                  <a:lnTo>
                    <a:pt x="4286605" y="2394744"/>
                  </a:lnTo>
                  <a:lnTo>
                    <a:pt x="4286792" y="2397140"/>
                  </a:lnTo>
                  <a:lnTo>
                    <a:pt x="4286979" y="2399536"/>
                  </a:lnTo>
                  <a:lnTo>
                    <a:pt x="4287166" y="2402109"/>
                  </a:lnTo>
                  <a:lnTo>
                    <a:pt x="4287353" y="2404978"/>
                  </a:lnTo>
                  <a:lnTo>
                    <a:pt x="4287539" y="2408421"/>
                  </a:lnTo>
                  <a:lnTo>
                    <a:pt x="4287726" y="2412541"/>
                  </a:lnTo>
                  <a:lnTo>
                    <a:pt x="4287913" y="2417287"/>
                  </a:lnTo>
                  <a:lnTo>
                    <a:pt x="4288100" y="2422308"/>
                  </a:lnTo>
                  <a:lnTo>
                    <a:pt x="4288287" y="2427771"/>
                  </a:lnTo>
                  <a:lnTo>
                    <a:pt x="4288474" y="2432974"/>
                  </a:lnTo>
                  <a:lnTo>
                    <a:pt x="4288661" y="2437491"/>
                  </a:lnTo>
                  <a:lnTo>
                    <a:pt x="4288848" y="2441417"/>
                  </a:lnTo>
                  <a:lnTo>
                    <a:pt x="4289035" y="2444963"/>
                  </a:lnTo>
                  <a:lnTo>
                    <a:pt x="4289222" y="2448008"/>
                  </a:lnTo>
                  <a:lnTo>
                    <a:pt x="4289409" y="2450457"/>
                  </a:lnTo>
                  <a:lnTo>
                    <a:pt x="4289596" y="2452600"/>
                  </a:lnTo>
                  <a:lnTo>
                    <a:pt x="4289783" y="2454287"/>
                  </a:lnTo>
                  <a:lnTo>
                    <a:pt x="4289969" y="2455902"/>
                  </a:lnTo>
                  <a:lnTo>
                    <a:pt x="4290156" y="2457763"/>
                  </a:lnTo>
                  <a:lnTo>
                    <a:pt x="4290343" y="2458922"/>
                  </a:lnTo>
                  <a:lnTo>
                    <a:pt x="4290530" y="2459264"/>
                  </a:lnTo>
                  <a:lnTo>
                    <a:pt x="4290717" y="2459361"/>
                  </a:lnTo>
                  <a:lnTo>
                    <a:pt x="4290904" y="2459244"/>
                  </a:lnTo>
                  <a:lnTo>
                    <a:pt x="4291091" y="2459073"/>
                  </a:lnTo>
                  <a:lnTo>
                    <a:pt x="4291278" y="2458879"/>
                  </a:lnTo>
                  <a:lnTo>
                    <a:pt x="4291465" y="2458872"/>
                  </a:lnTo>
                  <a:lnTo>
                    <a:pt x="4291652" y="2458806"/>
                  </a:lnTo>
                  <a:lnTo>
                    <a:pt x="4291839" y="2459047"/>
                  </a:lnTo>
                  <a:lnTo>
                    <a:pt x="4292026" y="2459133"/>
                  </a:lnTo>
                  <a:lnTo>
                    <a:pt x="4292213" y="2459305"/>
                  </a:lnTo>
                  <a:lnTo>
                    <a:pt x="4292399" y="2458900"/>
                  </a:lnTo>
                  <a:lnTo>
                    <a:pt x="4292586" y="2458566"/>
                  </a:lnTo>
                  <a:lnTo>
                    <a:pt x="4292773" y="2458214"/>
                  </a:lnTo>
                  <a:lnTo>
                    <a:pt x="4292960" y="2458020"/>
                  </a:lnTo>
                  <a:lnTo>
                    <a:pt x="4293147" y="2458020"/>
                  </a:lnTo>
                  <a:lnTo>
                    <a:pt x="4293334" y="2458161"/>
                  </a:lnTo>
                  <a:lnTo>
                    <a:pt x="4293521" y="2458020"/>
                  </a:lnTo>
                  <a:lnTo>
                    <a:pt x="4293708" y="2457704"/>
                  </a:lnTo>
                  <a:lnTo>
                    <a:pt x="4293895" y="2457238"/>
                  </a:lnTo>
                  <a:lnTo>
                    <a:pt x="4294082" y="2456675"/>
                  </a:lnTo>
                  <a:lnTo>
                    <a:pt x="4294269" y="2455909"/>
                  </a:lnTo>
                  <a:lnTo>
                    <a:pt x="4294456" y="2455197"/>
                  </a:lnTo>
                  <a:lnTo>
                    <a:pt x="4294642" y="2454493"/>
                  </a:lnTo>
                  <a:lnTo>
                    <a:pt x="4294829" y="2453323"/>
                  </a:lnTo>
                  <a:lnTo>
                    <a:pt x="4295016" y="2451661"/>
                  </a:lnTo>
                  <a:lnTo>
                    <a:pt x="4295203" y="2450201"/>
                  </a:lnTo>
                  <a:lnTo>
                    <a:pt x="4295390" y="2448838"/>
                  </a:lnTo>
                  <a:lnTo>
                    <a:pt x="4295577" y="2447465"/>
                  </a:lnTo>
                  <a:lnTo>
                    <a:pt x="4295764" y="2445794"/>
                  </a:lnTo>
                  <a:lnTo>
                    <a:pt x="4295951" y="2443947"/>
                  </a:lnTo>
                  <a:lnTo>
                    <a:pt x="4296138" y="2442425"/>
                  </a:lnTo>
                  <a:lnTo>
                    <a:pt x="4296325" y="2440481"/>
                  </a:lnTo>
                  <a:lnTo>
                    <a:pt x="4296512" y="2438063"/>
                  </a:lnTo>
                  <a:lnTo>
                    <a:pt x="4296699" y="2435626"/>
                  </a:lnTo>
                  <a:lnTo>
                    <a:pt x="4296886" y="2432732"/>
                  </a:lnTo>
                  <a:lnTo>
                    <a:pt x="4297072" y="2428840"/>
                  </a:lnTo>
                  <a:lnTo>
                    <a:pt x="4297259" y="2424593"/>
                  </a:lnTo>
                  <a:lnTo>
                    <a:pt x="4297446" y="2420277"/>
                  </a:lnTo>
                  <a:lnTo>
                    <a:pt x="4297633" y="2416264"/>
                  </a:lnTo>
                  <a:lnTo>
                    <a:pt x="4297820" y="2411846"/>
                  </a:lnTo>
                  <a:lnTo>
                    <a:pt x="4298007" y="2406968"/>
                  </a:lnTo>
                  <a:lnTo>
                    <a:pt x="4298194" y="2401734"/>
                  </a:lnTo>
                  <a:lnTo>
                    <a:pt x="4298381" y="2395825"/>
                  </a:lnTo>
                  <a:lnTo>
                    <a:pt x="4298568" y="2391094"/>
                  </a:lnTo>
                  <a:lnTo>
                    <a:pt x="4298755" y="2387210"/>
                  </a:lnTo>
                  <a:lnTo>
                    <a:pt x="4298942" y="2384424"/>
                  </a:lnTo>
                  <a:lnTo>
                    <a:pt x="4299129" y="2382308"/>
                  </a:lnTo>
                  <a:lnTo>
                    <a:pt x="4299315" y="2380636"/>
                  </a:lnTo>
                  <a:lnTo>
                    <a:pt x="4299502" y="2378850"/>
                  </a:lnTo>
                  <a:lnTo>
                    <a:pt x="4299689" y="2376888"/>
                  </a:lnTo>
                  <a:lnTo>
                    <a:pt x="4299876" y="2374771"/>
                  </a:lnTo>
                  <a:lnTo>
                    <a:pt x="4300063" y="2372204"/>
                  </a:lnTo>
                  <a:lnTo>
                    <a:pt x="4300250" y="2369549"/>
                  </a:lnTo>
                  <a:lnTo>
                    <a:pt x="4300437" y="2366741"/>
                  </a:lnTo>
                  <a:lnTo>
                    <a:pt x="4300624" y="2363836"/>
                  </a:lnTo>
                  <a:lnTo>
                    <a:pt x="4300811" y="2360524"/>
                  </a:lnTo>
                  <a:lnTo>
                    <a:pt x="4300998" y="2357318"/>
                  </a:lnTo>
                  <a:lnTo>
                    <a:pt x="4301185" y="2354095"/>
                  </a:lnTo>
                  <a:lnTo>
                    <a:pt x="4301372" y="2350633"/>
                  </a:lnTo>
                  <a:lnTo>
                    <a:pt x="4301559" y="2346399"/>
                  </a:lnTo>
                  <a:lnTo>
                    <a:pt x="4301745" y="2341843"/>
                  </a:lnTo>
                  <a:lnTo>
                    <a:pt x="4301932" y="2337132"/>
                  </a:lnTo>
                  <a:lnTo>
                    <a:pt x="4302119" y="2332163"/>
                  </a:lnTo>
                  <a:lnTo>
                    <a:pt x="4302306" y="2327061"/>
                  </a:lnTo>
                  <a:lnTo>
                    <a:pt x="4302493" y="2323049"/>
                  </a:lnTo>
                  <a:lnTo>
                    <a:pt x="4302680" y="2319474"/>
                  </a:lnTo>
                  <a:lnTo>
                    <a:pt x="4302867" y="2315892"/>
                  </a:lnTo>
                  <a:lnTo>
                    <a:pt x="4303054" y="2311981"/>
                  </a:lnTo>
                  <a:lnTo>
                    <a:pt x="4303241" y="2307422"/>
                  </a:lnTo>
                  <a:lnTo>
                    <a:pt x="4303428" y="2302983"/>
                  </a:lnTo>
                  <a:lnTo>
                    <a:pt x="4303615" y="2299155"/>
                  </a:lnTo>
                  <a:lnTo>
                    <a:pt x="4303802" y="2295611"/>
                  </a:lnTo>
                  <a:lnTo>
                    <a:pt x="4303989" y="2292254"/>
                  </a:lnTo>
                  <a:lnTo>
                    <a:pt x="4304175" y="2288336"/>
                  </a:lnTo>
                  <a:lnTo>
                    <a:pt x="4304362" y="2284625"/>
                  </a:lnTo>
                  <a:lnTo>
                    <a:pt x="4304549" y="2280410"/>
                  </a:lnTo>
                  <a:lnTo>
                    <a:pt x="4304736" y="2276039"/>
                  </a:lnTo>
                  <a:lnTo>
                    <a:pt x="4304923" y="2270982"/>
                  </a:lnTo>
                  <a:lnTo>
                    <a:pt x="4305110" y="2265937"/>
                  </a:lnTo>
                  <a:lnTo>
                    <a:pt x="4305297" y="2260659"/>
                  </a:lnTo>
                  <a:lnTo>
                    <a:pt x="4305484" y="2255127"/>
                  </a:lnTo>
                  <a:lnTo>
                    <a:pt x="4305671" y="2249643"/>
                  </a:lnTo>
                  <a:lnTo>
                    <a:pt x="4305858" y="2244614"/>
                  </a:lnTo>
                  <a:lnTo>
                    <a:pt x="4306045" y="2240222"/>
                  </a:lnTo>
                  <a:lnTo>
                    <a:pt x="4306232" y="2236133"/>
                  </a:lnTo>
                  <a:lnTo>
                    <a:pt x="4306418" y="2231947"/>
                  </a:lnTo>
                  <a:lnTo>
                    <a:pt x="4306605" y="2227616"/>
                  </a:lnTo>
                  <a:lnTo>
                    <a:pt x="4306792" y="2222903"/>
                  </a:lnTo>
                  <a:lnTo>
                    <a:pt x="4306979" y="2218222"/>
                  </a:lnTo>
                  <a:lnTo>
                    <a:pt x="4307166" y="2213446"/>
                  </a:lnTo>
                  <a:lnTo>
                    <a:pt x="4307353" y="2208776"/>
                  </a:lnTo>
                  <a:lnTo>
                    <a:pt x="4307540" y="2204272"/>
                  </a:lnTo>
                  <a:lnTo>
                    <a:pt x="4307727" y="2199158"/>
                  </a:lnTo>
                  <a:lnTo>
                    <a:pt x="4307914" y="2194107"/>
                  </a:lnTo>
                  <a:lnTo>
                    <a:pt x="4308101" y="2189318"/>
                  </a:lnTo>
                  <a:lnTo>
                    <a:pt x="4308288" y="2184671"/>
                  </a:lnTo>
                  <a:lnTo>
                    <a:pt x="4308475" y="2180143"/>
                  </a:lnTo>
                  <a:lnTo>
                    <a:pt x="4308662" y="2175598"/>
                  </a:lnTo>
                  <a:lnTo>
                    <a:pt x="4308848" y="2171406"/>
                  </a:lnTo>
                  <a:lnTo>
                    <a:pt x="4309035" y="2167004"/>
                  </a:lnTo>
                  <a:lnTo>
                    <a:pt x="4309222" y="2162555"/>
                  </a:lnTo>
                  <a:lnTo>
                    <a:pt x="4309409" y="2157627"/>
                  </a:lnTo>
                  <a:lnTo>
                    <a:pt x="4309596" y="2153126"/>
                  </a:lnTo>
                  <a:lnTo>
                    <a:pt x="4309783" y="2149423"/>
                  </a:lnTo>
                  <a:lnTo>
                    <a:pt x="4309970" y="2146084"/>
                  </a:lnTo>
                  <a:lnTo>
                    <a:pt x="4310157" y="2143093"/>
                  </a:lnTo>
                  <a:lnTo>
                    <a:pt x="4310344" y="2140112"/>
                  </a:lnTo>
                  <a:lnTo>
                    <a:pt x="4310531" y="2137930"/>
                  </a:lnTo>
                  <a:lnTo>
                    <a:pt x="4310718" y="2136277"/>
                  </a:lnTo>
                  <a:lnTo>
                    <a:pt x="4310905" y="2134781"/>
                  </a:lnTo>
                  <a:lnTo>
                    <a:pt x="4311092" y="2133471"/>
                  </a:lnTo>
                  <a:lnTo>
                    <a:pt x="4311278" y="2131791"/>
                  </a:lnTo>
                  <a:lnTo>
                    <a:pt x="4311465" y="2129979"/>
                  </a:lnTo>
                  <a:lnTo>
                    <a:pt x="4311652" y="2128369"/>
                  </a:lnTo>
                  <a:lnTo>
                    <a:pt x="4311839" y="2126137"/>
                  </a:lnTo>
                  <a:lnTo>
                    <a:pt x="4312026" y="2124122"/>
                  </a:lnTo>
                  <a:lnTo>
                    <a:pt x="4312213" y="2122097"/>
                  </a:lnTo>
                  <a:lnTo>
                    <a:pt x="4312400" y="2119908"/>
                  </a:lnTo>
                  <a:lnTo>
                    <a:pt x="4312587" y="2117030"/>
                  </a:lnTo>
                  <a:lnTo>
                    <a:pt x="4312774" y="2113226"/>
                  </a:lnTo>
                  <a:lnTo>
                    <a:pt x="4312961" y="2108858"/>
                  </a:lnTo>
                  <a:lnTo>
                    <a:pt x="4313148" y="2104004"/>
                  </a:lnTo>
                  <a:lnTo>
                    <a:pt x="4313335" y="2098491"/>
                  </a:lnTo>
                  <a:lnTo>
                    <a:pt x="4313521" y="2092180"/>
                  </a:lnTo>
                  <a:lnTo>
                    <a:pt x="4313708" y="2085428"/>
                  </a:lnTo>
                  <a:lnTo>
                    <a:pt x="4313895" y="2078851"/>
                  </a:lnTo>
                  <a:lnTo>
                    <a:pt x="4314082" y="2072345"/>
                  </a:lnTo>
                  <a:lnTo>
                    <a:pt x="4314269" y="2065880"/>
                  </a:lnTo>
                  <a:lnTo>
                    <a:pt x="4314456" y="2058731"/>
                  </a:lnTo>
                  <a:lnTo>
                    <a:pt x="4314643" y="2051856"/>
                  </a:lnTo>
                  <a:lnTo>
                    <a:pt x="4314830" y="2044953"/>
                  </a:lnTo>
                  <a:lnTo>
                    <a:pt x="4315017" y="2038210"/>
                  </a:lnTo>
                  <a:lnTo>
                    <a:pt x="4315204" y="2032093"/>
                  </a:lnTo>
                  <a:lnTo>
                    <a:pt x="4315391" y="2027229"/>
                  </a:lnTo>
                  <a:lnTo>
                    <a:pt x="4315578" y="2023394"/>
                  </a:lnTo>
                  <a:lnTo>
                    <a:pt x="4315765" y="2019920"/>
                  </a:lnTo>
                  <a:lnTo>
                    <a:pt x="4315951" y="2016841"/>
                  </a:lnTo>
                  <a:lnTo>
                    <a:pt x="4316138" y="2014699"/>
                  </a:lnTo>
                  <a:lnTo>
                    <a:pt x="4316325" y="2011805"/>
                  </a:lnTo>
                  <a:lnTo>
                    <a:pt x="4316512" y="2008692"/>
                  </a:lnTo>
                  <a:lnTo>
                    <a:pt x="4316699" y="2004581"/>
                  </a:lnTo>
                  <a:lnTo>
                    <a:pt x="4316886" y="1999682"/>
                  </a:lnTo>
                  <a:lnTo>
                    <a:pt x="4317073" y="1993257"/>
                  </a:lnTo>
                  <a:lnTo>
                    <a:pt x="4317260" y="1986995"/>
                  </a:lnTo>
                  <a:lnTo>
                    <a:pt x="4317447" y="1980355"/>
                  </a:lnTo>
                  <a:lnTo>
                    <a:pt x="4317634" y="1973118"/>
                  </a:lnTo>
                  <a:lnTo>
                    <a:pt x="4317821" y="1964839"/>
                  </a:lnTo>
                  <a:lnTo>
                    <a:pt x="4318008" y="1955633"/>
                  </a:lnTo>
                  <a:lnTo>
                    <a:pt x="4318194" y="1945978"/>
                  </a:lnTo>
                  <a:lnTo>
                    <a:pt x="4318381" y="1935219"/>
                  </a:lnTo>
                  <a:lnTo>
                    <a:pt x="4318568" y="1923823"/>
                  </a:lnTo>
                  <a:lnTo>
                    <a:pt x="4318755" y="1911763"/>
                  </a:lnTo>
                  <a:lnTo>
                    <a:pt x="4318942" y="1898807"/>
                  </a:lnTo>
                  <a:lnTo>
                    <a:pt x="4319129" y="1886552"/>
                  </a:lnTo>
                  <a:lnTo>
                    <a:pt x="4319316" y="1871775"/>
                  </a:lnTo>
                  <a:lnTo>
                    <a:pt x="4319503" y="1857437"/>
                  </a:lnTo>
                  <a:lnTo>
                    <a:pt x="4319690" y="1843531"/>
                  </a:lnTo>
                  <a:lnTo>
                    <a:pt x="4319877" y="1830469"/>
                  </a:lnTo>
                  <a:lnTo>
                    <a:pt x="4320064" y="1816906"/>
                  </a:lnTo>
                  <a:lnTo>
                    <a:pt x="4320251" y="1802622"/>
                  </a:lnTo>
                  <a:lnTo>
                    <a:pt x="4320438" y="1788487"/>
                  </a:lnTo>
                  <a:lnTo>
                    <a:pt x="4320624" y="1775012"/>
                  </a:lnTo>
                  <a:lnTo>
                    <a:pt x="4320811" y="1762653"/>
                  </a:lnTo>
                  <a:lnTo>
                    <a:pt x="4320998" y="1750779"/>
                  </a:lnTo>
                  <a:lnTo>
                    <a:pt x="4321185" y="1739696"/>
                  </a:lnTo>
                  <a:lnTo>
                    <a:pt x="4321372" y="1728561"/>
                  </a:lnTo>
                  <a:lnTo>
                    <a:pt x="4321559" y="1717241"/>
                  </a:lnTo>
                  <a:lnTo>
                    <a:pt x="4321746" y="1704970"/>
                  </a:lnTo>
                  <a:lnTo>
                    <a:pt x="4321933" y="1692304"/>
                  </a:lnTo>
                  <a:lnTo>
                    <a:pt x="4322120" y="1679489"/>
                  </a:lnTo>
                  <a:lnTo>
                    <a:pt x="4322307" y="1666357"/>
                  </a:lnTo>
                  <a:lnTo>
                    <a:pt x="4322494" y="1653823"/>
                  </a:lnTo>
                  <a:lnTo>
                    <a:pt x="4322681" y="1642309"/>
                  </a:lnTo>
                  <a:lnTo>
                    <a:pt x="4322868" y="1629924"/>
                  </a:lnTo>
                  <a:lnTo>
                    <a:pt x="4323054" y="1617364"/>
                  </a:lnTo>
                  <a:lnTo>
                    <a:pt x="4323241" y="1604100"/>
                  </a:lnTo>
                  <a:lnTo>
                    <a:pt x="4323428" y="1589921"/>
                  </a:lnTo>
                  <a:lnTo>
                    <a:pt x="4323615" y="1574757"/>
                  </a:lnTo>
                  <a:lnTo>
                    <a:pt x="4323802" y="1559039"/>
                  </a:lnTo>
                  <a:lnTo>
                    <a:pt x="4323989" y="1543303"/>
                  </a:lnTo>
                  <a:lnTo>
                    <a:pt x="4324176" y="1528236"/>
                  </a:lnTo>
                  <a:lnTo>
                    <a:pt x="4324363" y="1514207"/>
                  </a:lnTo>
                  <a:lnTo>
                    <a:pt x="4324550" y="1501760"/>
                  </a:lnTo>
                  <a:lnTo>
                    <a:pt x="4324737" y="1490299"/>
                  </a:lnTo>
                  <a:lnTo>
                    <a:pt x="4324924" y="1479595"/>
                  </a:lnTo>
                  <a:lnTo>
                    <a:pt x="4325111" y="1469717"/>
                  </a:lnTo>
                  <a:lnTo>
                    <a:pt x="4325297" y="1459365"/>
                  </a:lnTo>
                  <a:lnTo>
                    <a:pt x="4325484" y="1448563"/>
                  </a:lnTo>
                  <a:lnTo>
                    <a:pt x="4325671" y="1438905"/>
                  </a:lnTo>
                  <a:lnTo>
                    <a:pt x="4325858" y="1430488"/>
                  </a:lnTo>
                  <a:lnTo>
                    <a:pt x="4326045" y="1422466"/>
                  </a:lnTo>
                  <a:lnTo>
                    <a:pt x="4326232" y="1415324"/>
                  </a:lnTo>
                  <a:lnTo>
                    <a:pt x="4326419" y="1408074"/>
                  </a:lnTo>
                  <a:lnTo>
                    <a:pt x="4326606" y="1400260"/>
                  </a:lnTo>
                  <a:lnTo>
                    <a:pt x="4326793" y="1392915"/>
                  </a:lnTo>
                  <a:lnTo>
                    <a:pt x="4326980" y="1386199"/>
                  </a:lnTo>
                  <a:lnTo>
                    <a:pt x="4327167" y="1379883"/>
                  </a:lnTo>
                  <a:lnTo>
                    <a:pt x="4327354" y="1373606"/>
                  </a:lnTo>
                  <a:lnTo>
                    <a:pt x="4327541" y="1367013"/>
                  </a:lnTo>
                  <a:lnTo>
                    <a:pt x="4327727" y="1360374"/>
                  </a:lnTo>
                  <a:lnTo>
                    <a:pt x="4327914" y="1353101"/>
                  </a:lnTo>
                  <a:lnTo>
                    <a:pt x="4328101" y="1345651"/>
                  </a:lnTo>
                  <a:lnTo>
                    <a:pt x="4328288" y="1338914"/>
                  </a:lnTo>
                  <a:lnTo>
                    <a:pt x="4328475" y="1331721"/>
                  </a:lnTo>
                  <a:lnTo>
                    <a:pt x="4328662" y="1324360"/>
                  </a:lnTo>
                  <a:lnTo>
                    <a:pt x="4328849" y="1317050"/>
                  </a:lnTo>
                  <a:lnTo>
                    <a:pt x="4329036" y="1310013"/>
                  </a:lnTo>
                  <a:lnTo>
                    <a:pt x="4329223" y="1303432"/>
                  </a:lnTo>
                  <a:lnTo>
                    <a:pt x="4329410" y="1297668"/>
                  </a:lnTo>
                  <a:lnTo>
                    <a:pt x="4329597" y="1292083"/>
                  </a:lnTo>
                  <a:lnTo>
                    <a:pt x="4329784" y="1287030"/>
                  </a:lnTo>
                  <a:lnTo>
                    <a:pt x="4329971" y="1282042"/>
                  </a:lnTo>
                  <a:lnTo>
                    <a:pt x="4330157" y="1277126"/>
                  </a:lnTo>
                  <a:lnTo>
                    <a:pt x="4330344" y="1272534"/>
                  </a:lnTo>
                  <a:lnTo>
                    <a:pt x="4330531" y="1267833"/>
                  </a:lnTo>
                  <a:lnTo>
                    <a:pt x="4330718" y="1263673"/>
                  </a:lnTo>
                  <a:lnTo>
                    <a:pt x="4330905" y="1259975"/>
                  </a:lnTo>
                  <a:lnTo>
                    <a:pt x="4331092" y="1257151"/>
                  </a:lnTo>
                  <a:lnTo>
                    <a:pt x="4331279" y="1255237"/>
                  </a:lnTo>
                  <a:lnTo>
                    <a:pt x="4331466" y="1252906"/>
                  </a:lnTo>
                  <a:lnTo>
                    <a:pt x="4331653" y="1250954"/>
                  </a:lnTo>
                  <a:lnTo>
                    <a:pt x="4331840" y="1248596"/>
                  </a:lnTo>
                  <a:lnTo>
                    <a:pt x="4332027" y="1245887"/>
                  </a:lnTo>
                  <a:lnTo>
                    <a:pt x="4332214" y="1243521"/>
                  </a:lnTo>
                  <a:lnTo>
                    <a:pt x="4332400" y="1241560"/>
                  </a:lnTo>
                  <a:lnTo>
                    <a:pt x="4332587" y="1239334"/>
                  </a:lnTo>
                  <a:lnTo>
                    <a:pt x="4332774" y="1236625"/>
                  </a:lnTo>
                  <a:lnTo>
                    <a:pt x="4332961" y="1233802"/>
                  </a:lnTo>
                  <a:lnTo>
                    <a:pt x="4333148" y="1230855"/>
                  </a:lnTo>
                  <a:lnTo>
                    <a:pt x="4333335" y="1228586"/>
                  </a:lnTo>
                  <a:lnTo>
                    <a:pt x="4333522" y="1226317"/>
                  </a:lnTo>
                  <a:lnTo>
                    <a:pt x="4333709" y="1225094"/>
                  </a:lnTo>
                  <a:lnTo>
                    <a:pt x="4333896" y="1224126"/>
                  </a:lnTo>
                  <a:lnTo>
                    <a:pt x="4334083" y="1222156"/>
                  </a:lnTo>
                  <a:lnTo>
                    <a:pt x="4334270" y="1221119"/>
                  </a:lnTo>
                  <a:lnTo>
                    <a:pt x="4334457" y="1219641"/>
                  </a:lnTo>
                  <a:lnTo>
                    <a:pt x="4334644" y="1218137"/>
                  </a:lnTo>
                  <a:lnTo>
                    <a:pt x="4334830" y="1217562"/>
                  </a:lnTo>
                  <a:lnTo>
                    <a:pt x="4335017" y="1217759"/>
                  </a:lnTo>
                  <a:lnTo>
                    <a:pt x="4335204" y="1216459"/>
                  </a:lnTo>
                  <a:lnTo>
                    <a:pt x="4335391" y="1216342"/>
                  </a:lnTo>
                  <a:lnTo>
                    <a:pt x="4335578" y="1217369"/>
                  </a:lnTo>
                  <a:lnTo>
                    <a:pt x="4335765" y="1220557"/>
                  </a:lnTo>
                  <a:lnTo>
                    <a:pt x="4335952" y="1222887"/>
                  </a:lnTo>
                  <a:lnTo>
                    <a:pt x="4336139" y="1224151"/>
                  </a:lnTo>
                  <a:lnTo>
                    <a:pt x="4336326" y="1224379"/>
                  </a:lnTo>
                  <a:lnTo>
                    <a:pt x="4336513" y="1223953"/>
                  </a:lnTo>
                  <a:lnTo>
                    <a:pt x="4336700" y="1223273"/>
                  </a:lnTo>
                  <a:lnTo>
                    <a:pt x="4336887" y="1222552"/>
                  </a:lnTo>
                  <a:lnTo>
                    <a:pt x="4337073" y="1222547"/>
                  </a:lnTo>
                  <a:lnTo>
                    <a:pt x="4337260" y="1222605"/>
                  </a:lnTo>
                  <a:lnTo>
                    <a:pt x="4337447" y="1222622"/>
                  </a:lnTo>
                  <a:lnTo>
                    <a:pt x="4337634" y="1222444"/>
                  </a:lnTo>
                  <a:lnTo>
                    <a:pt x="4337821" y="1221470"/>
                  </a:lnTo>
                  <a:lnTo>
                    <a:pt x="4338008" y="1220393"/>
                  </a:lnTo>
                  <a:lnTo>
                    <a:pt x="4338195" y="1219784"/>
                  </a:lnTo>
                  <a:lnTo>
                    <a:pt x="4338382" y="1218809"/>
                  </a:lnTo>
                  <a:lnTo>
                    <a:pt x="4338569" y="1217153"/>
                  </a:lnTo>
                  <a:lnTo>
                    <a:pt x="4338756" y="1215849"/>
                  </a:lnTo>
                  <a:lnTo>
                    <a:pt x="4338943" y="1215321"/>
                  </a:lnTo>
                  <a:lnTo>
                    <a:pt x="4339130" y="1214258"/>
                  </a:lnTo>
                  <a:lnTo>
                    <a:pt x="4339317" y="1212683"/>
                  </a:lnTo>
                  <a:lnTo>
                    <a:pt x="4339503" y="1211838"/>
                  </a:lnTo>
                  <a:lnTo>
                    <a:pt x="4339690" y="1211029"/>
                  </a:lnTo>
                  <a:lnTo>
                    <a:pt x="4339877" y="1208095"/>
                  </a:lnTo>
                  <a:lnTo>
                    <a:pt x="4340064" y="1205107"/>
                  </a:lnTo>
                  <a:lnTo>
                    <a:pt x="4340251" y="1203491"/>
                  </a:lnTo>
                  <a:lnTo>
                    <a:pt x="4340438" y="1202637"/>
                  </a:lnTo>
                  <a:lnTo>
                    <a:pt x="4340625" y="1202606"/>
                  </a:lnTo>
                  <a:lnTo>
                    <a:pt x="4340812" y="1201766"/>
                  </a:lnTo>
                  <a:lnTo>
                    <a:pt x="4340999" y="1200587"/>
                  </a:lnTo>
                  <a:lnTo>
                    <a:pt x="4341186" y="1199591"/>
                  </a:lnTo>
                  <a:lnTo>
                    <a:pt x="4341373" y="1198247"/>
                  </a:lnTo>
                  <a:lnTo>
                    <a:pt x="4341560" y="1197796"/>
                  </a:lnTo>
                  <a:lnTo>
                    <a:pt x="4341747" y="1196615"/>
                  </a:lnTo>
                  <a:lnTo>
                    <a:pt x="4341933" y="1195618"/>
                  </a:lnTo>
                  <a:lnTo>
                    <a:pt x="4342120" y="1194836"/>
                  </a:lnTo>
                  <a:lnTo>
                    <a:pt x="4342307" y="1193421"/>
                  </a:lnTo>
                  <a:lnTo>
                    <a:pt x="4342494" y="1191057"/>
                  </a:lnTo>
                  <a:lnTo>
                    <a:pt x="4342681" y="1188660"/>
                  </a:lnTo>
                  <a:lnTo>
                    <a:pt x="4342868" y="1186143"/>
                  </a:lnTo>
                  <a:lnTo>
                    <a:pt x="4343055" y="1183284"/>
                  </a:lnTo>
                  <a:lnTo>
                    <a:pt x="4343242" y="1179440"/>
                  </a:lnTo>
                  <a:lnTo>
                    <a:pt x="4343429" y="1173944"/>
                  </a:lnTo>
                  <a:lnTo>
                    <a:pt x="4343616" y="1169188"/>
                  </a:lnTo>
                  <a:lnTo>
                    <a:pt x="4343803" y="1164520"/>
                  </a:lnTo>
                  <a:lnTo>
                    <a:pt x="4343990" y="1159317"/>
                  </a:lnTo>
                  <a:lnTo>
                    <a:pt x="4344176" y="1153122"/>
                  </a:lnTo>
                  <a:lnTo>
                    <a:pt x="4344363" y="1146640"/>
                  </a:lnTo>
                  <a:lnTo>
                    <a:pt x="4344550" y="1139787"/>
                  </a:lnTo>
                  <a:lnTo>
                    <a:pt x="4344737" y="1132240"/>
                  </a:lnTo>
                  <a:lnTo>
                    <a:pt x="4344924" y="1123841"/>
                  </a:lnTo>
                  <a:lnTo>
                    <a:pt x="4345111" y="1115644"/>
                  </a:lnTo>
                  <a:lnTo>
                    <a:pt x="4345298" y="1106988"/>
                  </a:lnTo>
                  <a:lnTo>
                    <a:pt x="4345485" y="1097357"/>
                  </a:lnTo>
                  <a:lnTo>
                    <a:pt x="4345672" y="1087708"/>
                  </a:lnTo>
                  <a:lnTo>
                    <a:pt x="4345859" y="1076955"/>
                  </a:lnTo>
                  <a:lnTo>
                    <a:pt x="4346046" y="1064900"/>
                  </a:lnTo>
                  <a:lnTo>
                    <a:pt x="4346233" y="1051126"/>
                  </a:lnTo>
                  <a:lnTo>
                    <a:pt x="4346420" y="1035811"/>
                  </a:lnTo>
                  <a:lnTo>
                    <a:pt x="4346606" y="1020394"/>
                  </a:lnTo>
                  <a:lnTo>
                    <a:pt x="4346793" y="1005338"/>
                  </a:lnTo>
                  <a:lnTo>
                    <a:pt x="4346980" y="990152"/>
                  </a:lnTo>
                  <a:lnTo>
                    <a:pt x="4347167" y="975801"/>
                  </a:lnTo>
                  <a:lnTo>
                    <a:pt x="4347354" y="961113"/>
                  </a:lnTo>
                  <a:lnTo>
                    <a:pt x="4347541" y="946319"/>
                  </a:lnTo>
                  <a:lnTo>
                    <a:pt x="4347728" y="932063"/>
                  </a:lnTo>
                  <a:lnTo>
                    <a:pt x="4347915" y="917533"/>
                  </a:lnTo>
                  <a:lnTo>
                    <a:pt x="4348102" y="902409"/>
                  </a:lnTo>
                  <a:lnTo>
                    <a:pt x="4348289" y="887456"/>
                  </a:lnTo>
                  <a:lnTo>
                    <a:pt x="4348476" y="872356"/>
                  </a:lnTo>
                  <a:lnTo>
                    <a:pt x="4348663" y="858338"/>
                  </a:lnTo>
                  <a:lnTo>
                    <a:pt x="4348850" y="845187"/>
                  </a:lnTo>
                  <a:lnTo>
                    <a:pt x="4349036" y="832191"/>
                  </a:lnTo>
                  <a:lnTo>
                    <a:pt x="4349223" y="819769"/>
                  </a:lnTo>
                  <a:lnTo>
                    <a:pt x="4349410" y="808096"/>
                  </a:lnTo>
                  <a:lnTo>
                    <a:pt x="4349597" y="797555"/>
                  </a:lnTo>
                  <a:lnTo>
                    <a:pt x="4349784" y="787997"/>
                  </a:lnTo>
                  <a:lnTo>
                    <a:pt x="4349971" y="778420"/>
                  </a:lnTo>
                  <a:lnTo>
                    <a:pt x="4350158" y="770568"/>
                  </a:lnTo>
                  <a:lnTo>
                    <a:pt x="4350345" y="762937"/>
                  </a:lnTo>
                  <a:lnTo>
                    <a:pt x="4350532" y="756619"/>
                  </a:lnTo>
                  <a:lnTo>
                    <a:pt x="4350719" y="751220"/>
                  </a:lnTo>
                  <a:lnTo>
                    <a:pt x="4350906" y="746682"/>
                  </a:lnTo>
                  <a:lnTo>
                    <a:pt x="4351093" y="742882"/>
                  </a:lnTo>
                  <a:lnTo>
                    <a:pt x="4351279" y="739749"/>
                  </a:lnTo>
                  <a:lnTo>
                    <a:pt x="4351466" y="735768"/>
                  </a:lnTo>
                  <a:lnTo>
                    <a:pt x="4351653" y="732781"/>
                  </a:lnTo>
                  <a:lnTo>
                    <a:pt x="4351840" y="730342"/>
                  </a:lnTo>
                  <a:lnTo>
                    <a:pt x="4352027" y="727611"/>
                  </a:lnTo>
                  <a:lnTo>
                    <a:pt x="4352214" y="724182"/>
                  </a:lnTo>
                  <a:lnTo>
                    <a:pt x="4352401" y="720499"/>
                  </a:lnTo>
                  <a:lnTo>
                    <a:pt x="4352588" y="716211"/>
                  </a:lnTo>
                  <a:lnTo>
                    <a:pt x="4352775" y="710662"/>
                  </a:lnTo>
                  <a:lnTo>
                    <a:pt x="4352962" y="704697"/>
                  </a:lnTo>
                  <a:lnTo>
                    <a:pt x="4353149" y="697421"/>
                  </a:lnTo>
                  <a:lnTo>
                    <a:pt x="4353336" y="690441"/>
                  </a:lnTo>
                  <a:lnTo>
                    <a:pt x="4353523" y="682736"/>
                  </a:lnTo>
                  <a:lnTo>
                    <a:pt x="4353709" y="674715"/>
                  </a:lnTo>
                  <a:lnTo>
                    <a:pt x="4353896" y="667808"/>
                  </a:lnTo>
                  <a:lnTo>
                    <a:pt x="4354083" y="662280"/>
                  </a:lnTo>
                  <a:lnTo>
                    <a:pt x="4354270" y="658506"/>
                  </a:lnTo>
                  <a:lnTo>
                    <a:pt x="4354457" y="655771"/>
                  </a:lnTo>
                  <a:lnTo>
                    <a:pt x="4354644" y="653288"/>
                  </a:lnTo>
                  <a:lnTo>
                    <a:pt x="4354831" y="651253"/>
                  </a:lnTo>
                  <a:lnTo>
                    <a:pt x="4355018" y="650705"/>
                  </a:lnTo>
                  <a:lnTo>
                    <a:pt x="4355205" y="651224"/>
                  </a:lnTo>
                  <a:lnTo>
                    <a:pt x="4355392" y="652581"/>
                  </a:lnTo>
                  <a:lnTo>
                    <a:pt x="4355579" y="654465"/>
                  </a:lnTo>
                  <a:lnTo>
                    <a:pt x="4355766" y="657531"/>
                  </a:lnTo>
                  <a:lnTo>
                    <a:pt x="4355952" y="660547"/>
                  </a:lnTo>
                  <a:lnTo>
                    <a:pt x="4356139" y="663283"/>
                  </a:lnTo>
                  <a:lnTo>
                    <a:pt x="4356326" y="664874"/>
                  </a:lnTo>
                  <a:lnTo>
                    <a:pt x="4356513" y="665123"/>
                  </a:lnTo>
                  <a:lnTo>
                    <a:pt x="4356700" y="667313"/>
                  </a:lnTo>
                  <a:lnTo>
                    <a:pt x="4356887" y="668219"/>
                  </a:lnTo>
                  <a:lnTo>
                    <a:pt x="4357074" y="668140"/>
                  </a:lnTo>
                  <a:lnTo>
                    <a:pt x="4357261" y="667586"/>
                  </a:lnTo>
                  <a:lnTo>
                    <a:pt x="4357448" y="667832"/>
                  </a:lnTo>
                  <a:lnTo>
                    <a:pt x="4357635" y="668694"/>
                  </a:lnTo>
                  <a:lnTo>
                    <a:pt x="4357822" y="668853"/>
                  </a:lnTo>
                  <a:lnTo>
                    <a:pt x="4358009" y="668255"/>
                  </a:lnTo>
                  <a:lnTo>
                    <a:pt x="4358196" y="667225"/>
                  </a:lnTo>
                  <a:lnTo>
                    <a:pt x="4358382" y="666443"/>
                  </a:lnTo>
                  <a:lnTo>
                    <a:pt x="4358569" y="665475"/>
                  </a:lnTo>
                  <a:lnTo>
                    <a:pt x="4358756" y="665871"/>
                  </a:lnTo>
                  <a:lnTo>
                    <a:pt x="4358943" y="667155"/>
                  </a:lnTo>
                  <a:lnTo>
                    <a:pt x="4359130" y="669943"/>
                  </a:lnTo>
                  <a:lnTo>
                    <a:pt x="4359317" y="672864"/>
                  </a:lnTo>
                  <a:lnTo>
                    <a:pt x="4359504" y="675195"/>
                  </a:lnTo>
                  <a:lnTo>
                    <a:pt x="4359691" y="677358"/>
                  </a:lnTo>
                  <a:lnTo>
                    <a:pt x="4359878" y="678801"/>
                  </a:lnTo>
                  <a:lnTo>
                    <a:pt x="4360065" y="679610"/>
                  </a:lnTo>
                  <a:lnTo>
                    <a:pt x="4360252" y="681281"/>
                  </a:lnTo>
                  <a:lnTo>
                    <a:pt x="4360439" y="683234"/>
                  </a:lnTo>
                  <a:lnTo>
                    <a:pt x="4360626" y="685776"/>
                  </a:lnTo>
                  <a:lnTo>
                    <a:pt x="4360812" y="689382"/>
                  </a:lnTo>
                  <a:lnTo>
                    <a:pt x="4360999" y="693287"/>
                  </a:lnTo>
                  <a:lnTo>
                    <a:pt x="4361186" y="696595"/>
                  </a:lnTo>
                  <a:lnTo>
                    <a:pt x="4361373" y="699216"/>
                  </a:lnTo>
                  <a:lnTo>
                    <a:pt x="4361560" y="701160"/>
                  </a:lnTo>
                  <a:lnTo>
                    <a:pt x="4361747" y="702321"/>
                  </a:lnTo>
                  <a:lnTo>
                    <a:pt x="4361934" y="701740"/>
                  </a:lnTo>
                  <a:lnTo>
                    <a:pt x="4362121" y="700764"/>
                  </a:lnTo>
                  <a:lnTo>
                    <a:pt x="4362308" y="701553"/>
                  </a:lnTo>
                  <a:lnTo>
                    <a:pt x="4362495" y="701874"/>
                  </a:lnTo>
                  <a:lnTo>
                    <a:pt x="4362682" y="701509"/>
                  </a:lnTo>
                  <a:lnTo>
                    <a:pt x="4362869" y="700348"/>
                  </a:lnTo>
                  <a:lnTo>
                    <a:pt x="4363055" y="697889"/>
                  </a:lnTo>
                  <a:lnTo>
                    <a:pt x="4363242" y="694305"/>
                  </a:lnTo>
                  <a:lnTo>
                    <a:pt x="4363429" y="690471"/>
                  </a:lnTo>
                  <a:lnTo>
                    <a:pt x="4363616" y="686045"/>
                  </a:lnTo>
                  <a:lnTo>
                    <a:pt x="4363803" y="682300"/>
                  </a:lnTo>
                  <a:lnTo>
                    <a:pt x="4363990" y="679888"/>
                  </a:lnTo>
                  <a:lnTo>
                    <a:pt x="4364177" y="678695"/>
                  </a:lnTo>
                  <a:lnTo>
                    <a:pt x="4364364" y="676472"/>
                  </a:lnTo>
                  <a:lnTo>
                    <a:pt x="4364551" y="673658"/>
                  </a:lnTo>
                  <a:lnTo>
                    <a:pt x="4364738" y="671251"/>
                  </a:lnTo>
                  <a:lnTo>
                    <a:pt x="4364925" y="669317"/>
                  </a:lnTo>
                  <a:lnTo>
                    <a:pt x="4365112" y="667546"/>
                  </a:lnTo>
                  <a:lnTo>
                    <a:pt x="4365299" y="665595"/>
                  </a:lnTo>
                  <a:lnTo>
                    <a:pt x="4365485" y="664739"/>
                  </a:lnTo>
                  <a:lnTo>
                    <a:pt x="4365672" y="663745"/>
                  </a:lnTo>
                  <a:lnTo>
                    <a:pt x="4365859" y="663181"/>
                  </a:lnTo>
                  <a:lnTo>
                    <a:pt x="4366046" y="663250"/>
                  </a:lnTo>
                  <a:lnTo>
                    <a:pt x="4366233" y="663531"/>
                  </a:lnTo>
                  <a:lnTo>
                    <a:pt x="4366420" y="663805"/>
                  </a:lnTo>
                  <a:lnTo>
                    <a:pt x="4366607" y="663511"/>
                  </a:lnTo>
                  <a:lnTo>
                    <a:pt x="4366794" y="662422"/>
                  </a:lnTo>
                  <a:lnTo>
                    <a:pt x="4366981" y="660591"/>
                  </a:lnTo>
                  <a:lnTo>
                    <a:pt x="4367168" y="657394"/>
                  </a:lnTo>
                  <a:lnTo>
                    <a:pt x="4367355" y="654272"/>
                  </a:lnTo>
                  <a:lnTo>
                    <a:pt x="4367542" y="651860"/>
                  </a:lnTo>
                  <a:lnTo>
                    <a:pt x="4367729" y="649148"/>
                  </a:lnTo>
                  <a:lnTo>
                    <a:pt x="4367915" y="645653"/>
                  </a:lnTo>
                  <a:lnTo>
                    <a:pt x="4368102" y="640596"/>
                  </a:lnTo>
                  <a:lnTo>
                    <a:pt x="4368289" y="635026"/>
                  </a:lnTo>
                  <a:lnTo>
                    <a:pt x="4368476" y="629279"/>
                  </a:lnTo>
                  <a:lnTo>
                    <a:pt x="4368663" y="624224"/>
                  </a:lnTo>
                  <a:lnTo>
                    <a:pt x="4368850" y="619592"/>
                  </a:lnTo>
                  <a:lnTo>
                    <a:pt x="4369037" y="614859"/>
                  </a:lnTo>
                  <a:lnTo>
                    <a:pt x="4369224" y="609762"/>
                  </a:lnTo>
                  <a:lnTo>
                    <a:pt x="4369411" y="604570"/>
                  </a:lnTo>
                  <a:lnTo>
                    <a:pt x="4369598" y="599510"/>
                  </a:lnTo>
                  <a:lnTo>
                    <a:pt x="4369785" y="594382"/>
                  </a:lnTo>
                  <a:lnTo>
                    <a:pt x="4369972" y="590271"/>
                  </a:lnTo>
                  <a:lnTo>
                    <a:pt x="4370158" y="587037"/>
                  </a:lnTo>
                  <a:lnTo>
                    <a:pt x="4370345" y="584250"/>
                  </a:lnTo>
                  <a:lnTo>
                    <a:pt x="4370532" y="581498"/>
                  </a:lnTo>
                  <a:lnTo>
                    <a:pt x="4370719" y="579639"/>
                  </a:lnTo>
                  <a:lnTo>
                    <a:pt x="4370906" y="579324"/>
                  </a:lnTo>
                  <a:lnTo>
                    <a:pt x="4371093" y="579314"/>
                  </a:lnTo>
                  <a:lnTo>
                    <a:pt x="4371280" y="579451"/>
                  </a:lnTo>
                  <a:lnTo>
                    <a:pt x="4371467" y="579108"/>
                  </a:lnTo>
                  <a:lnTo>
                    <a:pt x="4371654" y="577841"/>
                  </a:lnTo>
                  <a:lnTo>
                    <a:pt x="4371841" y="576619"/>
                  </a:lnTo>
                  <a:lnTo>
                    <a:pt x="4372028" y="576521"/>
                  </a:lnTo>
                  <a:lnTo>
                    <a:pt x="4372215" y="575962"/>
                  </a:lnTo>
                  <a:lnTo>
                    <a:pt x="4372402" y="574464"/>
                  </a:lnTo>
                  <a:lnTo>
                    <a:pt x="4372588" y="574514"/>
                  </a:lnTo>
                  <a:lnTo>
                    <a:pt x="4372775" y="573321"/>
                  </a:lnTo>
                  <a:lnTo>
                    <a:pt x="4372962" y="571335"/>
                  </a:lnTo>
                  <a:lnTo>
                    <a:pt x="4373149" y="568041"/>
                  </a:lnTo>
                  <a:lnTo>
                    <a:pt x="4373336" y="563499"/>
                  </a:lnTo>
                  <a:lnTo>
                    <a:pt x="4373523" y="559180"/>
                  </a:lnTo>
                  <a:lnTo>
                    <a:pt x="4373710" y="556088"/>
                  </a:lnTo>
                  <a:lnTo>
                    <a:pt x="4373897" y="553278"/>
                  </a:lnTo>
                  <a:lnTo>
                    <a:pt x="4374084" y="550481"/>
                  </a:lnTo>
                  <a:lnTo>
                    <a:pt x="4374271" y="547857"/>
                  </a:lnTo>
                  <a:lnTo>
                    <a:pt x="4374458" y="544774"/>
                  </a:lnTo>
                  <a:lnTo>
                    <a:pt x="4374645" y="541664"/>
                  </a:lnTo>
                  <a:lnTo>
                    <a:pt x="4374831" y="538364"/>
                  </a:lnTo>
                  <a:lnTo>
                    <a:pt x="4375018" y="535660"/>
                  </a:lnTo>
                  <a:lnTo>
                    <a:pt x="4375205" y="534048"/>
                  </a:lnTo>
                  <a:lnTo>
                    <a:pt x="4375392" y="532854"/>
                  </a:lnTo>
                  <a:lnTo>
                    <a:pt x="4375579" y="531677"/>
                  </a:lnTo>
                  <a:lnTo>
                    <a:pt x="4375766" y="529811"/>
                  </a:lnTo>
                  <a:lnTo>
                    <a:pt x="4375953" y="528057"/>
                  </a:lnTo>
                  <a:lnTo>
                    <a:pt x="4376140" y="525429"/>
                  </a:lnTo>
                  <a:lnTo>
                    <a:pt x="4376327" y="521731"/>
                  </a:lnTo>
                  <a:lnTo>
                    <a:pt x="4376514" y="518405"/>
                  </a:lnTo>
                  <a:lnTo>
                    <a:pt x="4376701" y="514456"/>
                  </a:lnTo>
                  <a:lnTo>
                    <a:pt x="4376888" y="510055"/>
                  </a:lnTo>
                  <a:lnTo>
                    <a:pt x="4377075" y="505249"/>
                  </a:lnTo>
                  <a:lnTo>
                    <a:pt x="4377261" y="500987"/>
                  </a:lnTo>
                  <a:lnTo>
                    <a:pt x="4377448" y="496259"/>
                  </a:lnTo>
                  <a:lnTo>
                    <a:pt x="4377635" y="490249"/>
                  </a:lnTo>
                  <a:lnTo>
                    <a:pt x="4377822" y="483228"/>
                  </a:lnTo>
                  <a:lnTo>
                    <a:pt x="4378009" y="475380"/>
                  </a:lnTo>
                  <a:lnTo>
                    <a:pt x="4378196" y="467231"/>
                  </a:lnTo>
                  <a:lnTo>
                    <a:pt x="4378383" y="459339"/>
                  </a:lnTo>
                  <a:lnTo>
                    <a:pt x="4378570" y="451519"/>
                  </a:lnTo>
                  <a:lnTo>
                    <a:pt x="4378757" y="443699"/>
                  </a:lnTo>
                  <a:lnTo>
                    <a:pt x="4378944" y="435749"/>
                  </a:lnTo>
                  <a:lnTo>
                    <a:pt x="4379131" y="428386"/>
                  </a:lnTo>
                  <a:lnTo>
                    <a:pt x="4379318" y="420778"/>
                  </a:lnTo>
                  <a:lnTo>
                    <a:pt x="4379505" y="413925"/>
                  </a:lnTo>
                  <a:lnTo>
                    <a:pt x="4379691" y="408131"/>
                  </a:lnTo>
                  <a:lnTo>
                    <a:pt x="4379878" y="403196"/>
                  </a:lnTo>
                  <a:lnTo>
                    <a:pt x="4380065" y="398692"/>
                  </a:lnTo>
                  <a:lnTo>
                    <a:pt x="4380252" y="394899"/>
                  </a:lnTo>
                  <a:lnTo>
                    <a:pt x="4380439" y="391016"/>
                  </a:lnTo>
                  <a:lnTo>
                    <a:pt x="4380626" y="389067"/>
                  </a:lnTo>
                  <a:lnTo>
                    <a:pt x="4380813" y="388921"/>
                  </a:lnTo>
                  <a:lnTo>
                    <a:pt x="4381000" y="388442"/>
                  </a:lnTo>
                  <a:lnTo>
                    <a:pt x="4381187" y="387429"/>
                  </a:lnTo>
                  <a:lnTo>
                    <a:pt x="4381374" y="385609"/>
                  </a:lnTo>
                  <a:lnTo>
                    <a:pt x="4381561" y="385467"/>
                  </a:lnTo>
                  <a:lnTo>
                    <a:pt x="4381748" y="385651"/>
                  </a:lnTo>
                  <a:lnTo>
                    <a:pt x="4381934" y="386234"/>
                  </a:lnTo>
                  <a:lnTo>
                    <a:pt x="4382121" y="387635"/>
                  </a:lnTo>
                  <a:lnTo>
                    <a:pt x="4382308" y="389644"/>
                  </a:lnTo>
                  <a:lnTo>
                    <a:pt x="4382495" y="392242"/>
                  </a:lnTo>
                  <a:lnTo>
                    <a:pt x="4382682" y="395337"/>
                  </a:lnTo>
                  <a:lnTo>
                    <a:pt x="4382869" y="399405"/>
                  </a:lnTo>
                  <a:lnTo>
                    <a:pt x="4383056" y="402756"/>
                  </a:lnTo>
                  <a:lnTo>
                    <a:pt x="4383243" y="407412"/>
                  </a:lnTo>
                  <a:lnTo>
                    <a:pt x="4383430" y="413265"/>
                  </a:lnTo>
                  <a:lnTo>
                    <a:pt x="4383617" y="417932"/>
                  </a:lnTo>
                  <a:lnTo>
                    <a:pt x="4383804" y="423893"/>
                  </a:lnTo>
                  <a:lnTo>
                    <a:pt x="4383991" y="429649"/>
                  </a:lnTo>
                  <a:lnTo>
                    <a:pt x="4384178" y="435869"/>
                  </a:lnTo>
                  <a:lnTo>
                    <a:pt x="4384364" y="441517"/>
                  </a:lnTo>
                  <a:lnTo>
                    <a:pt x="4384551" y="445612"/>
                  </a:lnTo>
                  <a:lnTo>
                    <a:pt x="4384738" y="450200"/>
                  </a:lnTo>
                  <a:lnTo>
                    <a:pt x="4384925" y="455107"/>
                  </a:lnTo>
                  <a:lnTo>
                    <a:pt x="4385112" y="459776"/>
                  </a:lnTo>
                  <a:lnTo>
                    <a:pt x="4385299" y="465508"/>
                  </a:lnTo>
                  <a:lnTo>
                    <a:pt x="4385486" y="471973"/>
                  </a:lnTo>
                  <a:lnTo>
                    <a:pt x="4385673" y="478185"/>
                  </a:lnTo>
                  <a:lnTo>
                    <a:pt x="4385860" y="484887"/>
                  </a:lnTo>
                  <a:lnTo>
                    <a:pt x="4386047" y="491014"/>
                  </a:lnTo>
                  <a:lnTo>
                    <a:pt x="4386234" y="496444"/>
                  </a:lnTo>
                  <a:lnTo>
                    <a:pt x="4386421" y="502174"/>
                  </a:lnTo>
                  <a:lnTo>
                    <a:pt x="4386608" y="507764"/>
                  </a:lnTo>
                  <a:lnTo>
                    <a:pt x="4386794" y="513154"/>
                  </a:lnTo>
                  <a:lnTo>
                    <a:pt x="4386981" y="517553"/>
                  </a:lnTo>
                  <a:lnTo>
                    <a:pt x="4387168" y="521023"/>
                  </a:lnTo>
                  <a:lnTo>
                    <a:pt x="4387355" y="525100"/>
                  </a:lnTo>
                  <a:lnTo>
                    <a:pt x="4387542" y="528550"/>
                  </a:lnTo>
                  <a:lnTo>
                    <a:pt x="4387729" y="532467"/>
                  </a:lnTo>
                  <a:lnTo>
                    <a:pt x="4387916" y="535700"/>
                  </a:lnTo>
                  <a:lnTo>
                    <a:pt x="4388103" y="538882"/>
                  </a:lnTo>
                  <a:lnTo>
                    <a:pt x="4388290" y="541460"/>
                  </a:lnTo>
                  <a:lnTo>
                    <a:pt x="4388477" y="542560"/>
                  </a:lnTo>
                  <a:lnTo>
                    <a:pt x="4388664" y="543582"/>
                  </a:lnTo>
                  <a:lnTo>
                    <a:pt x="4388851" y="545935"/>
                  </a:lnTo>
                  <a:lnTo>
                    <a:pt x="4389037" y="548095"/>
                  </a:lnTo>
                  <a:lnTo>
                    <a:pt x="4389224" y="550693"/>
                  </a:lnTo>
                  <a:lnTo>
                    <a:pt x="4389411" y="553899"/>
                  </a:lnTo>
                  <a:lnTo>
                    <a:pt x="4389598" y="557336"/>
                  </a:lnTo>
                  <a:lnTo>
                    <a:pt x="4389785" y="560993"/>
                  </a:lnTo>
                  <a:lnTo>
                    <a:pt x="4389972" y="565317"/>
                  </a:lnTo>
                  <a:lnTo>
                    <a:pt x="4390159" y="570751"/>
                  </a:lnTo>
                  <a:lnTo>
                    <a:pt x="4390346" y="574816"/>
                  </a:lnTo>
                  <a:lnTo>
                    <a:pt x="4390533" y="581179"/>
                  </a:lnTo>
                  <a:lnTo>
                    <a:pt x="4390720" y="587861"/>
                  </a:lnTo>
                  <a:lnTo>
                    <a:pt x="4390907" y="595497"/>
                  </a:lnTo>
                  <a:lnTo>
                    <a:pt x="4391094" y="604939"/>
                  </a:lnTo>
                  <a:lnTo>
                    <a:pt x="4391281" y="613948"/>
                  </a:lnTo>
                  <a:lnTo>
                    <a:pt x="4391467" y="622505"/>
                  </a:lnTo>
                  <a:lnTo>
                    <a:pt x="4391654" y="629735"/>
                  </a:lnTo>
                  <a:lnTo>
                    <a:pt x="4391841" y="637246"/>
                  </a:lnTo>
                  <a:lnTo>
                    <a:pt x="4392028" y="644570"/>
                  </a:lnTo>
                  <a:lnTo>
                    <a:pt x="4392215" y="651880"/>
                  </a:lnTo>
                  <a:lnTo>
                    <a:pt x="4392402" y="658955"/>
                  </a:lnTo>
                  <a:lnTo>
                    <a:pt x="4392589" y="666375"/>
                  </a:lnTo>
                  <a:lnTo>
                    <a:pt x="4392776" y="674257"/>
                  </a:lnTo>
                  <a:lnTo>
                    <a:pt x="4392963" y="682284"/>
                  </a:lnTo>
                  <a:lnTo>
                    <a:pt x="4393150" y="691157"/>
                  </a:lnTo>
                  <a:lnTo>
                    <a:pt x="4393337" y="700882"/>
                  </a:lnTo>
                  <a:lnTo>
                    <a:pt x="4393524" y="711545"/>
                  </a:lnTo>
                  <a:lnTo>
                    <a:pt x="4393710" y="723896"/>
                  </a:lnTo>
                  <a:lnTo>
                    <a:pt x="4393897" y="736621"/>
                  </a:lnTo>
                  <a:lnTo>
                    <a:pt x="4394084" y="749559"/>
                  </a:lnTo>
                  <a:lnTo>
                    <a:pt x="4394271" y="763030"/>
                  </a:lnTo>
                  <a:lnTo>
                    <a:pt x="4394458" y="777524"/>
                  </a:lnTo>
                  <a:lnTo>
                    <a:pt x="4394645" y="791759"/>
                  </a:lnTo>
                  <a:lnTo>
                    <a:pt x="4394832" y="805508"/>
                  </a:lnTo>
                  <a:lnTo>
                    <a:pt x="4395019" y="819416"/>
                  </a:lnTo>
                  <a:lnTo>
                    <a:pt x="4395206" y="833595"/>
                  </a:lnTo>
                  <a:lnTo>
                    <a:pt x="4395393" y="847951"/>
                  </a:lnTo>
                  <a:lnTo>
                    <a:pt x="4395580" y="861946"/>
                  </a:lnTo>
                  <a:lnTo>
                    <a:pt x="4395767" y="875662"/>
                  </a:lnTo>
                  <a:lnTo>
                    <a:pt x="4395954" y="889226"/>
                  </a:lnTo>
                  <a:lnTo>
                    <a:pt x="4396140" y="901397"/>
                  </a:lnTo>
                  <a:lnTo>
                    <a:pt x="4396327" y="912796"/>
                  </a:lnTo>
                  <a:lnTo>
                    <a:pt x="4396514" y="923756"/>
                  </a:lnTo>
                  <a:lnTo>
                    <a:pt x="4396701" y="935094"/>
                  </a:lnTo>
                  <a:lnTo>
                    <a:pt x="4396888" y="947210"/>
                  </a:lnTo>
                  <a:lnTo>
                    <a:pt x="4397075" y="959928"/>
                  </a:lnTo>
                  <a:lnTo>
                    <a:pt x="4397262" y="972970"/>
                  </a:lnTo>
                  <a:lnTo>
                    <a:pt x="4397449" y="985863"/>
                  </a:lnTo>
                  <a:lnTo>
                    <a:pt x="4397636" y="998496"/>
                  </a:lnTo>
                  <a:lnTo>
                    <a:pt x="4397823" y="1011023"/>
                  </a:lnTo>
                  <a:lnTo>
                    <a:pt x="4398010" y="1023802"/>
                  </a:lnTo>
                  <a:lnTo>
                    <a:pt x="4398197" y="1036309"/>
                  </a:lnTo>
                  <a:lnTo>
                    <a:pt x="4398384" y="1048489"/>
                  </a:lnTo>
                  <a:lnTo>
                    <a:pt x="4398570" y="1060508"/>
                  </a:lnTo>
                  <a:lnTo>
                    <a:pt x="4398757" y="1071385"/>
                  </a:lnTo>
                  <a:lnTo>
                    <a:pt x="4398944" y="1081065"/>
                  </a:lnTo>
                  <a:lnTo>
                    <a:pt x="4399131" y="1090325"/>
                  </a:lnTo>
                  <a:lnTo>
                    <a:pt x="4399318" y="1099659"/>
                  </a:lnTo>
                  <a:lnTo>
                    <a:pt x="4399505" y="1108153"/>
                  </a:lnTo>
                  <a:lnTo>
                    <a:pt x="4399692" y="1113713"/>
                  </a:lnTo>
                  <a:lnTo>
                    <a:pt x="4399879" y="1118134"/>
                  </a:lnTo>
                  <a:lnTo>
                    <a:pt x="4400066" y="1123373"/>
                  </a:lnTo>
                  <a:lnTo>
                    <a:pt x="4400253" y="1129428"/>
                  </a:lnTo>
                  <a:lnTo>
                    <a:pt x="4400440" y="1135635"/>
                  </a:lnTo>
                  <a:lnTo>
                    <a:pt x="4400627" y="1141168"/>
                  </a:lnTo>
                  <a:lnTo>
                    <a:pt x="4400813" y="1146820"/>
                  </a:lnTo>
                  <a:lnTo>
                    <a:pt x="4401000" y="1152070"/>
                  </a:lnTo>
                  <a:lnTo>
                    <a:pt x="4401187" y="1157421"/>
                  </a:lnTo>
                  <a:lnTo>
                    <a:pt x="4401374" y="1162280"/>
                  </a:lnTo>
                  <a:lnTo>
                    <a:pt x="4401561" y="1166678"/>
                  </a:lnTo>
                  <a:lnTo>
                    <a:pt x="4401748" y="1172529"/>
                  </a:lnTo>
                  <a:lnTo>
                    <a:pt x="4401935" y="1178678"/>
                  </a:lnTo>
                  <a:lnTo>
                    <a:pt x="4402122" y="1184729"/>
                  </a:lnTo>
                  <a:lnTo>
                    <a:pt x="4402309" y="1190944"/>
                  </a:lnTo>
                  <a:lnTo>
                    <a:pt x="4402496" y="1197514"/>
                  </a:lnTo>
                  <a:lnTo>
                    <a:pt x="4402683" y="1205419"/>
                  </a:lnTo>
                  <a:lnTo>
                    <a:pt x="4402870" y="1212493"/>
                  </a:lnTo>
                  <a:lnTo>
                    <a:pt x="4403057" y="1219185"/>
                  </a:lnTo>
                  <a:lnTo>
                    <a:pt x="4403243" y="1225956"/>
                  </a:lnTo>
                  <a:lnTo>
                    <a:pt x="4403430" y="1232806"/>
                  </a:lnTo>
                  <a:lnTo>
                    <a:pt x="4403617" y="1239521"/>
                  </a:lnTo>
                  <a:lnTo>
                    <a:pt x="4403804" y="1245889"/>
                  </a:lnTo>
                  <a:lnTo>
                    <a:pt x="4403991" y="1252147"/>
                  </a:lnTo>
                  <a:lnTo>
                    <a:pt x="4404178" y="1258386"/>
                  </a:lnTo>
                  <a:lnTo>
                    <a:pt x="4404365" y="1265194"/>
                  </a:lnTo>
                  <a:lnTo>
                    <a:pt x="4404552" y="1273509"/>
                  </a:lnTo>
                  <a:lnTo>
                    <a:pt x="4404739" y="1281679"/>
                  </a:lnTo>
                  <a:lnTo>
                    <a:pt x="4404926" y="1289014"/>
                  </a:lnTo>
                  <a:lnTo>
                    <a:pt x="4405113" y="1296065"/>
                  </a:lnTo>
                  <a:lnTo>
                    <a:pt x="4405300" y="1303726"/>
                  </a:lnTo>
                  <a:lnTo>
                    <a:pt x="4405486" y="1311583"/>
                  </a:lnTo>
                  <a:lnTo>
                    <a:pt x="4405673" y="1319224"/>
                  </a:lnTo>
                  <a:lnTo>
                    <a:pt x="4405860" y="1326252"/>
                  </a:lnTo>
                  <a:lnTo>
                    <a:pt x="4406047" y="1331864"/>
                  </a:lnTo>
                  <a:lnTo>
                    <a:pt x="4406234" y="1337389"/>
                  </a:lnTo>
                  <a:lnTo>
                    <a:pt x="4406421" y="1342210"/>
                  </a:lnTo>
                  <a:lnTo>
                    <a:pt x="4406608" y="1347324"/>
                  </a:lnTo>
                  <a:lnTo>
                    <a:pt x="4406795" y="1352454"/>
                  </a:lnTo>
                  <a:lnTo>
                    <a:pt x="4406982" y="1356819"/>
                  </a:lnTo>
                  <a:lnTo>
                    <a:pt x="4407169" y="1360734"/>
                  </a:lnTo>
                  <a:lnTo>
                    <a:pt x="4407356" y="1363217"/>
                  </a:lnTo>
                  <a:lnTo>
                    <a:pt x="4407543" y="1365061"/>
                  </a:lnTo>
                  <a:lnTo>
                    <a:pt x="4407730" y="1366767"/>
                  </a:lnTo>
                  <a:lnTo>
                    <a:pt x="4407916" y="1368428"/>
                  </a:lnTo>
                  <a:lnTo>
                    <a:pt x="4408103" y="1369126"/>
                  </a:lnTo>
                  <a:lnTo>
                    <a:pt x="4408290" y="1368992"/>
                  </a:lnTo>
                  <a:lnTo>
                    <a:pt x="4408477" y="1369724"/>
                  </a:lnTo>
                  <a:lnTo>
                    <a:pt x="4408664" y="1371462"/>
                  </a:lnTo>
                  <a:lnTo>
                    <a:pt x="4408851" y="1375155"/>
                  </a:lnTo>
                  <a:lnTo>
                    <a:pt x="4409038" y="1379446"/>
                  </a:lnTo>
                  <a:lnTo>
                    <a:pt x="4409225" y="1384882"/>
                  </a:lnTo>
                  <a:lnTo>
                    <a:pt x="4409412" y="1389820"/>
                  </a:lnTo>
                  <a:lnTo>
                    <a:pt x="4409599" y="1394429"/>
                  </a:lnTo>
                  <a:lnTo>
                    <a:pt x="4409786" y="1399748"/>
                  </a:lnTo>
                  <a:lnTo>
                    <a:pt x="4409973" y="1404880"/>
                  </a:lnTo>
                  <a:lnTo>
                    <a:pt x="4410160" y="1410729"/>
                  </a:lnTo>
                  <a:lnTo>
                    <a:pt x="4410346" y="1416513"/>
                  </a:lnTo>
                  <a:lnTo>
                    <a:pt x="4410533" y="1421564"/>
                  </a:lnTo>
                  <a:lnTo>
                    <a:pt x="4410720" y="1427124"/>
                  </a:lnTo>
                  <a:lnTo>
                    <a:pt x="4410907" y="1432614"/>
                  </a:lnTo>
                  <a:lnTo>
                    <a:pt x="4411094" y="1436730"/>
                  </a:lnTo>
                  <a:lnTo>
                    <a:pt x="4411281" y="1440469"/>
                  </a:lnTo>
                  <a:lnTo>
                    <a:pt x="4411468" y="1443313"/>
                  </a:lnTo>
                  <a:lnTo>
                    <a:pt x="4411655" y="1445908"/>
                  </a:lnTo>
                  <a:lnTo>
                    <a:pt x="4411842" y="1448618"/>
                  </a:lnTo>
                  <a:lnTo>
                    <a:pt x="4412029" y="1451104"/>
                  </a:lnTo>
                  <a:lnTo>
                    <a:pt x="4412216" y="1454098"/>
                  </a:lnTo>
                  <a:lnTo>
                    <a:pt x="4412403" y="1456610"/>
                  </a:lnTo>
                  <a:lnTo>
                    <a:pt x="4412589" y="1457955"/>
                  </a:lnTo>
                  <a:lnTo>
                    <a:pt x="4412776" y="1458693"/>
                  </a:lnTo>
                  <a:lnTo>
                    <a:pt x="4412963" y="1459272"/>
                  </a:lnTo>
                  <a:lnTo>
                    <a:pt x="4413150" y="1460833"/>
                  </a:lnTo>
                  <a:lnTo>
                    <a:pt x="4413337" y="1462946"/>
                  </a:lnTo>
                  <a:lnTo>
                    <a:pt x="4413524" y="1465778"/>
                  </a:lnTo>
                  <a:lnTo>
                    <a:pt x="4413711" y="1469604"/>
                  </a:lnTo>
                  <a:lnTo>
                    <a:pt x="4413898" y="1473394"/>
                  </a:lnTo>
                  <a:lnTo>
                    <a:pt x="4414085" y="1478271"/>
                  </a:lnTo>
                  <a:lnTo>
                    <a:pt x="4414272" y="1483323"/>
                  </a:lnTo>
                  <a:lnTo>
                    <a:pt x="4414459" y="1488955"/>
                  </a:lnTo>
                  <a:lnTo>
                    <a:pt x="4414646" y="1494883"/>
                  </a:lnTo>
                  <a:lnTo>
                    <a:pt x="4414833" y="1501476"/>
                  </a:lnTo>
                  <a:lnTo>
                    <a:pt x="4415019" y="1507557"/>
                  </a:lnTo>
                  <a:lnTo>
                    <a:pt x="4415206" y="1514360"/>
                  </a:lnTo>
                  <a:lnTo>
                    <a:pt x="4415393" y="1522056"/>
                  </a:lnTo>
                  <a:lnTo>
                    <a:pt x="4415580" y="1530443"/>
                  </a:lnTo>
                  <a:lnTo>
                    <a:pt x="4415767" y="1538267"/>
                  </a:lnTo>
                  <a:lnTo>
                    <a:pt x="4415954" y="1544814"/>
                  </a:lnTo>
                  <a:lnTo>
                    <a:pt x="4416141" y="1551168"/>
                  </a:lnTo>
                  <a:lnTo>
                    <a:pt x="4416328" y="1557497"/>
                  </a:lnTo>
                  <a:lnTo>
                    <a:pt x="4416515" y="1563894"/>
                  </a:lnTo>
                  <a:lnTo>
                    <a:pt x="4416702" y="1571587"/>
                  </a:lnTo>
                  <a:lnTo>
                    <a:pt x="4416889" y="1578579"/>
                  </a:lnTo>
                  <a:lnTo>
                    <a:pt x="4417076" y="1585788"/>
                  </a:lnTo>
                  <a:lnTo>
                    <a:pt x="4417263" y="1592871"/>
                  </a:lnTo>
                  <a:lnTo>
                    <a:pt x="4417449" y="1599396"/>
                  </a:lnTo>
                  <a:lnTo>
                    <a:pt x="4417636" y="1605599"/>
                  </a:lnTo>
                  <a:lnTo>
                    <a:pt x="4417823" y="1611922"/>
                  </a:lnTo>
                  <a:lnTo>
                    <a:pt x="4418010" y="1616368"/>
                  </a:lnTo>
                  <a:lnTo>
                    <a:pt x="4418197" y="1619593"/>
                  </a:lnTo>
                  <a:lnTo>
                    <a:pt x="4418384" y="1622040"/>
                  </a:lnTo>
                  <a:lnTo>
                    <a:pt x="4418571" y="1625380"/>
                  </a:lnTo>
                  <a:lnTo>
                    <a:pt x="4418758" y="1631210"/>
                  </a:lnTo>
                  <a:lnTo>
                    <a:pt x="4418945" y="1637361"/>
                  </a:lnTo>
                  <a:lnTo>
                    <a:pt x="4419132" y="1643651"/>
                  </a:lnTo>
                  <a:lnTo>
                    <a:pt x="4419319" y="1649825"/>
                  </a:lnTo>
                  <a:lnTo>
                    <a:pt x="4419506" y="1655843"/>
                  </a:lnTo>
                  <a:lnTo>
                    <a:pt x="4419692" y="1662512"/>
                  </a:lnTo>
                  <a:lnTo>
                    <a:pt x="4419879" y="1668629"/>
                  </a:lnTo>
                  <a:lnTo>
                    <a:pt x="4420066" y="1674319"/>
                  </a:lnTo>
                  <a:lnTo>
                    <a:pt x="4420253" y="1679699"/>
                  </a:lnTo>
                  <a:lnTo>
                    <a:pt x="4420440" y="1685592"/>
                  </a:lnTo>
                  <a:lnTo>
                    <a:pt x="4420627" y="1691525"/>
                  </a:lnTo>
                  <a:lnTo>
                    <a:pt x="4420814" y="1697857"/>
                  </a:lnTo>
                  <a:lnTo>
                    <a:pt x="4421001" y="1707678"/>
                  </a:lnTo>
                  <a:lnTo>
                    <a:pt x="4421188" y="1717694"/>
                  </a:lnTo>
                  <a:lnTo>
                    <a:pt x="4421375" y="1727443"/>
                  </a:lnTo>
                  <a:lnTo>
                    <a:pt x="4421562" y="1736482"/>
                  </a:lnTo>
                  <a:lnTo>
                    <a:pt x="4421749" y="1745149"/>
                  </a:lnTo>
                  <a:lnTo>
                    <a:pt x="4421936" y="1753370"/>
                  </a:lnTo>
                  <a:lnTo>
                    <a:pt x="4422122" y="1761058"/>
                  </a:lnTo>
                  <a:lnTo>
                    <a:pt x="4422309" y="1768917"/>
                  </a:lnTo>
                  <a:lnTo>
                    <a:pt x="4422496" y="1776321"/>
                  </a:lnTo>
                  <a:lnTo>
                    <a:pt x="4422683" y="1782708"/>
                  </a:lnTo>
                  <a:lnTo>
                    <a:pt x="4422870" y="1788560"/>
                  </a:lnTo>
                  <a:lnTo>
                    <a:pt x="4423057" y="1794975"/>
                  </a:lnTo>
                  <a:lnTo>
                    <a:pt x="4423244" y="1801074"/>
                  </a:lnTo>
                  <a:lnTo>
                    <a:pt x="4423431" y="1806811"/>
                  </a:lnTo>
                  <a:lnTo>
                    <a:pt x="4423618" y="1812357"/>
                  </a:lnTo>
                  <a:lnTo>
                    <a:pt x="4423805" y="1817517"/>
                  </a:lnTo>
                  <a:lnTo>
                    <a:pt x="4423992" y="1822812"/>
                  </a:lnTo>
                  <a:lnTo>
                    <a:pt x="4424179" y="1827801"/>
                  </a:lnTo>
                  <a:lnTo>
                    <a:pt x="4424365" y="1833371"/>
                  </a:lnTo>
                  <a:lnTo>
                    <a:pt x="4424552" y="1840207"/>
                  </a:lnTo>
                  <a:lnTo>
                    <a:pt x="4424739" y="1847854"/>
                  </a:lnTo>
                  <a:lnTo>
                    <a:pt x="4424926" y="1855598"/>
                  </a:lnTo>
                  <a:lnTo>
                    <a:pt x="4425113" y="1862865"/>
                  </a:lnTo>
                  <a:lnTo>
                    <a:pt x="4425300" y="1869917"/>
                  </a:lnTo>
                  <a:lnTo>
                    <a:pt x="4425487" y="1876814"/>
                  </a:lnTo>
                  <a:lnTo>
                    <a:pt x="4425674" y="1884429"/>
                  </a:lnTo>
                  <a:lnTo>
                    <a:pt x="4425861" y="1893436"/>
                  </a:lnTo>
                  <a:lnTo>
                    <a:pt x="4426048" y="1901933"/>
                  </a:lnTo>
                  <a:lnTo>
                    <a:pt x="4426235" y="1910272"/>
                  </a:lnTo>
                  <a:lnTo>
                    <a:pt x="4426422" y="1918170"/>
                  </a:lnTo>
                  <a:lnTo>
                    <a:pt x="4426609" y="1925629"/>
                  </a:lnTo>
                  <a:lnTo>
                    <a:pt x="4426795" y="1932551"/>
                  </a:lnTo>
                  <a:lnTo>
                    <a:pt x="4426982" y="1939351"/>
                  </a:lnTo>
                  <a:lnTo>
                    <a:pt x="4427169" y="1945499"/>
                  </a:lnTo>
                  <a:lnTo>
                    <a:pt x="4427356" y="1950759"/>
                  </a:lnTo>
                  <a:lnTo>
                    <a:pt x="4427543" y="1954919"/>
                  </a:lnTo>
                  <a:lnTo>
                    <a:pt x="4427730" y="1959335"/>
                  </a:lnTo>
                  <a:lnTo>
                    <a:pt x="4427917" y="1962518"/>
                  </a:lnTo>
                  <a:lnTo>
                    <a:pt x="4428104" y="1964750"/>
                  </a:lnTo>
                  <a:lnTo>
                    <a:pt x="4428291" y="1965959"/>
                  </a:lnTo>
                  <a:lnTo>
                    <a:pt x="4428478" y="1966218"/>
                  </a:lnTo>
                  <a:lnTo>
                    <a:pt x="4428665" y="1965698"/>
                  </a:lnTo>
                  <a:lnTo>
                    <a:pt x="4428852" y="1964334"/>
                  </a:lnTo>
                  <a:lnTo>
                    <a:pt x="4429039" y="1962445"/>
                  </a:lnTo>
                  <a:lnTo>
                    <a:pt x="4429225" y="1959714"/>
                  </a:lnTo>
                  <a:lnTo>
                    <a:pt x="4429412" y="1956587"/>
                  </a:lnTo>
                  <a:lnTo>
                    <a:pt x="4429599" y="1952990"/>
                  </a:lnTo>
                  <a:lnTo>
                    <a:pt x="4429786" y="1949118"/>
                  </a:lnTo>
                  <a:lnTo>
                    <a:pt x="4429973" y="1945280"/>
                  </a:lnTo>
                  <a:lnTo>
                    <a:pt x="4430160" y="1940946"/>
                  </a:lnTo>
                  <a:lnTo>
                    <a:pt x="4430347" y="1936363"/>
                  </a:lnTo>
                  <a:lnTo>
                    <a:pt x="4430534" y="1930362"/>
                  </a:lnTo>
                  <a:lnTo>
                    <a:pt x="4430721" y="1923292"/>
                  </a:lnTo>
                  <a:lnTo>
                    <a:pt x="4430908" y="1915278"/>
                  </a:lnTo>
                  <a:lnTo>
                    <a:pt x="4431095" y="1907149"/>
                  </a:lnTo>
                  <a:lnTo>
                    <a:pt x="4431282" y="1899015"/>
                  </a:lnTo>
                  <a:lnTo>
                    <a:pt x="4431468" y="1891337"/>
                  </a:lnTo>
                  <a:lnTo>
                    <a:pt x="4431655" y="1884462"/>
                  </a:lnTo>
                  <a:lnTo>
                    <a:pt x="4431842" y="1877357"/>
                  </a:lnTo>
                  <a:lnTo>
                    <a:pt x="4432029" y="1870634"/>
                  </a:lnTo>
                  <a:lnTo>
                    <a:pt x="4432216" y="1863640"/>
                  </a:lnTo>
                  <a:lnTo>
                    <a:pt x="4432403" y="1856628"/>
                  </a:lnTo>
                  <a:lnTo>
                    <a:pt x="4432590" y="1849450"/>
                  </a:lnTo>
                  <a:lnTo>
                    <a:pt x="4432777" y="1841568"/>
                  </a:lnTo>
                  <a:lnTo>
                    <a:pt x="4432964" y="1833862"/>
                  </a:lnTo>
                  <a:lnTo>
                    <a:pt x="4433151" y="1826575"/>
                  </a:lnTo>
                  <a:lnTo>
                    <a:pt x="4433338" y="1819767"/>
                  </a:lnTo>
                  <a:lnTo>
                    <a:pt x="4433525" y="1813076"/>
                  </a:lnTo>
                  <a:lnTo>
                    <a:pt x="4433712" y="1806769"/>
                  </a:lnTo>
                  <a:lnTo>
                    <a:pt x="4433898" y="1800216"/>
                  </a:lnTo>
                  <a:lnTo>
                    <a:pt x="4434085" y="1793443"/>
                  </a:lnTo>
                  <a:lnTo>
                    <a:pt x="4434272" y="1786183"/>
                  </a:lnTo>
                  <a:lnTo>
                    <a:pt x="4434459" y="1778707"/>
                  </a:lnTo>
                  <a:lnTo>
                    <a:pt x="4434646" y="1771532"/>
                  </a:lnTo>
                  <a:lnTo>
                    <a:pt x="4434833" y="1764435"/>
                  </a:lnTo>
                  <a:lnTo>
                    <a:pt x="4435020" y="1757810"/>
                  </a:lnTo>
                  <a:lnTo>
                    <a:pt x="4435207" y="1750692"/>
                  </a:lnTo>
                  <a:lnTo>
                    <a:pt x="4435394" y="1743357"/>
                  </a:lnTo>
                  <a:lnTo>
                    <a:pt x="4435581" y="1736638"/>
                  </a:lnTo>
                  <a:lnTo>
                    <a:pt x="4435768" y="1730307"/>
                  </a:lnTo>
                  <a:lnTo>
                    <a:pt x="4435955" y="1724762"/>
                  </a:lnTo>
                  <a:lnTo>
                    <a:pt x="4436142" y="1720825"/>
                  </a:lnTo>
                  <a:lnTo>
                    <a:pt x="4436328" y="1718006"/>
                  </a:lnTo>
                  <a:lnTo>
                    <a:pt x="4436515" y="1715712"/>
                  </a:lnTo>
                  <a:lnTo>
                    <a:pt x="4436702" y="1713389"/>
                  </a:lnTo>
                  <a:lnTo>
                    <a:pt x="4436889" y="1711254"/>
                  </a:lnTo>
                  <a:lnTo>
                    <a:pt x="4437076" y="1709919"/>
                  </a:lnTo>
                  <a:lnTo>
                    <a:pt x="4437263" y="1709231"/>
                  </a:lnTo>
                  <a:lnTo>
                    <a:pt x="4437450" y="1708675"/>
                  </a:lnTo>
                  <a:lnTo>
                    <a:pt x="4437637" y="1708223"/>
                  </a:lnTo>
                  <a:lnTo>
                    <a:pt x="4437824" y="1707528"/>
                  </a:lnTo>
                  <a:lnTo>
                    <a:pt x="4438011" y="1708121"/>
                  </a:lnTo>
                  <a:lnTo>
                    <a:pt x="4438198" y="1708758"/>
                  </a:lnTo>
                  <a:lnTo>
                    <a:pt x="4438385" y="1709138"/>
                  </a:lnTo>
                  <a:lnTo>
                    <a:pt x="4438571" y="1708464"/>
                  </a:lnTo>
                  <a:lnTo>
                    <a:pt x="4438758" y="1707582"/>
                  </a:lnTo>
                  <a:lnTo>
                    <a:pt x="4438945" y="1705116"/>
                  </a:lnTo>
                  <a:lnTo>
                    <a:pt x="4439132" y="1702307"/>
                  </a:lnTo>
                  <a:lnTo>
                    <a:pt x="4439319" y="1699403"/>
                  </a:lnTo>
                  <a:lnTo>
                    <a:pt x="4439506" y="1696436"/>
                  </a:lnTo>
                  <a:lnTo>
                    <a:pt x="4439693" y="1694223"/>
                  </a:lnTo>
                  <a:lnTo>
                    <a:pt x="4439880" y="1690947"/>
                  </a:lnTo>
                  <a:lnTo>
                    <a:pt x="4440067" y="1686931"/>
                  </a:lnTo>
                  <a:lnTo>
                    <a:pt x="4440254" y="1682916"/>
                  </a:lnTo>
                  <a:lnTo>
                    <a:pt x="4440441" y="1678779"/>
                  </a:lnTo>
                  <a:lnTo>
                    <a:pt x="4440628" y="1674464"/>
                  </a:lnTo>
                  <a:lnTo>
                    <a:pt x="4440815" y="1669260"/>
                  </a:lnTo>
                  <a:lnTo>
                    <a:pt x="4441001" y="1664054"/>
                  </a:lnTo>
                  <a:lnTo>
                    <a:pt x="4441188" y="1659029"/>
                  </a:lnTo>
                  <a:lnTo>
                    <a:pt x="4441375" y="1654111"/>
                  </a:lnTo>
                  <a:lnTo>
                    <a:pt x="4441562" y="1648939"/>
                  </a:lnTo>
                  <a:lnTo>
                    <a:pt x="4441749" y="1643413"/>
                  </a:lnTo>
                  <a:lnTo>
                    <a:pt x="4441936" y="1637545"/>
                  </a:lnTo>
                  <a:lnTo>
                    <a:pt x="4442123" y="1632367"/>
                  </a:lnTo>
                  <a:lnTo>
                    <a:pt x="4442310" y="1627073"/>
                  </a:lnTo>
                  <a:lnTo>
                    <a:pt x="4442497" y="1621851"/>
                  </a:lnTo>
                  <a:lnTo>
                    <a:pt x="4442684" y="1616855"/>
                  </a:lnTo>
                  <a:lnTo>
                    <a:pt x="4442871" y="1612685"/>
                  </a:lnTo>
                  <a:lnTo>
                    <a:pt x="4443058" y="1608660"/>
                  </a:lnTo>
                  <a:lnTo>
                    <a:pt x="4443244" y="1604645"/>
                  </a:lnTo>
                  <a:lnTo>
                    <a:pt x="4443431" y="1600882"/>
                  </a:lnTo>
                  <a:lnTo>
                    <a:pt x="4443618" y="1597390"/>
                  </a:lnTo>
                  <a:lnTo>
                    <a:pt x="4443805" y="1593404"/>
                  </a:lnTo>
                  <a:lnTo>
                    <a:pt x="4443992" y="1589567"/>
                  </a:lnTo>
                  <a:lnTo>
                    <a:pt x="4444179" y="1586081"/>
                  </a:lnTo>
                  <a:lnTo>
                    <a:pt x="4444366" y="1583463"/>
                  </a:lnTo>
                  <a:lnTo>
                    <a:pt x="4444553" y="1582212"/>
                  </a:lnTo>
                  <a:lnTo>
                    <a:pt x="4444740" y="1582229"/>
                  </a:lnTo>
                  <a:lnTo>
                    <a:pt x="4444927" y="1582530"/>
                  </a:lnTo>
                  <a:lnTo>
                    <a:pt x="4445114" y="1583465"/>
                  </a:lnTo>
                  <a:lnTo>
                    <a:pt x="4445301" y="1584643"/>
                  </a:lnTo>
                  <a:lnTo>
                    <a:pt x="4445488" y="1586297"/>
                  </a:lnTo>
                  <a:lnTo>
                    <a:pt x="4445674" y="1588197"/>
                  </a:lnTo>
                  <a:lnTo>
                    <a:pt x="4445861" y="1589006"/>
                  </a:lnTo>
                  <a:lnTo>
                    <a:pt x="4446048" y="1589531"/>
                  </a:lnTo>
                  <a:lnTo>
                    <a:pt x="4446235" y="1590149"/>
                  </a:lnTo>
                  <a:lnTo>
                    <a:pt x="4446422" y="1591180"/>
                  </a:lnTo>
                  <a:lnTo>
                    <a:pt x="4446609" y="1592331"/>
                  </a:lnTo>
                  <a:lnTo>
                    <a:pt x="4446796" y="1594104"/>
                  </a:lnTo>
                  <a:lnTo>
                    <a:pt x="4446983" y="1596559"/>
                  </a:lnTo>
                  <a:lnTo>
                    <a:pt x="4447170" y="1599191"/>
                  </a:lnTo>
                  <a:lnTo>
                    <a:pt x="4447357" y="1602054"/>
                  </a:lnTo>
                  <a:lnTo>
                    <a:pt x="4447544" y="1604869"/>
                  </a:lnTo>
                  <a:lnTo>
                    <a:pt x="4447731" y="1607925"/>
                  </a:lnTo>
                  <a:lnTo>
                    <a:pt x="4447918" y="1611398"/>
                  </a:lnTo>
                  <a:lnTo>
                    <a:pt x="4448104" y="1614730"/>
                  </a:lnTo>
                  <a:lnTo>
                    <a:pt x="4448291" y="1618379"/>
                  </a:lnTo>
                  <a:lnTo>
                    <a:pt x="4448478" y="1621861"/>
                  </a:lnTo>
                  <a:lnTo>
                    <a:pt x="4448665" y="1624850"/>
                  </a:lnTo>
                  <a:lnTo>
                    <a:pt x="4448852" y="1628018"/>
                  </a:lnTo>
                  <a:lnTo>
                    <a:pt x="4449039" y="1630864"/>
                  </a:lnTo>
                  <a:lnTo>
                    <a:pt x="4449226" y="1633257"/>
                  </a:lnTo>
                  <a:lnTo>
                    <a:pt x="4449413" y="1635737"/>
                  </a:lnTo>
                  <a:lnTo>
                    <a:pt x="4449600" y="1637434"/>
                  </a:lnTo>
                  <a:lnTo>
                    <a:pt x="4449787" y="1638654"/>
                  </a:lnTo>
                  <a:lnTo>
                    <a:pt x="4449974" y="1640289"/>
                  </a:lnTo>
                  <a:lnTo>
                    <a:pt x="4450161" y="1641257"/>
                  </a:lnTo>
                  <a:lnTo>
                    <a:pt x="4450347" y="1641648"/>
                  </a:lnTo>
                  <a:lnTo>
                    <a:pt x="4450534" y="1640816"/>
                  </a:lnTo>
                  <a:lnTo>
                    <a:pt x="4450721" y="1639742"/>
                  </a:lnTo>
                  <a:lnTo>
                    <a:pt x="4450908" y="1638275"/>
                  </a:lnTo>
                  <a:lnTo>
                    <a:pt x="4451095" y="1636447"/>
                  </a:lnTo>
                  <a:lnTo>
                    <a:pt x="4451282" y="1634608"/>
                  </a:lnTo>
                  <a:lnTo>
                    <a:pt x="4451469" y="1633023"/>
                  </a:lnTo>
                  <a:lnTo>
                    <a:pt x="4451656" y="1631239"/>
                  </a:lnTo>
                  <a:lnTo>
                    <a:pt x="4451843" y="1628755"/>
                  </a:lnTo>
                  <a:lnTo>
                    <a:pt x="4452030" y="1626247"/>
                  </a:lnTo>
                  <a:lnTo>
                    <a:pt x="4452217" y="1623218"/>
                  </a:lnTo>
                  <a:lnTo>
                    <a:pt x="4452404" y="1621246"/>
                  </a:lnTo>
                  <a:lnTo>
                    <a:pt x="4452591" y="1619257"/>
                  </a:lnTo>
                  <a:lnTo>
                    <a:pt x="4452777" y="1616823"/>
                  </a:lnTo>
                  <a:lnTo>
                    <a:pt x="4452964" y="1615446"/>
                  </a:lnTo>
                  <a:lnTo>
                    <a:pt x="4453151" y="1614423"/>
                  </a:lnTo>
                  <a:lnTo>
                    <a:pt x="4453338" y="1612955"/>
                  </a:lnTo>
                  <a:lnTo>
                    <a:pt x="4453525" y="1611327"/>
                  </a:lnTo>
                  <a:lnTo>
                    <a:pt x="4453712" y="1610043"/>
                  </a:lnTo>
                  <a:lnTo>
                    <a:pt x="4453899" y="1608390"/>
                  </a:lnTo>
                  <a:lnTo>
                    <a:pt x="4454086" y="1605944"/>
                  </a:lnTo>
                  <a:lnTo>
                    <a:pt x="4454273" y="1603059"/>
                  </a:lnTo>
                  <a:lnTo>
                    <a:pt x="4454460" y="1600201"/>
                  </a:lnTo>
                  <a:lnTo>
                    <a:pt x="4454647" y="1597615"/>
                  </a:lnTo>
                  <a:lnTo>
                    <a:pt x="4454834" y="1594659"/>
                  </a:lnTo>
                  <a:lnTo>
                    <a:pt x="4455021" y="1591115"/>
                  </a:lnTo>
                  <a:lnTo>
                    <a:pt x="4455207" y="1586928"/>
                  </a:lnTo>
                  <a:lnTo>
                    <a:pt x="4455394" y="1583110"/>
                  </a:lnTo>
                  <a:lnTo>
                    <a:pt x="4455581" y="1579803"/>
                  </a:lnTo>
                  <a:lnTo>
                    <a:pt x="4455768" y="1576725"/>
                  </a:lnTo>
                  <a:lnTo>
                    <a:pt x="4455955" y="1573400"/>
                  </a:lnTo>
                  <a:lnTo>
                    <a:pt x="4456142" y="1569442"/>
                  </a:lnTo>
                  <a:lnTo>
                    <a:pt x="4456329" y="1565545"/>
                  </a:lnTo>
                  <a:lnTo>
                    <a:pt x="4456516" y="1561244"/>
                  </a:lnTo>
                  <a:lnTo>
                    <a:pt x="4456703" y="1557761"/>
                  </a:lnTo>
                  <a:lnTo>
                    <a:pt x="4456890" y="1554740"/>
                  </a:lnTo>
                  <a:lnTo>
                    <a:pt x="4457077" y="1551857"/>
                  </a:lnTo>
                  <a:lnTo>
                    <a:pt x="4457264" y="1549786"/>
                  </a:lnTo>
                  <a:lnTo>
                    <a:pt x="4457450" y="1548982"/>
                  </a:lnTo>
                  <a:lnTo>
                    <a:pt x="4457637" y="1549161"/>
                  </a:lnTo>
                  <a:lnTo>
                    <a:pt x="4457824" y="1549683"/>
                  </a:lnTo>
                  <a:lnTo>
                    <a:pt x="4458011" y="1549731"/>
                  </a:lnTo>
                  <a:lnTo>
                    <a:pt x="4458198" y="1549791"/>
                  </a:lnTo>
                  <a:lnTo>
                    <a:pt x="4458385" y="1549381"/>
                  </a:lnTo>
                  <a:lnTo>
                    <a:pt x="4458572" y="1549384"/>
                  </a:lnTo>
                  <a:lnTo>
                    <a:pt x="4458759" y="1550102"/>
                  </a:lnTo>
                  <a:lnTo>
                    <a:pt x="4458946" y="1551512"/>
                  </a:lnTo>
                  <a:lnTo>
                    <a:pt x="4459133" y="1554272"/>
                  </a:lnTo>
                  <a:lnTo>
                    <a:pt x="4459320" y="1557747"/>
                  </a:lnTo>
                  <a:lnTo>
                    <a:pt x="4459507" y="1561055"/>
                  </a:lnTo>
                  <a:lnTo>
                    <a:pt x="4459694" y="1563428"/>
                  </a:lnTo>
                  <a:lnTo>
                    <a:pt x="4459880" y="1565732"/>
                  </a:lnTo>
                  <a:lnTo>
                    <a:pt x="4460067" y="1567307"/>
                  </a:lnTo>
                  <a:lnTo>
                    <a:pt x="4460254" y="1569072"/>
                  </a:lnTo>
                  <a:lnTo>
                    <a:pt x="4460441" y="1570566"/>
                  </a:lnTo>
                  <a:lnTo>
                    <a:pt x="4460628" y="1572403"/>
                  </a:lnTo>
                  <a:lnTo>
                    <a:pt x="4460815" y="1575093"/>
                  </a:lnTo>
                  <a:lnTo>
                    <a:pt x="4461002" y="1578239"/>
                  </a:lnTo>
                  <a:lnTo>
                    <a:pt x="4461189" y="1581452"/>
                  </a:lnTo>
                  <a:lnTo>
                    <a:pt x="4461376" y="1584660"/>
                  </a:lnTo>
                  <a:lnTo>
                    <a:pt x="4461563" y="1587767"/>
                  </a:lnTo>
                  <a:lnTo>
                    <a:pt x="4461750" y="1590248"/>
                  </a:lnTo>
                  <a:lnTo>
                    <a:pt x="4461937" y="1591285"/>
                  </a:lnTo>
                  <a:lnTo>
                    <a:pt x="4462123" y="1591551"/>
                  </a:lnTo>
                  <a:lnTo>
                    <a:pt x="4462310" y="1591477"/>
                  </a:lnTo>
                  <a:lnTo>
                    <a:pt x="4462497" y="1591327"/>
                  </a:lnTo>
                  <a:lnTo>
                    <a:pt x="4462684" y="1590852"/>
                  </a:lnTo>
                  <a:lnTo>
                    <a:pt x="4462871" y="1590351"/>
                  </a:lnTo>
                  <a:lnTo>
                    <a:pt x="4463058" y="1589339"/>
                  </a:lnTo>
                  <a:lnTo>
                    <a:pt x="4463245" y="1587826"/>
                  </a:lnTo>
                  <a:lnTo>
                    <a:pt x="4463432" y="1586243"/>
                  </a:lnTo>
                  <a:lnTo>
                    <a:pt x="4463619" y="1583859"/>
                  </a:lnTo>
                  <a:lnTo>
                    <a:pt x="4463806" y="1580930"/>
                  </a:lnTo>
                  <a:lnTo>
                    <a:pt x="4463993" y="1577773"/>
                  </a:lnTo>
                  <a:lnTo>
                    <a:pt x="4464180" y="1573797"/>
                  </a:lnTo>
                  <a:lnTo>
                    <a:pt x="4464367" y="1569469"/>
                  </a:lnTo>
                  <a:lnTo>
                    <a:pt x="4464553" y="1565371"/>
                  </a:lnTo>
                  <a:lnTo>
                    <a:pt x="4464740" y="1561307"/>
                  </a:lnTo>
                  <a:lnTo>
                    <a:pt x="4464927" y="1557868"/>
                  </a:lnTo>
                  <a:lnTo>
                    <a:pt x="4465114" y="1555220"/>
                  </a:lnTo>
                  <a:lnTo>
                    <a:pt x="4465301" y="1553118"/>
                  </a:lnTo>
                  <a:lnTo>
                    <a:pt x="4465488" y="1550928"/>
                  </a:lnTo>
                  <a:lnTo>
                    <a:pt x="4465675" y="1548685"/>
                  </a:lnTo>
                  <a:lnTo>
                    <a:pt x="4465862" y="1546609"/>
                  </a:lnTo>
                  <a:lnTo>
                    <a:pt x="4466049" y="1544973"/>
                  </a:lnTo>
                  <a:lnTo>
                    <a:pt x="4466236" y="1543997"/>
                  </a:lnTo>
                  <a:lnTo>
                    <a:pt x="4466423" y="1544032"/>
                  </a:lnTo>
                  <a:lnTo>
                    <a:pt x="4466610" y="1545316"/>
                  </a:lnTo>
                  <a:lnTo>
                    <a:pt x="4466797" y="1547075"/>
                  </a:lnTo>
                  <a:lnTo>
                    <a:pt x="4466983" y="1549749"/>
                  </a:lnTo>
                  <a:lnTo>
                    <a:pt x="4467170" y="1552731"/>
                  </a:lnTo>
                  <a:lnTo>
                    <a:pt x="4467357" y="1555634"/>
                  </a:lnTo>
                  <a:lnTo>
                    <a:pt x="4467544" y="1558642"/>
                  </a:lnTo>
                  <a:lnTo>
                    <a:pt x="4467731" y="1561421"/>
                  </a:lnTo>
                  <a:lnTo>
                    <a:pt x="4467918" y="1564482"/>
                  </a:lnTo>
                  <a:lnTo>
                    <a:pt x="4468105" y="1567957"/>
                  </a:lnTo>
                  <a:lnTo>
                    <a:pt x="4468292" y="1571818"/>
                  </a:lnTo>
                  <a:lnTo>
                    <a:pt x="4468479" y="1575943"/>
                  </a:lnTo>
                  <a:lnTo>
                    <a:pt x="4468666" y="1579972"/>
                  </a:lnTo>
                  <a:lnTo>
                    <a:pt x="4468853" y="1583534"/>
                  </a:lnTo>
                  <a:lnTo>
                    <a:pt x="4469040" y="1585935"/>
                  </a:lnTo>
                  <a:lnTo>
                    <a:pt x="4469226" y="1588020"/>
                  </a:lnTo>
                  <a:lnTo>
                    <a:pt x="4469413" y="1589242"/>
                  </a:lnTo>
                  <a:lnTo>
                    <a:pt x="4469600" y="1590228"/>
                  </a:lnTo>
                  <a:lnTo>
                    <a:pt x="4469787" y="1591081"/>
                  </a:lnTo>
                  <a:lnTo>
                    <a:pt x="4469974" y="1592312"/>
                  </a:lnTo>
                  <a:lnTo>
                    <a:pt x="4470161" y="1594362"/>
                  </a:lnTo>
                  <a:lnTo>
                    <a:pt x="4470348" y="1596596"/>
                  </a:lnTo>
                  <a:lnTo>
                    <a:pt x="4470535" y="1598654"/>
                  </a:lnTo>
                  <a:lnTo>
                    <a:pt x="4470722" y="1600149"/>
                  </a:lnTo>
                  <a:lnTo>
                    <a:pt x="4470909" y="1601697"/>
                  </a:lnTo>
                  <a:lnTo>
                    <a:pt x="4471096" y="1603245"/>
                  </a:lnTo>
                  <a:lnTo>
                    <a:pt x="4471283" y="1605013"/>
                  </a:lnTo>
                  <a:lnTo>
                    <a:pt x="4471470" y="1606966"/>
                  </a:lnTo>
                  <a:lnTo>
                    <a:pt x="4471656" y="1609227"/>
                  </a:lnTo>
                  <a:lnTo>
                    <a:pt x="4471843" y="1612147"/>
                  </a:lnTo>
                  <a:lnTo>
                    <a:pt x="4472030" y="1614917"/>
                  </a:lnTo>
                  <a:lnTo>
                    <a:pt x="4472217" y="1618049"/>
                  </a:lnTo>
                  <a:lnTo>
                    <a:pt x="4472404" y="1621462"/>
                  </a:lnTo>
                  <a:lnTo>
                    <a:pt x="4472591" y="1625508"/>
                  </a:lnTo>
                  <a:lnTo>
                    <a:pt x="4472778" y="1629870"/>
                  </a:lnTo>
                  <a:lnTo>
                    <a:pt x="4472965" y="1633697"/>
                  </a:lnTo>
                  <a:lnTo>
                    <a:pt x="4473152" y="1637795"/>
                  </a:lnTo>
                  <a:lnTo>
                    <a:pt x="4473339" y="1641991"/>
                  </a:lnTo>
                  <a:lnTo>
                    <a:pt x="4473526" y="1645835"/>
                  </a:lnTo>
                  <a:lnTo>
                    <a:pt x="4473713" y="1649608"/>
                  </a:lnTo>
                  <a:lnTo>
                    <a:pt x="4473900" y="1652977"/>
                  </a:lnTo>
                  <a:lnTo>
                    <a:pt x="4474086" y="1656689"/>
                  </a:lnTo>
                  <a:lnTo>
                    <a:pt x="4474273" y="1660805"/>
                  </a:lnTo>
                  <a:lnTo>
                    <a:pt x="4474460" y="1664966"/>
                  </a:lnTo>
                  <a:lnTo>
                    <a:pt x="4474647" y="1669012"/>
                  </a:lnTo>
                  <a:lnTo>
                    <a:pt x="4474834" y="1673093"/>
                  </a:lnTo>
                  <a:lnTo>
                    <a:pt x="4475021" y="1676655"/>
                  </a:lnTo>
                  <a:lnTo>
                    <a:pt x="4475208" y="1680376"/>
                  </a:lnTo>
                  <a:lnTo>
                    <a:pt x="4475395" y="1683261"/>
                  </a:lnTo>
                  <a:lnTo>
                    <a:pt x="4475582" y="1685961"/>
                  </a:lnTo>
                  <a:lnTo>
                    <a:pt x="4475769" y="1689313"/>
                  </a:lnTo>
                  <a:lnTo>
                    <a:pt x="4475956" y="1693394"/>
                  </a:lnTo>
                  <a:lnTo>
                    <a:pt x="4476143" y="1697792"/>
                  </a:lnTo>
                  <a:lnTo>
                    <a:pt x="4476329" y="1703157"/>
                  </a:lnTo>
                  <a:lnTo>
                    <a:pt x="4476516" y="1708452"/>
                  </a:lnTo>
                  <a:lnTo>
                    <a:pt x="4476703" y="1714293"/>
                  </a:lnTo>
                  <a:lnTo>
                    <a:pt x="4476890" y="1719553"/>
                  </a:lnTo>
                  <a:lnTo>
                    <a:pt x="4477077" y="1723936"/>
                  </a:lnTo>
                  <a:lnTo>
                    <a:pt x="4477264" y="1728933"/>
                  </a:lnTo>
                  <a:lnTo>
                    <a:pt x="4477451" y="1734275"/>
                  </a:lnTo>
                  <a:lnTo>
                    <a:pt x="4477638" y="1739501"/>
                  </a:lnTo>
                  <a:lnTo>
                    <a:pt x="4477825" y="1744902"/>
                  </a:lnTo>
                  <a:lnTo>
                    <a:pt x="4478012" y="1750266"/>
                  </a:lnTo>
                  <a:lnTo>
                    <a:pt x="4478199" y="1755985"/>
                  </a:lnTo>
                  <a:lnTo>
                    <a:pt x="4478386" y="1761426"/>
                  </a:lnTo>
                  <a:lnTo>
                    <a:pt x="4478573" y="1766658"/>
                  </a:lnTo>
                  <a:lnTo>
                    <a:pt x="4478759" y="1771479"/>
                  </a:lnTo>
                  <a:lnTo>
                    <a:pt x="4478946" y="1776415"/>
                  </a:lnTo>
                  <a:lnTo>
                    <a:pt x="4479133" y="1781727"/>
                  </a:lnTo>
                  <a:lnTo>
                    <a:pt x="4479320" y="1787233"/>
                  </a:lnTo>
                  <a:lnTo>
                    <a:pt x="4479507" y="1792061"/>
                  </a:lnTo>
                  <a:lnTo>
                    <a:pt x="4479694" y="1797477"/>
                  </a:lnTo>
                  <a:lnTo>
                    <a:pt x="4479881" y="1803177"/>
                  </a:lnTo>
                  <a:lnTo>
                    <a:pt x="4480068" y="1808780"/>
                  </a:lnTo>
                  <a:lnTo>
                    <a:pt x="4480255" y="1813879"/>
                  </a:lnTo>
                  <a:lnTo>
                    <a:pt x="4480442" y="1819023"/>
                  </a:lnTo>
                  <a:lnTo>
                    <a:pt x="4480629" y="1824378"/>
                  </a:lnTo>
                  <a:lnTo>
                    <a:pt x="4480816" y="1829664"/>
                  </a:lnTo>
                  <a:lnTo>
                    <a:pt x="4481002" y="1834947"/>
                  </a:lnTo>
                  <a:lnTo>
                    <a:pt x="4481189" y="1841377"/>
                  </a:lnTo>
                  <a:lnTo>
                    <a:pt x="4481376" y="1848003"/>
                  </a:lnTo>
                  <a:lnTo>
                    <a:pt x="4481563" y="1854788"/>
                  </a:lnTo>
                  <a:lnTo>
                    <a:pt x="4481750" y="1861293"/>
                  </a:lnTo>
                  <a:lnTo>
                    <a:pt x="4481937" y="1866882"/>
                  </a:lnTo>
                  <a:lnTo>
                    <a:pt x="4482124" y="1871665"/>
                  </a:lnTo>
                  <a:lnTo>
                    <a:pt x="4482311" y="1876479"/>
                  </a:lnTo>
                  <a:lnTo>
                    <a:pt x="4482498" y="1880536"/>
                  </a:lnTo>
                  <a:lnTo>
                    <a:pt x="4482685" y="1884986"/>
                  </a:lnTo>
                  <a:lnTo>
                    <a:pt x="4482872" y="1888869"/>
                  </a:lnTo>
                  <a:lnTo>
                    <a:pt x="4483059" y="1892299"/>
                  </a:lnTo>
                  <a:lnTo>
                    <a:pt x="4483246" y="1895619"/>
                  </a:lnTo>
                  <a:lnTo>
                    <a:pt x="4483432" y="1898168"/>
                  </a:lnTo>
                  <a:lnTo>
                    <a:pt x="4483619" y="1900174"/>
                  </a:lnTo>
                  <a:lnTo>
                    <a:pt x="4483806" y="1901505"/>
                  </a:lnTo>
                  <a:lnTo>
                    <a:pt x="4483993" y="1901662"/>
                  </a:lnTo>
                  <a:lnTo>
                    <a:pt x="4484180" y="1900809"/>
                  </a:lnTo>
                  <a:lnTo>
                    <a:pt x="4484367" y="1899410"/>
                  </a:lnTo>
                  <a:lnTo>
                    <a:pt x="4484554" y="1897737"/>
                  </a:lnTo>
                  <a:lnTo>
                    <a:pt x="4484741" y="1896120"/>
                  </a:lnTo>
                  <a:lnTo>
                    <a:pt x="4484928" y="1894963"/>
                  </a:lnTo>
                  <a:lnTo>
                    <a:pt x="4485115" y="1893163"/>
                  </a:lnTo>
                  <a:lnTo>
                    <a:pt x="4485302" y="1890993"/>
                  </a:lnTo>
                  <a:lnTo>
                    <a:pt x="4485489" y="1888784"/>
                  </a:lnTo>
                  <a:lnTo>
                    <a:pt x="4485676" y="1886514"/>
                  </a:lnTo>
                  <a:lnTo>
                    <a:pt x="4485862" y="1884056"/>
                  </a:lnTo>
                  <a:lnTo>
                    <a:pt x="4486049" y="1882121"/>
                  </a:lnTo>
                  <a:lnTo>
                    <a:pt x="4486236" y="1880785"/>
                  </a:lnTo>
                  <a:lnTo>
                    <a:pt x="4486423" y="1880644"/>
                  </a:lnTo>
                  <a:lnTo>
                    <a:pt x="4486610" y="1880763"/>
                  </a:lnTo>
                  <a:lnTo>
                    <a:pt x="4486797" y="1881532"/>
                  </a:lnTo>
                  <a:lnTo>
                    <a:pt x="4486984" y="1882870"/>
                  </a:lnTo>
                  <a:lnTo>
                    <a:pt x="4487171" y="1884418"/>
                  </a:lnTo>
                  <a:lnTo>
                    <a:pt x="4487358" y="1886066"/>
                  </a:lnTo>
                  <a:lnTo>
                    <a:pt x="4487545" y="1888649"/>
                  </a:lnTo>
                  <a:lnTo>
                    <a:pt x="4487732" y="1891922"/>
                  </a:lnTo>
                  <a:lnTo>
                    <a:pt x="4487919" y="1895973"/>
                  </a:lnTo>
                  <a:lnTo>
                    <a:pt x="4488105" y="1900368"/>
                  </a:lnTo>
                  <a:lnTo>
                    <a:pt x="4488292" y="1904687"/>
                  </a:lnTo>
                  <a:lnTo>
                    <a:pt x="4488479" y="1909193"/>
                  </a:lnTo>
                  <a:lnTo>
                    <a:pt x="4488666" y="1913773"/>
                  </a:lnTo>
                  <a:lnTo>
                    <a:pt x="4488853" y="1917959"/>
                  </a:lnTo>
                  <a:lnTo>
                    <a:pt x="4489040" y="1922076"/>
                  </a:lnTo>
                  <a:lnTo>
                    <a:pt x="4489227" y="1926534"/>
                  </a:lnTo>
                  <a:lnTo>
                    <a:pt x="4489414" y="1930603"/>
                  </a:lnTo>
                  <a:lnTo>
                    <a:pt x="4489601" y="1935053"/>
                  </a:lnTo>
                  <a:lnTo>
                    <a:pt x="4489788" y="1938629"/>
                  </a:lnTo>
                  <a:lnTo>
                    <a:pt x="4489975" y="1942136"/>
                  </a:lnTo>
                  <a:lnTo>
                    <a:pt x="4490162" y="1945157"/>
                  </a:lnTo>
                  <a:lnTo>
                    <a:pt x="4490349" y="1946640"/>
                  </a:lnTo>
                  <a:lnTo>
                    <a:pt x="4490535" y="1946064"/>
                  </a:lnTo>
                  <a:lnTo>
                    <a:pt x="4490722" y="1947403"/>
                  </a:lnTo>
                  <a:lnTo>
                    <a:pt x="4490909" y="1948872"/>
                  </a:lnTo>
                  <a:lnTo>
                    <a:pt x="4491096" y="1950752"/>
                  </a:lnTo>
                  <a:lnTo>
                    <a:pt x="4491283" y="1952565"/>
                  </a:lnTo>
                  <a:lnTo>
                    <a:pt x="4491470" y="1954660"/>
                  </a:lnTo>
                  <a:lnTo>
                    <a:pt x="4491657" y="1956940"/>
                  </a:lnTo>
                  <a:lnTo>
                    <a:pt x="4491844" y="1959800"/>
                  </a:lnTo>
                  <a:lnTo>
                    <a:pt x="4492031" y="1962416"/>
                  </a:lnTo>
                  <a:lnTo>
                    <a:pt x="4492218" y="1965900"/>
                  </a:lnTo>
                  <a:lnTo>
                    <a:pt x="4492405" y="1970088"/>
                  </a:lnTo>
                  <a:lnTo>
                    <a:pt x="4492592" y="1974462"/>
                  </a:lnTo>
                  <a:lnTo>
                    <a:pt x="4492779" y="1979762"/>
                  </a:lnTo>
                  <a:lnTo>
                    <a:pt x="4492965" y="1984506"/>
                  </a:lnTo>
                  <a:lnTo>
                    <a:pt x="4493152" y="1989366"/>
                  </a:lnTo>
                  <a:lnTo>
                    <a:pt x="4493339" y="1994110"/>
                  </a:lnTo>
                  <a:lnTo>
                    <a:pt x="4493526" y="1997178"/>
                  </a:lnTo>
                  <a:lnTo>
                    <a:pt x="4493713" y="1998982"/>
                  </a:lnTo>
                  <a:lnTo>
                    <a:pt x="4493900" y="2000238"/>
                  </a:lnTo>
                  <a:lnTo>
                    <a:pt x="4494087" y="2001290"/>
                  </a:lnTo>
                  <a:lnTo>
                    <a:pt x="4494274" y="2002010"/>
                  </a:lnTo>
                  <a:lnTo>
                    <a:pt x="4494461" y="2001389"/>
                  </a:lnTo>
                  <a:lnTo>
                    <a:pt x="4494648" y="2000051"/>
                  </a:lnTo>
                  <a:lnTo>
                    <a:pt x="4494835" y="1997869"/>
                  </a:lnTo>
                  <a:lnTo>
                    <a:pt x="4495022" y="1994447"/>
                  </a:lnTo>
                  <a:lnTo>
                    <a:pt x="4495208" y="1990000"/>
                  </a:lnTo>
                  <a:lnTo>
                    <a:pt x="4495395" y="1985553"/>
                  </a:lnTo>
                  <a:lnTo>
                    <a:pt x="4495582" y="1979982"/>
                  </a:lnTo>
                  <a:lnTo>
                    <a:pt x="4495769" y="1972732"/>
                  </a:lnTo>
                  <a:lnTo>
                    <a:pt x="4495956" y="1965832"/>
                  </a:lnTo>
                  <a:lnTo>
                    <a:pt x="4496143" y="1958948"/>
                  </a:lnTo>
                  <a:lnTo>
                    <a:pt x="4496330" y="1952764"/>
                  </a:lnTo>
                  <a:lnTo>
                    <a:pt x="4496517" y="1944522"/>
                  </a:lnTo>
                  <a:lnTo>
                    <a:pt x="4496704" y="1936256"/>
                  </a:lnTo>
                  <a:lnTo>
                    <a:pt x="4496891" y="1928576"/>
                  </a:lnTo>
                  <a:lnTo>
                    <a:pt x="4497078" y="1921229"/>
                  </a:lnTo>
                  <a:lnTo>
                    <a:pt x="4497265" y="1915369"/>
                  </a:lnTo>
                  <a:lnTo>
                    <a:pt x="4497452" y="1910067"/>
                  </a:lnTo>
                  <a:lnTo>
                    <a:pt x="4497638" y="1905657"/>
                  </a:lnTo>
                  <a:lnTo>
                    <a:pt x="4497825" y="1900900"/>
                  </a:lnTo>
                  <a:lnTo>
                    <a:pt x="4498012" y="1895795"/>
                  </a:lnTo>
                  <a:lnTo>
                    <a:pt x="4498199" y="1889288"/>
                  </a:lnTo>
                  <a:lnTo>
                    <a:pt x="4498386" y="1881972"/>
                  </a:lnTo>
                  <a:lnTo>
                    <a:pt x="4498573" y="1874309"/>
                  </a:lnTo>
                  <a:lnTo>
                    <a:pt x="4498760" y="1865809"/>
                  </a:lnTo>
                  <a:lnTo>
                    <a:pt x="4498947" y="1856961"/>
                  </a:lnTo>
                  <a:lnTo>
                    <a:pt x="4499134" y="1848322"/>
                  </a:lnTo>
                  <a:lnTo>
                    <a:pt x="4499321" y="1840421"/>
                  </a:lnTo>
                  <a:lnTo>
                    <a:pt x="4499508" y="1832920"/>
                  </a:lnTo>
                  <a:lnTo>
                    <a:pt x="4499695" y="1824926"/>
                  </a:lnTo>
                  <a:lnTo>
                    <a:pt x="4499881" y="1818210"/>
                  </a:lnTo>
                  <a:lnTo>
                    <a:pt x="4500068" y="1811615"/>
                  </a:lnTo>
                  <a:lnTo>
                    <a:pt x="4500255" y="1805225"/>
                  </a:lnTo>
                  <a:lnTo>
                    <a:pt x="4500442" y="1798062"/>
                  </a:lnTo>
                  <a:lnTo>
                    <a:pt x="4500629" y="1791520"/>
                  </a:lnTo>
                  <a:lnTo>
                    <a:pt x="4500816" y="1784960"/>
                  </a:lnTo>
                  <a:lnTo>
                    <a:pt x="4501003" y="1779365"/>
                  </a:lnTo>
                  <a:lnTo>
                    <a:pt x="4501190" y="1774608"/>
                  </a:lnTo>
                  <a:lnTo>
                    <a:pt x="4501377" y="1769383"/>
                  </a:lnTo>
                  <a:lnTo>
                    <a:pt x="4501564" y="1765478"/>
                  </a:lnTo>
                  <a:lnTo>
                    <a:pt x="4501751" y="1761851"/>
                  </a:lnTo>
                  <a:lnTo>
                    <a:pt x="4501938" y="1757957"/>
                  </a:lnTo>
                  <a:lnTo>
                    <a:pt x="4502125" y="1753826"/>
                  </a:lnTo>
                  <a:lnTo>
                    <a:pt x="4502311" y="1749294"/>
                  </a:lnTo>
                  <a:lnTo>
                    <a:pt x="4502498" y="1744228"/>
                  </a:lnTo>
                  <a:lnTo>
                    <a:pt x="4502685" y="1738250"/>
                  </a:lnTo>
                  <a:lnTo>
                    <a:pt x="4502872" y="1732488"/>
                  </a:lnTo>
                  <a:lnTo>
                    <a:pt x="4503059" y="1725562"/>
                  </a:lnTo>
                  <a:lnTo>
                    <a:pt x="4503246" y="1718122"/>
                  </a:lnTo>
                  <a:lnTo>
                    <a:pt x="4503433" y="1709910"/>
                  </a:lnTo>
                  <a:lnTo>
                    <a:pt x="4503620" y="1701908"/>
                  </a:lnTo>
                  <a:lnTo>
                    <a:pt x="4503807" y="1693925"/>
                  </a:lnTo>
                  <a:lnTo>
                    <a:pt x="4503994" y="1683681"/>
                  </a:lnTo>
                  <a:lnTo>
                    <a:pt x="4504181" y="1673391"/>
                  </a:lnTo>
                  <a:lnTo>
                    <a:pt x="4504368" y="1659599"/>
                  </a:lnTo>
                  <a:lnTo>
                    <a:pt x="4504555" y="1645227"/>
                  </a:lnTo>
                  <a:lnTo>
                    <a:pt x="4504741" y="1630766"/>
                  </a:lnTo>
                  <a:lnTo>
                    <a:pt x="4504928" y="1616710"/>
                  </a:lnTo>
                  <a:lnTo>
                    <a:pt x="4505115" y="1602479"/>
                  </a:lnTo>
                  <a:lnTo>
                    <a:pt x="4505302" y="1588467"/>
                  </a:lnTo>
                  <a:lnTo>
                    <a:pt x="4505489" y="1577160"/>
                  </a:lnTo>
                  <a:lnTo>
                    <a:pt x="4505676" y="1566748"/>
                  </a:lnTo>
                  <a:lnTo>
                    <a:pt x="4505863" y="1556487"/>
                  </a:lnTo>
                  <a:lnTo>
                    <a:pt x="4506050" y="1547675"/>
                  </a:lnTo>
                  <a:lnTo>
                    <a:pt x="4506237" y="1540205"/>
                  </a:lnTo>
                  <a:lnTo>
                    <a:pt x="4506424" y="1533990"/>
                  </a:lnTo>
                  <a:lnTo>
                    <a:pt x="4506611" y="1527501"/>
                  </a:lnTo>
                  <a:lnTo>
                    <a:pt x="4506798" y="1521498"/>
                  </a:lnTo>
                  <a:lnTo>
                    <a:pt x="4506984" y="1516897"/>
                  </a:lnTo>
                  <a:lnTo>
                    <a:pt x="4507171" y="1513234"/>
                  </a:lnTo>
                  <a:lnTo>
                    <a:pt x="4507358" y="1510138"/>
                  </a:lnTo>
                  <a:lnTo>
                    <a:pt x="4507545" y="1507541"/>
                  </a:lnTo>
                  <a:lnTo>
                    <a:pt x="4507732" y="1505219"/>
                  </a:lnTo>
                  <a:lnTo>
                    <a:pt x="4507919" y="1503847"/>
                  </a:lnTo>
                  <a:lnTo>
                    <a:pt x="4508106" y="1502752"/>
                  </a:lnTo>
                  <a:lnTo>
                    <a:pt x="4508293" y="1501210"/>
                  </a:lnTo>
                  <a:lnTo>
                    <a:pt x="4508480" y="1499365"/>
                  </a:lnTo>
                  <a:lnTo>
                    <a:pt x="4508667" y="1497978"/>
                  </a:lnTo>
                  <a:lnTo>
                    <a:pt x="4508854" y="1495920"/>
                  </a:lnTo>
                  <a:lnTo>
                    <a:pt x="4509041" y="1494319"/>
                  </a:lnTo>
                  <a:lnTo>
                    <a:pt x="4509228" y="1491768"/>
                  </a:lnTo>
                  <a:lnTo>
                    <a:pt x="4509414" y="1489085"/>
                  </a:lnTo>
                  <a:lnTo>
                    <a:pt x="4509601" y="1486165"/>
                  </a:lnTo>
                  <a:lnTo>
                    <a:pt x="4509788" y="1481802"/>
                  </a:lnTo>
                  <a:lnTo>
                    <a:pt x="4509975" y="1477615"/>
                  </a:lnTo>
                  <a:lnTo>
                    <a:pt x="4510162" y="1473499"/>
                  </a:lnTo>
                  <a:lnTo>
                    <a:pt x="4510349" y="1470225"/>
                  </a:lnTo>
                  <a:lnTo>
                    <a:pt x="4510536" y="1466870"/>
                  </a:lnTo>
                  <a:lnTo>
                    <a:pt x="4510723" y="1463499"/>
                  </a:lnTo>
                  <a:lnTo>
                    <a:pt x="4510910" y="1460490"/>
                  </a:lnTo>
                  <a:lnTo>
                    <a:pt x="4511097" y="1457733"/>
                  </a:lnTo>
                  <a:lnTo>
                    <a:pt x="4511284" y="1455494"/>
                  </a:lnTo>
                  <a:lnTo>
                    <a:pt x="4511471" y="1453733"/>
                  </a:lnTo>
                  <a:lnTo>
                    <a:pt x="4511657" y="1451595"/>
                  </a:lnTo>
                  <a:lnTo>
                    <a:pt x="4511844" y="1448950"/>
                  </a:lnTo>
                  <a:lnTo>
                    <a:pt x="4512031" y="1446709"/>
                  </a:lnTo>
                  <a:lnTo>
                    <a:pt x="4512218" y="1444866"/>
                  </a:lnTo>
                  <a:lnTo>
                    <a:pt x="4512405" y="1443192"/>
                  </a:lnTo>
                  <a:lnTo>
                    <a:pt x="4512592" y="1442065"/>
                  </a:lnTo>
                  <a:lnTo>
                    <a:pt x="4512779" y="1440682"/>
                  </a:lnTo>
                  <a:lnTo>
                    <a:pt x="4512966" y="1439119"/>
                  </a:lnTo>
                  <a:lnTo>
                    <a:pt x="4513153" y="1437054"/>
                  </a:lnTo>
                  <a:lnTo>
                    <a:pt x="4513340" y="1434149"/>
                  </a:lnTo>
                  <a:lnTo>
                    <a:pt x="4513527" y="1430506"/>
                  </a:lnTo>
                  <a:lnTo>
                    <a:pt x="4513714" y="1425183"/>
                  </a:lnTo>
                  <a:lnTo>
                    <a:pt x="4513901" y="1419049"/>
                  </a:lnTo>
                  <a:lnTo>
                    <a:pt x="4514087" y="1412146"/>
                  </a:lnTo>
                  <a:lnTo>
                    <a:pt x="4514274" y="1405002"/>
                  </a:lnTo>
                  <a:lnTo>
                    <a:pt x="4514461" y="1397113"/>
                  </a:lnTo>
                  <a:lnTo>
                    <a:pt x="4514648" y="1389155"/>
                  </a:lnTo>
                  <a:lnTo>
                    <a:pt x="4514835" y="1381318"/>
                  </a:lnTo>
                  <a:lnTo>
                    <a:pt x="4515022" y="1373365"/>
                  </a:lnTo>
                  <a:lnTo>
                    <a:pt x="4515209" y="1365657"/>
                  </a:lnTo>
                  <a:lnTo>
                    <a:pt x="4515396" y="1357849"/>
                  </a:lnTo>
                  <a:lnTo>
                    <a:pt x="4515583" y="1349961"/>
                  </a:lnTo>
                  <a:lnTo>
                    <a:pt x="4515770" y="1342369"/>
                  </a:lnTo>
                  <a:lnTo>
                    <a:pt x="4515957" y="1335556"/>
                  </a:lnTo>
                  <a:lnTo>
                    <a:pt x="4516144" y="1329545"/>
                  </a:lnTo>
                  <a:lnTo>
                    <a:pt x="4516331" y="1324067"/>
                  </a:lnTo>
                  <a:lnTo>
                    <a:pt x="4516517" y="1319333"/>
                  </a:lnTo>
                  <a:lnTo>
                    <a:pt x="4516704" y="1315270"/>
                  </a:lnTo>
                  <a:lnTo>
                    <a:pt x="4516891" y="1311329"/>
                  </a:lnTo>
                  <a:lnTo>
                    <a:pt x="4517078" y="1307533"/>
                  </a:lnTo>
                  <a:lnTo>
                    <a:pt x="4517265" y="1304383"/>
                  </a:lnTo>
                  <a:lnTo>
                    <a:pt x="4517452" y="1301363"/>
                  </a:lnTo>
                  <a:lnTo>
                    <a:pt x="4517639" y="1298724"/>
                  </a:lnTo>
                  <a:lnTo>
                    <a:pt x="4517826" y="1296488"/>
                  </a:lnTo>
                  <a:lnTo>
                    <a:pt x="4518013" y="1294406"/>
                  </a:lnTo>
                  <a:lnTo>
                    <a:pt x="4518200" y="1292670"/>
                  </a:lnTo>
                  <a:lnTo>
                    <a:pt x="4518387" y="1291402"/>
                  </a:lnTo>
                  <a:lnTo>
                    <a:pt x="4518574" y="1290290"/>
                  </a:lnTo>
                  <a:lnTo>
                    <a:pt x="4518760" y="1289257"/>
                  </a:lnTo>
                  <a:lnTo>
                    <a:pt x="4518947" y="1288102"/>
                  </a:lnTo>
                  <a:lnTo>
                    <a:pt x="4519134" y="1287175"/>
                  </a:lnTo>
                  <a:lnTo>
                    <a:pt x="4519321" y="1286508"/>
                  </a:lnTo>
                  <a:lnTo>
                    <a:pt x="4519508" y="1286250"/>
                  </a:lnTo>
                  <a:lnTo>
                    <a:pt x="4519695" y="1286504"/>
                  </a:lnTo>
                  <a:lnTo>
                    <a:pt x="4519882" y="1287074"/>
                  </a:lnTo>
                  <a:lnTo>
                    <a:pt x="4520069" y="1287832"/>
                  </a:lnTo>
                  <a:lnTo>
                    <a:pt x="4520256" y="1288684"/>
                  </a:lnTo>
                  <a:lnTo>
                    <a:pt x="4520443" y="1289218"/>
                  </a:lnTo>
                  <a:lnTo>
                    <a:pt x="4520630" y="1289001"/>
                  </a:lnTo>
                  <a:lnTo>
                    <a:pt x="4520817" y="1288352"/>
                  </a:lnTo>
                  <a:lnTo>
                    <a:pt x="4521004" y="1287644"/>
                  </a:lnTo>
                  <a:lnTo>
                    <a:pt x="4521190" y="1287377"/>
                  </a:lnTo>
                  <a:lnTo>
                    <a:pt x="4521377" y="1287582"/>
                  </a:lnTo>
                  <a:lnTo>
                    <a:pt x="4521564" y="1287681"/>
                  </a:lnTo>
                  <a:lnTo>
                    <a:pt x="4521751" y="1287571"/>
                  </a:lnTo>
                  <a:lnTo>
                    <a:pt x="4521938" y="1286596"/>
                  </a:lnTo>
                  <a:lnTo>
                    <a:pt x="4522125" y="1285002"/>
                  </a:lnTo>
                  <a:lnTo>
                    <a:pt x="4522312" y="1282637"/>
                  </a:lnTo>
                  <a:lnTo>
                    <a:pt x="4522499" y="1279282"/>
                  </a:lnTo>
                  <a:lnTo>
                    <a:pt x="4522686" y="1275866"/>
                  </a:lnTo>
                  <a:lnTo>
                    <a:pt x="4522873" y="1272165"/>
                  </a:lnTo>
                  <a:lnTo>
                    <a:pt x="4523060" y="1268507"/>
                  </a:lnTo>
                  <a:lnTo>
                    <a:pt x="4523247" y="1265573"/>
                  </a:lnTo>
                  <a:lnTo>
                    <a:pt x="4523434" y="1263523"/>
                  </a:lnTo>
                  <a:lnTo>
                    <a:pt x="4523620" y="1262221"/>
                  </a:lnTo>
                  <a:lnTo>
                    <a:pt x="4523807" y="1260978"/>
                  </a:lnTo>
                  <a:lnTo>
                    <a:pt x="4523994" y="1260459"/>
                  </a:lnTo>
                  <a:lnTo>
                    <a:pt x="4524181" y="1259208"/>
                  </a:lnTo>
                  <a:lnTo>
                    <a:pt x="4524368" y="1258101"/>
                  </a:lnTo>
                  <a:lnTo>
                    <a:pt x="4524555" y="1256620"/>
                  </a:lnTo>
                  <a:lnTo>
                    <a:pt x="4524742" y="1254861"/>
                  </a:lnTo>
                  <a:lnTo>
                    <a:pt x="4524929" y="1253052"/>
                  </a:lnTo>
                  <a:lnTo>
                    <a:pt x="4525116" y="1250411"/>
                  </a:lnTo>
                  <a:lnTo>
                    <a:pt x="4525303" y="1247778"/>
                  </a:lnTo>
                  <a:lnTo>
                    <a:pt x="4525490" y="1244687"/>
                  </a:lnTo>
                  <a:lnTo>
                    <a:pt x="4525677" y="1241912"/>
                  </a:lnTo>
                  <a:lnTo>
                    <a:pt x="4525863" y="1239073"/>
                  </a:lnTo>
                  <a:lnTo>
                    <a:pt x="4526050" y="1236400"/>
                  </a:lnTo>
                  <a:lnTo>
                    <a:pt x="4526237" y="1233998"/>
                  </a:lnTo>
                  <a:lnTo>
                    <a:pt x="4526424" y="1232335"/>
                  </a:lnTo>
                  <a:lnTo>
                    <a:pt x="4526611" y="1230267"/>
                  </a:lnTo>
                  <a:lnTo>
                    <a:pt x="4526798" y="1228708"/>
                  </a:lnTo>
                  <a:lnTo>
                    <a:pt x="4526985" y="1227918"/>
                  </a:lnTo>
                  <a:lnTo>
                    <a:pt x="4527172" y="1227345"/>
                  </a:lnTo>
                  <a:lnTo>
                    <a:pt x="4527359" y="1228062"/>
                  </a:lnTo>
                  <a:lnTo>
                    <a:pt x="4527546" y="1229458"/>
                  </a:lnTo>
                  <a:lnTo>
                    <a:pt x="4527733" y="1232122"/>
                  </a:lnTo>
                  <a:lnTo>
                    <a:pt x="4527920" y="1237121"/>
                  </a:lnTo>
                  <a:lnTo>
                    <a:pt x="4528107" y="1242033"/>
                  </a:lnTo>
                  <a:lnTo>
                    <a:pt x="4528293" y="1247608"/>
                  </a:lnTo>
                  <a:lnTo>
                    <a:pt x="4528480" y="1252430"/>
                  </a:lnTo>
                  <a:lnTo>
                    <a:pt x="4528667" y="1257435"/>
                  </a:lnTo>
                  <a:lnTo>
                    <a:pt x="4528854" y="1262157"/>
                  </a:lnTo>
                  <a:lnTo>
                    <a:pt x="4529041" y="1266601"/>
                  </a:lnTo>
                  <a:lnTo>
                    <a:pt x="4529228" y="1270328"/>
                  </a:lnTo>
                  <a:lnTo>
                    <a:pt x="4529415" y="1274326"/>
                  </a:lnTo>
                  <a:lnTo>
                    <a:pt x="4529602" y="1277875"/>
                  </a:lnTo>
                  <a:lnTo>
                    <a:pt x="4529789" y="1281056"/>
                  </a:lnTo>
                  <a:lnTo>
                    <a:pt x="4529976" y="1284822"/>
                  </a:lnTo>
                  <a:lnTo>
                    <a:pt x="4530163" y="1287163"/>
                  </a:lnTo>
                  <a:lnTo>
                    <a:pt x="4530350" y="1289992"/>
                  </a:lnTo>
                  <a:lnTo>
                    <a:pt x="4530536" y="1291875"/>
                  </a:lnTo>
                  <a:lnTo>
                    <a:pt x="4530723" y="1293479"/>
                  </a:lnTo>
                  <a:lnTo>
                    <a:pt x="4530910" y="1295695"/>
                  </a:lnTo>
                  <a:lnTo>
                    <a:pt x="4531097" y="1298223"/>
                  </a:lnTo>
                  <a:lnTo>
                    <a:pt x="4531284" y="1301848"/>
                  </a:lnTo>
                  <a:lnTo>
                    <a:pt x="4531471" y="1305408"/>
                  </a:lnTo>
                  <a:lnTo>
                    <a:pt x="4531658" y="1308800"/>
                  </a:lnTo>
                  <a:lnTo>
                    <a:pt x="4531845" y="1312987"/>
                  </a:lnTo>
                  <a:lnTo>
                    <a:pt x="4532032" y="1317030"/>
                  </a:lnTo>
                  <a:lnTo>
                    <a:pt x="4532219" y="1320599"/>
                  </a:lnTo>
                  <a:lnTo>
                    <a:pt x="4532406" y="1323984"/>
                  </a:lnTo>
                  <a:lnTo>
                    <a:pt x="4532593" y="1328236"/>
                  </a:lnTo>
                  <a:lnTo>
                    <a:pt x="4532780" y="1331859"/>
                  </a:lnTo>
                  <a:lnTo>
                    <a:pt x="4532966" y="1335904"/>
                  </a:lnTo>
                  <a:lnTo>
                    <a:pt x="4533153" y="1341019"/>
                  </a:lnTo>
                  <a:lnTo>
                    <a:pt x="4533340" y="1346169"/>
                  </a:lnTo>
                  <a:lnTo>
                    <a:pt x="4533527" y="1350739"/>
                  </a:lnTo>
                  <a:lnTo>
                    <a:pt x="4533714" y="1354883"/>
                  </a:lnTo>
                  <a:lnTo>
                    <a:pt x="4533901" y="1360477"/>
                  </a:lnTo>
                  <a:lnTo>
                    <a:pt x="4534088" y="1365261"/>
                  </a:lnTo>
                  <a:lnTo>
                    <a:pt x="4534275" y="1368832"/>
                  </a:lnTo>
                  <a:lnTo>
                    <a:pt x="4534462" y="1372117"/>
                  </a:lnTo>
                  <a:lnTo>
                    <a:pt x="4534649" y="1374239"/>
                  </a:lnTo>
                  <a:lnTo>
                    <a:pt x="4534836" y="1376378"/>
                  </a:lnTo>
                  <a:lnTo>
                    <a:pt x="4535023" y="1378155"/>
                  </a:lnTo>
                  <a:lnTo>
                    <a:pt x="4535210" y="1380732"/>
                  </a:lnTo>
                  <a:lnTo>
                    <a:pt x="4535396" y="1383436"/>
                  </a:lnTo>
                  <a:lnTo>
                    <a:pt x="4535583" y="1387423"/>
                  </a:lnTo>
                  <a:lnTo>
                    <a:pt x="4535770" y="1391888"/>
                  </a:lnTo>
                  <a:lnTo>
                    <a:pt x="4535957" y="1396411"/>
                  </a:lnTo>
                  <a:lnTo>
                    <a:pt x="4536144" y="1402350"/>
                  </a:lnTo>
                  <a:lnTo>
                    <a:pt x="4536331" y="1408565"/>
                  </a:lnTo>
                  <a:lnTo>
                    <a:pt x="4536518" y="1414761"/>
                  </a:lnTo>
                  <a:lnTo>
                    <a:pt x="4536705" y="1420586"/>
                  </a:lnTo>
                  <a:lnTo>
                    <a:pt x="4536892" y="1426360"/>
                  </a:lnTo>
                  <a:lnTo>
                    <a:pt x="4537079" y="1433004"/>
                  </a:lnTo>
                  <a:lnTo>
                    <a:pt x="4537266" y="1438788"/>
                  </a:lnTo>
                  <a:lnTo>
                    <a:pt x="4537453" y="1444310"/>
                  </a:lnTo>
                  <a:lnTo>
                    <a:pt x="4537639" y="1449785"/>
                  </a:lnTo>
                  <a:lnTo>
                    <a:pt x="4537826" y="1456183"/>
                  </a:lnTo>
                  <a:lnTo>
                    <a:pt x="4538013" y="1462338"/>
                  </a:lnTo>
                  <a:lnTo>
                    <a:pt x="4538200" y="1468960"/>
                  </a:lnTo>
                  <a:lnTo>
                    <a:pt x="4538387" y="1475267"/>
                  </a:lnTo>
                  <a:lnTo>
                    <a:pt x="4538574" y="1480913"/>
                  </a:lnTo>
                  <a:lnTo>
                    <a:pt x="4538761" y="1486894"/>
                  </a:lnTo>
                  <a:lnTo>
                    <a:pt x="4538948" y="1491784"/>
                  </a:lnTo>
                  <a:lnTo>
                    <a:pt x="4539135" y="1496696"/>
                  </a:lnTo>
                  <a:lnTo>
                    <a:pt x="4539322" y="1502468"/>
                  </a:lnTo>
                  <a:lnTo>
                    <a:pt x="4539509" y="1508316"/>
                  </a:lnTo>
                  <a:lnTo>
                    <a:pt x="4539696" y="1515280"/>
                  </a:lnTo>
                  <a:lnTo>
                    <a:pt x="4539883" y="1522450"/>
                  </a:lnTo>
                  <a:lnTo>
                    <a:pt x="4540069" y="1529849"/>
                  </a:lnTo>
                  <a:lnTo>
                    <a:pt x="4540256" y="1537142"/>
                  </a:lnTo>
                  <a:lnTo>
                    <a:pt x="4540443" y="1545652"/>
                  </a:lnTo>
                  <a:lnTo>
                    <a:pt x="4540630" y="1554590"/>
                  </a:lnTo>
                  <a:lnTo>
                    <a:pt x="4540817" y="1564320"/>
                  </a:lnTo>
                  <a:lnTo>
                    <a:pt x="4541004" y="1573524"/>
                  </a:lnTo>
                  <a:lnTo>
                    <a:pt x="4541191" y="1582437"/>
                  </a:lnTo>
                  <a:lnTo>
                    <a:pt x="4541378" y="1593630"/>
                  </a:lnTo>
                  <a:lnTo>
                    <a:pt x="4541565" y="1604739"/>
                  </a:lnTo>
                  <a:lnTo>
                    <a:pt x="4541752" y="1618751"/>
                  </a:lnTo>
                  <a:lnTo>
                    <a:pt x="4541939" y="1632438"/>
                  </a:lnTo>
                  <a:lnTo>
                    <a:pt x="4542126" y="1645465"/>
                  </a:lnTo>
                  <a:lnTo>
                    <a:pt x="4542313" y="1657929"/>
                  </a:lnTo>
                  <a:lnTo>
                    <a:pt x="4542499" y="1670953"/>
                  </a:lnTo>
                  <a:lnTo>
                    <a:pt x="4542686" y="1683884"/>
                  </a:lnTo>
                  <a:lnTo>
                    <a:pt x="4542873" y="1694695"/>
                  </a:lnTo>
                  <a:lnTo>
                    <a:pt x="4543060" y="1705242"/>
                  </a:lnTo>
                  <a:lnTo>
                    <a:pt x="4543247" y="1715549"/>
                  </a:lnTo>
                  <a:lnTo>
                    <a:pt x="4543434" y="1724329"/>
                  </a:lnTo>
                  <a:lnTo>
                    <a:pt x="4543621" y="1731375"/>
                  </a:lnTo>
                  <a:lnTo>
                    <a:pt x="4543808" y="1737653"/>
                  </a:lnTo>
                  <a:lnTo>
                    <a:pt x="4543995" y="1744229"/>
                  </a:lnTo>
                  <a:lnTo>
                    <a:pt x="4544182" y="1751106"/>
                  </a:lnTo>
                  <a:lnTo>
                    <a:pt x="4544369" y="1756740"/>
                  </a:lnTo>
                  <a:lnTo>
                    <a:pt x="4544556" y="1761135"/>
                  </a:lnTo>
                  <a:lnTo>
                    <a:pt x="4544742" y="1765653"/>
                  </a:lnTo>
                  <a:lnTo>
                    <a:pt x="4544929" y="1770019"/>
                  </a:lnTo>
                  <a:lnTo>
                    <a:pt x="4545116" y="1774269"/>
                  </a:lnTo>
                  <a:lnTo>
                    <a:pt x="4545303" y="1777337"/>
                  </a:lnTo>
                  <a:lnTo>
                    <a:pt x="4545490" y="1780440"/>
                  </a:lnTo>
                  <a:lnTo>
                    <a:pt x="4545677" y="1783876"/>
                  </a:lnTo>
                  <a:lnTo>
                    <a:pt x="4545864" y="1787194"/>
                  </a:lnTo>
                  <a:lnTo>
                    <a:pt x="4546051" y="1789591"/>
                  </a:lnTo>
                  <a:lnTo>
                    <a:pt x="4546238" y="1792791"/>
                  </a:lnTo>
                  <a:lnTo>
                    <a:pt x="4546425" y="1795686"/>
                  </a:lnTo>
                  <a:lnTo>
                    <a:pt x="4546612" y="1798840"/>
                  </a:lnTo>
                  <a:lnTo>
                    <a:pt x="4546799" y="1802590"/>
                  </a:lnTo>
                  <a:lnTo>
                    <a:pt x="4546986" y="1805922"/>
                  </a:lnTo>
                  <a:lnTo>
                    <a:pt x="4547172" y="1810304"/>
                  </a:lnTo>
                  <a:lnTo>
                    <a:pt x="4547359" y="1814427"/>
                  </a:lnTo>
                  <a:lnTo>
                    <a:pt x="4547546" y="1817917"/>
                  </a:lnTo>
                  <a:lnTo>
                    <a:pt x="4547733" y="1820121"/>
                  </a:lnTo>
                  <a:lnTo>
                    <a:pt x="4547920" y="1822174"/>
                  </a:lnTo>
                  <a:lnTo>
                    <a:pt x="4548107" y="1823929"/>
                  </a:lnTo>
                  <a:lnTo>
                    <a:pt x="4548294" y="1825239"/>
                  </a:lnTo>
                  <a:lnTo>
                    <a:pt x="4548481" y="1826643"/>
                  </a:lnTo>
                  <a:lnTo>
                    <a:pt x="4548668" y="1827793"/>
                  </a:lnTo>
                  <a:lnTo>
                    <a:pt x="4548855" y="1828558"/>
                  </a:lnTo>
                  <a:lnTo>
                    <a:pt x="4549042" y="1829517"/>
                  </a:lnTo>
                  <a:lnTo>
                    <a:pt x="4549229" y="1830598"/>
                  </a:lnTo>
                  <a:lnTo>
                    <a:pt x="4549415" y="1831473"/>
                  </a:lnTo>
                  <a:lnTo>
                    <a:pt x="4549602" y="1831680"/>
                  </a:lnTo>
                  <a:lnTo>
                    <a:pt x="4549789" y="1831916"/>
                  </a:lnTo>
                  <a:lnTo>
                    <a:pt x="4549976" y="1831680"/>
                  </a:lnTo>
                  <a:lnTo>
                    <a:pt x="4550163" y="1831389"/>
                  </a:lnTo>
                  <a:lnTo>
                    <a:pt x="4550350" y="1831773"/>
                  </a:lnTo>
                  <a:lnTo>
                    <a:pt x="4550537" y="1832488"/>
                  </a:lnTo>
                  <a:lnTo>
                    <a:pt x="4550724" y="1834464"/>
                  </a:lnTo>
                  <a:lnTo>
                    <a:pt x="4550911" y="1837485"/>
                  </a:lnTo>
                  <a:lnTo>
                    <a:pt x="4551098" y="1841877"/>
                  </a:lnTo>
                  <a:lnTo>
                    <a:pt x="4551285" y="1846405"/>
                  </a:lnTo>
                  <a:lnTo>
                    <a:pt x="4551472" y="1850899"/>
                  </a:lnTo>
                  <a:lnTo>
                    <a:pt x="4551659" y="1855739"/>
                  </a:lnTo>
                  <a:lnTo>
                    <a:pt x="4551845" y="1861066"/>
                  </a:lnTo>
                  <a:lnTo>
                    <a:pt x="4552032" y="1866399"/>
                  </a:lnTo>
                  <a:lnTo>
                    <a:pt x="4552219" y="1871284"/>
                  </a:lnTo>
                  <a:lnTo>
                    <a:pt x="4552406" y="1876831"/>
                  </a:lnTo>
                  <a:lnTo>
                    <a:pt x="4552593" y="1882198"/>
                  </a:lnTo>
                  <a:lnTo>
                    <a:pt x="4552780" y="1888250"/>
                  </a:lnTo>
                  <a:lnTo>
                    <a:pt x="4552967" y="1894552"/>
                  </a:lnTo>
                  <a:lnTo>
                    <a:pt x="4553154" y="1900628"/>
                  </a:lnTo>
                  <a:lnTo>
                    <a:pt x="4553341" y="1905500"/>
                  </a:lnTo>
                  <a:lnTo>
                    <a:pt x="4553528" y="1909404"/>
                  </a:lnTo>
                  <a:lnTo>
                    <a:pt x="4553715" y="1912413"/>
                  </a:lnTo>
                  <a:lnTo>
                    <a:pt x="4553902" y="1914701"/>
                  </a:lnTo>
                  <a:lnTo>
                    <a:pt x="4554089" y="1916202"/>
                  </a:lnTo>
                  <a:lnTo>
                    <a:pt x="4554275" y="1917667"/>
                  </a:lnTo>
                  <a:lnTo>
                    <a:pt x="4554462" y="1918699"/>
                  </a:lnTo>
                  <a:lnTo>
                    <a:pt x="4554649" y="1919053"/>
                  </a:lnTo>
                  <a:lnTo>
                    <a:pt x="4554836" y="1919370"/>
                  </a:lnTo>
                  <a:lnTo>
                    <a:pt x="4555023" y="1919493"/>
                  </a:lnTo>
                  <a:lnTo>
                    <a:pt x="4555210" y="1919248"/>
                  </a:lnTo>
                  <a:lnTo>
                    <a:pt x="4555397" y="1918822"/>
                  </a:lnTo>
                  <a:lnTo>
                    <a:pt x="4555584" y="1918040"/>
                  </a:lnTo>
                  <a:lnTo>
                    <a:pt x="4555771" y="1916698"/>
                  </a:lnTo>
                  <a:lnTo>
                    <a:pt x="4555958" y="1914872"/>
                  </a:lnTo>
                  <a:lnTo>
                    <a:pt x="4556145" y="1913759"/>
                  </a:lnTo>
                  <a:lnTo>
                    <a:pt x="4556332" y="1913243"/>
                  </a:lnTo>
                  <a:lnTo>
                    <a:pt x="4556518" y="1913132"/>
                  </a:lnTo>
                  <a:lnTo>
                    <a:pt x="4556705" y="1913068"/>
                  </a:lnTo>
                  <a:lnTo>
                    <a:pt x="4556892" y="1913214"/>
                  </a:lnTo>
                  <a:lnTo>
                    <a:pt x="4557079" y="1913034"/>
                  </a:lnTo>
                  <a:lnTo>
                    <a:pt x="4557266" y="1912662"/>
                  </a:lnTo>
                  <a:lnTo>
                    <a:pt x="4557453" y="1912774"/>
                  </a:lnTo>
                  <a:lnTo>
                    <a:pt x="4557640" y="1913208"/>
                  </a:lnTo>
                  <a:lnTo>
                    <a:pt x="4557827" y="1914196"/>
                  </a:lnTo>
                  <a:lnTo>
                    <a:pt x="4558014" y="1916031"/>
                  </a:lnTo>
                  <a:lnTo>
                    <a:pt x="4558201" y="1918802"/>
                  </a:lnTo>
                  <a:lnTo>
                    <a:pt x="4558388" y="1921517"/>
                  </a:lnTo>
                  <a:lnTo>
                    <a:pt x="4558575" y="1924052"/>
                  </a:lnTo>
                  <a:lnTo>
                    <a:pt x="4558762" y="1925780"/>
                  </a:lnTo>
                  <a:lnTo>
                    <a:pt x="4558948" y="1927552"/>
                  </a:lnTo>
                  <a:lnTo>
                    <a:pt x="4559135" y="1929746"/>
                  </a:lnTo>
                  <a:lnTo>
                    <a:pt x="4559322" y="1932674"/>
                  </a:lnTo>
                  <a:lnTo>
                    <a:pt x="4559509" y="1935960"/>
                  </a:lnTo>
                  <a:lnTo>
                    <a:pt x="4559696" y="1939306"/>
                  </a:lnTo>
                  <a:lnTo>
                    <a:pt x="4559883" y="1943814"/>
                  </a:lnTo>
                  <a:lnTo>
                    <a:pt x="4560070" y="1948636"/>
                  </a:lnTo>
                  <a:lnTo>
                    <a:pt x="4560257" y="1953471"/>
                  </a:lnTo>
                  <a:lnTo>
                    <a:pt x="4560444" y="1958052"/>
                  </a:lnTo>
                  <a:lnTo>
                    <a:pt x="4560631" y="1961878"/>
                  </a:lnTo>
                  <a:lnTo>
                    <a:pt x="4560818" y="1964912"/>
                  </a:lnTo>
                  <a:lnTo>
                    <a:pt x="4561005" y="1966823"/>
                  </a:lnTo>
                  <a:lnTo>
                    <a:pt x="4561192" y="1967636"/>
                  </a:lnTo>
                  <a:lnTo>
                    <a:pt x="4561378" y="1967606"/>
                  </a:lnTo>
                  <a:lnTo>
                    <a:pt x="4561565" y="1967908"/>
                  </a:lnTo>
                  <a:lnTo>
                    <a:pt x="4561752" y="1967938"/>
                  </a:lnTo>
                  <a:lnTo>
                    <a:pt x="4561939" y="1968897"/>
                  </a:lnTo>
                  <a:lnTo>
                    <a:pt x="4562126" y="1969936"/>
                  </a:lnTo>
                  <a:lnTo>
                    <a:pt x="4562313" y="1970812"/>
                  </a:lnTo>
                  <a:lnTo>
                    <a:pt x="4562500" y="1972298"/>
                  </a:lnTo>
                  <a:lnTo>
                    <a:pt x="4562687" y="1973605"/>
                  </a:lnTo>
                  <a:lnTo>
                    <a:pt x="4562874" y="1975099"/>
                  </a:lnTo>
                  <a:lnTo>
                    <a:pt x="4563061" y="1976770"/>
                  </a:lnTo>
                  <a:lnTo>
                    <a:pt x="4563248" y="1977865"/>
                  </a:lnTo>
                  <a:lnTo>
                    <a:pt x="4563435" y="1979020"/>
                  </a:lnTo>
                  <a:lnTo>
                    <a:pt x="4563621" y="1979818"/>
                  </a:lnTo>
                  <a:lnTo>
                    <a:pt x="4563808" y="1980228"/>
                  </a:lnTo>
                  <a:lnTo>
                    <a:pt x="4563995" y="1981627"/>
                  </a:lnTo>
                  <a:lnTo>
                    <a:pt x="4564182" y="1983342"/>
                  </a:lnTo>
                  <a:lnTo>
                    <a:pt x="4564369" y="1984224"/>
                  </a:lnTo>
                  <a:lnTo>
                    <a:pt x="4564556" y="1985753"/>
                  </a:lnTo>
                  <a:lnTo>
                    <a:pt x="4564743" y="1986111"/>
                  </a:lnTo>
                  <a:lnTo>
                    <a:pt x="4564930" y="1986157"/>
                  </a:lnTo>
                  <a:lnTo>
                    <a:pt x="4565117" y="1985984"/>
                  </a:lnTo>
                  <a:lnTo>
                    <a:pt x="4565304" y="1985131"/>
                  </a:lnTo>
                  <a:lnTo>
                    <a:pt x="4565491" y="1984110"/>
                  </a:lnTo>
                  <a:lnTo>
                    <a:pt x="4565678" y="1982936"/>
                  </a:lnTo>
                  <a:lnTo>
                    <a:pt x="4565865" y="1981437"/>
                  </a:lnTo>
                  <a:lnTo>
                    <a:pt x="4566051" y="1979739"/>
                  </a:lnTo>
                  <a:lnTo>
                    <a:pt x="4566238" y="1977944"/>
                  </a:lnTo>
                  <a:lnTo>
                    <a:pt x="4566425" y="1976094"/>
                  </a:lnTo>
                  <a:lnTo>
                    <a:pt x="4566612" y="1974232"/>
                  </a:lnTo>
                  <a:lnTo>
                    <a:pt x="4566799" y="1971969"/>
                  </a:lnTo>
                  <a:lnTo>
                    <a:pt x="4566986" y="1969531"/>
                  </a:lnTo>
                  <a:lnTo>
                    <a:pt x="4567173" y="1966912"/>
                  </a:lnTo>
                  <a:lnTo>
                    <a:pt x="4567360" y="1964109"/>
                  </a:lnTo>
                  <a:lnTo>
                    <a:pt x="4567547" y="1961842"/>
                  </a:lnTo>
                  <a:lnTo>
                    <a:pt x="4567734" y="1959937"/>
                  </a:lnTo>
                  <a:lnTo>
                    <a:pt x="4567921" y="1957525"/>
                  </a:lnTo>
                  <a:lnTo>
                    <a:pt x="4568108" y="1955547"/>
                  </a:lnTo>
                  <a:lnTo>
                    <a:pt x="4568294" y="1953039"/>
                  </a:lnTo>
                  <a:lnTo>
                    <a:pt x="4568481" y="1950711"/>
                  </a:lnTo>
                  <a:lnTo>
                    <a:pt x="4568668" y="1948723"/>
                  </a:lnTo>
                  <a:lnTo>
                    <a:pt x="4568855" y="1946125"/>
                  </a:lnTo>
                  <a:lnTo>
                    <a:pt x="4569042" y="1944177"/>
                  </a:lnTo>
                  <a:lnTo>
                    <a:pt x="4569229" y="1942608"/>
                  </a:lnTo>
                  <a:lnTo>
                    <a:pt x="4569416" y="1941846"/>
                  </a:lnTo>
                  <a:lnTo>
                    <a:pt x="4569603" y="1942008"/>
                  </a:lnTo>
                  <a:lnTo>
                    <a:pt x="4569790" y="1943196"/>
                  </a:lnTo>
                  <a:lnTo>
                    <a:pt x="4569977" y="1944527"/>
                  </a:lnTo>
                  <a:lnTo>
                    <a:pt x="4570164" y="1946555"/>
                  </a:lnTo>
                  <a:lnTo>
                    <a:pt x="4570351" y="1948732"/>
                  </a:lnTo>
                  <a:lnTo>
                    <a:pt x="4570538" y="1951184"/>
                  </a:lnTo>
                  <a:lnTo>
                    <a:pt x="4570724" y="1954034"/>
                  </a:lnTo>
                  <a:lnTo>
                    <a:pt x="4570911" y="1957622"/>
                  </a:lnTo>
                  <a:lnTo>
                    <a:pt x="4571098" y="1961307"/>
                  </a:lnTo>
                  <a:lnTo>
                    <a:pt x="4571285" y="1965318"/>
                  </a:lnTo>
                  <a:lnTo>
                    <a:pt x="4571472" y="1969858"/>
                  </a:lnTo>
                  <a:lnTo>
                    <a:pt x="4571659" y="1975206"/>
                  </a:lnTo>
                  <a:lnTo>
                    <a:pt x="4571846" y="1980814"/>
                  </a:lnTo>
                  <a:lnTo>
                    <a:pt x="4572033" y="1986181"/>
                  </a:lnTo>
                  <a:lnTo>
                    <a:pt x="4572220" y="1991129"/>
                  </a:lnTo>
                  <a:lnTo>
                    <a:pt x="4572407" y="1995518"/>
                  </a:lnTo>
                  <a:lnTo>
                    <a:pt x="4572594" y="1999233"/>
                  </a:lnTo>
                  <a:lnTo>
                    <a:pt x="4572781" y="2002791"/>
                  </a:lnTo>
                  <a:lnTo>
                    <a:pt x="4572968" y="2005928"/>
                  </a:lnTo>
                  <a:lnTo>
                    <a:pt x="4573154" y="2009426"/>
                  </a:lnTo>
                  <a:lnTo>
                    <a:pt x="4573341" y="2013148"/>
                  </a:lnTo>
                  <a:lnTo>
                    <a:pt x="4573528" y="2016088"/>
                  </a:lnTo>
                  <a:lnTo>
                    <a:pt x="4573715" y="2019061"/>
                  </a:lnTo>
                  <a:lnTo>
                    <a:pt x="4573902" y="2022015"/>
                  </a:lnTo>
                  <a:lnTo>
                    <a:pt x="4574089" y="2025155"/>
                  </a:lnTo>
                  <a:lnTo>
                    <a:pt x="4574276" y="2028093"/>
                  </a:lnTo>
                  <a:lnTo>
                    <a:pt x="4574463" y="2030881"/>
                  </a:lnTo>
                  <a:lnTo>
                    <a:pt x="4574650" y="2033643"/>
                  </a:lnTo>
                  <a:lnTo>
                    <a:pt x="4574837" y="2037021"/>
                  </a:lnTo>
                  <a:lnTo>
                    <a:pt x="4575024" y="2039897"/>
                  </a:lnTo>
                  <a:lnTo>
                    <a:pt x="4575211" y="2042632"/>
                  </a:lnTo>
                  <a:lnTo>
                    <a:pt x="4575397" y="2044884"/>
                  </a:lnTo>
                  <a:lnTo>
                    <a:pt x="4575584" y="2046784"/>
                  </a:lnTo>
                  <a:lnTo>
                    <a:pt x="4575771" y="2048402"/>
                  </a:lnTo>
                  <a:lnTo>
                    <a:pt x="4575958" y="2049792"/>
                  </a:lnTo>
                  <a:lnTo>
                    <a:pt x="4576145" y="2051578"/>
                  </a:lnTo>
                  <a:lnTo>
                    <a:pt x="4576332" y="2054120"/>
                  </a:lnTo>
                  <a:lnTo>
                    <a:pt x="4576519" y="2056820"/>
                  </a:lnTo>
                  <a:lnTo>
                    <a:pt x="4576706" y="2059076"/>
                  </a:lnTo>
                  <a:lnTo>
                    <a:pt x="4576893" y="2061598"/>
                  </a:lnTo>
                  <a:lnTo>
                    <a:pt x="4577080" y="2062807"/>
                  </a:lnTo>
                  <a:lnTo>
                    <a:pt x="4577267" y="2063834"/>
                  </a:lnTo>
                  <a:lnTo>
                    <a:pt x="4577454" y="2064938"/>
                  </a:lnTo>
                  <a:lnTo>
                    <a:pt x="4577641" y="2065517"/>
                  </a:lnTo>
                  <a:lnTo>
                    <a:pt x="4577827" y="2066325"/>
                  </a:lnTo>
                  <a:lnTo>
                    <a:pt x="4578014" y="2067377"/>
                  </a:lnTo>
                  <a:lnTo>
                    <a:pt x="4578201" y="2068822"/>
                  </a:lnTo>
                  <a:lnTo>
                    <a:pt x="4578388" y="2070662"/>
                  </a:lnTo>
                  <a:lnTo>
                    <a:pt x="4578575" y="2072829"/>
                  </a:lnTo>
                  <a:lnTo>
                    <a:pt x="4578762" y="2074772"/>
                  </a:lnTo>
                  <a:lnTo>
                    <a:pt x="4578949" y="2076498"/>
                  </a:lnTo>
                  <a:lnTo>
                    <a:pt x="4579136" y="2077887"/>
                  </a:lnTo>
                  <a:lnTo>
                    <a:pt x="4579323" y="2079828"/>
                  </a:lnTo>
                  <a:lnTo>
                    <a:pt x="4579510" y="2082102"/>
                  </a:lnTo>
                  <a:lnTo>
                    <a:pt x="4579697" y="2084224"/>
                  </a:lnTo>
                  <a:lnTo>
                    <a:pt x="4579884" y="2086497"/>
                  </a:lnTo>
                  <a:lnTo>
                    <a:pt x="4580071" y="2089007"/>
                  </a:lnTo>
                  <a:lnTo>
                    <a:pt x="4580257" y="2091709"/>
                  </a:lnTo>
                  <a:lnTo>
                    <a:pt x="4580444" y="2094372"/>
                  </a:lnTo>
                  <a:lnTo>
                    <a:pt x="4580631" y="2097034"/>
                  </a:lnTo>
                  <a:lnTo>
                    <a:pt x="4580818" y="2099362"/>
                  </a:lnTo>
                  <a:lnTo>
                    <a:pt x="4581005" y="2101809"/>
                  </a:lnTo>
                  <a:lnTo>
                    <a:pt x="4581192" y="2103602"/>
                  </a:lnTo>
                  <a:lnTo>
                    <a:pt x="4581379" y="2105133"/>
                  </a:lnTo>
                  <a:lnTo>
                    <a:pt x="4581566" y="2106336"/>
                  </a:lnTo>
                  <a:lnTo>
                    <a:pt x="4581753" y="2108266"/>
                  </a:lnTo>
                  <a:lnTo>
                    <a:pt x="4581940" y="2110375"/>
                  </a:lnTo>
                  <a:lnTo>
                    <a:pt x="4582127" y="2111407"/>
                  </a:lnTo>
                  <a:lnTo>
                    <a:pt x="4582314" y="2112066"/>
                  </a:lnTo>
                  <a:lnTo>
                    <a:pt x="4582500" y="2112635"/>
                  </a:lnTo>
                  <a:lnTo>
                    <a:pt x="4582687" y="2113236"/>
                  </a:lnTo>
                  <a:lnTo>
                    <a:pt x="4582874" y="2113620"/>
                  </a:lnTo>
                  <a:lnTo>
                    <a:pt x="4583061" y="2114119"/>
                  </a:lnTo>
                  <a:lnTo>
                    <a:pt x="4583248" y="2115320"/>
                  </a:lnTo>
                  <a:lnTo>
                    <a:pt x="4583435" y="2117248"/>
                  </a:lnTo>
                  <a:lnTo>
                    <a:pt x="4583622" y="2119132"/>
                  </a:lnTo>
                  <a:lnTo>
                    <a:pt x="4583809" y="2121656"/>
                  </a:lnTo>
                  <a:lnTo>
                    <a:pt x="4583996" y="2125120"/>
                  </a:lnTo>
                  <a:lnTo>
                    <a:pt x="4584183" y="2128304"/>
                  </a:lnTo>
                  <a:lnTo>
                    <a:pt x="4584370" y="2131917"/>
                  </a:lnTo>
                  <a:lnTo>
                    <a:pt x="4584557" y="2135299"/>
                  </a:lnTo>
                  <a:lnTo>
                    <a:pt x="4584744" y="2138786"/>
                  </a:lnTo>
                  <a:lnTo>
                    <a:pt x="4584930" y="2142861"/>
                  </a:lnTo>
                  <a:lnTo>
                    <a:pt x="4585117" y="2147370"/>
                  </a:lnTo>
                  <a:lnTo>
                    <a:pt x="4585304" y="2152032"/>
                  </a:lnTo>
                  <a:lnTo>
                    <a:pt x="4585491" y="2157007"/>
                  </a:lnTo>
                  <a:lnTo>
                    <a:pt x="4585678" y="2162189"/>
                  </a:lnTo>
                  <a:lnTo>
                    <a:pt x="4585865" y="2167183"/>
                  </a:lnTo>
                  <a:lnTo>
                    <a:pt x="4586052" y="2171801"/>
                  </a:lnTo>
                  <a:lnTo>
                    <a:pt x="4586239" y="2175974"/>
                  </a:lnTo>
                  <a:lnTo>
                    <a:pt x="4586426" y="2179780"/>
                  </a:lnTo>
                  <a:lnTo>
                    <a:pt x="4586613" y="2183316"/>
                  </a:lnTo>
                  <a:lnTo>
                    <a:pt x="4586800" y="2186636"/>
                  </a:lnTo>
                  <a:lnTo>
                    <a:pt x="4586987" y="2189959"/>
                  </a:lnTo>
                  <a:lnTo>
                    <a:pt x="4587173" y="2193377"/>
                  </a:lnTo>
                  <a:lnTo>
                    <a:pt x="4587360" y="2196737"/>
                  </a:lnTo>
                  <a:lnTo>
                    <a:pt x="4587547" y="2200517"/>
                  </a:lnTo>
                  <a:lnTo>
                    <a:pt x="4587734" y="2203803"/>
                  </a:lnTo>
                  <a:lnTo>
                    <a:pt x="4587921" y="2207259"/>
                  </a:lnTo>
                  <a:lnTo>
                    <a:pt x="4588108" y="2210295"/>
                  </a:lnTo>
                  <a:lnTo>
                    <a:pt x="4588295" y="2212825"/>
                  </a:lnTo>
                  <a:lnTo>
                    <a:pt x="4588482" y="2214946"/>
                  </a:lnTo>
                  <a:lnTo>
                    <a:pt x="4588669" y="2217120"/>
                  </a:lnTo>
                  <a:lnTo>
                    <a:pt x="4588856" y="2219669"/>
                  </a:lnTo>
                  <a:lnTo>
                    <a:pt x="4589043" y="2222455"/>
                  </a:lnTo>
                  <a:lnTo>
                    <a:pt x="4589230" y="2225352"/>
                  </a:lnTo>
                  <a:lnTo>
                    <a:pt x="4589417" y="2228842"/>
                  </a:lnTo>
                  <a:lnTo>
                    <a:pt x="4589603" y="2232698"/>
                  </a:lnTo>
                  <a:lnTo>
                    <a:pt x="4589790" y="2235916"/>
                  </a:lnTo>
                  <a:lnTo>
                    <a:pt x="4589977" y="2239083"/>
                  </a:lnTo>
                  <a:lnTo>
                    <a:pt x="4590164" y="2241839"/>
                  </a:lnTo>
                  <a:lnTo>
                    <a:pt x="4590351" y="2244277"/>
                  </a:lnTo>
                  <a:lnTo>
                    <a:pt x="4590538" y="2246731"/>
                  </a:lnTo>
                  <a:lnTo>
                    <a:pt x="4590725" y="2249401"/>
                  </a:lnTo>
                  <a:lnTo>
                    <a:pt x="4590912" y="2252086"/>
                  </a:lnTo>
                  <a:lnTo>
                    <a:pt x="4591099" y="2255377"/>
                  </a:lnTo>
                  <a:lnTo>
                    <a:pt x="4591286" y="2258628"/>
                  </a:lnTo>
                  <a:lnTo>
                    <a:pt x="4591473" y="2261722"/>
                  </a:lnTo>
                  <a:lnTo>
                    <a:pt x="4591660" y="2264519"/>
                  </a:lnTo>
                  <a:lnTo>
                    <a:pt x="4591847" y="2266990"/>
                  </a:lnTo>
                  <a:lnTo>
                    <a:pt x="4592033" y="2269299"/>
                  </a:lnTo>
                  <a:lnTo>
                    <a:pt x="4592220" y="2271299"/>
                  </a:lnTo>
                  <a:lnTo>
                    <a:pt x="4592407" y="2273492"/>
                  </a:lnTo>
                  <a:lnTo>
                    <a:pt x="4592594" y="2275625"/>
                  </a:lnTo>
                  <a:lnTo>
                    <a:pt x="4592781" y="2277263"/>
                  </a:lnTo>
                  <a:lnTo>
                    <a:pt x="4592968" y="2278788"/>
                  </a:lnTo>
                  <a:lnTo>
                    <a:pt x="4593155" y="2280094"/>
                  </a:lnTo>
                  <a:lnTo>
                    <a:pt x="4593342" y="2281400"/>
                  </a:lnTo>
                  <a:lnTo>
                    <a:pt x="4593529" y="2281871"/>
                  </a:lnTo>
                  <a:lnTo>
                    <a:pt x="4593716" y="2281439"/>
                  </a:lnTo>
                  <a:lnTo>
                    <a:pt x="4593903" y="2280029"/>
                  </a:lnTo>
                  <a:lnTo>
                    <a:pt x="4594090" y="2278066"/>
                  </a:lnTo>
                  <a:lnTo>
                    <a:pt x="4594276" y="2276010"/>
                  </a:lnTo>
                  <a:lnTo>
                    <a:pt x="4594463" y="2272571"/>
                  </a:lnTo>
                  <a:lnTo>
                    <a:pt x="4594650" y="2269316"/>
                  </a:lnTo>
                  <a:lnTo>
                    <a:pt x="4594837" y="2265132"/>
                  </a:lnTo>
                  <a:lnTo>
                    <a:pt x="4595024" y="2260183"/>
                  </a:lnTo>
                  <a:lnTo>
                    <a:pt x="4595211" y="2254703"/>
                  </a:lnTo>
                  <a:lnTo>
                    <a:pt x="4595398" y="2248894"/>
                  </a:lnTo>
                  <a:lnTo>
                    <a:pt x="4595585" y="2243702"/>
                  </a:lnTo>
                  <a:lnTo>
                    <a:pt x="4595772" y="2238180"/>
                  </a:lnTo>
                  <a:lnTo>
                    <a:pt x="4595959" y="2232570"/>
                  </a:lnTo>
                  <a:lnTo>
                    <a:pt x="4596146" y="2228078"/>
                  </a:lnTo>
                  <a:lnTo>
                    <a:pt x="4596333" y="2223600"/>
                  </a:lnTo>
                  <a:lnTo>
                    <a:pt x="4596520" y="2219427"/>
                  </a:lnTo>
                  <a:lnTo>
                    <a:pt x="4596706" y="2215663"/>
                  </a:lnTo>
                  <a:lnTo>
                    <a:pt x="4596893" y="2212205"/>
                  </a:lnTo>
                  <a:lnTo>
                    <a:pt x="4597080" y="2208596"/>
                  </a:lnTo>
                  <a:lnTo>
                    <a:pt x="4597267" y="2205093"/>
                  </a:lnTo>
                  <a:lnTo>
                    <a:pt x="4597454" y="2201536"/>
                  </a:lnTo>
                  <a:lnTo>
                    <a:pt x="4597641" y="2198380"/>
                  </a:lnTo>
                  <a:lnTo>
                    <a:pt x="4597828" y="2195308"/>
                  </a:lnTo>
                  <a:lnTo>
                    <a:pt x="4598015" y="2192647"/>
                  </a:lnTo>
                  <a:lnTo>
                    <a:pt x="4598202" y="2190099"/>
                  </a:lnTo>
                  <a:lnTo>
                    <a:pt x="4598389" y="2187878"/>
                  </a:lnTo>
                  <a:lnTo>
                    <a:pt x="4598576" y="2186369"/>
                  </a:lnTo>
                  <a:lnTo>
                    <a:pt x="4598763" y="2184966"/>
                  </a:lnTo>
                  <a:lnTo>
                    <a:pt x="4598950" y="2183428"/>
                  </a:lnTo>
                  <a:lnTo>
                    <a:pt x="4599136" y="2181200"/>
                  </a:lnTo>
                  <a:lnTo>
                    <a:pt x="4599323" y="2179329"/>
                  </a:lnTo>
                  <a:lnTo>
                    <a:pt x="4599510" y="2177846"/>
                  </a:lnTo>
                  <a:lnTo>
                    <a:pt x="4599697" y="2176441"/>
                  </a:lnTo>
                  <a:lnTo>
                    <a:pt x="4599884" y="2174360"/>
                  </a:lnTo>
                  <a:lnTo>
                    <a:pt x="4600071" y="2172674"/>
                  </a:lnTo>
                  <a:lnTo>
                    <a:pt x="4600258" y="2171040"/>
                  </a:lnTo>
                  <a:lnTo>
                    <a:pt x="4600445" y="2169457"/>
                  </a:lnTo>
                  <a:lnTo>
                    <a:pt x="4600632" y="2168389"/>
                  </a:lnTo>
                  <a:lnTo>
                    <a:pt x="4600819" y="2167377"/>
                  </a:lnTo>
                  <a:lnTo>
                    <a:pt x="4601006" y="2166884"/>
                  </a:lnTo>
                  <a:lnTo>
                    <a:pt x="4601193" y="2166463"/>
                  </a:lnTo>
                  <a:lnTo>
                    <a:pt x="4601379" y="2165468"/>
                  </a:lnTo>
                  <a:lnTo>
                    <a:pt x="4601566" y="2164236"/>
                  </a:lnTo>
                  <a:lnTo>
                    <a:pt x="4601753" y="2162416"/>
                  </a:lnTo>
                  <a:lnTo>
                    <a:pt x="4601940" y="2160313"/>
                  </a:lnTo>
                  <a:lnTo>
                    <a:pt x="4602127" y="2157592"/>
                  </a:lnTo>
                  <a:lnTo>
                    <a:pt x="4602314" y="2154552"/>
                  </a:lnTo>
                  <a:lnTo>
                    <a:pt x="4602501" y="2151349"/>
                  </a:lnTo>
                  <a:lnTo>
                    <a:pt x="4602688" y="2148256"/>
                  </a:lnTo>
                  <a:lnTo>
                    <a:pt x="4602875" y="2145146"/>
                  </a:lnTo>
                  <a:lnTo>
                    <a:pt x="4603062" y="2142090"/>
                  </a:lnTo>
                  <a:lnTo>
                    <a:pt x="4603249" y="2139262"/>
                  </a:lnTo>
                  <a:lnTo>
                    <a:pt x="4603436" y="2136940"/>
                  </a:lnTo>
                  <a:lnTo>
                    <a:pt x="4603623" y="2134116"/>
                  </a:lnTo>
                  <a:lnTo>
                    <a:pt x="4603809" y="2130799"/>
                  </a:lnTo>
                  <a:lnTo>
                    <a:pt x="4603996" y="2127051"/>
                  </a:lnTo>
                  <a:lnTo>
                    <a:pt x="4604183" y="2123685"/>
                  </a:lnTo>
                  <a:lnTo>
                    <a:pt x="4604370" y="2120374"/>
                  </a:lnTo>
                  <a:lnTo>
                    <a:pt x="4604557" y="2118569"/>
                  </a:lnTo>
                  <a:lnTo>
                    <a:pt x="4604744" y="2117058"/>
                  </a:lnTo>
                  <a:lnTo>
                    <a:pt x="4604931" y="2116029"/>
                  </a:lnTo>
                  <a:lnTo>
                    <a:pt x="4605118" y="2114584"/>
                  </a:lnTo>
                  <a:lnTo>
                    <a:pt x="4605305" y="2113483"/>
                  </a:lnTo>
                  <a:lnTo>
                    <a:pt x="4605492" y="2112199"/>
                  </a:lnTo>
                  <a:lnTo>
                    <a:pt x="4605679" y="2111460"/>
                  </a:lnTo>
                  <a:lnTo>
                    <a:pt x="4605866" y="2110621"/>
                  </a:lnTo>
                  <a:lnTo>
                    <a:pt x="4606052" y="2109098"/>
                  </a:lnTo>
                  <a:lnTo>
                    <a:pt x="4606239" y="2107456"/>
                  </a:lnTo>
                  <a:lnTo>
                    <a:pt x="4606426" y="2104898"/>
                  </a:lnTo>
                  <a:lnTo>
                    <a:pt x="4606613" y="2101785"/>
                  </a:lnTo>
                  <a:lnTo>
                    <a:pt x="4606800" y="2098455"/>
                  </a:lnTo>
                  <a:lnTo>
                    <a:pt x="4606987" y="2094263"/>
                  </a:lnTo>
                  <a:lnTo>
                    <a:pt x="4607174" y="2089087"/>
                  </a:lnTo>
                  <a:lnTo>
                    <a:pt x="4607361" y="2083261"/>
                  </a:lnTo>
                  <a:lnTo>
                    <a:pt x="4607548" y="2076571"/>
                  </a:lnTo>
                  <a:lnTo>
                    <a:pt x="4607735" y="2070741"/>
                  </a:lnTo>
                  <a:lnTo>
                    <a:pt x="4607922" y="2064189"/>
                  </a:lnTo>
                  <a:lnTo>
                    <a:pt x="4608109" y="2057981"/>
                  </a:lnTo>
                  <a:lnTo>
                    <a:pt x="4608296" y="2051281"/>
                  </a:lnTo>
                  <a:lnTo>
                    <a:pt x="4608482" y="2044285"/>
                  </a:lnTo>
                  <a:lnTo>
                    <a:pt x="4608669" y="2036203"/>
                  </a:lnTo>
                  <a:lnTo>
                    <a:pt x="4608856" y="2027246"/>
                  </a:lnTo>
                  <a:lnTo>
                    <a:pt x="4609043" y="2017866"/>
                  </a:lnTo>
                  <a:lnTo>
                    <a:pt x="4609230" y="2008696"/>
                  </a:lnTo>
                  <a:lnTo>
                    <a:pt x="4609417" y="1999749"/>
                  </a:lnTo>
                  <a:lnTo>
                    <a:pt x="4609604" y="1990217"/>
                  </a:lnTo>
                  <a:lnTo>
                    <a:pt x="4609791" y="1980873"/>
                  </a:lnTo>
                  <a:lnTo>
                    <a:pt x="4609978" y="1972143"/>
                  </a:lnTo>
                  <a:lnTo>
                    <a:pt x="4610165" y="1963657"/>
                  </a:lnTo>
                  <a:lnTo>
                    <a:pt x="4610352" y="1956001"/>
                  </a:lnTo>
                  <a:lnTo>
                    <a:pt x="4610539" y="1947302"/>
                  </a:lnTo>
                  <a:lnTo>
                    <a:pt x="4610726" y="1939911"/>
                  </a:lnTo>
                  <a:lnTo>
                    <a:pt x="4610912" y="1932500"/>
                  </a:lnTo>
                  <a:lnTo>
                    <a:pt x="4611099" y="1925521"/>
                  </a:lnTo>
                  <a:lnTo>
                    <a:pt x="4611286" y="1918212"/>
                  </a:lnTo>
                  <a:lnTo>
                    <a:pt x="4611473" y="1911136"/>
                  </a:lnTo>
                  <a:lnTo>
                    <a:pt x="4611660" y="1904170"/>
                  </a:lnTo>
                  <a:lnTo>
                    <a:pt x="4611847" y="1897186"/>
                  </a:lnTo>
                  <a:lnTo>
                    <a:pt x="4612034" y="1890811"/>
                  </a:lnTo>
                  <a:lnTo>
                    <a:pt x="4612221" y="1884323"/>
                  </a:lnTo>
                  <a:lnTo>
                    <a:pt x="4612408" y="1878509"/>
                  </a:lnTo>
                  <a:lnTo>
                    <a:pt x="4612595" y="1872384"/>
                  </a:lnTo>
                  <a:lnTo>
                    <a:pt x="4612782" y="1866224"/>
                  </a:lnTo>
                  <a:lnTo>
                    <a:pt x="4612969" y="1859929"/>
                  </a:lnTo>
                  <a:lnTo>
                    <a:pt x="4613155" y="1853901"/>
                  </a:lnTo>
                  <a:lnTo>
                    <a:pt x="4613342" y="1848588"/>
                  </a:lnTo>
                  <a:lnTo>
                    <a:pt x="4613529" y="1842867"/>
                  </a:lnTo>
                  <a:lnTo>
                    <a:pt x="4613716" y="1836537"/>
                  </a:lnTo>
                  <a:lnTo>
                    <a:pt x="4613903" y="1830369"/>
                  </a:lnTo>
                  <a:lnTo>
                    <a:pt x="4614090" y="1824314"/>
                  </a:lnTo>
                  <a:lnTo>
                    <a:pt x="4614277" y="1817743"/>
                  </a:lnTo>
                  <a:lnTo>
                    <a:pt x="4614464" y="1811273"/>
                  </a:lnTo>
                  <a:lnTo>
                    <a:pt x="4614651" y="1804931"/>
                  </a:lnTo>
                  <a:lnTo>
                    <a:pt x="4614838" y="1798110"/>
                  </a:lnTo>
                  <a:lnTo>
                    <a:pt x="4615025" y="1791222"/>
                  </a:lnTo>
                  <a:lnTo>
                    <a:pt x="4615212" y="1783589"/>
                  </a:lnTo>
                  <a:lnTo>
                    <a:pt x="4615399" y="1776824"/>
                  </a:lnTo>
                  <a:lnTo>
                    <a:pt x="4615585" y="1769773"/>
                  </a:lnTo>
                  <a:lnTo>
                    <a:pt x="4615772" y="1763339"/>
                  </a:lnTo>
                  <a:lnTo>
                    <a:pt x="4615959" y="1756847"/>
                  </a:lnTo>
                  <a:lnTo>
                    <a:pt x="4616146" y="1750350"/>
                  </a:lnTo>
                  <a:lnTo>
                    <a:pt x="4616333" y="1744308"/>
                  </a:lnTo>
                  <a:lnTo>
                    <a:pt x="4616520" y="1738669"/>
                  </a:lnTo>
                  <a:lnTo>
                    <a:pt x="4616707" y="1732261"/>
                  </a:lnTo>
                  <a:lnTo>
                    <a:pt x="4616894" y="1725773"/>
                  </a:lnTo>
                  <a:lnTo>
                    <a:pt x="4617081" y="1720295"/>
                  </a:lnTo>
                  <a:lnTo>
                    <a:pt x="4617268" y="1714774"/>
                  </a:lnTo>
                  <a:lnTo>
                    <a:pt x="4617455" y="1709718"/>
                  </a:lnTo>
                  <a:lnTo>
                    <a:pt x="4617642" y="1705526"/>
                  </a:lnTo>
                  <a:lnTo>
                    <a:pt x="4617828" y="1702096"/>
                  </a:lnTo>
                  <a:lnTo>
                    <a:pt x="4618015" y="1699191"/>
                  </a:lnTo>
                  <a:lnTo>
                    <a:pt x="4618202" y="1696798"/>
                  </a:lnTo>
                  <a:lnTo>
                    <a:pt x="4618389" y="1694388"/>
                  </a:lnTo>
                  <a:lnTo>
                    <a:pt x="4618576" y="1692362"/>
                  </a:lnTo>
                  <a:lnTo>
                    <a:pt x="4618763" y="1690316"/>
                  </a:lnTo>
                  <a:lnTo>
                    <a:pt x="4618950" y="1687718"/>
                  </a:lnTo>
                  <a:lnTo>
                    <a:pt x="4619137" y="1684778"/>
                  </a:lnTo>
                  <a:lnTo>
                    <a:pt x="4619324" y="1682335"/>
                  </a:lnTo>
                  <a:lnTo>
                    <a:pt x="4619511" y="1680272"/>
                  </a:lnTo>
                  <a:lnTo>
                    <a:pt x="4619698" y="1677997"/>
                  </a:lnTo>
                  <a:lnTo>
                    <a:pt x="4619885" y="1674967"/>
                  </a:lnTo>
                  <a:lnTo>
                    <a:pt x="4620072" y="1671708"/>
                  </a:lnTo>
                  <a:lnTo>
                    <a:pt x="4620258" y="1668947"/>
                  </a:lnTo>
                  <a:lnTo>
                    <a:pt x="4620445" y="1664521"/>
                  </a:lnTo>
                  <a:lnTo>
                    <a:pt x="4620632" y="1658269"/>
                  </a:lnTo>
                  <a:lnTo>
                    <a:pt x="4620819" y="1651643"/>
                  </a:lnTo>
                  <a:lnTo>
                    <a:pt x="4621006" y="1643261"/>
                  </a:lnTo>
                  <a:lnTo>
                    <a:pt x="4621193" y="1636099"/>
                  </a:lnTo>
                  <a:lnTo>
                    <a:pt x="4621380" y="1629104"/>
                  </a:lnTo>
                  <a:lnTo>
                    <a:pt x="4621567" y="1621964"/>
                  </a:lnTo>
                  <a:lnTo>
                    <a:pt x="4621754" y="1615071"/>
                  </a:lnTo>
                  <a:lnTo>
                    <a:pt x="4621941" y="1608012"/>
                  </a:lnTo>
                  <a:lnTo>
                    <a:pt x="4622128" y="1600314"/>
                  </a:lnTo>
                  <a:lnTo>
                    <a:pt x="4622315" y="1592101"/>
                  </a:lnTo>
                  <a:lnTo>
                    <a:pt x="4622502" y="1585391"/>
                  </a:lnTo>
                  <a:lnTo>
                    <a:pt x="4622688" y="1579455"/>
                  </a:lnTo>
                  <a:lnTo>
                    <a:pt x="4622875" y="1573771"/>
                  </a:lnTo>
                  <a:lnTo>
                    <a:pt x="4623062" y="1568476"/>
                  </a:lnTo>
                  <a:lnTo>
                    <a:pt x="4623249" y="1563288"/>
                  </a:lnTo>
                  <a:lnTo>
                    <a:pt x="4623436" y="1558068"/>
                  </a:lnTo>
                  <a:lnTo>
                    <a:pt x="4623623" y="1552317"/>
                  </a:lnTo>
                  <a:lnTo>
                    <a:pt x="4623810" y="1546607"/>
                  </a:lnTo>
                  <a:lnTo>
                    <a:pt x="4623997" y="1540725"/>
                  </a:lnTo>
                  <a:lnTo>
                    <a:pt x="4624184" y="1534679"/>
                  </a:lnTo>
                  <a:lnTo>
                    <a:pt x="4624371" y="1528788"/>
                  </a:lnTo>
                  <a:lnTo>
                    <a:pt x="4624558" y="1522672"/>
                  </a:lnTo>
                  <a:lnTo>
                    <a:pt x="4624745" y="1516951"/>
                  </a:lnTo>
                  <a:lnTo>
                    <a:pt x="4624931" y="1511600"/>
                  </a:lnTo>
                  <a:lnTo>
                    <a:pt x="4625118" y="1506227"/>
                  </a:lnTo>
                  <a:lnTo>
                    <a:pt x="4625305" y="1500087"/>
                  </a:lnTo>
                  <a:lnTo>
                    <a:pt x="4625492" y="1493474"/>
                  </a:lnTo>
                  <a:lnTo>
                    <a:pt x="4625679" y="1487122"/>
                  </a:lnTo>
                  <a:lnTo>
                    <a:pt x="4625866" y="1479810"/>
                  </a:lnTo>
                  <a:lnTo>
                    <a:pt x="4626053" y="1472435"/>
                  </a:lnTo>
                  <a:lnTo>
                    <a:pt x="4626240" y="1464959"/>
                  </a:lnTo>
                  <a:lnTo>
                    <a:pt x="4626427" y="1456947"/>
                  </a:lnTo>
                  <a:lnTo>
                    <a:pt x="4626614" y="1448579"/>
                  </a:lnTo>
                  <a:lnTo>
                    <a:pt x="4626801" y="1440015"/>
                  </a:lnTo>
                  <a:lnTo>
                    <a:pt x="4626988" y="1431145"/>
                  </a:lnTo>
                  <a:lnTo>
                    <a:pt x="4627175" y="1422500"/>
                  </a:lnTo>
                  <a:lnTo>
                    <a:pt x="4627361" y="1413193"/>
                  </a:lnTo>
                  <a:lnTo>
                    <a:pt x="4627548" y="1403556"/>
                  </a:lnTo>
                  <a:lnTo>
                    <a:pt x="4627735" y="1393493"/>
                  </a:lnTo>
                  <a:lnTo>
                    <a:pt x="4627922" y="1382966"/>
                  </a:lnTo>
                  <a:lnTo>
                    <a:pt x="4628109" y="1373000"/>
                  </a:lnTo>
                  <a:lnTo>
                    <a:pt x="4628296" y="1363273"/>
                  </a:lnTo>
                  <a:lnTo>
                    <a:pt x="4628483" y="1353354"/>
                  </a:lnTo>
                  <a:lnTo>
                    <a:pt x="4628670" y="1343128"/>
                  </a:lnTo>
                  <a:lnTo>
                    <a:pt x="4628857" y="1333139"/>
                  </a:lnTo>
                  <a:lnTo>
                    <a:pt x="4629044" y="1323193"/>
                  </a:lnTo>
                  <a:lnTo>
                    <a:pt x="4629231" y="1313823"/>
                  </a:lnTo>
                  <a:lnTo>
                    <a:pt x="4629418" y="1304648"/>
                  </a:lnTo>
                  <a:lnTo>
                    <a:pt x="4629605" y="1296884"/>
                  </a:lnTo>
                  <a:lnTo>
                    <a:pt x="4629791" y="1288806"/>
                  </a:lnTo>
                  <a:lnTo>
                    <a:pt x="4629978" y="1281219"/>
                  </a:lnTo>
                  <a:lnTo>
                    <a:pt x="4630165" y="1274399"/>
                  </a:lnTo>
                  <a:lnTo>
                    <a:pt x="4630352" y="1268026"/>
                  </a:lnTo>
                  <a:lnTo>
                    <a:pt x="4630539" y="1261668"/>
                  </a:lnTo>
                  <a:lnTo>
                    <a:pt x="4630726" y="1255491"/>
                  </a:lnTo>
                  <a:lnTo>
                    <a:pt x="4630913" y="1250353"/>
                  </a:lnTo>
                  <a:lnTo>
                    <a:pt x="4631100" y="1245567"/>
                  </a:lnTo>
                  <a:lnTo>
                    <a:pt x="4631287" y="1241185"/>
                  </a:lnTo>
                  <a:lnTo>
                    <a:pt x="4631474" y="1236826"/>
                  </a:lnTo>
                  <a:lnTo>
                    <a:pt x="4631661" y="1232647"/>
                  </a:lnTo>
                  <a:lnTo>
                    <a:pt x="4631848" y="1229809"/>
                  </a:lnTo>
                  <a:lnTo>
                    <a:pt x="4632034" y="1226889"/>
                  </a:lnTo>
                  <a:lnTo>
                    <a:pt x="4632221" y="1224529"/>
                  </a:lnTo>
                  <a:lnTo>
                    <a:pt x="4632408" y="1222977"/>
                  </a:lnTo>
                  <a:lnTo>
                    <a:pt x="4632595" y="1221997"/>
                  </a:lnTo>
                  <a:lnTo>
                    <a:pt x="4632782" y="1220412"/>
                  </a:lnTo>
                  <a:lnTo>
                    <a:pt x="4632969" y="1218325"/>
                  </a:lnTo>
                  <a:lnTo>
                    <a:pt x="4633156" y="1216495"/>
                  </a:lnTo>
                  <a:lnTo>
                    <a:pt x="4633343" y="1215325"/>
                  </a:lnTo>
                  <a:lnTo>
                    <a:pt x="4633530" y="1214228"/>
                  </a:lnTo>
                  <a:lnTo>
                    <a:pt x="4633717" y="1213437"/>
                  </a:lnTo>
                  <a:lnTo>
                    <a:pt x="4633904" y="1211656"/>
                  </a:lnTo>
                  <a:lnTo>
                    <a:pt x="4634091" y="1209745"/>
                  </a:lnTo>
                  <a:lnTo>
                    <a:pt x="4634278" y="1207581"/>
                  </a:lnTo>
                  <a:lnTo>
                    <a:pt x="4634464" y="1205703"/>
                  </a:lnTo>
                  <a:lnTo>
                    <a:pt x="4634651" y="1203843"/>
                  </a:lnTo>
                  <a:lnTo>
                    <a:pt x="4634838" y="1200432"/>
                  </a:lnTo>
                  <a:lnTo>
                    <a:pt x="4635025" y="1196554"/>
                  </a:lnTo>
                  <a:lnTo>
                    <a:pt x="4635212" y="1192292"/>
                  </a:lnTo>
                  <a:lnTo>
                    <a:pt x="4635399" y="1187863"/>
                  </a:lnTo>
                  <a:lnTo>
                    <a:pt x="4635586" y="1183121"/>
                  </a:lnTo>
                  <a:lnTo>
                    <a:pt x="4635773" y="1178479"/>
                  </a:lnTo>
                  <a:lnTo>
                    <a:pt x="4635960" y="1175331"/>
                  </a:lnTo>
                  <a:lnTo>
                    <a:pt x="4636147" y="1172762"/>
                  </a:lnTo>
                  <a:lnTo>
                    <a:pt x="4636334" y="1171148"/>
                  </a:lnTo>
                  <a:lnTo>
                    <a:pt x="4636521" y="1169675"/>
                  </a:lnTo>
                  <a:lnTo>
                    <a:pt x="4636707" y="1166677"/>
                  </a:lnTo>
                  <a:lnTo>
                    <a:pt x="4636894" y="1163307"/>
                  </a:lnTo>
                  <a:lnTo>
                    <a:pt x="4637081" y="1160593"/>
                  </a:lnTo>
                  <a:lnTo>
                    <a:pt x="4637268" y="1158927"/>
                  </a:lnTo>
                  <a:lnTo>
                    <a:pt x="4637455" y="1157338"/>
                  </a:lnTo>
                  <a:lnTo>
                    <a:pt x="4637642" y="1156662"/>
                  </a:lnTo>
                  <a:lnTo>
                    <a:pt x="4637829" y="1156690"/>
                  </a:lnTo>
                  <a:lnTo>
                    <a:pt x="4638016" y="1157481"/>
                  </a:lnTo>
                  <a:lnTo>
                    <a:pt x="4638203" y="1158321"/>
                  </a:lnTo>
                  <a:lnTo>
                    <a:pt x="4638390" y="1158886"/>
                  </a:lnTo>
                  <a:lnTo>
                    <a:pt x="4638577" y="1159205"/>
                  </a:lnTo>
                  <a:lnTo>
                    <a:pt x="4638764" y="1159615"/>
                  </a:lnTo>
                  <a:lnTo>
                    <a:pt x="4638951" y="1160009"/>
                  </a:lnTo>
                  <a:lnTo>
                    <a:pt x="4639137" y="1160762"/>
                  </a:lnTo>
                  <a:lnTo>
                    <a:pt x="4639324" y="1162745"/>
                  </a:lnTo>
                  <a:lnTo>
                    <a:pt x="4639511" y="1166672"/>
                  </a:lnTo>
                  <a:lnTo>
                    <a:pt x="4639698" y="1172101"/>
                  </a:lnTo>
                  <a:lnTo>
                    <a:pt x="4639885" y="1177291"/>
                  </a:lnTo>
                  <a:lnTo>
                    <a:pt x="4640072" y="1182489"/>
                  </a:lnTo>
                  <a:lnTo>
                    <a:pt x="4640259" y="1187054"/>
                  </a:lnTo>
                  <a:lnTo>
                    <a:pt x="4640446" y="1190845"/>
                  </a:lnTo>
                  <a:lnTo>
                    <a:pt x="4640633" y="1194152"/>
                  </a:lnTo>
                  <a:lnTo>
                    <a:pt x="4640820" y="1196888"/>
                  </a:lnTo>
                  <a:lnTo>
                    <a:pt x="4641007" y="1200802"/>
                  </a:lnTo>
                  <a:lnTo>
                    <a:pt x="4641194" y="1205956"/>
                  </a:lnTo>
                  <a:lnTo>
                    <a:pt x="4641381" y="1211462"/>
                  </a:lnTo>
                  <a:lnTo>
                    <a:pt x="4641567" y="1216414"/>
                  </a:lnTo>
                  <a:lnTo>
                    <a:pt x="4641754" y="1221006"/>
                  </a:lnTo>
                  <a:lnTo>
                    <a:pt x="4641941" y="1223409"/>
                  </a:lnTo>
                  <a:lnTo>
                    <a:pt x="4642128" y="1224906"/>
                  </a:lnTo>
                  <a:lnTo>
                    <a:pt x="4642315" y="1225432"/>
                  </a:lnTo>
                  <a:lnTo>
                    <a:pt x="4642502" y="1225589"/>
                  </a:lnTo>
                  <a:lnTo>
                    <a:pt x="4642689" y="1226273"/>
                  </a:lnTo>
                  <a:lnTo>
                    <a:pt x="4642876" y="1227128"/>
                  </a:lnTo>
                  <a:lnTo>
                    <a:pt x="4643063" y="1229711"/>
                  </a:lnTo>
                  <a:lnTo>
                    <a:pt x="4643250" y="1232722"/>
                  </a:lnTo>
                  <a:lnTo>
                    <a:pt x="4643437" y="1235548"/>
                  </a:lnTo>
                  <a:lnTo>
                    <a:pt x="4643624" y="1238995"/>
                  </a:lnTo>
                  <a:lnTo>
                    <a:pt x="4643810" y="1242765"/>
                  </a:lnTo>
                  <a:lnTo>
                    <a:pt x="4643997" y="1246821"/>
                  </a:lnTo>
                  <a:lnTo>
                    <a:pt x="4644184" y="1251017"/>
                  </a:lnTo>
                  <a:lnTo>
                    <a:pt x="4644371" y="1255905"/>
                  </a:lnTo>
                  <a:lnTo>
                    <a:pt x="4644558" y="1261861"/>
                  </a:lnTo>
                  <a:lnTo>
                    <a:pt x="4644745" y="1268899"/>
                  </a:lnTo>
                  <a:lnTo>
                    <a:pt x="4644932" y="1277279"/>
                  </a:lnTo>
                  <a:lnTo>
                    <a:pt x="4645119" y="1285267"/>
                  </a:lnTo>
                  <a:lnTo>
                    <a:pt x="4645306" y="1294159"/>
                  </a:lnTo>
                  <a:lnTo>
                    <a:pt x="4645493" y="1301852"/>
                  </a:lnTo>
                  <a:lnTo>
                    <a:pt x="4645680" y="1309302"/>
                  </a:lnTo>
                  <a:lnTo>
                    <a:pt x="4645867" y="1316394"/>
                  </a:lnTo>
                  <a:lnTo>
                    <a:pt x="4646054" y="1324457"/>
                  </a:lnTo>
                  <a:lnTo>
                    <a:pt x="4646240" y="1333795"/>
                  </a:lnTo>
                  <a:lnTo>
                    <a:pt x="4646427" y="1343598"/>
                  </a:lnTo>
                  <a:lnTo>
                    <a:pt x="4646614" y="1353270"/>
                  </a:lnTo>
                  <a:lnTo>
                    <a:pt x="4646801" y="1362393"/>
                  </a:lnTo>
                  <a:lnTo>
                    <a:pt x="4646988" y="1371836"/>
                  </a:lnTo>
                  <a:lnTo>
                    <a:pt x="4647175" y="1380459"/>
                  </a:lnTo>
                  <a:lnTo>
                    <a:pt x="4647362" y="1387747"/>
                  </a:lnTo>
                  <a:lnTo>
                    <a:pt x="4647549" y="1393814"/>
                  </a:lnTo>
                  <a:lnTo>
                    <a:pt x="4647736" y="1397925"/>
                  </a:lnTo>
                  <a:lnTo>
                    <a:pt x="4647923" y="1402261"/>
                  </a:lnTo>
                  <a:lnTo>
                    <a:pt x="4648110" y="1404489"/>
                  </a:lnTo>
                  <a:lnTo>
                    <a:pt x="4648297" y="1406614"/>
                  </a:lnTo>
                  <a:lnTo>
                    <a:pt x="4648484" y="1408979"/>
                  </a:lnTo>
                  <a:lnTo>
                    <a:pt x="4648670" y="1411176"/>
                  </a:lnTo>
                  <a:lnTo>
                    <a:pt x="4648857" y="1412315"/>
                  </a:lnTo>
                  <a:lnTo>
                    <a:pt x="4649044" y="1413187"/>
                  </a:lnTo>
                  <a:lnTo>
                    <a:pt x="4649231" y="1413251"/>
                  </a:lnTo>
                  <a:lnTo>
                    <a:pt x="4649418" y="1411854"/>
                  </a:lnTo>
                  <a:lnTo>
                    <a:pt x="4649605" y="1409605"/>
                  </a:lnTo>
                  <a:lnTo>
                    <a:pt x="4649792" y="1406306"/>
                  </a:lnTo>
                  <a:lnTo>
                    <a:pt x="4649979" y="1403258"/>
                  </a:lnTo>
                  <a:lnTo>
                    <a:pt x="4650166" y="1400476"/>
                  </a:lnTo>
                  <a:lnTo>
                    <a:pt x="4650353" y="1397852"/>
                  </a:lnTo>
                  <a:lnTo>
                    <a:pt x="4650540" y="1395536"/>
                  </a:lnTo>
                  <a:lnTo>
                    <a:pt x="4650727" y="1392666"/>
                  </a:lnTo>
                  <a:lnTo>
                    <a:pt x="4650913" y="1390178"/>
                  </a:lnTo>
                  <a:lnTo>
                    <a:pt x="4651100" y="1388075"/>
                  </a:lnTo>
                  <a:lnTo>
                    <a:pt x="4651287" y="1386367"/>
                  </a:lnTo>
                  <a:lnTo>
                    <a:pt x="4651474" y="1383946"/>
                  </a:lnTo>
                  <a:lnTo>
                    <a:pt x="4651661" y="1381958"/>
                  </a:lnTo>
                  <a:lnTo>
                    <a:pt x="4651848" y="1378083"/>
                  </a:lnTo>
                  <a:lnTo>
                    <a:pt x="4652035" y="1374099"/>
                  </a:lnTo>
                  <a:lnTo>
                    <a:pt x="4652222" y="1370366"/>
                  </a:lnTo>
                  <a:lnTo>
                    <a:pt x="4652409" y="1367799"/>
                  </a:lnTo>
                  <a:lnTo>
                    <a:pt x="4652596" y="1366547"/>
                  </a:lnTo>
                  <a:lnTo>
                    <a:pt x="4652783" y="1366078"/>
                  </a:lnTo>
                  <a:lnTo>
                    <a:pt x="4652970" y="1365703"/>
                  </a:lnTo>
                  <a:lnTo>
                    <a:pt x="4653157" y="1364646"/>
                  </a:lnTo>
                  <a:lnTo>
                    <a:pt x="4653343" y="1363494"/>
                  </a:lnTo>
                  <a:lnTo>
                    <a:pt x="4653530" y="1362789"/>
                  </a:lnTo>
                  <a:lnTo>
                    <a:pt x="4653717" y="1362040"/>
                  </a:lnTo>
                  <a:lnTo>
                    <a:pt x="4653904" y="1361516"/>
                  </a:lnTo>
                  <a:lnTo>
                    <a:pt x="4654091" y="1361595"/>
                  </a:lnTo>
                  <a:lnTo>
                    <a:pt x="4654278" y="1361624"/>
                  </a:lnTo>
                  <a:lnTo>
                    <a:pt x="4654465" y="1360766"/>
                  </a:lnTo>
                  <a:lnTo>
                    <a:pt x="4654652" y="1360739"/>
                  </a:lnTo>
                  <a:lnTo>
                    <a:pt x="4654839" y="1360197"/>
                  </a:lnTo>
                  <a:lnTo>
                    <a:pt x="4655026" y="1358763"/>
                  </a:lnTo>
                  <a:lnTo>
                    <a:pt x="4655213" y="1356601"/>
                  </a:lnTo>
                  <a:lnTo>
                    <a:pt x="4655400" y="1354200"/>
                  </a:lnTo>
                  <a:lnTo>
                    <a:pt x="4655586" y="1352449"/>
                  </a:lnTo>
                  <a:lnTo>
                    <a:pt x="4655773" y="1351595"/>
                  </a:lnTo>
                  <a:lnTo>
                    <a:pt x="4655960" y="1350898"/>
                  </a:lnTo>
                  <a:lnTo>
                    <a:pt x="4656147" y="1350422"/>
                  </a:lnTo>
                  <a:lnTo>
                    <a:pt x="4656334" y="1350138"/>
                  </a:lnTo>
                  <a:lnTo>
                    <a:pt x="4656521" y="1350261"/>
                  </a:lnTo>
                  <a:lnTo>
                    <a:pt x="4656708" y="1349895"/>
                  </a:lnTo>
                  <a:lnTo>
                    <a:pt x="4656895" y="1349230"/>
                  </a:lnTo>
                  <a:lnTo>
                    <a:pt x="4657082" y="1349454"/>
                  </a:lnTo>
                  <a:lnTo>
                    <a:pt x="4657269" y="1350348"/>
                  </a:lnTo>
                  <a:lnTo>
                    <a:pt x="4657456" y="1351298"/>
                  </a:lnTo>
                  <a:lnTo>
                    <a:pt x="4657643" y="1351856"/>
                  </a:lnTo>
                  <a:lnTo>
                    <a:pt x="4657830" y="1353812"/>
                  </a:lnTo>
                  <a:lnTo>
                    <a:pt x="4658016" y="1357070"/>
                  </a:lnTo>
                  <a:lnTo>
                    <a:pt x="4658203" y="1360460"/>
                  </a:lnTo>
                  <a:lnTo>
                    <a:pt x="4658390" y="1365969"/>
                  </a:lnTo>
                  <a:lnTo>
                    <a:pt x="4658577" y="1369170"/>
                  </a:lnTo>
                  <a:lnTo>
                    <a:pt x="4658764" y="1370757"/>
                  </a:lnTo>
                  <a:lnTo>
                    <a:pt x="4658951" y="1372304"/>
                  </a:lnTo>
                  <a:lnTo>
                    <a:pt x="4659138" y="1373783"/>
                  </a:lnTo>
                  <a:lnTo>
                    <a:pt x="4659325" y="1374704"/>
                  </a:lnTo>
                  <a:lnTo>
                    <a:pt x="4659512" y="1375403"/>
                  </a:lnTo>
                  <a:lnTo>
                    <a:pt x="4659699" y="1376027"/>
                  </a:lnTo>
                  <a:lnTo>
                    <a:pt x="4659886" y="1375015"/>
                  </a:lnTo>
                  <a:lnTo>
                    <a:pt x="4660073" y="1373588"/>
                  </a:lnTo>
                  <a:lnTo>
                    <a:pt x="4660260" y="1372361"/>
                  </a:lnTo>
                  <a:lnTo>
                    <a:pt x="4660446" y="1371016"/>
                  </a:lnTo>
                  <a:lnTo>
                    <a:pt x="4660633" y="1369903"/>
                  </a:lnTo>
                  <a:lnTo>
                    <a:pt x="4660820" y="1369193"/>
                  </a:lnTo>
                  <a:lnTo>
                    <a:pt x="4661007" y="1369136"/>
                  </a:lnTo>
                  <a:lnTo>
                    <a:pt x="4661194" y="1368131"/>
                  </a:lnTo>
                  <a:lnTo>
                    <a:pt x="4661381" y="1367506"/>
                  </a:lnTo>
                  <a:lnTo>
                    <a:pt x="4661568" y="1367517"/>
                  </a:lnTo>
                  <a:lnTo>
                    <a:pt x="4661755" y="1367547"/>
                  </a:lnTo>
                  <a:lnTo>
                    <a:pt x="4661942" y="1368315"/>
                  </a:lnTo>
                  <a:lnTo>
                    <a:pt x="4662129" y="1369373"/>
                  </a:lnTo>
                  <a:lnTo>
                    <a:pt x="4662316" y="1369812"/>
                  </a:lnTo>
                  <a:lnTo>
                    <a:pt x="4662503" y="1371073"/>
                  </a:lnTo>
                  <a:lnTo>
                    <a:pt x="4662689" y="1374234"/>
                  </a:lnTo>
                  <a:lnTo>
                    <a:pt x="4662876" y="1377976"/>
                  </a:lnTo>
                  <a:lnTo>
                    <a:pt x="4663063" y="1381203"/>
                  </a:lnTo>
                  <a:lnTo>
                    <a:pt x="4663250" y="1385510"/>
                  </a:lnTo>
                  <a:lnTo>
                    <a:pt x="4663437" y="1390650"/>
                  </a:lnTo>
                  <a:lnTo>
                    <a:pt x="4663624" y="1395943"/>
                  </a:lnTo>
                  <a:lnTo>
                    <a:pt x="4663811" y="1401177"/>
                  </a:lnTo>
                  <a:lnTo>
                    <a:pt x="4663998" y="1406691"/>
                  </a:lnTo>
                  <a:lnTo>
                    <a:pt x="4664185" y="1412292"/>
                  </a:lnTo>
                  <a:lnTo>
                    <a:pt x="4664372" y="1418192"/>
                  </a:lnTo>
                  <a:lnTo>
                    <a:pt x="4664559" y="1424061"/>
                  </a:lnTo>
                  <a:lnTo>
                    <a:pt x="4664746" y="1430441"/>
                  </a:lnTo>
                  <a:lnTo>
                    <a:pt x="4664933" y="1437135"/>
                  </a:lnTo>
                  <a:lnTo>
                    <a:pt x="4665119" y="1444598"/>
                  </a:lnTo>
                  <a:lnTo>
                    <a:pt x="4665306" y="1452403"/>
                  </a:lnTo>
                  <a:lnTo>
                    <a:pt x="4665493" y="1459702"/>
                  </a:lnTo>
                  <a:lnTo>
                    <a:pt x="4665680" y="1466578"/>
                  </a:lnTo>
                  <a:lnTo>
                    <a:pt x="4665867" y="1473739"/>
                  </a:lnTo>
                  <a:lnTo>
                    <a:pt x="4666054" y="1481413"/>
                  </a:lnTo>
                  <a:lnTo>
                    <a:pt x="4666241" y="1489508"/>
                  </a:lnTo>
                  <a:lnTo>
                    <a:pt x="4666428" y="1497595"/>
                  </a:lnTo>
                  <a:lnTo>
                    <a:pt x="4666615" y="1505470"/>
                  </a:lnTo>
                  <a:lnTo>
                    <a:pt x="4666802" y="1512985"/>
                  </a:lnTo>
                  <a:lnTo>
                    <a:pt x="4666989" y="1519135"/>
                  </a:lnTo>
                  <a:lnTo>
                    <a:pt x="4667176" y="1525624"/>
                  </a:lnTo>
                  <a:lnTo>
                    <a:pt x="4667363" y="1531825"/>
                  </a:lnTo>
                  <a:lnTo>
                    <a:pt x="4667549" y="1537340"/>
                  </a:lnTo>
                  <a:lnTo>
                    <a:pt x="4667736" y="1542015"/>
                  </a:lnTo>
                  <a:lnTo>
                    <a:pt x="4667923" y="1546715"/>
                  </a:lnTo>
                  <a:lnTo>
                    <a:pt x="4668110" y="1551295"/>
                  </a:lnTo>
                  <a:lnTo>
                    <a:pt x="4668297" y="1555041"/>
                  </a:lnTo>
                  <a:lnTo>
                    <a:pt x="4668484" y="1558982"/>
                  </a:lnTo>
                  <a:lnTo>
                    <a:pt x="4668671" y="1562862"/>
                  </a:lnTo>
                  <a:lnTo>
                    <a:pt x="4668858" y="1566735"/>
                  </a:lnTo>
                  <a:lnTo>
                    <a:pt x="4669045" y="1569837"/>
                  </a:lnTo>
                  <a:lnTo>
                    <a:pt x="4669232" y="1572498"/>
                  </a:lnTo>
                  <a:lnTo>
                    <a:pt x="4669419" y="1574878"/>
                  </a:lnTo>
                  <a:lnTo>
                    <a:pt x="4669606" y="1577061"/>
                  </a:lnTo>
                  <a:lnTo>
                    <a:pt x="4669792" y="1578818"/>
                  </a:lnTo>
                  <a:lnTo>
                    <a:pt x="4669979" y="1580467"/>
                  </a:lnTo>
                  <a:lnTo>
                    <a:pt x="4670166" y="1583497"/>
                  </a:lnTo>
                  <a:lnTo>
                    <a:pt x="4670353" y="1586746"/>
                  </a:lnTo>
                  <a:lnTo>
                    <a:pt x="4670540" y="1589946"/>
                  </a:lnTo>
                  <a:lnTo>
                    <a:pt x="4670727" y="1592988"/>
                  </a:lnTo>
                  <a:lnTo>
                    <a:pt x="4670914" y="1595527"/>
                  </a:lnTo>
                  <a:lnTo>
                    <a:pt x="4671101" y="1597588"/>
                  </a:lnTo>
                  <a:lnTo>
                    <a:pt x="4671288" y="1600453"/>
                  </a:lnTo>
                  <a:lnTo>
                    <a:pt x="4671475" y="1603376"/>
                  </a:lnTo>
                  <a:lnTo>
                    <a:pt x="4671662" y="1606361"/>
                  </a:lnTo>
                  <a:lnTo>
                    <a:pt x="4671849" y="1609452"/>
                  </a:lnTo>
                  <a:lnTo>
                    <a:pt x="4672036" y="1612295"/>
                  </a:lnTo>
                  <a:lnTo>
                    <a:pt x="4672222" y="1616714"/>
                  </a:lnTo>
                  <a:lnTo>
                    <a:pt x="4672409" y="1621855"/>
                  </a:lnTo>
                  <a:lnTo>
                    <a:pt x="4672596" y="1627556"/>
                  </a:lnTo>
                  <a:lnTo>
                    <a:pt x="4672783" y="1633481"/>
                  </a:lnTo>
                  <a:lnTo>
                    <a:pt x="4672970" y="1639245"/>
                  </a:lnTo>
                  <a:lnTo>
                    <a:pt x="4673157" y="1644491"/>
                  </a:lnTo>
                  <a:lnTo>
                    <a:pt x="4673344" y="1647818"/>
                  </a:lnTo>
                  <a:lnTo>
                    <a:pt x="4673531" y="1650388"/>
                  </a:lnTo>
                  <a:lnTo>
                    <a:pt x="4673718" y="1651430"/>
                  </a:lnTo>
                  <a:lnTo>
                    <a:pt x="4673905" y="1653130"/>
                  </a:lnTo>
                  <a:lnTo>
                    <a:pt x="4674092" y="1656043"/>
                  </a:lnTo>
                  <a:lnTo>
                    <a:pt x="4674279" y="1658389"/>
                  </a:lnTo>
                  <a:lnTo>
                    <a:pt x="4674465" y="1660047"/>
                  </a:lnTo>
                  <a:lnTo>
                    <a:pt x="4674652" y="1660847"/>
                  </a:lnTo>
                  <a:lnTo>
                    <a:pt x="4674839" y="1661619"/>
                  </a:lnTo>
                  <a:lnTo>
                    <a:pt x="4675026" y="1661650"/>
                  </a:lnTo>
                  <a:lnTo>
                    <a:pt x="4675213" y="1660511"/>
                  </a:lnTo>
                  <a:lnTo>
                    <a:pt x="4675400" y="1657405"/>
                  </a:lnTo>
                  <a:lnTo>
                    <a:pt x="4675587" y="1652964"/>
                  </a:lnTo>
                  <a:lnTo>
                    <a:pt x="4675774" y="1648185"/>
                  </a:lnTo>
                  <a:lnTo>
                    <a:pt x="4675961" y="1642026"/>
                  </a:lnTo>
                  <a:lnTo>
                    <a:pt x="4676148" y="1636065"/>
                  </a:lnTo>
                  <a:lnTo>
                    <a:pt x="4676335" y="1630430"/>
                  </a:lnTo>
                  <a:lnTo>
                    <a:pt x="4676522" y="1625332"/>
                  </a:lnTo>
                  <a:lnTo>
                    <a:pt x="4676709" y="1619118"/>
                  </a:lnTo>
                  <a:lnTo>
                    <a:pt x="4676895" y="1611056"/>
                  </a:lnTo>
                  <a:lnTo>
                    <a:pt x="4677082" y="1601071"/>
                  </a:lnTo>
                  <a:lnTo>
                    <a:pt x="4677269" y="1591308"/>
                  </a:lnTo>
                  <a:lnTo>
                    <a:pt x="4677456" y="1583723"/>
                  </a:lnTo>
                  <a:lnTo>
                    <a:pt x="4677643" y="1576841"/>
                  </a:lnTo>
                  <a:lnTo>
                    <a:pt x="4677830" y="1570329"/>
                  </a:lnTo>
                  <a:lnTo>
                    <a:pt x="4678017" y="1565847"/>
                  </a:lnTo>
                  <a:lnTo>
                    <a:pt x="4678204" y="1561658"/>
                  </a:lnTo>
                  <a:lnTo>
                    <a:pt x="4678391" y="1557136"/>
                  </a:lnTo>
                  <a:lnTo>
                    <a:pt x="4678578" y="1552395"/>
                  </a:lnTo>
                  <a:lnTo>
                    <a:pt x="4678765" y="1547837"/>
                  </a:lnTo>
                  <a:lnTo>
                    <a:pt x="4678952" y="1543503"/>
                  </a:lnTo>
                  <a:lnTo>
                    <a:pt x="4679139" y="1539336"/>
                  </a:lnTo>
                  <a:lnTo>
                    <a:pt x="4679325" y="1537287"/>
                  </a:lnTo>
                  <a:lnTo>
                    <a:pt x="4679512" y="1535685"/>
                  </a:lnTo>
                  <a:lnTo>
                    <a:pt x="4679699" y="1534970"/>
                  </a:lnTo>
                  <a:lnTo>
                    <a:pt x="4679886" y="1535220"/>
                  </a:lnTo>
                  <a:lnTo>
                    <a:pt x="4680073" y="1535490"/>
                  </a:lnTo>
                  <a:lnTo>
                    <a:pt x="4680260" y="1535556"/>
                  </a:lnTo>
                  <a:lnTo>
                    <a:pt x="4680447" y="1533771"/>
                  </a:lnTo>
                  <a:lnTo>
                    <a:pt x="4680634" y="1531766"/>
                  </a:lnTo>
                  <a:lnTo>
                    <a:pt x="4680821" y="1529833"/>
                  </a:lnTo>
                  <a:lnTo>
                    <a:pt x="4681008" y="1527873"/>
                  </a:lnTo>
                  <a:lnTo>
                    <a:pt x="4681195" y="1525799"/>
                  </a:lnTo>
                  <a:lnTo>
                    <a:pt x="4681382" y="1523179"/>
                  </a:lnTo>
                  <a:lnTo>
                    <a:pt x="4681568" y="1520210"/>
                  </a:lnTo>
                  <a:lnTo>
                    <a:pt x="4681755" y="1517164"/>
                  </a:lnTo>
                  <a:lnTo>
                    <a:pt x="4681942" y="1513772"/>
                  </a:lnTo>
                  <a:lnTo>
                    <a:pt x="4682129" y="1509675"/>
                  </a:lnTo>
                  <a:lnTo>
                    <a:pt x="4682316" y="1504232"/>
                  </a:lnTo>
                  <a:lnTo>
                    <a:pt x="4682503" y="1498265"/>
                  </a:lnTo>
                  <a:lnTo>
                    <a:pt x="4682690" y="1490962"/>
                  </a:lnTo>
                  <a:lnTo>
                    <a:pt x="4682877" y="1483629"/>
                  </a:lnTo>
                  <a:lnTo>
                    <a:pt x="4683064" y="1477524"/>
                  </a:lnTo>
                  <a:lnTo>
                    <a:pt x="4683251" y="1472107"/>
                  </a:lnTo>
                  <a:lnTo>
                    <a:pt x="4683438" y="1466584"/>
                  </a:lnTo>
                  <a:lnTo>
                    <a:pt x="4683625" y="1460554"/>
                  </a:lnTo>
                  <a:lnTo>
                    <a:pt x="4683812" y="1453034"/>
                  </a:lnTo>
                  <a:lnTo>
                    <a:pt x="4683998" y="1444845"/>
                  </a:lnTo>
                  <a:lnTo>
                    <a:pt x="4684185" y="1437166"/>
                  </a:lnTo>
                  <a:lnTo>
                    <a:pt x="4684372" y="1429171"/>
                  </a:lnTo>
                  <a:lnTo>
                    <a:pt x="4684559" y="1421404"/>
                  </a:lnTo>
                  <a:lnTo>
                    <a:pt x="4684746" y="1414341"/>
                  </a:lnTo>
                  <a:lnTo>
                    <a:pt x="4684933" y="1408061"/>
                  </a:lnTo>
                  <a:lnTo>
                    <a:pt x="4685120" y="1402563"/>
                  </a:lnTo>
                  <a:lnTo>
                    <a:pt x="4685307" y="1397919"/>
                  </a:lnTo>
                  <a:lnTo>
                    <a:pt x="4685494" y="1393759"/>
                  </a:lnTo>
                  <a:lnTo>
                    <a:pt x="4685681" y="1390214"/>
                  </a:lnTo>
                  <a:lnTo>
                    <a:pt x="4685868" y="1385855"/>
                  </a:lnTo>
                  <a:lnTo>
                    <a:pt x="4686055" y="1381856"/>
                  </a:lnTo>
                  <a:lnTo>
                    <a:pt x="4686242" y="1378627"/>
                  </a:lnTo>
                  <a:lnTo>
                    <a:pt x="4686428" y="1375239"/>
                  </a:lnTo>
                  <a:lnTo>
                    <a:pt x="4686615" y="1373188"/>
                  </a:lnTo>
                  <a:lnTo>
                    <a:pt x="4686802" y="1373131"/>
                  </a:lnTo>
                  <a:lnTo>
                    <a:pt x="4686989" y="1374488"/>
                  </a:lnTo>
                  <a:lnTo>
                    <a:pt x="4687176" y="1377348"/>
                  </a:lnTo>
                  <a:lnTo>
                    <a:pt x="4687363" y="1381164"/>
                  </a:lnTo>
                  <a:lnTo>
                    <a:pt x="4687550" y="1385576"/>
                  </a:lnTo>
                  <a:lnTo>
                    <a:pt x="4687737" y="1390045"/>
                  </a:lnTo>
                  <a:lnTo>
                    <a:pt x="4687924" y="1394457"/>
                  </a:lnTo>
                  <a:lnTo>
                    <a:pt x="4688111" y="1398813"/>
                  </a:lnTo>
                  <a:lnTo>
                    <a:pt x="4688298" y="1403504"/>
                  </a:lnTo>
                  <a:lnTo>
                    <a:pt x="4688485" y="1408534"/>
                  </a:lnTo>
                  <a:lnTo>
                    <a:pt x="4688671" y="1413067"/>
                  </a:lnTo>
                  <a:lnTo>
                    <a:pt x="4688858" y="1417814"/>
                  </a:lnTo>
                  <a:lnTo>
                    <a:pt x="4689045" y="1422292"/>
                  </a:lnTo>
                  <a:lnTo>
                    <a:pt x="4689232" y="1428537"/>
                  </a:lnTo>
                  <a:lnTo>
                    <a:pt x="4689419" y="1434800"/>
                  </a:lnTo>
                  <a:lnTo>
                    <a:pt x="4689606" y="1440200"/>
                  </a:lnTo>
                  <a:lnTo>
                    <a:pt x="4689793" y="1444809"/>
                  </a:lnTo>
                  <a:lnTo>
                    <a:pt x="4689980" y="1448838"/>
                  </a:lnTo>
                  <a:lnTo>
                    <a:pt x="4690167" y="1451253"/>
                  </a:lnTo>
                  <a:lnTo>
                    <a:pt x="4690354" y="1453580"/>
                  </a:lnTo>
                  <a:lnTo>
                    <a:pt x="4690541" y="1455892"/>
                  </a:lnTo>
                  <a:lnTo>
                    <a:pt x="4690728" y="1458458"/>
                  </a:lnTo>
                  <a:lnTo>
                    <a:pt x="4690915" y="1461133"/>
                  </a:lnTo>
                  <a:lnTo>
                    <a:pt x="4691101" y="1463953"/>
                  </a:lnTo>
                  <a:lnTo>
                    <a:pt x="4691288" y="1466432"/>
                  </a:lnTo>
                  <a:lnTo>
                    <a:pt x="4691475" y="1469149"/>
                  </a:lnTo>
                  <a:lnTo>
                    <a:pt x="4691662" y="1472444"/>
                  </a:lnTo>
                  <a:lnTo>
                    <a:pt x="4691849" y="1476456"/>
                  </a:lnTo>
                  <a:lnTo>
                    <a:pt x="4692036" y="1480560"/>
                  </a:lnTo>
                  <a:lnTo>
                    <a:pt x="4692223" y="1484782"/>
                  </a:lnTo>
                  <a:lnTo>
                    <a:pt x="4692410" y="1489935"/>
                  </a:lnTo>
                  <a:lnTo>
                    <a:pt x="4692597" y="1495043"/>
                  </a:lnTo>
                  <a:lnTo>
                    <a:pt x="4692784" y="1499276"/>
                  </a:lnTo>
                  <a:lnTo>
                    <a:pt x="4692971" y="1502496"/>
                  </a:lnTo>
                  <a:lnTo>
                    <a:pt x="4693158" y="1504766"/>
                  </a:lnTo>
                  <a:lnTo>
                    <a:pt x="4693344" y="1507111"/>
                  </a:lnTo>
                  <a:lnTo>
                    <a:pt x="4693531" y="1509624"/>
                  </a:lnTo>
                  <a:lnTo>
                    <a:pt x="4693718" y="1512349"/>
                  </a:lnTo>
                  <a:lnTo>
                    <a:pt x="4693905" y="1514391"/>
                  </a:lnTo>
                  <a:lnTo>
                    <a:pt x="4694092" y="1516347"/>
                  </a:lnTo>
                  <a:lnTo>
                    <a:pt x="4694279" y="1518072"/>
                  </a:lnTo>
                  <a:lnTo>
                    <a:pt x="4694466" y="1518936"/>
                  </a:lnTo>
                  <a:lnTo>
                    <a:pt x="4694653" y="1518776"/>
                  </a:lnTo>
                  <a:lnTo>
                    <a:pt x="4694840" y="1518952"/>
                  </a:lnTo>
                  <a:lnTo>
                    <a:pt x="4695027" y="1518464"/>
                  </a:lnTo>
                  <a:lnTo>
                    <a:pt x="4695214" y="1517618"/>
                  </a:lnTo>
                  <a:lnTo>
                    <a:pt x="4695401" y="1516763"/>
                  </a:lnTo>
                  <a:lnTo>
                    <a:pt x="4695588" y="1516140"/>
                  </a:lnTo>
                  <a:lnTo>
                    <a:pt x="4695774" y="1514921"/>
                  </a:lnTo>
                  <a:lnTo>
                    <a:pt x="4695961" y="1514379"/>
                  </a:lnTo>
                  <a:lnTo>
                    <a:pt x="4696148" y="1514199"/>
                  </a:lnTo>
                  <a:lnTo>
                    <a:pt x="4696335" y="1513376"/>
                  </a:lnTo>
                  <a:lnTo>
                    <a:pt x="4696522" y="1511515"/>
                  </a:lnTo>
                  <a:lnTo>
                    <a:pt x="4696709" y="1510327"/>
                  </a:lnTo>
                  <a:lnTo>
                    <a:pt x="4696896" y="1509563"/>
                  </a:lnTo>
                  <a:lnTo>
                    <a:pt x="4697083" y="1509098"/>
                  </a:lnTo>
                  <a:lnTo>
                    <a:pt x="4697270" y="1508299"/>
                  </a:lnTo>
                  <a:lnTo>
                    <a:pt x="4697457" y="1507359"/>
                  </a:lnTo>
                  <a:lnTo>
                    <a:pt x="4697644" y="1505714"/>
                  </a:lnTo>
                  <a:lnTo>
                    <a:pt x="4697831" y="1503652"/>
                  </a:lnTo>
                  <a:lnTo>
                    <a:pt x="4698018" y="1501186"/>
                  </a:lnTo>
                  <a:lnTo>
                    <a:pt x="4698204" y="1499246"/>
                  </a:lnTo>
                  <a:lnTo>
                    <a:pt x="4698391" y="1497302"/>
                  </a:lnTo>
                  <a:lnTo>
                    <a:pt x="4698578" y="1496276"/>
                  </a:lnTo>
                  <a:lnTo>
                    <a:pt x="4698765" y="1494971"/>
                  </a:lnTo>
                  <a:lnTo>
                    <a:pt x="4698952" y="1493425"/>
                  </a:lnTo>
                  <a:lnTo>
                    <a:pt x="4699139" y="1491713"/>
                  </a:lnTo>
                  <a:lnTo>
                    <a:pt x="4699326" y="1491102"/>
                  </a:lnTo>
                  <a:lnTo>
                    <a:pt x="4699513" y="1489892"/>
                  </a:lnTo>
                  <a:lnTo>
                    <a:pt x="4699700" y="1488808"/>
                  </a:lnTo>
                  <a:lnTo>
                    <a:pt x="4699887" y="1486839"/>
                  </a:lnTo>
                  <a:lnTo>
                    <a:pt x="4700074" y="1483873"/>
                  </a:lnTo>
                  <a:lnTo>
                    <a:pt x="4700261" y="1480589"/>
                  </a:lnTo>
                  <a:lnTo>
                    <a:pt x="4700447" y="1478022"/>
                  </a:lnTo>
                  <a:lnTo>
                    <a:pt x="4700634" y="1476003"/>
                  </a:lnTo>
                  <a:lnTo>
                    <a:pt x="4700821" y="1473416"/>
                  </a:lnTo>
                  <a:lnTo>
                    <a:pt x="4701008" y="1470502"/>
                  </a:lnTo>
                  <a:lnTo>
                    <a:pt x="4701195" y="1468526"/>
                  </a:lnTo>
                  <a:lnTo>
                    <a:pt x="4701382" y="1466259"/>
                  </a:lnTo>
                  <a:lnTo>
                    <a:pt x="4701569" y="1463987"/>
                  </a:lnTo>
                  <a:lnTo>
                    <a:pt x="4701756" y="1462202"/>
                  </a:lnTo>
                  <a:lnTo>
                    <a:pt x="4701943" y="1460424"/>
                  </a:lnTo>
                  <a:lnTo>
                    <a:pt x="4702130" y="1458055"/>
                  </a:lnTo>
                  <a:lnTo>
                    <a:pt x="4702317" y="1455048"/>
                  </a:lnTo>
                  <a:lnTo>
                    <a:pt x="4702504" y="1452358"/>
                  </a:lnTo>
                  <a:lnTo>
                    <a:pt x="4702691" y="1449899"/>
                  </a:lnTo>
                  <a:lnTo>
                    <a:pt x="4702877" y="1447701"/>
                  </a:lnTo>
                  <a:lnTo>
                    <a:pt x="4703064" y="1446244"/>
                  </a:lnTo>
                  <a:lnTo>
                    <a:pt x="4703251" y="1444303"/>
                  </a:lnTo>
                  <a:lnTo>
                    <a:pt x="4703438" y="1442133"/>
                  </a:lnTo>
                  <a:lnTo>
                    <a:pt x="4703625" y="1439936"/>
                  </a:lnTo>
                  <a:lnTo>
                    <a:pt x="4703812" y="1437951"/>
                  </a:lnTo>
                  <a:lnTo>
                    <a:pt x="4703999" y="1435734"/>
                  </a:lnTo>
                  <a:lnTo>
                    <a:pt x="4704186" y="1433628"/>
                  </a:lnTo>
                  <a:lnTo>
                    <a:pt x="4704373" y="1431495"/>
                  </a:lnTo>
                  <a:lnTo>
                    <a:pt x="4704560" y="1429631"/>
                  </a:lnTo>
                  <a:lnTo>
                    <a:pt x="4704747" y="1427628"/>
                  </a:lnTo>
                  <a:lnTo>
                    <a:pt x="4704934" y="1425467"/>
                  </a:lnTo>
                  <a:lnTo>
                    <a:pt x="4705121" y="1423557"/>
                  </a:lnTo>
                  <a:lnTo>
                    <a:pt x="4705307" y="1421698"/>
                  </a:lnTo>
                  <a:lnTo>
                    <a:pt x="4705494" y="1420600"/>
                  </a:lnTo>
                  <a:lnTo>
                    <a:pt x="4705681" y="1419296"/>
                  </a:lnTo>
                  <a:lnTo>
                    <a:pt x="4705868" y="1417231"/>
                  </a:lnTo>
                  <a:lnTo>
                    <a:pt x="4706055" y="1416162"/>
                  </a:lnTo>
                  <a:lnTo>
                    <a:pt x="4706242" y="1415334"/>
                  </a:lnTo>
                  <a:lnTo>
                    <a:pt x="4706429" y="1415348"/>
                  </a:lnTo>
                  <a:lnTo>
                    <a:pt x="4706616" y="1415648"/>
                  </a:lnTo>
                  <a:lnTo>
                    <a:pt x="4706803" y="1416286"/>
                  </a:lnTo>
                  <a:lnTo>
                    <a:pt x="4706990" y="1416807"/>
                  </a:lnTo>
                  <a:lnTo>
                    <a:pt x="4707177" y="1417050"/>
                  </a:lnTo>
                  <a:lnTo>
                    <a:pt x="4707364" y="1417452"/>
                  </a:lnTo>
                  <a:lnTo>
                    <a:pt x="4707550" y="1417690"/>
                  </a:lnTo>
                  <a:lnTo>
                    <a:pt x="4707737" y="1417898"/>
                  </a:lnTo>
                  <a:lnTo>
                    <a:pt x="4707924" y="1418935"/>
                  </a:lnTo>
                  <a:lnTo>
                    <a:pt x="4708111" y="1419633"/>
                  </a:lnTo>
                  <a:lnTo>
                    <a:pt x="4708298" y="1420632"/>
                  </a:lnTo>
                  <a:lnTo>
                    <a:pt x="4708485" y="1422144"/>
                  </a:lnTo>
                  <a:lnTo>
                    <a:pt x="4708672" y="1423829"/>
                  </a:lnTo>
                  <a:lnTo>
                    <a:pt x="4708859" y="1425187"/>
                  </a:lnTo>
                  <a:lnTo>
                    <a:pt x="4709046" y="1426551"/>
                  </a:lnTo>
                  <a:lnTo>
                    <a:pt x="4709233" y="1427774"/>
                  </a:lnTo>
                  <a:lnTo>
                    <a:pt x="4709420" y="1429051"/>
                  </a:lnTo>
                  <a:lnTo>
                    <a:pt x="4709607" y="1430179"/>
                  </a:lnTo>
                  <a:lnTo>
                    <a:pt x="4709794" y="1430768"/>
                  </a:lnTo>
                  <a:lnTo>
                    <a:pt x="4709980" y="1430999"/>
                  </a:lnTo>
                  <a:lnTo>
                    <a:pt x="4710167" y="1430926"/>
                  </a:lnTo>
                  <a:lnTo>
                    <a:pt x="4710354" y="1431001"/>
                  </a:lnTo>
                  <a:lnTo>
                    <a:pt x="4710541" y="1431261"/>
                  </a:lnTo>
                  <a:lnTo>
                    <a:pt x="4710728" y="1431717"/>
                  </a:lnTo>
                  <a:lnTo>
                    <a:pt x="4710915" y="1432094"/>
                  </a:lnTo>
                  <a:lnTo>
                    <a:pt x="4711102" y="1433451"/>
                  </a:lnTo>
                  <a:lnTo>
                    <a:pt x="4711289" y="1434679"/>
                  </a:lnTo>
                  <a:lnTo>
                    <a:pt x="4711476" y="1434904"/>
                  </a:lnTo>
                  <a:lnTo>
                    <a:pt x="4711663" y="1435946"/>
                  </a:lnTo>
                  <a:lnTo>
                    <a:pt x="4711850" y="1436070"/>
                  </a:lnTo>
                  <a:lnTo>
                    <a:pt x="4712037" y="1435121"/>
                  </a:lnTo>
                  <a:lnTo>
                    <a:pt x="4712223" y="1433302"/>
                  </a:lnTo>
                  <a:lnTo>
                    <a:pt x="4712410" y="1431332"/>
                  </a:lnTo>
                  <a:lnTo>
                    <a:pt x="4712597" y="1430217"/>
                  </a:lnTo>
                  <a:lnTo>
                    <a:pt x="4712784" y="1430271"/>
                  </a:lnTo>
                  <a:lnTo>
                    <a:pt x="4712971" y="1431859"/>
                  </a:lnTo>
                  <a:lnTo>
                    <a:pt x="4713158" y="1434779"/>
                  </a:lnTo>
                  <a:lnTo>
                    <a:pt x="4713345" y="1439255"/>
                  </a:lnTo>
                  <a:lnTo>
                    <a:pt x="4713532" y="1443700"/>
                  </a:lnTo>
                  <a:lnTo>
                    <a:pt x="4713719" y="1447805"/>
                  </a:lnTo>
                  <a:lnTo>
                    <a:pt x="4713906" y="1451448"/>
                  </a:lnTo>
                  <a:lnTo>
                    <a:pt x="4714093" y="1455126"/>
                  </a:lnTo>
                  <a:lnTo>
                    <a:pt x="4714280" y="1459752"/>
                  </a:lnTo>
                  <a:lnTo>
                    <a:pt x="4714467" y="1465633"/>
                  </a:lnTo>
                  <a:lnTo>
                    <a:pt x="4714653" y="1472017"/>
                  </a:lnTo>
                  <a:lnTo>
                    <a:pt x="4714840" y="1477196"/>
                  </a:lnTo>
                  <a:lnTo>
                    <a:pt x="4715027" y="1482376"/>
                  </a:lnTo>
                  <a:lnTo>
                    <a:pt x="4715214" y="1488019"/>
                  </a:lnTo>
                  <a:lnTo>
                    <a:pt x="4715401" y="1492037"/>
                  </a:lnTo>
                  <a:lnTo>
                    <a:pt x="4715588" y="1495836"/>
                  </a:lnTo>
                  <a:lnTo>
                    <a:pt x="4715775" y="1499570"/>
                  </a:lnTo>
                  <a:lnTo>
                    <a:pt x="4715962" y="1503485"/>
                  </a:lnTo>
                  <a:lnTo>
                    <a:pt x="4716149" y="1507578"/>
                  </a:lnTo>
                  <a:lnTo>
                    <a:pt x="4716336" y="1511472"/>
                  </a:lnTo>
                  <a:lnTo>
                    <a:pt x="4716523" y="1516078"/>
                  </a:lnTo>
                  <a:lnTo>
                    <a:pt x="4716710" y="1519314"/>
                  </a:lnTo>
                  <a:lnTo>
                    <a:pt x="4716897" y="1522975"/>
                  </a:lnTo>
                  <a:lnTo>
                    <a:pt x="4717083" y="1526311"/>
                  </a:lnTo>
                  <a:lnTo>
                    <a:pt x="4717270" y="1529395"/>
                  </a:lnTo>
                  <a:lnTo>
                    <a:pt x="4717457" y="1533347"/>
                  </a:lnTo>
                  <a:lnTo>
                    <a:pt x="4717644" y="1537740"/>
                  </a:lnTo>
                  <a:lnTo>
                    <a:pt x="4717831" y="1543226"/>
                  </a:lnTo>
                  <a:lnTo>
                    <a:pt x="4718018" y="1548822"/>
                  </a:lnTo>
                  <a:lnTo>
                    <a:pt x="4718205" y="1554546"/>
                  </a:lnTo>
                  <a:lnTo>
                    <a:pt x="4718392" y="1560338"/>
                  </a:lnTo>
                  <a:lnTo>
                    <a:pt x="4718579" y="1566320"/>
                  </a:lnTo>
                  <a:lnTo>
                    <a:pt x="4718766" y="1572579"/>
                  </a:lnTo>
                  <a:lnTo>
                    <a:pt x="4718953" y="1578817"/>
                  </a:lnTo>
                  <a:lnTo>
                    <a:pt x="4719140" y="1584579"/>
                  </a:lnTo>
                  <a:lnTo>
                    <a:pt x="4719326" y="1589865"/>
                  </a:lnTo>
                  <a:lnTo>
                    <a:pt x="4719513" y="1595178"/>
                  </a:lnTo>
                  <a:lnTo>
                    <a:pt x="4719700" y="1601156"/>
                  </a:lnTo>
                  <a:lnTo>
                    <a:pt x="4719887" y="1607147"/>
                  </a:lnTo>
                  <a:lnTo>
                    <a:pt x="4720074" y="1614256"/>
                  </a:lnTo>
                  <a:lnTo>
                    <a:pt x="4720261" y="1621247"/>
                  </a:lnTo>
                  <a:lnTo>
                    <a:pt x="4720448" y="1627271"/>
                  </a:lnTo>
                  <a:lnTo>
                    <a:pt x="4720635" y="1632329"/>
                  </a:lnTo>
                  <a:lnTo>
                    <a:pt x="4720822" y="1636964"/>
                  </a:lnTo>
                  <a:lnTo>
                    <a:pt x="4721009" y="1641442"/>
                  </a:lnTo>
                  <a:lnTo>
                    <a:pt x="4721196" y="1647115"/>
                  </a:lnTo>
                  <a:lnTo>
                    <a:pt x="4721383" y="1653325"/>
                  </a:lnTo>
                  <a:lnTo>
                    <a:pt x="4721570" y="1659674"/>
                  </a:lnTo>
                  <a:lnTo>
                    <a:pt x="4721756" y="1666396"/>
                  </a:lnTo>
                  <a:lnTo>
                    <a:pt x="4721943" y="1673031"/>
                  </a:lnTo>
                  <a:lnTo>
                    <a:pt x="4722130" y="1678991"/>
                  </a:lnTo>
                  <a:lnTo>
                    <a:pt x="4722317" y="1684465"/>
                  </a:lnTo>
                  <a:lnTo>
                    <a:pt x="4722504" y="1689703"/>
                  </a:lnTo>
                  <a:lnTo>
                    <a:pt x="4722691" y="1694372"/>
                  </a:lnTo>
                  <a:lnTo>
                    <a:pt x="4722878" y="1699535"/>
                  </a:lnTo>
                  <a:lnTo>
                    <a:pt x="4723065" y="1703717"/>
                  </a:lnTo>
                  <a:lnTo>
                    <a:pt x="4723252" y="1707647"/>
                  </a:lnTo>
                  <a:lnTo>
                    <a:pt x="4723439" y="1711378"/>
                  </a:lnTo>
                  <a:lnTo>
                    <a:pt x="4723626" y="1715137"/>
                  </a:lnTo>
                  <a:lnTo>
                    <a:pt x="4723813" y="1719079"/>
                  </a:lnTo>
                  <a:lnTo>
                    <a:pt x="4723999" y="1722494"/>
                  </a:lnTo>
                  <a:lnTo>
                    <a:pt x="4724186" y="1724721"/>
                  </a:lnTo>
                  <a:lnTo>
                    <a:pt x="4724373" y="1726800"/>
                  </a:lnTo>
                  <a:lnTo>
                    <a:pt x="4724560" y="1728168"/>
                  </a:lnTo>
                  <a:lnTo>
                    <a:pt x="4724747" y="1728854"/>
                  </a:lnTo>
                  <a:lnTo>
                    <a:pt x="4724934" y="1730028"/>
                  </a:lnTo>
                  <a:lnTo>
                    <a:pt x="4725121" y="1731968"/>
                  </a:lnTo>
                  <a:lnTo>
                    <a:pt x="4725308" y="1734253"/>
                  </a:lnTo>
                  <a:lnTo>
                    <a:pt x="4725495" y="1737016"/>
                  </a:lnTo>
                  <a:lnTo>
                    <a:pt x="4725682" y="1740037"/>
                  </a:lnTo>
                  <a:lnTo>
                    <a:pt x="4725869" y="1743399"/>
                  </a:lnTo>
                  <a:lnTo>
                    <a:pt x="4726056" y="1747163"/>
                  </a:lnTo>
                  <a:lnTo>
                    <a:pt x="4726243" y="1751720"/>
                  </a:lnTo>
                  <a:lnTo>
                    <a:pt x="4726429" y="1756610"/>
                  </a:lnTo>
                  <a:lnTo>
                    <a:pt x="4726616" y="1762187"/>
                  </a:lnTo>
                  <a:lnTo>
                    <a:pt x="4726803" y="1768009"/>
                  </a:lnTo>
                  <a:lnTo>
                    <a:pt x="4726990" y="1774844"/>
                  </a:lnTo>
                  <a:lnTo>
                    <a:pt x="4727177" y="1781749"/>
                  </a:lnTo>
                  <a:lnTo>
                    <a:pt x="4727364" y="1788513"/>
                  </a:lnTo>
                  <a:lnTo>
                    <a:pt x="4727551" y="1795197"/>
                  </a:lnTo>
                  <a:lnTo>
                    <a:pt x="4727738" y="1801794"/>
                  </a:lnTo>
                  <a:lnTo>
                    <a:pt x="4727925" y="1808435"/>
                  </a:lnTo>
                  <a:lnTo>
                    <a:pt x="4728112" y="1814548"/>
                  </a:lnTo>
                  <a:lnTo>
                    <a:pt x="4728299" y="1819966"/>
                  </a:lnTo>
                  <a:lnTo>
                    <a:pt x="4728486" y="1824892"/>
                  </a:lnTo>
                  <a:lnTo>
                    <a:pt x="4728673" y="1829607"/>
                  </a:lnTo>
                  <a:lnTo>
                    <a:pt x="4728859" y="1834013"/>
                  </a:lnTo>
                  <a:lnTo>
                    <a:pt x="4729046" y="1837716"/>
                  </a:lnTo>
                  <a:lnTo>
                    <a:pt x="4729233" y="1840848"/>
                  </a:lnTo>
                  <a:lnTo>
                    <a:pt x="4729420" y="1842730"/>
                  </a:lnTo>
                  <a:lnTo>
                    <a:pt x="4729607" y="1844085"/>
                  </a:lnTo>
                  <a:lnTo>
                    <a:pt x="4729794" y="1844384"/>
                  </a:lnTo>
                  <a:lnTo>
                    <a:pt x="4729981" y="1844683"/>
                  </a:lnTo>
                  <a:lnTo>
                    <a:pt x="4730168" y="1845342"/>
                  </a:lnTo>
                  <a:lnTo>
                    <a:pt x="4730355" y="1846545"/>
                  </a:lnTo>
                  <a:lnTo>
                    <a:pt x="4730542" y="1847472"/>
                  </a:lnTo>
                  <a:lnTo>
                    <a:pt x="4730729" y="1848304"/>
                  </a:lnTo>
                  <a:lnTo>
                    <a:pt x="4730916" y="1848545"/>
                  </a:lnTo>
                  <a:lnTo>
                    <a:pt x="4731102" y="1848587"/>
                  </a:lnTo>
                  <a:lnTo>
                    <a:pt x="4731289" y="1848700"/>
                  </a:lnTo>
                  <a:lnTo>
                    <a:pt x="4731476" y="1848806"/>
                  </a:lnTo>
                  <a:lnTo>
                    <a:pt x="4731663" y="1849307"/>
                  </a:lnTo>
                  <a:lnTo>
                    <a:pt x="4731850" y="1850056"/>
                  </a:lnTo>
                  <a:lnTo>
                    <a:pt x="4732037" y="1851250"/>
                  </a:lnTo>
                  <a:lnTo>
                    <a:pt x="4732224" y="1852017"/>
                  </a:lnTo>
                  <a:lnTo>
                    <a:pt x="4732411" y="1853293"/>
                  </a:lnTo>
                  <a:lnTo>
                    <a:pt x="4732598" y="1854772"/>
                  </a:lnTo>
                  <a:lnTo>
                    <a:pt x="4732785" y="1856167"/>
                  </a:lnTo>
                  <a:lnTo>
                    <a:pt x="4732972" y="1857511"/>
                  </a:lnTo>
                  <a:lnTo>
                    <a:pt x="4733159" y="1859171"/>
                  </a:lnTo>
                  <a:lnTo>
                    <a:pt x="4733346" y="1860709"/>
                  </a:lnTo>
                  <a:lnTo>
                    <a:pt x="4733532" y="1863269"/>
                  </a:lnTo>
                  <a:lnTo>
                    <a:pt x="4733719" y="1866938"/>
                  </a:lnTo>
                  <a:lnTo>
                    <a:pt x="4733906" y="1871799"/>
                  </a:lnTo>
                  <a:lnTo>
                    <a:pt x="4734093" y="1876847"/>
                  </a:lnTo>
                  <a:lnTo>
                    <a:pt x="4734280" y="1882498"/>
                  </a:lnTo>
                  <a:lnTo>
                    <a:pt x="4734467" y="1888199"/>
                  </a:lnTo>
                  <a:lnTo>
                    <a:pt x="4734654" y="1894449"/>
                  </a:lnTo>
                  <a:lnTo>
                    <a:pt x="4734841" y="1900807"/>
                  </a:lnTo>
                  <a:lnTo>
                    <a:pt x="4735028" y="1907208"/>
                  </a:lnTo>
                  <a:lnTo>
                    <a:pt x="4735215" y="1913697"/>
                  </a:lnTo>
                  <a:lnTo>
                    <a:pt x="4735402" y="1920381"/>
                  </a:lnTo>
                  <a:lnTo>
                    <a:pt x="4735589" y="1926108"/>
                  </a:lnTo>
                  <a:lnTo>
                    <a:pt x="4735776" y="1931830"/>
                  </a:lnTo>
                  <a:lnTo>
                    <a:pt x="4735962" y="1937734"/>
                  </a:lnTo>
                  <a:lnTo>
                    <a:pt x="4736149" y="1943622"/>
                  </a:lnTo>
                  <a:lnTo>
                    <a:pt x="4736336" y="1949515"/>
                  </a:lnTo>
                  <a:lnTo>
                    <a:pt x="4736523" y="1955141"/>
                  </a:lnTo>
                  <a:lnTo>
                    <a:pt x="4736710" y="1959288"/>
                  </a:lnTo>
                  <a:lnTo>
                    <a:pt x="4736897" y="1963091"/>
                  </a:lnTo>
                  <a:lnTo>
                    <a:pt x="4737084" y="1966717"/>
                  </a:lnTo>
                  <a:lnTo>
                    <a:pt x="4737271" y="1970326"/>
                  </a:lnTo>
                  <a:lnTo>
                    <a:pt x="4737458" y="1973944"/>
                  </a:lnTo>
                  <a:lnTo>
                    <a:pt x="4737645" y="1977396"/>
                  </a:lnTo>
                  <a:lnTo>
                    <a:pt x="4737832" y="1980396"/>
                  </a:lnTo>
                  <a:lnTo>
                    <a:pt x="4738019" y="1983136"/>
                  </a:lnTo>
                  <a:lnTo>
                    <a:pt x="4738205" y="1985707"/>
                  </a:lnTo>
                  <a:lnTo>
                    <a:pt x="4738392" y="1988340"/>
                  </a:lnTo>
                  <a:lnTo>
                    <a:pt x="4738579" y="1989553"/>
                  </a:lnTo>
                  <a:lnTo>
                    <a:pt x="4738766" y="1990621"/>
                  </a:lnTo>
                  <a:lnTo>
                    <a:pt x="4738953" y="1990780"/>
                  </a:lnTo>
                  <a:lnTo>
                    <a:pt x="4739140" y="1989560"/>
                  </a:lnTo>
                  <a:lnTo>
                    <a:pt x="4739327" y="1987524"/>
                  </a:lnTo>
                  <a:lnTo>
                    <a:pt x="4739514" y="1983433"/>
                  </a:lnTo>
                  <a:lnTo>
                    <a:pt x="4739701" y="1979430"/>
                  </a:lnTo>
                  <a:lnTo>
                    <a:pt x="4739888" y="1975379"/>
                  </a:lnTo>
                  <a:lnTo>
                    <a:pt x="4740075" y="1971115"/>
                  </a:lnTo>
                  <a:lnTo>
                    <a:pt x="4740262" y="1965855"/>
                  </a:lnTo>
                  <a:lnTo>
                    <a:pt x="4740449" y="1960015"/>
                  </a:lnTo>
                  <a:lnTo>
                    <a:pt x="4740635" y="1954257"/>
                  </a:lnTo>
                  <a:lnTo>
                    <a:pt x="4740822" y="1948596"/>
                  </a:lnTo>
                  <a:lnTo>
                    <a:pt x="4741009" y="1942424"/>
                  </a:lnTo>
                  <a:lnTo>
                    <a:pt x="4741196" y="1936199"/>
                  </a:lnTo>
                  <a:lnTo>
                    <a:pt x="4741383" y="1930542"/>
                  </a:lnTo>
                  <a:lnTo>
                    <a:pt x="4741570" y="1924922"/>
                  </a:lnTo>
                  <a:lnTo>
                    <a:pt x="4741757" y="1919939"/>
                  </a:lnTo>
                  <a:lnTo>
                    <a:pt x="4741944" y="1915228"/>
                  </a:lnTo>
                  <a:lnTo>
                    <a:pt x="4742131" y="1910635"/>
                  </a:lnTo>
                  <a:lnTo>
                    <a:pt x="4742318" y="1906712"/>
                  </a:lnTo>
                  <a:lnTo>
                    <a:pt x="4742505" y="1902446"/>
                  </a:lnTo>
                  <a:lnTo>
                    <a:pt x="4742692" y="1897177"/>
                  </a:lnTo>
                  <a:lnTo>
                    <a:pt x="4742878" y="1891002"/>
                  </a:lnTo>
                  <a:lnTo>
                    <a:pt x="4743065" y="1885523"/>
                  </a:lnTo>
                  <a:lnTo>
                    <a:pt x="4743252" y="1880940"/>
                  </a:lnTo>
                  <a:lnTo>
                    <a:pt x="4743439" y="1875450"/>
                  </a:lnTo>
                  <a:lnTo>
                    <a:pt x="4743626" y="1869413"/>
                  </a:lnTo>
                  <a:lnTo>
                    <a:pt x="4743813" y="1862804"/>
                  </a:lnTo>
                  <a:lnTo>
                    <a:pt x="4744000" y="1856039"/>
                  </a:lnTo>
                  <a:lnTo>
                    <a:pt x="4744187" y="1850752"/>
                  </a:lnTo>
                  <a:lnTo>
                    <a:pt x="4744374" y="1846132"/>
                  </a:lnTo>
                  <a:lnTo>
                    <a:pt x="4744561" y="1843211"/>
                  </a:lnTo>
                  <a:lnTo>
                    <a:pt x="4744748" y="1840921"/>
                  </a:lnTo>
                  <a:lnTo>
                    <a:pt x="4744935" y="1838920"/>
                  </a:lnTo>
                  <a:lnTo>
                    <a:pt x="4745122" y="1836874"/>
                  </a:lnTo>
                  <a:lnTo>
                    <a:pt x="4745308" y="1834457"/>
                  </a:lnTo>
                  <a:lnTo>
                    <a:pt x="4745495" y="1832478"/>
                  </a:lnTo>
                  <a:lnTo>
                    <a:pt x="4745682" y="1830443"/>
                  </a:lnTo>
                  <a:lnTo>
                    <a:pt x="4745869" y="1828234"/>
                  </a:lnTo>
                  <a:lnTo>
                    <a:pt x="4746056" y="1825487"/>
                  </a:lnTo>
                  <a:lnTo>
                    <a:pt x="4746243" y="1823181"/>
                  </a:lnTo>
                  <a:lnTo>
                    <a:pt x="4746430" y="1821190"/>
                  </a:lnTo>
                  <a:lnTo>
                    <a:pt x="4746617" y="1819505"/>
                  </a:lnTo>
                  <a:lnTo>
                    <a:pt x="4746804" y="1818465"/>
                  </a:lnTo>
                  <a:lnTo>
                    <a:pt x="4746991" y="1818220"/>
                  </a:lnTo>
                  <a:lnTo>
                    <a:pt x="4747178" y="1817872"/>
                  </a:lnTo>
                  <a:lnTo>
                    <a:pt x="4747365" y="1817076"/>
                  </a:lnTo>
                  <a:lnTo>
                    <a:pt x="4747552" y="1816535"/>
                  </a:lnTo>
                  <a:lnTo>
                    <a:pt x="4747738" y="1816078"/>
                  </a:lnTo>
                  <a:lnTo>
                    <a:pt x="4747925" y="1815234"/>
                  </a:lnTo>
                  <a:lnTo>
                    <a:pt x="4748112" y="1815585"/>
                  </a:lnTo>
                  <a:lnTo>
                    <a:pt x="4748299" y="1816408"/>
                  </a:lnTo>
                  <a:lnTo>
                    <a:pt x="4748486" y="1817282"/>
                  </a:lnTo>
                  <a:lnTo>
                    <a:pt x="4748673" y="1818352"/>
                  </a:lnTo>
                  <a:lnTo>
                    <a:pt x="4748860" y="1820372"/>
                  </a:lnTo>
                  <a:lnTo>
                    <a:pt x="4749047" y="1821824"/>
                  </a:lnTo>
                  <a:lnTo>
                    <a:pt x="4749234" y="1824082"/>
                  </a:lnTo>
                  <a:lnTo>
                    <a:pt x="4749421" y="1827561"/>
                  </a:lnTo>
                  <a:lnTo>
                    <a:pt x="4749608" y="1831042"/>
                  </a:lnTo>
                  <a:lnTo>
                    <a:pt x="4749795" y="1834225"/>
                  </a:lnTo>
                  <a:lnTo>
                    <a:pt x="4749981" y="1836982"/>
                  </a:lnTo>
                  <a:lnTo>
                    <a:pt x="4750168" y="1839844"/>
                  </a:lnTo>
                  <a:lnTo>
                    <a:pt x="4750355" y="1842407"/>
                  </a:lnTo>
                  <a:lnTo>
                    <a:pt x="4750542" y="1844726"/>
                  </a:lnTo>
                  <a:lnTo>
                    <a:pt x="4750729" y="1847091"/>
                  </a:lnTo>
                  <a:lnTo>
                    <a:pt x="4750916" y="1849322"/>
                  </a:lnTo>
                  <a:lnTo>
                    <a:pt x="4751103" y="1851647"/>
                  </a:lnTo>
                  <a:lnTo>
                    <a:pt x="4751290" y="1853924"/>
                  </a:lnTo>
                  <a:lnTo>
                    <a:pt x="4751477" y="1855274"/>
                  </a:lnTo>
                  <a:lnTo>
                    <a:pt x="4751664" y="1856428"/>
                  </a:lnTo>
                  <a:lnTo>
                    <a:pt x="4751851" y="1857973"/>
                  </a:lnTo>
                  <a:lnTo>
                    <a:pt x="4752038" y="1859380"/>
                  </a:lnTo>
                  <a:lnTo>
                    <a:pt x="4752225" y="1859943"/>
                  </a:lnTo>
                  <a:lnTo>
                    <a:pt x="4752411" y="1860614"/>
                  </a:lnTo>
                  <a:lnTo>
                    <a:pt x="4752598" y="1861040"/>
                  </a:lnTo>
                  <a:lnTo>
                    <a:pt x="4752785" y="1861300"/>
                  </a:lnTo>
                  <a:lnTo>
                    <a:pt x="4752972" y="1862072"/>
                  </a:lnTo>
                  <a:lnTo>
                    <a:pt x="4753159" y="1862830"/>
                  </a:lnTo>
                  <a:lnTo>
                    <a:pt x="4753346" y="1863237"/>
                  </a:lnTo>
                  <a:lnTo>
                    <a:pt x="4753533" y="1863873"/>
                  </a:lnTo>
                  <a:lnTo>
                    <a:pt x="4753720" y="1865028"/>
                  </a:lnTo>
                  <a:lnTo>
                    <a:pt x="4753907" y="1865808"/>
                  </a:lnTo>
                  <a:lnTo>
                    <a:pt x="4754094" y="1866735"/>
                  </a:lnTo>
                  <a:lnTo>
                    <a:pt x="4754281" y="1867323"/>
                  </a:lnTo>
                  <a:lnTo>
                    <a:pt x="4754468" y="1867045"/>
                  </a:lnTo>
                  <a:lnTo>
                    <a:pt x="4754655" y="1865795"/>
                  </a:lnTo>
                  <a:lnTo>
                    <a:pt x="4754841" y="1863730"/>
                  </a:lnTo>
                  <a:lnTo>
                    <a:pt x="4755028" y="1861666"/>
                  </a:lnTo>
                  <a:lnTo>
                    <a:pt x="4755215" y="1859002"/>
                  </a:lnTo>
                  <a:lnTo>
                    <a:pt x="4755402" y="1856191"/>
                  </a:lnTo>
                  <a:lnTo>
                    <a:pt x="4755589" y="1853110"/>
                  </a:lnTo>
                  <a:lnTo>
                    <a:pt x="4755776" y="1849211"/>
                  </a:lnTo>
                  <a:lnTo>
                    <a:pt x="4755963" y="1844639"/>
                  </a:lnTo>
                  <a:lnTo>
                    <a:pt x="4756150" y="1839303"/>
                  </a:lnTo>
                  <a:lnTo>
                    <a:pt x="4756337" y="1832975"/>
                  </a:lnTo>
                  <a:lnTo>
                    <a:pt x="4756524" y="1825446"/>
                  </a:lnTo>
                  <a:lnTo>
                    <a:pt x="4756711" y="1816293"/>
                  </a:lnTo>
                  <a:lnTo>
                    <a:pt x="4756898" y="1806779"/>
                  </a:lnTo>
                  <a:lnTo>
                    <a:pt x="4757084" y="1797744"/>
                  </a:lnTo>
                  <a:lnTo>
                    <a:pt x="4757271" y="1789571"/>
                  </a:lnTo>
                  <a:lnTo>
                    <a:pt x="4757458" y="1781857"/>
                  </a:lnTo>
                  <a:lnTo>
                    <a:pt x="4757645" y="1774275"/>
                  </a:lnTo>
                  <a:lnTo>
                    <a:pt x="4757832" y="1766695"/>
                  </a:lnTo>
                  <a:lnTo>
                    <a:pt x="4758019" y="1759610"/>
                  </a:lnTo>
                  <a:lnTo>
                    <a:pt x="4758206" y="1753736"/>
                  </a:lnTo>
                  <a:lnTo>
                    <a:pt x="4758393" y="1748504"/>
                  </a:lnTo>
                  <a:lnTo>
                    <a:pt x="4758580" y="1743165"/>
                  </a:lnTo>
                  <a:lnTo>
                    <a:pt x="4758767" y="1738868"/>
                  </a:lnTo>
                  <a:lnTo>
                    <a:pt x="4758954" y="1734727"/>
                  </a:lnTo>
                  <a:lnTo>
                    <a:pt x="4759141" y="1731779"/>
                  </a:lnTo>
                  <a:lnTo>
                    <a:pt x="4759328" y="1731635"/>
                  </a:lnTo>
                  <a:lnTo>
                    <a:pt x="4759514" y="1734004"/>
                  </a:lnTo>
                  <a:lnTo>
                    <a:pt x="4759701" y="1737837"/>
                  </a:lnTo>
                  <a:lnTo>
                    <a:pt x="4759888" y="1742221"/>
                  </a:lnTo>
                  <a:lnTo>
                    <a:pt x="4760075" y="1746814"/>
                  </a:lnTo>
                  <a:lnTo>
                    <a:pt x="4760262" y="1751054"/>
                  </a:lnTo>
                  <a:lnTo>
                    <a:pt x="4760449" y="1755782"/>
                  </a:lnTo>
                  <a:lnTo>
                    <a:pt x="4760636" y="1761000"/>
                  </a:lnTo>
                  <a:lnTo>
                    <a:pt x="4760823" y="1766513"/>
                  </a:lnTo>
                  <a:lnTo>
                    <a:pt x="4761010" y="1772127"/>
                  </a:lnTo>
                  <a:lnTo>
                    <a:pt x="4761197" y="1777555"/>
                  </a:lnTo>
                  <a:lnTo>
                    <a:pt x="4761384" y="1782546"/>
                  </a:lnTo>
                  <a:lnTo>
                    <a:pt x="4761571" y="1787509"/>
                  </a:lnTo>
                  <a:lnTo>
                    <a:pt x="4761757" y="1791694"/>
                  </a:lnTo>
                  <a:lnTo>
                    <a:pt x="4761944" y="1795092"/>
                  </a:lnTo>
                  <a:lnTo>
                    <a:pt x="4762131" y="1797781"/>
                  </a:lnTo>
                  <a:lnTo>
                    <a:pt x="4762318" y="1799401"/>
                  </a:lnTo>
                  <a:lnTo>
                    <a:pt x="4762505" y="1800404"/>
                  </a:lnTo>
                  <a:lnTo>
                    <a:pt x="4762692" y="1800770"/>
                  </a:lnTo>
                  <a:lnTo>
                    <a:pt x="4762879" y="1800931"/>
                  </a:lnTo>
                  <a:lnTo>
                    <a:pt x="4763066" y="1800464"/>
                  </a:lnTo>
                  <a:lnTo>
                    <a:pt x="4763253" y="1798878"/>
                  </a:lnTo>
                  <a:lnTo>
                    <a:pt x="4763440" y="1797006"/>
                  </a:lnTo>
                  <a:lnTo>
                    <a:pt x="4763627" y="1794248"/>
                  </a:lnTo>
                  <a:lnTo>
                    <a:pt x="4763814" y="1790984"/>
                  </a:lnTo>
                  <a:lnTo>
                    <a:pt x="4764001" y="1787456"/>
                  </a:lnTo>
                  <a:lnTo>
                    <a:pt x="4764187" y="1783137"/>
                  </a:lnTo>
                  <a:lnTo>
                    <a:pt x="4764374" y="1778684"/>
                  </a:lnTo>
                  <a:lnTo>
                    <a:pt x="4764561" y="1774589"/>
                  </a:lnTo>
                  <a:lnTo>
                    <a:pt x="4764748" y="1770564"/>
                  </a:lnTo>
                  <a:lnTo>
                    <a:pt x="4764935" y="1766671"/>
                  </a:lnTo>
                  <a:lnTo>
                    <a:pt x="4765122" y="1762524"/>
                  </a:lnTo>
                  <a:lnTo>
                    <a:pt x="4765309" y="1757868"/>
                  </a:lnTo>
                  <a:lnTo>
                    <a:pt x="4765496" y="1753378"/>
                  </a:lnTo>
                  <a:lnTo>
                    <a:pt x="4765683" y="1748634"/>
                  </a:lnTo>
                  <a:lnTo>
                    <a:pt x="4765870" y="1743076"/>
                  </a:lnTo>
                  <a:lnTo>
                    <a:pt x="4766057" y="1738028"/>
                  </a:lnTo>
                  <a:lnTo>
                    <a:pt x="4766244" y="1733253"/>
                  </a:lnTo>
                  <a:lnTo>
                    <a:pt x="4766431" y="1728202"/>
                  </a:lnTo>
                  <a:lnTo>
                    <a:pt x="4766617" y="1723789"/>
                  </a:lnTo>
                  <a:lnTo>
                    <a:pt x="4766804" y="1719591"/>
                  </a:lnTo>
                  <a:lnTo>
                    <a:pt x="4766991" y="1714735"/>
                  </a:lnTo>
                  <a:lnTo>
                    <a:pt x="4767178" y="1709862"/>
                  </a:lnTo>
                  <a:lnTo>
                    <a:pt x="4767365" y="1704699"/>
                  </a:lnTo>
                  <a:lnTo>
                    <a:pt x="4767552" y="1699985"/>
                  </a:lnTo>
                  <a:lnTo>
                    <a:pt x="4767739" y="1695721"/>
                  </a:lnTo>
                  <a:lnTo>
                    <a:pt x="4767926" y="1692578"/>
                  </a:lnTo>
                  <a:lnTo>
                    <a:pt x="4768113" y="1690390"/>
                  </a:lnTo>
                  <a:lnTo>
                    <a:pt x="4768300" y="1688734"/>
                  </a:lnTo>
                  <a:lnTo>
                    <a:pt x="4768487" y="1687548"/>
                  </a:lnTo>
                  <a:lnTo>
                    <a:pt x="4768674" y="1686757"/>
                  </a:lnTo>
                  <a:lnTo>
                    <a:pt x="4768860" y="1686023"/>
                  </a:lnTo>
                  <a:lnTo>
                    <a:pt x="4769047" y="1685471"/>
                  </a:lnTo>
                  <a:lnTo>
                    <a:pt x="4769234" y="1684377"/>
                  </a:lnTo>
                  <a:lnTo>
                    <a:pt x="4769421" y="1684087"/>
                  </a:lnTo>
                  <a:lnTo>
                    <a:pt x="4769608" y="1683725"/>
                  </a:lnTo>
                  <a:lnTo>
                    <a:pt x="4769795" y="1684059"/>
                  </a:lnTo>
                  <a:lnTo>
                    <a:pt x="4769982" y="1684281"/>
                  </a:lnTo>
                  <a:lnTo>
                    <a:pt x="4770169" y="1684417"/>
                  </a:lnTo>
                  <a:lnTo>
                    <a:pt x="4770356" y="1684317"/>
                  </a:lnTo>
                  <a:lnTo>
                    <a:pt x="4770543" y="1683859"/>
                  </a:lnTo>
                  <a:lnTo>
                    <a:pt x="4770730" y="1682957"/>
                  </a:lnTo>
                  <a:lnTo>
                    <a:pt x="4770917" y="1681453"/>
                  </a:lnTo>
                  <a:lnTo>
                    <a:pt x="4771104" y="1679708"/>
                  </a:lnTo>
                  <a:lnTo>
                    <a:pt x="4771290" y="1677289"/>
                  </a:lnTo>
                  <a:lnTo>
                    <a:pt x="4771477" y="1674596"/>
                  </a:lnTo>
                  <a:lnTo>
                    <a:pt x="4771664" y="1671887"/>
                  </a:lnTo>
                  <a:lnTo>
                    <a:pt x="4771851" y="1669099"/>
                  </a:lnTo>
                  <a:lnTo>
                    <a:pt x="4772038" y="1665943"/>
                  </a:lnTo>
                  <a:lnTo>
                    <a:pt x="4772225" y="1662480"/>
                  </a:lnTo>
                  <a:lnTo>
                    <a:pt x="4772412" y="1659763"/>
                  </a:lnTo>
                  <a:lnTo>
                    <a:pt x="4772599" y="1657683"/>
                  </a:lnTo>
                  <a:lnTo>
                    <a:pt x="4772786" y="1655943"/>
                  </a:lnTo>
                  <a:lnTo>
                    <a:pt x="4772973" y="1654487"/>
                  </a:lnTo>
                  <a:lnTo>
                    <a:pt x="4773160" y="1653407"/>
                  </a:lnTo>
                  <a:lnTo>
                    <a:pt x="4773347" y="1652437"/>
                  </a:lnTo>
                  <a:lnTo>
                    <a:pt x="4773534" y="1651390"/>
                  </a:lnTo>
                  <a:lnTo>
                    <a:pt x="4773720" y="1650114"/>
                  </a:lnTo>
                  <a:lnTo>
                    <a:pt x="4773907" y="1649096"/>
                  </a:lnTo>
                  <a:lnTo>
                    <a:pt x="4774094" y="1648453"/>
                  </a:lnTo>
                  <a:lnTo>
                    <a:pt x="4774281" y="1648351"/>
                  </a:lnTo>
                  <a:lnTo>
                    <a:pt x="4774468" y="1648347"/>
                  </a:lnTo>
                  <a:lnTo>
                    <a:pt x="4774655" y="1648550"/>
                  </a:lnTo>
                  <a:lnTo>
                    <a:pt x="4774842" y="1648692"/>
                  </a:lnTo>
                  <a:lnTo>
                    <a:pt x="4775029" y="1649472"/>
                  </a:lnTo>
                  <a:lnTo>
                    <a:pt x="4775216" y="1650320"/>
                  </a:lnTo>
                  <a:lnTo>
                    <a:pt x="4775403" y="1650432"/>
                  </a:lnTo>
                  <a:lnTo>
                    <a:pt x="4775590" y="1650157"/>
                  </a:lnTo>
                  <a:lnTo>
                    <a:pt x="4775777" y="1649053"/>
                  </a:lnTo>
                  <a:lnTo>
                    <a:pt x="4775963" y="1648254"/>
                  </a:lnTo>
                  <a:lnTo>
                    <a:pt x="4776150" y="1647794"/>
                  </a:lnTo>
                  <a:lnTo>
                    <a:pt x="4776337" y="1648759"/>
                  </a:lnTo>
                  <a:lnTo>
                    <a:pt x="4776524" y="1651261"/>
                  </a:lnTo>
                  <a:lnTo>
                    <a:pt x="4776711" y="1654931"/>
                  </a:lnTo>
                  <a:lnTo>
                    <a:pt x="4776898" y="1661073"/>
                  </a:lnTo>
                  <a:lnTo>
                    <a:pt x="4777085" y="1667691"/>
                  </a:lnTo>
                  <a:lnTo>
                    <a:pt x="4777272" y="1674091"/>
                  </a:lnTo>
                  <a:lnTo>
                    <a:pt x="4777459" y="1680449"/>
                  </a:lnTo>
                  <a:lnTo>
                    <a:pt x="4777646" y="1687817"/>
                  </a:lnTo>
                  <a:lnTo>
                    <a:pt x="4777833" y="1695360"/>
                  </a:lnTo>
                  <a:lnTo>
                    <a:pt x="4778020" y="1703175"/>
                  </a:lnTo>
                  <a:lnTo>
                    <a:pt x="4778207" y="1711271"/>
                  </a:lnTo>
                  <a:lnTo>
                    <a:pt x="4778393" y="1719791"/>
                  </a:lnTo>
                  <a:lnTo>
                    <a:pt x="4778580" y="1728582"/>
                  </a:lnTo>
                  <a:lnTo>
                    <a:pt x="4778767" y="1737198"/>
                  </a:lnTo>
                  <a:lnTo>
                    <a:pt x="4778954" y="1745981"/>
                  </a:lnTo>
                  <a:lnTo>
                    <a:pt x="4779141" y="1754169"/>
                  </a:lnTo>
                  <a:lnTo>
                    <a:pt x="4779328" y="1761647"/>
                  </a:lnTo>
                  <a:lnTo>
                    <a:pt x="4779515" y="1769309"/>
                  </a:lnTo>
                  <a:lnTo>
                    <a:pt x="4779702" y="1776755"/>
                  </a:lnTo>
                  <a:lnTo>
                    <a:pt x="4779889" y="1784695"/>
                  </a:lnTo>
                  <a:lnTo>
                    <a:pt x="4780076" y="1793997"/>
                  </a:lnTo>
                  <a:lnTo>
                    <a:pt x="4780263" y="1803694"/>
                  </a:lnTo>
                  <a:lnTo>
                    <a:pt x="4780450" y="1812984"/>
                  </a:lnTo>
                  <a:lnTo>
                    <a:pt x="4780636" y="1822140"/>
                  </a:lnTo>
                  <a:lnTo>
                    <a:pt x="4780823" y="1831241"/>
                  </a:lnTo>
                  <a:lnTo>
                    <a:pt x="4781010" y="1840917"/>
                  </a:lnTo>
                  <a:lnTo>
                    <a:pt x="4781197" y="1850889"/>
                  </a:lnTo>
                  <a:lnTo>
                    <a:pt x="4781384" y="1861227"/>
                  </a:lnTo>
                  <a:lnTo>
                    <a:pt x="4781571" y="1870094"/>
                  </a:lnTo>
                  <a:lnTo>
                    <a:pt x="4781758" y="1878427"/>
                  </a:lnTo>
                  <a:lnTo>
                    <a:pt x="4781945" y="1885391"/>
                  </a:lnTo>
                  <a:lnTo>
                    <a:pt x="4782132" y="1891320"/>
                  </a:lnTo>
                  <a:lnTo>
                    <a:pt x="4782319" y="1896706"/>
                  </a:lnTo>
                  <a:lnTo>
                    <a:pt x="4782506" y="1901783"/>
                  </a:lnTo>
                  <a:lnTo>
                    <a:pt x="4782693" y="1906102"/>
                  </a:lnTo>
                  <a:lnTo>
                    <a:pt x="4782880" y="1909426"/>
                  </a:lnTo>
                  <a:lnTo>
                    <a:pt x="4783066" y="1912708"/>
                  </a:lnTo>
                  <a:lnTo>
                    <a:pt x="4783253" y="1915790"/>
                  </a:lnTo>
                  <a:lnTo>
                    <a:pt x="4783440" y="1918583"/>
                  </a:lnTo>
                  <a:lnTo>
                    <a:pt x="4783627" y="1921259"/>
                  </a:lnTo>
                  <a:lnTo>
                    <a:pt x="4783814" y="1923315"/>
                  </a:lnTo>
                  <a:lnTo>
                    <a:pt x="4784001" y="1925634"/>
                  </a:lnTo>
                  <a:lnTo>
                    <a:pt x="4784188" y="1927908"/>
                  </a:lnTo>
                  <a:lnTo>
                    <a:pt x="4784375" y="1929978"/>
                  </a:lnTo>
                  <a:lnTo>
                    <a:pt x="4784562" y="1932243"/>
                  </a:lnTo>
                  <a:lnTo>
                    <a:pt x="4784749" y="1934759"/>
                  </a:lnTo>
                  <a:lnTo>
                    <a:pt x="4784936" y="1937193"/>
                  </a:lnTo>
                  <a:lnTo>
                    <a:pt x="4785123" y="1939479"/>
                  </a:lnTo>
                  <a:lnTo>
                    <a:pt x="4785310" y="1941942"/>
                  </a:lnTo>
                  <a:lnTo>
                    <a:pt x="4785496" y="1942957"/>
                  </a:lnTo>
                  <a:lnTo>
                    <a:pt x="4785683" y="1943680"/>
                  </a:lnTo>
                  <a:lnTo>
                    <a:pt x="4785870" y="1943952"/>
                  </a:lnTo>
                  <a:lnTo>
                    <a:pt x="4786057" y="1944141"/>
                  </a:lnTo>
                  <a:lnTo>
                    <a:pt x="4786244" y="1944132"/>
                  </a:lnTo>
                  <a:lnTo>
                    <a:pt x="4786431" y="1944481"/>
                  </a:lnTo>
                  <a:lnTo>
                    <a:pt x="4786618" y="1945244"/>
                  </a:lnTo>
                  <a:lnTo>
                    <a:pt x="4786805" y="1946540"/>
                  </a:lnTo>
                  <a:lnTo>
                    <a:pt x="4786992" y="1948826"/>
                  </a:lnTo>
                  <a:lnTo>
                    <a:pt x="4787179" y="1951720"/>
                  </a:lnTo>
                  <a:lnTo>
                    <a:pt x="4787366" y="1954716"/>
                  </a:lnTo>
                  <a:lnTo>
                    <a:pt x="4787553" y="1957964"/>
                  </a:lnTo>
                  <a:lnTo>
                    <a:pt x="4787739" y="1960999"/>
                  </a:lnTo>
                  <a:lnTo>
                    <a:pt x="4787926" y="1963082"/>
                  </a:lnTo>
                  <a:lnTo>
                    <a:pt x="4788113" y="1964411"/>
                  </a:lnTo>
                  <a:lnTo>
                    <a:pt x="4788300" y="1965706"/>
                  </a:lnTo>
                  <a:lnTo>
                    <a:pt x="4788487" y="1967290"/>
                  </a:lnTo>
                  <a:lnTo>
                    <a:pt x="4788674" y="1969057"/>
                  </a:lnTo>
                  <a:lnTo>
                    <a:pt x="4788861" y="1971551"/>
                  </a:lnTo>
                  <a:lnTo>
                    <a:pt x="4789048" y="1973720"/>
                  </a:lnTo>
                  <a:lnTo>
                    <a:pt x="4789235" y="1975410"/>
                  </a:lnTo>
                  <a:lnTo>
                    <a:pt x="4789422" y="1976664"/>
                  </a:lnTo>
                  <a:lnTo>
                    <a:pt x="4789609" y="1977716"/>
                  </a:lnTo>
                  <a:lnTo>
                    <a:pt x="4789796" y="1978199"/>
                  </a:lnTo>
                  <a:lnTo>
                    <a:pt x="4789983" y="1978785"/>
                  </a:lnTo>
                  <a:lnTo>
                    <a:pt x="4790169" y="1979419"/>
                  </a:lnTo>
                  <a:lnTo>
                    <a:pt x="4790356" y="1980028"/>
                  </a:lnTo>
                  <a:lnTo>
                    <a:pt x="4790543" y="1980807"/>
                  </a:lnTo>
                  <a:lnTo>
                    <a:pt x="4790730" y="1981536"/>
                  </a:lnTo>
                  <a:lnTo>
                    <a:pt x="4790917" y="1981532"/>
                  </a:lnTo>
                  <a:lnTo>
                    <a:pt x="4791104" y="1981131"/>
                  </a:lnTo>
                  <a:lnTo>
                    <a:pt x="4791291" y="1980507"/>
                  </a:lnTo>
                  <a:lnTo>
                    <a:pt x="4791478" y="1979657"/>
                  </a:lnTo>
                  <a:lnTo>
                    <a:pt x="4791665" y="1978639"/>
                  </a:lnTo>
                  <a:lnTo>
                    <a:pt x="4791852" y="1978646"/>
                  </a:lnTo>
                  <a:lnTo>
                    <a:pt x="4792039" y="1978966"/>
                  </a:lnTo>
                  <a:lnTo>
                    <a:pt x="4792226" y="1979235"/>
                  </a:lnTo>
                  <a:lnTo>
                    <a:pt x="4792413" y="1979441"/>
                  </a:lnTo>
                  <a:lnTo>
                    <a:pt x="4792599" y="1980169"/>
                  </a:lnTo>
                  <a:lnTo>
                    <a:pt x="4792786" y="1980711"/>
                  </a:lnTo>
                  <a:lnTo>
                    <a:pt x="4792973" y="1981818"/>
                  </a:lnTo>
                  <a:lnTo>
                    <a:pt x="4793160" y="1984553"/>
                  </a:lnTo>
                  <a:lnTo>
                    <a:pt x="4793347" y="1988299"/>
                  </a:lnTo>
                  <a:lnTo>
                    <a:pt x="4793534" y="1992971"/>
                  </a:lnTo>
                  <a:lnTo>
                    <a:pt x="4793721" y="1998749"/>
                  </a:lnTo>
                  <a:lnTo>
                    <a:pt x="4793908" y="2005837"/>
                  </a:lnTo>
                  <a:lnTo>
                    <a:pt x="4794095" y="2014777"/>
                  </a:lnTo>
                  <a:lnTo>
                    <a:pt x="4794282" y="2023837"/>
                  </a:lnTo>
                  <a:lnTo>
                    <a:pt x="4794469" y="2032565"/>
                  </a:lnTo>
                  <a:lnTo>
                    <a:pt x="4794656" y="2040503"/>
                  </a:lnTo>
                  <a:lnTo>
                    <a:pt x="4794842" y="2047813"/>
                  </a:lnTo>
                  <a:lnTo>
                    <a:pt x="4795029" y="2055052"/>
                  </a:lnTo>
                  <a:lnTo>
                    <a:pt x="4795216" y="2062468"/>
                  </a:lnTo>
                  <a:lnTo>
                    <a:pt x="4795403" y="2069657"/>
                  </a:lnTo>
                  <a:lnTo>
                    <a:pt x="4795590" y="2075759"/>
                  </a:lnTo>
                  <a:lnTo>
                    <a:pt x="4795777" y="2081490"/>
                  </a:lnTo>
                  <a:lnTo>
                    <a:pt x="4795964" y="2087630"/>
                  </a:lnTo>
                  <a:lnTo>
                    <a:pt x="4796151" y="2092616"/>
                  </a:lnTo>
                  <a:lnTo>
                    <a:pt x="4796338" y="2097119"/>
                  </a:lnTo>
                  <a:lnTo>
                    <a:pt x="4796525" y="2100584"/>
                  </a:lnTo>
                  <a:lnTo>
                    <a:pt x="4796712" y="2101741"/>
                  </a:lnTo>
                  <a:lnTo>
                    <a:pt x="4796899" y="2100791"/>
                  </a:lnTo>
                  <a:lnTo>
                    <a:pt x="4797086" y="2099017"/>
                  </a:lnTo>
                  <a:lnTo>
                    <a:pt x="4797272" y="2097175"/>
                  </a:lnTo>
                  <a:lnTo>
                    <a:pt x="4797459" y="2095729"/>
                  </a:lnTo>
                  <a:lnTo>
                    <a:pt x="4797646" y="2094461"/>
                  </a:lnTo>
                  <a:lnTo>
                    <a:pt x="4797833" y="2093215"/>
                  </a:lnTo>
                  <a:lnTo>
                    <a:pt x="4798020" y="2091721"/>
                  </a:lnTo>
                  <a:lnTo>
                    <a:pt x="4798207" y="2090251"/>
                  </a:lnTo>
                  <a:lnTo>
                    <a:pt x="4798394" y="2088992"/>
                  </a:lnTo>
                  <a:lnTo>
                    <a:pt x="4798581" y="2088207"/>
                  </a:lnTo>
                  <a:lnTo>
                    <a:pt x="4798768" y="2087792"/>
                  </a:lnTo>
                  <a:lnTo>
                    <a:pt x="4798955" y="2087762"/>
                  </a:lnTo>
                  <a:lnTo>
                    <a:pt x="4799142" y="2088078"/>
                  </a:lnTo>
                  <a:lnTo>
                    <a:pt x="4799329" y="2088625"/>
                  </a:lnTo>
                  <a:lnTo>
                    <a:pt x="4799515" y="2089530"/>
                  </a:lnTo>
                  <a:lnTo>
                    <a:pt x="4799702" y="2090578"/>
                  </a:lnTo>
                  <a:lnTo>
                    <a:pt x="4799889" y="2091190"/>
                  </a:lnTo>
                  <a:lnTo>
                    <a:pt x="4800076" y="2091508"/>
                  </a:lnTo>
                  <a:lnTo>
                    <a:pt x="4800263" y="2091987"/>
                  </a:lnTo>
                  <a:lnTo>
                    <a:pt x="4800450" y="2092360"/>
                  </a:lnTo>
                  <a:lnTo>
                    <a:pt x="4800637" y="2093187"/>
                  </a:lnTo>
                  <a:lnTo>
                    <a:pt x="4800824" y="2094133"/>
                  </a:lnTo>
                  <a:lnTo>
                    <a:pt x="4801011" y="2095601"/>
                  </a:lnTo>
                  <a:lnTo>
                    <a:pt x="4801198" y="2097540"/>
                  </a:lnTo>
                  <a:lnTo>
                    <a:pt x="4801385" y="2099539"/>
                  </a:lnTo>
                  <a:lnTo>
                    <a:pt x="4801572" y="2102252"/>
                  </a:lnTo>
                  <a:lnTo>
                    <a:pt x="4801759" y="2104724"/>
                  </a:lnTo>
                  <a:lnTo>
                    <a:pt x="4801945" y="2106586"/>
                  </a:lnTo>
                  <a:lnTo>
                    <a:pt x="4802132" y="2108766"/>
                  </a:lnTo>
                  <a:lnTo>
                    <a:pt x="4802319" y="2110863"/>
                  </a:lnTo>
                  <a:lnTo>
                    <a:pt x="4802506" y="2113365"/>
                  </a:lnTo>
                  <a:lnTo>
                    <a:pt x="4802693" y="2116417"/>
                  </a:lnTo>
                  <a:lnTo>
                    <a:pt x="4802880" y="2119402"/>
                  </a:lnTo>
                  <a:lnTo>
                    <a:pt x="4803067" y="2122307"/>
                  </a:lnTo>
                  <a:lnTo>
                    <a:pt x="4803254" y="2125720"/>
                  </a:lnTo>
                  <a:lnTo>
                    <a:pt x="4803441" y="2128843"/>
                  </a:lnTo>
                  <a:lnTo>
                    <a:pt x="4803628" y="2131752"/>
                  </a:lnTo>
                  <a:lnTo>
                    <a:pt x="4803815" y="2135436"/>
                  </a:lnTo>
                  <a:lnTo>
                    <a:pt x="4804002" y="2138736"/>
                  </a:lnTo>
                  <a:lnTo>
                    <a:pt x="4804189" y="2142024"/>
                  </a:lnTo>
                  <a:lnTo>
                    <a:pt x="4804375" y="2146243"/>
                  </a:lnTo>
                  <a:lnTo>
                    <a:pt x="4804562" y="2150706"/>
                  </a:lnTo>
                  <a:lnTo>
                    <a:pt x="4804749" y="2155573"/>
                  </a:lnTo>
                  <a:lnTo>
                    <a:pt x="4804936" y="2160444"/>
                  </a:lnTo>
                  <a:lnTo>
                    <a:pt x="4805123" y="2164983"/>
                  </a:lnTo>
                  <a:lnTo>
                    <a:pt x="4805310" y="2169057"/>
                  </a:lnTo>
                  <a:lnTo>
                    <a:pt x="4805497" y="2171991"/>
                  </a:lnTo>
                  <a:lnTo>
                    <a:pt x="4805684" y="2174624"/>
                  </a:lnTo>
                  <a:lnTo>
                    <a:pt x="4805871" y="2177308"/>
                  </a:lnTo>
                  <a:lnTo>
                    <a:pt x="4806058" y="2180009"/>
                  </a:lnTo>
                  <a:lnTo>
                    <a:pt x="4806245" y="2183249"/>
                  </a:lnTo>
                  <a:lnTo>
                    <a:pt x="4806432" y="2186537"/>
                  </a:lnTo>
                  <a:lnTo>
                    <a:pt x="4806618" y="2190215"/>
                  </a:lnTo>
                  <a:lnTo>
                    <a:pt x="4806805" y="2193323"/>
                  </a:lnTo>
                  <a:lnTo>
                    <a:pt x="4806992" y="2196220"/>
                  </a:lnTo>
                  <a:lnTo>
                    <a:pt x="4807179" y="2198208"/>
                  </a:lnTo>
                  <a:lnTo>
                    <a:pt x="4807366" y="2200288"/>
                  </a:lnTo>
                  <a:lnTo>
                    <a:pt x="4807553" y="2202448"/>
                  </a:lnTo>
                  <a:lnTo>
                    <a:pt x="4807740" y="2204332"/>
                  </a:lnTo>
                  <a:lnTo>
                    <a:pt x="4807927" y="2206124"/>
                  </a:lnTo>
                  <a:lnTo>
                    <a:pt x="4808114" y="2208547"/>
                  </a:lnTo>
                  <a:lnTo>
                    <a:pt x="4808301" y="2211273"/>
                  </a:lnTo>
                  <a:lnTo>
                    <a:pt x="4808488" y="2213851"/>
                  </a:lnTo>
                  <a:lnTo>
                    <a:pt x="4808675" y="2216438"/>
                  </a:lnTo>
                  <a:lnTo>
                    <a:pt x="4808862" y="2219097"/>
                  </a:lnTo>
                  <a:lnTo>
                    <a:pt x="4809048" y="2221208"/>
                  </a:lnTo>
                  <a:lnTo>
                    <a:pt x="4809235" y="2223059"/>
                  </a:lnTo>
                  <a:lnTo>
                    <a:pt x="4809422" y="2224932"/>
                  </a:lnTo>
                  <a:lnTo>
                    <a:pt x="4809609" y="2226427"/>
                  </a:lnTo>
                  <a:lnTo>
                    <a:pt x="4809796" y="2227280"/>
                  </a:lnTo>
                  <a:lnTo>
                    <a:pt x="4809983" y="2227078"/>
                  </a:lnTo>
                  <a:lnTo>
                    <a:pt x="4810170" y="2226485"/>
                  </a:lnTo>
                  <a:lnTo>
                    <a:pt x="4810357" y="2225230"/>
                  </a:lnTo>
                  <a:lnTo>
                    <a:pt x="4810544" y="2223482"/>
                  </a:lnTo>
                  <a:lnTo>
                    <a:pt x="4810731" y="2222329"/>
                  </a:lnTo>
                  <a:lnTo>
                    <a:pt x="4810918" y="2220887"/>
                  </a:lnTo>
                  <a:lnTo>
                    <a:pt x="4811105" y="2219375"/>
                  </a:lnTo>
                  <a:lnTo>
                    <a:pt x="4811292" y="2217965"/>
                  </a:lnTo>
                  <a:lnTo>
                    <a:pt x="4811478" y="2216663"/>
                  </a:lnTo>
                  <a:lnTo>
                    <a:pt x="4811665" y="2215450"/>
                  </a:lnTo>
                  <a:lnTo>
                    <a:pt x="4811852" y="2214632"/>
                  </a:lnTo>
                  <a:lnTo>
                    <a:pt x="4812039" y="2213454"/>
                  </a:lnTo>
                  <a:lnTo>
                    <a:pt x="4812226" y="2211523"/>
                  </a:lnTo>
                  <a:lnTo>
                    <a:pt x="4812413" y="2209075"/>
                  </a:lnTo>
                  <a:lnTo>
                    <a:pt x="4812600" y="2206795"/>
                  </a:lnTo>
                  <a:lnTo>
                    <a:pt x="4812787" y="2205412"/>
                  </a:lnTo>
                  <a:lnTo>
                    <a:pt x="4812974" y="2203979"/>
                  </a:lnTo>
                  <a:lnTo>
                    <a:pt x="4813161" y="2203745"/>
                  </a:lnTo>
                  <a:lnTo>
                    <a:pt x="4813348" y="2204089"/>
                  </a:lnTo>
                  <a:lnTo>
                    <a:pt x="4813535" y="2204516"/>
                  </a:lnTo>
                  <a:lnTo>
                    <a:pt x="4813721" y="2204557"/>
                  </a:lnTo>
                  <a:lnTo>
                    <a:pt x="4813908" y="2203640"/>
                  </a:lnTo>
                  <a:lnTo>
                    <a:pt x="4814095" y="2202024"/>
                  </a:lnTo>
                  <a:lnTo>
                    <a:pt x="4814282" y="2200289"/>
                  </a:lnTo>
                  <a:lnTo>
                    <a:pt x="4814469" y="2198596"/>
                  </a:lnTo>
                  <a:lnTo>
                    <a:pt x="4814656" y="2196462"/>
                  </a:lnTo>
                  <a:lnTo>
                    <a:pt x="4814843" y="2194108"/>
                  </a:lnTo>
                  <a:lnTo>
                    <a:pt x="4815030" y="2191848"/>
                  </a:lnTo>
                  <a:lnTo>
                    <a:pt x="4815217" y="2189384"/>
                  </a:lnTo>
                  <a:lnTo>
                    <a:pt x="4815404" y="2186006"/>
                  </a:lnTo>
                  <a:lnTo>
                    <a:pt x="4815591" y="2182179"/>
                  </a:lnTo>
                  <a:lnTo>
                    <a:pt x="4815778" y="2178257"/>
                  </a:lnTo>
                  <a:lnTo>
                    <a:pt x="4815965" y="2173764"/>
                  </a:lnTo>
                  <a:lnTo>
                    <a:pt x="4816151" y="2168922"/>
                  </a:lnTo>
                  <a:lnTo>
                    <a:pt x="4816338" y="2163897"/>
                  </a:lnTo>
                  <a:lnTo>
                    <a:pt x="4816525" y="2158449"/>
                  </a:lnTo>
                  <a:lnTo>
                    <a:pt x="4816712" y="2152963"/>
                  </a:lnTo>
                  <a:lnTo>
                    <a:pt x="4816899" y="2145802"/>
                  </a:lnTo>
                  <a:lnTo>
                    <a:pt x="4817086" y="2139068"/>
                  </a:lnTo>
                  <a:lnTo>
                    <a:pt x="4817273" y="2131937"/>
                  </a:lnTo>
                  <a:lnTo>
                    <a:pt x="4817460" y="2123893"/>
                  </a:lnTo>
                  <a:lnTo>
                    <a:pt x="4817647" y="2116386"/>
                  </a:lnTo>
                  <a:lnTo>
                    <a:pt x="4817834" y="2110245"/>
                  </a:lnTo>
                  <a:lnTo>
                    <a:pt x="4818021" y="2104023"/>
                  </a:lnTo>
                  <a:lnTo>
                    <a:pt x="4818208" y="2097008"/>
                  </a:lnTo>
                  <a:lnTo>
                    <a:pt x="4818394" y="2090121"/>
                  </a:lnTo>
                  <a:lnTo>
                    <a:pt x="4818581" y="2082912"/>
                  </a:lnTo>
                  <a:lnTo>
                    <a:pt x="4818768" y="2074925"/>
                  </a:lnTo>
                  <a:lnTo>
                    <a:pt x="4818955" y="2066604"/>
                  </a:lnTo>
                  <a:lnTo>
                    <a:pt x="4819142" y="2057859"/>
                  </a:lnTo>
                  <a:lnTo>
                    <a:pt x="4819329" y="2049880"/>
                  </a:lnTo>
                  <a:lnTo>
                    <a:pt x="4819516" y="2042466"/>
                  </a:lnTo>
                  <a:lnTo>
                    <a:pt x="4819703" y="2035584"/>
                  </a:lnTo>
                  <a:lnTo>
                    <a:pt x="4819890" y="2028913"/>
                  </a:lnTo>
                  <a:lnTo>
                    <a:pt x="4820077" y="2022627"/>
                  </a:lnTo>
                  <a:lnTo>
                    <a:pt x="4820264" y="2016829"/>
                  </a:lnTo>
                  <a:lnTo>
                    <a:pt x="4820451" y="2010418"/>
                  </a:lnTo>
                  <a:lnTo>
                    <a:pt x="4820638" y="2004108"/>
                  </a:lnTo>
                  <a:lnTo>
                    <a:pt x="4820824" y="1998324"/>
                  </a:lnTo>
                  <a:lnTo>
                    <a:pt x="4821011" y="1991934"/>
                  </a:lnTo>
                  <a:lnTo>
                    <a:pt x="4821198" y="1985416"/>
                  </a:lnTo>
                  <a:lnTo>
                    <a:pt x="4821385" y="1978760"/>
                  </a:lnTo>
                  <a:lnTo>
                    <a:pt x="4821572" y="1972326"/>
                  </a:lnTo>
                  <a:lnTo>
                    <a:pt x="4821759" y="1965348"/>
                  </a:lnTo>
                  <a:lnTo>
                    <a:pt x="4821946" y="1958292"/>
                  </a:lnTo>
                  <a:lnTo>
                    <a:pt x="4822133" y="1950746"/>
                  </a:lnTo>
                  <a:lnTo>
                    <a:pt x="4822320" y="1944187"/>
                  </a:lnTo>
                  <a:lnTo>
                    <a:pt x="4822507" y="1938923"/>
                  </a:lnTo>
                  <a:lnTo>
                    <a:pt x="4822694" y="1934528"/>
                  </a:lnTo>
                  <a:lnTo>
                    <a:pt x="4822881" y="1930541"/>
                  </a:lnTo>
                  <a:lnTo>
                    <a:pt x="4823068" y="1927225"/>
                  </a:lnTo>
                  <a:lnTo>
                    <a:pt x="4823254" y="1925034"/>
                  </a:lnTo>
                  <a:lnTo>
                    <a:pt x="4823441" y="1922673"/>
                  </a:lnTo>
                  <a:lnTo>
                    <a:pt x="4823628" y="1919847"/>
                  </a:lnTo>
                  <a:lnTo>
                    <a:pt x="4823815" y="1916593"/>
                  </a:lnTo>
                  <a:lnTo>
                    <a:pt x="4824002" y="1913109"/>
                  </a:lnTo>
                  <a:lnTo>
                    <a:pt x="4824189" y="1909751"/>
                  </a:lnTo>
                  <a:lnTo>
                    <a:pt x="4824376" y="1906425"/>
                  </a:lnTo>
                  <a:lnTo>
                    <a:pt x="4824563" y="1902977"/>
                  </a:lnTo>
                  <a:lnTo>
                    <a:pt x="4824750" y="1899468"/>
                  </a:lnTo>
                  <a:lnTo>
                    <a:pt x="4824937" y="1896004"/>
                  </a:lnTo>
                  <a:lnTo>
                    <a:pt x="4825124" y="1892724"/>
                  </a:lnTo>
                  <a:lnTo>
                    <a:pt x="4825311" y="1889933"/>
                  </a:lnTo>
                  <a:lnTo>
                    <a:pt x="4825497" y="1887824"/>
                  </a:lnTo>
                  <a:lnTo>
                    <a:pt x="4825684" y="1885754"/>
                  </a:lnTo>
                  <a:lnTo>
                    <a:pt x="4825871" y="1883295"/>
                  </a:lnTo>
                  <a:lnTo>
                    <a:pt x="4826058" y="1880792"/>
                  </a:lnTo>
                  <a:lnTo>
                    <a:pt x="4826245" y="1878345"/>
                  </a:lnTo>
                  <a:lnTo>
                    <a:pt x="4826432" y="1875822"/>
                  </a:lnTo>
                  <a:lnTo>
                    <a:pt x="4826619" y="1873252"/>
                  </a:lnTo>
                  <a:lnTo>
                    <a:pt x="4826806" y="1871331"/>
                  </a:lnTo>
                  <a:lnTo>
                    <a:pt x="4826993" y="1869379"/>
                  </a:lnTo>
                  <a:lnTo>
                    <a:pt x="4827180" y="1867536"/>
                  </a:lnTo>
                  <a:lnTo>
                    <a:pt x="4827367" y="1865931"/>
                  </a:lnTo>
                  <a:lnTo>
                    <a:pt x="4827554" y="1864557"/>
                  </a:lnTo>
                  <a:lnTo>
                    <a:pt x="4827741" y="1862882"/>
                  </a:lnTo>
                  <a:lnTo>
                    <a:pt x="4827927" y="1861356"/>
                  </a:lnTo>
                  <a:lnTo>
                    <a:pt x="4828114" y="1859379"/>
                  </a:lnTo>
                  <a:lnTo>
                    <a:pt x="4828301" y="1857275"/>
                  </a:lnTo>
                  <a:lnTo>
                    <a:pt x="4828488" y="1854990"/>
                  </a:lnTo>
                  <a:lnTo>
                    <a:pt x="4828675" y="1852981"/>
                  </a:lnTo>
                  <a:lnTo>
                    <a:pt x="4828862" y="1851348"/>
                  </a:lnTo>
                  <a:lnTo>
                    <a:pt x="4829049" y="1850320"/>
                  </a:lnTo>
                  <a:lnTo>
                    <a:pt x="4829236" y="1848694"/>
                  </a:lnTo>
                  <a:lnTo>
                    <a:pt x="4829423" y="1847718"/>
                  </a:lnTo>
                  <a:lnTo>
                    <a:pt x="4829610" y="1846873"/>
                  </a:lnTo>
                  <a:lnTo>
                    <a:pt x="4829797" y="1845716"/>
                  </a:lnTo>
                  <a:lnTo>
                    <a:pt x="4829984" y="1843337"/>
                  </a:lnTo>
                  <a:lnTo>
                    <a:pt x="4830170" y="1839853"/>
                  </a:lnTo>
                  <a:lnTo>
                    <a:pt x="4830357" y="1836004"/>
                  </a:lnTo>
                  <a:lnTo>
                    <a:pt x="4830544" y="1831054"/>
                  </a:lnTo>
                  <a:lnTo>
                    <a:pt x="4830731" y="1825837"/>
                  </a:lnTo>
                  <a:lnTo>
                    <a:pt x="4830918" y="1820661"/>
                  </a:lnTo>
                  <a:lnTo>
                    <a:pt x="4831105" y="1815415"/>
                  </a:lnTo>
                  <a:lnTo>
                    <a:pt x="4831292" y="1810736"/>
                  </a:lnTo>
                  <a:lnTo>
                    <a:pt x="4831479" y="1806314"/>
                  </a:lnTo>
                  <a:lnTo>
                    <a:pt x="4831666" y="1802081"/>
                  </a:lnTo>
                  <a:lnTo>
                    <a:pt x="4831853" y="1797673"/>
                  </a:lnTo>
                  <a:lnTo>
                    <a:pt x="4832040" y="1793641"/>
                  </a:lnTo>
                  <a:lnTo>
                    <a:pt x="4832227" y="1789983"/>
                  </a:lnTo>
                  <a:lnTo>
                    <a:pt x="4832414" y="1786156"/>
                  </a:lnTo>
                  <a:lnTo>
                    <a:pt x="4832600" y="1782661"/>
                  </a:lnTo>
                  <a:lnTo>
                    <a:pt x="4832787" y="1779610"/>
                  </a:lnTo>
                  <a:lnTo>
                    <a:pt x="4832974" y="1776497"/>
                  </a:lnTo>
                  <a:lnTo>
                    <a:pt x="4833161" y="1773087"/>
                  </a:lnTo>
                  <a:lnTo>
                    <a:pt x="4833348" y="1769331"/>
                  </a:lnTo>
                  <a:lnTo>
                    <a:pt x="4833535" y="1765281"/>
                  </a:lnTo>
                  <a:lnTo>
                    <a:pt x="4833722" y="1761095"/>
                  </a:lnTo>
                  <a:lnTo>
                    <a:pt x="4833909" y="1757243"/>
                  </a:lnTo>
                  <a:lnTo>
                    <a:pt x="4834096" y="1753060"/>
                  </a:lnTo>
                  <a:lnTo>
                    <a:pt x="4834283" y="1748882"/>
                  </a:lnTo>
                  <a:lnTo>
                    <a:pt x="4834470" y="1744041"/>
                  </a:lnTo>
                  <a:lnTo>
                    <a:pt x="4834657" y="1738768"/>
                  </a:lnTo>
                  <a:lnTo>
                    <a:pt x="4834844" y="1732535"/>
                  </a:lnTo>
                  <a:lnTo>
                    <a:pt x="4835030" y="1726953"/>
                  </a:lnTo>
                  <a:lnTo>
                    <a:pt x="4835217" y="1721056"/>
                  </a:lnTo>
                  <a:lnTo>
                    <a:pt x="4835404" y="1714464"/>
                  </a:lnTo>
                  <a:lnTo>
                    <a:pt x="4835591" y="1707105"/>
                  </a:lnTo>
                  <a:lnTo>
                    <a:pt x="4835778" y="1699553"/>
                  </a:lnTo>
                  <a:lnTo>
                    <a:pt x="4835965" y="1692602"/>
                  </a:lnTo>
                  <a:lnTo>
                    <a:pt x="4836152" y="1685941"/>
                  </a:lnTo>
                  <a:lnTo>
                    <a:pt x="4836339" y="1678808"/>
                  </a:lnTo>
                  <a:lnTo>
                    <a:pt x="4836526" y="1671579"/>
                  </a:lnTo>
                  <a:lnTo>
                    <a:pt x="4836713" y="1664345"/>
                  </a:lnTo>
                  <a:lnTo>
                    <a:pt x="4836900" y="1656615"/>
                  </a:lnTo>
                  <a:lnTo>
                    <a:pt x="4837087" y="1648327"/>
                  </a:lnTo>
                  <a:lnTo>
                    <a:pt x="4837273" y="1640042"/>
                  </a:lnTo>
                  <a:lnTo>
                    <a:pt x="4837460" y="1632127"/>
                  </a:lnTo>
                  <a:lnTo>
                    <a:pt x="4837647" y="1623820"/>
                  </a:lnTo>
                  <a:lnTo>
                    <a:pt x="4837834" y="1615108"/>
                  </a:lnTo>
                  <a:lnTo>
                    <a:pt x="4838021" y="1606824"/>
                  </a:lnTo>
                  <a:lnTo>
                    <a:pt x="4838208" y="1599335"/>
                  </a:lnTo>
                  <a:lnTo>
                    <a:pt x="4838395" y="1592217"/>
                  </a:lnTo>
                  <a:lnTo>
                    <a:pt x="4838582" y="1585091"/>
                  </a:lnTo>
                  <a:lnTo>
                    <a:pt x="4838769" y="1577517"/>
                  </a:lnTo>
                  <a:lnTo>
                    <a:pt x="4838956" y="1571442"/>
                  </a:lnTo>
                  <a:lnTo>
                    <a:pt x="4839143" y="1565636"/>
                  </a:lnTo>
                  <a:lnTo>
                    <a:pt x="4839330" y="1560200"/>
                  </a:lnTo>
                  <a:lnTo>
                    <a:pt x="4839517" y="1554639"/>
                  </a:lnTo>
                  <a:lnTo>
                    <a:pt x="4839703" y="1549766"/>
                  </a:lnTo>
                  <a:lnTo>
                    <a:pt x="4839890" y="1545451"/>
                  </a:lnTo>
                  <a:lnTo>
                    <a:pt x="4840077" y="1541585"/>
                  </a:lnTo>
                  <a:lnTo>
                    <a:pt x="4840264" y="1537970"/>
                  </a:lnTo>
                  <a:lnTo>
                    <a:pt x="4840451" y="1534961"/>
                  </a:lnTo>
                  <a:lnTo>
                    <a:pt x="4840638" y="1532402"/>
                  </a:lnTo>
                  <a:lnTo>
                    <a:pt x="4840825" y="1529847"/>
                  </a:lnTo>
                  <a:lnTo>
                    <a:pt x="4841012" y="1527266"/>
                  </a:lnTo>
                  <a:lnTo>
                    <a:pt x="4841199" y="1524607"/>
                  </a:lnTo>
                  <a:lnTo>
                    <a:pt x="4841386" y="1521947"/>
                  </a:lnTo>
                  <a:lnTo>
                    <a:pt x="4841573" y="1520242"/>
                  </a:lnTo>
                  <a:lnTo>
                    <a:pt x="4841760" y="1518214"/>
                  </a:lnTo>
                  <a:lnTo>
                    <a:pt x="4841947" y="1515249"/>
                  </a:lnTo>
                  <a:lnTo>
                    <a:pt x="4842133" y="1512456"/>
                  </a:lnTo>
                  <a:lnTo>
                    <a:pt x="4842320" y="1509687"/>
                  </a:lnTo>
                  <a:lnTo>
                    <a:pt x="4842507" y="1507082"/>
                  </a:lnTo>
                  <a:lnTo>
                    <a:pt x="4842694" y="1504665"/>
                  </a:lnTo>
                  <a:lnTo>
                    <a:pt x="4842881" y="1502927"/>
                  </a:lnTo>
                  <a:lnTo>
                    <a:pt x="4843068" y="1501989"/>
                  </a:lnTo>
                  <a:lnTo>
                    <a:pt x="4843255" y="1501348"/>
                  </a:lnTo>
                  <a:lnTo>
                    <a:pt x="4843442" y="1500935"/>
                  </a:lnTo>
                  <a:lnTo>
                    <a:pt x="4843629" y="1500480"/>
                  </a:lnTo>
                  <a:lnTo>
                    <a:pt x="4843816" y="1499768"/>
                  </a:lnTo>
                  <a:lnTo>
                    <a:pt x="4844003" y="1499526"/>
                  </a:lnTo>
                  <a:lnTo>
                    <a:pt x="4844190" y="1499255"/>
                  </a:lnTo>
                  <a:lnTo>
                    <a:pt x="4844376" y="1498745"/>
                  </a:lnTo>
                  <a:lnTo>
                    <a:pt x="4844563" y="1498428"/>
                  </a:lnTo>
                  <a:lnTo>
                    <a:pt x="4844750" y="1498508"/>
                  </a:lnTo>
                  <a:lnTo>
                    <a:pt x="4844937" y="1498508"/>
                  </a:lnTo>
                  <a:lnTo>
                    <a:pt x="4845124" y="1498983"/>
                  </a:lnTo>
                  <a:lnTo>
                    <a:pt x="4845311" y="1499739"/>
                  </a:lnTo>
                  <a:lnTo>
                    <a:pt x="4845498" y="1500108"/>
                  </a:lnTo>
                  <a:lnTo>
                    <a:pt x="4845685" y="1499950"/>
                  </a:lnTo>
                  <a:lnTo>
                    <a:pt x="4845872" y="1499405"/>
                  </a:lnTo>
                  <a:lnTo>
                    <a:pt x="4846059" y="1498930"/>
                  </a:lnTo>
                  <a:lnTo>
                    <a:pt x="4846246" y="1498824"/>
                  </a:lnTo>
                  <a:lnTo>
                    <a:pt x="4846433" y="1498859"/>
                  </a:lnTo>
                  <a:lnTo>
                    <a:pt x="4846620" y="1499220"/>
                  </a:lnTo>
                  <a:lnTo>
                    <a:pt x="4846806" y="1499502"/>
                  </a:lnTo>
                  <a:lnTo>
                    <a:pt x="4846993" y="1499924"/>
                  </a:lnTo>
                  <a:lnTo>
                    <a:pt x="4847180" y="1500707"/>
                  </a:lnTo>
                  <a:lnTo>
                    <a:pt x="4847367" y="1502175"/>
                  </a:lnTo>
                  <a:lnTo>
                    <a:pt x="4847554" y="1503750"/>
                  </a:lnTo>
                  <a:lnTo>
                    <a:pt x="4847741" y="1506002"/>
                  </a:lnTo>
                  <a:lnTo>
                    <a:pt x="4847928" y="1507884"/>
                  </a:lnTo>
                  <a:lnTo>
                    <a:pt x="4848115" y="1508810"/>
                  </a:lnTo>
                  <a:lnTo>
                    <a:pt x="4848302" y="1509987"/>
                  </a:lnTo>
                  <a:lnTo>
                    <a:pt x="4848489" y="1511321"/>
                  </a:lnTo>
                  <a:lnTo>
                    <a:pt x="4848676" y="1512645"/>
                  </a:lnTo>
                  <a:lnTo>
                    <a:pt x="4848863" y="1513120"/>
                  </a:lnTo>
                  <a:lnTo>
                    <a:pt x="4849049" y="1512969"/>
                  </a:lnTo>
                  <a:lnTo>
                    <a:pt x="4849236" y="1512754"/>
                  </a:lnTo>
                  <a:lnTo>
                    <a:pt x="4849423" y="1513055"/>
                  </a:lnTo>
                  <a:lnTo>
                    <a:pt x="4849610" y="1514231"/>
                  </a:lnTo>
                  <a:lnTo>
                    <a:pt x="4849797" y="1515607"/>
                  </a:lnTo>
                  <a:lnTo>
                    <a:pt x="4849984" y="1516151"/>
                  </a:lnTo>
                  <a:lnTo>
                    <a:pt x="4850171" y="1515858"/>
                  </a:lnTo>
                  <a:lnTo>
                    <a:pt x="4850358" y="1515846"/>
                  </a:lnTo>
                  <a:lnTo>
                    <a:pt x="4850545" y="1515628"/>
                  </a:lnTo>
                  <a:lnTo>
                    <a:pt x="4850732" y="1515888"/>
                  </a:lnTo>
                  <a:lnTo>
                    <a:pt x="4850919" y="1516276"/>
                  </a:lnTo>
                  <a:lnTo>
                    <a:pt x="4851106" y="1516831"/>
                  </a:lnTo>
                  <a:lnTo>
                    <a:pt x="4851293" y="1517427"/>
                  </a:lnTo>
                  <a:lnTo>
                    <a:pt x="4851479" y="1518269"/>
                  </a:lnTo>
                  <a:lnTo>
                    <a:pt x="4851666" y="1519923"/>
                  </a:lnTo>
                  <a:lnTo>
                    <a:pt x="4851853" y="1522052"/>
                  </a:lnTo>
                  <a:lnTo>
                    <a:pt x="4852040" y="1524612"/>
                  </a:lnTo>
                  <a:lnTo>
                    <a:pt x="4852227" y="1527653"/>
                  </a:lnTo>
                  <a:lnTo>
                    <a:pt x="4852414" y="1530276"/>
                  </a:lnTo>
                  <a:lnTo>
                    <a:pt x="4852601" y="1533211"/>
                  </a:lnTo>
                  <a:lnTo>
                    <a:pt x="4852788" y="1536919"/>
                  </a:lnTo>
                  <a:lnTo>
                    <a:pt x="4852975" y="1540910"/>
                  </a:lnTo>
                  <a:lnTo>
                    <a:pt x="4853162" y="1544984"/>
                  </a:lnTo>
                  <a:lnTo>
                    <a:pt x="4853349" y="1549270"/>
                  </a:lnTo>
                  <a:lnTo>
                    <a:pt x="4853536" y="1553413"/>
                  </a:lnTo>
                  <a:lnTo>
                    <a:pt x="4853723" y="1557597"/>
                  </a:lnTo>
                  <a:lnTo>
                    <a:pt x="4853909" y="1562210"/>
                  </a:lnTo>
                  <a:lnTo>
                    <a:pt x="4854096" y="1567344"/>
                  </a:lnTo>
                  <a:lnTo>
                    <a:pt x="4854283" y="1573686"/>
                  </a:lnTo>
                  <a:lnTo>
                    <a:pt x="4854470" y="1579157"/>
                  </a:lnTo>
                  <a:lnTo>
                    <a:pt x="4854657" y="1584584"/>
                  </a:lnTo>
                  <a:lnTo>
                    <a:pt x="4854844" y="1590618"/>
                  </a:lnTo>
                  <a:lnTo>
                    <a:pt x="4855031" y="1596036"/>
                  </a:lnTo>
                  <a:lnTo>
                    <a:pt x="4855218" y="1600144"/>
                  </a:lnTo>
                  <a:lnTo>
                    <a:pt x="4855405" y="1604449"/>
                  </a:lnTo>
                  <a:lnTo>
                    <a:pt x="4855592" y="1610138"/>
                  </a:lnTo>
                  <a:lnTo>
                    <a:pt x="4855779" y="1615810"/>
                  </a:lnTo>
                  <a:lnTo>
                    <a:pt x="4855966" y="1621491"/>
                  </a:lnTo>
                  <a:lnTo>
                    <a:pt x="4856152" y="1627522"/>
                  </a:lnTo>
                  <a:lnTo>
                    <a:pt x="4856339" y="1633556"/>
                  </a:lnTo>
                  <a:lnTo>
                    <a:pt x="4856526" y="1639221"/>
                  </a:lnTo>
                  <a:lnTo>
                    <a:pt x="4856713" y="1643519"/>
                  </a:lnTo>
                  <a:lnTo>
                    <a:pt x="4856900" y="1646706"/>
                  </a:lnTo>
                  <a:lnTo>
                    <a:pt x="4857087" y="1649584"/>
                  </a:lnTo>
                  <a:lnTo>
                    <a:pt x="4857274" y="1651425"/>
                  </a:lnTo>
                  <a:lnTo>
                    <a:pt x="4857461" y="1652703"/>
                  </a:lnTo>
                  <a:lnTo>
                    <a:pt x="4857648" y="1654466"/>
                  </a:lnTo>
                  <a:lnTo>
                    <a:pt x="4857835" y="1656236"/>
                  </a:lnTo>
                  <a:lnTo>
                    <a:pt x="4858022" y="1657408"/>
                  </a:lnTo>
                  <a:lnTo>
                    <a:pt x="4858209" y="1658489"/>
                  </a:lnTo>
                  <a:lnTo>
                    <a:pt x="4858396" y="1659863"/>
                  </a:lnTo>
                  <a:lnTo>
                    <a:pt x="4858582" y="1661354"/>
                  </a:lnTo>
                  <a:lnTo>
                    <a:pt x="4858769" y="1663086"/>
                  </a:lnTo>
                  <a:lnTo>
                    <a:pt x="4858956" y="1664890"/>
                  </a:lnTo>
                  <a:lnTo>
                    <a:pt x="4859143" y="1667176"/>
                  </a:lnTo>
                  <a:lnTo>
                    <a:pt x="4859330" y="1669240"/>
                  </a:lnTo>
                  <a:lnTo>
                    <a:pt x="4859517" y="1671552"/>
                  </a:lnTo>
                  <a:lnTo>
                    <a:pt x="4859704" y="1672799"/>
                  </a:lnTo>
                  <a:lnTo>
                    <a:pt x="4859891" y="1672844"/>
                  </a:lnTo>
                  <a:lnTo>
                    <a:pt x="4860078" y="1673182"/>
                  </a:lnTo>
                  <a:lnTo>
                    <a:pt x="4860265" y="1673994"/>
                  </a:lnTo>
                  <a:lnTo>
                    <a:pt x="4860452" y="1674333"/>
                  </a:lnTo>
                  <a:lnTo>
                    <a:pt x="4860639" y="1674088"/>
                  </a:lnTo>
                  <a:lnTo>
                    <a:pt x="4860826" y="1674108"/>
                  </a:lnTo>
                  <a:lnTo>
                    <a:pt x="4861012" y="1674207"/>
                  </a:lnTo>
                  <a:lnTo>
                    <a:pt x="4861199" y="1674328"/>
                  </a:lnTo>
                  <a:lnTo>
                    <a:pt x="4861386" y="1673937"/>
                  </a:lnTo>
                  <a:lnTo>
                    <a:pt x="4861573" y="1673125"/>
                  </a:lnTo>
                  <a:lnTo>
                    <a:pt x="4861760" y="1672505"/>
                  </a:lnTo>
                  <a:lnTo>
                    <a:pt x="4861947" y="1671369"/>
                  </a:lnTo>
                  <a:lnTo>
                    <a:pt x="4862134" y="1670612"/>
                  </a:lnTo>
                  <a:lnTo>
                    <a:pt x="4862321" y="1670958"/>
                  </a:lnTo>
                  <a:lnTo>
                    <a:pt x="4862508" y="1671997"/>
                  </a:lnTo>
                  <a:lnTo>
                    <a:pt x="4862695" y="1673133"/>
                  </a:lnTo>
                  <a:lnTo>
                    <a:pt x="4862882" y="1674567"/>
                  </a:lnTo>
                  <a:lnTo>
                    <a:pt x="4863069" y="1675272"/>
                  </a:lnTo>
                  <a:lnTo>
                    <a:pt x="4863255" y="1675817"/>
                  </a:lnTo>
                  <a:lnTo>
                    <a:pt x="4863442" y="1676281"/>
                  </a:lnTo>
                  <a:lnTo>
                    <a:pt x="4863629" y="1677368"/>
                  </a:lnTo>
                  <a:lnTo>
                    <a:pt x="4863816" y="1678725"/>
                  </a:lnTo>
                  <a:lnTo>
                    <a:pt x="4864003" y="1681265"/>
                  </a:lnTo>
                  <a:lnTo>
                    <a:pt x="4864190" y="1684444"/>
                  </a:lnTo>
                  <a:lnTo>
                    <a:pt x="4864377" y="1688115"/>
                  </a:lnTo>
                  <a:lnTo>
                    <a:pt x="4864564" y="1691813"/>
                  </a:lnTo>
                  <a:lnTo>
                    <a:pt x="4864751" y="1695251"/>
                  </a:lnTo>
                  <a:lnTo>
                    <a:pt x="4864938" y="1698530"/>
                  </a:lnTo>
                  <a:lnTo>
                    <a:pt x="4865125" y="1701804"/>
                  </a:lnTo>
                  <a:lnTo>
                    <a:pt x="4865312" y="1704645"/>
                  </a:lnTo>
                  <a:lnTo>
                    <a:pt x="4865499" y="1707935"/>
                  </a:lnTo>
                  <a:lnTo>
                    <a:pt x="4865685" y="1711439"/>
                  </a:lnTo>
                  <a:lnTo>
                    <a:pt x="4865872" y="1715775"/>
                  </a:lnTo>
                  <a:lnTo>
                    <a:pt x="4866059" y="1720277"/>
                  </a:lnTo>
                  <a:lnTo>
                    <a:pt x="4866246" y="1723724"/>
                  </a:lnTo>
                  <a:lnTo>
                    <a:pt x="4866433" y="1726697"/>
                  </a:lnTo>
                  <a:lnTo>
                    <a:pt x="4866620" y="1729737"/>
                  </a:lnTo>
                  <a:lnTo>
                    <a:pt x="4866807" y="1732531"/>
                  </a:lnTo>
                  <a:lnTo>
                    <a:pt x="4866994" y="1735296"/>
                  </a:lnTo>
                  <a:lnTo>
                    <a:pt x="4867181" y="1738046"/>
                  </a:lnTo>
                  <a:lnTo>
                    <a:pt x="4867368" y="1741597"/>
                  </a:lnTo>
                  <a:lnTo>
                    <a:pt x="4867555" y="1745937"/>
                  </a:lnTo>
                  <a:lnTo>
                    <a:pt x="4867742" y="1749968"/>
                  </a:lnTo>
                  <a:lnTo>
                    <a:pt x="4867928" y="1753005"/>
                  </a:lnTo>
                  <a:lnTo>
                    <a:pt x="4868115" y="1755443"/>
                  </a:lnTo>
                  <a:lnTo>
                    <a:pt x="4868302" y="1756641"/>
                  </a:lnTo>
                  <a:lnTo>
                    <a:pt x="4868489" y="1756742"/>
                  </a:lnTo>
                  <a:lnTo>
                    <a:pt x="4868676" y="1755687"/>
                  </a:lnTo>
                  <a:lnTo>
                    <a:pt x="4868863" y="1753671"/>
                  </a:lnTo>
                  <a:lnTo>
                    <a:pt x="4869050" y="1751625"/>
                  </a:lnTo>
                  <a:lnTo>
                    <a:pt x="4869237" y="1749166"/>
                  </a:lnTo>
                  <a:lnTo>
                    <a:pt x="4869424" y="1745693"/>
                  </a:lnTo>
                  <a:lnTo>
                    <a:pt x="4869611" y="1741187"/>
                  </a:lnTo>
                  <a:lnTo>
                    <a:pt x="4869798" y="1736396"/>
                  </a:lnTo>
                  <a:lnTo>
                    <a:pt x="4869985" y="1730496"/>
                  </a:lnTo>
                  <a:lnTo>
                    <a:pt x="4870172" y="1723749"/>
                  </a:lnTo>
                  <a:lnTo>
                    <a:pt x="4870358" y="1717335"/>
                  </a:lnTo>
                  <a:lnTo>
                    <a:pt x="4870545" y="1711580"/>
                  </a:lnTo>
                  <a:lnTo>
                    <a:pt x="4870732" y="1705121"/>
                  </a:lnTo>
                  <a:lnTo>
                    <a:pt x="4870919" y="1699448"/>
                  </a:lnTo>
                  <a:lnTo>
                    <a:pt x="4871106" y="1694730"/>
                  </a:lnTo>
                  <a:lnTo>
                    <a:pt x="4871293" y="1690664"/>
                  </a:lnTo>
                  <a:lnTo>
                    <a:pt x="4871480" y="1687150"/>
                  </a:lnTo>
                  <a:lnTo>
                    <a:pt x="4871667" y="1684445"/>
                  </a:lnTo>
                  <a:lnTo>
                    <a:pt x="4871854" y="1682230"/>
                  </a:lnTo>
                  <a:lnTo>
                    <a:pt x="4872041" y="1681141"/>
                  </a:lnTo>
                  <a:lnTo>
                    <a:pt x="4872228" y="1681362"/>
                  </a:lnTo>
                  <a:lnTo>
                    <a:pt x="4872415" y="1681139"/>
                  </a:lnTo>
                  <a:lnTo>
                    <a:pt x="4872602" y="1681721"/>
                  </a:lnTo>
                  <a:lnTo>
                    <a:pt x="4872788" y="1684641"/>
                  </a:lnTo>
                  <a:lnTo>
                    <a:pt x="4872975" y="1688594"/>
                  </a:lnTo>
                  <a:lnTo>
                    <a:pt x="4873162" y="1691703"/>
                  </a:lnTo>
                  <a:lnTo>
                    <a:pt x="4873349" y="1693923"/>
                  </a:lnTo>
                  <a:lnTo>
                    <a:pt x="4873536" y="1696152"/>
                  </a:lnTo>
                  <a:lnTo>
                    <a:pt x="4873723" y="1698446"/>
                  </a:lnTo>
                  <a:lnTo>
                    <a:pt x="4873910" y="1700618"/>
                  </a:lnTo>
                  <a:lnTo>
                    <a:pt x="4874097" y="1702999"/>
                  </a:lnTo>
                  <a:lnTo>
                    <a:pt x="4874284" y="1705604"/>
                  </a:lnTo>
                  <a:lnTo>
                    <a:pt x="4874471" y="1708967"/>
                  </a:lnTo>
                  <a:lnTo>
                    <a:pt x="4874658" y="1713326"/>
                  </a:lnTo>
                  <a:lnTo>
                    <a:pt x="4874845" y="1718010"/>
                  </a:lnTo>
                  <a:lnTo>
                    <a:pt x="4875031" y="1722910"/>
                  </a:lnTo>
                  <a:lnTo>
                    <a:pt x="4875218" y="1728680"/>
                  </a:lnTo>
                  <a:lnTo>
                    <a:pt x="4875405" y="1734785"/>
                  </a:lnTo>
                  <a:lnTo>
                    <a:pt x="4875592" y="1740024"/>
                  </a:lnTo>
                  <a:lnTo>
                    <a:pt x="4875779" y="1744670"/>
                  </a:lnTo>
                  <a:lnTo>
                    <a:pt x="4875966" y="1749109"/>
                  </a:lnTo>
                  <a:lnTo>
                    <a:pt x="4876153" y="1754195"/>
                  </a:lnTo>
                  <a:lnTo>
                    <a:pt x="4876340" y="1757607"/>
                  </a:lnTo>
                  <a:lnTo>
                    <a:pt x="4876527" y="1761432"/>
                  </a:lnTo>
                  <a:lnTo>
                    <a:pt x="4876714" y="1765424"/>
                  </a:lnTo>
                  <a:lnTo>
                    <a:pt x="4876901" y="1769528"/>
                  </a:lnTo>
                  <a:lnTo>
                    <a:pt x="4877088" y="1773098"/>
                  </a:lnTo>
                  <a:lnTo>
                    <a:pt x="4877275" y="1776153"/>
                  </a:lnTo>
                  <a:lnTo>
                    <a:pt x="4877461" y="1778667"/>
                  </a:lnTo>
                  <a:lnTo>
                    <a:pt x="4877648" y="1780603"/>
                  </a:lnTo>
                  <a:lnTo>
                    <a:pt x="4877835" y="1782199"/>
                  </a:lnTo>
                  <a:lnTo>
                    <a:pt x="4878022" y="1783455"/>
                  </a:lnTo>
                  <a:lnTo>
                    <a:pt x="4878209" y="1783859"/>
                  </a:lnTo>
                  <a:lnTo>
                    <a:pt x="4878396" y="1783543"/>
                  </a:lnTo>
                  <a:lnTo>
                    <a:pt x="4878583" y="1782872"/>
                  </a:lnTo>
                  <a:lnTo>
                    <a:pt x="4878770" y="1781789"/>
                  </a:lnTo>
                  <a:lnTo>
                    <a:pt x="4878957" y="1779663"/>
                  </a:lnTo>
                  <a:lnTo>
                    <a:pt x="4879144" y="1776636"/>
                  </a:lnTo>
                  <a:lnTo>
                    <a:pt x="4879331" y="1774619"/>
                  </a:lnTo>
                  <a:lnTo>
                    <a:pt x="4879518" y="1772335"/>
                  </a:lnTo>
                  <a:lnTo>
                    <a:pt x="4879705" y="1769467"/>
                  </a:lnTo>
                  <a:lnTo>
                    <a:pt x="4879891" y="1765563"/>
                  </a:lnTo>
                  <a:lnTo>
                    <a:pt x="4880078" y="1760731"/>
                  </a:lnTo>
                  <a:lnTo>
                    <a:pt x="4880265" y="1755110"/>
                  </a:lnTo>
                  <a:lnTo>
                    <a:pt x="4880452" y="1748507"/>
                  </a:lnTo>
                  <a:lnTo>
                    <a:pt x="4880639" y="1741126"/>
                  </a:lnTo>
                  <a:lnTo>
                    <a:pt x="4880826" y="1732902"/>
                  </a:lnTo>
                  <a:lnTo>
                    <a:pt x="4881013" y="1724640"/>
                  </a:lnTo>
                  <a:lnTo>
                    <a:pt x="4881200" y="1715676"/>
                  </a:lnTo>
                  <a:lnTo>
                    <a:pt x="4881387" y="1706994"/>
                  </a:lnTo>
                  <a:lnTo>
                    <a:pt x="4881574" y="1699282"/>
                  </a:lnTo>
                  <a:lnTo>
                    <a:pt x="4881761" y="1691355"/>
                  </a:lnTo>
                  <a:lnTo>
                    <a:pt x="4881948" y="1685108"/>
                  </a:lnTo>
                  <a:lnTo>
                    <a:pt x="4882134" y="1679436"/>
                  </a:lnTo>
                  <a:lnTo>
                    <a:pt x="4882321" y="1674222"/>
                  </a:lnTo>
                  <a:lnTo>
                    <a:pt x="4882508" y="1668445"/>
                  </a:lnTo>
                  <a:lnTo>
                    <a:pt x="4882695" y="1663350"/>
                  </a:lnTo>
                  <a:lnTo>
                    <a:pt x="4882882" y="1658491"/>
                  </a:lnTo>
                  <a:lnTo>
                    <a:pt x="4883069" y="1654101"/>
                  </a:lnTo>
                  <a:lnTo>
                    <a:pt x="4883256" y="1650217"/>
                  </a:lnTo>
                  <a:lnTo>
                    <a:pt x="4883443" y="1646479"/>
                  </a:lnTo>
                  <a:lnTo>
                    <a:pt x="4883630" y="1642911"/>
                  </a:lnTo>
                  <a:lnTo>
                    <a:pt x="4883817" y="1639691"/>
                  </a:lnTo>
                  <a:lnTo>
                    <a:pt x="4884004" y="1636740"/>
                  </a:lnTo>
                  <a:lnTo>
                    <a:pt x="4884191" y="1634764"/>
                  </a:lnTo>
                  <a:lnTo>
                    <a:pt x="4884378" y="1632718"/>
                  </a:lnTo>
                  <a:lnTo>
                    <a:pt x="4884564" y="1631049"/>
                  </a:lnTo>
                  <a:lnTo>
                    <a:pt x="4884751" y="1629507"/>
                  </a:lnTo>
                  <a:lnTo>
                    <a:pt x="4884938" y="1627574"/>
                  </a:lnTo>
                  <a:lnTo>
                    <a:pt x="4885125" y="1624694"/>
                  </a:lnTo>
                  <a:lnTo>
                    <a:pt x="4885312" y="1623178"/>
                  </a:lnTo>
                  <a:lnTo>
                    <a:pt x="4885499" y="1621943"/>
                  </a:lnTo>
                  <a:lnTo>
                    <a:pt x="4885686" y="1620958"/>
                  </a:lnTo>
                  <a:lnTo>
                    <a:pt x="4885873" y="1618460"/>
                  </a:lnTo>
                  <a:lnTo>
                    <a:pt x="4886060" y="1614968"/>
                  </a:lnTo>
                  <a:lnTo>
                    <a:pt x="4886247" y="1611388"/>
                  </a:lnTo>
                  <a:lnTo>
                    <a:pt x="4886434" y="1607694"/>
                  </a:lnTo>
                  <a:lnTo>
                    <a:pt x="4886621" y="1603885"/>
                  </a:lnTo>
                  <a:lnTo>
                    <a:pt x="4886807" y="1599654"/>
                  </a:lnTo>
                  <a:lnTo>
                    <a:pt x="4886994" y="1594368"/>
                  </a:lnTo>
                  <a:lnTo>
                    <a:pt x="4887181" y="1589740"/>
                  </a:lnTo>
                  <a:lnTo>
                    <a:pt x="4887368" y="1584635"/>
                  </a:lnTo>
                  <a:lnTo>
                    <a:pt x="4887555" y="1580082"/>
                  </a:lnTo>
                  <a:lnTo>
                    <a:pt x="4887742" y="1574820"/>
                  </a:lnTo>
                  <a:lnTo>
                    <a:pt x="4887929" y="1569205"/>
                  </a:lnTo>
                  <a:lnTo>
                    <a:pt x="4888116" y="1562917"/>
                  </a:lnTo>
                  <a:lnTo>
                    <a:pt x="4888303" y="1556451"/>
                  </a:lnTo>
                  <a:lnTo>
                    <a:pt x="4888490" y="1549762"/>
                  </a:lnTo>
                  <a:lnTo>
                    <a:pt x="4888677" y="1543553"/>
                  </a:lnTo>
                  <a:lnTo>
                    <a:pt x="4888864" y="1537972"/>
                  </a:lnTo>
                  <a:lnTo>
                    <a:pt x="4889051" y="1532424"/>
                  </a:lnTo>
                  <a:lnTo>
                    <a:pt x="4889237" y="1526504"/>
                  </a:lnTo>
                  <a:lnTo>
                    <a:pt x="4889424" y="1519544"/>
                  </a:lnTo>
                  <a:lnTo>
                    <a:pt x="4889611" y="1512370"/>
                  </a:lnTo>
                  <a:lnTo>
                    <a:pt x="4889798" y="1505650"/>
                  </a:lnTo>
                  <a:lnTo>
                    <a:pt x="4889985" y="1499552"/>
                  </a:lnTo>
                  <a:lnTo>
                    <a:pt x="4890172" y="1493907"/>
                  </a:lnTo>
                  <a:lnTo>
                    <a:pt x="4890359" y="1487925"/>
                  </a:lnTo>
                  <a:lnTo>
                    <a:pt x="4890546" y="1482334"/>
                  </a:lnTo>
                  <a:lnTo>
                    <a:pt x="4890733" y="1475772"/>
                  </a:lnTo>
                  <a:lnTo>
                    <a:pt x="4890920" y="1469765"/>
                  </a:lnTo>
                  <a:lnTo>
                    <a:pt x="4891107" y="1463854"/>
                  </a:lnTo>
                  <a:lnTo>
                    <a:pt x="4891294" y="1458154"/>
                  </a:lnTo>
                  <a:lnTo>
                    <a:pt x="4891481" y="1452050"/>
                  </a:lnTo>
                  <a:lnTo>
                    <a:pt x="4891667" y="1445726"/>
                  </a:lnTo>
                  <a:lnTo>
                    <a:pt x="4891854" y="1439314"/>
                  </a:lnTo>
                  <a:lnTo>
                    <a:pt x="4892041" y="1432954"/>
                  </a:lnTo>
                  <a:lnTo>
                    <a:pt x="4892228" y="1427589"/>
                  </a:lnTo>
                  <a:lnTo>
                    <a:pt x="4892415" y="1422434"/>
                  </a:lnTo>
                  <a:lnTo>
                    <a:pt x="4892602" y="1417227"/>
                  </a:lnTo>
                  <a:lnTo>
                    <a:pt x="4892789" y="1411994"/>
                  </a:lnTo>
                  <a:lnTo>
                    <a:pt x="4892976" y="1406057"/>
                  </a:lnTo>
                  <a:lnTo>
                    <a:pt x="4893163" y="1399856"/>
                  </a:lnTo>
                  <a:lnTo>
                    <a:pt x="4893350" y="1393496"/>
                  </a:lnTo>
                  <a:lnTo>
                    <a:pt x="4893537" y="1387480"/>
                  </a:lnTo>
                  <a:lnTo>
                    <a:pt x="4893724" y="1381851"/>
                  </a:lnTo>
                  <a:lnTo>
                    <a:pt x="4893910" y="1378193"/>
                  </a:lnTo>
                  <a:lnTo>
                    <a:pt x="4894097" y="1376084"/>
                  </a:lnTo>
                  <a:lnTo>
                    <a:pt x="4894284" y="1375376"/>
                  </a:lnTo>
                  <a:lnTo>
                    <a:pt x="4894471" y="1375324"/>
                  </a:lnTo>
                  <a:lnTo>
                    <a:pt x="4894658" y="1375798"/>
                  </a:lnTo>
                  <a:lnTo>
                    <a:pt x="4894845" y="1376811"/>
                  </a:lnTo>
                  <a:lnTo>
                    <a:pt x="4895032" y="1377501"/>
                  </a:lnTo>
                  <a:lnTo>
                    <a:pt x="4895219" y="1379079"/>
                  </a:lnTo>
                  <a:lnTo>
                    <a:pt x="4895406" y="1380713"/>
                  </a:lnTo>
                  <a:lnTo>
                    <a:pt x="4895593" y="1381682"/>
                  </a:lnTo>
                  <a:lnTo>
                    <a:pt x="4895780" y="1382446"/>
                  </a:lnTo>
                  <a:lnTo>
                    <a:pt x="4895967" y="1383142"/>
                  </a:lnTo>
                  <a:lnTo>
                    <a:pt x="4896154" y="1383165"/>
                  </a:lnTo>
                  <a:lnTo>
                    <a:pt x="4896340" y="1382238"/>
                  </a:lnTo>
                  <a:lnTo>
                    <a:pt x="4896527" y="1381169"/>
                  </a:lnTo>
                  <a:lnTo>
                    <a:pt x="4896714" y="1379764"/>
                  </a:lnTo>
                  <a:lnTo>
                    <a:pt x="4896901" y="1378497"/>
                  </a:lnTo>
                  <a:lnTo>
                    <a:pt x="4897088" y="1376300"/>
                  </a:lnTo>
                  <a:lnTo>
                    <a:pt x="4897275" y="1373789"/>
                  </a:lnTo>
                  <a:lnTo>
                    <a:pt x="4897462" y="1370625"/>
                  </a:lnTo>
                  <a:lnTo>
                    <a:pt x="4897649" y="1366323"/>
                  </a:lnTo>
                  <a:lnTo>
                    <a:pt x="4897836" y="1362267"/>
                  </a:lnTo>
                  <a:lnTo>
                    <a:pt x="4898023" y="1357427"/>
                  </a:lnTo>
                  <a:lnTo>
                    <a:pt x="4898210" y="1353255"/>
                  </a:lnTo>
                  <a:lnTo>
                    <a:pt x="4898397" y="1349082"/>
                  </a:lnTo>
                  <a:lnTo>
                    <a:pt x="4898584" y="1345656"/>
                  </a:lnTo>
                  <a:lnTo>
                    <a:pt x="4898770" y="1342900"/>
                  </a:lnTo>
                  <a:lnTo>
                    <a:pt x="4898957" y="1339997"/>
                  </a:lnTo>
                  <a:lnTo>
                    <a:pt x="4899144" y="1336287"/>
                  </a:lnTo>
                  <a:lnTo>
                    <a:pt x="4899331" y="1331575"/>
                  </a:lnTo>
                  <a:lnTo>
                    <a:pt x="4899518" y="1325706"/>
                  </a:lnTo>
                  <a:lnTo>
                    <a:pt x="4899705" y="1318691"/>
                  </a:lnTo>
                  <a:lnTo>
                    <a:pt x="4899892" y="1312929"/>
                  </a:lnTo>
                  <a:lnTo>
                    <a:pt x="4900079" y="1306990"/>
                  </a:lnTo>
                  <a:lnTo>
                    <a:pt x="4900266" y="1300714"/>
                  </a:lnTo>
                  <a:lnTo>
                    <a:pt x="4900453" y="1294840"/>
                  </a:lnTo>
                  <a:lnTo>
                    <a:pt x="4900640" y="1287511"/>
                  </a:lnTo>
                  <a:lnTo>
                    <a:pt x="4900827" y="1279545"/>
                  </a:lnTo>
                  <a:lnTo>
                    <a:pt x="4901013" y="1270805"/>
                  </a:lnTo>
                  <a:lnTo>
                    <a:pt x="4901200" y="1261639"/>
                  </a:lnTo>
                  <a:lnTo>
                    <a:pt x="4901387" y="1252295"/>
                  </a:lnTo>
                  <a:lnTo>
                    <a:pt x="4901574" y="1240897"/>
                  </a:lnTo>
                  <a:lnTo>
                    <a:pt x="4901761" y="1230026"/>
                  </a:lnTo>
                  <a:lnTo>
                    <a:pt x="4901948" y="1218600"/>
                  </a:lnTo>
                  <a:lnTo>
                    <a:pt x="4902135" y="1207329"/>
                  </a:lnTo>
                  <a:lnTo>
                    <a:pt x="4902322" y="1196445"/>
                  </a:lnTo>
                  <a:lnTo>
                    <a:pt x="4902509" y="1184614"/>
                  </a:lnTo>
                  <a:lnTo>
                    <a:pt x="4902696" y="1172987"/>
                  </a:lnTo>
                  <a:lnTo>
                    <a:pt x="4902883" y="1161679"/>
                  </a:lnTo>
                  <a:lnTo>
                    <a:pt x="4903070" y="1152739"/>
                  </a:lnTo>
                  <a:lnTo>
                    <a:pt x="4903257" y="1145675"/>
                  </a:lnTo>
                  <a:lnTo>
                    <a:pt x="4903443" y="1139852"/>
                  </a:lnTo>
                  <a:lnTo>
                    <a:pt x="4903630" y="1136762"/>
                  </a:lnTo>
                  <a:lnTo>
                    <a:pt x="4903817" y="1134187"/>
                  </a:lnTo>
                  <a:lnTo>
                    <a:pt x="4904004" y="1132169"/>
                  </a:lnTo>
                  <a:lnTo>
                    <a:pt x="4904191" y="1130755"/>
                  </a:lnTo>
                  <a:lnTo>
                    <a:pt x="4904378" y="1129648"/>
                  </a:lnTo>
                  <a:lnTo>
                    <a:pt x="4904565" y="1128778"/>
                  </a:lnTo>
                  <a:lnTo>
                    <a:pt x="4904752" y="1127846"/>
                  </a:lnTo>
                  <a:lnTo>
                    <a:pt x="4904939" y="1127488"/>
                  </a:lnTo>
                  <a:lnTo>
                    <a:pt x="4905126" y="1127433"/>
                  </a:lnTo>
                  <a:lnTo>
                    <a:pt x="4905313" y="1128758"/>
                  </a:lnTo>
                  <a:lnTo>
                    <a:pt x="4905500" y="1130583"/>
                  </a:lnTo>
                  <a:lnTo>
                    <a:pt x="4905686" y="1133742"/>
                  </a:lnTo>
                  <a:lnTo>
                    <a:pt x="4905873" y="1137737"/>
                  </a:lnTo>
                  <a:lnTo>
                    <a:pt x="4906060" y="1142555"/>
                  </a:lnTo>
                  <a:lnTo>
                    <a:pt x="4906247" y="1148231"/>
                  </a:lnTo>
                  <a:lnTo>
                    <a:pt x="4906434" y="1153898"/>
                  </a:lnTo>
                  <a:lnTo>
                    <a:pt x="4906621" y="1160352"/>
                  </a:lnTo>
                  <a:lnTo>
                    <a:pt x="4906808" y="1167630"/>
                  </a:lnTo>
                  <a:lnTo>
                    <a:pt x="4906995" y="1175643"/>
                  </a:lnTo>
                  <a:lnTo>
                    <a:pt x="4907182" y="1183970"/>
                  </a:lnTo>
                  <a:lnTo>
                    <a:pt x="4907369" y="1193139"/>
                  </a:lnTo>
                  <a:lnTo>
                    <a:pt x="4907556" y="1202246"/>
                  </a:lnTo>
                  <a:lnTo>
                    <a:pt x="4907743" y="1210082"/>
                  </a:lnTo>
                  <a:lnTo>
                    <a:pt x="4907930" y="1216656"/>
                  </a:lnTo>
                  <a:lnTo>
                    <a:pt x="4908116" y="1223619"/>
                  </a:lnTo>
                  <a:lnTo>
                    <a:pt x="4908303" y="1229625"/>
                  </a:lnTo>
                  <a:lnTo>
                    <a:pt x="4908490" y="1234090"/>
                  </a:lnTo>
                  <a:lnTo>
                    <a:pt x="4908677" y="1237709"/>
                  </a:lnTo>
                  <a:lnTo>
                    <a:pt x="4908864" y="1240278"/>
                  </a:lnTo>
                  <a:lnTo>
                    <a:pt x="4909051" y="1242164"/>
                  </a:lnTo>
                  <a:lnTo>
                    <a:pt x="4909238" y="1244013"/>
                  </a:lnTo>
                  <a:lnTo>
                    <a:pt x="4909425" y="1244807"/>
                  </a:lnTo>
                  <a:lnTo>
                    <a:pt x="4909612" y="1244888"/>
                  </a:lnTo>
                  <a:lnTo>
                    <a:pt x="4909799" y="1243807"/>
                  </a:lnTo>
                  <a:lnTo>
                    <a:pt x="4909986" y="1242604"/>
                  </a:lnTo>
                  <a:lnTo>
                    <a:pt x="4910173" y="1239130"/>
                  </a:lnTo>
                  <a:lnTo>
                    <a:pt x="4910360" y="1234157"/>
                  </a:lnTo>
                  <a:lnTo>
                    <a:pt x="4910546" y="1228360"/>
                  </a:lnTo>
                  <a:lnTo>
                    <a:pt x="4910733" y="1222623"/>
                  </a:lnTo>
                  <a:lnTo>
                    <a:pt x="4910920" y="1216326"/>
                  </a:lnTo>
                  <a:lnTo>
                    <a:pt x="4911107" y="1207645"/>
                  </a:lnTo>
                  <a:lnTo>
                    <a:pt x="4911294" y="1201636"/>
                  </a:lnTo>
                  <a:lnTo>
                    <a:pt x="4911481" y="1196816"/>
                  </a:lnTo>
                  <a:lnTo>
                    <a:pt x="4911668" y="1194097"/>
                  </a:lnTo>
                  <a:lnTo>
                    <a:pt x="4911855" y="1190999"/>
                  </a:lnTo>
                  <a:lnTo>
                    <a:pt x="4912042" y="1186899"/>
                  </a:lnTo>
                  <a:lnTo>
                    <a:pt x="4912229" y="1182678"/>
                  </a:lnTo>
                  <a:lnTo>
                    <a:pt x="4912416" y="1177667"/>
                  </a:lnTo>
                  <a:lnTo>
                    <a:pt x="4912603" y="1172201"/>
                  </a:lnTo>
                  <a:lnTo>
                    <a:pt x="4912789" y="1167465"/>
                  </a:lnTo>
                  <a:lnTo>
                    <a:pt x="4912976" y="1163257"/>
                  </a:lnTo>
                  <a:lnTo>
                    <a:pt x="4913163" y="1159747"/>
                  </a:lnTo>
                  <a:lnTo>
                    <a:pt x="4913350" y="1156774"/>
                  </a:lnTo>
                  <a:lnTo>
                    <a:pt x="4913537" y="1153244"/>
                  </a:lnTo>
                  <a:lnTo>
                    <a:pt x="4913724" y="1149729"/>
                  </a:lnTo>
                  <a:lnTo>
                    <a:pt x="4913911" y="1146702"/>
                  </a:lnTo>
                  <a:lnTo>
                    <a:pt x="4914098" y="1143597"/>
                  </a:lnTo>
                  <a:lnTo>
                    <a:pt x="4914285" y="1140321"/>
                  </a:lnTo>
                  <a:lnTo>
                    <a:pt x="4914472" y="1137962"/>
                  </a:lnTo>
                  <a:lnTo>
                    <a:pt x="4914659" y="1135489"/>
                  </a:lnTo>
                  <a:lnTo>
                    <a:pt x="4914846" y="1133998"/>
                  </a:lnTo>
                  <a:lnTo>
                    <a:pt x="4915033" y="1132592"/>
                  </a:lnTo>
                  <a:lnTo>
                    <a:pt x="4915219" y="1131851"/>
                  </a:lnTo>
                  <a:lnTo>
                    <a:pt x="4915406" y="1131364"/>
                  </a:lnTo>
                  <a:lnTo>
                    <a:pt x="4915593" y="1131626"/>
                  </a:lnTo>
                  <a:lnTo>
                    <a:pt x="4915780" y="1132464"/>
                  </a:lnTo>
                  <a:lnTo>
                    <a:pt x="4915967" y="1133092"/>
                  </a:lnTo>
                  <a:lnTo>
                    <a:pt x="4916154" y="1134265"/>
                  </a:lnTo>
                  <a:lnTo>
                    <a:pt x="4916341" y="1135449"/>
                  </a:lnTo>
                  <a:lnTo>
                    <a:pt x="4916528" y="1138427"/>
                  </a:lnTo>
                  <a:lnTo>
                    <a:pt x="4916715" y="1141071"/>
                  </a:lnTo>
                  <a:lnTo>
                    <a:pt x="4916902" y="1144137"/>
                  </a:lnTo>
                  <a:lnTo>
                    <a:pt x="4917089" y="1147399"/>
                  </a:lnTo>
                  <a:lnTo>
                    <a:pt x="4917276" y="1151052"/>
                  </a:lnTo>
                  <a:lnTo>
                    <a:pt x="4917463" y="1155784"/>
                  </a:lnTo>
                  <a:lnTo>
                    <a:pt x="4917649" y="1160695"/>
                  </a:lnTo>
                  <a:lnTo>
                    <a:pt x="4917836" y="1165620"/>
                  </a:lnTo>
                  <a:lnTo>
                    <a:pt x="4918023" y="1171260"/>
                  </a:lnTo>
                  <a:lnTo>
                    <a:pt x="4918210" y="1177509"/>
                  </a:lnTo>
                  <a:lnTo>
                    <a:pt x="4918397" y="1182798"/>
                  </a:lnTo>
                  <a:lnTo>
                    <a:pt x="4918584" y="1189027"/>
                  </a:lnTo>
                  <a:lnTo>
                    <a:pt x="4918771" y="1194981"/>
                  </a:lnTo>
                  <a:lnTo>
                    <a:pt x="4918958" y="1200184"/>
                  </a:lnTo>
                  <a:lnTo>
                    <a:pt x="4919145" y="1205732"/>
                  </a:lnTo>
                  <a:lnTo>
                    <a:pt x="4919332" y="1210228"/>
                  </a:lnTo>
                  <a:lnTo>
                    <a:pt x="4919519" y="1214131"/>
                  </a:lnTo>
                  <a:lnTo>
                    <a:pt x="4919706" y="1217719"/>
                  </a:lnTo>
                  <a:lnTo>
                    <a:pt x="4919892" y="1221914"/>
                  </a:lnTo>
                  <a:lnTo>
                    <a:pt x="4920079" y="1226077"/>
                  </a:lnTo>
                  <a:lnTo>
                    <a:pt x="4920266" y="1230420"/>
                  </a:lnTo>
                  <a:lnTo>
                    <a:pt x="4920453" y="1234674"/>
                  </a:lnTo>
                  <a:lnTo>
                    <a:pt x="4920640" y="1238983"/>
                  </a:lnTo>
                  <a:lnTo>
                    <a:pt x="4920827" y="1243074"/>
                  </a:lnTo>
                  <a:lnTo>
                    <a:pt x="4921014" y="1246927"/>
                  </a:lnTo>
                  <a:lnTo>
                    <a:pt x="4921201" y="1250869"/>
                  </a:lnTo>
                  <a:lnTo>
                    <a:pt x="4921388" y="1254680"/>
                  </a:lnTo>
                  <a:lnTo>
                    <a:pt x="4921575" y="1258163"/>
                  </a:lnTo>
                  <a:lnTo>
                    <a:pt x="4921762" y="1261535"/>
                  </a:lnTo>
                  <a:lnTo>
                    <a:pt x="4921949" y="1264347"/>
                  </a:lnTo>
                  <a:lnTo>
                    <a:pt x="4922136" y="1266727"/>
                  </a:lnTo>
                  <a:lnTo>
                    <a:pt x="4922322" y="1269156"/>
                  </a:lnTo>
                  <a:lnTo>
                    <a:pt x="4922509" y="1272177"/>
                  </a:lnTo>
                  <a:lnTo>
                    <a:pt x="4922696" y="1274010"/>
                  </a:lnTo>
                  <a:lnTo>
                    <a:pt x="4922883" y="1275588"/>
                  </a:lnTo>
                  <a:lnTo>
                    <a:pt x="4923070" y="1277564"/>
                  </a:lnTo>
                  <a:lnTo>
                    <a:pt x="4923257" y="1280678"/>
                  </a:lnTo>
                  <a:lnTo>
                    <a:pt x="4923444" y="1284847"/>
                  </a:lnTo>
                  <a:lnTo>
                    <a:pt x="4923631" y="1289808"/>
                  </a:lnTo>
                  <a:lnTo>
                    <a:pt x="4923818" y="1294971"/>
                  </a:lnTo>
                  <a:lnTo>
                    <a:pt x="4924005" y="1300081"/>
                  </a:lnTo>
                  <a:lnTo>
                    <a:pt x="4924192" y="1305156"/>
                  </a:lnTo>
                  <a:lnTo>
                    <a:pt x="4924379" y="1310918"/>
                  </a:lnTo>
                  <a:lnTo>
                    <a:pt x="4924565" y="1316073"/>
                  </a:lnTo>
                  <a:lnTo>
                    <a:pt x="4924752" y="1322339"/>
                  </a:lnTo>
                  <a:lnTo>
                    <a:pt x="4924939" y="1328705"/>
                  </a:lnTo>
                  <a:lnTo>
                    <a:pt x="4925126" y="1336069"/>
                  </a:lnTo>
                  <a:lnTo>
                    <a:pt x="4925313" y="1344075"/>
                  </a:lnTo>
                  <a:lnTo>
                    <a:pt x="4925500" y="1352202"/>
                  </a:lnTo>
                  <a:lnTo>
                    <a:pt x="4925687" y="1360190"/>
                  </a:lnTo>
                  <a:lnTo>
                    <a:pt x="4925874" y="1367662"/>
                  </a:lnTo>
                  <a:lnTo>
                    <a:pt x="4926061" y="1374627"/>
                  </a:lnTo>
                  <a:lnTo>
                    <a:pt x="4926248" y="1381254"/>
                  </a:lnTo>
                  <a:lnTo>
                    <a:pt x="4926435" y="1387160"/>
                  </a:lnTo>
                  <a:lnTo>
                    <a:pt x="4926622" y="1393667"/>
                  </a:lnTo>
                  <a:lnTo>
                    <a:pt x="4926809" y="1401086"/>
                  </a:lnTo>
                  <a:lnTo>
                    <a:pt x="4926995" y="1408509"/>
                  </a:lnTo>
                  <a:lnTo>
                    <a:pt x="4927182" y="1415125"/>
                  </a:lnTo>
                  <a:lnTo>
                    <a:pt x="4927369" y="1421192"/>
                  </a:lnTo>
                  <a:lnTo>
                    <a:pt x="4927556" y="1426291"/>
                  </a:lnTo>
                  <a:lnTo>
                    <a:pt x="4927743" y="1431195"/>
                  </a:lnTo>
                  <a:lnTo>
                    <a:pt x="4927930" y="1434929"/>
                  </a:lnTo>
                  <a:lnTo>
                    <a:pt x="4928117" y="1439593"/>
                  </a:lnTo>
                  <a:lnTo>
                    <a:pt x="4928304" y="1443616"/>
                  </a:lnTo>
                  <a:lnTo>
                    <a:pt x="4928491" y="1447162"/>
                  </a:lnTo>
                  <a:lnTo>
                    <a:pt x="4928678" y="1450057"/>
                  </a:lnTo>
                  <a:lnTo>
                    <a:pt x="4928865" y="1452649"/>
                  </a:lnTo>
                  <a:lnTo>
                    <a:pt x="4929052" y="1455709"/>
                  </a:lnTo>
                  <a:lnTo>
                    <a:pt x="4929239" y="1460219"/>
                  </a:lnTo>
                  <a:lnTo>
                    <a:pt x="4929425" y="1464050"/>
                  </a:lnTo>
                  <a:lnTo>
                    <a:pt x="4929612" y="1466754"/>
                  </a:lnTo>
                  <a:lnTo>
                    <a:pt x="4929799" y="1469254"/>
                  </a:lnTo>
                  <a:lnTo>
                    <a:pt x="4929986" y="1471844"/>
                  </a:lnTo>
                  <a:lnTo>
                    <a:pt x="4930173" y="1474027"/>
                  </a:lnTo>
                  <a:lnTo>
                    <a:pt x="4930360" y="1476522"/>
                  </a:lnTo>
                  <a:lnTo>
                    <a:pt x="4930547" y="1479273"/>
                  </a:lnTo>
                  <a:lnTo>
                    <a:pt x="4930734" y="1482656"/>
                  </a:lnTo>
                  <a:lnTo>
                    <a:pt x="4930921" y="1485059"/>
                  </a:lnTo>
                  <a:lnTo>
                    <a:pt x="4931108" y="1487678"/>
                  </a:lnTo>
                  <a:lnTo>
                    <a:pt x="4931295" y="1489670"/>
                  </a:lnTo>
                  <a:lnTo>
                    <a:pt x="4931482" y="1491305"/>
                  </a:lnTo>
                  <a:lnTo>
                    <a:pt x="4931668" y="1492114"/>
                  </a:lnTo>
                  <a:lnTo>
                    <a:pt x="4931855" y="1492146"/>
                  </a:lnTo>
                  <a:lnTo>
                    <a:pt x="4932042" y="1492395"/>
                  </a:lnTo>
                  <a:lnTo>
                    <a:pt x="4932229" y="1492332"/>
                  </a:lnTo>
                  <a:lnTo>
                    <a:pt x="4932416" y="1492516"/>
                  </a:lnTo>
                  <a:lnTo>
                    <a:pt x="4932603" y="1492637"/>
                  </a:lnTo>
                  <a:lnTo>
                    <a:pt x="4932790" y="1493616"/>
                  </a:lnTo>
                  <a:lnTo>
                    <a:pt x="4932977" y="1495895"/>
                  </a:lnTo>
                  <a:lnTo>
                    <a:pt x="4933164" y="1498921"/>
                  </a:lnTo>
                  <a:lnTo>
                    <a:pt x="4933351" y="1502258"/>
                  </a:lnTo>
                  <a:lnTo>
                    <a:pt x="4933538" y="1505586"/>
                  </a:lnTo>
                  <a:lnTo>
                    <a:pt x="4933725" y="1509897"/>
                  </a:lnTo>
                  <a:lnTo>
                    <a:pt x="4933912" y="1514056"/>
                  </a:lnTo>
                  <a:lnTo>
                    <a:pt x="4934098" y="1519270"/>
                  </a:lnTo>
                  <a:lnTo>
                    <a:pt x="4934285" y="1524688"/>
                  </a:lnTo>
                  <a:lnTo>
                    <a:pt x="4934472" y="1530895"/>
                  </a:lnTo>
                  <a:lnTo>
                    <a:pt x="4934659" y="1537069"/>
                  </a:lnTo>
                  <a:lnTo>
                    <a:pt x="4934846" y="1543420"/>
                  </a:lnTo>
                  <a:lnTo>
                    <a:pt x="4935033" y="1550004"/>
                  </a:lnTo>
                  <a:lnTo>
                    <a:pt x="4935220" y="1555870"/>
                  </a:lnTo>
                  <a:lnTo>
                    <a:pt x="4935407" y="1562192"/>
                  </a:lnTo>
                  <a:lnTo>
                    <a:pt x="4935594" y="1567787"/>
                  </a:lnTo>
                  <a:lnTo>
                    <a:pt x="4935781" y="1573874"/>
                  </a:lnTo>
                  <a:lnTo>
                    <a:pt x="4935968" y="1579556"/>
                  </a:lnTo>
                  <a:lnTo>
                    <a:pt x="4936155" y="1585445"/>
                  </a:lnTo>
                  <a:lnTo>
                    <a:pt x="4936341" y="1592062"/>
                  </a:lnTo>
                  <a:lnTo>
                    <a:pt x="4936528" y="1598850"/>
                  </a:lnTo>
                  <a:lnTo>
                    <a:pt x="4936715" y="1606679"/>
                  </a:lnTo>
                  <a:lnTo>
                    <a:pt x="4936902" y="1615011"/>
                  </a:lnTo>
                  <a:lnTo>
                    <a:pt x="4937089" y="1623406"/>
                  </a:lnTo>
                  <a:lnTo>
                    <a:pt x="4937276" y="1630678"/>
                  </a:lnTo>
                  <a:lnTo>
                    <a:pt x="4937463" y="1638226"/>
                  </a:lnTo>
                  <a:lnTo>
                    <a:pt x="4937650" y="1645826"/>
                  </a:lnTo>
                  <a:lnTo>
                    <a:pt x="4937837" y="1654196"/>
                  </a:lnTo>
                  <a:lnTo>
                    <a:pt x="4938024" y="1664676"/>
                  </a:lnTo>
                  <a:lnTo>
                    <a:pt x="4938211" y="1675790"/>
                  </a:lnTo>
                  <a:lnTo>
                    <a:pt x="4938398" y="1687106"/>
                  </a:lnTo>
                  <a:lnTo>
                    <a:pt x="4938585" y="1698689"/>
                  </a:lnTo>
                  <a:lnTo>
                    <a:pt x="4938771" y="1709296"/>
                  </a:lnTo>
                  <a:lnTo>
                    <a:pt x="4938958" y="1720881"/>
                  </a:lnTo>
                  <a:lnTo>
                    <a:pt x="4939145" y="1731489"/>
                  </a:lnTo>
                  <a:lnTo>
                    <a:pt x="4939332" y="1742674"/>
                  </a:lnTo>
                  <a:lnTo>
                    <a:pt x="4939519" y="1753667"/>
                  </a:lnTo>
                  <a:lnTo>
                    <a:pt x="4939706" y="1764244"/>
                  </a:lnTo>
                  <a:lnTo>
                    <a:pt x="4939893" y="1775925"/>
                  </a:lnTo>
                  <a:lnTo>
                    <a:pt x="4940080" y="1787401"/>
                  </a:lnTo>
                  <a:lnTo>
                    <a:pt x="4940267" y="1798559"/>
                  </a:lnTo>
                  <a:lnTo>
                    <a:pt x="4940454" y="1807406"/>
                  </a:lnTo>
                  <a:lnTo>
                    <a:pt x="4940641" y="1813946"/>
                  </a:lnTo>
                  <a:lnTo>
                    <a:pt x="4940828" y="1819175"/>
                  </a:lnTo>
                  <a:lnTo>
                    <a:pt x="4941015" y="1822423"/>
                  </a:lnTo>
                  <a:lnTo>
                    <a:pt x="4941201" y="1825515"/>
                  </a:lnTo>
                  <a:lnTo>
                    <a:pt x="4941388" y="1828299"/>
                  </a:lnTo>
                  <a:lnTo>
                    <a:pt x="4941575" y="1830391"/>
                  </a:lnTo>
                  <a:lnTo>
                    <a:pt x="4941762" y="1832085"/>
                  </a:lnTo>
                  <a:lnTo>
                    <a:pt x="4941949" y="1833651"/>
                  </a:lnTo>
                  <a:lnTo>
                    <a:pt x="4942136" y="1835534"/>
                  </a:lnTo>
                  <a:lnTo>
                    <a:pt x="4942323" y="1837463"/>
                  </a:lnTo>
                  <a:lnTo>
                    <a:pt x="4942510" y="1839608"/>
                  </a:lnTo>
                  <a:lnTo>
                    <a:pt x="4942697" y="1841465"/>
                  </a:lnTo>
                  <a:lnTo>
                    <a:pt x="4942884" y="1843210"/>
                  </a:lnTo>
                  <a:lnTo>
                    <a:pt x="4943071" y="1844693"/>
                  </a:lnTo>
                  <a:lnTo>
                    <a:pt x="4943258" y="1846015"/>
                  </a:lnTo>
                  <a:lnTo>
                    <a:pt x="4943444" y="1846826"/>
                  </a:lnTo>
                  <a:lnTo>
                    <a:pt x="4943631" y="1847194"/>
                  </a:lnTo>
                  <a:lnTo>
                    <a:pt x="4943818" y="1847355"/>
                  </a:lnTo>
                  <a:lnTo>
                    <a:pt x="4944005" y="1846923"/>
                  </a:lnTo>
                  <a:lnTo>
                    <a:pt x="4944192" y="1846494"/>
                  </a:lnTo>
                  <a:lnTo>
                    <a:pt x="4944379" y="1846181"/>
                  </a:lnTo>
                  <a:lnTo>
                    <a:pt x="4944566" y="1845723"/>
                  </a:lnTo>
                  <a:lnTo>
                    <a:pt x="4944753" y="1845128"/>
                  </a:lnTo>
                  <a:lnTo>
                    <a:pt x="4944940" y="1844651"/>
                  </a:lnTo>
                  <a:lnTo>
                    <a:pt x="4945127" y="1844812"/>
                  </a:lnTo>
                  <a:lnTo>
                    <a:pt x="4945314" y="1845814"/>
                  </a:lnTo>
                  <a:lnTo>
                    <a:pt x="4945501" y="1847130"/>
                  </a:lnTo>
                  <a:lnTo>
                    <a:pt x="4945688" y="1848926"/>
                  </a:lnTo>
                  <a:lnTo>
                    <a:pt x="4945874" y="1851519"/>
                  </a:lnTo>
                  <a:lnTo>
                    <a:pt x="4946061" y="1854385"/>
                  </a:lnTo>
                  <a:lnTo>
                    <a:pt x="4946248" y="1858074"/>
                  </a:lnTo>
                  <a:lnTo>
                    <a:pt x="4946435" y="1861875"/>
                  </a:lnTo>
                  <a:lnTo>
                    <a:pt x="4946622" y="1865670"/>
                  </a:lnTo>
                  <a:lnTo>
                    <a:pt x="4946809" y="1869933"/>
                  </a:lnTo>
                  <a:lnTo>
                    <a:pt x="4946996" y="1874311"/>
                  </a:lnTo>
                  <a:lnTo>
                    <a:pt x="4947183" y="1879816"/>
                  </a:lnTo>
                  <a:lnTo>
                    <a:pt x="4947370" y="1885461"/>
                  </a:lnTo>
                  <a:lnTo>
                    <a:pt x="4947557" y="1892016"/>
                  </a:lnTo>
                  <a:lnTo>
                    <a:pt x="4947744" y="1899764"/>
                  </a:lnTo>
                  <a:lnTo>
                    <a:pt x="4947931" y="1909085"/>
                  </a:lnTo>
                  <a:lnTo>
                    <a:pt x="4948118" y="1917952"/>
                  </a:lnTo>
                  <a:lnTo>
                    <a:pt x="4948304" y="1926978"/>
                  </a:lnTo>
                  <a:lnTo>
                    <a:pt x="4948491" y="1938686"/>
                  </a:lnTo>
                  <a:lnTo>
                    <a:pt x="4948678" y="1948098"/>
                  </a:lnTo>
                  <a:lnTo>
                    <a:pt x="4948865" y="1956654"/>
                  </a:lnTo>
                  <a:lnTo>
                    <a:pt x="4949052" y="1963946"/>
                  </a:lnTo>
                  <a:lnTo>
                    <a:pt x="4949239" y="1971524"/>
                  </a:lnTo>
                  <a:lnTo>
                    <a:pt x="4949426" y="1979292"/>
                  </a:lnTo>
                  <a:lnTo>
                    <a:pt x="4949613" y="1986687"/>
                  </a:lnTo>
                  <a:lnTo>
                    <a:pt x="4949800" y="1994341"/>
                  </a:lnTo>
                  <a:lnTo>
                    <a:pt x="4949987" y="2001810"/>
                  </a:lnTo>
                  <a:lnTo>
                    <a:pt x="4950174" y="2007820"/>
                  </a:lnTo>
                  <a:lnTo>
                    <a:pt x="4950361" y="2013838"/>
                  </a:lnTo>
                  <a:lnTo>
                    <a:pt x="4950547" y="2019420"/>
                  </a:lnTo>
                  <a:lnTo>
                    <a:pt x="4950734" y="2024761"/>
                  </a:lnTo>
                  <a:lnTo>
                    <a:pt x="4950921" y="2030577"/>
                  </a:lnTo>
                  <a:lnTo>
                    <a:pt x="4951108" y="2036338"/>
                  </a:lnTo>
                  <a:lnTo>
                    <a:pt x="4951295" y="2040535"/>
                  </a:lnTo>
                  <a:lnTo>
                    <a:pt x="4951482" y="2044319"/>
                  </a:lnTo>
                  <a:lnTo>
                    <a:pt x="4951669" y="2047804"/>
                  </a:lnTo>
                  <a:lnTo>
                    <a:pt x="4951856" y="2050048"/>
                  </a:lnTo>
                  <a:lnTo>
                    <a:pt x="4952043" y="2052297"/>
                  </a:lnTo>
                  <a:lnTo>
                    <a:pt x="4952230" y="2053932"/>
                  </a:lnTo>
                  <a:lnTo>
                    <a:pt x="4952417" y="2056331"/>
                  </a:lnTo>
                  <a:lnTo>
                    <a:pt x="4952604" y="2058495"/>
                  </a:lnTo>
                  <a:lnTo>
                    <a:pt x="4952791" y="2061027"/>
                  </a:lnTo>
                  <a:lnTo>
                    <a:pt x="4952977" y="2063703"/>
                  </a:lnTo>
                  <a:lnTo>
                    <a:pt x="4953164" y="2066802"/>
                  </a:lnTo>
                  <a:lnTo>
                    <a:pt x="4953351" y="2070508"/>
                  </a:lnTo>
                  <a:lnTo>
                    <a:pt x="4953538" y="2074077"/>
                  </a:lnTo>
                  <a:lnTo>
                    <a:pt x="4953725" y="2077564"/>
                  </a:lnTo>
                  <a:lnTo>
                    <a:pt x="4953912" y="2080962"/>
                  </a:lnTo>
                  <a:lnTo>
                    <a:pt x="4954099" y="2085197"/>
                  </a:lnTo>
                  <a:lnTo>
                    <a:pt x="4954286" y="2089335"/>
                  </a:lnTo>
                  <a:lnTo>
                    <a:pt x="4954473" y="2093717"/>
                  </a:lnTo>
                  <a:lnTo>
                    <a:pt x="4954660" y="2098420"/>
                  </a:lnTo>
                  <a:lnTo>
                    <a:pt x="4954847" y="2102906"/>
                  </a:lnTo>
                  <a:lnTo>
                    <a:pt x="4955034" y="2107565"/>
                  </a:lnTo>
                  <a:lnTo>
                    <a:pt x="4955220" y="2112508"/>
                  </a:lnTo>
                  <a:lnTo>
                    <a:pt x="4955407" y="2117364"/>
                  </a:lnTo>
                  <a:lnTo>
                    <a:pt x="4955594" y="2121915"/>
                  </a:lnTo>
                  <a:lnTo>
                    <a:pt x="4955781" y="2127061"/>
                  </a:lnTo>
                  <a:lnTo>
                    <a:pt x="4955968" y="2131910"/>
                  </a:lnTo>
                  <a:lnTo>
                    <a:pt x="4956155" y="2136248"/>
                  </a:lnTo>
                  <a:lnTo>
                    <a:pt x="4956342" y="2140206"/>
                  </a:lnTo>
                  <a:lnTo>
                    <a:pt x="4956529" y="2144399"/>
                  </a:lnTo>
                  <a:lnTo>
                    <a:pt x="4956716" y="2148108"/>
                  </a:lnTo>
                  <a:lnTo>
                    <a:pt x="4956903" y="2151508"/>
                  </a:lnTo>
                  <a:lnTo>
                    <a:pt x="4957090" y="2155090"/>
                  </a:lnTo>
                  <a:lnTo>
                    <a:pt x="4957277" y="2158486"/>
                  </a:lnTo>
                  <a:lnTo>
                    <a:pt x="4957464" y="2161298"/>
                  </a:lnTo>
                  <a:lnTo>
                    <a:pt x="4957650" y="2163837"/>
                  </a:lnTo>
                  <a:lnTo>
                    <a:pt x="4957837" y="2166097"/>
                  </a:lnTo>
                  <a:lnTo>
                    <a:pt x="4958024" y="2167789"/>
                  </a:lnTo>
                  <a:lnTo>
                    <a:pt x="4958211" y="2169228"/>
                  </a:lnTo>
                  <a:lnTo>
                    <a:pt x="4958398" y="2170191"/>
                  </a:lnTo>
                  <a:lnTo>
                    <a:pt x="4958585" y="2170195"/>
                  </a:lnTo>
                  <a:lnTo>
                    <a:pt x="4958772" y="2169649"/>
                  </a:lnTo>
                  <a:lnTo>
                    <a:pt x="4958959" y="2168591"/>
                  </a:lnTo>
                  <a:lnTo>
                    <a:pt x="4959146" y="2167825"/>
                  </a:lnTo>
                  <a:lnTo>
                    <a:pt x="4959333" y="2167169"/>
                  </a:lnTo>
                  <a:lnTo>
                    <a:pt x="4959520" y="2166613"/>
                  </a:lnTo>
                  <a:lnTo>
                    <a:pt x="4959707" y="2166313"/>
                  </a:lnTo>
                  <a:lnTo>
                    <a:pt x="4959894" y="2165985"/>
                  </a:lnTo>
                  <a:lnTo>
                    <a:pt x="4960080" y="2165986"/>
                  </a:lnTo>
                  <a:lnTo>
                    <a:pt x="4960267" y="2165886"/>
                  </a:lnTo>
                  <a:lnTo>
                    <a:pt x="4960454" y="2165417"/>
                  </a:lnTo>
                  <a:lnTo>
                    <a:pt x="4960641" y="2165253"/>
                  </a:lnTo>
                  <a:lnTo>
                    <a:pt x="4960828" y="2165453"/>
                  </a:lnTo>
                  <a:lnTo>
                    <a:pt x="4961015" y="2165277"/>
                  </a:lnTo>
                  <a:lnTo>
                    <a:pt x="4961202" y="2165314"/>
                  </a:lnTo>
                  <a:lnTo>
                    <a:pt x="4961389" y="2165710"/>
                  </a:lnTo>
                  <a:lnTo>
                    <a:pt x="4961576" y="2167118"/>
                  </a:lnTo>
                  <a:lnTo>
                    <a:pt x="4961763" y="2168973"/>
                  </a:lnTo>
                  <a:lnTo>
                    <a:pt x="4961950" y="2171190"/>
                  </a:lnTo>
                  <a:lnTo>
                    <a:pt x="4962137" y="2173380"/>
                  </a:lnTo>
                  <a:lnTo>
                    <a:pt x="4962323" y="2175482"/>
                  </a:lnTo>
                  <a:lnTo>
                    <a:pt x="4962510" y="2177250"/>
                  </a:lnTo>
                  <a:lnTo>
                    <a:pt x="4962697" y="2178622"/>
                  </a:lnTo>
                  <a:lnTo>
                    <a:pt x="4962884" y="2180012"/>
                  </a:lnTo>
                  <a:lnTo>
                    <a:pt x="4963071" y="2181648"/>
                  </a:lnTo>
                  <a:lnTo>
                    <a:pt x="4963258" y="2183284"/>
                  </a:lnTo>
                  <a:lnTo>
                    <a:pt x="4963445" y="2185131"/>
                  </a:lnTo>
                  <a:lnTo>
                    <a:pt x="4963632" y="2186373"/>
                  </a:lnTo>
                  <a:lnTo>
                    <a:pt x="4963819" y="2186973"/>
                  </a:lnTo>
                  <a:lnTo>
                    <a:pt x="4964006" y="2186791"/>
                  </a:lnTo>
                  <a:lnTo>
                    <a:pt x="4964193" y="2186517"/>
                  </a:lnTo>
                  <a:lnTo>
                    <a:pt x="4964380" y="2186268"/>
                  </a:lnTo>
                  <a:lnTo>
                    <a:pt x="4964567" y="2186680"/>
                  </a:lnTo>
                  <a:lnTo>
                    <a:pt x="4964753" y="2186984"/>
                  </a:lnTo>
                  <a:lnTo>
                    <a:pt x="4964940" y="2187907"/>
                  </a:lnTo>
                  <a:lnTo>
                    <a:pt x="4965127" y="2189373"/>
                  </a:lnTo>
                  <a:lnTo>
                    <a:pt x="4965314" y="2191581"/>
                  </a:lnTo>
                  <a:lnTo>
                    <a:pt x="4965501" y="2194015"/>
                  </a:lnTo>
                  <a:lnTo>
                    <a:pt x="4965688" y="2196906"/>
                  </a:lnTo>
                  <a:lnTo>
                    <a:pt x="4965875" y="2200379"/>
                  </a:lnTo>
                  <a:lnTo>
                    <a:pt x="4966062" y="2204599"/>
                  </a:lnTo>
                  <a:lnTo>
                    <a:pt x="4966249" y="2209159"/>
                  </a:lnTo>
                  <a:lnTo>
                    <a:pt x="4966436" y="2213742"/>
                  </a:lnTo>
                  <a:lnTo>
                    <a:pt x="4966623" y="2218116"/>
                  </a:lnTo>
                  <a:lnTo>
                    <a:pt x="4966810" y="2223811"/>
                  </a:lnTo>
                  <a:lnTo>
                    <a:pt x="4966997" y="2229753"/>
                  </a:lnTo>
                  <a:lnTo>
                    <a:pt x="4967183" y="2235926"/>
                  </a:lnTo>
                  <a:lnTo>
                    <a:pt x="4967370" y="2241727"/>
                  </a:lnTo>
                  <a:lnTo>
                    <a:pt x="4967557" y="2247662"/>
                  </a:lnTo>
                  <a:lnTo>
                    <a:pt x="4967744" y="2253392"/>
                  </a:lnTo>
                  <a:lnTo>
                    <a:pt x="4967931" y="2258725"/>
                  </a:lnTo>
                  <a:lnTo>
                    <a:pt x="4968118" y="2263600"/>
                  </a:lnTo>
                  <a:lnTo>
                    <a:pt x="4968305" y="2269114"/>
                  </a:lnTo>
                  <a:lnTo>
                    <a:pt x="4968492" y="2274129"/>
                  </a:lnTo>
                  <a:lnTo>
                    <a:pt x="4968679" y="2278364"/>
                  </a:lnTo>
                  <a:lnTo>
                    <a:pt x="4968866" y="2282411"/>
                  </a:lnTo>
                  <a:lnTo>
                    <a:pt x="4969053" y="2286614"/>
                  </a:lnTo>
                  <a:lnTo>
                    <a:pt x="4969240" y="2291097"/>
                  </a:lnTo>
                  <a:lnTo>
                    <a:pt x="4969426" y="2295929"/>
                  </a:lnTo>
                  <a:lnTo>
                    <a:pt x="4969613" y="2301300"/>
                  </a:lnTo>
                  <a:lnTo>
                    <a:pt x="4969800" y="2306363"/>
                  </a:lnTo>
                  <a:lnTo>
                    <a:pt x="4969987" y="2311136"/>
                  </a:lnTo>
                  <a:lnTo>
                    <a:pt x="4970174" y="2315809"/>
                  </a:lnTo>
                  <a:lnTo>
                    <a:pt x="4970361" y="2319785"/>
                  </a:lnTo>
                  <a:lnTo>
                    <a:pt x="4970548" y="2323423"/>
                  </a:lnTo>
                  <a:lnTo>
                    <a:pt x="4970735" y="2327256"/>
                  </a:lnTo>
                  <a:lnTo>
                    <a:pt x="4970922" y="2331192"/>
                  </a:lnTo>
                  <a:lnTo>
                    <a:pt x="4971109" y="2334374"/>
                  </a:lnTo>
                  <a:lnTo>
                    <a:pt x="4971296" y="2337543"/>
                  </a:lnTo>
                  <a:lnTo>
                    <a:pt x="4971483" y="2340314"/>
                  </a:lnTo>
                  <a:lnTo>
                    <a:pt x="4971670" y="2343272"/>
                  </a:lnTo>
                  <a:lnTo>
                    <a:pt x="4971856" y="2346374"/>
                  </a:lnTo>
                  <a:lnTo>
                    <a:pt x="4972043" y="2349621"/>
                  </a:lnTo>
                  <a:lnTo>
                    <a:pt x="4972230" y="2352152"/>
                  </a:lnTo>
                  <a:lnTo>
                    <a:pt x="4972417" y="2354472"/>
                  </a:lnTo>
                  <a:lnTo>
                    <a:pt x="4972604" y="2356890"/>
                  </a:lnTo>
                  <a:lnTo>
                    <a:pt x="4972791" y="2358928"/>
                  </a:lnTo>
                  <a:lnTo>
                    <a:pt x="4972978" y="2360876"/>
                  </a:lnTo>
                  <a:lnTo>
                    <a:pt x="4973165" y="2362666"/>
                  </a:lnTo>
                  <a:lnTo>
                    <a:pt x="4973352" y="2364383"/>
                  </a:lnTo>
                  <a:lnTo>
                    <a:pt x="4973539" y="2365728"/>
                  </a:lnTo>
                  <a:lnTo>
                    <a:pt x="4973726" y="2366749"/>
                  </a:lnTo>
                  <a:lnTo>
                    <a:pt x="4973913" y="2367756"/>
                  </a:lnTo>
                  <a:lnTo>
                    <a:pt x="4974099" y="2368986"/>
                  </a:lnTo>
                  <a:lnTo>
                    <a:pt x="4974286" y="2370155"/>
                  </a:lnTo>
                  <a:lnTo>
                    <a:pt x="4974473" y="2371307"/>
                  </a:lnTo>
                  <a:lnTo>
                    <a:pt x="4974660" y="2371754"/>
                  </a:lnTo>
                  <a:lnTo>
                    <a:pt x="4974847" y="2371645"/>
                  </a:lnTo>
                  <a:lnTo>
                    <a:pt x="4975034" y="2371430"/>
                  </a:lnTo>
                  <a:lnTo>
                    <a:pt x="4975221" y="2371588"/>
                  </a:lnTo>
                  <a:lnTo>
                    <a:pt x="4975408" y="2371145"/>
                  </a:lnTo>
                  <a:lnTo>
                    <a:pt x="4975595" y="2370687"/>
                  </a:lnTo>
                  <a:lnTo>
                    <a:pt x="4975782" y="2369943"/>
                  </a:lnTo>
                  <a:lnTo>
                    <a:pt x="4975969" y="2369257"/>
                  </a:lnTo>
                  <a:lnTo>
                    <a:pt x="4976156" y="2368536"/>
                  </a:lnTo>
                  <a:lnTo>
                    <a:pt x="4976343" y="2367184"/>
                  </a:lnTo>
                  <a:lnTo>
                    <a:pt x="4976529" y="2365854"/>
                  </a:lnTo>
                  <a:lnTo>
                    <a:pt x="4976716" y="2364651"/>
                  </a:lnTo>
                  <a:lnTo>
                    <a:pt x="4976903" y="2363587"/>
                  </a:lnTo>
                  <a:lnTo>
                    <a:pt x="4977090" y="2362339"/>
                  </a:lnTo>
                  <a:lnTo>
                    <a:pt x="4977277" y="2360883"/>
                  </a:lnTo>
                  <a:lnTo>
                    <a:pt x="4977464" y="2359314"/>
                  </a:lnTo>
                  <a:lnTo>
                    <a:pt x="4977651" y="2357739"/>
                  </a:lnTo>
                  <a:lnTo>
                    <a:pt x="4977838" y="2356245"/>
                  </a:lnTo>
                  <a:lnTo>
                    <a:pt x="4978025" y="2354764"/>
                  </a:lnTo>
                  <a:lnTo>
                    <a:pt x="4978212" y="2353676"/>
                  </a:lnTo>
                  <a:lnTo>
                    <a:pt x="4978399" y="2353169"/>
                  </a:lnTo>
                  <a:lnTo>
                    <a:pt x="4978586" y="2352860"/>
                  </a:lnTo>
                  <a:lnTo>
                    <a:pt x="4978773" y="2352281"/>
                  </a:lnTo>
                  <a:lnTo>
                    <a:pt x="4978959" y="2352204"/>
                  </a:lnTo>
                  <a:lnTo>
                    <a:pt x="4979146" y="2353079"/>
                  </a:lnTo>
                  <a:lnTo>
                    <a:pt x="4979333" y="2353677"/>
                  </a:lnTo>
                  <a:lnTo>
                    <a:pt x="4979520" y="2353932"/>
                  </a:lnTo>
                  <a:lnTo>
                    <a:pt x="4979707" y="2354231"/>
                  </a:lnTo>
                  <a:lnTo>
                    <a:pt x="4979894" y="2354706"/>
                  </a:lnTo>
                  <a:lnTo>
                    <a:pt x="4980081" y="2355251"/>
                  </a:lnTo>
                  <a:lnTo>
                    <a:pt x="4980268" y="2356043"/>
                  </a:lnTo>
                  <a:lnTo>
                    <a:pt x="4980455" y="2357002"/>
                  </a:lnTo>
                  <a:lnTo>
                    <a:pt x="4980642" y="2358488"/>
                  </a:lnTo>
                  <a:lnTo>
                    <a:pt x="4980829" y="2360168"/>
                  </a:lnTo>
                  <a:lnTo>
                    <a:pt x="4981016" y="2361919"/>
                  </a:lnTo>
                  <a:lnTo>
                    <a:pt x="4981202" y="2363783"/>
                  </a:lnTo>
                  <a:lnTo>
                    <a:pt x="4981389" y="2365833"/>
                  </a:lnTo>
                  <a:lnTo>
                    <a:pt x="4981576" y="2367522"/>
                  </a:lnTo>
                  <a:lnTo>
                    <a:pt x="4981763" y="2368850"/>
                  </a:lnTo>
                  <a:lnTo>
                    <a:pt x="4981950" y="2370213"/>
                  </a:lnTo>
                  <a:lnTo>
                    <a:pt x="4982137" y="2371489"/>
                  </a:lnTo>
                  <a:lnTo>
                    <a:pt x="4982324" y="2373142"/>
                  </a:lnTo>
                  <a:lnTo>
                    <a:pt x="4982511" y="2375033"/>
                  </a:lnTo>
                  <a:lnTo>
                    <a:pt x="4982698" y="2376740"/>
                  </a:lnTo>
                  <a:lnTo>
                    <a:pt x="4982885" y="2378675"/>
                  </a:lnTo>
                  <a:lnTo>
                    <a:pt x="4983072" y="2380416"/>
                  </a:lnTo>
                  <a:lnTo>
                    <a:pt x="4983259" y="2381973"/>
                  </a:lnTo>
                  <a:lnTo>
                    <a:pt x="4983446" y="2382906"/>
                  </a:lnTo>
                  <a:lnTo>
                    <a:pt x="4983632" y="2383803"/>
                  </a:lnTo>
                  <a:lnTo>
                    <a:pt x="4983819" y="2384665"/>
                  </a:lnTo>
                  <a:lnTo>
                    <a:pt x="4984006" y="2385500"/>
                  </a:lnTo>
                  <a:lnTo>
                    <a:pt x="4984193" y="2385879"/>
                  </a:lnTo>
                  <a:lnTo>
                    <a:pt x="4984380" y="2385720"/>
                  </a:lnTo>
                  <a:lnTo>
                    <a:pt x="4984567" y="2385333"/>
                  </a:lnTo>
                  <a:lnTo>
                    <a:pt x="4984754" y="2384788"/>
                  </a:lnTo>
                  <a:lnTo>
                    <a:pt x="4984941" y="2384234"/>
                  </a:lnTo>
                  <a:lnTo>
                    <a:pt x="4985128" y="2383811"/>
                  </a:lnTo>
                  <a:lnTo>
                    <a:pt x="4985315" y="2383064"/>
                  </a:lnTo>
                  <a:lnTo>
                    <a:pt x="4985502" y="2382983"/>
                  </a:lnTo>
                  <a:lnTo>
                    <a:pt x="4985689" y="2383102"/>
                  </a:lnTo>
                  <a:lnTo>
                    <a:pt x="4985876" y="2382821"/>
                  </a:lnTo>
                  <a:lnTo>
                    <a:pt x="4986062" y="2382380"/>
                  </a:lnTo>
                  <a:lnTo>
                    <a:pt x="4986249" y="2382042"/>
                  </a:lnTo>
                  <a:lnTo>
                    <a:pt x="4986436" y="2381555"/>
                  </a:lnTo>
                  <a:lnTo>
                    <a:pt x="4986623" y="2380677"/>
                  </a:lnTo>
                  <a:lnTo>
                    <a:pt x="4986810" y="2379640"/>
                  </a:lnTo>
                  <a:lnTo>
                    <a:pt x="4986997" y="2378479"/>
                  </a:lnTo>
                  <a:lnTo>
                    <a:pt x="4987184" y="2377783"/>
                  </a:lnTo>
                  <a:lnTo>
                    <a:pt x="4987371" y="2376869"/>
                  </a:lnTo>
                  <a:lnTo>
                    <a:pt x="4987558" y="2375839"/>
                  </a:lnTo>
                  <a:lnTo>
                    <a:pt x="4987745" y="2373737"/>
                  </a:lnTo>
                  <a:lnTo>
                    <a:pt x="4987932" y="2371800"/>
                  </a:lnTo>
                  <a:lnTo>
                    <a:pt x="4988119" y="2369721"/>
                  </a:lnTo>
                  <a:lnTo>
                    <a:pt x="4988305" y="2368028"/>
                  </a:lnTo>
                  <a:lnTo>
                    <a:pt x="4988492" y="2367102"/>
                  </a:lnTo>
                  <a:lnTo>
                    <a:pt x="4988679" y="2366923"/>
                  </a:lnTo>
                  <a:lnTo>
                    <a:pt x="4988866" y="2367894"/>
                  </a:lnTo>
                  <a:lnTo>
                    <a:pt x="4989053" y="2369122"/>
                  </a:lnTo>
                  <a:lnTo>
                    <a:pt x="4989240" y="2370555"/>
                  </a:lnTo>
                  <a:lnTo>
                    <a:pt x="4989427" y="2372218"/>
                  </a:lnTo>
                  <a:lnTo>
                    <a:pt x="4989614" y="2373405"/>
                  </a:lnTo>
                  <a:lnTo>
                    <a:pt x="4989801" y="2374113"/>
                  </a:lnTo>
                  <a:lnTo>
                    <a:pt x="4989988" y="2374715"/>
                  </a:lnTo>
                  <a:lnTo>
                    <a:pt x="4990175" y="2375019"/>
                  </a:lnTo>
                  <a:lnTo>
                    <a:pt x="4990362" y="2375276"/>
                  </a:lnTo>
                  <a:lnTo>
                    <a:pt x="4990549" y="2375340"/>
                  </a:lnTo>
                  <a:lnTo>
                    <a:pt x="4990735" y="2375313"/>
                  </a:lnTo>
                  <a:lnTo>
                    <a:pt x="4990922" y="2375039"/>
                  </a:lnTo>
                  <a:lnTo>
                    <a:pt x="4991109" y="2374693"/>
                  </a:lnTo>
                  <a:lnTo>
                    <a:pt x="4991296" y="2373942"/>
                  </a:lnTo>
                  <a:lnTo>
                    <a:pt x="4991483" y="2372440"/>
                  </a:lnTo>
                  <a:lnTo>
                    <a:pt x="4991670" y="2370411"/>
                  </a:lnTo>
                  <a:lnTo>
                    <a:pt x="4991857" y="2368507"/>
                  </a:lnTo>
                  <a:lnTo>
                    <a:pt x="4992044" y="2366457"/>
                  </a:lnTo>
                  <a:lnTo>
                    <a:pt x="4992231" y="2363801"/>
                  </a:lnTo>
                  <a:lnTo>
                    <a:pt x="4992418" y="2360836"/>
                  </a:lnTo>
                  <a:lnTo>
                    <a:pt x="4992605" y="2358120"/>
                  </a:lnTo>
                  <a:lnTo>
                    <a:pt x="4992792" y="2354635"/>
                  </a:lnTo>
                  <a:lnTo>
                    <a:pt x="4992978" y="2351519"/>
                  </a:lnTo>
                  <a:lnTo>
                    <a:pt x="4993165" y="2348765"/>
                  </a:lnTo>
                  <a:lnTo>
                    <a:pt x="4993352" y="2345694"/>
                  </a:lnTo>
                  <a:lnTo>
                    <a:pt x="4993539" y="2342651"/>
                  </a:lnTo>
                  <a:lnTo>
                    <a:pt x="4993726" y="2340009"/>
                  </a:lnTo>
                  <a:lnTo>
                    <a:pt x="4993913" y="2337760"/>
                  </a:lnTo>
                  <a:lnTo>
                    <a:pt x="4994100" y="2335139"/>
                  </a:lnTo>
                  <a:lnTo>
                    <a:pt x="4994287" y="2332666"/>
                  </a:lnTo>
                  <a:lnTo>
                    <a:pt x="4994474" y="2330186"/>
                  </a:lnTo>
                  <a:lnTo>
                    <a:pt x="4994661" y="2327538"/>
                  </a:lnTo>
                  <a:lnTo>
                    <a:pt x="4994848" y="2324764"/>
                  </a:lnTo>
                  <a:lnTo>
                    <a:pt x="4995035" y="2322185"/>
                  </a:lnTo>
                  <a:lnTo>
                    <a:pt x="4995222" y="2319723"/>
                  </a:lnTo>
                  <a:lnTo>
                    <a:pt x="4995408" y="2317488"/>
                  </a:lnTo>
                  <a:lnTo>
                    <a:pt x="4995595" y="2315930"/>
                  </a:lnTo>
                  <a:lnTo>
                    <a:pt x="4995782" y="2314661"/>
                  </a:lnTo>
                  <a:lnTo>
                    <a:pt x="4995969" y="2314497"/>
                  </a:lnTo>
                  <a:lnTo>
                    <a:pt x="4996156" y="2314860"/>
                  </a:lnTo>
                  <a:lnTo>
                    <a:pt x="4996343" y="2315714"/>
                  </a:lnTo>
                  <a:lnTo>
                    <a:pt x="4996530" y="2316636"/>
                  </a:lnTo>
                  <a:lnTo>
                    <a:pt x="4996717" y="2317353"/>
                  </a:lnTo>
                  <a:lnTo>
                    <a:pt x="4996904" y="2317495"/>
                  </a:lnTo>
                  <a:lnTo>
                    <a:pt x="4997091" y="2317131"/>
                  </a:lnTo>
                  <a:lnTo>
                    <a:pt x="4997278" y="2316668"/>
                  </a:lnTo>
                  <a:lnTo>
                    <a:pt x="4997465" y="2315667"/>
                  </a:lnTo>
                  <a:lnTo>
                    <a:pt x="4997652" y="2314871"/>
                  </a:lnTo>
                  <a:lnTo>
                    <a:pt x="4997838" y="2314133"/>
                  </a:lnTo>
                  <a:lnTo>
                    <a:pt x="4998025" y="2313420"/>
                  </a:lnTo>
                  <a:lnTo>
                    <a:pt x="4998212" y="2311843"/>
                  </a:lnTo>
                  <a:lnTo>
                    <a:pt x="4998399" y="2310589"/>
                  </a:lnTo>
                  <a:lnTo>
                    <a:pt x="4998586" y="2309193"/>
                  </a:lnTo>
                  <a:lnTo>
                    <a:pt x="4998773" y="2307425"/>
                  </a:lnTo>
                  <a:lnTo>
                    <a:pt x="4998960" y="2305022"/>
                  </a:lnTo>
                  <a:lnTo>
                    <a:pt x="4999147" y="2302496"/>
                  </a:lnTo>
                  <a:lnTo>
                    <a:pt x="4999334" y="2299353"/>
                  </a:lnTo>
                  <a:lnTo>
                    <a:pt x="4999521" y="2296297"/>
                  </a:lnTo>
                  <a:lnTo>
                    <a:pt x="4999708" y="2293348"/>
                  </a:lnTo>
                  <a:lnTo>
                    <a:pt x="4999895" y="2290840"/>
                  </a:lnTo>
                  <a:lnTo>
                    <a:pt x="5000081" y="2288591"/>
                  </a:lnTo>
                  <a:lnTo>
                    <a:pt x="5000268" y="2286295"/>
                  </a:lnTo>
                  <a:lnTo>
                    <a:pt x="5000455" y="2284031"/>
                  </a:lnTo>
                  <a:lnTo>
                    <a:pt x="5000642" y="2282162"/>
                  </a:lnTo>
                  <a:lnTo>
                    <a:pt x="5000829" y="2280442"/>
                  </a:lnTo>
                  <a:lnTo>
                    <a:pt x="5001016" y="2279309"/>
                  </a:lnTo>
                  <a:lnTo>
                    <a:pt x="5001203" y="2279347"/>
                  </a:lnTo>
                  <a:lnTo>
                    <a:pt x="5001390" y="2279306"/>
                  </a:lnTo>
                  <a:lnTo>
                    <a:pt x="5001577" y="2279464"/>
                  </a:lnTo>
                  <a:lnTo>
                    <a:pt x="5001764" y="2279584"/>
                  </a:lnTo>
                  <a:lnTo>
                    <a:pt x="5001951" y="2280002"/>
                  </a:lnTo>
                  <a:lnTo>
                    <a:pt x="5002138" y="2280389"/>
                  </a:lnTo>
                  <a:lnTo>
                    <a:pt x="5002325" y="2280507"/>
                  </a:lnTo>
                  <a:lnTo>
                    <a:pt x="5002511" y="2280340"/>
                  </a:lnTo>
                  <a:lnTo>
                    <a:pt x="5002698" y="2279891"/>
                  </a:lnTo>
                  <a:lnTo>
                    <a:pt x="5002885" y="2279675"/>
                  </a:lnTo>
                  <a:lnTo>
                    <a:pt x="5003072" y="2279432"/>
                  </a:lnTo>
                  <a:lnTo>
                    <a:pt x="5003259" y="2278939"/>
                  </a:lnTo>
                  <a:lnTo>
                    <a:pt x="5003446" y="2278326"/>
                  </a:lnTo>
                  <a:lnTo>
                    <a:pt x="5003633" y="2277918"/>
                  </a:lnTo>
                  <a:lnTo>
                    <a:pt x="5003820" y="2277514"/>
                  </a:lnTo>
                  <a:lnTo>
                    <a:pt x="5004007" y="2276322"/>
                  </a:lnTo>
                  <a:lnTo>
                    <a:pt x="5004194" y="2275222"/>
                  </a:lnTo>
                  <a:lnTo>
                    <a:pt x="5004381" y="2273935"/>
                  </a:lnTo>
                  <a:lnTo>
                    <a:pt x="5004568" y="2272628"/>
                  </a:lnTo>
                  <a:lnTo>
                    <a:pt x="5004755" y="2270824"/>
                  </a:lnTo>
                  <a:lnTo>
                    <a:pt x="5004941" y="2269105"/>
                  </a:lnTo>
                  <a:lnTo>
                    <a:pt x="5005128" y="2267702"/>
                  </a:lnTo>
                  <a:lnTo>
                    <a:pt x="5005315" y="2266883"/>
                  </a:lnTo>
                  <a:lnTo>
                    <a:pt x="5005502" y="2266504"/>
                  </a:lnTo>
                  <a:lnTo>
                    <a:pt x="5005689" y="2266179"/>
                  </a:lnTo>
                  <a:lnTo>
                    <a:pt x="5005876" y="2265539"/>
                  </a:lnTo>
                  <a:lnTo>
                    <a:pt x="5006063" y="2264974"/>
                  </a:lnTo>
                  <a:lnTo>
                    <a:pt x="5006250" y="2263800"/>
                  </a:lnTo>
                  <a:lnTo>
                    <a:pt x="5006437" y="2262711"/>
                  </a:lnTo>
                  <a:lnTo>
                    <a:pt x="5006624" y="2261241"/>
                  </a:lnTo>
                  <a:lnTo>
                    <a:pt x="5006811" y="2259906"/>
                  </a:lnTo>
                  <a:lnTo>
                    <a:pt x="5006998" y="2258593"/>
                  </a:lnTo>
                  <a:lnTo>
                    <a:pt x="5007184" y="2257467"/>
                  </a:lnTo>
                  <a:lnTo>
                    <a:pt x="5007371" y="2256570"/>
                  </a:lnTo>
                  <a:lnTo>
                    <a:pt x="5007558" y="2255464"/>
                  </a:lnTo>
                  <a:lnTo>
                    <a:pt x="5007745" y="2253960"/>
                  </a:lnTo>
                  <a:lnTo>
                    <a:pt x="5007932" y="2252148"/>
                  </a:lnTo>
                  <a:lnTo>
                    <a:pt x="5008119" y="2249878"/>
                  </a:lnTo>
                  <a:lnTo>
                    <a:pt x="5008306" y="2247548"/>
                  </a:lnTo>
                  <a:lnTo>
                    <a:pt x="5008493" y="2245351"/>
                  </a:lnTo>
                  <a:lnTo>
                    <a:pt x="5008680" y="2243229"/>
                  </a:lnTo>
                  <a:lnTo>
                    <a:pt x="5008867" y="2241458"/>
                  </a:lnTo>
                  <a:lnTo>
                    <a:pt x="5009054" y="2239857"/>
                  </a:lnTo>
                  <a:lnTo>
                    <a:pt x="5009241" y="2238464"/>
                  </a:lnTo>
                  <a:lnTo>
                    <a:pt x="5009428" y="2237406"/>
                  </a:lnTo>
                  <a:lnTo>
                    <a:pt x="5009614" y="2236646"/>
                  </a:lnTo>
                  <a:lnTo>
                    <a:pt x="5009801" y="2236409"/>
                  </a:lnTo>
                  <a:lnTo>
                    <a:pt x="5009988" y="2236454"/>
                  </a:lnTo>
                  <a:lnTo>
                    <a:pt x="5010175" y="2237137"/>
                  </a:lnTo>
                  <a:lnTo>
                    <a:pt x="5010362" y="2237933"/>
                  </a:lnTo>
                  <a:lnTo>
                    <a:pt x="5010549" y="2239085"/>
                  </a:lnTo>
                  <a:lnTo>
                    <a:pt x="5010736" y="2240692"/>
                  </a:lnTo>
                  <a:lnTo>
                    <a:pt x="5010923" y="2242462"/>
                  </a:lnTo>
                  <a:lnTo>
                    <a:pt x="5011110" y="2244466"/>
                  </a:lnTo>
                  <a:lnTo>
                    <a:pt x="5011297" y="2246130"/>
                  </a:lnTo>
                  <a:lnTo>
                    <a:pt x="5011484" y="2247849"/>
                  </a:lnTo>
                  <a:lnTo>
                    <a:pt x="5011671" y="2249889"/>
                  </a:lnTo>
                  <a:lnTo>
                    <a:pt x="5011857" y="2251780"/>
                  </a:lnTo>
                  <a:lnTo>
                    <a:pt x="5012044" y="2253540"/>
                  </a:lnTo>
                  <a:lnTo>
                    <a:pt x="5012231" y="2255510"/>
                  </a:lnTo>
                  <a:lnTo>
                    <a:pt x="5012418" y="2257480"/>
                  </a:lnTo>
                  <a:lnTo>
                    <a:pt x="5012605" y="2258562"/>
                  </a:lnTo>
                  <a:lnTo>
                    <a:pt x="5012792" y="2259615"/>
                  </a:lnTo>
                  <a:lnTo>
                    <a:pt x="5012979" y="2260609"/>
                  </a:lnTo>
                  <a:lnTo>
                    <a:pt x="5013166" y="2261790"/>
                  </a:lnTo>
                  <a:lnTo>
                    <a:pt x="5013353" y="2263117"/>
                  </a:lnTo>
                  <a:lnTo>
                    <a:pt x="5013540" y="2264512"/>
                  </a:lnTo>
                  <a:lnTo>
                    <a:pt x="5013727" y="2266297"/>
                  </a:lnTo>
                  <a:lnTo>
                    <a:pt x="5013914" y="2268070"/>
                  </a:lnTo>
                  <a:lnTo>
                    <a:pt x="5014101" y="2269834"/>
                  </a:lnTo>
                  <a:lnTo>
                    <a:pt x="5014287" y="2271620"/>
                  </a:lnTo>
                  <a:lnTo>
                    <a:pt x="5014474" y="2273619"/>
                  </a:lnTo>
                  <a:lnTo>
                    <a:pt x="5014661" y="2275669"/>
                  </a:lnTo>
                  <a:lnTo>
                    <a:pt x="5014848" y="2277727"/>
                  </a:lnTo>
                  <a:lnTo>
                    <a:pt x="5015035" y="2279544"/>
                  </a:lnTo>
                  <a:lnTo>
                    <a:pt x="5015222" y="2281280"/>
                  </a:lnTo>
                  <a:lnTo>
                    <a:pt x="5015409" y="2282951"/>
                  </a:lnTo>
                  <a:lnTo>
                    <a:pt x="5015596" y="2284422"/>
                  </a:lnTo>
                  <a:lnTo>
                    <a:pt x="5015783" y="2285492"/>
                  </a:lnTo>
                  <a:lnTo>
                    <a:pt x="5015970" y="2286363"/>
                  </a:lnTo>
                  <a:lnTo>
                    <a:pt x="5016157" y="2287938"/>
                  </a:lnTo>
                  <a:lnTo>
                    <a:pt x="5016344" y="2288990"/>
                  </a:lnTo>
                  <a:lnTo>
                    <a:pt x="5016531" y="2289269"/>
                  </a:lnTo>
                  <a:lnTo>
                    <a:pt x="5016717" y="2289783"/>
                  </a:lnTo>
                  <a:lnTo>
                    <a:pt x="5016904" y="2290467"/>
                  </a:lnTo>
                  <a:lnTo>
                    <a:pt x="5017091" y="2290921"/>
                  </a:lnTo>
                  <a:lnTo>
                    <a:pt x="5017278" y="2291018"/>
                  </a:lnTo>
                  <a:lnTo>
                    <a:pt x="5017465" y="2290908"/>
                  </a:lnTo>
                  <a:lnTo>
                    <a:pt x="5017652" y="2290843"/>
                  </a:lnTo>
                  <a:lnTo>
                    <a:pt x="5017839" y="2290738"/>
                  </a:lnTo>
                  <a:lnTo>
                    <a:pt x="5018026" y="2290444"/>
                  </a:lnTo>
                  <a:lnTo>
                    <a:pt x="5018213" y="2290369"/>
                  </a:lnTo>
                  <a:lnTo>
                    <a:pt x="5018400" y="2290444"/>
                  </a:lnTo>
                  <a:lnTo>
                    <a:pt x="5018587" y="2290681"/>
                  </a:lnTo>
                  <a:lnTo>
                    <a:pt x="5018774" y="2291032"/>
                  </a:lnTo>
                  <a:lnTo>
                    <a:pt x="5018960" y="2291625"/>
                  </a:lnTo>
                  <a:lnTo>
                    <a:pt x="5019147" y="2292392"/>
                  </a:lnTo>
                  <a:lnTo>
                    <a:pt x="5019334" y="2293097"/>
                  </a:lnTo>
                  <a:lnTo>
                    <a:pt x="5019521" y="2293717"/>
                  </a:lnTo>
                  <a:lnTo>
                    <a:pt x="5019708" y="2294060"/>
                  </a:lnTo>
                  <a:lnTo>
                    <a:pt x="5019895" y="2294579"/>
                  </a:lnTo>
                  <a:lnTo>
                    <a:pt x="5020082" y="2295307"/>
                  </a:lnTo>
                  <a:lnTo>
                    <a:pt x="5020269" y="2296171"/>
                  </a:lnTo>
                  <a:lnTo>
                    <a:pt x="5020456" y="2297317"/>
                  </a:lnTo>
                  <a:lnTo>
                    <a:pt x="5020643" y="2298258"/>
                  </a:lnTo>
                  <a:lnTo>
                    <a:pt x="5020830" y="2299604"/>
                  </a:lnTo>
                  <a:lnTo>
                    <a:pt x="5021017" y="2301029"/>
                  </a:lnTo>
                  <a:lnTo>
                    <a:pt x="5021204" y="2302489"/>
                  </a:lnTo>
                  <a:lnTo>
                    <a:pt x="5021390" y="2304116"/>
                  </a:lnTo>
                  <a:lnTo>
                    <a:pt x="5021577" y="2305911"/>
                  </a:lnTo>
                  <a:lnTo>
                    <a:pt x="5021764" y="2308004"/>
                  </a:lnTo>
                  <a:lnTo>
                    <a:pt x="5021951" y="2310344"/>
                  </a:lnTo>
                  <a:lnTo>
                    <a:pt x="5022138" y="2312842"/>
                  </a:lnTo>
                  <a:lnTo>
                    <a:pt x="5022325" y="2315516"/>
                  </a:lnTo>
                  <a:lnTo>
                    <a:pt x="5022512" y="2318339"/>
                  </a:lnTo>
                  <a:lnTo>
                    <a:pt x="5022699" y="2321409"/>
                  </a:lnTo>
                  <a:lnTo>
                    <a:pt x="5022886" y="2324225"/>
                  </a:lnTo>
                  <a:lnTo>
                    <a:pt x="5023073" y="2326903"/>
                  </a:lnTo>
                  <a:lnTo>
                    <a:pt x="5023260" y="2329639"/>
                  </a:lnTo>
                  <a:lnTo>
                    <a:pt x="5023447" y="2332542"/>
                  </a:lnTo>
                  <a:lnTo>
                    <a:pt x="5023634" y="2335238"/>
                  </a:lnTo>
                  <a:lnTo>
                    <a:pt x="5023820" y="2337633"/>
                  </a:lnTo>
                  <a:lnTo>
                    <a:pt x="5024007" y="2340482"/>
                  </a:lnTo>
                  <a:lnTo>
                    <a:pt x="5024194" y="2343445"/>
                  </a:lnTo>
                  <a:lnTo>
                    <a:pt x="5024381" y="2346822"/>
                  </a:lnTo>
                  <a:lnTo>
                    <a:pt x="5024568" y="2350412"/>
                  </a:lnTo>
                  <a:lnTo>
                    <a:pt x="5024755" y="2354493"/>
                  </a:lnTo>
                  <a:lnTo>
                    <a:pt x="5024942" y="2358919"/>
                  </a:lnTo>
                  <a:lnTo>
                    <a:pt x="5025129" y="2363781"/>
                  </a:lnTo>
                  <a:lnTo>
                    <a:pt x="5025316" y="2368398"/>
                  </a:lnTo>
                  <a:lnTo>
                    <a:pt x="5025503" y="2373119"/>
                  </a:lnTo>
                  <a:lnTo>
                    <a:pt x="5025690" y="2377130"/>
                  </a:lnTo>
                  <a:lnTo>
                    <a:pt x="5025877" y="2380509"/>
                  </a:lnTo>
                  <a:lnTo>
                    <a:pt x="5026063" y="2383899"/>
                  </a:lnTo>
                  <a:lnTo>
                    <a:pt x="5026250" y="2386450"/>
                  </a:lnTo>
                  <a:lnTo>
                    <a:pt x="5026437" y="2388860"/>
                  </a:lnTo>
                  <a:lnTo>
                    <a:pt x="5026624" y="2391309"/>
                  </a:lnTo>
                  <a:lnTo>
                    <a:pt x="5026811" y="2393420"/>
                  </a:lnTo>
                  <a:lnTo>
                    <a:pt x="5026998" y="2395684"/>
                  </a:lnTo>
                  <a:lnTo>
                    <a:pt x="5027185" y="2397963"/>
                  </a:lnTo>
                  <a:lnTo>
                    <a:pt x="5027372" y="2399958"/>
                  </a:lnTo>
                  <a:lnTo>
                    <a:pt x="5027559" y="2401841"/>
                  </a:lnTo>
                  <a:lnTo>
                    <a:pt x="5027746" y="2403593"/>
                  </a:lnTo>
                  <a:lnTo>
                    <a:pt x="5027933" y="2405415"/>
                  </a:lnTo>
                  <a:lnTo>
                    <a:pt x="5028120" y="2406588"/>
                  </a:lnTo>
                  <a:lnTo>
                    <a:pt x="5028307" y="2407514"/>
                  </a:lnTo>
                  <a:lnTo>
                    <a:pt x="5028493" y="2408405"/>
                  </a:lnTo>
                  <a:lnTo>
                    <a:pt x="5028680" y="2409174"/>
                  </a:lnTo>
                  <a:lnTo>
                    <a:pt x="5028867" y="2409990"/>
                  </a:lnTo>
                  <a:lnTo>
                    <a:pt x="5029054" y="2411050"/>
                  </a:lnTo>
                  <a:lnTo>
                    <a:pt x="5029241" y="2411864"/>
                  </a:lnTo>
                  <a:lnTo>
                    <a:pt x="5029428" y="2412798"/>
                  </a:lnTo>
                  <a:lnTo>
                    <a:pt x="5029615" y="2414134"/>
                  </a:lnTo>
                  <a:lnTo>
                    <a:pt x="5029802" y="2415885"/>
                  </a:lnTo>
                  <a:lnTo>
                    <a:pt x="5029989" y="2417361"/>
                  </a:lnTo>
                  <a:lnTo>
                    <a:pt x="5030176" y="2419005"/>
                  </a:lnTo>
                  <a:lnTo>
                    <a:pt x="5030363" y="2420468"/>
                  </a:lnTo>
                  <a:lnTo>
                    <a:pt x="5030550" y="2422059"/>
                  </a:lnTo>
                  <a:lnTo>
                    <a:pt x="5030736" y="2423938"/>
                  </a:lnTo>
                  <a:lnTo>
                    <a:pt x="5030923" y="2425957"/>
                  </a:lnTo>
                  <a:lnTo>
                    <a:pt x="5031110" y="2427999"/>
                  </a:lnTo>
                  <a:lnTo>
                    <a:pt x="5031297" y="2430249"/>
                  </a:lnTo>
                  <a:lnTo>
                    <a:pt x="5031484" y="2432875"/>
                  </a:lnTo>
                  <a:lnTo>
                    <a:pt x="5031671" y="2435422"/>
                  </a:lnTo>
                  <a:lnTo>
                    <a:pt x="5031858" y="2437711"/>
                  </a:lnTo>
                  <a:lnTo>
                    <a:pt x="5032045" y="2440116"/>
                  </a:lnTo>
                  <a:lnTo>
                    <a:pt x="5032232" y="2442523"/>
                  </a:lnTo>
                  <a:lnTo>
                    <a:pt x="5032419" y="2444866"/>
                  </a:lnTo>
                  <a:lnTo>
                    <a:pt x="5032606" y="2447226"/>
                  </a:lnTo>
                  <a:lnTo>
                    <a:pt x="5032793" y="2449722"/>
                  </a:lnTo>
                  <a:lnTo>
                    <a:pt x="5032980" y="2452209"/>
                  </a:lnTo>
                  <a:lnTo>
                    <a:pt x="5033166" y="2454739"/>
                  </a:lnTo>
                  <a:lnTo>
                    <a:pt x="5033353" y="2456955"/>
                  </a:lnTo>
                  <a:lnTo>
                    <a:pt x="5033540" y="2459112"/>
                  </a:lnTo>
                  <a:lnTo>
                    <a:pt x="5033727" y="2460868"/>
                  </a:lnTo>
                  <a:lnTo>
                    <a:pt x="5033914" y="2462650"/>
                  </a:lnTo>
                  <a:lnTo>
                    <a:pt x="5034101" y="2464323"/>
                  </a:lnTo>
                  <a:lnTo>
                    <a:pt x="5034288" y="2466568"/>
                  </a:lnTo>
                  <a:lnTo>
                    <a:pt x="5034475" y="2469284"/>
                  </a:lnTo>
                  <a:lnTo>
                    <a:pt x="5034662" y="2472356"/>
                  </a:lnTo>
                  <a:lnTo>
                    <a:pt x="5034849" y="2476048"/>
                  </a:lnTo>
                  <a:lnTo>
                    <a:pt x="5035036" y="2479740"/>
                  </a:lnTo>
                  <a:lnTo>
                    <a:pt x="5035223" y="2483240"/>
                  </a:lnTo>
                  <a:lnTo>
                    <a:pt x="5035410" y="2486771"/>
                  </a:lnTo>
                  <a:lnTo>
                    <a:pt x="5035596" y="2490657"/>
                  </a:lnTo>
                  <a:lnTo>
                    <a:pt x="5035783" y="2494137"/>
                  </a:lnTo>
                  <a:lnTo>
                    <a:pt x="5035970" y="2497495"/>
                  </a:lnTo>
                  <a:lnTo>
                    <a:pt x="5036157" y="2500727"/>
                  </a:lnTo>
                  <a:lnTo>
                    <a:pt x="5036344" y="2503544"/>
                  </a:lnTo>
                  <a:lnTo>
                    <a:pt x="5036531" y="2506334"/>
                  </a:lnTo>
                  <a:lnTo>
                    <a:pt x="5036718" y="2509567"/>
                  </a:lnTo>
                  <a:lnTo>
                    <a:pt x="5036905" y="2512700"/>
                  </a:lnTo>
                  <a:lnTo>
                    <a:pt x="5037092" y="2515730"/>
                  </a:lnTo>
                  <a:lnTo>
                    <a:pt x="5037279" y="2518514"/>
                  </a:lnTo>
                  <a:lnTo>
                    <a:pt x="5037466" y="2521179"/>
                  </a:lnTo>
                  <a:lnTo>
                    <a:pt x="5037653" y="2523729"/>
                  </a:lnTo>
                  <a:lnTo>
                    <a:pt x="5037839" y="2526305"/>
                  </a:lnTo>
                  <a:lnTo>
                    <a:pt x="5038026" y="2528774"/>
                  </a:lnTo>
                  <a:lnTo>
                    <a:pt x="5038213" y="2531204"/>
                  </a:lnTo>
                  <a:lnTo>
                    <a:pt x="5038400" y="2533333"/>
                  </a:lnTo>
                  <a:lnTo>
                    <a:pt x="5038587" y="2534993"/>
                  </a:lnTo>
                  <a:lnTo>
                    <a:pt x="5038774" y="2537056"/>
                  </a:lnTo>
                  <a:lnTo>
                    <a:pt x="5038961" y="2538994"/>
                  </a:lnTo>
                  <a:lnTo>
                    <a:pt x="5039148" y="2541046"/>
                  </a:lnTo>
                  <a:lnTo>
                    <a:pt x="5039335" y="2542594"/>
                  </a:lnTo>
                  <a:lnTo>
                    <a:pt x="5039522" y="2544224"/>
                  </a:lnTo>
                  <a:lnTo>
                    <a:pt x="5039709" y="2545990"/>
                  </a:lnTo>
                  <a:lnTo>
                    <a:pt x="5039896" y="2547751"/>
                  </a:lnTo>
                  <a:lnTo>
                    <a:pt x="5040083" y="2549754"/>
                  </a:lnTo>
                  <a:lnTo>
                    <a:pt x="5040269" y="2551500"/>
                  </a:lnTo>
                  <a:lnTo>
                    <a:pt x="5040456" y="2553352"/>
                  </a:lnTo>
                  <a:lnTo>
                    <a:pt x="5040643" y="2555262"/>
                  </a:lnTo>
                  <a:lnTo>
                    <a:pt x="5040830" y="2557054"/>
                  </a:lnTo>
                  <a:lnTo>
                    <a:pt x="5041017" y="2558478"/>
                  </a:lnTo>
                  <a:lnTo>
                    <a:pt x="5041204" y="2559628"/>
                  </a:lnTo>
                  <a:lnTo>
                    <a:pt x="5041391" y="2560641"/>
                  </a:lnTo>
                  <a:lnTo>
                    <a:pt x="5041578" y="2561112"/>
                  </a:lnTo>
                  <a:lnTo>
                    <a:pt x="5041765" y="2561636"/>
                  </a:lnTo>
                  <a:lnTo>
                    <a:pt x="5041952" y="2562019"/>
                  </a:lnTo>
                  <a:lnTo>
                    <a:pt x="5042139" y="2563069"/>
                  </a:lnTo>
                  <a:lnTo>
                    <a:pt x="5042326" y="2564033"/>
                  </a:lnTo>
                  <a:lnTo>
                    <a:pt x="5042512" y="2564909"/>
                  </a:lnTo>
                  <a:lnTo>
                    <a:pt x="5042699" y="2565524"/>
                  </a:lnTo>
                  <a:lnTo>
                    <a:pt x="5042886" y="2565734"/>
                  </a:lnTo>
                  <a:lnTo>
                    <a:pt x="5043073" y="2566138"/>
                  </a:lnTo>
                  <a:lnTo>
                    <a:pt x="5043260" y="2566850"/>
                  </a:lnTo>
                  <a:lnTo>
                    <a:pt x="5043447" y="2567662"/>
                  </a:lnTo>
                  <a:lnTo>
                    <a:pt x="5043634" y="2568875"/>
                  </a:lnTo>
                  <a:lnTo>
                    <a:pt x="5043821" y="2570035"/>
                  </a:lnTo>
                  <a:lnTo>
                    <a:pt x="5044008" y="2571757"/>
                  </a:lnTo>
                  <a:lnTo>
                    <a:pt x="5044195" y="2573691"/>
                  </a:lnTo>
                  <a:lnTo>
                    <a:pt x="5044382" y="2575784"/>
                  </a:lnTo>
                  <a:lnTo>
                    <a:pt x="5044569" y="2577776"/>
                  </a:lnTo>
                  <a:lnTo>
                    <a:pt x="5044756" y="2579359"/>
                  </a:lnTo>
                  <a:lnTo>
                    <a:pt x="5044942" y="2581020"/>
                  </a:lnTo>
                  <a:lnTo>
                    <a:pt x="5045129" y="2582935"/>
                  </a:lnTo>
                  <a:lnTo>
                    <a:pt x="5045316" y="2584912"/>
                  </a:lnTo>
                  <a:lnTo>
                    <a:pt x="5045503" y="2586958"/>
                  </a:lnTo>
                  <a:lnTo>
                    <a:pt x="5045690" y="2588848"/>
                  </a:lnTo>
                  <a:lnTo>
                    <a:pt x="5045877" y="2590648"/>
                  </a:lnTo>
                  <a:lnTo>
                    <a:pt x="5046064" y="2592181"/>
                  </a:lnTo>
                  <a:lnTo>
                    <a:pt x="5046251" y="2593663"/>
                  </a:lnTo>
                  <a:lnTo>
                    <a:pt x="5046438" y="2595008"/>
                  </a:lnTo>
                  <a:lnTo>
                    <a:pt x="5046625" y="2596280"/>
                  </a:lnTo>
                  <a:lnTo>
                    <a:pt x="5046812" y="2597346"/>
                  </a:lnTo>
                  <a:lnTo>
                    <a:pt x="5046999" y="2598193"/>
                  </a:lnTo>
                  <a:lnTo>
                    <a:pt x="5047186" y="2598804"/>
                  </a:lnTo>
                  <a:lnTo>
                    <a:pt x="5047372" y="2599207"/>
                  </a:lnTo>
                  <a:lnTo>
                    <a:pt x="5047559" y="2599506"/>
                  </a:lnTo>
                  <a:lnTo>
                    <a:pt x="5047746" y="2599865"/>
                  </a:lnTo>
                  <a:lnTo>
                    <a:pt x="5047933" y="2600033"/>
                  </a:lnTo>
                  <a:lnTo>
                    <a:pt x="5048120" y="2600010"/>
                  </a:lnTo>
                  <a:lnTo>
                    <a:pt x="5048307" y="2600015"/>
                  </a:lnTo>
                  <a:lnTo>
                    <a:pt x="5048494" y="2599438"/>
                  </a:lnTo>
                  <a:lnTo>
                    <a:pt x="5048681" y="2599310"/>
                  </a:lnTo>
                  <a:lnTo>
                    <a:pt x="5048868" y="2599339"/>
                  </a:lnTo>
                  <a:lnTo>
                    <a:pt x="5049055" y="2599250"/>
                  </a:lnTo>
                  <a:lnTo>
                    <a:pt x="5049242" y="2599164"/>
                  </a:lnTo>
                  <a:lnTo>
                    <a:pt x="5049429" y="2599078"/>
                  </a:lnTo>
                  <a:lnTo>
                    <a:pt x="5049615" y="2598898"/>
                  </a:lnTo>
                  <a:lnTo>
                    <a:pt x="5049802" y="2598939"/>
                  </a:lnTo>
                  <a:lnTo>
                    <a:pt x="5049989" y="2599225"/>
                  </a:lnTo>
                  <a:lnTo>
                    <a:pt x="5050176" y="2599878"/>
                  </a:lnTo>
                  <a:lnTo>
                    <a:pt x="5050363" y="2600634"/>
                  </a:lnTo>
                  <a:lnTo>
                    <a:pt x="5050550" y="2601460"/>
                  </a:lnTo>
                  <a:lnTo>
                    <a:pt x="5050737" y="2602233"/>
                  </a:lnTo>
                  <a:lnTo>
                    <a:pt x="5050924" y="2602910"/>
                  </a:lnTo>
                  <a:lnTo>
                    <a:pt x="5051111" y="2603746"/>
                  </a:lnTo>
                  <a:lnTo>
                    <a:pt x="5051298" y="2604692"/>
                  </a:lnTo>
                  <a:lnTo>
                    <a:pt x="5051485" y="2605591"/>
                  </a:lnTo>
                  <a:lnTo>
                    <a:pt x="5051672" y="2606455"/>
                  </a:lnTo>
                  <a:lnTo>
                    <a:pt x="5051859" y="2607350"/>
                  </a:lnTo>
                  <a:lnTo>
                    <a:pt x="5052045" y="2608054"/>
                  </a:lnTo>
                  <a:lnTo>
                    <a:pt x="5052232" y="2608863"/>
                  </a:lnTo>
                  <a:lnTo>
                    <a:pt x="5052419" y="2609831"/>
                  </a:lnTo>
                  <a:lnTo>
                    <a:pt x="5052606" y="2610526"/>
                  </a:lnTo>
                  <a:lnTo>
                    <a:pt x="5052793" y="2610930"/>
                  </a:lnTo>
                  <a:lnTo>
                    <a:pt x="5052980" y="2610886"/>
                  </a:lnTo>
                  <a:lnTo>
                    <a:pt x="5053167" y="2610341"/>
                  </a:lnTo>
                  <a:lnTo>
                    <a:pt x="5053354" y="2609382"/>
                  </a:lnTo>
                  <a:lnTo>
                    <a:pt x="5053541" y="2608151"/>
                  </a:lnTo>
                  <a:lnTo>
                    <a:pt x="5053728" y="2606949"/>
                  </a:lnTo>
                  <a:lnTo>
                    <a:pt x="5053915" y="2605751"/>
                  </a:lnTo>
                  <a:lnTo>
                    <a:pt x="5054102" y="2604423"/>
                  </a:lnTo>
                  <a:lnTo>
                    <a:pt x="5054289" y="2603124"/>
                  </a:lnTo>
                  <a:lnTo>
                    <a:pt x="5054475" y="2601825"/>
                  </a:lnTo>
                  <a:lnTo>
                    <a:pt x="5054662" y="2600541"/>
                  </a:lnTo>
                  <a:lnTo>
                    <a:pt x="5054849" y="2599572"/>
                  </a:lnTo>
                  <a:lnTo>
                    <a:pt x="5055036" y="2598676"/>
                  </a:lnTo>
                  <a:lnTo>
                    <a:pt x="5055223" y="2597804"/>
                  </a:lnTo>
                  <a:lnTo>
                    <a:pt x="5055410" y="2597370"/>
                  </a:lnTo>
                  <a:lnTo>
                    <a:pt x="5055597" y="2596913"/>
                  </a:lnTo>
                  <a:lnTo>
                    <a:pt x="5055784" y="2596727"/>
                  </a:lnTo>
                  <a:lnTo>
                    <a:pt x="5055971" y="2596718"/>
                  </a:lnTo>
                  <a:lnTo>
                    <a:pt x="5056158" y="2596755"/>
                  </a:lnTo>
                  <a:lnTo>
                    <a:pt x="5056345" y="2596959"/>
                  </a:lnTo>
                  <a:lnTo>
                    <a:pt x="5056532" y="2597248"/>
                  </a:lnTo>
                  <a:lnTo>
                    <a:pt x="5056718" y="2597882"/>
                  </a:lnTo>
                  <a:lnTo>
                    <a:pt x="5056905" y="2598807"/>
                  </a:lnTo>
                  <a:lnTo>
                    <a:pt x="5057092" y="2599738"/>
                  </a:lnTo>
                  <a:lnTo>
                    <a:pt x="5057279" y="2600495"/>
                  </a:lnTo>
                  <a:lnTo>
                    <a:pt x="5057466" y="2600910"/>
                  </a:lnTo>
                  <a:lnTo>
                    <a:pt x="5057653" y="2601081"/>
                  </a:lnTo>
                  <a:lnTo>
                    <a:pt x="5057840" y="2601327"/>
                  </a:lnTo>
                  <a:lnTo>
                    <a:pt x="5058027" y="2602262"/>
                  </a:lnTo>
                  <a:lnTo>
                    <a:pt x="5058214" y="2602968"/>
                  </a:lnTo>
                  <a:lnTo>
                    <a:pt x="5058401" y="2603755"/>
                  </a:lnTo>
                  <a:lnTo>
                    <a:pt x="5058588" y="2604537"/>
                  </a:lnTo>
                  <a:lnTo>
                    <a:pt x="5058775" y="2605171"/>
                  </a:lnTo>
                  <a:lnTo>
                    <a:pt x="5058962" y="2605917"/>
                  </a:lnTo>
                  <a:lnTo>
                    <a:pt x="5059148" y="2606590"/>
                  </a:lnTo>
                  <a:lnTo>
                    <a:pt x="5059335" y="2606963"/>
                  </a:lnTo>
                  <a:lnTo>
                    <a:pt x="5059522" y="2607045"/>
                  </a:lnTo>
                  <a:lnTo>
                    <a:pt x="5059709" y="2606773"/>
                  </a:lnTo>
                  <a:lnTo>
                    <a:pt x="5059896" y="2606200"/>
                  </a:lnTo>
                  <a:lnTo>
                    <a:pt x="5060083" y="2605493"/>
                  </a:lnTo>
                  <a:lnTo>
                    <a:pt x="5060270" y="2604736"/>
                  </a:lnTo>
                  <a:lnTo>
                    <a:pt x="5060457" y="2603982"/>
                  </a:lnTo>
                  <a:lnTo>
                    <a:pt x="5060644" y="2603406"/>
                  </a:lnTo>
                  <a:lnTo>
                    <a:pt x="5060831" y="2602555"/>
                  </a:lnTo>
                  <a:lnTo>
                    <a:pt x="5061018" y="2601841"/>
                  </a:lnTo>
                  <a:lnTo>
                    <a:pt x="5061205" y="2601209"/>
                  </a:lnTo>
                  <a:lnTo>
                    <a:pt x="5061391" y="2600514"/>
                  </a:lnTo>
                  <a:lnTo>
                    <a:pt x="5061578" y="2599830"/>
                  </a:lnTo>
                  <a:lnTo>
                    <a:pt x="5061765" y="2599070"/>
                  </a:lnTo>
                  <a:lnTo>
                    <a:pt x="5061952" y="2597618"/>
                  </a:lnTo>
                  <a:lnTo>
                    <a:pt x="5062139" y="2596049"/>
                  </a:lnTo>
                  <a:lnTo>
                    <a:pt x="5062326" y="2593806"/>
                  </a:lnTo>
                  <a:lnTo>
                    <a:pt x="5062513" y="2591450"/>
                  </a:lnTo>
                  <a:lnTo>
                    <a:pt x="5062700" y="2589293"/>
                  </a:lnTo>
                  <a:lnTo>
                    <a:pt x="5062887" y="2587019"/>
                  </a:lnTo>
                  <a:lnTo>
                    <a:pt x="5063074" y="2585133"/>
                  </a:lnTo>
                  <a:lnTo>
                    <a:pt x="5063261" y="2583295"/>
                  </a:lnTo>
                  <a:lnTo>
                    <a:pt x="5063448" y="2581350"/>
                  </a:lnTo>
                  <a:lnTo>
                    <a:pt x="5063635" y="2579197"/>
                  </a:lnTo>
                  <a:lnTo>
                    <a:pt x="5063821" y="2577371"/>
                  </a:lnTo>
                  <a:lnTo>
                    <a:pt x="5064008" y="2575865"/>
                  </a:lnTo>
                  <a:lnTo>
                    <a:pt x="5064195" y="2574667"/>
                  </a:lnTo>
                  <a:lnTo>
                    <a:pt x="5064382" y="2573819"/>
                  </a:lnTo>
                  <a:lnTo>
                    <a:pt x="5064569" y="2573106"/>
                  </a:lnTo>
                  <a:lnTo>
                    <a:pt x="5064756" y="2572760"/>
                  </a:lnTo>
                  <a:lnTo>
                    <a:pt x="5064943" y="2572729"/>
                  </a:lnTo>
                  <a:lnTo>
                    <a:pt x="5065130" y="2573144"/>
                  </a:lnTo>
                  <a:lnTo>
                    <a:pt x="5065317" y="2573457"/>
                  </a:lnTo>
                  <a:lnTo>
                    <a:pt x="5065504" y="2574049"/>
                  </a:lnTo>
                  <a:lnTo>
                    <a:pt x="5065691" y="2574633"/>
                  </a:lnTo>
                  <a:lnTo>
                    <a:pt x="5065878" y="2575661"/>
                  </a:lnTo>
                  <a:lnTo>
                    <a:pt x="5066065" y="2576754"/>
                  </a:lnTo>
                  <a:lnTo>
                    <a:pt x="5066251" y="2577644"/>
                  </a:lnTo>
                  <a:lnTo>
                    <a:pt x="5066438" y="2578456"/>
                  </a:lnTo>
                  <a:lnTo>
                    <a:pt x="5066625" y="2579426"/>
                  </a:lnTo>
                  <a:lnTo>
                    <a:pt x="5066812" y="2580457"/>
                  </a:lnTo>
                  <a:lnTo>
                    <a:pt x="5066999" y="2581424"/>
                  </a:lnTo>
                  <a:lnTo>
                    <a:pt x="5067186" y="2582103"/>
                  </a:lnTo>
                  <a:lnTo>
                    <a:pt x="5067373" y="2582766"/>
                  </a:lnTo>
                  <a:lnTo>
                    <a:pt x="5067560" y="2583668"/>
                  </a:lnTo>
                  <a:lnTo>
                    <a:pt x="5067747" y="2584258"/>
                  </a:lnTo>
                  <a:lnTo>
                    <a:pt x="5067934" y="2584296"/>
                  </a:lnTo>
                  <a:lnTo>
                    <a:pt x="5068121" y="2584165"/>
                  </a:lnTo>
                  <a:lnTo>
                    <a:pt x="5068308" y="2584166"/>
                  </a:lnTo>
                  <a:lnTo>
                    <a:pt x="5068494" y="2584148"/>
                  </a:lnTo>
                  <a:lnTo>
                    <a:pt x="5068681" y="2583689"/>
                  </a:lnTo>
                  <a:lnTo>
                    <a:pt x="5068868" y="2582886"/>
                  </a:lnTo>
                  <a:lnTo>
                    <a:pt x="5069055" y="2581999"/>
                  </a:lnTo>
                  <a:lnTo>
                    <a:pt x="5069242" y="2581105"/>
                  </a:lnTo>
                  <a:lnTo>
                    <a:pt x="5069429" y="2580158"/>
                  </a:lnTo>
                  <a:lnTo>
                    <a:pt x="5069616" y="2579140"/>
                  </a:lnTo>
                  <a:lnTo>
                    <a:pt x="5069803" y="2578142"/>
                  </a:lnTo>
                  <a:lnTo>
                    <a:pt x="5069990" y="2577010"/>
                  </a:lnTo>
                  <a:lnTo>
                    <a:pt x="5070177" y="2575696"/>
                  </a:lnTo>
                  <a:lnTo>
                    <a:pt x="5070364" y="2573881"/>
                  </a:lnTo>
                  <a:lnTo>
                    <a:pt x="5070551" y="2571979"/>
                  </a:lnTo>
                  <a:lnTo>
                    <a:pt x="5070738" y="2569508"/>
                  </a:lnTo>
                  <a:lnTo>
                    <a:pt x="5070924" y="2566674"/>
                  </a:lnTo>
                  <a:lnTo>
                    <a:pt x="5071111" y="2563976"/>
                  </a:lnTo>
                  <a:lnTo>
                    <a:pt x="5071298" y="2561302"/>
                  </a:lnTo>
                  <a:lnTo>
                    <a:pt x="5071485" y="2558845"/>
                  </a:lnTo>
                  <a:lnTo>
                    <a:pt x="5071672" y="2556583"/>
                  </a:lnTo>
                  <a:lnTo>
                    <a:pt x="5071859" y="2554237"/>
                  </a:lnTo>
                  <a:lnTo>
                    <a:pt x="5072046" y="2551849"/>
                  </a:lnTo>
                  <a:lnTo>
                    <a:pt x="5072233" y="2549456"/>
                  </a:lnTo>
                  <a:lnTo>
                    <a:pt x="5072420" y="2547329"/>
                  </a:lnTo>
                  <a:lnTo>
                    <a:pt x="5072607" y="2545400"/>
                  </a:lnTo>
                  <a:lnTo>
                    <a:pt x="5072794" y="2543855"/>
                  </a:lnTo>
                  <a:lnTo>
                    <a:pt x="5072981" y="2542630"/>
                  </a:lnTo>
                  <a:lnTo>
                    <a:pt x="5073168" y="2541741"/>
                  </a:lnTo>
                  <a:lnTo>
                    <a:pt x="5073354" y="2541368"/>
                  </a:lnTo>
                  <a:lnTo>
                    <a:pt x="5073541" y="2541646"/>
                  </a:lnTo>
                  <a:lnTo>
                    <a:pt x="5073728" y="2542446"/>
                  </a:lnTo>
                  <a:lnTo>
                    <a:pt x="5073915" y="2543150"/>
                  </a:lnTo>
                  <a:lnTo>
                    <a:pt x="5074102" y="2543790"/>
                  </a:lnTo>
                  <a:lnTo>
                    <a:pt x="5074289" y="2544513"/>
                  </a:lnTo>
                  <a:lnTo>
                    <a:pt x="5074476" y="2545233"/>
                  </a:lnTo>
                  <a:lnTo>
                    <a:pt x="5074663" y="2546301"/>
                  </a:lnTo>
                  <a:lnTo>
                    <a:pt x="5074850" y="2547469"/>
                  </a:lnTo>
                  <a:lnTo>
                    <a:pt x="5075037" y="2548869"/>
                  </a:lnTo>
                  <a:lnTo>
                    <a:pt x="5075224" y="2550228"/>
                  </a:lnTo>
                  <a:lnTo>
                    <a:pt x="5075411" y="2551458"/>
                  </a:lnTo>
                  <a:lnTo>
                    <a:pt x="5075597" y="2552709"/>
                  </a:lnTo>
                  <a:lnTo>
                    <a:pt x="5075784" y="2553675"/>
                  </a:lnTo>
                  <a:lnTo>
                    <a:pt x="5075971" y="2554237"/>
                  </a:lnTo>
                  <a:lnTo>
                    <a:pt x="5076158" y="2554492"/>
                  </a:lnTo>
                  <a:lnTo>
                    <a:pt x="5076345" y="2554464"/>
                  </a:lnTo>
                  <a:lnTo>
                    <a:pt x="5076532" y="2554385"/>
                  </a:lnTo>
                  <a:lnTo>
                    <a:pt x="5076719" y="2553976"/>
                  </a:lnTo>
                  <a:lnTo>
                    <a:pt x="5076906" y="2553366"/>
                  </a:lnTo>
                  <a:lnTo>
                    <a:pt x="5077093" y="2552460"/>
                  </a:lnTo>
                  <a:lnTo>
                    <a:pt x="5077280" y="2551454"/>
                  </a:lnTo>
                  <a:lnTo>
                    <a:pt x="5077467" y="2549874"/>
                  </a:lnTo>
                  <a:lnTo>
                    <a:pt x="5077654" y="2547878"/>
                  </a:lnTo>
                  <a:lnTo>
                    <a:pt x="5077841" y="2545397"/>
                  </a:lnTo>
                  <a:lnTo>
                    <a:pt x="5078027" y="2542521"/>
                  </a:lnTo>
                  <a:lnTo>
                    <a:pt x="5078214" y="2539765"/>
                  </a:lnTo>
                  <a:lnTo>
                    <a:pt x="5078401" y="2536803"/>
                  </a:lnTo>
                  <a:lnTo>
                    <a:pt x="5078588" y="2534161"/>
                  </a:lnTo>
                  <a:lnTo>
                    <a:pt x="5078775" y="2532186"/>
                  </a:lnTo>
                  <a:lnTo>
                    <a:pt x="5078962" y="2530364"/>
                  </a:lnTo>
                  <a:lnTo>
                    <a:pt x="5079149" y="2528493"/>
                  </a:lnTo>
                  <a:lnTo>
                    <a:pt x="5079336" y="2525686"/>
                  </a:lnTo>
                  <a:lnTo>
                    <a:pt x="5079523" y="2522384"/>
                  </a:lnTo>
                  <a:lnTo>
                    <a:pt x="5079710" y="2518883"/>
                  </a:lnTo>
                  <a:lnTo>
                    <a:pt x="5079897" y="2514852"/>
                  </a:lnTo>
                  <a:lnTo>
                    <a:pt x="5080084" y="2511273"/>
                  </a:lnTo>
                  <a:lnTo>
                    <a:pt x="5080270" y="2508735"/>
                  </a:lnTo>
                  <a:lnTo>
                    <a:pt x="5080457" y="2506126"/>
                  </a:lnTo>
                  <a:lnTo>
                    <a:pt x="5080644" y="2503656"/>
                  </a:lnTo>
                  <a:lnTo>
                    <a:pt x="5080831" y="2501391"/>
                  </a:lnTo>
                  <a:lnTo>
                    <a:pt x="5081018" y="2499377"/>
                  </a:lnTo>
                  <a:lnTo>
                    <a:pt x="5081205" y="2497508"/>
                  </a:lnTo>
                  <a:lnTo>
                    <a:pt x="5081392" y="2495029"/>
                  </a:lnTo>
                  <a:lnTo>
                    <a:pt x="5081579" y="2492003"/>
                  </a:lnTo>
                  <a:lnTo>
                    <a:pt x="5081766" y="2488740"/>
                  </a:lnTo>
                  <a:lnTo>
                    <a:pt x="5081953" y="2485303"/>
                  </a:lnTo>
                  <a:lnTo>
                    <a:pt x="5082140" y="2482249"/>
                  </a:lnTo>
                  <a:lnTo>
                    <a:pt x="5082327" y="2479585"/>
                  </a:lnTo>
                  <a:lnTo>
                    <a:pt x="5082514" y="2477369"/>
                  </a:lnTo>
                  <a:lnTo>
                    <a:pt x="5082700" y="2475608"/>
                  </a:lnTo>
                  <a:lnTo>
                    <a:pt x="5082887" y="2473730"/>
                  </a:lnTo>
                  <a:lnTo>
                    <a:pt x="5083074" y="2471833"/>
                  </a:lnTo>
                  <a:lnTo>
                    <a:pt x="5083261" y="2469777"/>
                  </a:lnTo>
                  <a:lnTo>
                    <a:pt x="5083448" y="2468387"/>
                  </a:lnTo>
                  <a:lnTo>
                    <a:pt x="5083635" y="2466383"/>
                  </a:lnTo>
                  <a:lnTo>
                    <a:pt x="5083822" y="2463967"/>
                  </a:lnTo>
                  <a:lnTo>
                    <a:pt x="5084009" y="2460272"/>
                  </a:lnTo>
                  <a:lnTo>
                    <a:pt x="5084196" y="2457081"/>
                  </a:lnTo>
                  <a:lnTo>
                    <a:pt x="5084383" y="2454154"/>
                  </a:lnTo>
                  <a:lnTo>
                    <a:pt x="5084570" y="2450939"/>
                  </a:lnTo>
                  <a:lnTo>
                    <a:pt x="5084757" y="2447670"/>
                  </a:lnTo>
                  <a:lnTo>
                    <a:pt x="5084944" y="2443507"/>
                  </a:lnTo>
                  <a:lnTo>
                    <a:pt x="5085130" y="2438977"/>
                  </a:lnTo>
                  <a:lnTo>
                    <a:pt x="5085317" y="2433633"/>
                  </a:lnTo>
                  <a:lnTo>
                    <a:pt x="5085504" y="2428069"/>
                  </a:lnTo>
                  <a:lnTo>
                    <a:pt x="5085691" y="2422378"/>
                  </a:lnTo>
                  <a:lnTo>
                    <a:pt x="5085878" y="2416707"/>
                  </a:lnTo>
                  <a:lnTo>
                    <a:pt x="5086065" y="2410469"/>
                  </a:lnTo>
                  <a:lnTo>
                    <a:pt x="5086252" y="2403634"/>
                  </a:lnTo>
                  <a:lnTo>
                    <a:pt x="5086439" y="2396759"/>
                  </a:lnTo>
                  <a:lnTo>
                    <a:pt x="5086626" y="2389684"/>
                  </a:lnTo>
                  <a:lnTo>
                    <a:pt x="5086813" y="2382039"/>
                  </a:lnTo>
                  <a:lnTo>
                    <a:pt x="5087000" y="2374463"/>
                  </a:lnTo>
                  <a:lnTo>
                    <a:pt x="5087187" y="2366965"/>
                  </a:lnTo>
                  <a:lnTo>
                    <a:pt x="5087373" y="2359146"/>
                  </a:lnTo>
                  <a:lnTo>
                    <a:pt x="5087560" y="2350816"/>
                  </a:lnTo>
                  <a:lnTo>
                    <a:pt x="5087747" y="2343079"/>
                  </a:lnTo>
                  <a:lnTo>
                    <a:pt x="5087934" y="2335138"/>
                  </a:lnTo>
                  <a:lnTo>
                    <a:pt x="5088121" y="2328311"/>
                  </a:lnTo>
                  <a:lnTo>
                    <a:pt x="5088308" y="2321368"/>
                  </a:lnTo>
                  <a:lnTo>
                    <a:pt x="5088495" y="2314909"/>
                  </a:lnTo>
                  <a:lnTo>
                    <a:pt x="5088682" y="2308652"/>
                  </a:lnTo>
                  <a:lnTo>
                    <a:pt x="5088869" y="2303023"/>
                  </a:lnTo>
                  <a:lnTo>
                    <a:pt x="5089056" y="2297205"/>
                  </a:lnTo>
                  <a:lnTo>
                    <a:pt x="5089243" y="2291370"/>
                  </a:lnTo>
                  <a:lnTo>
                    <a:pt x="5089430" y="2285806"/>
                  </a:lnTo>
                  <a:lnTo>
                    <a:pt x="5089617" y="2280797"/>
                  </a:lnTo>
                  <a:lnTo>
                    <a:pt x="5089803" y="2276131"/>
                  </a:lnTo>
                  <a:lnTo>
                    <a:pt x="5089990" y="2271722"/>
                  </a:lnTo>
                  <a:lnTo>
                    <a:pt x="5090177" y="2268078"/>
                  </a:lnTo>
                  <a:lnTo>
                    <a:pt x="5090364" y="2265101"/>
                  </a:lnTo>
                  <a:lnTo>
                    <a:pt x="5090551" y="2263183"/>
                  </a:lnTo>
                  <a:lnTo>
                    <a:pt x="5090738" y="2261406"/>
                  </a:lnTo>
                  <a:lnTo>
                    <a:pt x="5090925" y="2258502"/>
                  </a:lnTo>
                  <a:lnTo>
                    <a:pt x="5091112" y="2255668"/>
                  </a:lnTo>
                  <a:lnTo>
                    <a:pt x="5091299" y="2253056"/>
                  </a:lnTo>
                  <a:lnTo>
                    <a:pt x="5091486" y="2250791"/>
                  </a:lnTo>
                  <a:lnTo>
                    <a:pt x="5091673" y="2247791"/>
                  </a:lnTo>
                  <a:lnTo>
                    <a:pt x="5091860" y="2244396"/>
                  </a:lnTo>
                  <a:lnTo>
                    <a:pt x="5092047" y="2240755"/>
                  </a:lnTo>
                  <a:lnTo>
                    <a:pt x="5092233" y="2236116"/>
                  </a:lnTo>
                  <a:lnTo>
                    <a:pt x="5092420" y="2230920"/>
                  </a:lnTo>
                  <a:lnTo>
                    <a:pt x="5092607" y="2224746"/>
                  </a:lnTo>
                  <a:lnTo>
                    <a:pt x="5092794" y="2217452"/>
                  </a:lnTo>
                  <a:lnTo>
                    <a:pt x="5092981" y="2209284"/>
                  </a:lnTo>
                  <a:lnTo>
                    <a:pt x="5093168" y="2200442"/>
                  </a:lnTo>
                  <a:lnTo>
                    <a:pt x="5093355" y="2190688"/>
                  </a:lnTo>
                  <a:lnTo>
                    <a:pt x="5093542" y="2181004"/>
                  </a:lnTo>
                  <a:lnTo>
                    <a:pt x="5093729" y="2170672"/>
                  </a:lnTo>
                  <a:lnTo>
                    <a:pt x="5093916" y="2160151"/>
                  </a:lnTo>
                  <a:lnTo>
                    <a:pt x="5094103" y="2149181"/>
                  </a:lnTo>
                  <a:lnTo>
                    <a:pt x="5094290" y="2138179"/>
                  </a:lnTo>
                  <a:lnTo>
                    <a:pt x="5094476" y="2127732"/>
                  </a:lnTo>
                  <a:lnTo>
                    <a:pt x="5094663" y="2117889"/>
                  </a:lnTo>
                  <a:lnTo>
                    <a:pt x="5094850" y="2109540"/>
                  </a:lnTo>
                  <a:lnTo>
                    <a:pt x="5095037" y="2101955"/>
                  </a:lnTo>
                  <a:lnTo>
                    <a:pt x="5095224" y="2094789"/>
                  </a:lnTo>
                  <a:lnTo>
                    <a:pt x="5095411" y="2087982"/>
                  </a:lnTo>
                  <a:lnTo>
                    <a:pt x="5095598" y="2081683"/>
                  </a:lnTo>
                  <a:lnTo>
                    <a:pt x="5095785" y="2075261"/>
                  </a:lnTo>
                  <a:lnTo>
                    <a:pt x="5095972" y="2068656"/>
                  </a:lnTo>
                  <a:lnTo>
                    <a:pt x="5096159" y="2061541"/>
                  </a:lnTo>
                  <a:lnTo>
                    <a:pt x="5096346" y="2054903"/>
                  </a:lnTo>
                  <a:lnTo>
                    <a:pt x="5096533" y="2049128"/>
                  </a:lnTo>
                  <a:lnTo>
                    <a:pt x="5096720" y="2043126"/>
                  </a:lnTo>
                  <a:lnTo>
                    <a:pt x="5096906" y="2036467"/>
                  </a:lnTo>
                  <a:lnTo>
                    <a:pt x="5097093" y="2029328"/>
                  </a:lnTo>
                  <a:lnTo>
                    <a:pt x="5097280" y="2021803"/>
                  </a:lnTo>
                  <a:lnTo>
                    <a:pt x="5097467" y="2013776"/>
                  </a:lnTo>
                  <a:lnTo>
                    <a:pt x="5097654" y="2005829"/>
                  </a:lnTo>
                  <a:lnTo>
                    <a:pt x="5097841" y="1997483"/>
                  </a:lnTo>
                  <a:lnTo>
                    <a:pt x="5098028" y="1988693"/>
                  </a:lnTo>
                  <a:lnTo>
                    <a:pt x="5098215" y="1979765"/>
                  </a:lnTo>
                  <a:lnTo>
                    <a:pt x="5098402" y="1970284"/>
                  </a:lnTo>
                  <a:lnTo>
                    <a:pt x="5098589" y="1960555"/>
                  </a:lnTo>
                  <a:lnTo>
                    <a:pt x="5098776" y="1949597"/>
                  </a:lnTo>
                  <a:lnTo>
                    <a:pt x="5098963" y="1939115"/>
                  </a:lnTo>
                  <a:lnTo>
                    <a:pt x="5099149" y="1928719"/>
                  </a:lnTo>
                  <a:lnTo>
                    <a:pt x="5099336" y="1916300"/>
                  </a:lnTo>
                  <a:lnTo>
                    <a:pt x="5099523" y="1903882"/>
                  </a:lnTo>
                  <a:lnTo>
                    <a:pt x="5099710" y="1892479"/>
                  </a:lnTo>
                  <a:lnTo>
                    <a:pt x="5099897" y="1883052"/>
                  </a:lnTo>
                  <a:lnTo>
                    <a:pt x="5100084" y="1873082"/>
                  </a:lnTo>
                  <a:lnTo>
                    <a:pt x="5100271" y="1864233"/>
                  </a:lnTo>
                  <a:lnTo>
                    <a:pt x="5100458" y="1854524"/>
                  </a:lnTo>
                  <a:lnTo>
                    <a:pt x="5100645" y="1844619"/>
                  </a:lnTo>
                  <a:lnTo>
                    <a:pt x="5100832" y="1833959"/>
                  </a:lnTo>
                  <a:lnTo>
                    <a:pt x="5101019" y="1823816"/>
                  </a:lnTo>
                  <a:lnTo>
                    <a:pt x="5101206" y="1813789"/>
                  </a:lnTo>
                  <a:lnTo>
                    <a:pt x="5101393" y="1803154"/>
                  </a:lnTo>
                  <a:lnTo>
                    <a:pt x="5101579" y="1792391"/>
                  </a:lnTo>
                  <a:lnTo>
                    <a:pt x="5101766" y="1780591"/>
                  </a:lnTo>
                  <a:lnTo>
                    <a:pt x="5101953" y="1767473"/>
                  </a:lnTo>
                  <a:lnTo>
                    <a:pt x="5102140" y="1754652"/>
                  </a:lnTo>
                  <a:lnTo>
                    <a:pt x="5102327" y="1740935"/>
                  </a:lnTo>
                  <a:lnTo>
                    <a:pt x="5102514" y="1726718"/>
                  </a:lnTo>
                  <a:lnTo>
                    <a:pt x="5102701" y="1711586"/>
                  </a:lnTo>
                  <a:lnTo>
                    <a:pt x="5102888" y="1697690"/>
                  </a:lnTo>
                  <a:lnTo>
                    <a:pt x="5103075" y="1683989"/>
                  </a:lnTo>
                  <a:lnTo>
                    <a:pt x="5103262" y="1670657"/>
                  </a:lnTo>
                  <a:lnTo>
                    <a:pt x="5103449" y="1657686"/>
                  </a:lnTo>
                  <a:lnTo>
                    <a:pt x="5103636" y="1645896"/>
                  </a:lnTo>
                  <a:lnTo>
                    <a:pt x="5103823" y="1633022"/>
                  </a:lnTo>
                  <a:lnTo>
                    <a:pt x="5104009" y="1620456"/>
                  </a:lnTo>
                  <a:lnTo>
                    <a:pt x="5104196" y="1608181"/>
                  </a:lnTo>
                  <a:lnTo>
                    <a:pt x="5104383" y="1596888"/>
                  </a:lnTo>
                  <a:lnTo>
                    <a:pt x="5104570" y="1585282"/>
                  </a:lnTo>
                  <a:lnTo>
                    <a:pt x="5104757" y="1574020"/>
                  </a:lnTo>
                  <a:lnTo>
                    <a:pt x="5104944" y="1563250"/>
                  </a:lnTo>
                  <a:lnTo>
                    <a:pt x="5105131" y="1552333"/>
                  </a:lnTo>
                  <a:lnTo>
                    <a:pt x="5105318" y="1541850"/>
                  </a:lnTo>
                  <a:lnTo>
                    <a:pt x="5105505" y="1531563"/>
                  </a:lnTo>
                  <a:lnTo>
                    <a:pt x="5105692" y="1521000"/>
                  </a:lnTo>
                  <a:lnTo>
                    <a:pt x="5105879" y="1510342"/>
                  </a:lnTo>
                  <a:lnTo>
                    <a:pt x="5106066" y="1499374"/>
                  </a:lnTo>
                  <a:lnTo>
                    <a:pt x="5106252" y="1487721"/>
                  </a:lnTo>
                  <a:lnTo>
                    <a:pt x="5106439" y="1475964"/>
                  </a:lnTo>
                  <a:lnTo>
                    <a:pt x="5106626" y="1464928"/>
                  </a:lnTo>
                  <a:lnTo>
                    <a:pt x="5106813" y="1453997"/>
                  </a:lnTo>
                  <a:lnTo>
                    <a:pt x="5107000" y="1443045"/>
                  </a:lnTo>
                  <a:lnTo>
                    <a:pt x="5107187" y="1432140"/>
                  </a:lnTo>
                  <a:lnTo>
                    <a:pt x="5107374" y="1421631"/>
                  </a:lnTo>
                  <a:lnTo>
                    <a:pt x="5107561" y="1412608"/>
                  </a:lnTo>
                  <a:lnTo>
                    <a:pt x="5107748" y="1403546"/>
                  </a:lnTo>
                  <a:lnTo>
                    <a:pt x="5107935" y="1394487"/>
                  </a:lnTo>
                  <a:lnTo>
                    <a:pt x="5108122" y="1384967"/>
                  </a:lnTo>
                  <a:lnTo>
                    <a:pt x="5108309" y="1376428"/>
                  </a:lnTo>
                  <a:lnTo>
                    <a:pt x="5108496" y="1367339"/>
                  </a:lnTo>
                  <a:lnTo>
                    <a:pt x="5108682" y="1358249"/>
                  </a:lnTo>
                  <a:lnTo>
                    <a:pt x="5108869" y="1348034"/>
                  </a:lnTo>
                  <a:lnTo>
                    <a:pt x="5109056" y="1337663"/>
                  </a:lnTo>
                  <a:lnTo>
                    <a:pt x="5109243" y="1326557"/>
                  </a:lnTo>
                  <a:lnTo>
                    <a:pt x="5109430" y="1315143"/>
                  </a:lnTo>
                  <a:lnTo>
                    <a:pt x="5109617" y="1304623"/>
                  </a:lnTo>
                  <a:lnTo>
                    <a:pt x="5109804" y="1295361"/>
                  </a:lnTo>
                  <a:lnTo>
                    <a:pt x="5109991" y="1286791"/>
                  </a:lnTo>
                  <a:lnTo>
                    <a:pt x="5110178" y="1278319"/>
                  </a:lnTo>
                  <a:lnTo>
                    <a:pt x="5110365" y="1269063"/>
                  </a:lnTo>
                  <a:lnTo>
                    <a:pt x="5110552" y="1260865"/>
                  </a:lnTo>
                  <a:lnTo>
                    <a:pt x="5110739" y="1252418"/>
                  </a:lnTo>
                  <a:lnTo>
                    <a:pt x="5110926" y="1243214"/>
                  </a:lnTo>
                  <a:lnTo>
                    <a:pt x="5111112" y="1234344"/>
                  </a:lnTo>
                  <a:lnTo>
                    <a:pt x="5111299" y="1225243"/>
                  </a:lnTo>
                  <a:lnTo>
                    <a:pt x="5111486" y="1217205"/>
                  </a:lnTo>
                  <a:lnTo>
                    <a:pt x="5111673" y="1209113"/>
                  </a:lnTo>
                  <a:lnTo>
                    <a:pt x="5111860" y="1201765"/>
                  </a:lnTo>
                  <a:lnTo>
                    <a:pt x="5112047" y="1194140"/>
                  </a:lnTo>
                  <a:lnTo>
                    <a:pt x="5112234" y="1186598"/>
                  </a:lnTo>
                  <a:lnTo>
                    <a:pt x="5112421" y="1179060"/>
                  </a:lnTo>
                  <a:lnTo>
                    <a:pt x="5112608" y="1171440"/>
                  </a:lnTo>
                  <a:lnTo>
                    <a:pt x="5112795" y="1164042"/>
                  </a:lnTo>
                  <a:lnTo>
                    <a:pt x="5112982" y="1156611"/>
                  </a:lnTo>
                  <a:lnTo>
                    <a:pt x="5113169" y="1149983"/>
                  </a:lnTo>
                  <a:lnTo>
                    <a:pt x="5113355" y="1144035"/>
                  </a:lnTo>
                  <a:lnTo>
                    <a:pt x="5113542" y="1138252"/>
                  </a:lnTo>
                  <a:lnTo>
                    <a:pt x="5113729" y="1133785"/>
                  </a:lnTo>
                  <a:lnTo>
                    <a:pt x="5113916" y="1129678"/>
                  </a:lnTo>
                  <a:lnTo>
                    <a:pt x="5114103" y="1125390"/>
                  </a:lnTo>
                  <a:lnTo>
                    <a:pt x="5114290" y="1121295"/>
                  </a:lnTo>
                  <a:lnTo>
                    <a:pt x="5114477" y="1117597"/>
                  </a:lnTo>
                  <a:lnTo>
                    <a:pt x="5114664" y="1114391"/>
                  </a:lnTo>
                  <a:lnTo>
                    <a:pt x="5114851" y="1111202"/>
                  </a:lnTo>
                  <a:lnTo>
                    <a:pt x="5115038" y="1108603"/>
                  </a:lnTo>
                  <a:lnTo>
                    <a:pt x="5115225" y="1106476"/>
                  </a:lnTo>
                  <a:lnTo>
                    <a:pt x="5115412" y="1104508"/>
                  </a:lnTo>
                  <a:lnTo>
                    <a:pt x="5115599" y="1101974"/>
                  </a:lnTo>
                  <a:lnTo>
                    <a:pt x="5115785" y="1099710"/>
                  </a:lnTo>
                  <a:lnTo>
                    <a:pt x="5115972" y="1097283"/>
                  </a:lnTo>
                  <a:lnTo>
                    <a:pt x="5116159" y="1093097"/>
                  </a:lnTo>
                  <a:lnTo>
                    <a:pt x="5116346" y="1088817"/>
                  </a:lnTo>
                  <a:lnTo>
                    <a:pt x="5116533" y="1083726"/>
                  </a:lnTo>
                  <a:lnTo>
                    <a:pt x="5116720" y="1079308"/>
                  </a:lnTo>
                  <a:lnTo>
                    <a:pt x="5116907" y="1074812"/>
                  </a:lnTo>
                  <a:lnTo>
                    <a:pt x="5117094" y="1070115"/>
                  </a:lnTo>
                  <a:lnTo>
                    <a:pt x="5117281" y="1065933"/>
                  </a:lnTo>
                  <a:lnTo>
                    <a:pt x="5117468" y="1061207"/>
                  </a:lnTo>
                  <a:lnTo>
                    <a:pt x="5117655" y="1054696"/>
                  </a:lnTo>
                  <a:lnTo>
                    <a:pt x="5117842" y="1047903"/>
                  </a:lnTo>
                  <a:lnTo>
                    <a:pt x="5118028" y="1040675"/>
                  </a:lnTo>
                  <a:lnTo>
                    <a:pt x="5118215" y="1033485"/>
                  </a:lnTo>
                  <a:lnTo>
                    <a:pt x="5118402" y="1026115"/>
                  </a:lnTo>
                  <a:lnTo>
                    <a:pt x="5118589" y="1018498"/>
                  </a:lnTo>
                  <a:lnTo>
                    <a:pt x="5118776" y="1011421"/>
                  </a:lnTo>
                  <a:lnTo>
                    <a:pt x="5118963" y="1004693"/>
                  </a:lnTo>
                  <a:lnTo>
                    <a:pt x="5119150" y="998866"/>
                  </a:lnTo>
                  <a:lnTo>
                    <a:pt x="5119337" y="992732"/>
                  </a:lnTo>
                  <a:lnTo>
                    <a:pt x="5119524" y="985149"/>
                  </a:lnTo>
                  <a:lnTo>
                    <a:pt x="5119711" y="976757"/>
                  </a:lnTo>
                  <a:lnTo>
                    <a:pt x="5119898" y="968805"/>
                  </a:lnTo>
                  <a:lnTo>
                    <a:pt x="5120085" y="959414"/>
                  </a:lnTo>
                  <a:lnTo>
                    <a:pt x="5120272" y="948403"/>
                  </a:lnTo>
                  <a:lnTo>
                    <a:pt x="5120458" y="937595"/>
                  </a:lnTo>
                  <a:lnTo>
                    <a:pt x="5120645" y="927676"/>
                  </a:lnTo>
                  <a:lnTo>
                    <a:pt x="5120832" y="917847"/>
                  </a:lnTo>
                  <a:lnTo>
                    <a:pt x="5121019" y="910051"/>
                  </a:lnTo>
                  <a:lnTo>
                    <a:pt x="5121206" y="902558"/>
                  </a:lnTo>
                  <a:lnTo>
                    <a:pt x="5121393" y="897210"/>
                  </a:lnTo>
                  <a:lnTo>
                    <a:pt x="5121580" y="891344"/>
                  </a:lnTo>
                  <a:lnTo>
                    <a:pt x="5121767" y="885098"/>
                  </a:lnTo>
                  <a:lnTo>
                    <a:pt x="5121954" y="879794"/>
                  </a:lnTo>
                  <a:lnTo>
                    <a:pt x="5122141" y="875230"/>
                  </a:lnTo>
                  <a:lnTo>
                    <a:pt x="5122328" y="872082"/>
                  </a:lnTo>
                  <a:lnTo>
                    <a:pt x="5122515" y="869315"/>
                  </a:lnTo>
                  <a:lnTo>
                    <a:pt x="5122702" y="867320"/>
                  </a:lnTo>
                  <a:lnTo>
                    <a:pt x="5122888" y="866239"/>
                  </a:lnTo>
                  <a:lnTo>
                    <a:pt x="5123075" y="865234"/>
                  </a:lnTo>
                  <a:lnTo>
                    <a:pt x="5123262" y="865457"/>
                  </a:lnTo>
                  <a:lnTo>
                    <a:pt x="5123449" y="865523"/>
                  </a:lnTo>
                  <a:lnTo>
                    <a:pt x="5123636" y="866755"/>
                  </a:lnTo>
                  <a:lnTo>
                    <a:pt x="5123823" y="867887"/>
                  </a:lnTo>
                  <a:lnTo>
                    <a:pt x="5124010" y="869065"/>
                  </a:lnTo>
                  <a:lnTo>
                    <a:pt x="5124197" y="870547"/>
                  </a:lnTo>
                  <a:lnTo>
                    <a:pt x="5124384" y="872298"/>
                  </a:lnTo>
                  <a:lnTo>
                    <a:pt x="5124571" y="873381"/>
                  </a:lnTo>
                  <a:lnTo>
                    <a:pt x="5124758" y="875390"/>
                  </a:lnTo>
                  <a:lnTo>
                    <a:pt x="5124945" y="877598"/>
                  </a:lnTo>
                  <a:lnTo>
                    <a:pt x="5125131" y="879070"/>
                  </a:lnTo>
                  <a:lnTo>
                    <a:pt x="5125318" y="881366"/>
                  </a:lnTo>
                  <a:lnTo>
                    <a:pt x="5125505" y="882450"/>
                  </a:lnTo>
                  <a:lnTo>
                    <a:pt x="5125692" y="884209"/>
                  </a:lnTo>
                  <a:lnTo>
                    <a:pt x="5125879" y="885428"/>
                  </a:lnTo>
                  <a:lnTo>
                    <a:pt x="5126066" y="886381"/>
                  </a:lnTo>
                  <a:lnTo>
                    <a:pt x="5126253" y="886726"/>
                  </a:lnTo>
                  <a:lnTo>
                    <a:pt x="5126440" y="887273"/>
                  </a:lnTo>
                  <a:lnTo>
                    <a:pt x="5126627" y="887740"/>
                  </a:lnTo>
                  <a:lnTo>
                    <a:pt x="5126814" y="888094"/>
                  </a:lnTo>
                  <a:lnTo>
                    <a:pt x="5127001" y="888022"/>
                  </a:lnTo>
                  <a:lnTo>
                    <a:pt x="5127188" y="887868"/>
                  </a:lnTo>
                  <a:lnTo>
                    <a:pt x="5127375" y="887817"/>
                  </a:lnTo>
                  <a:lnTo>
                    <a:pt x="5127561" y="887180"/>
                  </a:lnTo>
                  <a:lnTo>
                    <a:pt x="5127748" y="885906"/>
                  </a:lnTo>
                  <a:lnTo>
                    <a:pt x="5127935" y="883950"/>
                  </a:lnTo>
                  <a:lnTo>
                    <a:pt x="5128122" y="882185"/>
                  </a:lnTo>
                  <a:lnTo>
                    <a:pt x="5128309" y="880684"/>
                  </a:lnTo>
                  <a:lnTo>
                    <a:pt x="5128496" y="879230"/>
                  </a:lnTo>
                  <a:lnTo>
                    <a:pt x="5128683" y="877090"/>
                  </a:lnTo>
                  <a:lnTo>
                    <a:pt x="5128870" y="875204"/>
                  </a:lnTo>
                  <a:lnTo>
                    <a:pt x="5129057" y="873350"/>
                  </a:lnTo>
                  <a:lnTo>
                    <a:pt x="5129244" y="871784"/>
                  </a:lnTo>
                  <a:lnTo>
                    <a:pt x="5129431" y="870497"/>
                  </a:lnTo>
                  <a:lnTo>
                    <a:pt x="5129618" y="870160"/>
                  </a:lnTo>
                  <a:lnTo>
                    <a:pt x="5129805" y="870381"/>
                  </a:lnTo>
                  <a:lnTo>
                    <a:pt x="5129991" y="870826"/>
                  </a:lnTo>
                  <a:lnTo>
                    <a:pt x="5130178" y="872337"/>
                  </a:lnTo>
                  <a:lnTo>
                    <a:pt x="5130365" y="874363"/>
                  </a:lnTo>
                  <a:lnTo>
                    <a:pt x="5130552" y="876721"/>
                  </a:lnTo>
                  <a:lnTo>
                    <a:pt x="5130739" y="878771"/>
                  </a:lnTo>
                  <a:lnTo>
                    <a:pt x="5130926" y="879746"/>
                  </a:lnTo>
                  <a:lnTo>
                    <a:pt x="5131113" y="880484"/>
                  </a:lnTo>
                  <a:lnTo>
                    <a:pt x="5131300" y="878659"/>
                  </a:lnTo>
                  <a:lnTo>
                    <a:pt x="5131487" y="875822"/>
                  </a:lnTo>
                  <a:lnTo>
                    <a:pt x="5131674" y="873819"/>
                  </a:lnTo>
                  <a:lnTo>
                    <a:pt x="5131861" y="871983"/>
                  </a:lnTo>
                  <a:lnTo>
                    <a:pt x="5132048" y="872004"/>
                  </a:lnTo>
                  <a:lnTo>
                    <a:pt x="5132234" y="873250"/>
                  </a:lnTo>
                  <a:lnTo>
                    <a:pt x="5132421" y="874705"/>
                  </a:lnTo>
                  <a:lnTo>
                    <a:pt x="5132608" y="875745"/>
                  </a:lnTo>
                  <a:lnTo>
                    <a:pt x="5132795" y="876256"/>
                  </a:lnTo>
                  <a:lnTo>
                    <a:pt x="5132982" y="876151"/>
                  </a:lnTo>
                  <a:lnTo>
                    <a:pt x="5133169" y="876447"/>
                  </a:lnTo>
                  <a:lnTo>
                    <a:pt x="5133356" y="877068"/>
                  </a:lnTo>
                  <a:lnTo>
                    <a:pt x="5133543" y="878607"/>
                  </a:lnTo>
                  <a:lnTo>
                    <a:pt x="5133730" y="880267"/>
                  </a:lnTo>
                  <a:lnTo>
                    <a:pt x="5133917" y="881030"/>
                  </a:lnTo>
                  <a:lnTo>
                    <a:pt x="5134104" y="882155"/>
                  </a:lnTo>
                  <a:lnTo>
                    <a:pt x="5134291" y="883549"/>
                  </a:lnTo>
                  <a:lnTo>
                    <a:pt x="5134478" y="885768"/>
                  </a:lnTo>
                  <a:lnTo>
                    <a:pt x="5134664" y="888734"/>
                  </a:lnTo>
                  <a:lnTo>
                    <a:pt x="5134851" y="891891"/>
                  </a:lnTo>
                  <a:lnTo>
                    <a:pt x="5135038" y="894402"/>
                  </a:lnTo>
                  <a:lnTo>
                    <a:pt x="5135225" y="897646"/>
                  </a:lnTo>
                  <a:lnTo>
                    <a:pt x="5135412" y="901688"/>
                  </a:lnTo>
                  <a:lnTo>
                    <a:pt x="5135599" y="905839"/>
                  </a:lnTo>
                  <a:lnTo>
                    <a:pt x="5135786" y="910905"/>
                  </a:lnTo>
                  <a:lnTo>
                    <a:pt x="5135973" y="916247"/>
                  </a:lnTo>
                  <a:lnTo>
                    <a:pt x="5136160" y="922690"/>
                  </a:lnTo>
                  <a:lnTo>
                    <a:pt x="5136347" y="928728"/>
                  </a:lnTo>
                  <a:lnTo>
                    <a:pt x="5136534" y="934338"/>
                  </a:lnTo>
                  <a:lnTo>
                    <a:pt x="5136721" y="942613"/>
                  </a:lnTo>
                  <a:lnTo>
                    <a:pt x="5136907" y="950821"/>
                  </a:lnTo>
                  <a:lnTo>
                    <a:pt x="5137094" y="958320"/>
                  </a:lnTo>
                  <a:lnTo>
                    <a:pt x="5137281" y="963965"/>
                  </a:lnTo>
                  <a:lnTo>
                    <a:pt x="5137468" y="969389"/>
                  </a:lnTo>
                  <a:lnTo>
                    <a:pt x="5137655" y="974092"/>
                  </a:lnTo>
                  <a:lnTo>
                    <a:pt x="5137842" y="980027"/>
                  </a:lnTo>
                  <a:lnTo>
                    <a:pt x="5138029" y="984956"/>
                  </a:lnTo>
                  <a:lnTo>
                    <a:pt x="5138216" y="990103"/>
                  </a:lnTo>
                  <a:lnTo>
                    <a:pt x="5138403" y="993433"/>
                  </a:lnTo>
                  <a:lnTo>
                    <a:pt x="5138590" y="995435"/>
                  </a:lnTo>
                  <a:lnTo>
                    <a:pt x="5138777" y="996914"/>
                  </a:lnTo>
                  <a:lnTo>
                    <a:pt x="5138964" y="997969"/>
                  </a:lnTo>
                  <a:lnTo>
                    <a:pt x="5139151" y="999375"/>
                  </a:lnTo>
                  <a:lnTo>
                    <a:pt x="5139337" y="1002113"/>
                  </a:lnTo>
                  <a:lnTo>
                    <a:pt x="5139524" y="1003458"/>
                  </a:lnTo>
                  <a:lnTo>
                    <a:pt x="5139711" y="1006392"/>
                  </a:lnTo>
                  <a:lnTo>
                    <a:pt x="5139898" y="1008919"/>
                  </a:lnTo>
                  <a:lnTo>
                    <a:pt x="5140085" y="1012525"/>
                  </a:lnTo>
                  <a:lnTo>
                    <a:pt x="5140272" y="1014835"/>
                  </a:lnTo>
                  <a:lnTo>
                    <a:pt x="5140459" y="1017129"/>
                  </a:lnTo>
                  <a:lnTo>
                    <a:pt x="5140646" y="1018482"/>
                  </a:lnTo>
                  <a:lnTo>
                    <a:pt x="5140833" y="1019518"/>
                  </a:lnTo>
                  <a:lnTo>
                    <a:pt x="5141020" y="1019601"/>
                  </a:lnTo>
                  <a:lnTo>
                    <a:pt x="5141207" y="1020727"/>
                  </a:lnTo>
                  <a:lnTo>
                    <a:pt x="5141394" y="1021386"/>
                  </a:lnTo>
                  <a:lnTo>
                    <a:pt x="5141581" y="1021312"/>
                  </a:lnTo>
                  <a:lnTo>
                    <a:pt x="5141767" y="1020978"/>
                  </a:lnTo>
                  <a:lnTo>
                    <a:pt x="5141954" y="1021559"/>
                  </a:lnTo>
                  <a:lnTo>
                    <a:pt x="5142141" y="1022575"/>
                  </a:lnTo>
                  <a:lnTo>
                    <a:pt x="5142328" y="1022833"/>
                  </a:lnTo>
                  <a:lnTo>
                    <a:pt x="5142515" y="1022801"/>
                  </a:lnTo>
                  <a:lnTo>
                    <a:pt x="5142702" y="1022548"/>
                  </a:lnTo>
                  <a:lnTo>
                    <a:pt x="5142889" y="1020779"/>
                  </a:lnTo>
                  <a:lnTo>
                    <a:pt x="5143076" y="1019142"/>
                  </a:lnTo>
                  <a:lnTo>
                    <a:pt x="5143263" y="1017682"/>
                  </a:lnTo>
                  <a:lnTo>
                    <a:pt x="5143450" y="1015492"/>
                  </a:lnTo>
                  <a:lnTo>
                    <a:pt x="5143637" y="1014487"/>
                  </a:lnTo>
                  <a:lnTo>
                    <a:pt x="5143824" y="1014519"/>
                  </a:lnTo>
                  <a:lnTo>
                    <a:pt x="5144010" y="1015177"/>
                  </a:lnTo>
                  <a:lnTo>
                    <a:pt x="5144197" y="1017432"/>
                  </a:lnTo>
                  <a:lnTo>
                    <a:pt x="5144384" y="1019919"/>
                  </a:lnTo>
                  <a:lnTo>
                    <a:pt x="5144571" y="1022458"/>
                  </a:lnTo>
                  <a:lnTo>
                    <a:pt x="5144758" y="1024500"/>
                  </a:lnTo>
                  <a:lnTo>
                    <a:pt x="5144945" y="1024577"/>
                  </a:lnTo>
                  <a:lnTo>
                    <a:pt x="5145132" y="1024796"/>
                  </a:lnTo>
                  <a:lnTo>
                    <a:pt x="5145319" y="1024697"/>
                  </a:lnTo>
                  <a:lnTo>
                    <a:pt x="5145506" y="1025365"/>
                  </a:lnTo>
                  <a:lnTo>
                    <a:pt x="5145693" y="1024781"/>
                  </a:lnTo>
                  <a:lnTo>
                    <a:pt x="5145880" y="1026883"/>
                  </a:lnTo>
                  <a:lnTo>
                    <a:pt x="5146067" y="1029379"/>
                  </a:lnTo>
                  <a:lnTo>
                    <a:pt x="5146254" y="1033407"/>
                  </a:lnTo>
                  <a:lnTo>
                    <a:pt x="5146440" y="1038783"/>
                  </a:lnTo>
                  <a:lnTo>
                    <a:pt x="5146627" y="1046816"/>
                  </a:lnTo>
                  <a:lnTo>
                    <a:pt x="5146814" y="1054374"/>
                  </a:lnTo>
                  <a:lnTo>
                    <a:pt x="5147001" y="1062739"/>
                  </a:lnTo>
                  <a:lnTo>
                    <a:pt x="5147188" y="1070749"/>
                  </a:lnTo>
                  <a:lnTo>
                    <a:pt x="5147375" y="1077860"/>
                  </a:lnTo>
                  <a:lnTo>
                    <a:pt x="5147562" y="1084475"/>
                  </a:lnTo>
                  <a:lnTo>
                    <a:pt x="5147749" y="1091740"/>
                  </a:lnTo>
                  <a:lnTo>
                    <a:pt x="5147936" y="1097551"/>
                  </a:lnTo>
                  <a:lnTo>
                    <a:pt x="5148123" y="1103432"/>
                  </a:lnTo>
                  <a:lnTo>
                    <a:pt x="5148310" y="1109768"/>
                  </a:lnTo>
                  <a:lnTo>
                    <a:pt x="5148497" y="1115669"/>
                  </a:lnTo>
                  <a:lnTo>
                    <a:pt x="5148683" y="1121968"/>
                  </a:lnTo>
                  <a:lnTo>
                    <a:pt x="5148870" y="1127183"/>
                  </a:lnTo>
                  <a:lnTo>
                    <a:pt x="5149057" y="1132311"/>
                  </a:lnTo>
                  <a:lnTo>
                    <a:pt x="5149244" y="1136507"/>
                  </a:lnTo>
                  <a:lnTo>
                    <a:pt x="5149431" y="1140781"/>
                  </a:lnTo>
                  <a:lnTo>
                    <a:pt x="5149618" y="1145196"/>
                  </a:lnTo>
                  <a:lnTo>
                    <a:pt x="5149805" y="1149731"/>
                  </a:lnTo>
                  <a:lnTo>
                    <a:pt x="5149992" y="1153779"/>
                  </a:lnTo>
                  <a:lnTo>
                    <a:pt x="5150179" y="1156834"/>
                  </a:lnTo>
                  <a:lnTo>
                    <a:pt x="5150366" y="1158179"/>
                  </a:lnTo>
                  <a:lnTo>
                    <a:pt x="5150553" y="1156390"/>
                  </a:lnTo>
                  <a:lnTo>
                    <a:pt x="5150740" y="1151538"/>
                  </a:lnTo>
                  <a:lnTo>
                    <a:pt x="5150927" y="1143886"/>
                  </a:lnTo>
                  <a:lnTo>
                    <a:pt x="5151113" y="1134052"/>
                  </a:lnTo>
                  <a:lnTo>
                    <a:pt x="5151300" y="1124145"/>
                  </a:lnTo>
                  <a:lnTo>
                    <a:pt x="5151487" y="1115105"/>
                  </a:lnTo>
                  <a:lnTo>
                    <a:pt x="5151674" y="1106883"/>
                  </a:lnTo>
                  <a:lnTo>
                    <a:pt x="5151861" y="1097774"/>
                  </a:lnTo>
                  <a:lnTo>
                    <a:pt x="5152048" y="1088939"/>
                  </a:lnTo>
                  <a:lnTo>
                    <a:pt x="5152235" y="1081274"/>
                  </a:lnTo>
                  <a:lnTo>
                    <a:pt x="5152422" y="1073555"/>
                  </a:lnTo>
                  <a:lnTo>
                    <a:pt x="5152609" y="1065074"/>
                  </a:lnTo>
                  <a:lnTo>
                    <a:pt x="5152796" y="1056672"/>
                  </a:lnTo>
                  <a:lnTo>
                    <a:pt x="5152983" y="1047079"/>
                  </a:lnTo>
                  <a:lnTo>
                    <a:pt x="5153170" y="1036961"/>
                  </a:lnTo>
                  <a:lnTo>
                    <a:pt x="5153357" y="1027500"/>
                  </a:lnTo>
                  <a:lnTo>
                    <a:pt x="5153543" y="1019733"/>
                  </a:lnTo>
                  <a:lnTo>
                    <a:pt x="5153730" y="1012250"/>
                  </a:lnTo>
                  <a:lnTo>
                    <a:pt x="5153917" y="1005462"/>
                  </a:lnTo>
                  <a:lnTo>
                    <a:pt x="5154104" y="998227"/>
                  </a:lnTo>
                  <a:lnTo>
                    <a:pt x="5154291" y="989644"/>
                  </a:lnTo>
                  <a:lnTo>
                    <a:pt x="5154478" y="980223"/>
                  </a:lnTo>
                  <a:lnTo>
                    <a:pt x="5154665" y="970702"/>
                  </a:lnTo>
                  <a:lnTo>
                    <a:pt x="5154852" y="964235"/>
                  </a:lnTo>
                  <a:lnTo>
                    <a:pt x="5155039" y="959434"/>
                  </a:lnTo>
                  <a:lnTo>
                    <a:pt x="5155226" y="956506"/>
                  </a:lnTo>
                  <a:lnTo>
                    <a:pt x="5155413" y="953823"/>
                  </a:lnTo>
                  <a:lnTo>
                    <a:pt x="5155600" y="950391"/>
                  </a:lnTo>
                  <a:lnTo>
                    <a:pt x="5155786" y="946697"/>
                  </a:lnTo>
                  <a:lnTo>
                    <a:pt x="5155973" y="942802"/>
                  </a:lnTo>
                  <a:lnTo>
                    <a:pt x="5156160" y="939960"/>
                  </a:lnTo>
                  <a:lnTo>
                    <a:pt x="5156347" y="936961"/>
                  </a:lnTo>
                  <a:lnTo>
                    <a:pt x="5156534" y="932796"/>
                  </a:lnTo>
                  <a:lnTo>
                    <a:pt x="5156721" y="928819"/>
                  </a:lnTo>
                  <a:lnTo>
                    <a:pt x="5156908" y="925842"/>
                  </a:lnTo>
                  <a:lnTo>
                    <a:pt x="5157095" y="924010"/>
                  </a:lnTo>
                  <a:lnTo>
                    <a:pt x="5157282" y="922006"/>
                  </a:lnTo>
                  <a:lnTo>
                    <a:pt x="5157469" y="921286"/>
                  </a:lnTo>
                  <a:lnTo>
                    <a:pt x="5157656" y="922919"/>
                  </a:lnTo>
                  <a:lnTo>
                    <a:pt x="5157843" y="922830"/>
                  </a:lnTo>
                  <a:lnTo>
                    <a:pt x="5158030" y="921941"/>
                  </a:lnTo>
                  <a:lnTo>
                    <a:pt x="5158216" y="920151"/>
                  </a:lnTo>
                  <a:lnTo>
                    <a:pt x="5158403" y="915626"/>
                  </a:lnTo>
                  <a:lnTo>
                    <a:pt x="5158590" y="912480"/>
                  </a:lnTo>
                  <a:lnTo>
                    <a:pt x="5158777" y="909058"/>
                  </a:lnTo>
                  <a:lnTo>
                    <a:pt x="5158964" y="905992"/>
                  </a:lnTo>
                  <a:lnTo>
                    <a:pt x="5159151" y="904248"/>
                  </a:lnTo>
                  <a:lnTo>
                    <a:pt x="5159338" y="903530"/>
                  </a:lnTo>
                  <a:lnTo>
                    <a:pt x="5159525" y="903592"/>
                  </a:lnTo>
                  <a:lnTo>
                    <a:pt x="5159712" y="903612"/>
                  </a:lnTo>
                  <a:lnTo>
                    <a:pt x="5159899" y="903861"/>
                  </a:lnTo>
                  <a:lnTo>
                    <a:pt x="5160086" y="903673"/>
                  </a:lnTo>
                  <a:lnTo>
                    <a:pt x="5160273" y="903506"/>
                  </a:lnTo>
                  <a:lnTo>
                    <a:pt x="5160460" y="902105"/>
                  </a:lnTo>
                  <a:lnTo>
                    <a:pt x="5160646" y="900590"/>
                  </a:lnTo>
                  <a:lnTo>
                    <a:pt x="5160833" y="900838"/>
                  </a:lnTo>
                  <a:lnTo>
                    <a:pt x="5161020" y="901024"/>
                  </a:lnTo>
                  <a:lnTo>
                    <a:pt x="5161207" y="901373"/>
                  </a:lnTo>
                  <a:lnTo>
                    <a:pt x="5161394" y="901172"/>
                  </a:lnTo>
                  <a:lnTo>
                    <a:pt x="5161581" y="901259"/>
                  </a:lnTo>
                  <a:lnTo>
                    <a:pt x="5161768" y="900516"/>
                  </a:lnTo>
                  <a:lnTo>
                    <a:pt x="5161955" y="899144"/>
                  </a:lnTo>
                  <a:lnTo>
                    <a:pt x="5162142" y="896287"/>
                  </a:lnTo>
                  <a:lnTo>
                    <a:pt x="5162329" y="892594"/>
                  </a:lnTo>
                  <a:lnTo>
                    <a:pt x="5162516" y="888474"/>
                  </a:lnTo>
                  <a:lnTo>
                    <a:pt x="5162703" y="882930"/>
                  </a:lnTo>
                  <a:lnTo>
                    <a:pt x="5162889" y="877386"/>
                  </a:lnTo>
                  <a:lnTo>
                    <a:pt x="5163076" y="870585"/>
                  </a:lnTo>
                  <a:lnTo>
                    <a:pt x="5163263" y="863202"/>
                  </a:lnTo>
                  <a:lnTo>
                    <a:pt x="5163450" y="855020"/>
                  </a:lnTo>
                  <a:lnTo>
                    <a:pt x="5163637" y="845342"/>
                  </a:lnTo>
                  <a:lnTo>
                    <a:pt x="5163824" y="834743"/>
                  </a:lnTo>
                  <a:lnTo>
                    <a:pt x="5164011" y="823917"/>
                  </a:lnTo>
                  <a:lnTo>
                    <a:pt x="5164198" y="812779"/>
                  </a:lnTo>
                  <a:lnTo>
                    <a:pt x="5164385" y="801693"/>
                  </a:lnTo>
                  <a:lnTo>
                    <a:pt x="5164572" y="789729"/>
                  </a:lnTo>
                  <a:lnTo>
                    <a:pt x="5164759" y="777503"/>
                  </a:lnTo>
                  <a:lnTo>
                    <a:pt x="5164946" y="764403"/>
                  </a:lnTo>
                  <a:lnTo>
                    <a:pt x="5165133" y="751144"/>
                  </a:lnTo>
                  <a:lnTo>
                    <a:pt x="5165319" y="737848"/>
                  </a:lnTo>
                  <a:lnTo>
                    <a:pt x="5165506" y="724291"/>
                  </a:lnTo>
                  <a:lnTo>
                    <a:pt x="5165693" y="710636"/>
                  </a:lnTo>
                  <a:lnTo>
                    <a:pt x="5165880" y="695982"/>
                  </a:lnTo>
                  <a:lnTo>
                    <a:pt x="5166067" y="681645"/>
                  </a:lnTo>
                  <a:lnTo>
                    <a:pt x="5166254" y="666531"/>
                  </a:lnTo>
                  <a:lnTo>
                    <a:pt x="5166441" y="651784"/>
                  </a:lnTo>
                  <a:lnTo>
                    <a:pt x="5166628" y="636080"/>
                  </a:lnTo>
                  <a:lnTo>
                    <a:pt x="5166815" y="620545"/>
                  </a:lnTo>
                  <a:lnTo>
                    <a:pt x="5167002" y="604968"/>
                  </a:lnTo>
                  <a:lnTo>
                    <a:pt x="5167189" y="587747"/>
                  </a:lnTo>
                  <a:lnTo>
                    <a:pt x="5167376" y="571066"/>
                  </a:lnTo>
                  <a:lnTo>
                    <a:pt x="5167562" y="554365"/>
                  </a:lnTo>
                  <a:lnTo>
                    <a:pt x="5167749" y="538242"/>
                  </a:lnTo>
                  <a:lnTo>
                    <a:pt x="5167936" y="521782"/>
                  </a:lnTo>
                  <a:lnTo>
                    <a:pt x="5168123" y="509083"/>
                  </a:lnTo>
                  <a:lnTo>
                    <a:pt x="5168310" y="496997"/>
                  </a:lnTo>
                  <a:lnTo>
                    <a:pt x="5168497" y="485114"/>
                  </a:lnTo>
                  <a:lnTo>
                    <a:pt x="5168684" y="476599"/>
                  </a:lnTo>
                  <a:lnTo>
                    <a:pt x="5168871" y="469811"/>
                  </a:lnTo>
                  <a:lnTo>
                    <a:pt x="5169058" y="464295"/>
                  </a:lnTo>
                  <a:lnTo>
                    <a:pt x="5169245" y="459893"/>
                  </a:lnTo>
                  <a:lnTo>
                    <a:pt x="5169432" y="454167"/>
                  </a:lnTo>
                  <a:lnTo>
                    <a:pt x="5169619" y="446615"/>
                  </a:lnTo>
                  <a:lnTo>
                    <a:pt x="5169806" y="439767"/>
                  </a:lnTo>
                  <a:lnTo>
                    <a:pt x="5169992" y="433053"/>
                  </a:lnTo>
                  <a:lnTo>
                    <a:pt x="5170179" y="425969"/>
                  </a:lnTo>
                  <a:lnTo>
                    <a:pt x="5170366" y="418480"/>
                  </a:lnTo>
                  <a:lnTo>
                    <a:pt x="5170553" y="411113"/>
                  </a:lnTo>
                  <a:lnTo>
                    <a:pt x="5170740" y="404508"/>
                  </a:lnTo>
                  <a:lnTo>
                    <a:pt x="5170927" y="397929"/>
                  </a:lnTo>
                  <a:lnTo>
                    <a:pt x="5171114" y="391262"/>
                  </a:lnTo>
                  <a:lnTo>
                    <a:pt x="5171301" y="385361"/>
                  </a:lnTo>
                  <a:lnTo>
                    <a:pt x="5171488" y="379823"/>
                  </a:lnTo>
                  <a:lnTo>
                    <a:pt x="5171675" y="375688"/>
                  </a:lnTo>
                  <a:lnTo>
                    <a:pt x="5171862" y="371644"/>
                  </a:lnTo>
                  <a:lnTo>
                    <a:pt x="5172049" y="367410"/>
                  </a:lnTo>
                  <a:lnTo>
                    <a:pt x="5172236" y="362980"/>
                  </a:lnTo>
                  <a:lnTo>
                    <a:pt x="5172422" y="358824"/>
                  </a:lnTo>
                  <a:lnTo>
                    <a:pt x="5172609" y="353507"/>
                  </a:lnTo>
                  <a:lnTo>
                    <a:pt x="5172796" y="348173"/>
                  </a:lnTo>
                  <a:lnTo>
                    <a:pt x="5172983" y="344892"/>
                  </a:lnTo>
                  <a:lnTo>
                    <a:pt x="5173170" y="341840"/>
                  </a:lnTo>
                  <a:lnTo>
                    <a:pt x="5173357" y="338986"/>
                  </a:lnTo>
                  <a:lnTo>
                    <a:pt x="5173544" y="336074"/>
                  </a:lnTo>
                  <a:lnTo>
                    <a:pt x="5173731" y="333886"/>
                  </a:lnTo>
                  <a:lnTo>
                    <a:pt x="5173918" y="332308"/>
                  </a:lnTo>
                  <a:lnTo>
                    <a:pt x="5174105" y="330746"/>
                  </a:lnTo>
                  <a:lnTo>
                    <a:pt x="5174292" y="329567"/>
                  </a:lnTo>
                  <a:lnTo>
                    <a:pt x="5174479" y="328311"/>
                  </a:lnTo>
                  <a:lnTo>
                    <a:pt x="5174665" y="326726"/>
                  </a:lnTo>
                  <a:lnTo>
                    <a:pt x="5174852" y="324866"/>
                  </a:lnTo>
                  <a:lnTo>
                    <a:pt x="5175039" y="323999"/>
                  </a:lnTo>
                  <a:lnTo>
                    <a:pt x="5175226" y="323030"/>
                  </a:lnTo>
                  <a:lnTo>
                    <a:pt x="5175413" y="323095"/>
                  </a:lnTo>
                  <a:lnTo>
                    <a:pt x="5175600" y="323707"/>
                  </a:lnTo>
                  <a:lnTo>
                    <a:pt x="5175787" y="325223"/>
                  </a:lnTo>
                  <a:lnTo>
                    <a:pt x="5175974" y="327750"/>
                  </a:lnTo>
                  <a:lnTo>
                    <a:pt x="5176161" y="330333"/>
                  </a:lnTo>
                  <a:lnTo>
                    <a:pt x="5176348" y="333530"/>
                  </a:lnTo>
                  <a:lnTo>
                    <a:pt x="5176535" y="336621"/>
                  </a:lnTo>
                  <a:lnTo>
                    <a:pt x="5176722" y="339809"/>
                  </a:lnTo>
                  <a:lnTo>
                    <a:pt x="5176909" y="344118"/>
                  </a:lnTo>
                  <a:lnTo>
                    <a:pt x="5177095" y="346684"/>
                  </a:lnTo>
                  <a:lnTo>
                    <a:pt x="5177282" y="349273"/>
                  </a:lnTo>
                  <a:lnTo>
                    <a:pt x="5177469" y="352650"/>
                  </a:lnTo>
                  <a:lnTo>
                    <a:pt x="5177656" y="355725"/>
                  </a:lnTo>
                  <a:lnTo>
                    <a:pt x="5177843" y="358063"/>
                  </a:lnTo>
                  <a:lnTo>
                    <a:pt x="5178030" y="360381"/>
                  </a:lnTo>
                  <a:lnTo>
                    <a:pt x="5178217" y="363072"/>
                  </a:lnTo>
                  <a:lnTo>
                    <a:pt x="5178404" y="365640"/>
                  </a:lnTo>
                  <a:lnTo>
                    <a:pt x="5178591" y="368612"/>
                  </a:lnTo>
                  <a:lnTo>
                    <a:pt x="5178778" y="371635"/>
                  </a:lnTo>
                  <a:lnTo>
                    <a:pt x="5178965" y="375758"/>
                  </a:lnTo>
                  <a:lnTo>
                    <a:pt x="5179152" y="379503"/>
                  </a:lnTo>
                  <a:lnTo>
                    <a:pt x="5179339" y="383037"/>
                  </a:lnTo>
                  <a:lnTo>
                    <a:pt x="5179525" y="384958"/>
                  </a:lnTo>
                  <a:lnTo>
                    <a:pt x="5179712" y="387277"/>
                  </a:lnTo>
                  <a:lnTo>
                    <a:pt x="5179899" y="389942"/>
                  </a:lnTo>
                  <a:lnTo>
                    <a:pt x="5180086" y="392219"/>
                  </a:lnTo>
                  <a:lnTo>
                    <a:pt x="5180273" y="396036"/>
                  </a:lnTo>
                  <a:lnTo>
                    <a:pt x="5180460" y="401000"/>
                  </a:lnTo>
                  <a:lnTo>
                    <a:pt x="5180647" y="404770"/>
                  </a:lnTo>
                  <a:lnTo>
                    <a:pt x="5180834" y="410364"/>
                  </a:lnTo>
                  <a:lnTo>
                    <a:pt x="5181021" y="415941"/>
                  </a:lnTo>
                  <a:lnTo>
                    <a:pt x="5181208" y="421333"/>
                  </a:lnTo>
                  <a:lnTo>
                    <a:pt x="5181395" y="425713"/>
                  </a:lnTo>
                  <a:lnTo>
                    <a:pt x="5181582" y="428143"/>
                  </a:lnTo>
                  <a:lnTo>
                    <a:pt x="5181768" y="431032"/>
                  </a:lnTo>
                  <a:lnTo>
                    <a:pt x="5181955" y="434111"/>
                  </a:lnTo>
                  <a:lnTo>
                    <a:pt x="5182142" y="437652"/>
                  </a:lnTo>
                  <a:lnTo>
                    <a:pt x="5182329" y="441603"/>
                  </a:lnTo>
                  <a:lnTo>
                    <a:pt x="5182516" y="445678"/>
                  </a:lnTo>
                  <a:lnTo>
                    <a:pt x="5182703" y="449999"/>
                  </a:lnTo>
                  <a:lnTo>
                    <a:pt x="5182890" y="455394"/>
                  </a:lnTo>
                  <a:lnTo>
                    <a:pt x="5183077" y="460955"/>
                  </a:lnTo>
                  <a:lnTo>
                    <a:pt x="5183264" y="463526"/>
                  </a:lnTo>
                  <a:lnTo>
                    <a:pt x="5183451" y="465774"/>
                  </a:lnTo>
                  <a:lnTo>
                    <a:pt x="5183638" y="467167"/>
                  </a:lnTo>
                  <a:lnTo>
                    <a:pt x="5183825" y="466904"/>
                  </a:lnTo>
                  <a:lnTo>
                    <a:pt x="5184012" y="465218"/>
                  </a:lnTo>
                  <a:lnTo>
                    <a:pt x="5184198" y="463668"/>
                  </a:lnTo>
                  <a:lnTo>
                    <a:pt x="5184385" y="460068"/>
                  </a:lnTo>
                  <a:lnTo>
                    <a:pt x="5184572" y="454661"/>
                  </a:lnTo>
                  <a:lnTo>
                    <a:pt x="5184759" y="447713"/>
                  </a:lnTo>
                  <a:lnTo>
                    <a:pt x="5184946" y="441065"/>
                  </a:lnTo>
                  <a:lnTo>
                    <a:pt x="5185133" y="433818"/>
                  </a:lnTo>
                  <a:lnTo>
                    <a:pt x="5185320" y="427184"/>
                  </a:lnTo>
                  <a:lnTo>
                    <a:pt x="5185507" y="420077"/>
                  </a:lnTo>
                  <a:lnTo>
                    <a:pt x="5185694" y="412434"/>
                  </a:lnTo>
                  <a:lnTo>
                    <a:pt x="5185881" y="404015"/>
                  </a:lnTo>
                  <a:lnTo>
                    <a:pt x="5186068" y="395223"/>
                  </a:lnTo>
                  <a:lnTo>
                    <a:pt x="5186255" y="386784"/>
                  </a:lnTo>
                  <a:lnTo>
                    <a:pt x="5186441" y="377951"/>
                  </a:lnTo>
                  <a:lnTo>
                    <a:pt x="5186628" y="368516"/>
                  </a:lnTo>
                  <a:lnTo>
                    <a:pt x="5186815" y="359669"/>
                  </a:lnTo>
                  <a:lnTo>
                    <a:pt x="5187002" y="349826"/>
                  </a:lnTo>
                  <a:lnTo>
                    <a:pt x="5187189" y="340077"/>
                  </a:lnTo>
                  <a:lnTo>
                    <a:pt x="5187376" y="331760"/>
                  </a:lnTo>
                  <a:lnTo>
                    <a:pt x="5187563" y="324937"/>
                  </a:lnTo>
                  <a:lnTo>
                    <a:pt x="5187750" y="319302"/>
                  </a:lnTo>
                  <a:lnTo>
                    <a:pt x="5187937" y="317360"/>
                  </a:lnTo>
                  <a:lnTo>
                    <a:pt x="5188124" y="320320"/>
                  </a:lnTo>
                  <a:lnTo>
                    <a:pt x="5188311" y="327233"/>
                  </a:lnTo>
                  <a:lnTo>
                    <a:pt x="5188498" y="337331"/>
                  </a:lnTo>
                  <a:lnTo>
                    <a:pt x="5188685" y="348250"/>
                  </a:lnTo>
                  <a:lnTo>
                    <a:pt x="5188871" y="360018"/>
                  </a:lnTo>
                  <a:lnTo>
                    <a:pt x="5189058" y="370608"/>
                  </a:lnTo>
                  <a:lnTo>
                    <a:pt x="5189245" y="381699"/>
                  </a:lnTo>
                  <a:lnTo>
                    <a:pt x="5189432" y="392632"/>
                  </a:lnTo>
                  <a:lnTo>
                    <a:pt x="5189619" y="402744"/>
                  </a:lnTo>
                  <a:lnTo>
                    <a:pt x="5189806" y="412718"/>
                  </a:lnTo>
                  <a:lnTo>
                    <a:pt x="5189993" y="422961"/>
                  </a:lnTo>
                  <a:lnTo>
                    <a:pt x="5190180" y="433236"/>
                  </a:lnTo>
                  <a:lnTo>
                    <a:pt x="5190367" y="444987"/>
                  </a:lnTo>
                  <a:lnTo>
                    <a:pt x="5190554" y="457331"/>
                  </a:lnTo>
                  <a:lnTo>
                    <a:pt x="5190741" y="469200"/>
                  </a:lnTo>
                  <a:lnTo>
                    <a:pt x="5190928" y="480809"/>
                  </a:lnTo>
                  <a:lnTo>
                    <a:pt x="5191115" y="492515"/>
                  </a:lnTo>
                  <a:lnTo>
                    <a:pt x="5191301" y="504417"/>
                  </a:lnTo>
                  <a:lnTo>
                    <a:pt x="5191488" y="517321"/>
                  </a:lnTo>
                  <a:lnTo>
                    <a:pt x="5191675" y="532031"/>
                  </a:lnTo>
                  <a:lnTo>
                    <a:pt x="5191862" y="548491"/>
                  </a:lnTo>
                  <a:lnTo>
                    <a:pt x="5192049" y="565427"/>
                  </a:lnTo>
                  <a:lnTo>
                    <a:pt x="5192236" y="579693"/>
                  </a:lnTo>
                  <a:lnTo>
                    <a:pt x="5192423" y="592800"/>
                  </a:lnTo>
                  <a:lnTo>
                    <a:pt x="5192610" y="604097"/>
                  </a:lnTo>
                  <a:lnTo>
                    <a:pt x="5192797" y="614183"/>
                  </a:lnTo>
                  <a:lnTo>
                    <a:pt x="5192984" y="624887"/>
                  </a:lnTo>
                  <a:lnTo>
                    <a:pt x="5193171" y="636397"/>
                  </a:lnTo>
                  <a:lnTo>
                    <a:pt x="5193358" y="648399"/>
                  </a:lnTo>
                  <a:lnTo>
                    <a:pt x="5193544" y="659185"/>
                  </a:lnTo>
                  <a:lnTo>
                    <a:pt x="5193731" y="670248"/>
                  </a:lnTo>
                  <a:lnTo>
                    <a:pt x="5193918" y="681388"/>
                  </a:lnTo>
                  <a:lnTo>
                    <a:pt x="5194105" y="693076"/>
                  </a:lnTo>
                  <a:lnTo>
                    <a:pt x="5194292" y="704926"/>
                  </a:lnTo>
                  <a:lnTo>
                    <a:pt x="5194479" y="715989"/>
                  </a:lnTo>
                  <a:lnTo>
                    <a:pt x="5194666" y="726279"/>
                  </a:lnTo>
                  <a:lnTo>
                    <a:pt x="5194853" y="736605"/>
                  </a:lnTo>
                  <a:lnTo>
                    <a:pt x="5195040" y="746237"/>
                  </a:lnTo>
                  <a:lnTo>
                    <a:pt x="5195227" y="757073"/>
                  </a:lnTo>
                  <a:lnTo>
                    <a:pt x="5195414" y="767728"/>
                  </a:lnTo>
                  <a:lnTo>
                    <a:pt x="5195601" y="778478"/>
                  </a:lnTo>
                  <a:lnTo>
                    <a:pt x="5195788" y="790290"/>
                  </a:lnTo>
                  <a:lnTo>
                    <a:pt x="5195974" y="800422"/>
                  </a:lnTo>
                  <a:lnTo>
                    <a:pt x="5196161" y="809912"/>
                  </a:lnTo>
                  <a:lnTo>
                    <a:pt x="5196348" y="818723"/>
                  </a:lnTo>
                  <a:lnTo>
                    <a:pt x="5196535" y="826695"/>
                  </a:lnTo>
                  <a:lnTo>
                    <a:pt x="5196722" y="832610"/>
                  </a:lnTo>
                  <a:lnTo>
                    <a:pt x="5196909" y="837176"/>
                  </a:lnTo>
                  <a:lnTo>
                    <a:pt x="5197096" y="840514"/>
                  </a:lnTo>
                  <a:lnTo>
                    <a:pt x="5197283" y="843729"/>
                  </a:lnTo>
                  <a:lnTo>
                    <a:pt x="5197470" y="847470"/>
                  </a:lnTo>
                  <a:lnTo>
                    <a:pt x="5197657" y="849932"/>
                  </a:lnTo>
                  <a:lnTo>
                    <a:pt x="5197844" y="854106"/>
                  </a:lnTo>
                  <a:lnTo>
                    <a:pt x="5198031" y="857723"/>
                  </a:lnTo>
                  <a:lnTo>
                    <a:pt x="5198218" y="860725"/>
                  </a:lnTo>
                  <a:lnTo>
                    <a:pt x="5198404" y="863073"/>
                  </a:lnTo>
                  <a:lnTo>
                    <a:pt x="5198591" y="865358"/>
                  </a:lnTo>
                  <a:lnTo>
                    <a:pt x="5198778" y="867712"/>
                  </a:lnTo>
                  <a:lnTo>
                    <a:pt x="5198965" y="870670"/>
                  </a:lnTo>
                  <a:lnTo>
                    <a:pt x="5199152" y="874392"/>
                  </a:lnTo>
                  <a:lnTo>
                    <a:pt x="5199339" y="879486"/>
                  </a:lnTo>
                  <a:lnTo>
                    <a:pt x="5199526" y="885350"/>
                  </a:lnTo>
                  <a:lnTo>
                    <a:pt x="5199713" y="891737"/>
                  </a:lnTo>
                  <a:lnTo>
                    <a:pt x="5199900" y="898186"/>
                  </a:lnTo>
                  <a:lnTo>
                    <a:pt x="5200087" y="905503"/>
                  </a:lnTo>
                  <a:lnTo>
                    <a:pt x="5200274" y="912796"/>
                  </a:lnTo>
                  <a:lnTo>
                    <a:pt x="5200461" y="920542"/>
                  </a:lnTo>
                  <a:lnTo>
                    <a:pt x="5200647" y="928744"/>
                  </a:lnTo>
                  <a:lnTo>
                    <a:pt x="5200834" y="937608"/>
                  </a:lnTo>
                  <a:lnTo>
                    <a:pt x="5201021" y="947890"/>
                  </a:lnTo>
                  <a:lnTo>
                    <a:pt x="5201208" y="959011"/>
                  </a:lnTo>
                  <a:lnTo>
                    <a:pt x="5201395" y="969930"/>
                  </a:lnTo>
                  <a:lnTo>
                    <a:pt x="5201582" y="981504"/>
                  </a:lnTo>
                  <a:lnTo>
                    <a:pt x="5201769" y="993254"/>
                  </a:lnTo>
                  <a:lnTo>
                    <a:pt x="5201956" y="1004769"/>
                  </a:lnTo>
                  <a:lnTo>
                    <a:pt x="5202143" y="1016137"/>
                  </a:lnTo>
                  <a:lnTo>
                    <a:pt x="5202330" y="1027320"/>
                  </a:lnTo>
                  <a:lnTo>
                    <a:pt x="5202517" y="1039474"/>
                  </a:lnTo>
                  <a:lnTo>
                    <a:pt x="5202704" y="1051694"/>
                  </a:lnTo>
                  <a:lnTo>
                    <a:pt x="5202891" y="1062629"/>
                  </a:lnTo>
                  <a:lnTo>
                    <a:pt x="5203077" y="1072610"/>
                  </a:lnTo>
                  <a:lnTo>
                    <a:pt x="5203264" y="1083755"/>
                  </a:lnTo>
                  <a:lnTo>
                    <a:pt x="5203451" y="1095500"/>
                  </a:lnTo>
                  <a:lnTo>
                    <a:pt x="5203638" y="1107859"/>
                  </a:lnTo>
                  <a:lnTo>
                    <a:pt x="5203825" y="1121096"/>
                  </a:lnTo>
                  <a:lnTo>
                    <a:pt x="5204012" y="1134799"/>
                  </a:lnTo>
                  <a:lnTo>
                    <a:pt x="5204199" y="1148093"/>
                  </a:lnTo>
                  <a:lnTo>
                    <a:pt x="5204386" y="1161599"/>
                  </a:lnTo>
                  <a:lnTo>
                    <a:pt x="5204573" y="1175814"/>
                  </a:lnTo>
                  <a:lnTo>
                    <a:pt x="5204760" y="1190883"/>
                  </a:lnTo>
                  <a:lnTo>
                    <a:pt x="5204947" y="1206194"/>
                  </a:lnTo>
                  <a:lnTo>
                    <a:pt x="5205134" y="1221369"/>
                  </a:lnTo>
                  <a:lnTo>
                    <a:pt x="5205320" y="1236666"/>
                  </a:lnTo>
                  <a:lnTo>
                    <a:pt x="5205507" y="1248697"/>
                  </a:lnTo>
                  <a:lnTo>
                    <a:pt x="5205694" y="1260917"/>
                  </a:lnTo>
                  <a:lnTo>
                    <a:pt x="5205881" y="1274155"/>
                  </a:lnTo>
                  <a:lnTo>
                    <a:pt x="5206068" y="1286661"/>
                  </a:lnTo>
                  <a:lnTo>
                    <a:pt x="5206255" y="1298686"/>
                  </a:lnTo>
                  <a:lnTo>
                    <a:pt x="5206442" y="1308289"/>
                  </a:lnTo>
                  <a:lnTo>
                    <a:pt x="5206629" y="1315540"/>
                  </a:lnTo>
                  <a:lnTo>
                    <a:pt x="5206816" y="1322314"/>
                  </a:lnTo>
                  <a:lnTo>
                    <a:pt x="5207003" y="1328693"/>
                  </a:lnTo>
                  <a:lnTo>
                    <a:pt x="5207190" y="1333156"/>
                  </a:lnTo>
                  <a:lnTo>
                    <a:pt x="5207377" y="1336424"/>
                  </a:lnTo>
                  <a:lnTo>
                    <a:pt x="5207564" y="1339591"/>
                  </a:lnTo>
                  <a:lnTo>
                    <a:pt x="5207750" y="1342600"/>
                  </a:lnTo>
                  <a:lnTo>
                    <a:pt x="5207937" y="1344615"/>
                  </a:lnTo>
                  <a:lnTo>
                    <a:pt x="5208124" y="1346527"/>
                  </a:lnTo>
                  <a:lnTo>
                    <a:pt x="5208311" y="1348835"/>
                  </a:lnTo>
                  <a:lnTo>
                    <a:pt x="5208498" y="1350991"/>
                  </a:lnTo>
                  <a:lnTo>
                    <a:pt x="5208685" y="1351726"/>
                  </a:lnTo>
                  <a:lnTo>
                    <a:pt x="5208872" y="1352651"/>
                  </a:lnTo>
                  <a:lnTo>
                    <a:pt x="5209059" y="1351538"/>
                  </a:lnTo>
                  <a:lnTo>
                    <a:pt x="5209246" y="1349976"/>
                  </a:lnTo>
                  <a:lnTo>
                    <a:pt x="5209433" y="1348216"/>
                  </a:lnTo>
                  <a:lnTo>
                    <a:pt x="5209620" y="1347081"/>
                  </a:lnTo>
                  <a:lnTo>
                    <a:pt x="5209807" y="1346364"/>
                  </a:lnTo>
                  <a:lnTo>
                    <a:pt x="5209994" y="1346765"/>
                  </a:lnTo>
                  <a:lnTo>
                    <a:pt x="5210180" y="1346717"/>
                  </a:lnTo>
                  <a:lnTo>
                    <a:pt x="5210367" y="1344898"/>
                  </a:lnTo>
                  <a:lnTo>
                    <a:pt x="5210554" y="1342122"/>
                  </a:lnTo>
                  <a:lnTo>
                    <a:pt x="5210741" y="1339506"/>
                  </a:lnTo>
                  <a:lnTo>
                    <a:pt x="5210928" y="1337712"/>
                  </a:lnTo>
                  <a:lnTo>
                    <a:pt x="5211115" y="1334651"/>
                  </a:lnTo>
                  <a:lnTo>
                    <a:pt x="5211302" y="1331744"/>
                  </a:lnTo>
                  <a:lnTo>
                    <a:pt x="5211489" y="1327788"/>
                  </a:lnTo>
                  <a:lnTo>
                    <a:pt x="5211676" y="1323871"/>
                  </a:lnTo>
                  <a:lnTo>
                    <a:pt x="5211863" y="1320345"/>
                  </a:lnTo>
                  <a:lnTo>
                    <a:pt x="5212050" y="1317361"/>
                  </a:lnTo>
                  <a:lnTo>
                    <a:pt x="5212237" y="1315138"/>
                  </a:lnTo>
                  <a:lnTo>
                    <a:pt x="5212423" y="1311398"/>
                  </a:lnTo>
                  <a:lnTo>
                    <a:pt x="5212610" y="1305434"/>
                  </a:lnTo>
                  <a:lnTo>
                    <a:pt x="5212797" y="1301191"/>
                  </a:lnTo>
                  <a:lnTo>
                    <a:pt x="5212984" y="1295541"/>
                  </a:lnTo>
                  <a:lnTo>
                    <a:pt x="5213171" y="1289899"/>
                  </a:lnTo>
                  <a:lnTo>
                    <a:pt x="5213358" y="1283655"/>
                  </a:lnTo>
                  <a:lnTo>
                    <a:pt x="5213545" y="1276534"/>
                  </a:lnTo>
                  <a:lnTo>
                    <a:pt x="5213732" y="1267901"/>
                  </a:lnTo>
                  <a:lnTo>
                    <a:pt x="5213919" y="1258784"/>
                  </a:lnTo>
                  <a:lnTo>
                    <a:pt x="5214106" y="1248988"/>
                  </a:lnTo>
                  <a:lnTo>
                    <a:pt x="5214293" y="1238700"/>
                  </a:lnTo>
                  <a:lnTo>
                    <a:pt x="5214480" y="1228566"/>
                  </a:lnTo>
                  <a:lnTo>
                    <a:pt x="5214667" y="1218641"/>
                  </a:lnTo>
                  <a:lnTo>
                    <a:pt x="5214853" y="1208514"/>
                  </a:lnTo>
                  <a:lnTo>
                    <a:pt x="5215040" y="1199218"/>
                  </a:lnTo>
                  <a:lnTo>
                    <a:pt x="5215227" y="1193131"/>
                  </a:lnTo>
                  <a:lnTo>
                    <a:pt x="5215414" y="1187309"/>
                  </a:lnTo>
                  <a:lnTo>
                    <a:pt x="5215601" y="1183184"/>
                  </a:lnTo>
                  <a:lnTo>
                    <a:pt x="5215788" y="1180476"/>
                  </a:lnTo>
                  <a:lnTo>
                    <a:pt x="5215975" y="1178077"/>
                  </a:lnTo>
                  <a:lnTo>
                    <a:pt x="5216162" y="1175844"/>
                  </a:lnTo>
                  <a:lnTo>
                    <a:pt x="5216349" y="1173301"/>
                  </a:lnTo>
                  <a:lnTo>
                    <a:pt x="5216536" y="1171010"/>
                  </a:lnTo>
                  <a:lnTo>
                    <a:pt x="5216723" y="1169410"/>
                  </a:lnTo>
                  <a:lnTo>
                    <a:pt x="5216910" y="1169587"/>
                  </a:lnTo>
                  <a:lnTo>
                    <a:pt x="5217097" y="1170581"/>
                  </a:lnTo>
                  <a:lnTo>
                    <a:pt x="5217283" y="1172782"/>
                  </a:lnTo>
                  <a:lnTo>
                    <a:pt x="5217470" y="1176118"/>
                  </a:lnTo>
                  <a:lnTo>
                    <a:pt x="5217657" y="1179901"/>
                  </a:lnTo>
                  <a:lnTo>
                    <a:pt x="5217844" y="1182837"/>
                  </a:lnTo>
                  <a:lnTo>
                    <a:pt x="5218031" y="1186270"/>
                  </a:lnTo>
                  <a:lnTo>
                    <a:pt x="5218218" y="1189385"/>
                  </a:lnTo>
                  <a:lnTo>
                    <a:pt x="5218405" y="1191996"/>
                  </a:lnTo>
                  <a:lnTo>
                    <a:pt x="5218592" y="1193512"/>
                  </a:lnTo>
                  <a:lnTo>
                    <a:pt x="5218779" y="1195129"/>
                  </a:lnTo>
                  <a:lnTo>
                    <a:pt x="5218966" y="1198052"/>
                  </a:lnTo>
                  <a:lnTo>
                    <a:pt x="5219153" y="1200576"/>
                  </a:lnTo>
                  <a:lnTo>
                    <a:pt x="5219340" y="1202787"/>
                  </a:lnTo>
                  <a:lnTo>
                    <a:pt x="5219526" y="1205061"/>
                  </a:lnTo>
                  <a:lnTo>
                    <a:pt x="5219713" y="1207239"/>
                  </a:lnTo>
                  <a:lnTo>
                    <a:pt x="5219900" y="1208801"/>
                  </a:lnTo>
                  <a:lnTo>
                    <a:pt x="5220087" y="1210019"/>
                  </a:lnTo>
                  <a:lnTo>
                    <a:pt x="5220274" y="1209768"/>
                  </a:lnTo>
                  <a:lnTo>
                    <a:pt x="5220461" y="1209658"/>
                  </a:lnTo>
                  <a:lnTo>
                    <a:pt x="5220648" y="1210256"/>
                  </a:lnTo>
                  <a:lnTo>
                    <a:pt x="5220835" y="1210782"/>
                  </a:lnTo>
                  <a:lnTo>
                    <a:pt x="5221022" y="1212311"/>
                  </a:lnTo>
                  <a:lnTo>
                    <a:pt x="5221209" y="1213968"/>
                  </a:lnTo>
                  <a:lnTo>
                    <a:pt x="5221396" y="1214952"/>
                  </a:lnTo>
                  <a:lnTo>
                    <a:pt x="5221583" y="1215947"/>
                  </a:lnTo>
                  <a:lnTo>
                    <a:pt x="5221770" y="1216601"/>
                  </a:lnTo>
                  <a:lnTo>
                    <a:pt x="5221956" y="1217947"/>
                  </a:lnTo>
                  <a:lnTo>
                    <a:pt x="5222143" y="1220641"/>
                  </a:lnTo>
                  <a:lnTo>
                    <a:pt x="5222330" y="1222645"/>
                  </a:lnTo>
                  <a:lnTo>
                    <a:pt x="5222517" y="1225033"/>
                  </a:lnTo>
                  <a:lnTo>
                    <a:pt x="5222704" y="1227338"/>
                  </a:lnTo>
                  <a:lnTo>
                    <a:pt x="5222891" y="1230187"/>
                  </a:lnTo>
                  <a:lnTo>
                    <a:pt x="5223078" y="1233805"/>
                  </a:lnTo>
                  <a:lnTo>
                    <a:pt x="5223265" y="1238572"/>
                  </a:lnTo>
                  <a:lnTo>
                    <a:pt x="5223452" y="1244251"/>
                  </a:lnTo>
                  <a:lnTo>
                    <a:pt x="5223639" y="1249325"/>
                  </a:lnTo>
                  <a:lnTo>
                    <a:pt x="5223826" y="1255164"/>
                  </a:lnTo>
                  <a:lnTo>
                    <a:pt x="5224013" y="1261375"/>
                  </a:lnTo>
                  <a:lnTo>
                    <a:pt x="5224199" y="1267869"/>
                  </a:lnTo>
                  <a:lnTo>
                    <a:pt x="5224386" y="1275367"/>
                  </a:lnTo>
                  <a:lnTo>
                    <a:pt x="5224573" y="1283494"/>
                  </a:lnTo>
                  <a:lnTo>
                    <a:pt x="5224760" y="1291231"/>
                  </a:lnTo>
                  <a:lnTo>
                    <a:pt x="5224947" y="1299019"/>
                  </a:lnTo>
                  <a:lnTo>
                    <a:pt x="5225134" y="1307784"/>
                  </a:lnTo>
                  <a:lnTo>
                    <a:pt x="5225321" y="1315628"/>
                  </a:lnTo>
                  <a:lnTo>
                    <a:pt x="5225508" y="1321085"/>
                  </a:lnTo>
                  <a:lnTo>
                    <a:pt x="5225695" y="1325407"/>
                  </a:lnTo>
                  <a:lnTo>
                    <a:pt x="5225882" y="1327579"/>
                  </a:lnTo>
                  <a:lnTo>
                    <a:pt x="5226069" y="1328431"/>
                  </a:lnTo>
                  <a:lnTo>
                    <a:pt x="5226256" y="1327915"/>
                  </a:lnTo>
                  <a:lnTo>
                    <a:pt x="5226443" y="1327135"/>
                  </a:lnTo>
                  <a:lnTo>
                    <a:pt x="5226629" y="1326239"/>
                  </a:lnTo>
                  <a:lnTo>
                    <a:pt x="5226816" y="1324805"/>
                  </a:lnTo>
                  <a:lnTo>
                    <a:pt x="5227003" y="1323409"/>
                  </a:lnTo>
                  <a:lnTo>
                    <a:pt x="5227190" y="1322038"/>
                  </a:lnTo>
                  <a:lnTo>
                    <a:pt x="5227377" y="1320476"/>
                  </a:lnTo>
                  <a:lnTo>
                    <a:pt x="5227564" y="1319309"/>
                  </a:lnTo>
                  <a:lnTo>
                    <a:pt x="5227751" y="1317562"/>
                  </a:lnTo>
                  <a:lnTo>
                    <a:pt x="5227938" y="1315073"/>
                  </a:lnTo>
                  <a:lnTo>
                    <a:pt x="5228125" y="1311505"/>
                  </a:lnTo>
                  <a:lnTo>
                    <a:pt x="5228312" y="1307600"/>
                  </a:lnTo>
                  <a:lnTo>
                    <a:pt x="5228499" y="1303679"/>
                  </a:lnTo>
                  <a:lnTo>
                    <a:pt x="5228686" y="1298996"/>
                  </a:lnTo>
                  <a:lnTo>
                    <a:pt x="5228873" y="1293367"/>
                  </a:lnTo>
                  <a:lnTo>
                    <a:pt x="5229059" y="1287472"/>
                  </a:lnTo>
                  <a:lnTo>
                    <a:pt x="5229246" y="1280587"/>
                  </a:lnTo>
                  <a:lnTo>
                    <a:pt x="5229433" y="1273308"/>
                  </a:lnTo>
                  <a:lnTo>
                    <a:pt x="5229620" y="1265184"/>
                  </a:lnTo>
                  <a:lnTo>
                    <a:pt x="5229807" y="1257046"/>
                  </a:lnTo>
                  <a:lnTo>
                    <a:pt x="5229994" y="1248444"/>
                  </a:lnTo>
                  <a:lnTo>
                    <a:pt x="5230181" y="1241369"/>
                  </a:lnTo>
                  <a:lnTo>
                    <a:pt x="5230368" y="1234574"/>
                  </a:lnTo>
                  <a:lnTo>
                    <a:pt x="5230555" y="1227571"/>
                  </a:lnTo>
                  <a:lnTo>
                    <a:pt x="5230742" y="1220922"/>
                  </a:lnTo>
                  <a:lnTo>
                    <a:pt x="5230929" y="1215066"/>
                  </a:lnTo>
                  <a:lnTo>
                    <a:pt x="5231116" y="1208691"/>
                  </a:lnTo>
                  <a:lnTo>
                    <a:pt x="5231302" y="1203185"/>
                  </a:lnTo>
                  <a:lnTo>
                    <a:pt x="5231489" y="1197543"/>
                  </a:lnTo>
                  <a:lnTo>
                    <a:pt x="5231676" y="1192470"/>
                  </a:lnTo>
                  <a:lnTo>
                    <a:pt x="5231863" y="1187679"/>
                  </a:lnTo>
                  <a:lnTo>
                    <a:pt x="5232050" y="1183654"/>
                  </a:lnTo>
                  <a:lnTo>
                    <a:pt x="5232237" y="1180332"/>
                  </a:lnTo>
                  <a:lnTo>
                    <a:pt x="5232424" y="1177462"/>
                  </a:lnTo>
                  <a:lnTo>
                    <a:pt x="5232611" y="1174911"/>
                  </a:lnTo>
                  <a:lnTo>
                    <a:pt x="5232798" y="1172889"/>
                  </a:lnTo>
                  <a:lnTo>
                    <a:pt x="5232985" y="1170655"/>
                  </a:lnTo>
                  <a:lnTo>
                    <a:pt x="5233172" y="1168413"/>
                  </a:lnTo>
                  <a:lnTo>
                    <a:pt x="5233359" y="1166339"/>
                  </a:lnTo>
                  <a:lnTo>
                    <a:pt x="5233546" y="1164249"/>
                  </a:lnTo>
                  <a:lnTo>
                    <a:pt x="5233732" y="1162413"/>
                  </a:lnTo>
                  <a:lnTo>
                    <a:pt x="5233919" y="1160329"/>
                  </a:lnTo>
                  <a:lnTo>
                    <a:pt x="5234106" y="1157608"/>
                  </a:lnTo>
                  <a:lnTo>
                    <a:pt x="5234293" y="1153904"/>
                  </a:lnTo>
                  <a:lnTo>
                    <a:pt x="5234480" y="1149806"/>
                  </a:lnTo>
                  <a:lnTo>
                    <a:pt x="5234667" y="1145306"/>
                  </a:lnTo>
                  <a:lnTo>
                    <a:pt x="5234854" y="1139963"/>
                  </a:lnTo>
                  <a:lnTo>
                    <a:pt x="5235041" y="1135411"/>
                  </a:lnTo>
                  <a:lnTo>
                    <a:pt x="5235228" y="1130528"/>
                  </a:lnTo>
                  <a:lnTo>
                    <a:pt x="5235415" y="1125496"/>
                  </a:lnTo>
                  <a:lnTo>
                    <a:pt x="5235602" y="1119799"/>
                  </a:lnTo>
                  <a:lnTo>
                    <a:pt x="5235789" y="1116349"/>
                  </a:lnTo>
                  <a:lnTo>
                    <a:pt x="5235976" y="1115499"/>
                  </a:lnTo>
                  <a:lnTo>
                    <a:pt x="5236162" y="1116218"/>
                  </a:lnTo>
                  <a:lnTo>
                    <a:pt x="5236349" y="1116714"/>
                  </a:lnTo>
                  <a:lnTo>
                    <a:pt x="5236536" y="1116827"/>
                  </a:lnTo>
                  <a:lnTo>
                    <a:pt x="5236723" y="1116266"/>
                  </a:lnTo>
                  <a:lnTo>
                    <a:pt x="5236910" y="1115387"/>
                  </a:lnTo>
                  <a:lnTo>
                    <a:pt x="5237097" y="1114960"/>
                  </a:lnTo>
                  <a:lnTo>
                    <a:pt x="5237284" y="1115189"/>
                  </a:lnTo>
                  <a:lnTo>
                    <a:pt x="5237471" y="1115192"/>
                  </a:lnTo>
                  <a:lnTo>
                    <a:pt x="5237658" y="1115018"/>
                  </a:lnTo>
                  <a:lnTo>
                    <a:pt x="5237845" y="1114965"/>
                  </a:lnTo>
                  <a:lnTo>
                    <a:pt x="5238032" y="1114975"/>
                  </a:lnTo>
                  <a:lnTo>
                    <a:pt x="5238219" y="1115157"/>
                  </a:lnTo>
                  <a:lnTo>
                    <a:pt x="5238405" y="1115312"/>
                  </a:lnTo>
                  <a:lnTo>
                    <a:pt x="5238592" y="1115463"/>
                  </a:lnTo>
                  <a:lnTo>
                    <a:pt x="5238779" y="1115954"/>
                  </a:lnTo>
                  <a:lnTo>
                    <a:pt x="5238966" y="1115881"/>
                  </a:lnTo>
                  <a:lnTo>
                    <a:pt x="5239153" y="1114532"/>
                  </a:lnTo>
                  <a:lnTo>
                    <a:pt x="5239340" y="1113841"/>
                  </a:lnTo>
                  <a:lnTo>
                    <a:pt x="5239527" y="1114022"/>
                  </a:lnTo>
                  <a:lnTo>
                    <a:pt x="5239714" y="1116029"/>
                  </a:lnTo>
                  <a:lnTo>
                    <a:pt x="5239901" y="1117883"/>
                  </a:lnTo>
                  <a:lnTo>
                    <a:pt x="5240088" y="1120350"/>
                  </a:lnTo>
                  <a:lnTo>
                    <a:pt x="5240275" y="1124430"/>
                  </a:lnTo>
                  <a:lnTo>
                    <a:pt x="5240462" y="1130877"/>
                  </a:lnTo>
                  <a:lnTo>
                    <a:pt x="5240649" y="1137396"/>
                  </a:lnTo>
                  <a:lnTo>
                    <a:pt x="5240835" y="1143341"/>
                  </a:lnTo>
                  <a:lnTo>
                    <a:pt x="5241022" y="1148960"/>
                  </a:lnTo>
                  <a:lnTo>
                    <a:pt x="5241209" y="1153929"/>
                  </a:lnTo>
                  <a:lnTo>
                    <a:pt x="5241396" y="1159323"/>
                  </a:lnTo>
                  <a:lnTo>
                    <a:pt x="5241583" y="1165384"/>
                  </a:lnTo>
                  <a:lnTo>
                    <a:pt x="5241770" y="1171257"/>
                  </a:lnTo>
                  <a:lnTo>
                    <a:pt x="5241957" y="1177843"/>
                  </a:lnTo>
                  <a:lnTo>
                    <a:pt x="5242144" y="1183738"/>
                  </a:lnTo>
                  <a:lnTo>
                    <a:pt x="5242331" y="1189045"/>
                  </a:lnTo>
                  <a:lnTo>
                    <a:pt x="5242518" y="1193813"/>
                  </a:lnTo>
                  <a:lnTo>
                    <a:pt x="5242705" y="1198791"/>
                  </a:lnTo>
                  <a:lnTo>
                    <a:pt x="5242892" y="1203990"/>
                  </a:lnTo>
                  <a:lnTo>
                    <a:pt x="5243078" y="1209286"/>
                  </a:lnTo>
                  <a:lnTo>
                    <a:pt x="5243265" y="1214388"/>
                  </a:lnTo>
                  <a:lnTo>
                    <a:pt x="5243452" y="1220269"/>
                  </a:lnTo>
                  <a:lnTo>
                    <a:pt x="5243639" y="1226577"/>
                  </a:lnTo>
                  <a:lnTo>
                    <a:pt x="5243826" y="1233487"/>
                  </a:lnTo>
                  <a:lnTo>
                    <a:pt x="5244013" y="1241543"/>
                  </a:lnTo>
                  <a:lnTo>
                    <a:pt x="5244200" y="1249084"/>
                  </a:lnTo>
                  <a:lnTo>
                    <a:pt x="5244387" y="1256300"/>
                  </a:lnTo>
                  <a:lnTo>
                    <a:pt x="5244574" y="1263448"/>
                  </a:lnTo>
                  <a:lnTo>
                    <a:pt x="5244761" y="1271593"/>
                  </a:lnTo>
                  <a:lnTo>
                    <a:pt x="5244948" y="1279700"/>
                  </a:lnTo>
                  <a:lnTo>
                    <a:pt x="5245135" y="1288563"/>
                  </a:lnTo>
                  <a:lnTo>
                    <a:pt x="5245322" y="1297929"/>
                  </a:lnTo>
                  <a:lnTo>
                    <a:pt x="5245508" y="1306573"/>
                  </a:lnTo>
                  <a:lnTo>
                    <a:pt x="5245695" y="1314484"/>
                  </a:lnTo>
                  <a:lnTo>
                    <a:pt x="5245882" y="1322009"/>
                  </a:lnTo>
                  <a:lnTo>
                    <a:pt x="5246069" y="1330486"/>
                  </a:lnTo>
                  <a:lnTo>
                    <a:pt x="5246256" y="1338318"/>
                  </a:lnTo>
                  <a:lnTo>
                    <a:pt x="5246443" y="1346895"/>
                  </a:lnTo>
                  <a:lnTo>
                    <a:pt x="5246630" y="1355243"/>
                  </a:lnTo>
                  <a:lnTo>
                    <a:pt x="5246817" y="1363662"/>
                  </a:lnTo>
                  <a:lnTo>
                    <a:pt x="5247004" y="1371954"/>
                  </a:lnTo>
                  <a:lnTo>
                    <a:pt x="5247191" y="1380367"/>
                  </a:lnTo>
                  <a:lnTo>
                    <a:pt x="5247378" y="1388402"/>
                  </a:lnTo>
                  <a:lnTo>
                    <a:pt x="5247565" y="1396589"/>
                  </a:lnTo>
                  <a:lnTo>
                    <a:pt x="5247752" y="1404840"/>
                  </a:lnTo>
                  <a:lnTo>
                    <a:pt x="5247938" y="1413428"/>
                  </a:lnTo>
                  <a:lnTo>
                    <a:pt x="5248125" y="1421650"/>
                  </a:lnTo>
                  <a:lnTo>
                    <a:pt x="5248312" y="1429441"/>
                  </a:lnTo>
                  <a:lnTo>
                    <a:pt x="5248499" y="1438050"/>
                  </a:lnTo>
                  <a:lnTo>
                    <a:pt x="5248686" y="1446177"/>
                  </a:lnTo>
                  <a:lnTo>
                    <a:pt x="5248873" y="1455189"/>
                  </a:lnTo>
                  <a:lnTo>
                    <a:pt x="5249060" y="1463993"/>
                  </a:lnTo>
                  <a:lnTo>
                    <a:pt x="5249247" y="1472528"/>
                  </a:lnTo>
                  <a:lnTo>
                    <a:pt x="5249434" y="1481394"/>
                  </a:lnTo>
                  <a:lnTo>
                    <a:pt x="5249621" y="1489905"/>
                  </a:lnTo>
                  <a:lnTo>
                    <a:pt x="5249808" y="1498506"/>
                  </a:lnTo>
                  <a:lnTo>
                    <a:pt x="5249995" y="1508116"/>
                  </a:lnTo>
                  <a:lnTo>
                    <a:pt x="5250181" y="1515951"/>
                  </a:lnTo>
                  <a:lnTo>
                    <a:pt x="5250368" y="1524922"/>
                  </a:lnTo>
                  <a:lnTo>
                    <a:pt x="5250555" y="1534600"/>
                  </a:lnTo>
                  <a:lnTo>
                    <a:pt x="5250742" y="1544617"/>
                  </a:lnTo>
                  <a:lnTo>
                    <a:pt x="5250929" y="1556429"/>
                  </a:lnTo>
                  <a:lnTo>
                    <a:pt x="5251116" y="1569206"/>
                  </a:lnTo>
                  <a:lnTo>
                    <a:pt x="5251303" y="1583092"/>
                  </a:lnTo>
                  <a:lnTo>
                    <a:pt x="5251490" y="1597279"/>
                  </a:lnTo>
                  <a:lnTo>
                    <a:pt x="5251677" y="1611854"/>
                  </a:lnTo>
                  <a:lnTo>
                    <a:pt x="5251864" y="1627019"/>
                  </a:lnTo>
                  <a:lnTo>
                    <a:pt x="5252051" y="1643057"/>
                  </a:lnTo>
                  <a:lnTo>
                    <a:pt x="5252238" y="1658124"/>
                  </a:lnTo>
                  <a:lnTo>
                    <a:pt x="5252425" y="1673449"/>
                  </a:lnTo>
                  <a:lnTo>
                    <a:pt x="5252611" y="1686279"/>
                  </a:lnTo>
                  <a:lnTo>
                    <a:pt x="5252798" y="1699409"/>
                  </a:lnTo>
                  <a:lnTo>
                    <a:pt x="5252985" y="1710344"/>
                  </a:lnTo>
                  <a:lnTo>
                    <a:pt x="5253172" y="1720260"/>
                  </a:lnTo>
                  <a:lnTo>
                    <a:pt x="5253359" y="1729376"/>
                  </a:lnTo>
                  <a:lnTo>
                    <a:pt x="5253546" y="1738677"/>
                  </a:lnTo>
                  <a:lnTo>
                    <a:pt x="5253733" y="1747399"/>
                  </a:lnTo>
                  <a:lnTo>
                    <a:pt x="5253920" y="1755385"/>
                  </a:lnTo>
                  <a:lnTo>
                    <a:pt x="5254107" y="1762921"/>
                  </a:lnTo>
                  <a:lnTo>
                    <a:pt x="5254294" y="1769569"/>
                  </a:lnTo>
                  <a:lnTo>
                    <a:pt x="5254481" y="1775178"/>
                  </a:lnTo>
                  <a:lnTo>
                    <a:pt x="5254668" y="1779807"/>
                  </a:lnTo>
                  <a:lnTo>
                    <a:pt x="5254854" y="1783222"/>
                  </a:lnTo>
                  <a:lnTo>
                    <a:pt x="5255041" y="1786454"/>
                  </a:lnTo>
                  <a:lnTo>
                    <a:pt x="5255228" y="1789061"/>
                  </a:lnTo>
                  <a:lnTo>
                    <a:pt x="5255415" y="1792125"/>
                  </a:lnTo>
                  <a:lnTo>
                    <a:pt x="5255602" y="1794512"/>
                  </a:lnTo>
                  <a:lnTo>
                    <a:pt x="5255789" y="1796882"/>
                  </a:lnTo>
                  <a:lnTo>
                    <a:pt x="5255976" y="1798542"/>
                  </a:lnTo>
                  <a:lnTo>
                    <a:pt x="5256163" y="1799973"/>
                  </a:lnTo>
                  <a:lnTo>
                    <a:pt x="5256350" y="1800240"/>
                  </a:lnTo>
                  <a:lnTo>
                    <a:pt x="5256537" y="1799521"/>
                  </a:lnTo>
                  <a:lnTo>
                    <a:pt x="5256724" y="1798675"/>
                  </a:lnTo>
                  <a:lnTo>
                    <a:pt x="5256911" y="1797040"/>
                  </a:lnTo>
                  <a:lnTo>
                    <a:pt x="5257098" y="1795573"/>
                  </a:lnTo>
                  <a:lnTo>
                    <a:pt x="5257284" y="1794841"/>
                  </a:lnTo>
                  <a:lnTo>
                    <a:pt x="5257471" y="1795051"/>
                  </a:lnTo>
                  <a:lnTo>
                    <a:pt x="5257658" y="1796308"/>
                  </a:lnTo>
                  <a:lnTo>
                    <a:pt x="5257845" y="1798103"/>
                  </a:lnTo>
                  <a:lnTo>
                    <a:pt x="5258032" y="1800108"/>
                  </a:lnTo>
                  <a:lnTo>
                    <a:pt x="5258219" y="1802739"/>
                  </a:lnTo>
                  <a:lnTo>
                    <a:pt x="5258406" y="1805280"/>
                  </a:lnTo>
                  <a:lnTo>
                    <a:pt x="5258593" y="1808414"/>
                  </a:lnTo>
                  <a:lnTo>
                    <a:pt x="5258780" y="1812226"/>
                  </a:lnTo>
                  <a:lnTo>
                    <a:pt x="5258967" y="1817212"/>
                  </a:lnTo>
                  <a:lnTo>
                    <a:pt x="5259154" y="1822920"/>
                  </a:lnTo>
                  <a:lnTo>
                    <a:pt x="5259341" y="1829300"/>
                  </a:lnTo>
                  <a:lnTo>
                    <a:pt x="5259528" y="1836261"/>
                  </a:lnTo>
                  <a:lnTo>
                    <a:pt x="5259714" y="1843581"/>
                  </a:lnTo>
                  <a:lnTo>
                    <a:pt x="5259901" y="1851369"/>
                  </a:lnTo>
                  <a:lnTo>
                    <a:pt x="5260088" y="1858921"/>
                  </a:lnTo>
                  <a:lnTo>
                    <a:pt x="5260275" y="1866687"/>
                  </a:lnTo>
                  <a:lnTo>
                    <a:pt x="5260462" y="1873913"/>
                  </a:lnTo>
                  <a:lnTo>
                    <a:pt x="5260649" y="1880719"/>
                  </a:lnTo>
                  <a:lnTo>
                    <a:pt x="5260836" y="1886809"/>
                  </a:lnTo>
                  <a:lnTo>
                    <a:pt x="5261023" y="1893051"/>
                  </a:lnTo>
                  <a:lnTo>
                    <a:pt x="5261210" y="1898886"/>
                  </a:lnTo>
                  <a:lnTo>
                    <a:pt x="5261397" y="1904971"/>
                  </a:lnTo>
                  <a:lnTo>
                    <a:pt x="5261584" y="1910059"/>
                  </a:lnTo>
                  <a:lnTo>
                    <a:pt x="5261771" y="1914853"/>
                  </a:lnTo>
                  <a:lnTo>
                    <a:pt x="5261957" y="1918952"/>
                  </a:lnTo>
                  <a:lnTo>
                    <a:pt x="5262144" y="1922576"/>
                  </a:lnTo>
                  <a:lnTo>
                    <a:pt x="5262331" y="1925593"/>
                  </a:lnTo>
                  <a:lnTo>
                    <a:pt x="5262518" y="1928020"/>
                  </a:lnTo>
                  <a:lnTo>
                    <a:pt x="5262705" y="1930430"/>
                  </a:lnTo>
                  <a:lnTo>
                    <a:pt x="5262892" y="1933219"/>
                  </a:lnTo>
                  <a:lnTo>
                    <a:pt x="5263079" y="1935919"/>
                  </a:lnTo>
                  <a:lnTo>
                    <a:pt x="5263266" y="1938716"/>
                  </a:lnTo>
                  <a:lnTo>
                    <a:pt x="5263453" y="1941847"/>
                  </a:lnTo>
                  <a:lnTo>
                    <a:pt x="5263640" y="1945363"/>
                  </a:lnTo>
                  <a:lnTo>
                    <a:pt x="5263827" y="1949221"/>
                  </a:lnTo>
                  <a:lnTo>
                    <a:pt x="5264014" y="1953237"/>
                  </a:lnTo>
                  <a:lnTo>
                    <a:pt x="5264201" y="1957376"/>
                  </a:lnTo>
                  <a:lnTo>
                    <a:pt x="5264387" y="1961516"/>
                  </a:lnTo>
                  <a:lnTo>
                    <a:pt x="5264574" y="1965480"/>
                  </a:lnTo>
                  <a:lnTo>
                    <a:pt x="5264761" y="1970037"/>
                  </a:lnTo>
                  <a:lnTo>
                    <a:pt x="5264948" y="1974129"/>
                  </a:lnTo>
                  <a:lnTo>
                    <a:pt x="5265135" y="1978467"/>
                  </a:lnTo>
                  <a:lnTo>
                    <a:pt x="5265322" y="1983582"/>
                  </a:lnTo>
                  <a:lnTo>
                    <a:pt x="5265509" y="1989381"/>
                  </a:lnTo>
                  <a:lnTo>
                    <a:pt x="5265696" y="1995260"/>
                  </a:lnTo>
                  <a:lnTo>
                    <a:pt x="5265883" y="2000843"/>
                  </a:lnTo>
                  <a:lnTo>
                    <a:pt x="5266070" y="2007256"/>
                  </a:lnTo>
                  <a:lnTo>
                    <a:pt x="5266257" y="2014330"/>
                  </a:lnTo>
                  <a:lnTo>
                    <a:pt x="5266444" y="2021678"/>
                  </a:lnTo>
                  <a:lnTo>
                    <a:pt x="5266631" y="2029488"/>
                  </a:lnTo>
                  <a:lnTo>
                    <a:pt x="5266817" y="2036957"/>
                  </a:lnTo>
                  <a:lnTo>
                    <a:pt x="5267004" y="2045246"/>
                  </a:lnTo>
                  <a:lnTo>
                    <a:pt x="5267191" y="2053268"/>
                  </a:lnTo>
                  <a:lnTo>
                    <a:pt x="5267378" y="2062127"/>
                  </a:lnTo>
                  <a:lnTo>
                    <a:pt x="5267565" y="2070249"/>
                  </a:lnTo>
                  <a:lnTo>
                    <a:pt x="5267752" y="2078073"/>
                  </a:lnTo>
                  <a:lnTo>
                    <a:pt x="5267939" y="2086118"/>
                  </a:lnTo>
                  <a:lnTo>
                    <a:pt x="5268126" y="2093622"/>
                  </a:lnTo>
                  <a:lnTo>
                    <a:pt x="5268313" y="2099833"/>
                  </a:lnTo>
                  <a:lnTo>
                    <a:pt x="5268500" y="2105684"/>
                  </a:lnTo>
                  <a:lnTo>
                    <a:pt x="5268687" y="2110633"/>
                  </a:lnTo>
                  <a:lnTo>
                    <a:pt x="5268874" y="2115077"/>
                  </a:lnTo>
                  <a:lnTo>
                    <a:pt x="5269060" y="2118871"/>
                  </a:lnTo>
                  <a:lnTo>
                    <a:pt x="5269247" y="2122463"/>
                  </a:lnTo>
                  <a:lnTo>
                    <a:pt x="5269434" y="2125878"/>
                  </a:lnTo>
                  <a:lnTo>
                    <a:pt x="5269621" y="2128610"/>
                  </a:lnTo>
                  <a:lnTo>
                    <a:pt x="5269808" y="2131175"/>
                  </a:lnTo>
                  <a:lnTo>
                    <a:pt x="5269995" y="2134189"/>
                  </a:lnTo>
                  <a:lnTo>
                    <a:pt x="5270182" y="2137443"/>
                  </a:lnTo>
                  <a:lnTo>
                    <a:pt x="5270369" y="2141448"/>
                  </a:lnTo>
                  <a:lnTo>
                    <a:pt x="5270556" y="2145632"/>
                  </a:lnTo>
                  <a:lnTo>
                    <a:pt x="5270743" y="2149787"/>
                  </a:lnTo>
                  <a:lnTo>
                    <a:pt x="5270930" y="2154042"/>
                  </a:lnTo>
                  <a:lnTo>
                    <a:pt x="5271117" y="2158681"/>
                  </a:lnTo>
                  <a:lnTo>
                    <a:pt x="5271304" y="2163569"/>
                  </a:lnTo>
                  <a:lnTo>
                    <a:pt x="5271490" y="2169718"/>
                  </a:lnTo>
                  <a:lnTo>
                    <a:pt x="5271677" y="2176832"/>
                  </a:lnTo>
                  <a:lnTo>
                    <a:pt x="5271864" y="2184915"/>
                  </a:lnTo>
                  <a:lnTo>
                    <a:pt x="5272051" y="2193152"/>
                  </a:lnTo>
                  <a:lnTo>
                    <a:pt x="5272238" y="2201955"/>
                  </a:lnTo>
                  <a:lnTo>
                    <a:pt x="5272425" y="2210296"/>
                  </a:lnTo>
                  <a:lnTo>
                    <a:pt x="5272612" y="2218616"/>
                  </a:lnTo>
                  <a:lnTo>
                    <a:pt x="5272799" y="2226716"/>
                  </a:lnTo>
                  <a:lnTo>
                    <a:pt x="5272986" y="2235080"/>
                  </a:lnTo>
                  <a:lnTo>
                    <a:pt x="5273173" y="2241218"/>
                  </a:lnTo>
                  <a:lnTo>
                    <a:pt x="5273360" y="2244871"/>
                  </a:lnTo>
                  <a:lnTo>
                    <a:pt x="5273547" y="2247696"/>
                  </a:lnTo>
                  <a:lnTo>
                    <a:pt x="5273733" y="2250096"/>
                  </a:lnTo>
                  <a:lnTo>
                    <a:pt x="5273920" y="2252553"/>
                  </a:lnTo>
                  <a:lnTo>
                    <a:pt x="5274107" y="2255496"/>
                  </a:lnTo>
                  <a:lnTo>
                    <a:pt x="5274294" y="2258345"/>
                  </a:lnTo>
                  <a:lnTo>
                    <a:pt x="5274481" y="2261233"/>
                  </a:lnTo>
                  <a:lnTo>
                    <a:pt x="5274668" y="2264065"/>
                  </a:lnTo>
                  <a:lnTo>
                    <a:pt x="5274855" y="2267035"/>
                  </a:lnTo>
                  <a:lnTo>
                    <a:pt x="5275042" y="2270307"/>
                  </a:lnTo>
                  <a:lnTo>
                    <a:pt x="5275229" y="2273750"/>
                  </a:lnTo>
                  <a:lnTo>
                    <a:pt x="5275416" y="2277027"/>
                  </a:lnTo>
                  <a:lnTo>
                    <a:pt x="5275603" y="2280404"/>
                  </a:lnTo>
                  <a:lnTo>
                    <a:pt x="5275790" y="2284293"/>
                  </a:lnTo>
                  <a:lnTo>
                    <a:pt x="5275977" y="2288556"/>
                  </a:lnTo>
                  <a:lnTo>
                    <a:pt x="5276163" y="2293085"/>
                  </a:lnTo>
                  <a:lnTo>
                    <a:pt x="5276350" y="2297995"/>
                  </a:lnTo>
                  <a:lnTo>
                    <a:pt x="5276537" y="2304079"/>
                  </a:lnTo>
                  <a:lnTo>
                    <a:pt x="5276724" y="2310530"/>
                  </a:lnTo>
                  <a:lnTo>
                    <a:pt x="5276911" y="2316428"/>
                  </a:lnTo>
                  <a:lnTo>
                    <a:pt x="5277098" y="2321844"/>
                  </a:lnTo>
                  <a:lnTo>
                    <a:pt x="5277285" y="2326857"/>
                  </a:lnTo>
                  <a:lnTo>
                    <a:pt x="5277472" y="2331114"/>
                  </a:lnTo>
                  <a:lnTo>
                    <a:pt x="5277659" y="2335180"/>
                  </a:lnTo>
                  <a:lnTo>
                    <a:pt x="5277846" y="2338307"/>
                  </a:lnTo>
                  <a:lnTo>
                    <a:pt x="5278033" y="2341157"/>
                  </a:lnTo>
                  <a:lnTo>
                    <a:pt x="5278220" y="2344148"/>
                  </a:lnTo>
                  <a:lnTo>
                    <a:pt x="5278407" y="2347129"/>
                  </a:lnTo>
                  <a:lnTo>
                    <a:pt x="5278593" y="2350114"/>
                  </a:lnTo>
                  <a:lnTo>
                    <a:pt x="5278780" y="2353491"/>
                  </a:lnTo>
                  <a:lnTo>
                    <a:pt x="5278967" y="2356408"/>
                  </a:lnTo>
                  <a:lnTo>
                    <a:pt x="5279154" y="2359134"/>
                  </a:lnTo>
                  <a:lnTo>
                    <a:pt x="5279341" y="2361806"/>
                  </a:lnTo>
                  <a:lnTo>
                    <a:pt x="5279528" y="2364465"/>
                  </a:lnTo>
                  <a:lnTo>
                    <a:pt x="5279715" y="2367121"/>
                  </a:lnTo>
                  <a:lnTo>
                    <a:pt x="5279902" y="2370128"/>
                  </a:lnTo>
                  <a:lnTo>
                    <a:pt x="5280089" y="2373300"/>
                  </a:lnTo>
                  <a:lnTo>
                    <a:pt x="5280276" y="2376899"/>
                  </a:lnTo>
                  <a:lnTo>
                    <a:pt x="5280463" y="2380516"/>
                  </a:lnTo>
                  <a:lnTo>
                    <a:pt x="5280650" y="2383923"/>
                  </a:lnTo>
                  <a:lnTo>
                    <a:pt x="5280836" y="2386593"/>
                  </a:lnTo>
                  <a:lnTo>
                    <a:pt x="5281023" y="2388933"/>
                  </a:lnTo>
                  <a:lnTo>
                    <a:pt x="5281210" y="2390911"/>
                  </a:lnTo>
                  <a:lnTo>
                    <a:pt x="5281397" y="2392492"/>
                  </a:lnTo>
                  <a:lnTo>
                    <a:pt x="5281584" y="2394028"/>
                  </a:lnTo>
                  <a:lnTo>
                    <a:pt x="5281771" y="2395531"/>
                  </a:lnTo>
                  <a:lnTo>
                    <a:pt x="5281958" y="2397482"/>
                  </a:lnTo>
                  <a:lnTo>
                    <a:pt x="5282145" y="2398994"/>
                  </a:lnTo>
                  <a:lnTo>
                    <a:pt x="5282332" y="2400755"/>
                  </a:lnTo>
                  <a:lnTo>
                    <a:pt x="5282519" y="2402598"/>
                  </a:lnTo>
                  <a:lnTo>
                    <a:pt x="5282706" y="2404450"/>
                  </a:lnTo>
                  <a:lnTo>
                    <a:pt x="5282893" y="2406152"/>
                  </a:lnTo>
                  <a:lnTo>
                    <a:pt x="5283080" y="2407964"/>
                  </a:lnTo>
                  <a:lnTo>
                    <a:pt x="5283266" y="2410165"/>
                  </a:lnTo>
                  <a:lnTo>
                    <a:pt x="5283453" y="2412311"/>
                  </a:lnTo>
                  <a:lnTo>
                    <a:pt x="5283640" y="2414643"/>
                  </a:lnTo>
                  <a:lnTo>
                    <a:pt x="5283827" y="2417251"/>
                  </a:lnTo>
                  <a:lnTo>
                    <a:pt x="5284014" y="2420183"/>
                  </a:lnTo>
                  <a:lnTo>
                    <a:pt x="5284201" y="2423192"/>
                  </a:lnTo>
                  <a:lnTo>
                    <a:pt x="5284388" y="2426321"/>
                  </a:lnTo>
                  <a:lnTo>
                    <a:pt x="5284575" y="2429425"/>
                  </a:lnTo>
                  <a:lnTo>
                    <a:pt x="5284762" y="2432602"/>
                  </a:lnTo>
                  <a:lnTo>
                    <a:pt x="5284949" y="2436128"/>
                  </a:lnTo>
                  <a:lnTo>
                    <a:pt x="5285136" y="2439637"/>
                  </a:lnTo>
                  <a:lnTo>
                    <a:pt x="5285323" y="2443062"/>
                  </a:lnTo>
                  <a:lnTo>
                    <a:pt x="5285510" y="2446514"/>
                  </a:lnTo>
                  <a:lnTo>
                    <a:pt x="5285696" y="2449828"/>
                  </a:lnTo>
                  <a:lnTo>
                    <a:pt x="5285883" y="2452885"/>
                  </a:lnTo>
                  <a:lnTo>
                    <a:pt x="5286070" y="2455802"/>
                  </a:lnTo>
                  <a:lnTo>
                    <a:pt x="5286257" y="2458726"/>
                  </a:lnTo>
                  <a:lnTo>
                    <a:pt x="5286444" y="2461447"/>
                  </a:lnTo>
                  <a:lnTo>
                    <a:pt x="5286631" y="2464261"/>
                  </a:lnTo>
                  <a:lnTo>
                    <a:pt x="5286818" y="2466476"/>
                  </a:lnTo>
                  <a:lnTo>
                    <a:pt x="5287005" y="2468933"/>
                  </a:lnTo>
                  <a:lnTo>
                    <a:pt x="5287192" y="2471540"/>
                  </a:lnTo>
                  <a:lnTo>
                    <a:pt x="5287379" y="2474834"/>
                  </a:lnTo>
                  <a:lnTo>
                    <a:pt x="5287566" y="2478301"/>
                  </a:lnTo>
                  <a:lnTo>
                    <a:pt x="5287753" y="2482019"/>
                  </a:lnTo>
                  <a:lnTo>
                    <a:pt x="5287939" y="2485614"/>
                  </a:lnTo>
                  <a:lnTo>
                    <a:pt x="5288126" y="2489325"/>
                  </a:lnTo>
                  <a:lnTo>
                    <a:pt x="5288313" y="2492748"/>
                  </a:lnTo>
                  <a:lnTo>
                    <a:pt x="5288500" y="2496372"/>
                  </a:lnTo>
                  <a:lnTo>
                    <a:pt x="5288687" y="2500024"/>
                  </a:lnTo>
                  <a:lnTo>
                    <a:pt x="5288874" y="2504111"/>
                  </a:lnTo>
                  <a:lnTo>
                    <a:pt x="5289061" y="2508050"/>
                  </a:lnTo>
                  <a:lnTo>
                    <a:pt x="5289248" y="2512326"/>
                  </a:lnTo>
                  <a:lnTo>
                    <a:pt x="5289435" y="2516085"/>
                  </a:lnTo>
                  <a:lnTo>
                    <a:pt x="5289622" y="2520135"/>
                  </a:lnTo>
                  <a:lnTo>
                    <a:pt x="5289809" y="2523791"/>
                  </a:lnTo>
                  <a:lnTo>
                    <a:pt x="5289996" y="2527627"/>
                  </a:lnTo>
                  <a:lnTo>
                    <a:pt x="5290183" y="2531193"/>
                  </a:lnTo>
                  <a:lnTo>
                    <a:pt x="5290369" y="2534658"/>
                  </a:lnTo>
                  <a:lnTo>
                    <a:pt x="5290556" y="2537630"/>
                  </a:lnTo>
                  <a:lnTo>
                    <a:pt x="5290743" y="2540677"/>
                  </a:lnTo>
                  <a:lnTo>
                    <a:pt x="5290930" y="2543484"/>
                  </a:lnTo>
                  <a:lnTo>
                    <a:pt x="5291117" y="2546520"/>
                  </a:lnTo>
                  <a:lnTo>
                    <a:pt x="5291304" y="2549722"/>
                  </a:lnTo>
                  <a:lnTo>
                    <a:pt x="5291491" y="2552286"/>
                  </a:lnTo>
                  <a:lnTo>
                    <a:pt x="5291678" y="2554528"/>
                  </a:lnTo>
                  <a:lnTo>
                    <a:pt x="5291865" y="2556817"/>
                  </a:lnTo>
                  <a:lnTo>
                    <a:pt x="5292052" y="2559019"/>
                  </a:lnTo>
                  <a:lnTo>
                    <a:pt x="5292239" y="2561536"/>
                  </a:lnTo>
                  <a:lnTo>
                    <a:pt x="5292426" y="2563629"/>
                  </a:lnTo>
                  <a:lnTo>
                    <a:pt x="5292612" y="2565823"/>
                  </a:lnTo>
                  <a:lnTo>
                    <a:pt x="5292799" y="2567633"/>
                  </a:lnTo>
                  <a:lnTo>
                    <a:pt x="5292986" y="2569558"/>
                  </a:lnTo>
                  <a:lnTo>
                    <a:pt x="5293173" y="2572022"/>
                  </a:lnTo>
                  <a:lnTo>
                    <a:pt x="5293360" y="2575727"/>
                  </a:lnTo>
                  <a:lnTo>
                    <a:pt x="5293547" y="2579355"/>
                  </a:lnTo>
                  <a:lnTo>
                    <a:pt x="5293734" y="2583085"/>
                  </a:lnTo>
                  <a:lnTo>
                    <a:pt x="5293921" y="2587564"/>
                  </a:lnTo>
                  <a:lnTo>
                    <a:pt x="5294108" y="2592260"/>
                  </a:lnTo>
                  <a:lnTo>
                    <a:pt x="5294295" y="2597709"/>
                  </a:lnTo>
                  <a:lnTo>
                    <a:pt x="5294482" y="2603454"/>
                  </a:lnTo>
                  <a:lnTo>
                    <a:pt x="5294669" y="2608863"/>
                  </a:lnTo>
                  <a:lnTo>
                    <a:pt x="5294856" y="2613789"/>
                  </a:lnTo>
                  <a:lnTo>
                    <a:pt x="5295042" y="2617932"/>
                  </a:lnTo>
                  <a:lnTo>
                    <a:pt x="5295229" y="2622190"/>
                  </a:lnTo>
                  <a:lnTo>
                    <a:pt x="5295416" y="2626405"/>
                  </a:lnTo>
                  <a:lnTo>
                    <a:pt x="5295603" y="2630236"/>
                  </a:lnTo>
                  <a:lnTo>
                    <a:pt x="5295790" y="2633501"/>
                  </a:lnTo>
                  <a:lnTo>
                    <a:pt x="5295977" y="2636318"/>
                  </a:lnTo>
                  <a:lnTo>
                    <a:pt x="5296164" y="2638805"/>
                  </a:lnTo>
                  <a:lnTo>
                    <a:pt x="5296351" y="2640850"/>
                  </a:lnTo>
                  <a:lnTo>
                    <a:pt x="5296538" y="2642945"/>
                  </a:lnTo>
                  <a:lnTo>
                    <a:pt x="5296725" y="2644614"/>
                  </a:lnTo>
                  <a:lnTo>
                    <a:pt x="5296912" y="2646004"/>
                  </a:lnTo>
                  <a:lnTo>
                    <a:pt x="5297099" y="2647420"/>
                  </a:lnTo>
                  <a:lnTo>
                    <a:pt x="5297286" y="2648495"/>
                  </a:lnTo>
                  <a:lnTo>
                    <a:pt x="5297472" y="2649410"/>
                  </a:lnTo>
                  <a:lnTo>
                    <a:pt x="5297659" y="2650122"/>
                  </a:lnTo>
                  <a:lnTo>
                    <a:pt x="5297846" y="2650817"/>
                  </a:lnTo>
                  <a:lnTo>
                    <a:pt x="5298033" y="2651354"/>
                  </a:lnTo>
                  <a:lnTo>
                    <a:pt x="5298220" y="2651671"/>
                  </a:lnTo>
                  <a:lnTo>
                    <a:pt x="5298407" y="2651627"/>
                  </a:lnTo>
                  <a:lnTo>
                    <a:pt x="5298594" y="2651574"/>
                  </a:lnTo>
                  <a:lnTo>
                    <a:pt x="5298781" y="2651389"/>
                  </a:lnTo>
                  <a:lnTo>
                    <a:pt x="5298968" y="2651375"/>
                  </a:lnTo>
                  <a:lnTo>
                    <a:pt x="5299155" y="2651407"/>
                  </a:lnTo>
                  <a:lnTo>
                    <a:pt x="5299342" y="2651481"/>
                  </a:lnTo>
                  <a:lnTo>
                    <a:pt x="5299529" y="2651492"/>
                  </a:lnTo>
                  <a:lnTo>
                    <a:pt x="5299715" y="2651262"/>
                  </a:lnTo>
                  <a:lnTo>
                    <a:pt x="5299902" y="2651053"/>
                  </a:lnTo>
                  <a:lnTo>
                    <a:pt x="5300089" y="2650891"/>
                  </a:lnTo>
                  <a:lnTo>
                    <a:pt x="5300276" y="2650577"/>
                  </a:lnTo>
                  <a:lnTo>
                    <a:pt x="5300463" y="2650173"/>
                  </a:lnTo>
                  <a:lnTo>
                    <a:pt x="5300650" y="2649948"/>
                  </a:lnTo>
                  <a:lnTo>
                    <a:pt x="5300837" y="2649556"/>
                  </a:lnTo>
                  <a:lnTo>
                    <a:pt x="5301024" y="2649207"/>
                  </a:lnTo>
                  <a:lnTo>
                    <a:pt x="5301211" y="2649300"/>
                  </a:lnTo>
                  <a:lnTo>
                    <a:pt x="5301398" y="2649530"/>
                  </a:lnTo>
                  <a:lnTo>
                    <a:pt x="5301585" y="2649880"/>
                  </a:lnTo>
                  <a:lnTo>
                    <a:pt x="5301772" y="2650292"/>
                  </a:lnTo>
                  <a:lnTo>
                    <a:pt x="5301959" y="2650773"/>
                  </a:lnTo>
                  <a:lnTo>
                    <a:pt x="5302145" y="2651111"/>
                  </a:lnTo>
                  <a:lnTo>
                    <a:pt x="5302332" y="2651581"/>
                  </a:lnTo>
                  <a:lnTo>
                    <a:pt x="5302519" y="2652566"/>
                  </a:lnTo>
                  <a:lnTo>
                    <a:pt x="5302706" y="2653575"/>
                  </a:lnTo>
                  <a:lnTo>
                    <a:pt x="5302893" y="2654904"/>
                  </a:lnTo>
                  <a:lnTo>
                    <a:pt x="5303080" y="2656496"/>
                  </a:lnTo>
                  <a:lnTo>
                    <a:pt x="5303267" y="2658152"/>
                  </a:lnTo>
                  <a:lnTo>
                    <a:pt x="5303454" y="2659786"/>
                  </a:lnTo>
                  <a:lnTo>
                    <a:pt x="5303641" y="2661427"/>
                  </a:lnTo>
                  <a:lnTo>
                    <a:pt x="5303828" y="2663145"/>
                  </a:lnTo>
                  <a:lnTo>
                    <a:pt x="5304015" y="2664995"/>
                  </a:lnTo>
                  <a:lnTo>
                    <a:pt x="5304202" y="2667215"/>
                  </a:lnTo>
                  <a:lnTo>
                    <a:pt x="5304389" y="2669229"/>
                  </a:lnTo>
                  <a:lnTo>
                    <a:pt x="5304575" y="2671937"/>
                  </a:lnTo>
                  <a:lnTo>
                    <a:pt x="5304762" y="2674499"/>
                  </a:lnTo>
                  <a:lnTo>
                    <a:pt x="5304949" y="2677696"/>
                  </a:lnTo>
                  <a:lnTo>
                    <a:pt x="5305136" y="2680872"/>
                  </a:lnTo>
                  <a:lnTo>
                    <a:pt x="5305323" y="2683488"/>
                  </a:lnTo>
                  <a:lnTo>
                    <a:pt x="5305510" y="2686055"/>
                  </a:lnTo>
                  <a:lnTo>
                    <a:pt x="5305697" y="2689025"/>
                  </a:lnTo>
                  <a:lnTo>
                    <a:pt x="5305884" y="2692487"/>
                  </a:lnTo>
                  <a:lnTo>
                    <a:pt x="5306071" y="2696262"/>
                  </a:lnTo>
                  <a:lnTo>
                    <a:pt x="5306258" y="2700253"/>
                  </a:lnTo>
                  <a:lnTo>
                    <a:pt x="5306445" y="2704423"/>
                  </a:lnTo>
                  <a:lnTo>
                    <a:pt x="5306632" y="2708552"/>
                  </a:lnTo>
                  <a:lnTo>
                    <a:pt x="5306818" y="2712227"/>
                  </a:lnTo>
                  <a:lnTo>
                    <a:pt x="5307005" y="2715674"/>
                  </a:lnTo>
                  <a:lnTo>
                    <a:pt x="5307192" y="2719038"/>
                  </a:lnTo>
                  <a:lnTo>
                    <a:pt x="5307379" y="2721952"/>
                  </a:lnTo>
                  <a:lnTo>
                    <a:pt x="5307566" y="2724403"/>
                  </a:lnTo>
                  <a:lnTo>
                    <a:pt x="5307753" y="2726446"/>
                  </a:lnTo>
                  <a:lnTo>
                    <a:pt x="5307940" y="2728348"/>
                  </a:lnTo>
                  <a:lnTo>
                    <a:pt x="5308127" y="2730343"/>
                  </a:lnTo>
                  <a:lnTo>
                    <a:pt x="5308314" y="2732035"/>
                  </a:lnTo>
                  <a:lnTo>
                    <a:pt x="5308501" y="2733391"/>
                  </a:lnTo>
                  <a:lnTo>
                    <a:pt x="5308688" y="2734640"/>
                  </a:lnTo>
                  <a:lnTo>
                    <a:pt x="5308875" y="2735842"/>
                  </a:lnTo>
                  <a:lnTo>
                    <a:pt x="5309062" y="2737063"/>
                  </a:lnTo>
                  <a:lnTo>
                    <a:pt x="5309248" y="2738256"/>
                  </a:lnTo>
                  <a:lnTo>
                    <a:pt x="5309435" y="2739522"/>
                  </a:lnTo>
                  <a:lnTo>
                    <a:pt x="5309622" y="2740824"/>
                  </a:lnTo>
                  <a:lnTo>
                    <a:pt x="5309809" y="2742064"/>
                  </a:lnTo>
                  <a:lnTo>
                    <a:pt x="5309996" y="2743071"/>
                  </a:lnTo>
                  <a:lnTo>
                    <a:pt x="5310183" y="2744205"/>
                  </a:lnTo>
                  <a:lnTo>
                    <a:pt x="5310370" y="2745267"/>
                  </a:lnTo>
                  <a:lnTo>
                    <a:pt x="5310557" y="2746469"/>
                  </a:lnTo>
                  <a:lnTo>
                    <a:pt x="5310744" y="2747498"/>
                  </a:lnTo>
                  <a:lnTo>
                    <a:pt x="5310931" y="2748496"/>
                  </a:lnTo>
                  <a:lnTo>
                    <a:pt x="5311118" y="2749563"/>
                  </a:lnTo>
                  <a:lnTo>
                    <a:pt x="5311305" y="2750407"/>
                  </a:lnTo>
                  <a:lnTo>
                    <a:pt x="5311491" y="2750936"/>
                  </a:lnTo>
                  <a:lnTo>
                    <a:pt x="5311678" y="2751764"/>
                  </a:lnTo>
                  <a:lnTo>
                    <a:pt x="5311865" y="2752614"/>
                  </a:lnTo>
                  <a:lnTo>
                    <a:pt x="5312052" y="2753438"/>
                  </a:lnTo>
                  <a:lnTo>
                    <a:pt x="5312239" y="2754286"/>
                  </a:lnTo>
                  <a:lnTo>
                    <a:pt x="5312426" y="2755176"/>
                  </a:lnTo>
                  <a:lnTo>
                    <a:pt x="5312613" y="2756092"/>
                  </a:lnTo>
                  <a:lnTo>
                    <a:pt x="5312800" y="2757272"/>
                  </a:lnTo>
                  <a:lnTo>
                    <a:pt x="5312987" y="2758159"/>
                  </a:lnTo>
                  <a:lnTo>
                    <a:pt x="5313174" y="2758365"/>
                  </a:lnTo>
                  <a:lnTo>
                    <a:pt x="5313361" y="2758130"/>
                  </a:lnTo>
                  <a:lnTo>
                    <a:pt x="5313548" y="2757850"/>
                  </a:lnTo>
                  <a:lnTo>
                    <a:pt x="5313735" y="2757226"/>
                  </a:lnTo>
                  <a:lnTo>
                    <a:pt x="5313921" y="2756382"/>
                  </a:lnTo>
                  <a:lnTo>
                    <a:pt x="5314108" y="2755703"/>
                  </a:lnTo>
                  <a:lnTo>
                    <a:pt x="5314295" y="2754873"/>
                  </a:lnTo>
                  <a:lnTo>
                    <a:pt x="5314482" y="2753893"/>
                  </a:lnTo>
                  <a:lnTo>
                    <a:pt x="5314669" y="2752736"/>
                  </a:lnTo>
                  <a:lnTo>
                    <a:pt x="5314856" y="2751872"/>
                  </a:lnTo>
                  <a:lnTo>
                    <a:pt x="5315043" y="2751270"/>
                  </a:lnTo>
                  <a:lnTo>
                    <a:pt x="5315230" y="2750927"/>
                  </a:lnTo>
                  <a:lnTo>
                    <a:pt x="5315417" y="2750424"/>
                  </a:lnTo>
                  <a:lnTo>
                    <a:pt x="5315604" y="2749893"/>
                  </a:lnTo>
                  <a:lnTo>
                    <a:pt x="5315791" y="2749407"/>
                  </a:lnTo>
                  <a:lnTo>
                    <a:pt x="5315978" y="2748865"/>
                  </a:lnTo>
                  <a:lnTo>
                    <a:pt x="5316165" y="2748084"/>
                  </a:lnTo>
                  <a:lnTo>
                    <a:pt x="5316351" y="2747338"/>
                  </a:lnTo>
                  <a:lnTo>
                    <a:pt x="5316538" y="2746713"/>
                  </a:lnTo>
                  <a:lnTo>
                    <a:pt x="5316725" y="2746130"/>
                  </a:lnTo>
                  <a:lnTo>
                    <a:pt x="5316912" y="2745531"/>
                  </a:lnTo>
                  <a:lnTo>
                    <a:pt x="5317099" y="2745338"/>
                  </a:lnTo>
                  <a:lnTo>
                    <a:pt x="5317286" y="2745273"/>
                  </a:lnTo>
                  <a:lnTo>
                    <a:pt x="5317473" y="2745308"/>
                  </a:lnTo>
                  <a:lnTo>
                    <a:pt x="5317660" y="2745131"/>
                  </a:lnTo>
                  <a:lnTo>
                    <a:pt x="5317847" y="2744997"/>
                  </a:lnTo>
                  <a:lnTo>
                    <a:pt x="5318034" y="2744370"/>
                  </a:lnTo>
                  <a:lnTo>
                    <a:pt x="5318221" y="2743641"/>
                  </a:lnTo>
                  <a:lnTo>
                    <a:pt x="5318408" y="2742775"/>
                  </a:lnTo>
                  <a:lnTo>
                    <a:pt x="5318594" y="2741663"/>
                  </a:lnTo>
                  <a:lnTo>
                    <a:pt x="5318781" y="2740603"/>
                  </a:lnTo>
                  <a:lnTo>
                    <a:pt x="5318968" y="2739629"/>
                  </a:lnTo>
                  <a:lnTo>
                    <a:pt x="5319155" y="2738758"/>
                  </a:lnTo>
                  <a:lnTo>
                    <a:pt x="5319342" y="2737787"/>
                  </a:lnTo>
                  <a:lnTo>
                    <a:pt x="5319529" y="2737351"/>
                  </a:lnTo>
                  <a:lnTo>
                    <a:pt x="5319716" y="2737036"/>
                  </a:lnTo>
                  <a:lnTo>
                    <a:pt x="5319903" y="2736859"/>
                  </a:lnTo>
                  <a:lnTo>
                    <a:pt x="5320090" y="2736416"/>
                  </a:lnTo>
                  <a:lnTo>
                    <a:pt x="5320277" y="2735539"/>
                  </a:lnTo>
                  <a:lnTo>
                    <a:pt x="5320464" y="2734621"/>
                  </a:lnTo>
                  <a:lnTo>
                    <a:pt x="5320651" y="2733583"/>
                  </a:lnTo>
                  <a:lnTo>
                    <a:pt x="5320838" y="2732552"/>
                  </a:lnTo>
                  <a:lnTo>
                    <a:pt x="5321024" y="2731475"/>
                  </a:lnTo>
                  <a:lnTo>
                    <a:pt x="5321211" y="2730442"/>
                  </a:lnTo>
                  <a:lnTo>
                    <a:pt x="5321398" y="2729394"/>
                  </a:lnTo>
                  <a:lnTo>
                    <a:pt x="5321585" y="2728276"/>
                  </a:lnTo>
                  <a:lnTo>
                    <a:pt x="5321772" y="2727149"/>
                  </a:lnTo>
                  <a:lnTo>
                    <a:pt x="5321959" y="2725885"/>
                  </a:lnTo>
                  <a:lnTo>
                    <a:pt x="5322146" y="2724733"/>
                  </a:lnTo>
                  <a:lnTo>
                    <a:pt x="5322333" y="2722992"/>
                  </a:lnTo>
                  <a:lnTo>
                    <a:pt x="5322520" y="2721285"/>
                  </a:lnTo>
                  <a:lnTo>
                    <a:pt x="5322707" y="2719255"/>
                  </a:lnTo>
                  <a:lnTo>
                    <a:pt x="5322894" y="2717205"/>
                  </a:lnTo>
                  <a:lnTo>
                    <a:pt x="5323081" y="2715725"/>
                  </a:lnTo>
                  <a:lnTo>
                    <a:pt x="5323268" y="2714524"/>
                  </a:lnTo>
                  <a:lnTo>
                    <a:pt x="5323454" y="2713204"/>
                  </a:lnTo>
                  <a:lnTo>
                    <a:pt x="5323641" y="2712171"/>
                  </a:lnTo>
                  <a:lnTo>
                    <a:pt x="5323828" y="2711344"/>
                  </a:lnTo>
                  <a:lnTo>
                    <a:pt x="5324015" y="2710491"/>
                  </a:lnTo>
                  <a:lnTo>
                    <a:pt x="5324202" y="2710225"/>
                  </a:lnTo>
                  <a:lnTo>
                    <a:pt x="5324389" y="2710225"/>
                  </a:lnTo>
                  <a:lnTo>
                    <a:pt x="5324576" y="2710225"/>
                  </a:lnTo>
                  <a:lnTo>
                    <a:pt x="5324763" y="2710225"/>
                  </a:lnTo>
                  <a:lnTo>
                    <a:pt x="5324950" y="2710340"/>
                  </a:lnTo>
                  <a:lnTo>
                    <a:pt x="5325137" y="2710516"/>
                  </a:lnTo>
                  <a:lnTo>
                    <a:pt x="5325324" y="2710824"/>
                  </a:lnTo>
                  <a:lnTo>
                    <a:pt x="5325511" y="2711175"/>
                  </a:lnTo>
                  <a:lnTo>
                    <a:pt x="5325697" y="2711527"/>
                  </a:lnTo>
                  <a:lnTo>
                    <a:pt x="5325884" y="2712033"/>
                  </a:lnTo>
                  <a:lnTo>
                    <a:pt x="5326071" y="2712457"/>
                  </a:lnTo>
                  <a:lnTo>
                    <a:pt x="5326258" y="2712710"/>
                  </a:lnTo>
                  <a:lnTo>
                    <a:pt x="5326445" y="2712906"/>
                  </a:lnTo>
                  <a:lnTo>
                    <a:pt x="5326632" y="2713019"/>
                  </a:lnTo>
                  <a:lnTo>
                    <a:pt x="5326819" y="2713104"/>
                  </a:lnTo>
                  <a:lnTo>
                    <a:pt x="5327006" y="2712968"/>
                  </a:lnTo>
                  <a:lnTo>
                    <a:pt x="5327193" y="2712688"/>
                  </a:lnTo>
                  <a:lnTo>
                    <a:pt x="5327380" y="2712298"/>
                  </a:lnTo>
                  <a:lnTo>
                    <a:pt x="5327567" y="2712030"/>
                  </a:lnTo>
                  <a:lnTo>
                    <a:pt x="5327754" y="2711960"/>
                  </a:lnTo>
                  <a:lnTo>
                    <a:pt x="5327941" y="2712002"/>
                  </a:lnTo>
                  <a:lnTo>
                    <a:pt x="5328127" y="2712096"/>
                  </a:lnTo>
                  <a:lnTo>
                    <a:pt x="5328314" y="2712190"/>
                  </a:lnTo>
                  <a:lnTo>
                    <a:pt x="5328501" y="2712284"/>
                  </a:lnTo>
                  <a:lnTo>
                    <a:pt x="5328688" y="2712462"/>
                  </a:lnTo>
                  <a:lnTo>
                    <a:pt x="5328875" y="2712750"/>
                  </a:lnTo>
                  <a:lnTo>
                    <a:pt x="5329062" y="2713338"/>
                  </a:lnTo>
                  <a:lnTo>
                    <a:pt x="5329249" y="2713971"/>
                  </a:lnTo>
                  <a:lnTo>
                    <a:pt x="5329436" y="2714524"/>
                  </a:lnTo>
                  <a:lnTo>
                    <a:pt x="5329623" y="2715034"/>
                  </a:lnTo>
                  <a:lnTo>
                    <a:pt x="5329810" y="2715987"/>
                  </a:lnTo>
                  <a:lnTo>
                    <a:pt x="5329997" y="2717146"/>
                  </a:lnTo>
                  <a:lnTo>
                    <a:pt x="5330184" y="2718636"/>
                  </a:lnTo>
                  <a:lnTo>
                    <a:pt x="5330370" y="2720320"/>
                  </a:lnTo>
                  <a:lnTo>
                    <a:pt x="5330557" y="2721741"/>
                  </a:lnTo>
                  <a:lnTo>
                    <a:pt x="5330744" y="2723005"/>
                  </a:lnTo>
                  <a:lnTo>
                    <a:pt x="5330931" y="2724159"/>
                  </a:lnTo>
                  <a:lnTo>
                    <a:pt x="5331118" y="2725312"/>
                  </a:lnTo>
                  <a:lnTo>
                    <a:pt x="5331305" y="2726729"/>
                  </a:lnTo>
                  <a:lnTo>
                    <a:pt x="5331492" y="2728083"/>
                  </a:lnTo>
                  <a:lnTo>
                    <a:pt x="5331679" y="2729235"/>
                  </a:lnTo>
                  <a:lnTo>
                    <a:pt x="5331866" y="2730266"/>
                  </a:lnTo>
                  <a:lnTo>
                    <a:pt x="5332053" y="2731447"/>
                  </a:lnTo>
                  <a:lnTo>
                    <a:pt x="5332240" y="2732867"/>
                  </a:lnTo>
                  <a:lnTo>
                    <a:pt x="5332427" y="2734565"/>
                  </a:lnTo>
                  <a:lnTo>
                    <a:pt x="5332614" y="2735756"/>
                  </a:lnTo>
                  <a:lnTo>
                    <a:pt x="5332800" y="2736871"/>
                  </a:lnTo>
                  <a:lnTo>
                    <a:pt x="5332987" y="2737698"/>
                  </a:lnTo>
                  <a:lnTo>
                    <a:pt x="5333174" y="2738432"/>
                  </a:lnTo>
                  <a:lnTo>
                    <a:pt x="5333361" y="2739140"/>
                  </a:lnTo>
                  <a:lnTo>
                    <a:pt x="5333548" y="2739601"/>
                  </a:lnTo>
                  <a:lnTo>
                    <a:pt x="5333735" y="2739990"/>
                  </a:lnTo>
                  <a:lnTo>
                    <a:pt x="5333922" y="2740189"/>
                  </a:lnTo>
                  <a:lnTo>
                    <a:pt x="5334109" y="2740090"/>
                  </a:lnTo>
                  <a:lnTo>
                    <a:pt x="5334296" y="2739844"/>
                  </a:lnTo>
                  <a:lnTo>
                    <a:pt x="5334483" y="2739580"/>
                  </a:lnTo>
                  <a:lnTo>
                    <a:pt x="5334670" y="2739123"/>
                  </a:lnTo>
                  <a:lnTo>
                    <a:pt x="5334857" y="2738667"/>
                  </a:lnTo>
                  <a:lnTo>
                    <a:pt x="5335044" y="2738061"/>
                  </a:lnTo>
                  <a:lnTo>
                    <a:pt x="5335230" y="2737624"/>
                  </a:lnTo>
                  <a:lnTo>
                    <a:pt x="5335417" y="2737134"/>
                  </a:lnTo>
                  <a:lnTo>
                    <a:pt x="5335604" y="2736833"/>
                  </a:lnTo>
                  <a:lnTo>
                    <a:pt x="5335791" y="2736561"/>
                  </a:lnTo>
                  <a:lnTo>
                    <a:pt x="5335978" y="2736152"/>
                  </a:lnTo>
                  <a:lnTo>
                    <a:pt x="5336165" y="2735954"/>
                  </a:lnTo>
                  <a:lnTo>
                    <a:pt x="5336352" y="2735375"/>
                  </a:lnTo>
                  <a:lnTo>
                    <a:pt x="5336539" y="2734798"/>
                  </a:lnTo>
                  <a:lnTo>
                    <a:pt x="5336726" y="2734131"/>
                  </a:lnTo>
                  <a:lnTo>
                    <a:pt x="5336913" y="2733656"/>
                  </a:lnTo>
                  <a:lnTo>
                    <a:pt x="5337100" y="2733345"/>
                  </a:lnTo>
                  <a:lnTo>
                    <a:pt x="5337287" y="2733186"/>
                  </a:lnTo>
                  <a:lnTo>
                    <a:pt x="5337473" y="2733118"/>
                  </a:lnTo>
                  <a:lnTo>
                    <a:pt x="5337660" y="2733066"/>
                  </a:lnTo>
                  <a:lnTo>
                    <a:pt x="5337847" y="2732987"/>
                  </a:lnTo>
                  <a:lnTo>
                    <a:pt x="5338034" y="2732530"/>
                  </a:lnTo>
                  <a:lnTo>
                    <a:pt x="5338221" y="2732174"/>
                  </a:lnTo>
                  <a:lnTo>
                    <a:pt x="5338408" y="2731762"/>
                  </a:lnTo>
                  <a:lnTo>
                    <a:pt x="5338595" y="2731402"/>
                  </a:lnTo>
                  <a:lnTo>
                    <a:pt x="5338782" y="2731410"/>
                  </a:lnTo>
                  <a:lnTo>
                    <a:pt x="5338969" y="2731395"/>
                  </a:lnTo>
                  <a:lnTo>
                    <a:pt x="5339156" y="2731484"/>
                  </a:lnTo>
                  <a:lnTo>
                    <a:pt x="5339343" y="2731389"/>
                  </a:lnTo>
                  <a:lnTo>
                    <a:pt x="5339530" y="2731157"/>
                  </a:lnTo>
                  <a:lnTo>
                    <a:pt x="5339717" y="2730997"/>
                  </a:lnTo>
                  <a:lnTo>
                    <a:pt x="5339903" y="2730848"/>
                  </a:lnTo>
                  <a:lnTo>
                    <a:pt x="5340090" y="2730605"/>
                  </a:lnTo>
                  <a:lnTo>
                    <a:pt x="5340277" y="2730218"/>
                  </a:lnTo>
                  <a:lnTo>
                    <a:pt x="5340464" y="2729790"/>
                  </a:lnTo>
                  <a:lnTo>
                    <a:pt x="5340651" y="2729472"/>
                  </a:lnTo>
                  <a:lnTo>
                    <a:pt x="5340838" y="2729341"/>
                  </a:lnTo>
                  <a:lnTo>
                    <a:pt x="5341025" y="2729159"/>
                  </a:lnTo>
                  <a:lnTo>
                    <a:pt x="5341212" y="2728774"/>
                  </a:lnTo>
                  <a:lnTo>
                    <a:pt x="5341399" y="2728076"/>
                  </a:lnTo>
                  <a:lnTo>
                    <a:pt x="5341586" y="2727189"/>
                  </a:lnTo>
                  <a:lnTo>
                    <a:pt x="5341773" y="2726119"/>
                  </a:lnTo>
                  <a:lnTo>
                    <a:pt x="5341960" y="2724601"/>
                  </a:lnTo>
                  <a:lnTo>
                    <a:pt x="5342147" y="2723083"/>
                  </a:lnTo>
                  <a:lnTo>
                    <a:pt x="5342333" y="2721681"/>
                  </a:lnTo>
                  <a:lnTo>
                    <a:pt x="5342520" y="2720284"/>
                  </a:lnTo>
                  <a:lnTo>
                    <a:pt x="5342707" y="2718911"/>
                  </a:lnTo>
                  <a:lnTo>
                    <a:pt x="5342894" y="2717537"/>
                  </a:lnTo>
                  <a:lnTo>
                    <a:pt x="5343081" y="2716069"/>
                  </a:lnTo>
                  <a:lnTo>
                    <a:pt x="5343268" y="2714655"/>
                  </a:lnTo>
                  <a:lnTo>
                    <a:pt x="5343455" y="2713207"/>
                  </a:lnTo>
                  <a:lnTo>
                    <a:pt x="5343642" y="2711825"/>
                  </a:lnTo>
                  <a:lnTo>
                    <a:pt x="5343829" y="2710531"/>
                  </a:lnTo>
                  <a:lnTo>
                    <a:pt x="5344016" y="2709406"/>
                  </a:lnTo>
                  <a:lnTo>
                    <a:pt x="5344203" y="2708468"/>
                  </a:lnTo>
                  <a:lnTo>
                    <a:pt x="5344390" y="2707587"/>
                  </a:lnTo>
                  <a:lnTo>
                    <a:pt x="5344576" y="2706871"/>
                  </a:lnTo>
                  <a:lnTo>
                    <a:pt x="5344763" y="2706423"/>
                  </a:lnTo>
                  <a:lnTo>
                    <a:pt x="5344950" y="2706057"/>
                  </a:lnTo>
                  <a:lnTo>
                    <a:pt x="5345137" y="2705733"/>
                  </a:lnTo>
                  <a:lnTo>
                    <a:pt x="5345324" y="2705423"/>
                  </a:lnTo>
                  <a:lnTo>
                    <a:pt x="5345511" y="2705000"/>
                  </a:lnTo>
                  <a:lnTo>
                    <a:pt x="5345698" y="2704730"/>
                  </a:lnTo>
                  <a:lnTo>
                    <a:pt x="5345885" y="2704534"/>
                  </a:lnTo>
                  <a:lnTo>
                    <a:pt x="5346072" y="2704165"/>
                  </a:lnTo>
                  <a:lnTo>
                    <a:pt x="5346259" y="2703553"/>
                  </a:lnTo>
                  <a:lnTo>
                    <a:pt x="5346446" y="2702951"/>
                  </a:lnTo>
                  <a:lnTo>
                    <a:pt x="5346633" y="2702385"/>
                  </a:lnTo>
                  <a:lnTo>
                    <a:pt x="5346820" y="2701880"/>
                  </a:lnTo>
                  <a:lnTo>
                    <a:pt x="5347006" y="2701560"/>
                  </a:lnTo>
                  <a:lnTo>
                    <a:pt x="5347193" y="2701390"/>
                  </a:lnTo>
                  <a:lnTo>
                    <a:pt x="5347380" y="2701296"/>
                  </a:lnTo>
                  <a:lnTo>
                    <a:pt x="5347567" y="2701213"/>
                  </a:lnTo>
                  <a:lnTo>
                    <a:pt x="5347754" y="2701114"/>
                  </a:lnTo>
                  <a:lnTo>
                    <a:pt x="5347941" y="2700968"/>
                  </a:lnTo>
                  <a:lnTo>
                    <a:pt x="5348128" y="2700940"/>
                  </a:lnTo>
                  <a:lnTo>
                    <a:pt x="5348315" y="2700756"/>
                  </a:lnTo>
                  <a:lnTo>
                    <a:pt x="5348502" y="2700525"/>
                  </a:lnTo>
                  <a:lnTo>
                    <a:pt x="5348689" y="2700532"/>
                  </a:lnTo>
                  <a:lnTo>
                    <a:pt x="5348876" y="2700800"/>
                  </a:lnTo>
                  <a:lnTo>
                    <a:pt x="5349063" y="2701339"/>
                  </a:lnTo>
                  <a:lnTo>
                    <a:pt x="5349249" y="2701857"/>
                  </a:lnTo>
                  <a:lnTo>
                    <a:pt x="5349436" y="2702296"/>
                  </a:lnTo>
                  <a:lnTo>
                    <a:pt x="5349623" y="2702735"/>
                  </a:lnTo>
                  <a:lnTo>
                    <a:pt x="5349810" y="2703129"/>
                  </a:lnTo>
                  <a:lnTo>
                    <a:pt x="5349997" y="2703448"/>
                  </a:lnTo>
                  <a:lnTo>
                    <a:pt x="5350184" y="2703799"/>
                  </a:lnTo>
                  <a:lnTo>
                    <a:pt x="5350371" y="2704349"/>
                  </a:lnTo>
                  <a:lnTo>
                    <a:pt x="5350558" y="2705059"/>
                  </a:lnTo>
                  <a:lnTo>
                    <a:pt x="5350745" y="2705820"/>
                  </a:lnTo>
                  <a:lnTo>
                    <a:pt x="5350932" y="2706515"/>
                  </a:lnTo>
                  <a:lnTo>
                    <a:pt x="5351119" y="2707429"/>
                  </a:lnTo>
                  <a:lnTo>
                    <a:pt x="5351306" y="2708305"/>
                  </a:lnTo>
                  <a:lnTo>
                    <a:pt x="5351493" y="2708934"/>
                  </a:lnTo>
                  <a:lnTo>
                    <a:pt x="5351679" y="2709714"/>
                  </a:lnTo>
                  <a:lnTo>
                    <a:pt x="5351866" y="2710525"/>
                  </a:lnTo>
                  <a:lnTo>
                    <a:pt x="5352053" y="2711481"/>
                  </a:lnTo>
                  <a:lnTo>
                    <a:pt x="5352240" y="2712437"/>
                  </a:lnTo>
                  <a:lnTo>
                    <a:pt x="5352427" y="2713246"/>
                  </a:lnTo>
                  <a:lnTo>
                    <a:pt x="5352614" y="2714117"/>
                  </a:lnTo>
                  <a:lnTo>
                    <a:pt x="5352801" y="2715148"/>
                  </a:lnTo>
                  <a:lnTo>
                    <a:pt x="5352988" y="2716207"/>
                  </a:lnTo>
                  <a:lnTo>
                    <a:pt x="5353175" y="2717220"/>
                  </a:lnTo>
                  <a:lnTo>
                    <a:pt x="5353362" y="2718290"/>
                  </a:lnTo>
                  <a:lnTo>
                    <a:pt x="5353549" y="2719383"/>
                  </a:lnTo>
                  <a:lnTo>
                    <a:pt x="5353736" y="2720442"/>
                  </a:lnTo>
                  <a:lnTo>
                    <a:pt x="5353923" y="2721454"/>
                  </a:lnTo>
                  <a:lnTo>
                    <a:pt x="5354109" y="2722425"/>
                  </a:lnTo>
                  <a:lnTo>
                    <a:pt x="5354296" y="2723412"/>
                  </a:lnTo>
                  <a:lnTo>
                    <a:pt x="5354483" y="2724079"/>
                  </a:lnTo>
                  <a:lnTo>
                    <a:pt x="5354670" y="2724677"/>
                  </a:lnTo>
                  <a:lnTo>
                    <a:pt x="5354857" y="2725130"/>
                  </a:lnTo>
                  <a:lnTo>
                    <a:pt x="5355044" y="2725594"/>
                  </a:lnTo>
                  <a:lnTo>
                    <a:pt x="5355231" y="2726059"/>
                  </a:lnTo>
                  <a:lnTo>
                    <a:pt x="5355418" y="2726929"/>
                  </a:lnTo>
                  <a:lnTo>
                    <a:pt x="5355605" y="2727902"/>
                  </a:lnTo>
                  <a:lnTo>
                    <a:pt x="5355792" y="2729011"/>
                  </a:lnTo>
                  <a:lnTo>
                    <a:pt x="5355979" y="2730366"/>
                  </a:lnTo>
                  <a:lnTo>
                    <a:pt x="5356166" y="2731649"/>
                  </a:lnTo>
                  <a:lnTo>
                    <a:pt x="5356352" y="2732960"/>
                  </a:lnTo>
                  <a:lnTo>
                    <a:pt x="5356539" y="2734359"/>
                  </a:lnTo>
                  <a:lnTo>
                    <a:pt x="5356726" y="2735819"/>
                  </a:lnTo>
                  <a:lnTo>
                    <a:pt x="5356913" y="2737155"/>
                  </a:lnTo>
                  <a:lnTo>
                    <a:pt x="5357100" y="2738426"/>
                  </a:lnTo>
                  <a:lnTo>
                    <a:pt x="5357287" y="2739483"/>
                  </a:lnTo>
                  <a:lnTo>
                    <a:pt x="5357474" y="2740763"/>
                  </a:lnTo>
                  <a:lnTo>
                    <a:pt x="5357661" y="2742595"/>
                  </a:lnTo>
                  <a:lnTo>
                    <a:pt x="5357848" y="2744438"/>
                  </a:lnTo>
                  <a:lnTo>
                    <a:pt x="5358035" y="2746120"/>
                  </a:lnTo>
                  <a:lnTo>
                    <a:pt x="5358222" y="2747792"/>
                  </a:lnTo>
                  <a:lnTo>
                    <a:pt x="5358409" y="2749441"/>
                  </a:lnTo>
                  <a:lnTo>
                    <a:pt x="5358596" y="2751013"/>
                  </a:lnTo>
                  <a:lnTo>
                    <a:pt x="5358782" y="2752529"/>
                  </a:lnTo>
                  <a:lnTo>
                    <a:pt x="5358969" y="2753925"/>
                  </a:lnTo>
                  <a:lnTo>
                    <a:pt x="5359156" y="2755300"/>
                  </a:lnTo>
                  <a:lnTo>
                    <a:pt x="5359343" y="2756644"/>
                  </a:lnTo>
                  <a:lnTo>
                    <a:pt x="5359530" y="2757898"/>
                  </a:lnTo>
                  <a:lnTo>
                    <a:pt x="5359717" y="2759258"/>
                  </a:lnTo>
                  <a:lnTo>
                    <a:pt x="5359904" y="2760462"/>
                  </a:lnTo>
                  <a:lnTo>
                    <a:pt x="5360091" y="2761989"/>
                  </a:lnTo>
                  <a:lnTo>
                    <a:pt x="5360278" y="2763530"/>
                  </a:lnTo>
                  <a:lnTo>
                    <a:pt x="5360465" y="2764580"/>
                  </a:lnTo>
                  <a:lnTo>
                    <a:pt x="5360652" y="2765408"/>
                  </a:lnTo>
                  <a:lnTo>
                    <a:pt x="5360839" y="2766453"/>
                  </a:lnTo>
                  <a:lnTo>
                    <a:pt x="5361025" y="2767385"/>
                  </a:lnTo>
                  <a:lnTo>
                    <a:pt x="5361212" y="2768307"/>
                  </a:lnTo>
                  <a:lnTo>
                    <a:pt x="5361399" y="2769237"/>
                  </a:lnTo>
                  <a:lnTo>
                    <a:pt x="5361586" y="2769777"/>
                  </a:lnTo>
                  <a:lnTo>
                    <a:pt x="5361773" y="2770304"/>
                  </a:lnTo>
                  <a:lnTo>
                    <a:pt x="5361960" y="2770831"/>
                  </a:lnTo>
                  <a:lnTo>
                    <a:pt x="5362147" y="2771359"/>
                  </a:lnTo>
                  <a:lnTo>
                    <a:pt x="5362334" y="2771772"/>
                  </a:lnTo>
                  <a:lnTo>
                    <a:pt x="5362521" y="2772199"/>
                  </a:lnTo>
                  <a:lnTo>
                    <a:pt x="5362708" y="2772544"/>
                  </a:lnTo>
                  <a:lnTo>
                    <a:pt x="5362895" y="2772845"/>
                  </a:lnTo>
                  <a:lnTo>
                    <a:pt x="5363082" y="2773146"/>
                  </a:lnTo>
                  <a:lnTo>
                    <a:pt x="5363269" y="2773206"/>
                  </a:lnTo>
                  <a:lnTo>
                    <a:pt x="5363455" y="2773076"/>
                  </a:lnTo>
                  <a:lnTo>
                    <a:pt x="5363642" y="2772826"/>
                  </a:lnTo>
                  <a:lnTo>
                    <a:pt x="5363829" y="2772564"/>
                  </a:lnTo>
                  <a:lnTo>
                    <a:pt x="5364016" y="2772067"/>
                  </a:lnTo>
                  <a:lnTo>
                    <a:pt x="5364203" y="2771344"/>
                  </a:lnTo>
                  <a:lnTo>
                    <a:pt x="5364390" y="2770750"/>
                  </a:lnTo>
                  <a:lnTo>
                    <a:pt x="5364577" y="2770257"/>
                  </a:lnTo>
                  <a:lnTo>
                    <a:pt x="5364764" y="2769838"/>
                  </a:lnTo>
                  <a:lnTo>
                    <a:pt x="5364951" y="2769368"/>
                  </a:lnTo>
                  <a:lnTo>
                    <a:pt x="5365138" y="2768899"/>
                  </a:lnTo>
                  <a:lnTo>
                    <a:pt x="5365325" y="2768429"/>
                  </a:lnTo>
                  <a:lnTo>
                    <a:pt x="5365512" y="2767959"/>
                  </a:lnTo>
                  <a:lnTo>
                    <a:pt x="5365699" y="2767667"/>
                  </a:lnTo>
                  <a:lnTo>
                    <a:pt x="5365885" y="2767403"/>
                  </a:lnTo>
                  <a:lnTo>
                    <a:pt x="5366072" y="2767268"/>
                  </a:lnTo>
                  <a:lnTo>
                    <a:pt x="5366259" y="2767254"/>
                  </a:lnTo>
                  <a:lnTo>
                    <a:pt x="5366446" y="2767240"/>
                  </a:lnTo>
                  <a:lnTo>
                    <a:pt x="5366633" y="2767191"/>
                  </a:lnTo>
                  <a:lnTo>
                    <a:pt x="5366820" y="2767414"/>
                  </a:lnTo>
                  <a:lnTo>
                    <a:pt x="5367007" y="2767811"/>
                  </a:lnTo>
                  <a:lnTo>
                    <a:pt x="5367194" y="2768034"/>
                  </a:lnTo>
                  <a:lnTo>
                    <a:pt x="5367381" y="2768156"/>
                  </a:lnTo>
                  <a:lnTo>
                    <a:pt x="5367568" y="2768268"/>
                  </a:lnTo>
                  <a:lnTo>
                    <a:pt x="5367755" y="2768401"/>
                  </a:lnTo>
                  <a:lnTo>
                    <a:pt x="5367942" y="2768421"/>
                  </a:lnTo>
                  <a:lnTo>
                    <a:pt x="5368128" y="2768428"/>
                  </a:lnTo>
                  <a:lnTo>
                    <a:pt x="5368315" y="2768573"/>
                  </a:lnTo>
                  <a:lnTo>
                    <a:pt x="5368502" y="2768842"/>
                  </a:lnTo>
                  <a:lnTo>
                    <a:pt x="5368689" y="2768937"/>
                  </a:lnTo>
                  <a:lnTo>
                    <a:pt x="5368876" y="2768849"/>
                  </a:lnTo>
                  <a:lnTo>
                    <a:pt x="5369063" y="2768523"/>
                  </a:lnTo>
                  <a:lnTo>
                    <a:pt x="5369250" y="2768073"/>
                  </a:lnTo>
                  <a:lnTo>
                    <a:pt x="5369437" y="2767715"/>
                  </a:lnTo>
                  <a:lnTo>
                    <a:pt x="5369624" y="2767118"/>
                  </a:lnTo>
                  <a:lnTo>
                    <a:pt x="5369811" y="2766673"/>
                  </a:lnTo>
                  <a:lnTo>
                    <a:pt x="5369998" y="2766283"/>
                  </a:lnTo>
                  <a:lnTo>
                    <a:pt x="5370185" y="2766044"/>
                  </a:lnTo>
                  <a:lnTo>
                    <a:pt x="5370372" y="2765763"/>
                  </a:lnTo>
                  <a:lnTo>
                    <a:pt x="5370558" y="2765600"/>
                  </a:lnTo>
                  <a:lnTo>
                    <a:pt x="5370745" y="2765311"/>
                  </a:lnTo>
                  <a:lnTo>
                    <a:pt x="5370932" y="2764872"/>
                  </a:lnTo>
                  <a:lnTo>
                    <a:pt x="5371119" y="2764322"/>
                  </a:lnTo>
                  <a:lnTo>
                    <a:pt x="5371306" y="2763751"/>
                  </a:lnTo>
                  <a:lnTo>
                    <a:pt x="5371493" y="2763284"/>
                  </a:lnTo>
                  <a:lnTo>
                    <a:pt x="5371680" y="2763044"/>
                  </a:lnTo>
                  <a:lnTo>
                    <a:pt x="5371867" y="2762848"/>
                  </a:lnTo>
                  <a:lnTo>
                    <a:pt x="5372054" y="2762942"/>
                  </a:lnTo>
                  <a:lnTo>
                    <a:pt x="5372241" y="2763016"/>
                  </a:lnTo>
                  <a:lnTo>
                    <a:pt x="5372428" y="2763010"/>
                  </a:lnTo>
                  <a:lnTo>
                    <a:pt x="5372615" y="2762985"/>
                  </a:lnTo>
                  <a:lnTo>
                    <a:pt x="5372802" y="2763028"/>
                  </a:lnTo>
                  <a:lnTo>
                    <a:pt x="5372988" y="2762992"/>
                  </a:lnTo>
                  <a:lnTo>
                    <a:pt x="5373175" y="2763326"/>
                  </a:lnTo>
                  <a:lnTo>
                    <a:pt x="5373362" y="2764024"/>
                  </a:lnTo>
                  <a:lnTo>
                    <a:pt x="5373549" y="2764965"/>
                  </a:lnTo>
                  <a:lnTo>
                    <a:pt x="5373736" y="2766456"/>
                  </a:lnTo>
                  <a:lnTo>
                    <a:pt x="5373923" y="2767896"/>
                  </a:lnTo>
                  <a:lnTo>
                    <a:pt x="5374110" y="2769204"/>
                  </a:lnTo>
                  <a:lnTo>
                    <a:pt x="5374297" y="2770287"/>
                  </a:lnTo>
                  <a:lnTo>
                    <a:pt x="5374484" y="2771297"/>
                  </a:lnTo>
                  <a:lnTo>
                    <a:pt x="5374671" y="2772300"/>
                  </a:lnTo>
                  <a:lnTo>
                    <a:pt x="5374858" y="2773153"/>
                  </a:lnTo>
                  <a:lnTo>
                    <a:pt x="5375045" y="2774118"/>
                  </a:lnTo>
                  <a:lnTo>
                    <a:pt x="5375231" y="2775164"/>
                  </a:lnTo>
                  <a:lnTo>
                    <a:pt x="5375418" y="2776391"/>
                  </a:lnTo>
                  <a:lnTo>
                    <a:pt x="5375605" y="2777675"/>
                  </a:lnTo>
                  <a:lnTo>
                    <a:pt x="5375792" y="2778852"/>
                  </a:lnTo>
                  <a:lnTo>
                    <a:pt x="5375979" y="2779703"/>
                  </a:lnTo>
                  <a:lnTo>
                    <a:pt x="5376166" y="2780252"/>
                  </a:lnTo>
                  <a:lnTo>
                    <a:pt x="5376353" y="2780791"/>
                  </a:lnTo>
                  <a:lnTo>
                    <a:pt x="5376540" y="2781252"/>
                  </a:lnTo>
                  <a:lnTo>
                    <a:pt x="5376727" y="2781897"/>
                  </a:lnTo>
                  <a:lnTo>
                    <a:pt x="5376914" y="2782723"/>
                  </a:lnTo>
                  <a:lnTo>
                    <a:pt x="5377101" y="2783631"/>
                  </a:lnTo>
                  <a:lnTo>
                    <a:pt x="5377288" y="2784329"/>
                  </a:lnTo>
                  <a:lnTo>
                    <a:pt x="5377475" y="2785005"/>
                  </a:lnTo>
                  <a:lnTo>
                    <a:pt x="5377661" y="2785611"/>
                  </a:lnTo>
                  <a:lnTo>
                    <a:pt x="5377848" y="2785975"/>
                  </a:lnTo>
                  <a:lnTo>
                    <a:pt x="5378035" y="2786187"/>
                  </a:lnTo>
                  <a:lnTo>
                    <a:pt x="5378222" y="2786155"/>
                  </a:lnTo>
                  <a:lnTo>
                    <a:pt x="5378409" y="2786083"/>
                  </a:lnTo>
                  <a:lnTo>
                    <a:pt x="5378596" y="2786187"/>
                  </a:lnTo>
                  <a:lnTo>
                    <a:pt x="5378783" y="2786552"/>
                  </a:lnTo>
                  <a:lnTo>
                    <a:pt x="5378970" y="2786891"/>
                  </a:lnTo>
                  <a:lnTo>
                    <a:pt x="5379157" y="2787345"/>
                  </a:lnTo>
                  <a:lnTo>
                    <a:pt x="5379344" y="2788247"/>
                  </a:lnTo>
                  <a:lnTo>
                    <a:pt x="5379531" y="2789149"/>
                  </a:lnTo>
                  <a:lnTo>
                    <a:pt x="5379718" y="2789937"/>
                  </a:lnTo>
                  <a:lnTo>
                    <a:pt x="5379904" y="2790718"/>
                  </a:lnTo>
                  <a:lnTo>
                    <a:pt x="5380091" y="2791476"/>
                  </a:lnTo>
                  <a:lnTo>
                    <a:pt x="5380278" y="2792234"/>
                  </a:lnTo>
                  <a:lnTo>
                    <a:pt x="5380465" y="2793062"/>
                  </a:lnTo>
                  <a:lnTo>
                    <a:pt x="5380652" y="2793995"/>
                  </a:lnTo>
                  <a:lnTo>
                    <a:pt x="5380839" y="2794929"/>
                  </a:lnTo>
                  <a:lnTo>
                    <a:pt x="5381026" y="2795718"/>
                  </a:lnTo>
                  <a:lnTo>
                    <a:pt x="5381213" y="2796392"/>
                  </a:lnTo>
                  <a:lnTo>
                    <a:pt x="5381400" y="2796813"/>
                  </a:lnTo>
                  <a:lnTo>
                    <a:pt x="5381587" y="2797025"/>
                  </a:lnTo>
                  <a:lnTo>
                    <a:pt x="5381774" y="2797139"/>
                  </a:lnTo>
                  <a:lnTo>
                    <a:pt x="5381961" y="2796901"/>
                  </a:lnTo>
                  <a:lnTo>
                    <a:pt x="5382148" y="2796558"/>
                  </a:lnTo>
                  <a:lnTo>
                    <a:pt x="5382334" y="2795980"/>
                  </a:lnTo>
                  <a:lnTo>
                    <a:pt x="5382521" y="2795450"/>
                  </a:lnTo>
                  <a:lnTo>
                    <a:pt x="5382708" y="2794940"/>
                  </a:lnTo>
                  <a:lnTo>
                    <a:pt x="5382895" y="2794615"/>
                  </a:lnTo>
                  <a:lnTo>
                    <a:pt x="5383082" y="2794291"/>
                  </a:lnTo>
                  <a:lnTo>
                    <a:pt x="5383269" y="2794080"/>
                  </a:lnTo>
                  <a:lnTo>
                    <a:pt x="5383456" y="2793890"/>
                  </a:lnTo>
                  <a:lnTo>
                    <a:pt x="5383643" y="2793789"/>
                  </a:lnTo>
                  <a:lnTo>
                    <a:pt x="5383830" y="2793776"/>
                  </a:lnTo>
                  <a:lnTo>
                    <a:pt x="5384017" y="2793687"/>
                  </a:lnTo>
                  <a:lnTo>
                    <a:pt x="5384204" y="2793547"/>
                  </a:lnTo>
                  <a:lnTo>
                    <a:pt x="5384391" y="2793273"/>
                  </a:lnTo>
                  <a:lnTo>
                    <a:pt x="5384578" y="2793046"/>
                  </a:lnTo>
                  <a:lnTo>
                    <a:pt x="5384764" y="2792964"/>
                  </a:lnTo>
                  <a:lnTo>
                    <a:pt x="5384951" y="2792978"/>
                  </a:lnTo>
                  <a:lnTo>
                    <a:pt x="5385138" y="2793056"/>
                  </a:lnTo>
                  <a:lnTo>
                    <a:pt x="5385325" y="2792876"/>
                  </a:lnTo>
                  <a:lnTo>
                    <a:pt x="5385512" y="2792695"/>
                  </a:lnTo>
                  <a:lnTo>
                    <a:pt x="5385699" y="2792515"/>
                  </a:lnTo>
                  <a:lnTo>
                    <a:pt x="5385886" y="2792318"/>
                  </a:lnTo>
                  <a:lnTo>
                    <a:pt x="5386073" y="2792195"/>
                  </a:lnTo>
                  <a:lnTo>
                    <a:pt x="5386260" y="2792043"/>
                  </a:lnTo>
                  <a:lnTo>
                    <a:pt x="5386447" y="2791656"/>
                  </a:lnTo>
                  <a:lnTo>
                    <a:pt x="5386634" y="2791304"/>
                  </a:lnTo>
                  <a:lnTo>
                    <a:pt x="5386821" y="2791075"/>
                  </a:lnTo>
                  <a:lnTo>
                    <a:pt x="5387007" y="2790899"/>
                  </a:lnTo>
                  <a:lnTo>
                    <a:pt x="5387194" y="2790724"/>
                  </a:lnTo>
                  <a:lnTo>
                    <a:pt x="5387381" y="2790548"/>
                  </a:lnTo>
                  <a:lnTo>
                    <a:pt x="5387568" y="2790372"/>
                  </a:lnTo>
                  <a:lnTo>
                    <a:pt x="5387755" y="2790196"/>
                  </a:lnTo>
                  <a:lnTo>
                    <a:pt x="5387942" y="2790037"/>
                  </a:lnTo>
                  <a:lnTo>
                    <a:pt x="5388129" y="2790037"/>
                  </a:lnTo>
                  <a:lnTo>
                    <a:pt x="5388316" y="2790037"/>
                  </a:lnTo>
                  <a:lnTo>
                    <a:pt x="5388503" y="2790037"/>
                  </a:lnTo>
                  <a:lnTo>
                    <a:pt x="5388690" y="2790037"/>
                  </a:lnTo>
                  <a:lnTo>
                    <a:pt x="5388877" y="2789862"/>
                  </a:lnTo>
                  <a:lnTo>
                    <a:pt x="5389064" y="2789686"/>
                  </a:lnTo>
                  <a:lnTo>
                    <a:pt x="5389251" y="2789510"/>
                  </a:lnTo>
                  <a:lnTo>
                    <a:pt x="5389437" y="2789334"/>
                  </a:lnTo>
                  <a:lnTo>
                    <a:pt x="5389624" y="2789158"/>
                  </a:lnTo>
                  <a:lnTo>
                    <a:pt x="5389811" y="2788982"/>
                  </a:lnTo>
                  <a:lnTo>
                    <a:pt x="5389998" y="2788806"/>
                  </a:lnTo>
                  <a:lnTo>
                    <a:pt x="5390185" y="2788472"/>
                  </a:lnTo>
                  <a:lnTo>
                    <a:pt x="5390372" y="2787970"/>
                  </a:lnTo>
                  <a:lnTo>
                    <a:pt x="5390559" y="2787443"/>
                  </a:lnTo>
                  <a:lnTo>
                    <a:pt x="5390746" y="2786818"/>
                  </a:lnTo>
                  <a:lnTo>
                    <a:pt x="5390933" y="2786114"/>
                  </a:lnTo>
                  <a:lnTo>
                    <a:pt x="5391120" y="2785411"/>
                  </a:lnTo>
                  <a:lnTo>
                    <a:pt x="5391307" y="2784707"/>
                  </a:lnTo>
                  <a:lnTo>
                    <a:pt x="5391494" y="2784003"/>
                  </a:lnTo>
                  <a:lnTo>
                    <a:pt x="5391681" y="2783691"/>
                  </a:lnTo>
                  <a:lnTo>
                    <a:pt x="5391867" y="2783394"/>
                  </a:lnTo>
                  <a:lnTo>
                    <a:pt x="5392054" y="2783097"/>
                  </a:lnTo>
                  <a:lnTo>
                    <a:pt x="5392241" y="2782854"/>
                  </a:lnTo>
                  <a:lnTo>
                    <a:pt x="5392428" y="2782610"/>
                  </a:lnTo>
                  <a:lnTo>
                    <a:pt x="5392615" y="2782367"/>
                  </a:lnTo>
                  <a:lnTo>
                    <a:pt x="5392802" y="2782123"/>
                  </a:lnTo>
                  <a:lnTo>
                    <a:pt x="5392989" y="2782010"/>
                  </a:lnTo>
                  <a:lnTo>
                    <a:pt x="5393176" y="2782033"/>
                  </a:lnTo>
                  <a:lnTo>
                    <a:pt x="5393363" y="2782181"/>
                  </a:lnTo>
                  <a:lnTo>
                    <a:pt x="5393550" y="2782425"/>
                  </a:lnTo>
                  <a:lnTo>
                    <a:pt x="5393737" y="2782803"/>
                  </a:lnTo>
                  <a:lnTo>
                    <a:pt x="5393924" y="2783180"/>
                  </a:lnTo>
                  <a:lnTo>
                    <a:pt x="5394110" y="2783557"/>
                  </a:lnTo>
                  <a:lnTo>
                    <a:pt x="5394297" y="2783934"/>
                  </a:lnTo>
                  <a:lnTo>
                    <a:pt x="5394484" y="2784309"/>
                  </a:lnTo>
                  <a:lnTo>
                    <a:pt x="5394671" y="2784685"/>
                  </a:lnTo>
                  <a:lnTo>
                    <a:pt x="5394858" y="2784986"/>
                  </a:lnTo>
                  <a:lnTo>
                    <a:pt x="5395045" y="2785287"/>
                  </a:lnTo>
                  <a:lnTo>
                    <a:pt x="5395232" y="2785588"/>
                  </a:lnTo>
                  <a:lnTo>
                    <a:pt x="5395419" y="2785890"/>
                  </a:lnTo>
                  <a:lnTo>
                    <a:pt x="5395606" y="2786191"/>
                  </a:lnTo>
                  <a:lnTo>
                    <a:pt x="5395793" y="2786492"/>
                  </a:lnTo>
                  <a:lnTo>
                    <a:pt x="5395980" y="2786793"/>
                  </a:lnTo>
                  <a:lnTo>
                    <a:pt x="5396167" y="2787165"/>
                  </a:lnTo>
                  <a:lnTo>
                    <a:pt x="5396354" y="2787618"/>
                  </a:lnTo>
                  <a:lnTo>
                    <a:pt x="5396540" y="2787948"/>
                  </a:lnTo>
                  <a:lnTo>
                    <a:pt x="5396727" y="2788313"/>
                  </a:lnTo>
                  <a:lnTo>
                    <a:pt x="5396914" y="2788679"/>
                  </a:lnTo>
                  <a:lnTo>
                    <a:pt x="5397101" y="2789150"/>
                  </a:lnTo>
                  <a:lnTo>
                    <a:pt x="5397288" y="2789779"/>
                  </a:lnTo>
                  <a:lnTo>
                    <a:pt x="5397475" y="2790426"/>
                  </a:lnTo>
                  <a:lnTo>
                    <a:pt x="5397662" y="2791074"/>
                  </a:lnTo>
                  <a:lnTo>
                    <a:pt x="5397849" y="2791542"/>
                  </a:lnTo>
                  <a:lnTo>
                    <a:pt x="5398036" y="2791954"/>
                  </a:lnTo>
                  <a:lnTo>
                    <a:pt x="5398223" y="2792355"/>
                  </a:lnTo>
                  <a:lnTo>
                    <a:pt x="5398410" y="2792638"/>
                  </a:lnTo>
                  <a:lnTo>
                    <a:pt x="5398597" y="2792897"/>
                  </a:lnTo>
                  <a:lnTo>
                    <a:pt x="5398783" y="2793148"/>
                  </a:lnTo>
                  <a:lnTo>
                    <a:pt x="5398970" y="2793350"/>
                  </a:lnTo>
                  <a:lnTo>
                    <a:pt x="5399157" y="2793475"/>
                  </a:lnTo>
                  <a:lnTo>
                    <a:pt x="5399344" y="2793675"/>
                  </a:lnTo>
                  <a:lnTo>
                    <a:pt x="5399531" y="2793801"/>
                  </a:lnTo>
                  <a:lnTo>
                    <a:pt x="5399718" y="2793927"/>
                  </a:lnTo>
                  <a:lnTo>
                    <a:pt x="5399905" y="2793977"/>
                  </a:lnTo>
                  <a:lnTo>
                    <a:pt x="5400092" y="2793971"/>
                  </a:lnTo>
                  <a:lnTo>
                    <a:pt x="5400279" y="2793966"/>
                  </a:lnTo>
                  <a:lnTo>
                    <a:pt x="5400466" y="2793942"/>
                  </a:lnTo>
                  <a:lnTo>
                    <a:pt x="5400653" y="2793918"/>
                  </a:lnTo>
                  <a:lnTo>
                    <a:pt x="5400840" y="2793960"/>
                  </a:lnTo>
                  <a:lnTo>
                    <a:pt x="5401027" y="2794104"/>
                  </a:lnTo>
                  <a:lnTo>
                    <a:pt x="5401213" y="2794259"/>
                  </a:lnTo>
                  <a:lnTo>
                    <a:pt x="5401400" y="2794571"/>
                  </a:lnTo>
                  <a:lnTo>
                    <a:pt x="5401587" y="2795112"/>
                  </a:lnTo>
                  <a:lnTo>
                    <a:pt x="5401774" y="2795618"/>
                  </a:lnTo>
                  <a:lnTo>
                    <a:pt x="5401961" y="2796113"/>
                  </a:lnTo>
                  <a:lnTo>
                    <a:pt x="5402148" y="2796465"/>
                  </a:lnTo>
                  <a:lnTo>
                    <a:pt x="5402335" y="2796817"/>
                  </a:lnTo>
                  <a:lnTo>
                    <a:pt x="5402522" y="2797169"/>
                  </a:lnTo>
                  <a:lnTo>
                    <a:pt x="5402709" y="2797521"/>
                  </a:lnTo>
                  <a:lnTo>
                    <a:pt x="5402896" y="2797873"/>
                  </a:lnTo>
                  <a:lnTo>
                    <a:pt x="5403083" y="2798046"/>
                  </a:lnTo>
                  <a:lnTo>
                    <a:pt x="5403270" y="2798193"/>
                  </a:lnTo>
                  <a:lnTo>
                    <a:pt x="5403457" y="2798210"/>
                  </a:lnTo>
                  <a:lnTo>
                    <a:pt x="5403643" y="2798165"/>
                  </a:lnTo>
                  <a:lnTo>
                    <a:pt x="5403830" y="2798120"/>
                  </a:lnTo>
                  <a:lnTo>
                    <a:pt x="5404017" y="2798074"/>
                  </a:lnTo>
                  <a:lnTo>
                    <a:pt x="5404204" y="2797921"/>
                  </a:lnTo>
                  <a:lnTo>
                    <a:pt x="5404391" y="2797732"/>
                  </a:lnTo>
                  <a:lnTo>
                    <a:pt x="5404578" y="2797542"/>
                  </a:lnTo>
                  <a:lnTo>
                    <a:pt x="5404765" y="2797353"/>
                  </a:lnTo>
                  <a:lnTo>
                    <a:pt x="5404952" y="2797163"/>
                  </a:lnTo>
                  <a:lnTo>
                    <a:pt x="5405139" y="2796988"/>
                  </a:lnTo>
                  <a:lnTo>
                    <a:pt x="5405326" y="2796950"/>
                  </a:lnTo>
                  <a:lnTo>
                    <a:pt x="5405513" y="2797049"/>
                  </a:lnTo>
                  <a:lnTo>
                    <a:pt x="5405700" y="2797148"/>
                  </a:lnTo>
                  <a:lnTo>
                    <a:pt x="5405886" y="2797260"/>
                  </a:lnTo>
                  <a:lnTo>
                    <a:pt x="5406073" y="2797407"/>
                  </a:lnTo>
                  <a:lnTo>
                    <a:pt x="5406260" y="2797696"/>
                  </a:lnTo>
                  <a:lnTo>
                    <a:pt x="5406447" y="2798224"/>
                  </a:lnTo>
                  <a:lnTo>
                    <a:pt x="5406634" y="2798751"/>
                  </a:lnTo>
                  <a:lnTo>
                    <a:pt x="5406821" y="2799279"/>
                  </a:lnTo>
                  <a:lnTo>
                    <a:pt x="5407008" y="2799807"/>
                  </a:lnTo>
                  <a:lnTo>
                    <a:pt x="5407195" y="2800126"/>
                  </a:lnTo>
                  <a:lnTo>
                    <a:pt x="5407382" y="2800507"/>
                  </a:lnTo>
                  <a:lnTo>
                    <a:pt x="5407569" y="2800746"/>
                  </a:lnTo>
                  <a:lnTo>
                    <a:pt x="5407756" y="2801068"/>
                  </a:lnTo>
                  <a:lnTo>
                    <a:pt x="5407943" y="2801376"/>
                  </a:lnTo>
                  <a:lnTo>
                    <a:pt x="5408130" y="2801837"/>
                  </a:lnTo>
                  <a:lnTo>
                    <a:pt x="5408316" y="2802536"/>
                  </a:lnTo>
                  <a:lnTo>
                    <a:pt x="5408503" y="2803278"/>
                  </a:lnTo>
                  <a:lnTo>
                    <a:pt x="5408690" y="2804019"/>
                  </a:lnTo>
                  <a:lnTo>
                    <a:pt x="5408877" y="2804760"/>
                  </a:lnTo>
                  <a:lnTo>
                    <a:pt x="5409064" y="2805423"/>
                  </a:lnTo>
                  <a:lnTo>
                    <a:pt x="5409251" y="2806058"/>
                  </a:lnTo>
                  <a:lnTo>
                    <a:pt x="5409438" y="2806597"/>
                  </a:lnTo>
                  <a:lnTo>
                    <a:pt x="5409625" y="2807155"/>
                  </a:lnTo>
                  <a:lnTo>
                    <a:pt x="5409812" y="2807793"/>
                  </a:lnTo>
                  <a:lnTo>
                    <a:pt x="5409999" y="2808431"/>
                  </a:lnTo>
                  <a:lnTo>
                    <a:pt x="5410186" y="2809072"/>
                  </a:lnTo>
                  <a:lnTo>
                    <a:pt x="5410373" y="2809796"/>
                  </a:lnTo>
                  <a:lnTo>
                    <a:pt x="5410560" y="2810482"/>
                  </a:lnTo>
                  <a:lnTo>
                    <a:pt x="5410746" y="2811073"/>
                  </a:lnTo>
                  <a:lnTo>
                    <a:pt x="5410933" y="2811411"/>
                  </a:lnTo>
                  <a:lnTo>
                    <a:pt x="5411120" y="2811419"/>
                  </a:lnTo>
                  <a:lnTo>
                    <a:pt x="5411307" y="2811377"/>
                  </a:lnTo>
                  <a:lnTo>
                    <a:pt x="5411494" y="2811366"/>
                  </a:lnTo>
                  <a:lnTo>
                    <a:pt x="5411681" y="2811451"/>
                  </a:lnTo>
                  <a:lnTo>
                    <a:pt x="5411868" y="2811694"/>
                  </a:lnTo>
                  <a:lnTo>
                    <a:pt x="5412055" y="2811938"/>
                  </a:lnTo>
                  <a:lnTo>
                    <a:pt x="5412242" y="2812195"/>
                  </a:lnTo>
                  <a:lnTo>
                    <a:pt x="5412429" y="2812477"/>
                  </a:lnTo>
                  <a:lnTo>
                    <a:pt x="5412616" y="2812829"/>
                  </a:lnTo>
                  <a:lnTo>
                    <a:pt x="5412803" y="2813181"/>
                  </a:lnTo>
                  <a:lnTo>
                    <a:pt x="5412989" y="2813532"/>
                  </a:lnTo>
                  <a:lnTo>
                    <a:pt x="5413176" y="2813884"/>
                  </a:lnTo>
                  <a:lnTo>
                    <a:pt x="5413363" y="2814236"/>
                  </a:lnTo>
                  <a:lnTo>
                    <a:pt x="5413550" y="2814588"/>
                  </a:lnTo>
                  <a:lnTo>
                    <a:pt x="5413737" y="2814869"/>
                  </a:lnTo>
                  <a:lnTo>
                    <a:pt x="5413924" y="2815045"/>
                  </a:lnTo>
                  <a:lnTo>
                    <a:pt x="5414111" y="2815221"/>
                  </a:lnTo>
                  <a:lnTo>
                    <a:pt x="5414298" y="2815353"/>
                  </a:lnTo>
                  <a:lnTo>
                    <a:pt x="5414485" y="2815353"/>
                  </a:lnTo>
                  <a:lnTo>
                    <a:pt x="5414672" y="2815353"/>
                  </a:lnTo>
                  <a:lnTo>
                    <a:pt x="5414859" y="2815353"/>
                  </a:lnTo>
                  <a:lnTo>
                    <a:pt x="5415046" y="2815424"/>
                  </a:lnTo>
                  <a:lnTo>
                    <a:pt x="5415233" y="2815599"/>
                  </a:lnTo>
                  <a:lnTo>
                    <a:pt x="5415419" y="2815775"/>
                  </a:lnTo>
                  <a:lnTo>
                    <a:pt x="5415606" y="2815951"/>
                  </a:lnTo>
                  <a:lnTo>
                    <a:pt x="5415793" y="2816127"/>
                  </a:lnTo>
                  <a:lnTo>
                    <a:pt x="5415980" y="2816303"/>
                  </a:lnTo>
                  <a:lnTo>
                    <a:pt x="5416167" y="2816479"/>
                  </a:lnTo>
                  <a:lnTo>
                    <a:pt x="5416354" y="2816769"/>
                  </a:lnTo>
                  <a:lnTo>
                    <a:pt x="5416541" y="2817121"/>
                  </a:lnTo>
                  <a:lnTo>
                    <a:pt x="5416728" y="2817473"/>
                  </a:lnTo>
                  <a:lnTo>
                    <a:pt x="5416915" y="2817825"/>
                  </a:lnTo>
                  <a:lnTo>
                    <a:pt x="5417102" y="2818177"/>
                  </a:lnTo>
                  <a:lnTo>
                    <a:pt x="5417289" y="2818528"/>
                  </a:lnTo>
                  <a:lnTo>
                    <a:pt x="5417476" y="2818880"/>
                  </a:lnTo>
                  <a:lnTo>
                    <a:pt x="5417662" y="2819232"/>
                  </a:lnTo>
                  <a:lnTo>
                    <a:pt x="5417849" y="2819514"/>
                  </a:lnTo>
                  <a:lnTo>
                    <a:pt x="5418036" y="2819690"/>
                  </a:lnTo>
                  <a:lnTo>
                    <a:pt x="5418223" y="2819865"/>
                  </a:lnTo>
                  <a:lnTo>
                    <a:pt x="5418410" y="2820200"/>
                  </a:lnTo>
                  <a:lnTo>
                    <a:pt x="5418597" y="2820552"/>
                  </a:lnTo>
                  <a:lnTo>
                    <a:pt x="5418784" y="2821044"/>
                  </a:lnTo>
                  <a:lnTo>
                    <a:pt x="5418971" y="2821572"/>
                  </a:lnTo>
                  <a:lnTo>
                    <a:pt x="5419158" y="2822161"/>
                  </a:lnTo>
                  <a:lnTo>
                    <a:pt x="5419345" y="2822891"/>
                  </a:lnTo>
                  <a:lnTo>
                    <a:pt x="5419532" y="2823516"/>
                  </a:lnTo>
                  <a:lnTo>
                    <a:pt x="5419719" y="2824385"/>
                  </a:lnTo>
                  <a:lnTo>
                    <a:pt x="5419906" y="2825216"/>
                  </a:lnTo>
                  <a:lnTo>
                    <a:pt x="5420092" y="2826072"/>
                  </a:lnTo>
                  <a:lnTo>
                    <a:pt x="5420279" y="2826938"/>
                  </a:lnTo>
                  <a:lnTo>
                    <a:pt x="5420466" y="2827804"/>
                  </a:lnTo>
                  <a:lnTo>
                    <a:pt x="5420653" y="2828591"/>
                  </a:lnTo>
                  <a:lnTo>
                    <a:pt x="5420840" y="2829376"/>
                  </a:lnTo>
                  <a:lnTo>
                    <a:pt x="5421027" y="2830146"/>
                  </a:lnTo>
                  <a:lnTo>
                    <a:pt x="5421214" y="2830764"/>
                  </a:lnTo>
                  <a:lnTo>
                    <a:pt x="5421401" y="2831457"/>
                  </a:lnTo>
                  <a:lnTo>
                    <a:pt x="5421588" y="2832088"/>
                  </a:lnTo>
                  <a:lnTo>
                    <a:pt x="5421775" y="2832693"/>
                  </a:lnTo>
                  <a:lnTo>
                    <a:pt x="5421962" y="2833173"/>
                  </a:lnTo>
                  <a:lnTo>
                    <a:pt x="5422149" y="2833649"/>
                  </a:lnTo>
                  <a:lnTo>
                    <a:pt x="5422165" y="283368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807869" y="3203957"/>
              <a:ext cx="146315" cy="27204"/>
            </a:xfrm>
            <a:custGeom>
              <a:avLst/>
              <a:pathLst>
                <a:path w="146315" h="27204">
                  <a:moveTo>
                    <a:pt x="0" y="27204"/>
                  </a:moveTo>
                  <a:lnTo>
                    <a:pt x="101" y="27150"/>
                  </a:lnTo>
                  <a:lnTo>
                    <a:pt x="288" y="27036"/>
                  </a:lnTo>
                  <a:lnTo>
                    <a:pt x="475" y="26793"/>
                  </a:lnTo>
                  <a:lnTo>
                    <a:pt x="662" y="26536"/>
                  </a:lnTo>
                  <a:lnTo>
                    <a:pt x="849" y="26239"/>
                  </a:lnTo>
                  <a:lnTo>
                    <a:pt x="1036" y="25957"/>
                  </a:lnTo>
                  <a:lnTo>
                    <a:pt x="1223" y="25487"/>
                  </a:lnTo>
                  <a:lnTo>
                    <a:pt x="1410" y="24970"/>
                  </a:lnTo>
                  <a:lnTo>
                    <a:pt x="1597" y="24199"/>
                  </a:lnTo>
                  <a:lnTo>
                    <a:pt x="1784" y="23738"/>
                  </a:lnTo>
                  <a:lnTo>
                    <a:pt x="1971" y="23290"/>
                  </a:lnTo>
                  <a:lnTo>
                    <a:pt x="2158" y="22877"/>
                  </a:lnTo>
                  <a:lnTo>
                    <a:pt x="2344" y="22477"/>
                  </a:lnTo>
                  <a:lnTo>
                    <a:pt x="2531" y="22076"/>
                  </a:lnTo>
                  <a:lnTo>
                    <a:pt x="2718" y="21676"/>
                  </a:lnTo>
                  <a:lnTo>
                    <a:pt x="2905" y="21275"/>
                  </a:lnTo>
                  <a:lnTo>
                    <a:pt x="3092" y="20889"/>
                  </a:lnTo>
                  <a:lnTo>
                    <a:pt x="3279" y="20559"/>
                  </a:lnTo>
                  <a:lnTo>
                    <a:pt x="3466" y="20229"/>
                  </a:lnTo>
                  <a:lnTo>
                    <a:pt x="3653" y="19897"/>
                  </a:lnTo>
                  <a:lnTo>
                    <a:pt x="3840" y="19565"/>
                  </a:lnTo>
                  <a:lnTo>
                    <a:pt x="4027" y="19446"/>
                  </a:lnTo>
                  <a:lnTo>
                    <a:pt x="4214" y="19334"/>
                  </a:lnTo>
                  <a:lnTo>
                    <a:pt x="4401" y="19246"/>
                  </a:lnTo>
                  <a:lnTo>
                    <a:pt x="4588" y="19211"/>
                  </a:lnTo>
                  <a:lnTo>
                    <a:pt x="4774" y="19175"/>
                  </a:lnTo>
                  <a:lnTo>
                    <a:pt x="4961" y="19119"/>
                  </a:lnTo>
                  <a:lnTo>
                    <a:pt x="5148" y="18929"/>
                  </a:lnTo>
                  <a:lnTo>
                    <a:pt x="5335" y="18740"/>
                  </a:lnTo>
                  <a:lnTo>
                    <a:pt x="5522" y="18550"/>
                  </a:lnTo>
                  <a:lnTo>
                    <a:pt x="5709" y="18355"/>
                  </a:lnTo>
                  <a:lnTo>
                    <a:pt x="5896" y="18119"/>
                  </a:lnTo>
                  <a:lnTo>
                    <a:pt x="6083" y="18007"/>
                  </a:lnTo>
                  <a:lnTo>
                    <a:pt x="6270" y="17910"/>
                  </a:lnTo>
                  <a:lnTo>
                    <a:pt x="6457" y="17960"/>
                  </a:lnTo>
                  <a:lnTo>
                    <a:pt x="6644" y="18010"/>
                  </a:lnTo>
                  <a:lnTo>
                    <a:pt x="6831" y="18060"/>
                  </a:lnTo>
                  <a:lnTo>
                    <a:pt x="7018" y="18110"/>
                  </a:lnTo>
                  <a:lnTo>
                    <a:pt x="7204" y="18159"/>
                  </a:lnTo>
                  <a:lnTo>
                    <a:pt x="7391" y="18209"/>
                  </a:lnTo>
                  <a:lnTo>
                    <a:pt x="7578" y="18259"/>
                  </a:lnTo>
                  <a:lnTo>
                    <a:pt x="7765" y="18309"/>
                  </a:lnTo>
                  <a:lnTo>
                    <a:pt x="7952" y="18359"/>
                  </a:lnTo>
                  <a:lnTo>
                    <a:pt x="8139" y="18409"/>
                  </a:lnTo>
                  <a:lnTo>
                    <a:pt x="8326" y="18458"/>
                  </a:lnTo>
                  <a:lnTo>
                    <a:pt x="8513" y="18621"/>
                  </a:lnTo>
                  <a:lnTo>
                    <a:pt x="8700" y="18767"/>
                  </a:lnTo>
                  <a:lnTo>
                    <a:pt x="8887" y="18921"/>
                  </a:lnTo>
                  <a:lnTo>
                    <a:pt x="9074" y="19054"/>
                  </a:lnTo>
                  <a:lnTo>
                    <a:pt x="9261" y="19054"/>
                  </a:lnTo>
                  <a:lnTo>
                    <a:pt x="9447" y="19054"/>
                  </a:lnTo>
                  <a:lnTo>
                    <a:pt x="9634" y="19054"/>
                  </a:lnTo>
                  <a:lnTo>
                    <a:pt x="9821" y="18940"/>
                  </a:lnTo>
                  <a:lnTo>
                    <a:pt x="10008" y="18764"/>
                  </a:lnTo>
                  <a:lnTo>
                    <a:pt x="10195" y="18588"/>
                  </a:lnTo>
                  <a:lnTo>
                    <a:pt x="10382" y="18245"/>
                  </a:lnTo>
                  <a:lnTo>
                    <a:pt x="10569" y="17893"/>
                  </a:lnTo>
                  <a:lnTo>
                    <a:pt x="10756" y="17542"/>
                  </a:lnTo>
                  <a:lnTo>
                    <a:pt x="10943" y="17009"/>
                  </a:lnTo>
                  <a:lnTo>
                    <a:pt x="11130" y="16382"/>
                  </a:lnTo>
                  <a:lnTo>
                    <a:pt x="11317" y="15788"/>
                  </a:lnTo>
                  <a:lnTo>
                    <a:pt x="11504" y="15500"/>
                  </a:lnTo>
                  <a:lnTo>
                    <a:pt x="11691" y="15195"/>
                  </a:lnTo>
                  <a:lnTo>
                    <a:pt x="11877" y="14974"/>
                  </a:lnTo>
                  <a:lnTo>
                    <a:pt x="12064" y="14709"/>
                  </a:lnTo>
                  <a:lnTo>
                    <a:pt x="12251" y="14444"/>
                  </a:lnTo>
                  <a:lnTo>
                    <a:pt x="12438" y="14180"/>
                  </a:lnTo>
                  <a:lnTo>
                    <a:pt x="12625" y="14013"/>
                  </a:lnTo>
                  <a:lnTo>
                    <a:pt x="12812" y="13898"/>
                  </a:lnTo>
                  <a:lnTo>
                    <a:pt x="12999" y="13784"/>
                  </a:lnTo>
                  <a:lnTo>
                    <a:pt x="13186" y="13812"/>
                  </a:lnTo>
                  <a:lnTo>
                    <a:pt x="13373" y="13848"/>
                  </a:lnTo>
                  <a:lnTo>
                    <a:pt x="13560" y="13911"/>
                  </a:lnTo>
                  <a:lnTo>
                    <a:pt x="13747" y="14041"/>
                  </a:lnTo>
                  <a:lnTo>
                    <a:pt x="13934" y="14211"/>
                  </a:lnTo>
                  <a:lnTo>
                    <a:pt x="14120" y="14286"/>
                  </a:lnTo>
                  <a:lnTo>
                    <a:pt x="14307" y="14217"/>
                  </a:lnTo>
                  <a:lnTo>
                    <a:pt x="14494" y="14228"/>
                  </a:lnTo>
                  <a:lnTo>
                    <a:pt x="14681" y="14157"/>
                  </a:lnTo>
                  <a:lnTo>
                    <a:pt x="14868" y="14165"/>
                  </a:lnTo>
                  <a:lnTo>
                    <a:pt x="15055" y="14334"/>
                  </a:lnTo>
                  <a:lnTo>
                    <a:pt x="15242" y="14444"/>
                  </a:lnTo>
                  <a:lnTo>
                    <a:pt x="15429" y="14544"/>
                  </a:lnTo>
                  <a:lnTo>
                    <a:pt x="15616" y="14719"/>
                  </a:lnTo>
                  <a:lnTo>
                    <a:pt x="15803" y="14893"/>
                  </a:lnTo>
                  <a:lnTo>
                    <a:pt x="15990" y="15068"/>
                  </a:lnTo>
                  <a:lnTo>
                    <a:pt x="16177" y="15260"/>
                  </a:lnTo>
                  <a:lnTo>
                    <a:pt x="16364" y="15423"/>
                  </a:lnTo>
                  <a:lnTo>
                    <a:pt x="16550" y="15479"/>
                  </a:lnTo>
                  <a:lnTo>
                    <a:pt x="16737" y="15530"/>
                  </a:lnTo>
                  <a:lnTo>
                    <a:pt x="16924" y="15669"/>
                  </a:lnTo>
                  <a:lnTo>
                    <a:pt x="17111" y="15791"/>
                  </a:lnTo>
                  <a:lnTo>
                    <a:pt x="17298" y="15829"/>
                  </a:lnTo>
                  <a:lnTo>
                    <a:pt x="17485" y="15911"/>
                  </a:lnTo>
                  <a:lnTo>
                    <a:pt x="17672" y="15956"/>
                  </a:lnTo>
                  <a:lnTo>
                    <a:pt x="17859" y="16036"/>
                  </a:lnTo>
                  <a:lnTo>
                    <a:pt x="18046" y="16200"/>
                  </a:lnTo>
                  <a:lnTo>
                    <a:pt x="18233" y="16233"/>
                  </a:lnTo>
                  <a:lnTo>
                    <a:pt x="18420" y="16176"/>
                  </a:lnTo>
                  <a:lnTo>
                    <a:pt x="18607" y="16050"/>
                  </a:lnTo>
                  <a:lnTo>
                    <a:pt x="18794" y="15925"/>
                  </a:lnTo>
                  <a:lnTo>
                    <a:pt x="18980" y="15844"/>
                  </a:lnTo>
                  <a:lnTo>
                    <a:pt x="19167" y="15624"/>
                  </a:lnTo>
                  <a:lnTo>
                    <a:pt x="19354" y="15456"/>
                  </a:lnTo>
                  <a:lnTo>
                    <a:pt x="19541" y="15293"/>
                  </a:lnTo>
                  <a:lnTo>
                    <a:pt x="19728" y="15087"/>
                  </a:lnTo>
                  <a:lnTo>
                    <a:pt x="19915" y="14914"/>
                  </a:lnTo>
                  <a:lnTo>
                    <a:pt x="20102" y="14749"/>
                  </a:lnTo>
                  <a:lnTo>
                    <a:pt x="20289" y="14536"/>
                  </a:lnTo>
                  <a:lnTo>
                    <a:pt x="20476" y="14324"/>
                  </a:lnTo>
                  <a:lnTo>
                    <a:pt x="20663" y="14111"/>
                  </a:lnTo>
                  <a:lnTo>
                    <a:pt x="20850" y="13926"/>
                  </a:lnTo>
                  <a:lnTo>
                    <a:pt x="21037" y="13746"/>
                  </a:lnTo>
                  <a:lnTo>
                    <a:pt x="21223" y="13491"/>
                  </a:lnTo>
                  <a:lnTo>
                    <a:pt x="21410" y="13328"/>
                  </a:lnTo>
                  <a:lnTo>
                    <a:pt x="21597" y="13088"/>
                  </a:lnTo>
                  <a:lnTo>
                    <a:pt x="21784" y="12759"/>
                  </a:lnTo>
                  <a:lnTo>
                    <a:pt x="21971" y="12380"/>
                  </a:lnTo>
                  <a:lnTo>
                    <a:pt x="22158" y="11785"/>
                  </a:lnTo>
                  <a:lnTo>
                    <a:pt x="22345" y="11049"/>
                  </a:lnTo>
                  <a:lnTo>
                    <a:pt x="22532" y="10342"/>
                  </a:lnTo>
                  <a:lnTo>
                    <a:pt x="22719" y="9702"/>
                  </a:lnTo>
                  <a:lnTo>
                    <a:pt x="22906" y="9061"/>
                  </a:lnTo>
                  <a:lnTo>
                    <a:pt x="23093" y="8508"/>
                  </a:lnTo>
                  <a:lnTo>
                    <a:pt x="23280" y="7970"/>
                  </a:lnTo>
                  <a:lnTo>
                    <a:pt x="23467" y="7534"/>
                  </a:lnTo>
                  <a:lnTo>
                    <a:pt x="23653" y="7138"/>
                  </a:lnTo>
                  <a:lnTo>
                    <a:pt x="23840" y="6864"/>
                  </a:lnTo>
                  <a:lnTo>
                    <a:pt x="24027" y="6595"/>
                  </a:lnTo>
                  <a:lnTo>
                    <a:pt x="24214" y="6335"/>
                  </a:lnTo>
                  <a:lnTo>
                    <a:pt x="24401" y="6075"/>
                  </a:lnTo>
                  <a:lnTo>
                    <a:pt x="24588" y="5916"/>
                  </a:lnTo>
                  <a:lnTo>
                    <a:pt x="24775" y="5795"/>
                  </a:lnTo>
                  <a:lnTo>
                    <a:pt x="24962" y="5781"/>
                  </a:lnTo>
                  <a:lnTo>
                    <a:pt x="25149" y="5942"/>
                  </a:lnTo>
                  <a:lnTo>
                    <a:pt x="25336" y="6121"/>
                  </a:lnTo>
                  <a:lnTo>
                    <a:pt x="25523" y="6295"/>
                  </a:lnTo>
                  <a:lnTo>
                    <a:pt x="25710" y="6514"/>
                  </a:lnTo>
                  <a:lnTo>
                    <a:pt x="25896" y="6752"/>
                  </a:lnTo>
                  <a:lnTo>
                    <a:pt x="26083" y="6833"/>
                  </a:lnTo>
                  <a:lnTo>
                    <a:pt x="26270" y="6733"/>
                  </a:lnTo>
                  <a:lnTo>
                    <a:pt x="26457" y="6279"/>
                  </a:lnTo>
                  <a:lnTo>
                    <a:pt x="26644" y="5596"/>
                  </a:lnTo>
                  <a:lnTo>
                    <a:pt x="26831" y="4946"/>
                  </a:lnTo>
                  <a:lnTo>
                    <a:pt x="27018" y="4215"/>
                  </a:lnTo>
                  <a:lnTo>
                    <a:pt x="27205" y="3636"/>
                  </a:lnTo>
                  <a:lnTo>
                    <a:pt x="27392" y="2982"/>
                  </a:lnTo>
                  <a:lnTo>
                    <a:pt x="27579" y="2524"/>
                  </a:lnTo>
                  <a:lnTo>
                    <a:pt x="27766" y="2094"/>
                  </a:lnTo>
                  <a:lnTo>
                    <a:pt x="27953" y="1663"/>
                  </a:lnTo>
                  <a:lnTo>
                    <a:pt x="28140" y="1232"/>
                  </a:lnTo>
                  <a:lnTo>
                    <a:pt x="28326" y="970"/>
                  </a:lnTo>
                  <a:lnTo>
                    <a:pt x="28513" y="785"/>
                  </a:lnTo>
                  <a:lnTo>
                    <a:pt x="28700" y="449"/>
                  </a:lnTo>
                  <a:lnTo>
                    <a:pt x="28887" y="231"/>
                  </a:lnTo>
                  <a:lnTo>
                    <a:pt x="29074" y="0"/>
                  </a:lnTo>
                  <a:lnTo>
                    <a:pt x="29261" y="33"/>
                  </a:lnTo>
                  <a:lnTo>
                    <a:pt x="29448" y="121"/>
                  </a:lnTo>
                  <a:lnTo>
                    <a:pt x="29635" y="303"/>
                  </a:lnTo>
                  <a:lnTo>
                    <a:pt x="29822" y="581"/>
                  </a:lnTo>
                  <a:lnTo>
                    <a:pt x="30009" y="1005"/>
                  </a:lnTo>
                  <a:lnTo>
                    <a:pt x="30196" y="1593"/>
                  </a:lnTo>
                  <a:lnTo>
                    <a:pt x="30383" y="2107"/>
                  </a:lnTo>
                  <a:lnTo>
                    <a:pt x="30570" y="2706"/>
                  </a:lnTo>
                  <a:lnTo>
                    <a:pt x="30756" y="3400"/>
                  </a:lnTo>
                  <a:lnTo>
                    <a:pt x="30943" y="4020"/>
                  </a:lnTo>
                  <a:lnTo>
                    <a:pt x="31130" y="4544"/>
                  </a:lnTo>
                  <a:lnTo>
                    <a:pt x="31317" y="5038"/>
                  </a:lnTo>
                  <a:lnTo>
                    <a:pt x="31504" y="5616"/>
                  </a:lnTo>
                  <a:lnTo>
                    <a:pt x="31691" y="6284"/>
                  </a:lnTo>
                  <a:lnTo>
                    <a:pt x="31878" y="7003"/>
                  </a:lnTo>
                  <a:lnTo>
                    <a:pt x="32065" y="7628"/>
                  </a:lnTo>
                  <a:lnTo>
                    <a:pt x="32252" y="8215"/>
                  </a:lnTo>
                  <a:lnTo>
                    <a:pt x="32439" y="8723"/>
                  </a:lnTo>
                  <a:lnTo>
                    <a:pt x="32626" y="9231"/>
                  </a:lnTo>
                  <a:lnTo>
                    <a:pt x="32813" y="9586"/>
                  </a:lnTo>
                  <a:lnTo>
                    <a:pt x="32999" y="9777"/>
                  </a:lnTo>
                  <a:lnTo>
                    <a:pt x="33186" y="9968"/>
                  </a:lnTo>
                  <a:lnTo>
                    <a:pt x="33373" y="10074"/>
                  </a:lnTo>
                  <a:lnTo>
                    <a:pt x="33560" y="10141"/>
                  </a:lnTo>
                  <a:lnTo>
                    <a:pt x="33747" y="10163"/>
                  </a:lnTo>
                  <a:lnTo>
                    <a:pt x="33934" y="10054"/>
                  </a:lnTo>
                  <a:lnTo>
                    <a:pt x="34121" y="9946"/>
                  </a:lnTo>
                  <a:lnTo>
                    <a:pt x="34308" y="9838"/>
                  </a:lnTo>
                  <a:lnTo>
                    <a:pt x="34495" y="9641"/>
                  </a:lnTo>
                  <a:lnTo>
                    <a:pt x="34682" y="9346"/>
                  </a:lnTo>
                  <a:lnTo>
                    <a:pt x="34869" y="9068"/>
                  </a:lnTo>
                  <a:lnTo>
                    <a:pt x="35056" y="8914"/>
                  </a:lnTo>
                  <a:lnTo>
                    <a:pt x="35243" y="8761"/>
                  </a:lnTo>
                  <a:lnTo>
                    <a:pt x="35429" y="8607"/>
                  </a:lnTo>
                  <a:lnTo>
                    <a:pt x="35616" y="8468"/>
                  </a:lnTo>
                  <a:lnTo>
                    <a:pt x="35803" y="8464"/>
                  </a:lnTo>
                  <a:lnTo>
                    <a:pt x="35990" y="8430"/>
                  </a:lnTo>
                  <a:lnTo>
                    <a:pt x="36177" y="8428"/>
                  </a:lnTo>
                  <a:lnTo>
                    <a:pt x="36364" y="8681"/>
                  </a:lnTo>
                  <a:lnTo>
                    <a:pt x="36551" y="8961"/>
                  </a:lnTo>
                  <a:lnTo>
                    <a:pt x="36738" y="9249"/>
                  </a:lnTo>
                  <a:lnTo>
                    <a:pt x="36925" y="9538"/>
                  </a:lnTo>
                  <a:lnTo>
                    <a:pt x="37112" y="9690"/>
                  </a:lnTo>
                  <a:lnTo>
                    <a:pt x="37299" y="9834"/>
                  </a:lnTo>
                  <a:lnTo>
                    <a:pt x="37486" y="9978"/>
                  </a:lnTo>
                  <a:lnTo>
                    <a:pt x="37673" y="10137"/>
                  </a:lnTo>
                  <a:lnTo>
                    <a:pt x="37859" y="10426"/>
                  </a:lnTo>
                  <a:lnTo>
                    <a:pt x="38046" y="10728"/>
                  </a:lnTo>
                  <a:lnTo>
                    <a:pt x="38233" y="11070"/>
                  </a:lnTo>
                  <a:lnTo>
                    <a:pt x="38420" y="11398"/>
                  </a:lnTo>
                  <a:lnTo>
                    <a:pt x="38607" y="11617"/>
                  </a:lnTo>
                  <a:lnTo>
                    <a:pt x="38794" y="11845"/>
                  </a:lnTo>
                  <a:lnTo>
                    <a:pt x="38981" y="12338"/>
                  </a:lnTo>
                  <a:lnTo>
                    <a:pt x="39168" y="12298"/>
                  </a:lnTo>
                  <a:lnTo>
                    <a:pt x="39355" y="12148"/>
                  </a:lnTo>
                  <a:lnTo>
                    <a:pt x="39542" y="11962"/>
                  </a:lnTo>
                  <a:lnTo>
                    <a:pt x="39729" y="11645"/>
                  </a:lnTo>
                  <a:lnTo>
                    <a:pt x="39916" y="11349"/>
                  </a:lnTo>
                  <a:lnTo>
                    <a:pt x="40102" y="11060"/>
                  </a:lnTo>
                  <a:lnTo>
                    <a:pt x="40289" y="10714"/>
                  </a:lnTo>
                  <a:lnTo>
                    <a:pt x="40476" y="10266"/>
                  </a:lnTo>
                  <a:lnTo>
                    <a:pt x="40663" y="9689"/>
                  </a:lnTo>
                  <a:lnTo>
                    <a:pt x="40850" y="8996"/>
                  </a:lnTo>
                  <a:lnTo>
                    <a:pt x="41037" y="8274"/>
                  </a:lnTo>
                  <a:lnTo>
                    <a:pt x="41224" y="7553"/>
                  </a:lnTo>
                  <a:lnTo>
                    <a:pt x="41411" y="6780"/>
                  </a:lnTo>
                  <a:lnTo>
                    <a:pt x="41598" y="5914"/>
                  </a:lnTo>
                  <a:lnTo>
                    <a:pt x="41785" y="5048"/>
                  </a:lnTo>
                  <a:lnTo>
                    <a:pt x="41972" y="4485"/>
                  </a:lnTo>
                  <a:lnTo>
                    <a:pt x="42159" y="3993"/>
                  </a:lnTo>
                  <a:lnTo>
                    <a:pt x="42346" y="3488"/>
                  </a:lnTo>
                  <a:lnTo>
                    <a:pt x="42532" y="3129"/>
                  </a:lnTo>
                  <a:lnTo>
                    <a:pt x="42719" y="2886"/>
                  </a:lnTo>
                  <a:lnTo>
                    <a:pt x="42906" y="2642"/>
                  </a:lnTo>
                  <a:lnTo>
                    <a:pt x="43093" y="2463"/>
                  </a:lnTo>
                  <a:lnTo>
                    <a:pt x="43280" y="2419"/>
                  </a:lnTo>
                  <a:lnTo>
                    <a:pt x="43467" y="2278"/>
                  </a:lnTo>
                  <a:lnTo>
                    <a:pt x="43654" y="2252"/>
                  </a:lnTo>
                  <a:lnTo>
                    <a:pt x="43841" y="2247"/>
                  </a:lnTo>
                  <a:lnTo>
                    <a:pt x="44028" y="2243"/>
                  </a:lnTo>
                  <a:lnTo>
                    <a:pt x="44215" y="2267"/>
                  </a:lnTo>
                  <a:lnTo>
                    <a:pt x="44402" y="2397"/>
                  </a:lnTo>
                  <a:lnTo>
                    <a:pt x="44589" y="2501"/>
                  </a:lnTo>
                  <a:lnTo>
                    <a:pt x="44775" y="2585"/>
                  </a:lnTo>
                  <a:lnTo>
                    <a:pt x="44962" y="2535"/>
                  </a:lnTo>
                  <a:lnTo>
                    <a:pt x="45149" y="2485"/>
                  </a:lnTo>
                  <a:lnTo>
                    <a:pt x="45336" y="2435"/>
                  </a:lnTo>
                  <a:lnTo>
                    <a:pt x="45523" y="2386"/>
                  </a:lnTo>
                  <a:lnTo>
                    <a:pt x="45710" y="2336"/>
                  </a:lnTo>
                  <a:lnTo>
                    <a:pt x="45897" y="2173"/>
                  </a:lnTo>
                  <a:lnTo>
                    <a:pt x="46084" y="2027"/>
                  </a:lnTo>
                  <a:lnTo>
                    <a:pt x="46271" y="1785"/>
                  </a:lnTo>
                  <a:lnTo>
                    <a:pt x="46458" y="1476"/>
                  </a:lnTo>
                  <a:lnTo>
                    <a:pt x="46645" y="1300"/>
                  </a:lnTo>
                  <a:lnTo>
                    <a:pt x="46832" y="1292"/>
                  </a:lnTo>
                  <a:lnTo>
                    <a:pt x="47019" y="1439"/>
                  </a:lnTo>
                  <a:lnTo>
                    <a:pt x="47205" y="1729"/>
                  </a:lnTo>
                  <a:lnTo>
                    <a:pt x="47392" y="2169"/>
                  </a:lnTo>
                  <a:lnTo>
                    <a:pt x="47579" y="2609"/>
                  </a:lnTo>
                  <a:lnTo>
                    <a:pt x="47766" y="3137"/>
                  </a:lnTo>
                  <a:lnTo>
                    <a:pt x="47953" y="3640"/>
                  </a:lnTo>
                  <a:lnTo>
                    <a:pt x="48140" y="4143"/>
                  </a:lnTo>
                  <a:lnTo>
                    <a:pt x="48327" y="4645"/>
                  </a:lnTo>
                  <a:lnTo>
                    <a:pt x="48514" y="5148"/>
                  </a:lnTo>
                  <a:lnTo>
                    <a:pt x="48701" y="5651"/>
                  </a:lnTo>
                  <a:lnTo>
                    <a:pt x="48888" y="5949"/>
                  </a:lnTo>
                  <a:lnTo>
                    <a:pt x="49075" y="6303"/>
                  </a:lnTo>
                  <a:lnTo>
                    <a:pt x="49262" y="6714"/>
                  </a:lnTo>
                  <a:lnTo>
                    <a:pt x="49449" y="7125"/>
                  </a:lnTo>
                  <a:lnTo>
                    <a:pt x="49635" y="7533"/>
                  </a:lnTo>
                  <a:lnTo>
                    <a:pt x="49822" y="7849"/>
                  </a:lnTo>
                  <a:lnTo>
                    <a:pt x="50009" y="7902"/>
                  </a:lnTo>
                  <a:lnTo>
                    <a:pt x="50196" y="7878"/>
                  </a:lnTo>
                  <a:lnTo>
                    <a:pt x="50383" y="7698"/>
                  </a:lnTo>
                  <a:lnTo>
                    <a:pt x="50570" y="7499"/>
                  </a:lnTo>
                  <a:lnTo>
                    <a:pt x="50757" y="7346"/>
                  </a:lnTo>
                  <a:lnTo>
                    <a:pt x="50944" y="7165"/>
                  </a:lnTo>
                  <a:lnTo>
                    <a:pt x="51131" y="6976"/>
                  </a:lnTo>
                  <a:lnTo>
                    <a:pt x="51318" y="6786"/>
                  </a:lnTo>
                  <a:lnTo>
                    <a:pt x="51505" y="6597"/>
                  </a:lnTo>
                  <a:lnTo>
                    <a:pt x="51692" y="6443"/>
                  </a:lnTo>
                  <a:lnTo>
                    <a:pt x="51878" y="6263"/>
                  </a:lnTo>
                  <a:lnTo>
                    <a:pt x="52065" y="6076"/>
                  </a:lnTo>
                  <a:lnTo>
                    <a:pt x="52252" y="6026"/>
                  </a:lnTo>
                  <a:lnTo>
                    <a:pt x="52439" y="6033"/>
                  </a:lnTo>
                  <a:lnTo>
                    <a:pt x="52626" y="6100"/>
                  </a:lnTo>
                  <a:lnTo>
                    <a:pt x="52813" y="6175"/>
                  </a:lnTo>
                  <a:lnTo>
                    <a:pt x="53000" y="6176"/>
                  </a:lnTo>
                  <a:lnTo>
                    <a:pt x="53187" y="6178"/>
                  </a:lnTo>
                  <a:lnTo>
                    <a:pt x="53374" y="6179"/>
                  </a:lnTo>
                  <a:lnTo>
                    <a:pt x="53561" y="6181"/>
                  </a:lnTo>
                  <a:lnTo>
                    <a:pt x="53748" y="6369"/>
                  </a:lnTo>
                  <a:lnTo>
                    <a:pt x="53935" y="6798"/>
                  </a:lnTo>
                  <a:lnTo>
                    <a:pt x="54122" y="7133"/>
                  </a:lnTo>
                  <a:lnTo>
                    <a:pt x="54308" y="7380"/>
                  </a:lnTo>
                  <a:lnTo>
                    <a:pt x="54495" y="7569"/>
                  </a:lnTo>
                  <a:lnTo>
                    <a:pt x="54682" y="7901"/>
                  </a:lnTo>
                  <a:lnTo>
                    <a:pt x="54869" y="8213"/>
                  </a:lnTo>
                  <a:lnTo>
                    <a:pt x="55056" y="8395"/>
                  </a:lnTo>
                  <a:lnTo>
                    <a:pt x="55243" y="8540"/>
                  </a:lnTo>
                  <a:lnTo>
                    <a:pt x="55430" y="8602"/>
                  </a:lnTo>
                  <a:lnTo>
                    <a:pt x="55617" y="8795"/>
                  </a:lnTo>
                  <a:lnTo>
                    <a:pt x="55804" y="9078"/>
                  </a:lnTo>
                  <a:lnTo>
                    <a:pt x="55991" y="9429"/>
                  </a:lnTo>
                  <a:lnTo>
                    <a:pt x="56178" y="9780"/>
                  </a:lnTo>
                  <a:lnTo>
                    <a:pt x="56365" y="10050"/>
                  </a:lnTo>
                  <a:lnTo>
                    <a:pt x="56552" y="10194"/>
                  </a:lnTo>
                  <a:lnTo>
                    <a:pt x="56738" y="10161"/>
                  </a:lnTo>
                  <a:lnTo>
                    <a:pt x="56925" y="10223"/>
                  </a:lnTo>
                  <a:lnTo>
                    <a:pt x="57112" y="10353"/>
                  </a:lnTo>
                  <a:lnTo>
                    <a:pt x="57299" y="10525"/>
                  </a:lnTo>
                  <a:lnTo>
                    <a:pt x="57486" y="10732"/>
                  </a:lnTo>
                  <a:lnTo>
                    <a:pt x="57673" y="10987"/>
                  </a:lnTo>
                  <a:lnTo>
                    <a:pt x="57860" y="11243"/>
                  </a:lnTo>
                  <a:lnTo>
                    <a:pt x="58047" y="11498"/>
                  </a:lnTo>
                  <a:lnTo>
                    <a:pt x="58234" y="11732"/>
                  </a:lnTo>
                  <a:lnTo>
                    <a:pt x="58421" y="11962"/>
                  </a:lnTo>
                  <a:lnTo>
                    <a:pt x="58608" y="12266"/>
                  </a:lnTo>
                  <a:lnTo>
                    <a:pt x="58795" y="12480"/>
                  </a:lnTo>
                  <a:lnTo>
                    <a:pt x="58981" y="12769"/>
                  </a:lnTo>
                  <a:lnTo>
                    <a:pt x="59168" y="13167"/>
                  </a:lnTo>
                  <a:lnTo>
                    <a:pt x="59355" y="13722"/>
                  </a:lnTo>
                  <a:lnTo>
                    <a:pt x="59542" y="14613"/>
                  </a:lnTo>
                  <a:lnTo>
                    <a:pt x="59729" y="15625"/>
                  </a:lnTo>
                  <a:lnTo>
                    <a:pt x="59916" y="16522"/>
                  </a:lnTo>
                  <a:lnTo>
                    <a:pt x="60103" y="17352"/>
                  </a:lnTo>
                  <a:lnTo>
                    <a:pt x="60290" y="18182"/>
                  </a:lnTo>
                  <a:lnTo>
                    <a:pt x="60477" y="18925"/>
                  </a:lnTo>
                  <a:lnTo>
                    <a:pt x="60664" y="19643"/>
                  </a:lnTo>
                  <a:lnTo>
                    <a:pt x="60851" y="20222"/>
                  </a:lnTo>
                  <a:lnTo>
                    <a:pt x="61038" y="20618"/>
                  </a:lnTo>
                  <a:lnTo>
                    <a:pt x="61225" y="20893"/>
                  </a:lnTo>
                  <a:lnTo>
                    <a:pt x="61411" y="21162"/>
                  </a:lnTo>
                  <a:lnTo>
                    <a:pt x="61598" y="21422"/>
                  </a:lnTo>
                  <a:lnTo>
                    <a:pt x="61785" y="21682"/>
                  </a:lnTo>
                  <a:lnTo>
                    <a:pt x="61972" y="21841"/>
                  </a:lnTo>
                  <a:lnTo>
                    <a:pt x="62159" y="21962"/>
                  </a:lnTo>
                  <a:lnTo>
                    <a:pt x="62346" y="21975"/>
                  </a:lnTo>
                  <a:lnTo>
                    <a:pt x="62533" y="21814"/>
                  </a:lnTo>
                  <a:lnTo>
                    <a:pt x="62720" y="21636"/>
                  </a:lnTo>
                  <a:lnTo>
                    <a:pt x="62907" y="21532"/>
                  </a:lnTo>
                  <a:lnTo>
                    <a:pt x="63094" y="21489"/>
                  </a:lnTo>
                  <a:lnTo>
                    <a:pt x="63281" y="21550"/>
                  </a:lnTo>
                  <a:lnTo>
                    <a:pt x="63468" y="21900"/>
                  </a:lnTo>
                  <a:lnTo>
                    <a:pt x="63654" y="22078"/>
                  </a:lnTo>
                  <a:lnTo>
                    <a:pt x="63841" y="22573"/>
                  </a:lnTo>
                  <a:lnTo>
                    <a:pt x="64028" y="22841"/>
                  </a:lnTo>
                  <a:lnTo>
                    <a:pt x="64215" y="22974"/>
                  </a:lnTo>
                  <a:lnTo>
                    <a:pt x="64402" y="23333"/>
                  </a:lnTo>
                  <a:lnTo>
                    <a:pt x="64589" y="23553"/>
                  </a:lnTo>
                  <a:lnTo>
                    <a:pt x="64776" y="23806"/>
                  </a:lnTo>
                  <a:lnTo>
                    <a:pt x="64963" y="23927"/>
                  </a:lnTo>
                  <a:lnTo>
                    <a:pt x="65150" y="24005"/>
                  </a:lnTo>
                  <a:lnTo>
                    <a:pt x="65337" y="24012"/>
                  </a:lnTo>
                  <a:lnTo>
                    <a:pt x="65524" y="23960"/>
                  </a:lnTo>
                  <a:lnTo>
                    <a:pt x="65711" y="23780"/>
                  </a:lnTo>
                  <a:lnTo>
                    <a:pt x="65898" y="23439"/>
                  </a:lnTo>
                  <a:lnTo>
                    <a:pt x="66084" y="23060"/>
                  </a:lnTo>
                  <a:lnTo>
                    <a:pt x="66271" y="22475"/>
                  </a:lnTo>
                  <a:lnTo>
                    <a:pt x="66458" y="21992"/>
                  </a:lnTo>
                  <a:lnTo>
                    <a:pt x="66645" y="21225"/>
                  </a:lnTo>
                  <a:lnTo>
                    <a:pt x="66832" y="20717"/>
                  </a:lnTo>
                  <a:lnTo>
                    <a:pt x="67019" y="20239"/>
                  </a:lnTo>
                  <a:lnTo>
                    <a:pt x="67206" y="19720"/>
                  </a:lnTo>
                  <a:lnTo>
                    <a:pt x="67393" y="19252"/>
                  </a:lnTo>
                  <a:lnTo>
                    <a:pt x="67580" y="18688"/>
                  </a:lnTo>
                  <a:lnTo>
                    <a:pt x="67767" y="18174"/>
                  </a:lnTo>
                  <a:lnTo>
                    <a:pt x="67954" y="17665"/>
                  </a:lnTo>
                  <a:lnTo>
                    <a:pt x="68141" y="17165"/>
                  </a:lnTo>
                  <a:lnTo>
                    <a:pt x="68328" y="16783"/>
                  </a:lnTo>
                  <a:lnTo>
                    <a:pt x="68514" y="16447"/>
                  </a:lnTo>
                  <a:lnTo>
                    <a:pt x="68701" y="16093"/>
                  </a:lnTo>
                  <a:lnTo>
                    <a:pt x="68888" y="15781"/>
                  </a:lnTo>
                  <a:lnTo>
                    <a:pt x="69075" y="15460"/>
                  </a:lnTo>
                  <a:lnTo>
                    <a:pt x="69262" y="15162"/>
                  </a:lnTo>
                  <a:lnTo>
                    <a:pt x="69449" y="14879"/>
                  </a:lnTo>
                  <a:lnTo>
                    <a:pt x="69636" y="14754"/>
                  </a:lnTo>
                  <a:lnTo>
                    <a:pt x="69823" y="14727"/>
                  </a:lnTo>
                  <a:lnTo>
                    <a:pt x="70010" y="14724"/>
                  </a:lnTo>
                  <a:lnTo>
                    <a:pt x="70197" y="14779"/>
                  </a:lnTo>
                  <a:lnTo>
                    <a:pt x="70384" y="14928"/>
                  </a:lnTo>
                  <a:lnTo>
                    <a:pt x="70571" y="15043"/>
                  </a:lnTo>
                  <a:lnTo>
                    <a:pt x="70757" y="15005"/>
                  </a:lnTo>
                  <a:lnTo>
                    <a:pt x="70944" y="14944"/>
                  </a:lnTo>
                  <a:lnTo>
                    <a:pt x="71131" y="14950"/>
                  </a:lnTo>
                  <a:lnTo>
                    <a:pt x="71318" y="14960"/>
                  </a:lnTo>
                  <a:lnTo>
                    <a:pt x="71505" y="14944"/>
                  </a:lnTo>
                  <a:lnTo>
                    <a:pt x="71692" y="14815"/>
                  </a:lnTo>
                  <a:lnTo>
                    <a:pt x="71879" y="14739"/>
                  </a:lnTo>
                  <a:lnTo>
                    <a:pt x="72066" y="14797"/>
                  </a:lnTo>
                  <a:lnTo>
                    <a:pt x="72253" y="14855"/>
                  </a:lnTo>
                  <a:lnTo>
                    <a:pt x="72440" y="14912"/>
                  </a:lnTo>
                  <a:lnTo>
                    <a:pt x="72627" y="14916"/>
                  </a:lnTo>
                  <a:lnTo>
                    <a:pt x="72814" y="14944"/>
                  </a:lnTo>
                  <a:lnTo>
                    <a:pt x="73001" y="14953"/>
                  </a:lnTo>
                  <a:lnTo>
                    <a:pt x="73187" y="14913"/>
                  </a:lnTo>
                  <a:lnTo>
                    <a:pt x="73374" y="14931"/>
                  </a:lnTo>
                  <a:lnTo>
                    <a:pt x="73561" y="14832"/>
                  </a:lnTo>
                  <a:lnTo>
                    <a:pt x="73748" y="14696"/>
                  </a:lnTo>
                  <a:lnTo>
                    <a:pt x="73935" y="14416"/>
                  </a:lnTo>
                  <a:lnTo>
                    <a:pt x="74122" y="14236"/>
                  </a:lnTo>
                  <a:lnTo>
                    <a:pt x="74309" y="13947"/>
                  </a:lnTo>
                  <a:lnTo>
                    <a:pt x="74496" y="13882"/>
                  </a:lnTo>
                  <a:lnTo>
                    <a:pt x="74683" y="13862"/>
                  </a:lnTo>
                  <a:lnTo>
                    <a:pt x="74870" y="13662"/>
                  </a:lnTo>
                  <a:lnTo>
                    <a:pt x="75057" y="13370"/>
                  </a:lnTo>
                  <a:lnTo>
                    <a:pt x="75244" y="13287"/>
                  </a:lnTo>
                  <a:lnTo>
                    <a:pt x="75431" y="13147"/>
                  </a:lnTo>
                  <a:lnTo>
                    <a:pt x="75617" y="13064"/>
                  </a:lnTo>
                  <a:lnTo>
                    <a:pt x="75804" y="12881"/>
                  </a:lnTo>
                  <a:lnTo>
                    <a:pt x="75991" y="12884"/>
                  </a:lnTo>
                  <a:lnTo>
                    <a:pt x="76178" y="12794"/>
                  </a:lnTo>
                  <a:lnTo>
                    <a:pt x="76365" y="12532"/>
                  </a:lnTo>
                  <a:lnTo>
                    <a:pt x="76552" y="12410"/>
                  </a:lnTo>
                  <a:lnTo>
                    <a:pt x="76739" y="12378"/>
                  </a:lnTo>
                  <a:lnTo>
                    <a:pt x="76926" y="12348"/>
                  </a:lnTo>
                  <a:lnTo>
                    <a:pt x="77113" y="12473"/>
                  </a:lnTo>
                  <a:lnTo>
                    <a:pt x="77300" y="12579"/>
                  </a:lnTo>
                  <a:lnTo>
                    <a:pt x="77487" y="12565"/>
                  </a:lnTo>
                  <a:lnTo>
                    <a:pt x="77674" y="12713"/>
                  </a:lnTo>
                  <a:lnTo>
                    <a:pt x="77860" y="13082"/>
                  </a:lnTo>
                  <a:lnTo>
                    <a:pt x="78047" y="13336"/>
                  </a:lnTo>
                  <a:lnTo>
                    <a:pt x="78234" y="13569"/>
                  </a:lnTo>
                  <a:lnTo>
                    <a:pt x="78421" y="13688"/>
                  </a:lnTo>
                  <a:lnTo>
                    <a:pt x="78608" y="13976"/>
                  </a:lnTo>
                  <a:lnTo>
                    <a:pt x="78795" y="13935"/>
                  </a:lnTo>
                  <a:lnTo>
                    <a:pt x="78982" y="14245"/>
                  </a:lnTo>
                  <a:lnTo>
                    <a:pt x="79169" y="14526"/>
                  </a:lnTo>
                  <a:lnTo>
                    <a:pt x="79356" y="14900"/>
                  </a:lnTo>
                  <a:lnTo>
                    <a:pt x="79543" y="15238"/>
                  </a:lnTo>
                  <a:lnTo>
                    <a:pt x="79730" y="15609"/>
                  </a:lnTo>
                  <a:lnTo>
                    <a:pt x="79917" y="15968"/>
                  </a:lnTo>
                  <a:lnTo>
                    <a:pt x="80104" y="16212"/>
                  </a:lnTo>
                  <a:lnTo>
                    <a:pt x="80290" y="16455"/>
                  </a:lnTo>
                  <a:lnTo>
                    <a:pt x="80477" y="16641"/>
                  </a:lnTo>
                  <a:lnTo>
                    <a:pt x="80664" y="16740"/>
                  </a:lnTo>
                  <a:lnTo>
                    <a:pt x="80851" y="16840"/>
                  </a:lnTo>
                  <a:lnTo>
                    <a:pt x="81038" y="16823"/>
                  </a:lnTo>
                  <a:lnTo>
                    <a:pt x="81225" y="16778"/>
                  </a:lnTo>
                  <a:lnTo>
                    <a:pt x="81412" y="16733"/>
                  </a:lnTo>
                  <a:lnTo>
                    <a:pt x="81599" y="16659"/>
                  </a:lnTo>
                  <a:lnTo>
                    <a:pt x="81786" y="16479"/>
                  </a:lnTo>
                  <a:lnTo>
                    <a:pt x="81973" y="16458"/>
                  </a:lnTo>
                  <a:lnTo>
                    <a:pt x="82160" y="16479"/>
                  </a:lnTo>
                  <a:lnTo>
                    <a:pt x="82347" y="16625"/>
                  </a:lnTo>
                  <a:lnTo>
                    <a:pt x="82533" y="16794"/>
                  </a:lnTo>
                  <a:lnTo>
                    <a:pt x="82720" y="16880"/>
                  </a:lnTo>
                  <a:lnTo>
                    <a:pt x="82907" y="16930"/>
                  </a:lnTo>
                  <a:lnTo>
                    <a:pt x="83094" y="16980"/>
                  </a:lnTo>
                  <a:lnTo>
                    <a:pt x="83281" y="17030"/>
                  </a:lnTo>
                  <a:lnTo>
                    <a:pt x="83468" y="17080"/>
                  </a:lnTo>
                  <a:lnTo>
                    <a:pt x="83655" y="17217"/>
                  </a:lnTo>
                  <a:lnTo>
                    <a:pt x="83842" y="17443"/>
                  </a:lnTo>
                  <a:lnTo>
                    <a:pt x="84029" y="17669"/>
                  </a:lnTo>
                  <a:lnTo>
                    <a:pt x="84216" y="17727"/>
                  </a:lnTo>
                  <a:lnTo>
                    <a:pt x="84403" y="17728"/>
                  </a:lnTo>
                  <a:lnTo>
                    <a:pt x="84590" y="17704"/>
                  </a:lnTo>
                  <a:lnTo>
                    <a:pt x="84777" y="17591"/>
                  </a:lnTo>
                  <a:lnTo>
                    <a:pt x="84963" y="17475"/>
                  </a:lnTo>
                  <a:lnTo>
                    <a:pt x="85150" y="17378"/>
                  </a:lnTo>
                  <a:lnTo>
                    <a:pt x="85337" y="17396"/>
                  </a:lnTo>
                  <a:lnTo>
                    <a:pt x="85524" y="17384"/>
                  </a:lnTo>
                  <a:lnTo>
                    <a:pt x="85711" y="17422"/>
                  </a:lnTo>
                  <a:lnTo>
                    <a:pt x="85898" y="17461"/>
                  </a:lnTo>
                  <a:lnTo>
                    <a:pt x="86085" y="17499"/>
                  </a:lnTo>
                  <a:lnTo>
                    <a:pt x="86272" y="17538"/>
                  </a:lnTo>
                  <a:lnTo>
                    <a:pt x="86459" y="17520"/>
                  </a:lnTo>
                  <a:lnTo>
                    <a:pt x="86646" y="17445"/>
                  </a:lnTo>
                  <a:lnTo>
                    <a:pt x="86833" y="17371"/>
                  </a:lnTo>
                  <a:lnTo>
                    <a:pt x="87020" y="17262"/>
                  </a:lnTo>
                  <a:lnTo>
                    <a:pt x="87207" y="17247"/>
                  </a:lnTo>
                  <a:lnTo>
                    <a:pt x="87393" y="17377"/>
                  </a:lnTo>
                  <a:lnTo>
                    <a:pt x="87580" y="17398"/>
                  </a:lnTo>
                  <a:lnTo>
                    <a:pt x="87767" y="17573"/>
                  </a:lnTo>
                  <a:lnTo>
                    <a:pt x="87954" y="17626"/>
                  </a:lnTo>
                  <a:lnTo>
                    <a:pt x="88141" y="17626"/>
                  </a:lnTo>
                  <a:lnTo>
                    <a:pt x="88328" y="17626"/>
                  </a:lnTo>
                  <a:lnTo>
                    <a:pt x="88515" y="17626"/>
                  </a:lnTo>
                  <a:lnTo>
                    <a:pt x="88702" y="17626"/>
                  </a:lnTo>
                  <a:lnTo>
                    <a:pt x="88889" y="17626"/>
                  </a:lnTo>
                  <a:lnTo>
                    <a:pt x="89076" y="17626"/>
                  </a:lnTo>
                  <a:lnTo>
                    <a:pt x="89263" y="17626"/>
                  </a:lnTo>
                  <a:lnTo>
                    <a:pt x="89450" y="17626"/>
                  </a:lnTo>
                  <a:lnTo>
                    <a:pt x="89636" y="17626"/>
                  </a:lnTo>
                  <a:lnTo>
                    <a:pt x="89823" y="17626"/>
                  </a:lnTo>
                  <a:lnTo>
                    <a:pt x="90010" y="17626"/>
                  </a:lnTo>
                  <a:lnTo>
                    <a:pt x="90197" y="17626"/>
                  </a:lnTo>
                  <a:lnTo>
                    <a:pt x="90384" y="17626"/>
                  </a:lnTo>
                  <a:lnTo>
                    <a:pt x="90571" y="17626"/>
                  </a:lnTo>
                  <a:lnTo>
                    <a:pt x="90758" y="17626"/>
                  </a:lnTo>
                  <a:lnTo>
                    <a:pt x="90945" y="17626"/>
                  </a:lnTo>
                  <a:lnTo>
                    <a:pt x="91132" y="17626"/>
                  </a:lnTo>
                  <a:lnTo>
                    <a:pt x="91319" y="17493"/>
                  </a:lnTo>
                  <a:lnTo>
                    <a:pt x="91506" y="17459"/>
                  </a:lnTo>
                  <a:lnTo>
                    <a:pt x="91693" y="17425"/>
                  </a:lnTo>
                  <a:lnTo>
                    <a:pt x="91880" y="17466"/>
                  </a:lnTo>
                  <a:lnTo>
                    <a:pt x="92066" y="17448"/>
                  </a:lnTo>
                  <a:lnTo>
                    <a:pt x="92253" y="17406"/>
                  </a:lnTo>
                  <a:lnTo>
                    <a:pt x="92440" y="17364"/>
                  </a:lnTo>
                  <a:lnTo>
                    <a:pt x="92627" y="17458"/>
                  </a:lnTo>
                  <a:lnTo>
                    <a:pt x="92814" y="17562"/>
                  </a:lnTo>
                  <a:lnTo>
                    <a:pt x="93001" y="17701"/>
                  </a:lnTo>
                  <a:lnTo>
                    <a:pt x="93188" y="17841"/>
                  </a:lnTo>
                  <a:lnTo>
                    <a:pt x="93375" y="17981"/>
                  </a:lnTo>
                  <a:lnTo>
                    <a:pt x="93562" y="18120"/>
                  </a:lnTo>
                  <a:lnTo>
                    <a:pt x="93749" y="18279"/>
                  </a:lnTo>
                  <a:lnTo>
                    <a:pt x="93936" y="18544"/>
                  </a:lnTo>
                  <a:lnTo>
                    <a:pt x="94123" y="18935"/>
                  </a:lnTo>
                  <a:lnTo>
                    <a:pt x="94310" y="19226"/>
                  </a:lnTo>
                  <a:lnTo>
                    <a:pt x="94496" y="19491"/>
                  </a:lnTo>
                  <a:lnTo>
                    <a:pt x="94683" y="19681"/>
                  </a:lnTo>
                  <a:lnTo>
                    <a:pt x="94870" y="19828"/>
                  </a:lnTo>
                  <a:lnTo>
                    <a:pt x="95057" y="19976"/>
                  </a:lnTo>
                  <a:lnTo>
                    <a:pt x="95244" y="20123"/>
                  </a:lnTo>
                  <a:lnTo>
                    <a:pt x="95431" y="20234"/>
                  </a:lnTo>
                  <a:lnTo>
                    <a:pt x="95618" y="20338"/>
                  </a:lnTo>
                  <a:lnTo>
                    <a:pt x="95805" y="20289"/>
                  </a:lnTo>
                  <a:lnTo>
                    <a:pt x="95992" y="20239"/>
                  </a:lnTo>
                  <a:lnTo>
                    <a:pt x="96179" y="20189"/>
                  </a:lnTo>
                  <a:lnTo>
                    <a:pt x="96366" y="20139"/>
                  </a:lnTo>
                  <a:lnTo>
                    <a:pt x="96553" y="20070"/>
                  </a:lnTo>
                  <a:lnTo>
                    <a:pt x="96739" y="19895"/>
                  </a:lnTo>
                  <a:lnTo>
                    <a:pt x="96926" y="19423"/>
                  </a:lnTo>
                  <a:lnTo>
                    <a:pt x="97113" y="18970"/>
                  </a:lnTo>
                  <a:lnTo>
                    <a:pt x="97300" y="18605"/>
                  </a:lnTo>
                  <a:lnTo>
                    <a:pt x="97487" y="18239"/>
                  </a:lnTo>
                  <a:lnTo>
                    <a:pt x="97674" y="17874"/>
                  </a:lnTo>
                  <a:lnTo>
                    <a:pt x="97861" y="17482"/>
                  </a:lnTo>
                  <a:lnTo>
                    <a:pt x="98048" y="16950"/>
                  </a:lnTo>
                  <a:lnTo>
                    <a:pt x="98235" y="16455"/>
                  </a:lnTo>
                  <a:lnTo>
                    <a:pt x="98422" y="16103"/>
                  </a:lnTo>
                  <a:lnTo>
                    <a:pt x="98609" y="15751"/>
                  </a:lnTo>
                  <a:lnTo>
                    <a:pt x="98796" y="15399"/>
                  </a:lnTo>
                  <a:lnTo>
                    <a:pt x="98983" y="15047"/>
                  </a:lnTo>
                  <a:lnTo>
                    <a:pt x="99169" y="14695"/>
                  </a:lnTo>
                  <a:lnTo>
                    <a:pt x="99356" y="14344"/>
                  </a:lnTo>
                  <a:lnTo>
                    <a:pt x="99543" y="13992"/>
                  </a:lnTo>
                  <a:lnTo>
                    <a:pt x="99730" y="13816"/>
                  </a:lnTo>
                  <a:lnTo>
                    <a:pt x="99917" y="13640"/>
                  </a:lnTo>
                  <a:lnTo>
                    <a:pt x="100104" y="13464"/>
                  </a:lnTo>
                  <a:lnTo>
                    <a:pt x="100291" y="13288"/>
                  </a:lnTo>
                  <a:lnTo>
                    <a:pt x="100478" y="13112"/>
                  </a:lnTo>
                  <a:lnTo>
                    <a:pt x="100665" y="12963"/>
                  </a:lnTo>
                  <a:lnTo>
                    <a:pt x="100852" y="12883"/>
                  </a:lnTo>
                  <a:lnTo>
                    <a:pt x="101039" y="13157"/>
                  </a:lnTo>
                  <a:lnTo>
                    <a:pt x="101226" y="13290"/>
                  </a:lnTo>
                  <a:lnTo>
                    <a:pt x="101412" y="13852"/>
                  </a:lnTo>
                  <a:lnTo>
                    <a:pt x="101599" y="14480"/>
                  </a:lnTo>
                  <a:lnTo>
                    <a:pt x="101786" y="14951"/>
                  </a:lnTo>
                  <a:lnTo>
                    <a:pt x="101973" y="15252"/>
                  </a:lnTo>
                  <a:lnTo>
                    <a:pt x="102160" y="15479"/>
                  </a:lnTo>
                  <a:lnTo>
                    <a:pt x="102347" y="15481"/>
                  </a:lnTo>
                  <a:lnTo>
                    <a:pt x="102534" y="15530"/>
                  </a:lnTo>
                  <a:lnTo>
                    <a:pt x="102721" y="15528"/>
                  </a:lnTo>
                  <a:lnTo>
                    <a:pt x="102908" y="15578"/>
                  </a:lnTo>
                  <a:lnTo>
                    <a:pt x="103095" y="15665"/>
                  </a:lnTo>
                  <a:lnTo>
                    <a:pt x="103282" y="15665"/>
                  </a:lnTo>
                  <a:lnTo>
                    <a:pt x="103469" y="15572"/>
                  </a:lnTo>
                  <a:lnTo>
                    <a:pt x="103656" y="15530"/>
                  </a:lnTo>
                  <a:lnTo>
                    <a:pt x="103842" y="15234"/>
                  </a:lnTo>
                  <a:lnTo>
                    <a:pt x="104029" y="14842"/>
                  </a:lnTo>
                  <a:lnTo>
                    <a:pt x="104216" y="14110"/>
                  </a:lnTo>
                  <a:lnTo>
                    <a:pt x="104403" y="13258"/>
                  </a:lnTo>
                  <a:lnTo>
                    <a:pt x="104590" y="12345"/>
                  </a:lnTo>
                  <a:lnTo>
                    <a:pt x="104777" y="11612"/>
                  </a:lnTo>
                  <a:lnTo>
                    <a:pt x="104964" y="11012"/>
                  </a:lnTo>
                  <a:lnTo>
                    <a:pt x="105151" y="10569"/>
                  </a:lnTo>
                  <a:lnTo>
                    <a:pt x="105338" y="9956"/>
                  </a:lnTo>
                  <a:lnTo>
                    <a:pt x="105525" y="9476"/>
                  </a:lnTo>
                  <a:lnTo>
                    <a:pt x="105712" y="9177"/>
                  </a:lnTo>
                  <a:lnTo>
                    <a:pt x="105899" y="8868"/>
                  </a:lnTo>
                  <a:lnTo>
                    <a:pt x="106086" y="8698"/>
                  </a:lnTo>
                  <a:lnTo>
                    <a:pt x="106272" y="8522"/>
                  </a:lnTo>
                  <a:lnTo>
                    <a:pt x="106459" y="8209"/>
                  </a:lnTo>
                  <a:lnTo>
                    <a:pt x="106646" y="7928"/>
                  </a:lnTo>
                  <a:lnTo>
                    <a:pt x="106833" y="7820"/>
                  </a:lnTo>
                  <a:lnTo>
                    <a:pt x="107020" y="7611"/>
                  </a:lnTo>
                  <a:lnTo>
                    <a:pt x="107207" y="7373"/>
                  </a:lnTo>
                  <a:lnTo>
                    <a:pt x="107394" y="7116"/>
                  </a:lnTo>
                  <a:lnTo>
                    <a:pt x="107581" y="6914"/>
                  </a:lnTo>
                  <a:lnTo>
                    <a:pt x="107768" y="6581"/>
                  </a:lnTo>
                  <a:lnTo>
                    <a:pt x="107955" y="6294"/>
                  </a:lnTo>
                  <a:lnTo>
                    <a:pt x="108142" y="6047"/>
                  </a:lnTo>
                  <a:lnTo>
                    <a:pt x="108329" y="5773"/>
                  </a:lnTo>
                  <a:lnTo>
                    <a:pt x="108515" y="5390"/>
                  </a:lnTo>
                  <a:lnTo>
                    <a:pt x="108702" y="5023"/>
                  </a:lnTo>
                  <a:lnTo>
                    <a:pt x="108889" y="4746"/>
                  </a:lnTo>
                  <a:lnTo>
                    <a:pt x="109076" y="4586"/>
                  </a:lnTo>
                  <a:lnTo>
                    <a:pt x="109263" y="4552"/>
                  </a:lnTo>
                  <a:lnTo>
                    <a:pt x="109450" y="4519"/>
                  </a:lnTo>
                  <a:lnTo>
                    <a:pt x="109637" y="4485"/>
                  </a:lnTo>
                  <a:lnTo>
                    <a:pt x="109824" y="4451"/>
                  </a:lnTo>
                  <a:lnTo>
                    <a:pt x="110011" y="4472"/>
                  </a:lnTo>
                  <a:lnTo>
                    <a:pt x="110198" y="4468"/>
                  </a:lnTo>
                  <a:lnTo>
                    <a:pt x="110385" y="4483"/>
                  </a:lnTo>
                  <a:lnTo>
                    <a:pt x="110572" y="4589"/>
                  </a:lnTo>
                  <a:lnTo>
                    <a:pt x="110759" y="4708"/>
                  </a:lnTo>
                  <a:lnTo>
                    <a:pt x="110945" y="4981"/>
                  </a:lnTo>
                  <a:lnTo>
                    <a:pt x="111132" y="5236"/>
                  </a:lnTo>
                  <a:lnTo>
                    <a:pt x="111319" y="5600"/>
                  </a:lnTo>
                  <a:lnTo>
                    <a:pt x="111506" y="5955"/>
                  </a:lnTo>
                  <a:lnTo>
                    <a:pt x="111693" y="6350"/>
                  </a:lnTo>
                  <a:lnTo>
                    <a:pt x="111880" y="6552"/>
                  </a:lnTo>
                  <a:lnTo>
                    <a:pt x="112067" y="6707"/>
                  </a:lnTo>
                  <a:lnTo>
                    <a:pt x="112254" y="6861"/>
                  </a:lnTo>
                  <a:lnTo>
                    <a:pt x="112441" y="7109"/>
                  </a:lnTo>
                  <a:lnTo>
                    <a:pt x="112628" y="7146"/>
                  </a:lnTo>
                  <a:lnTo>
                    <a:pt x="112815" y="7241"/>
                  </a:lnTo>
                  <a:lnTo>
                    <a:pt x="113002" y="7279"/>
                  </a:lnTo>
                  <a:lnTo>
                    <a:pt x="113189" y="7418"/>
                  </a:lnTo>
                  <a:lnTo>
                    <a:pt x="113375" y="7485"/>
                  </a:lnTo>
                  <a:lnTo>
                    <a:pt x="113562" y="7647"/>
                  </a:lnTo>
                  <a:lnTo>
                    <a:pt x="113749" y="7716"/>
                  </a:lnTo>
                  <a:lnTo>
                    <a:pt x="113936" y="7756"/>
                  </a:lnTo>
                  <a:lnTo>
                    <a:pt x="114123" y="7925"/>
                  </a:lnTo>
                  <a:lnTo>
                    <a:pt x="114310" y="8153"/>
                  </a:lnTo>
                  <a:lnTo>
                    <a:pt x="114497" y="8345"/>
                  </a:lnTo>
                  <a:lnTo>
                    <a:pt x="114684" y="8536"/>
                  </a:lnTo>
                  <a:lnTo>
                    <a:pt x="114871" y="8838"/>
                  </a:lnTo>
                  <a:lnTo>
                    <a:pt x="115058" y="9036"/>
                  </a:lnTo>
                  <a:lnTo>
                    <a:pt x="115245" y="9100"/>
                  </a:lnTo>
                  <a:lnTo>
                    <a:pt x="115432" y="9280"/>
                  </a:lnTo>
                  <a:lnTo>
                    <a:pt x="115618" y="9595"/>
                  </a:lnTo>
                  <a:lnTo>
                    <a:pt x="115805" y="10053"/>
                  </a:lnTo>
                  <a:lnTo>
                    <a:pt x="115992" y="10343"/>
                  </a:lnTo>
                  <a:lnTo>
                    <a:pt x="116179" y="10874"/>
                  </a:lnTo>
                  <a:lnTo>
                    <a:pt x="116366" y="11302"/>
                  </a:lnTo>
                  <a:lnTo>
                    <a:pt x="116553" y="11874"/>
                  </a:lnTo>
                  <a:lnTo>
                    <a:pt x="116740" y="12239"/>
                  </a:lnTo>
                  <a:lnTo>
                    <a:pt x="116927" y="12614"/>
                  </a:lnTo>
                  <a:lnTo>
                    <a:pt x="117114" y="12916"/>
                  </a:lnTo>
                  <a:lnTo>
                    <a:pt x="117301" y="13217"/>
                  </a:lnTo>
                  <a:lnTo>
                    <a:pt x="117488" y="13518"/>
                  </a:lnTo>
                  <a:lnTo>
                    <a:pt x="117675" y="13819"/>
                  </a:lnTo>
                  <a:lnTo>
                    <a:pt x="117862" y="14121"/>
                  </a:lnTo>
                  <a:lnTo>
                    <a:pt x="118048" y="14321"/>
                  </a:lnTo>
                  <a:lnTo>
                    <a:pt x="118235" y="14459"/>
                  </a:lnTo>
                  <a:lnTo>
                    <a:pt x="118422" y="14608"/>
                  </a:lnTo>
                  <a:lnTo>
                    <a:pt x="118609" y="14757"/>
                  </a:lnTo>
                  <a:lnTo>
                    <a:pt x="118796" y="14905"/>
                  </a:lnTo>
                  <a:lnTo>
                    <a:pt x="118983" y="15054"/>
                  </a:lnTo>
                  <a:lnTo>
                    <a:pt x="119170" y="15104"/>
                  </a:lnTo>
                  <a:lnTo>
                    <a:pt x="119357" y="14988"/>
                  </a:lnTo>
                  <a:lnTo>
                    <a:pt x="119544" y="14735"/>
                  </a:lnTo>
                  <a:lnTo>
                    <a:pt x="119731" y="14442"/>
                  </a:lnTo>
                  <a:lnTo>
                    <a:pt x="119918" y="14127"/>
                  </a:lnTo>
                  <a:lnTo>
                    <a:pt x="120105" y="13893"/>
                  </a:lnTo>
                  <a:lnTo>
                    <a:pt x="120291" y="13659"/>
                  </a:lnTo>
                  <a:lnTo>
                    <a:pt x="120478" y="13312"/>
                  </a:lnTo>
                  <a:lnTo>
                    <a:pt x="120665" y="12966"/>
                  </a:lnTo>
                  <a:lnTo>
                    <a:pt x="120852" y="12788"/>
                  </a:lnTo>
                  <a:lnTo>
                    <a:pt x="121039" y="12788"/>
                  </a:lnTo>
                  <a:lnTo>
                    <a:pt x="121226" y="12639"/>
                  </a:lnTo>
                  <a:lnTo>
                    <a:pt x="121413" y="12382"/>
                  </a:lnTo>
                  <a:lnTo>
                    <a:pt x="121600" y="12089"/>
                  </a:lnTo>
                  <a:lnTo>
                    <a:pt x="121787" y="11696"/>
                  </a:lnTo>
                  <a:lnTo>
                    <a:pt x="121974" y="11302"/>
                  </a:lnTo>
                  <a:lnTo>
                    <a:pt x="122161" y="10907"/>
                  </a:lnTo>
                  <a:lnTo>
                    <a:pt x="122348" y="10647"/>
                  </a:lnTo>
                  <a:lnTo>
                    <a:pt x="122535" y="10475"/>
                  </a:lnTo>
                  <a:lnTo>
                    <a:pt x="122721" y="10222"/>
                  </a:lnTo>
                  <a:lnTo>
                    <a:pt x="122908" y="9998"/>
                  </a:lnTo>
                  <a:lnTo>
                    <a:pt x="123095" y="9756"/>
                  </a:lnTo>
                  <a:lnTo>
                    <a:pt x="123282" y="9609"/>
                  </a:lnTo>
                  <a:lnTo>
                    <a:pt x="123469" y="9437"/>
                  </a:lnTo>
                  <a:lnTo>
                    <a:pt x="123656" y="9148"/>
                  </a:lnTo>
                  <a:lnTo>
                    <a:pt x="123843" y="8855"/>
                  </a:lnTo>
                  <a:lnTo>
                    <a:pt x="124030" y="8669"/>
                  </a:lnTo>
                  <a:lnTo>
                    <a:pt x="124217" y="8596"/>
                  </a:lnTo>
                  <a:lnTo>
                    <a:pt x="124404" y="8596"/>
                  </a:lnTo>
                  <a:lnTo>
                    <a:pt x="124591" y="8596"/>
                  </a:lnTo>
                  <a:lnTo>
                    <a:pt x="124778" y="8616"/>
                  </a:lnTo>
                  <a:lnTo>
                    <a:pt x="124965" y="8770"/>
                  </a:lnTo>
                  <a:lnTo>
                    <a:pt x="125151" y="8909"/>
                  </a:lnTo>
                  <a:lnTo>
                    <a:pt x="125338" y="8909"/>
                  </a:lnTo>
                  <a:lnTo>
                    <a:pt x="125525" y="8909"/>
                  </a:lnTo>
                  <a:lnTo>
                    <a:pt x="125712" y="8909"/>
                  </a:lnTo>
                  <a:lnTo>
                    <a:pt x="125899" y="8909"/>
                  </a:lnTo>
                  <a:lnTo>
                    <a:pt x="126086" y="8909"/>
                  </a:lnTo>
                  <a:lnTo>
                    <a:pt x="126273" y="8909"/>
                  </a:lnTo>
                  <a:lnTo>
                    <a:pt x="126460" y="9048"/>
                  </a:lnTo>
                  <a:lnTo>
                    <a:pt x="126647" y="9201"/>
                  </a:lnTo>
                  <a:lnTo>
                    <a:pt x="126834" y="9391"/>
                  </a:lnTo>
                  <a:lnTo>
                    <a:pt x="127021" y="9580"/>
                  </a:lnTo>
                  <a:lnTo>
                    <a:pt x="127208" y="9770"/>
                  </a:lnTo>
                  <a:lnTo>
                    <a:pt x="127394" y="9959"/>
                  </a:lnTo>
                  <a:lnTo>
                    <a:pt x="127581" y="10149"/>
                  </a:lnTo>
                  <a:lnTo>
                    <a:pt x="127768" y="10338"/>
                  </a:lnTo>
                  <a:lnTo>
                    <a:pt x="127955" y="10528"/>
                  </a:lnTo>
                  <a:lnTo>
                    <a:pt x="128142" y="10717"/>
                  </a:lnTo>
                  <a:lnTo>
                    <a:pt x="128329" y="10907"/>
                  </a:lnTo>
                  <a:lnTo>
                    <a:pt x="128516" y="11096"/>
                  </a:lnTo>
                  <a:lnTo>
                    <a:pt x="128703" y="11286"/>
                  </a:lnTo>
                  <a:lnTo>
                    <a:pt x="128890" y="11475"/>
                  </a:lnTo>
                  <a:lnTo>
                    <a:pt x="129077" y="11665"/>
                  </a:lnTo>
                  <a:lnTo>
                    <a:pt x="129264" y="11845"/>
                  </a:lnTo>
                  <a:lnTo>
                    <a:pt x="129451" y="11999"/>
                  </a:lnTo>
                  <a:lnTo>
                    <a:pt x="129638" y="11999"/>
                  </a:lnTo>
                  <a:lnTo>
                    <a:pt x="129824" y="11999"/>
                  </a:lnTo>
                  <a:lnTo>
                    <a:pt x="130011" y="11855"/>
                  </a:lnTo>
                  <a:lnTo>
                    <a:pt x="130198" y="11701"/>
                  </a:lnTo>
                  <a:lnTo>
                    <a:pt x="130385" y="11512"/>
                  </a:lnTo>
                  <a:lnTo>
                    <a:pt x="130572" y="11456"/>
                  </a:lnTo>
                  <a:lnTo>
                    <a:pt x="130759" y="11420"/>
                  </a:lnTo>
                  <a:lnTo>
                    <a:pt x="130946" y="11377"/>
                  </a:lnTo>
                  <a:lnTo>
                    <a:pt x="131133" y="11233"/>
                  </a:lnTo>
                  <a:lnTo>
                    <a:pt x="131320" y="11212"/>
                  </a:lnTo>
                  <a:lnTo>
                    <a:pt x="131507" y="11084"/>
                  </a:lnTo>
                  <a:lnTo>
                    <a:pt x="131694" y="10944"/>
                  </a:lnTo>
                  <a:lnTo>
                    <a:pt x="131881" y="10903"/>
                  </a:lnTo>
                  <a:lnTo>
                    <a:pt x="132067" y="10865"/>
                  </a:lnTo>
                  <a:lnTo>
                    <a:pt x="132254" y="10826"/>
                  </a:lnTo>
                  <a:lnTo>
                    <a:pt x="132441" y="10788"/>
                  </a:lnTo>
                  <a:lnTo>
                    <a:pt x="132628" y="10693"/>
                  </a:lnTo>
                  <a:lnTo>
                    <a:pt x="132815" y="10577"/>
                  </a:lnTo>
                  <a:lnTo>
                    <a:pt x="133002" y="10461"/>
                  </a:lnTo>
                  <a:lnTo>
                    <a:pt x="133189" y="10420"/>
                  </a:lnTo>
                  <a:lnTo>
                    <a:pt x="133376" y="10342"/>
                  </a:lnTo>
                  <a:lnTo>
                    <a:pt x="133563" y="10264"/>
                  </a:lnTo>
                  <a:lnTo>
                    <a:pt x="133750" y="10192"/>
                  </a:lnTo>
                  <a:lnTo>
                    <a:pt x="133937" y="10116"/>
                  </a:lnTo>
                  <a:lnTo>
                    <a:pt x="134124" y="9917"/>
                  </a:lnTo>
                  <a:lnTo>
                    <a:pt x="134311" y="9962"/>
                  </a:lnTo>
                  <a:lnTo>
                    <a:pt x="134497" y="10026"/>
                  </a:lnTo>
                  <a:lnTo>
                    <a:pt x="134684" y="10090"/>
                  </a:lnTo>
                  <a:lnTo>
                    <a:pt x="134871" y="9922"/>
                  </a:lnTo>
                  <a:lnTo>
                    <a:pt x="135058" y="9710"/>
                  </a:lnTo>
                  <a:lnTo>
                    <a:pt x="135245" y="9524"/>
                  </a:lnTo>
                  <a:lnTo>
                    <a:pt x="135432" y="9560"/>
                  </a:lnTo>
                  <a:lnTo>
                    <a:pt x="135619" y="9669"/>
                  </a:lnTo>
                  <a:lnTo>
                    <a:pt x="135806" y="9777"/>
                  </a:lnTo>
                  <a:lnTo>
                    <a:pt x="135993" y="9986"/>
                  </a:lnTo>
                  <a:lnTo>
                    <a:pt x="136180" y="10239"/>
                  </a:lnTo>
                  <a:lnTo>
                    <a:pt x="136367" y="10347"/>
                  </a:lnTo>
                  <a:lnTo>
                    <a:pt x="136554" y="10398"/>
                  </a:lnTo>
                  <a:lnTo>
                    <a:pt x="136741" y="10508"/>
                  </a:lnTo>
                  <a:lnTo>
                    <a:pt x="136927" y="10763"/>
                  </a:lnTo>
                  <a:lnTo>
                    <a:pt x="137114" y="10863"/>
                  </a:lnTo>
                  <a:lnTo>
                    <a:pt x="137301" y="10954"/>
                  </a:lnTo>
                  <a:lnTo>
                    <a:pt x="137488" y="11018"/>
                  </a:lnTo>
                  <a:lnTo>
                    <a:pt x="137675" y="11052"/>
                  </a:lnTo>
                  <a:lnTo>
                    <a:pt x="137862" y="11129"/>
                  </a:lnTo>
                  <a:lnTo>
                    <a:pt x="138049" y="11179"/>
                  </a:lnTo>
                  <a:lnTo>
                    <a:pt x="138236" y="11080"/>
                  </a:lnTo>
                  <a:lnTo>
                    <a:pt x="138423" y="10981"/>
                  </a:lnTo>
                  <a:lnTo>
                    <a:pt x="138610" y="10881"/>
                  </a:lnTo>
                  <a:lnTo>
                    <a:pt x="138797" y="10782"/>
                  </a:lnTo>
                  <a:lnTo>
                    <a:pt x="138984" y="10683"/>
                  </a:lnTo>
                  <a:lnTo>
                    <a:pt x="139170" y="10728"/>
                  </a:lnTo>
                  <a:lnTo>
                    <a:pt x="139357" y="10989"/>
                  </a:lnTo>
                  <a:lnTo>
                    <a:pt x="139544" y="11416"/>
                  </a:lnTo>
                  <a:lnTo>
                    <a:pt x="139731" y="12003"/>
                  </a:lnTo>
                  <a:lnTo>
                    <a:pt x="139918" y="12540"/>
                  </a:lnTo>
                  <a:lnTo>
                    <a:pt x="140105" y="13065"/>
                  </a:lnTo>
                  <a:lnTo>
                    <a:pt x="140292" y="13430"/>
                  </a:lnTo>
                  <a:lnTo>
                    <a:pt x="140479" y="13954"/>
                  </a:lnTo>
                  <a:lnTo>
                    <a:pt x="140666" y="14584"/>
                  </a:lnTo>
                  <a:lnTo>
                    <a:pt x="140853" y="15305"/>
                  </a:lnTo>
                  <a:lnTo>
                    <a:pt x="141040" y="16027"/>
                  </a:lnTo>
                  <a:lnTo>
                    <a:pt x="141227" y="16821"/>
                  </a:lnTo>
                  <a:lnTo>
                    <a:pt x="141414" y="17831"/>
                  </a:lnTo>
                  <a:lnTo>
                    <a:pt x="141600" y="18820"/>
                  </a:lnTo>
                  <a:lnTo>
                    <a:pt x="141787" y="19830"/>
                  </a:lnTo>
                  <a:lnTo>
                    <a:pt x="141974" y="20848"/>
                  </a:lnTo>
                  <a:lnTo>
                    <a:pt x="142161" y="21652"/>
                  </a:lnTo>
                  <a:lnTo>
                    <a:pt x="142348" y="22340"/>
                  </a:lnTo>
                  <a:lnTo>
                    <a:pt x="142535" y="22897"/>
                  </a:lnTo>
                  <a:lnTo>
                    <a:pt x="142722" y="23619"/>
                  </a:lnTo>
                  <a:lnTo>
                    <a:pt x="142909" y="24203"/>
                  </a:lnTo>
                  <a:lnTo>
                    <a:pt x="143096" y="24742"/>
                  </a:lnTo>
                  <a:lnTo>
                    <a:pt x="143283" y="25210"/>
                  </a:lnTo>
                  <a:lnTo>
                    <a:pt x="143470" y="25573"/>
                  </a:lnTo>
                  <a:lnTo>
                    <a:pt x="143657" y="25731"/>
                  </a:lnTo>
                  <a:lnTo>
                    <a:pt x="143844" y="26008"/>
                  </a:lnTo>
                  <a:lnTo>
                    <a:pt x="144030" y="26222"/>
                  </a:lnTo>
                  <a:lnTo>
                    <a:pt x="144217" y="26248"/>
                  </a:lnTo>
                  <a:lnTo>
                    <a:pt x="144404" y="26322"/>
                  </a:lnTo>
                  <a:lnTo>
                    <a:pt x="144591" y="26398"/>
                  </a:lnTo>
                  <a:lnTo>
                    <a:pt x="144778" y="26468"/>
                  </a:lnTo>
                  <a:lnTo>
                    <a:pt x="144965" y="26426"/>
                  </a:lnTo>
                  <a:lnTo>
                    <a:pt x="145152" y="26420"/>
                  </a:lnTo>
                  <a:lnTo>
                    <a:pt x="145339" y="26403"/>
                  </a:lnTo>
                  <a:lnTo>
                    <a:pt x="145526" y="26498"/>
                  </a:lnTo>
                  <a:lnTo>
                    <a:pt x="145713" y="26644"/>
                  </a:lnTo>
                  <a:lnTo>
                    <a:pt x="145900" y="26832"/>
                  </a:lnTo>
                  <a:lnTo>
                    <a:pt x="146087" y="27034"/>
                  </a:lnTo>
                  <a:lnTo>
                    <a:pt x="146273" y="27174"/>
                  </a:lnTo>
                  <a:lnTo>
                    <a:pt x="146315" y="2720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955143" y="3231098"/>
              <a:ext cx="659" cy="63"/>
            </a:xfrm>
            <a:custGeom>
              <a:avLst/>
              <a:pathLst>
                <a:path w="659" h="63">
                  <a:moveTo>
                    <a:pt x="0" y="63"/>
                  </a:moveTo>
                  <a:lnTo>
                    <a:pt x="120" y="48"/>
                  </a:lnTo>
                  <a:lnTo>
                    <a:pt x="307" y="24"/>
                  </a:lnTo>
                  <a:lnTo>
                    <a:pt x="494" y="0"/>
                  </a:lnTo>
                  <a:lnTo>
                    <a:pt x="659" y="6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956086" y="3228829"/>
              <a:ext cx="8075" cy="2333"/>
            </a:xfrm>
            <a:custGeom>
              <a:avLst/>
              <a:pathLst>
                <a:path w="8075" h="2333">
                  <a:moveTo>
                    <a:pt x="0" y="2333"/>
                  </a:moveTo>
                  <a:lnTo>
                    <a:pt x="112" y="2293"/>
                  </a:lnTo>
                  <a:lnTo>
                    <a:pt x="299" y="2065"/>
                  </a:lnTo>
                  <a:lnTo>
                    <a:pt x="486" y="1926"/>
                  </a:lnTo>
                  <a:lnTo>
                    <a:pt x="673" y="1611"/>
                  </a:lnTo>
                  <a:lnTo>
                    <a:pt x="860" y="1158"/>
                  </a:lnTo>
                  <a:lnTo>
                    <a:pt x="1047" y="891"/>
                  </a:lnTo>
                  <a:lnTo>
                    <a:pt x="1234" y="633"/>
                  </a:lnTo>
                  <a:lnTo>
                    <a:pt x="1420" y="555"/>
                  </a:lnTo>
                  <a:lnTo>
                    <a:pt x="1607" y="477"/>
                  </a:lnTo>
                  <a:lnTo>
                    <a:pt x="1794" y="399"/>
                  </a:lnTo>
                  <a:lnTo>
                    <a:pt x="1981" y="321"/>
                  </a:lnTo>
                  <a:lnTo>
                    <a:pt x="2168" y="243"/>
                  </a:lnTo>
                  <a:lnTo>
                    <a:pt x="2355" y="165"/>
                  </a:lnTo>
                  <a:lnTo>
                    <a:pt x="2542" y="20"/>
                  </a:lnTo>
                  <a:lnTo>
                    <a:pt x="2729" y="0"/>
                  </a:lnTo>
                  <a:lnTo>
                    <a:pt x="2916" y="40"/>
                  </a:lnTo>
                  <a:lnTo>
                    <a:pt x="3103" y="184"/>
                  </a:lnTo>
                  <a:lnTo>
                    <a:pt x="3290" y="287"/>
                  </a:lnTo>
                  <a:lnTo>
                    <a:pt x="3477" y="342"/>
                  </a:lnTo>
                  <a:lnTo>
                    <a:pt x="3664" y="483"/>
                  </a:lnTo>
                  <a:lnTo>
                    <a:pt x="3850" y="627"/>
                  </a:lnTo>
                  <a:lnTo>
                    <a:pt x="4037" y="771"/>
                  </a:lnTo>
                  <a:lnTo>
                    <a:pt x="4224" y="882"/>
                  </a:lnTo>
                  <a:lnTo>
                    <a:pt x="4411" y="989"/>
                  </a:lnTo>
                  <a:lnTo>
                    <a:pt x="4598" y="1096"/>
                  </a:lnTo>
                  <a:lnTo>
                    <a:pt x="4785" y="1203"/>
                  </a:lnTo>
                  <a:lnTo>
                    <a:pt x="4972" y="1310"/>
                  </a:lnTo>
                  <a:lnTo>
                    <a:pt x="5159" y="1417"/>
                  </a:lnTo>
                  <a:lnTo>
                    <a:pt x="5346" y="1485"/>
                  </a:lnTo>
                  <a:lnTo>
                    <a:pt x="5533" y="1478"/>
                  </a:lnTo>
                  <a:lnTo>
                    <a:pt x="5720" y="1414"/>
                  </a:lnTo>
                  <a:lnTo>
                    <a:pt x="5907" y="1293"/>
                  </a:lnTo>
                  <a:lnTo>
                    <a:pt x="6094" y="1218"/>
                  </a:lnTo>
                  <a:lnTo>
                    <a:pt x="6280" y="1239"/>
                  </a:lnTo>
                  <a:lnTo>
                    <a:pt x="6467" y="1205"/>
                  </a:lnTo>
                  <a:lnTo>
                    <a:pt x="6654" y="1189"/>
                  </a:lnTo>
                  <a:lnTo>
                    <a:pt x="6841" y="1173"/>
                  </a:lnTo>
                  <a:lnTo>
                    <a:pt x="7028" y="1219"/>
                  </a:lnTo>
                  <a:lnTo>
                    <a:pt x="7215" y="1373"/>
                  </a:lnTo>
                  <a:lnTo>
                    <a:pt x="7402" y="1591"/>
                  </a:lnTo>
                  <a:lnTo>
                    <a:pt x="7589" y="1797"/>
                  </a:lnTo>
                  <a:lnTo>
                    <a:pt x="7776" y="2003"/>
                  </a:lnTo>
                  <a:lnTo>
                    <a:pt x="7963" y="2209"/>
                  </a:lnTo>
                  <a:lnTo>
                    <a:pt x="8075" y="233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977329" y="3225556"/>
              <a:ext cx="12987" cy="5605"/>
            </a:xfrm>
            <a:custGeom>
              <a:avLst/>
              <a:pathLst>
                <a:path w="12987" h="5605">
                  <a:moveTo>
                    <a:pt x="0" y="5605"/>
                  </a:moveTo>
                  <a:lnTo>
                    <a:pt x="178" y="5089"/>
                  </a:lnTo>
                  <a:lnTo>
                    <a:pt x="365" y="4637"/>
                  </a:lnTo>
                  <a:lnTo>
                    <a:pt x="552" y="4285"/>
                  </a:lnTo>
                  <a:lnTo>
                    <a:pt x="739" y="3950"/>
                  </a:lnTo>
                  <a:lnTo>
                    <a:pt x="926" y="3639"/>
                  </a:lnTo>
                  <a:lnTo>
                    <a:pt x="1113" y="3328"/>
                  </a:lnTo>
                  <a:lnTo>
                    <a:pt x="1300" y="3002"/>
                  </a:lnTo>
                  <a:lnTo>
                    <a:pt x="1487" y="2552"/>
                  </a:lnTo>
                  <a:lnTo>
                    <a:pt x="1674" y="2052"/>
                  </a:lnTo>
                  <a:lnTo>
                    <a:pt x="1861" y="1600"/>
                  </a:lnTo>
                  <a:lnTo>
                    <a:pt x="2048" y="1297"/>
                  </a:lnTo>
                  <a:lnTo>
                    <a:pt x="2235" y="1077"/>
                  </a:lnTo>
                  <a:lnTo>
                    <a:pt x="2422" y="837"/>
                  </a:lnTo>
                  <a:lnTo>
                    <a:pt x="2608" y="597"/>
                  </a:lnTo>
                  <a:lnTo>
                    <a:pt x="2795" y="589"/>
                  </a:lnTo>
                  <a:lnTo>
                    <a:pt x="2982" y="625"/>
                  </a:lnTo>
                  <a:lnTo>
                    <a:pt x="3169" y="661"/>
                  </a:lnTo>
                  <a:lnTo>
                    <a:pt x="3356" y="625"/>
                  </a:lnTo>
                  <a:lnTo>
                    <a:pt x="3543" y="517"/>
                  </a:lnTo>
                  <a:lnTo>
                    <a:pt x="3730" y="409"/>
                  </a:lnTo>
                  <a:lnTo>
                    <a:pt x="3917" y="199"/>
                  </a:lnTo>
                  <a:lnTo>
                    <a:pt x="4104" y="0"/>
                  </a:lnTo>
                  <a:lnTo>
                    <a:pt x="4291" y="67"/>
                  </a:lnTo>
                  <a:lnTo>
                    <a:pt x="4478" y="307"/>
                  </a:lnTo>
                  <a:lnTo>
                    <a:pt x="4665" y="548"/>
                  </a:lnTo>
                  <a:lnTo>
                    <a:pt x="4851" y="645"/>
                  </a:lnTo>
                  <a:lnTo>
                    <a:pt x="5038" y="721"/>
                  </a:lnTo>
                  <a:lnTo>
                    <a:pt x="5225" y="806"/>
                  </a:lnTo>
                  <a:lnTo>
                    <a:pt x="5412" y="917"/>
                  </a:lnTo>
                  <a:lnTo>
                    <a:pt x="5599" y="1060"/>
                  </a:lnTo>
                  <a:lnTo>
                    <a:pt x="5786" y="1159"/>
                  </a:lnTo>
                  <a:lnTo>
                    <a:pt x="5973" y="1258"/>
                  </a:lnTo>
                  <a:lnTo>
                    <a:pt x="6160" y="1357"/>
                  </a:lnTo>
                  <a:lnTo>
                    <a:pt x="6347" y="1457"/>
                  </a:lnTo>
                  <a:lnTo>
                    <a:pt x="6534" y="1556"/>
                  </a:lnTo>
                  <a:lnTo>
                    <a:pt x="6721" y="1655"/>
                  </a:lnTo>
                  <a:lnTo>
                    <a:pt x="6908" y="1754"/>
                  </a:lnTo>
                  <a:lnTo>
                    <a:pt x="7095" y="1709"/>
                  </a:lnTo>
                  <a:lnTo>
                    <a:pt x="7281" y="1606"/>
                  </a:lnTo>
                  <a:lnTo>
                    <a:pt x="7468" y="1452"/>
                  </a:lnTo>
                  <a:lnTo>
                    <a:pt x="7655" y="1299"/>
                  </a:lnTo>
                  <a:lnTo>
                    <a:pt x="7842" y="1165"/>
                  </a:lnTo>
                  <a:lnTo>
                    <a:pt x="8029" y="1165"/>
                  </a:lnTo>
                  <a:lnTo>
                    <a:pt x="8216" y="1332"/>
                  </a:lnTo>
                  <a:lnTo>
                    <a:pt x="8403" y="1340"/>
                  </a:lnTo>
                  <a:lnTo>
                    <a:pt x="8590" y="1337"/>
                  </a:lnTo>
                  <a:lnTo>
                    <a:pt x="8777" y="1292"/>
                  </a:lnTo>
                  <a:lnTo>
                    <a:pt x="8964" y="1247"/>
                  </a:lnTo>
                  <a:lnTo>
                    <a:pt x="9151" y="1201"/>
                  </a:lnTo>
                  <a:lnTo>
                    <a:pt x="9338" y="1156"/>
                  </a:lnTo>
                  <a:lnTo>
                    <a:pt x="9525" y="1198"/>
                  </a:lnTo>
                  <a:lnTo>
                    <a:pt x="9711" y="1297"/>
                  </a:lnTo>
                  <a:lnTo>
                    <a:pt x="9898" y="1396"/>
                  </a:lnTo>
                  <a:lnTo>
                    <a:pt x="10085" y="1495"/>
                  </a:lnTo>
                  <a:lnTo>
                    <a:pt x="10272" y="1595"/>
                  </a:lnTo>
                  <a:lnTo>
                    <a:pt x="10459" y="1694"/>
                  </a:lnTo>
                  <a:lnTo>
                    <a:pt x="10646" y="1793"/>
                  </a:lnTo>
                  <a:lnTo>
                    <a:pt x="10833" y="2026"/>
                  </a:lnTo>
                  <a:lnTo>
                    <a:pt x="11020" y="2141"/>
                  </a:lnTo>
                  <a:lnTo>
                    <a:pt x="11207" y="2318"/>
                  </a:lnTo>
                  <a:lnTo>
                    <a:pt x="11394" y="2516"/>
                  </a:lnTo>
                  <a:lnTo>
                    <a:pt x="11581" y="2881"/>
                  </a:lnTo>
                  <a:lnTo>
                    <a:pt x="11768" y="3247"/>
                  </a:lnTo>
                  <a:lnTo>
                    <a:pt x="11954" y="3700"/>
                  </a:lnTo>
                  <a:lnTo>
                    <a:pt x="12141" y="4171"/>
                  </a:lnTo>
                  <a:lnTo>
                    <a:pt x="12328" y="4543"/>
                  </a:lnTo>
                  <a:lnTo>
                    <a:pt x="12515" y="4844"/>
                  </a:lnTo>
                  <a:lnTo>
                    <a:pt x="12702" y="5145"/>
                  </a:lnTo>
                  <a:lnTo>
                    <a:pt x="12889" y="5447"/>
                  </a:lnTo>
                  <a:lnTo>
                    <a:pt x="12987" y="560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999639" y="3206416"/>
              <a:ext cx="24290" cy="24745"/>
            </a:xfrm>
            <a:custGeom>
              <a:avLst/>
              <a:pathLst>
                <a:path w="24290" h="24745">
                  <a:moveTo>
                    <a:pt x="0" y="24745"/>
                  </a:moveTo>
                  <a:lnTo>
                    <a:pt x="112" y="24341"/>
                  </a:lnTo>
                  <a:lnTo>
                    <a:pt x="298" y="23722"/>
                  </a:lnTo>
                  <a:lnTo>
                    <a:pt x="485" y="22962"/>
                  </a:lnTo>
                  <a:lnTo>
                    <a:pt x="672" y="22149"/>
                  </a:lnTo>
                  <a:lnTo>
                    <a:pt x="859" y="21274"/>
                  </a:lnTo>
                  <a:lnTo>
                    <a:pt x="1046" y="20233"/>
                  </a:lnTo>
                  <a:lnTo>
                    <a:pt x="1233" y="19174"/>
                  </a:lnTo>
                  <a:lnTo>
                    <a:pt x="1420" y="18116"/>
                  </a:lnTo>
                  <a:lnTo>
                    <a:pt x="1607" y="17057"/>
                  </a:lnTo>
                  <a:lnTo>
                    <a:pt x="1794" y="16157"/>
                  </a:lnTo>
                  <a:lnTo>
                    <a:pt x="1981" y="15336"/>
                  </a:lnTo>
                  <a:lnTo>
                    <a:pt x="2168" y="14658"/>
                  </a:lnTo>
                  <a:lnTo>
                    <a:pt x="2355" y="14015"/>
                  </a:lnTo>
                  <a:lnTo>
                    <a:pt x="2541" y="13720"/>
                  </a:lnTo>
                  <a:lnTo>
                    <a:pt x="2728" y="13837"/>
                  </a:lnTo>
                  <a:lnTo>
                    <a:pt x="2915" y="13841"/>
                  </a:lnTo>
                  <a:lnTo>
                    <a:pt x="3102" y="13803"/>
                  </a:lnTo>
                  <a:lnTo>
                    <a:pt x="3289" y="13781"/>
                  </a:lnTo>
                  <a:lnTo>
                    <a:pt x="3476" y="13802"/>
                  </a:lnTo>
                  <a:lnTo>
                    <a:pt x="3663" y="13650"/>
                  </a:lnTo>
                  <a:lnTo>
                    <a:pt x="3850" y="13553"/>
                  </a:lnTo>
                  <a:lnTo>
                    <a:pt x="4037" y="13462"/>
                  </a:lnTo>
                  <a:lnTo>
                    <a:pt x="4224" y="13371"/>
                  </a:lnTo>
                  <a:lnTo>
                    <a:pt x="4411" y="13279"/>
                  </a:lnTo>
                  <a:lnTo>
                    <a:pt x="4598" y="13082"/>
                  </a:lnTo>
                  <a:lnTo>
                    <a:pt x="4785" y="12838"/>
                  </a:lnTo>
                  <a:lnTo>
                    <a:pt x="4971" y="12541"/>
                  </a:lnTo>
                  <a:lnTo>
                    <a:pt x="5158" y="12238"/>
                  </a:lnTo>
                  <a:lnTo>
                    <a:pt x="5345" y="11788"/>
                  </a:lnTo>
                  <a:lnTo>
                    <a:pt x="5532" y="11334"/>
                  </a:lnTo>
                  <a:lnTo>
                    <a:pt x="5719" y="10746"/>
                  </a:lnTo>
                  <a:lnTo>
                    <a:pt x="5906" y="9981"/>
                  </a:lnTo>
                  <a:lnTo>
                    <a:pt x="6093" y="9281"/>
                  </a:lnTo>
                  <a:lnTo>
                    <a:pt x="6280" y="8576"/>
                  </a:lnTo>
                  <a:lnTo>
                    <a:pt x="6467" y="7814"/>
                  </a:lnTo>
                  <a:lnTo>
                    <a:pt x="6654" y="7087"/>
                  </a:lnTo>
                  <a:lnTo>
                    <a:pt x="6841" y="6434"/>
                  </a:lnTo>
                  <a:lnTo>
                    <a:pt x="7028" y="5754"/>
                  </a:lnTo>
                  <a:lnTo>
                    <a:pt x="7215" y="5050"/>
                  </a:lnTo>
                  <a:lnTo>
                    <a:pt x="7401" y="4491"/>
                  </a:lnTo>
                  <a:lnTo>
                    <a:pt x="7588" y="4018"/>
                  </a:lnTo>
                  <a:lnTo>
                    <a:pt x="7775" y="3508"/>
                  </a:lnTo>
                  <a:lnTo>
                    <a:pt x="7962" y="2987"/>
                  </a:lnTo>
                  <a:lnTo>
                    <a:pt x="8149" y="2590"/>
                  </a:lnTo>
                  <a:lnTo>
                    <a:pt x="8336" y="2208"/>
                  </a:lnTo>
                  <a:lnTo>
                    <a:pt x="8523" y="1964"/>
                  </a:lnTo>
                  <a:lnTo>
                    <a:pt x="8710" y="1720"/>
                  </a:lnTo>
                  <a:lnTo>
                    <a:pt x="8897" y="1477"/>
                  </a:lnTo>
                  <a:lnTo>
                    <a:pt x="9084" y="1233"/>
                  </a:lnTo>
                  <a:lnTo>
                    <a:pt x="9271" y="990"/>
                  </a:lnTo>
                  <a:lnTo>
                    <a:pt x="9458" y="746"/>
                  </a:lnTo>
                  <a:lnTo>
                    <a:pt x="9644" y="503"/>
                  </a:lnTo>
                  <a:lnTo>
                    <a:pt x="9831" y="281"/>
                  </a:lnTo>
                  <a:lnTo>
                    <a:pt x="10018" y="224"/>
                  </a:lnTo>
                  <a:lnTo>
                    <a:pt x="10205" y="211"/>
                  </a:lnTo>
                  <a:lnTo>
                    <a:pt x="10392" y="35"/>
                  </a:lnTo>
                  <a:lnTo>
                    <a:pt x="10579" y="0"/>
                  </a:lnTo>
                  <a:lnTo>
                    <a:pt x="10766" y="0"/>
                  </a:lnTo>
                  <a:lnTo>
                    <a:pt x="10953" y="70"/>
                  </a:lnTo>
                  <a:lnTo>
                    <a:pt x="11140" y="246"/>
                  </a:lnTo>
                  <a:lnTo>
                    <a:pt x="11327" y="483"/>
                  </a:lnTo>
                  <a:lnTo>
                    <a:pt x="11514" y="835"/>
                  </a:lnTo>
                  <a:lnTo>
                    <a:pt x="11701" y="1187"/>
                  </a:lnTo>
                  <a:lnTo>
                    <a:pt x="11888" y="1539"/>
                  </a:lnTo>
                  <a:lnTo>
                    <a:pt x="12074" y="1891"/>
                  </a:lnTo>
                  <a:lnTo>
                    <a:pt x="12261" y="2242"/>
                  </a:lnTo>
                  <a:lnTo>
                    <a:pt x="12448" y="2594"/>
                  </a:lnTo>
                  <a:lnTo>
                    <a:pt x="12635" y="3052"/>
                  </a:lnTo>
                  <a:lnTo>
                    <a:pt x="12822" y="3379"/>
                  </a:lnTo>
                  <a:lnTo>
                    <a:pt x="13009" y="3820"/>
                  </a:lnTo>
                  <a:lnTo>
                    <a:pt x="13196" y="4275"/>
                  </a:lnTo>
                  <a:lnTo>
                    <a:pt x="13383" y="4843"/>
                  </a:lnTo>
                  <a:lnTo>
                    <a:pt x="13570" y="5420"/>
                  </a:lnTo>
                  <a:lnTo>
                    <a:pt x="13757" y="5940"/>
                  </a:lnTo>
                  <a:lnTo>
                    <a:pt x="13944" y="6431"/>
                  </a:lnTo>
                  <a:lnTo>
                    <a:pt x="14131" y="6958"/>
                  </a:lnTo>
                  <a:lnTo>
                    <a:pt x="14318" y="7412"/>
                  </a:lnTo>
                  <a:lnTo>
                    <a:pt x="14504" y="7990"/>
                  </a:lnTo>
                  <a:lnTo>
                    <a:pt x="14691" y="8567"/>
                  </a:lnTo>
                  <a:lnTo>
                    <a:pt x="14878" y="9144"/>
                  </a:lnTo>
                  <a:lnTo>
                    <a:pt x="15065" y="9722"/>
                  </a:lnTo>
                  <a:lnTo>
                    <a:pt x="15252" y="10299"/>
                  </a:lnTo>
                  <a:lnTo>
                    <a:pt x="15439" y="10790"/>
                  </a:lnTo>
                  <a:lnTo>
                    <a:pt x="15626" y="11237"/>
                  </a:lnTo>
                  <a:lnTo>
                    <a:pt x="15813" y="11687"/>
                  </a:lnTo>
                  <a:lnTo>
                    <a:pt x="16000" y="12115"/>
                  </a:lnTo>
                  <a:lnTo>
                    <a:pt x="16187" y="12600"/>
                  </a:lnTo>
                  <a:lnTo>
                    <a:pt x="16374" y="13005"/>
                  </a:lnTo>
                  <a:lnTo>
                    <a:pt x="16561" y="13532"/>
                  </a:lnTo>
                  <a:lnTo>
                    <a:pt x="16747" y="14104"/>
                  </a:lnTo>
                  <a:lnTo>
                    <a:pt x="16934" y="14632"/>
                  </a:lnTo>
                  <a:lnTo>
                    <a:pt x="17121" y="15133"/>
                  </a:lnTo>
                  <a:lnTo>
                    <a:pt x="17308" y="15485"/>
                  </a:lnTo>
                  <a:lnTo>
                    <a:pt x="17495" y="15837"/>
                  </a:lnTo>
                  <a:lnTo>
                    <a:pt x="17682" y="16189"/>
                  </a:lnTo>
                  <a:lnTo>
                    <a:pt x="17869" y="16541"/>
                  </a:lnTo>
                  <a:lnTo>
                    <a:pt x="18056" y="16892"/>
                  </a:lnTo>
                  <a:lnTo>
                    <a:pt x="18243" y="17244"/>
                  </a:lnTo>
                  <a:lnTo>
                    <a:pt x="18430" y="17596"/>
                  </a:lnTo>
                  <a:lnTo>
                    <a:pt x="18617" y="17948"/>
                  </a:lnTo>
                  <a:lnTo>
                    <a:pt x="18804" y="18300"/>
                  </a:lnTo>
                  <a:lnTo>
                    <a:pt x="18991" y="18652"/>
                  </a:lnTo>
                  <a:lnTo>
                    <a:pt x="19177" y="18951"/>
                  </a:lnTo>
                  <a:lnTo>
                    <a:pt x="19364" y="19127"/>
                  </a:lnTo>
                  <a:lnTo>
                    <a:pt x="19551" y="19188"/>
                  </a:lnTo>
                  <a:lnTo>
                    <a:pt x="19738" y="19188"/>
                  </a:lnTo>
                  <a:lnTo>
                    <a:pt x="19925" y="19188"/>
                  </a:lnTo>
                  <a:lnTo>
                    <a:pt x="20112" y="19188"/>
                  </a:lnTo>
                  <a:lnTo>
                    <a:pt x="20299" y="19188"/>
                  </a:lnTo>
                  <a:lnTo>
                    <a:pt x="20486" y="19188"/>
                  </a:lnTo>
                  <a:lnTo>
                    <a:pt x="20673" y="19188"/>
                  </a:lnTo>
                  <a:lnTo>
                    <a:pt x="20860" y="19342"/>
                  </a:lnTo>
                  <a:lnTo>
                    <a:pt x="21047" y="19496"/>
                  </a:lnTo>
                  <a:lnTo>
                    <a:pt x="21234" y="19676"/>
                  </a:lnTo>
                  <a:lnTo>
                    <a:pt x="21420" y="19972"/>
                  </a:lnTo>
                  <a:lnTo>
                    <a:pt x="21607" y="20267"/>
                  </a:lnTo>
                  <a:lnTo>
                    <a:pt x="21794" y="20563"/>
                  </a:lnTo>
                  <a:lnTo>
                    <a:pt x="21981" y="20858"/>
                  </a:lnTo>
                  <a:lnTo>
                    <a:pt x="22168" y="21154"/>
                  </a:lnTo>
                  <a:lnTo>
                    <a:pt x="22355" y="21455"/>
                  </a:lnTo>
                  <a:lnTo>
                    <a:pt x="22542" y="21756"/>
                  </a:lnTo>
                  <a:lnTo>
                    <a:pt x="22729" y="22058"/>
                  </a:lnTo>
                  <a:lnTo>
                    <a:pt x="22916" y="22433"/>
                  </a:lnTo>
                  <a:lnTo>
                    <a:pt x="23103" y="22808"/>
                  </a:lnTo>
                  <a:lnTo>
                    <a:pt x="23290" y="23184"/>
                  </a:lnTo>
                  <a:lnTo>
                    <a:pt x="23477" y="23559"/>
                  </a:lnTo>
                  <a:lnTo>
                    <a:pt x="23664" y="23861"/>
                  </a:lnTo>
                  <a:lnTo>
                    <a:pt x="23850" y="24162"/>
                  </a:lnTo>
                  <a:lnTo>
                    <a:pt x="24037" y="24457"/>
                  </a:lnTo>
                  <a:lnTo>
                    <a:pt x="24224" y="24647"/>
                  </a:lnTo>
                  <a:lnTo>
                    <a:pt x="24290" y="2474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26889" y="3222376"/>
              <a:ext cx="11573" cy="8785"/>
            </a:xfrm>
            <a:custGeom>
              <a:avLst/>
              <a:pathLst>
                <a:path w="11573" h="8785">
                  <a:moveTo>
                    <a:pt x="0" y="8785"/>
                  </a:moveTo>
                  <a:lnTo>
                    <a:pt x="153" y="8105"/>
                  </a:lnTo>
                  <a:lnTo>
                    <a:pt x="340" y="7276"/>
                  </a:lnTo>
                  <a:lnTo>
                    <a:pt x="526" y="6447"/>
                  </a:lnTo>
                  <a:lnTo>
                    <a:pt x="713" y="5618"/>
                  </a:lnTo>
                  <a:lnTo>
                    <a:pt x="900" y="4789"/>
                  </a:lnTo>
                  <a:lnTo>
                    <a:pt x="1087" y="4153"/>
                  </a:lnTo>
                  <a:lnTo>
                    <a:pt x="1274" y="3404"/>
                  </a:lnTo>
                  <a:lnTo>
                    <a:pt x="1461" y="2813"/>
                  </a:lnTo>
                  <a:lnTo>
                    <a:pt x="1648" y="2301"/>
                  </a:lnTo>
                  <a:lnTo>
                    <a:pt x="1835" y="1895"/>
                  </a:lnTo>
                  <a:lnTo>
                    <a:pt x="2022" y="1707"/>
                  </a:lnTo>
                  <a:lnTo>
                    <a:pt x="2209" y="1563"/>
                  </a:lnTo>
                  <a:lnTo>
                    <a:pt x="2396" y="1330"/>
                  </a:lnTo>
                  <a:lnTo>
                    <a:pt x="2583" y="1203"/>
                  </a:lnTo>
                  <a:lnTo>
                    <a:pt x="2770" y="1100"/>
                  </a:lnTo>
                  <a:lnTo>
                    <a:pt x="2956" y="1095"/>
                  </a:lnTo>
                  <a:lnTo>
                    <a:pt x="3143" y="1091"/>
                  </a:lnTo>
                  <a:lnTo>
                    <a:pt x="3330" y="1086"/>
                  </a:lnTo>
                  <a:lnTo>
                    <a:pt x="3517" y="1081"/>
                  </a:lnTo>
                  <a:lnTo>
                    <a:pt x="3704" y="1076"/>
                  </a:lnTo>
                  <a:lnTo>
                    <a:pt x="3891" y="1068"/>
                  </a:lnTo>
                  <a:lnTo>
                    <a:pt x="4078" y="1172"/>
                  </a:lnTo>
                  <a:lnTo>
                    <a:pt x="4265" y="1149"/>
                  </a:lnTo>
                  <a:lnTo>
                    <a:pt x="4452" y="930"/>
                  </a:lnTo>
                  <a:lnTo>
                    <a:pt x="4639" y="628"/>
                  </a:lnTo>
                  <a:lnTo>
                    <a:pt x="4826" y="396"/>
                  </a:lnTo>
                  <a:lnTo>
                    <a:pt x="5013" y="221"/>
                  </a:lnTo>
                  <a:lnTo>
                    <a:pt x="5200" y="52"/>
                  </a:lnTo>
                  <a:lnTo>
                    <a:pt x="5386" y="7"/>
                  </a:lnTo>
                  <a:lnTo>
                    <a:pt x="5573" y="3"/>
                  </a:lnTo>
                  <a:lnTo>
                    <a:pt x="5760" y="0"/>
                  </a:lnTo>
                  <a:lnTo>
                    <a:pt x="5947" y="124"/>
                  </a:lnTo>
                  <a:lnTo>
                    <a:pt x="6134" y="270"/>
                  </a:lnTo>
                  <a:lnTo>
                    <a:pt x="6321" y="370"/>
                  </a:lnTo>
                  <a:lnTo>
                    <a:pt x="6508" y="469"/>
                  </a:lnTo>
                  <a:lnTo>
                    <a:pt x="6695" y="568"/>
                  </a:lnTo>
                  <a:lnTo>
                    <a:pt x="6882" y="667"/>
                  </a:lnTo>
                  <a:lnTo>
                    <a:pt x="7069" y="766"/>
                  </a:lnTo>
                  <a:lnTo>
                    <a:pt x="7256" y="866"/>
                  </a:lnTo>
                  <a:lnTo>
                    <a:pt x="7443" y="965"/>
                  </a:lnTo>
                  <a:lnTo>
                    <a:pt x="7629" y="985"/>
                  </a:lnTo>
                  <a:lnTo>
                    <a:pt x="7816" y="939"/>
                  </a:lnTo>
                  <a:lnTo>
                    <a:pt x="8003" y="894"/>
                  </a:lnTo>
                  <a:lnTo>
                    <a:pt x="8190" y="849"/>
                  </a:lnTo>
                  <a:lnTo>
                    <a:pt x="8377" y="846"/>
                  </a:lnTo>
                  <a:lnTo>
                    <a:pt x="8564" y="842"/>
                  </a:lnTo>
                  <a:lnTo>
                    <a:pt x="8751" y="711"/>
                  </a:lnTo>
                  <a:lnTo>
                    <a:pt x="8938" y="567"/>
                  </a:lnTo>
                  <a:lnTo>
                    <a:pt x="9125" y="725"/>
                  </a:lnTo>
                  <a:lnTo>
                    <a:pt x="9312" y="963"/>
                  </a:lnTo>
                  <a:lnTo>
                    <a:pt x="9499" y="1315"/>
                  </a:lnTo>
                  <a:lnTo>
                    <a:pt x="9686" y="1805"/>
                  </a:lnTo>
                  <a:lnTo>
                    <a:pt x="9873" y="2311"/>
                  </a:lnTo>
                  <a:lnTo>
                    <a:pt x="10059" y="2852"/>
                  </a:lnTo>
                  <a:lnTo>
                    <a:pt x="10246" y="3394"/>
                  </a:lnTo>
                  <a:lnTo>
                    <a:pt x="10433" y="3935"/>
                  </a:lnTo>
                  <a:lnTo>
                    <a:pt x="10620" y="4599"/>
                  </a:lnTo>
                  <a:lnTo>
                    <a:pt x="10807" y="5317"/>
                  </a:lnTo>
                  <a:lnTo>
                    <a:pt x="10994" y="6034"/>
                  </a:lnTo>
                  <a:lnTo>
                    <a:pt x="11181" y="6909"/>
                  </a:lnTo>
                  <a:lnTo>
                    <a:pt x="11368" y="7803"/>
                  </a:lnTo>
                  <a:lnTo>
                    <a:pt x="11555" y="8696"/>
                  </a:lnTo>
                  <a:lnTo>
                    <a:pt x="11573" y="878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043826" y="3217727"/>
              <a:ext cx="38055" cy="13434"/>
            </a:xfrm>
            <a:custGeom>
              <a:avLst/>
              <a:pathLst>
                <a:path w="38055" h="13434">
                  <a:moveTo>
                    <a:pt x="0" y="13434"/>
                  </a:moveTo>
                  <a:lnTo>
                    <a:pt x="38" y="13288"/>
                  </a:lnTo>
                  <a:lnTo>
                    <a:pt x="225" y="12611"/>
                  </a:lnTo>
                  <a:lnTo>
                    <a:pt x="412" y="11959"/>
                  </a:lnTo>
                  <a:lnTo>
                    <a:pt x="599" y="11160"/>
                  </a:lnTo>
                  <a:lnTo>
                    <a:pt x="786" y="10276"/>
                  </a:lnTo>
                  <a:lnTo>
                    <a:pt x="973" y="9435"/>
                  </a:lnTo>
                  <a:lnTo>
                    <a:pt x="1160" y="8623"/>
                  </a:lnTo>
                  <a:lnTo>
                    <a:pt x="1347" y="7811"/>
                  </a:lnTo>
                  <a:lnTo>
                    <a:pt x="1534" y="7070"/>
                  </a:lnTo>
                  <a:lnTo>
                    <a:pt x="1721" y="6601"/>
                  </a:lnTo>
                  <a:lnTo>
                    <a:pt x="1908" y="6141"/>
                  </a:lnTo>
                  <a:lnTo>
                    <a:pt x="2094" y="5751"/>
                  </a:lnTo>
                  <a:lnTo>
                    <a:pt x="2281" y="5643"/>
                  </a:lnTo>
                  <a:lnTo>
                    <a:pt x="2468" y="5534"/>
                  </a:lnTo>
                  <a:lnTo>
                    <a:pt x="2655" y="5567"/>
                  </a:lnTo>
                  <a:lnTo>
                    <a:pt x="2842" y="5802"/>
                  </a:lnTo>
                  <a:lnTo>
                    <a:pt x="3029" y="5847"/>
                  </a:lnTo>
                  <a:lnTo>
                    <a:pt x="3216" y="5728"/>
                  </a:lnTo>
                  <a:lnTo>
                    <a:pt x="3403" y="5566"/>
                  </a:lnTo>
                  <a:lnTo>
                    <a:pt x="3590" y="5566"/>
                  </a:lnTo>
                  <a:lnTo>
                    <a:pt x="3777" y="5581"/>
                  </a:lnTo>
                  <a:lnTo>
                    <a:pt x="3964" y="5626"/>
                  </a:lnTo>
                  <a:lnTo>
                    <a:pt x="4151" y="5774"/>
                  </a:lnTo>
                  <a:lnTo>
                    <a:pt x="4337" y="5855"/>
                  </a:lnTo>
                  <a:lnTo>
                    <a:pt x="4524" y="5779"/>
                  </a:lnTo>
                  <a:lnTo>
                    <a:pt x="4711" y="5703"/>
                  </a:lnTo>
                  <a:lnTo>
                    <a:pt x="4898" y="5627"/>
                  </a:lnTo>
                  <a:lnTo>
                    <a:pt x="5085" y="5545"/>
                  </a:lnTo>
                  <a:lnTo>
                    <a:pt x="5272" y="5249"/>
                  </a:lnTo>
                  <a:lnTo>
                    <a:pt x="5459" y="4834"/>
                  </a:lnTo>
                  <a:lnTo>
                    <a:pt x="5646" y="4535"/>
                  </a:lnTo>
                  <a:lnTo>
                    <a:pt x="5833" y="4344"/>
                  </a:lnTo>
                  <a:lnTo>
                    <a:pt x="6020" y="4156"/>
                  </a:lnTo>
                  <a:lnTo>
                    <a:pt x="6207" y="3824"/>
                  </a:lnTo>
                  <a:lnTo>
                    <a:pt x="6394" y="3482"/>
                  </a:lnTo>
                  <a:lnTo>
                    <a:pt x="6581" y="3113"/>
                  </a:lnTo>
                  <a:lnTo>
                    <a:pt x="6767" y="2596"/>
                  </a:lnTo>
                  <a:lnTo>
                    <a:pt x="6954" y="2069"/>
                  </a:lnTo>
                  <a:lnTo>
                    <a:pt x="7141" y="1456"/>
                  </a:lnTo>
                  <a:lnTo>
                    <a:pt x="7328" y="1023"/>
                  </a:lnTo>
                  <a:lnTo>
                    <a:pt x="7515" y="590"/>
                  </a:lnTo>
                  <a:lnTo>
                    <a:pt x="7702" y="316"/>
                  </a:lnTo>
                  <a:lnTo>
                    <a:pt x="7889" y="57"/>
                  </a:lnTo>
                  <a:lnTo>
                    <a:pt x="8076" y="11"/>
                  </a:lnTo>
                  <a:lnTo>
                    <a:pt x="8263" y="163"/>
                  </a:lnTo>
                  <a:lnTo>
                    <a:pt x="8450" y="349"/>
                  </a:lnTo>
                  <a:lnTo>
                    <a:pt x="8637" y="461"/>
                  </a:lnTo>
                  <a:lnTo>
                    <a:pt x="8824" y="573"/>
                  </a:lnTo>
                  <a:lnTo>
                    <a:pt x="9011" y="720"/>
                  </a:lnTo>
                  <a:lnTo>
                    <a:pt x="9197" y="868"/>
                  </a:lnTo>
                  <a:lnTo>
                    <a:pt x="9384" y="1035"/>
                  </a:lnTo>
                  <a:lnTo>
                    <a:pt x="9571" y="1337"/>
                  </a:lnTo>
                  <a:lnTo>
                    <a:pt x="9758" y="1638"/>
                  </a:lnTo>
                  <a:lnTo>
                    <a:pt x="9945" y="1939"/>
                  </a:lnTo>
                  <a:lnTo>
                    <a:pt x="10132" y="2240"/>
                  </a:lnTo>
                  <a:lnTo>
                    <a:pt x="10319" y="2542"/>
                  </a:lnTo>
                  <a:lnTo>
                    <a:pt x="10506" y="2819"/>
                  </a:lnTo>
                  <a:lnTo>
                    <a:pt x="10693" y="2988"/>
                  </a:lnTo>
                  <a:lnTo>
                    <a:pt x="10880" y="3250"/>
                  </a:lnTo>
                  <a:lnTo>
                    <a:pt x="11067" y="3435"/>
                  </a:lnTo>
                  <a:lnTo>
                    <a:pt x="11254" y="3586"/>
                  </a:lnTo>
                  <a:lnTo>
                    <a:pt x="11440" y="3737"/>
                  </a:lnTo>
                  <a:lnTo>
                    <a:pt x="11627" y="3947"/>
                  </a:lnTo>
                  <a:lnTo>
                    <a:pt x="11814" y="4157"/>
                  </a:lnTo>
                  <a:lnTo>
                    <a:pt x="12001" y="4366"/>
                  </a:lnTo>
                  <a:lnTo>
                    <a:pt x="12188" y="4576"/>
                  </a:lnTo>
                  <a:lnTo>
                    <a:pt x="12375" y="4786"/>
                  </a:lnTo>
                  <a:lnTo>
                    <a:pt x="12562" y="4996"/>
                  </a:lnTo>
                  <a:lnTo>
                    <a:pt x="12749" y="5206"/>
                  </a:lnTo>
                  <a:lnTo>
                    <a:pt x="12936" y="5416"/>
                  </a:lnTo>
                  <a:lnTo>
                    <a:pt x="13123" y="5626"/>
                  </a:lnTo>
                  <a:lnTo>
                    <a:pt x="13310" y="5746"/>
                  </a:lnTo>
                  <a:lnTo>
                    <a:pt x="13497" y="5956"/>
                  </a:lnTo>
                  <a:lnTo>
                    <a:pt x="13684" y="6045"/>
                  </a:lnTo>
                  <a:lnTo>
                    <a:pt x="13870" y="6046"/>
                  </a:lnTo>
                  <a:lnTo>
                    <a:pt x="14057" y="5928"/>
                  </a:lnTo>
                  <a:lnTo>
                    <a:pt x="14244" y="5809"/>
                  </a:lnTo>
                  <a:lnTo>
                    <a:pt x="14431" y="5568"/>
                  </a:lnTo>
                  <a:lnTo>
                    <a:pt x="14618" y="5071"/>
                  </a:lnTo>
                  <a:lnTo>
                    <a:pt x="14805" y="4574"/>
                  </a:lnTo>
                  <a:lnTo>
                    <a:pt x="14992" y="4077"/>
                  </a:lnTo>
                  <a:lnTo>
                    <a:pt x="15179" y="3579"/>
                  </a:lnTo>
                  <a:lnTo>
                    <a:pt x="15366" y="3206"/>
                  </a:lnTo>
                  <a:lnTo>
                    <a:pt x="15553" y="2818"/>
                  </a:lnTo>
                  <a:lnTo>
                    <a:pt x="15740" y="2410"/>
                  </a:lnTo>
                  <a:lnTo>
                    <a:pt x="15927" y="2068"/>
                  </a:lnTo>
                  <a:lnTo>
                    <a:pt x="16113" y="1707"/>
                  </a:lnTo>
                  <a:lnTo>
                    <a:pt x="16300" y="1356"/>
                  </a:lnTo>
                  <a:lnTo>
                    <a:pt x="16487" y="1056"/>
                  </a:lnTo>
                  <a:lnTo>
                    <a:pt x="16674" y="840"/>
                  </a:lnTo>
                  <a:lnTo>
                    <a:pt x="16861" y="697"/>
                  </a:lnTo>
                  <a:lnTo>
                    <a:pt x="17048" y="500"/>
                  </a:lnTo>
                  <a:lnTo>
                    <a:pt x="17235" y="399"/>
                  </a:lnTo>
                  <a:lnTo>
                    <a:pt x="17422" y="419"/>
                  </a:lnTo>
                  <a:lnTo>
                    <a:pt x="17609" y="352"/>
                  </a:lnTo>
                  <a:lnTo>
                    <a:pt x="17796" y="266"/>
                  </a:lnTo>
                  <a:lnTo>
                    <a:pt x="17983" y="181"/>
                  </a:lnTo>
                  <a:lnTo>
                    <a:pt x="18170" y="54"/>
                  </a:lnTo>
                  <a:lnTo>
                    <a:pt x="18357" y="25"/>
                  </a:lnTo>
                  <a:lnTo>
                    <a:pt x="18543" y="11"/>
                  </a:lnTo>
                  <a:lnTo>
                    <a:pt x="18730" y="0"/>
                  </a:lnTo>
                  <a:lnTo>
                    <a:pt x="18917" y="28"/>
                  </a:lnTo>
                  <a:lnTo>
                    <a:pt x="19104" y="64"/>
                  </a:lnTo>
                  <a:lnTo>
                    <a:pt x="19291" y="99"/>
                  </a:lnTo>
                  <a:lnTo>
                    <a:pt x="19478" y="241"/>
                  </a:lnTo>
                  <a:lnTo>
                    <a:pt x="19665" y="488"/>
                  </a:lnTo>
                  <a:lnTo>
                    <a:pt x="19852" y="780"/>
                  </a:lnTo>
                  <a:lnTo>
                    <a:pt x="20039" y="1083"/>
                  </a:lnTo>
                  <a:lnTo>
                    <a:pt x="20226" y="1414"/>
                  </a:lnTo>
                  <a:lnTo>
                    <a:pt x="20413" y="1784"/>
                  </a:lnTo>
                  <a:lnTo>
                    <a:pt x="20600" y="2354"/>
                  </a:lnTo>
                  <a:lnTo>
                    <a:pt x="20787" y="2924"/>
                  </a:lnTo>
                  <a:lnTo>
                    <a:pt x="20973" y="3501"/>
                  </a:lnTo>
                  <a:lnTo>
                    <a:pt x="21160" y="4079"/>
                  </a:lnTo>
                  <a:lnTo>
                    <a:pt x="21347" y="4649"/>
                  </a:lnTo>
                  <a:lnTo>
                    <a:pt x="21534" y="5026"/>
                  </a:lnTo>
                  <a:lnTo>
                    <a:pt x="21721" y="5491"/>
                  </a:lnTo>
                  <a:lnTo>
                    <a:pt x="21908" y="5795"/>
                  </a:lnTo>
                  <a:lnTo>
                    <a:pt x="22095" y="6084"/>
                  </a:lnTo>
                  <a:lnTo>
                    <a:pt x="22282" y="6325"/>
                  </a:lnTo>
                  <a:lnTo>
                    <a:pt x="22469" y="6465"/>
                  </a:lnTo>
                  <a:lnTo>
                    <a:pt x="22656" y="6562"/>
                  </a:lnTo>
                  <a:lnTo>
                    <a:pt x="22843" y="6600"/>
                  </a:lnTo>
                  <a:lnTo>
                    <a:pt x="23030" y="6538"/>
                  </a:lnTo>
                  <a:lnTo>
                    <a:pt x="23216" y="6466"/>
                  </a:lnTo>
                  <a:lnTo>
                    <a:pt x="23403" y="6463"/>
                  </a:lnTo>
                  <a:lnTo>
                    <a:pt x="23590" y="6468"/>
                  </a:lnTo>
                  <a:lnTo>
                    <a:pt x="23777" y="6572"/>
                  </a:lnTo>
                  <a:lnTo>
                    <a:pt x="23964" y="6678"/>
                  </a:lnTo>
                  <a:lnTo>
                    <a:pt x="24151" y="6842"/>
                  </a:lnTo>
                  <a:lnTo>
                    <a:pt x="24338" y="7010"/>
                  </a:lnTo>
                  <a:lnTo>
                    <a:pt x="24525" y="7067"/>
                  </a:lnTo>
                  <a:lnTo>
                    <a:pt x="24712" y="7143"/>
                  </a:lnTo>
                  <a:lnTo>
                    <a:pt x="24899" y="7353"/>
                  </a:lnTo>
                  <a:lnTo>
                    <a:pt x="25086" y="7563"/>
                  </a:lnTo>
                  <a:lnTo>
                    <a:pt x="25273" y="7773"/>
                  </a:lnTo>
                  <a:lnTo>
                    <a:pt x="25460" y="7983"/>
                  </a:lnTo>
                  <a:lnTo>
                    <a:pt x="25646" y="8229"/>
                  </a:lnTo>
                  <a:lnTo>
                    <a:pt x="25833" y="8545"/>
                  </a:lnTo>
                  <a:lnTo>
                    <a:pt x="26020" y="8832"/>
                  </a:lnTo>
                  <a:lnTo>
                    <a:pt x="26207" y="9207"/>
                  </a:lnTo>
                  <a:lnTo>
                    <a:pt x="26394" y="9503"/>
                  </a:lnTo>
                  <a:lnTo>
                    <a:pt x="26581" y="9683"/>
                  </a:lnTo>
                  <a:lnTo>
                    <a:pt x="26768" y="9683"/>
                  </a:lnTo>
                  <a:lnTo>
                    <a:pt x="26955" y="9683"/>
                  </a:lnTo>
                  <a:lnTo>
                    <a:pt x="27142" y="9822"/>
                  </a:lnTo>
                  <a:lnTo>
                    <a:pt x="27329" y="9953"/>
                  </a:lnTo>
                  <a:lnTo>
                    <a:pt x="27516" y="10122"/>
                  </a:lnTo>
                  <a:lnTo>
                    <a:pt x="27703" y="10197"/>
                  </a:lnTo>
                  <a:lnTo>
                    <a:pt x="27890" y="10247"/>
                  </a:lnTo>
                  <a:lnTo>
                    <a:pt x="28076" y="10398"/>
                  </a:lnTo>
                  <a:lnTo>
                    <a:pt x="28263" y="10549"/>
                  </a:lnTo>
                  <a:lnTo>
                    <a:pt x="28450" y="10700"/>
                  </a:lnTo>
                  <a:lnTo>
                    <a:pt x="28637" y="10851"/>
                  </a:lnTo>
                  <a:lnTo>
                    <a:pt x="28824" y="11002"/>
                  </a:lnTo>
                  <a:lnTo>
                    <a:pt x="29011" y="11153"/>
                  </a:lnTo>
                  <a:lnTo>
                    <a:pt x="29198" y="11304"/>
                  </a:lnTo>
                  <a:lnTo>
                    <a:pt x="29385" y="11514"/>
                  </a:lnTo>
                  <a:lnTo>
                    <a:pt x="29572" y="11723"/>
                  </a:lnTo>
                  <a:lnTo>
                    <a:pt x="29759" y="11933"/>
                  </a:lnTo>
                  <a:lnTo>
                    <a:pt x="29946" y="12084"/>
                  </a:lnTo>
                  <a:lnTo>
                    <a:pt x="30133" y="12113"/>
                  </a:lnTo>
                  <a:lnTo>
                    <a:pt x="30319" y="12135"/>
                  </a:lnTo>
                  <a:lnTo>
                    <a:pt x="30506" y="12216"/>
                  </a:lnTo>
                  <a:lnTo>
                    <a:pt x="30693" y="12304"/>
                  </a:lnTo>
                  <a:lnTo>
                    <a:pt x="30880" y="12268"/>
                  </a:lnTo>
                  <a:lnTo>
                    <a:pt x="31067" y="12232"/>
                  </a:lnTo>
                  <a:lnTo>
                    <a:pt x="31254" y="12232"/>
                  </a:lnTo>
                  <a:lnTo>
                    <a:pt x="31441" y="12225"/>
                  </a:lnTo>
                  <a:lnTo>
                    <a:pt x="31628" y="12066"/>
                  </a:lnTo>
                  <a:lnTo>
                    <a:pt x="31815" y="11919"/>
                  </a:lnTo>
                  <a:lnTo>
                    <a:pt x="32002" y="11747"/>
                  </a:lnTo>
                  <a:lnTo>
                    <a:pt x="32189" y="11459"/>
                  </a:lnTo>
                  <a:lnTo>
                    <a:pt x="32376" y="11105"/>
                  </a:lnTo>
                  <a:lnTo>
                    <a:pt x="32563" y="10672"/>
                  </a:lnTo>
                  <a:lnTo>
                    <a:pt x="32749" y="10239"/>
                  </a:lnTo>
                  <a:lnTo>
                    <a:pt x="32936" y="9815"/>
                  </a:lnTo>
                  <a:lnTo>
                    <a:pt x="33123" y="9428"/>
                  </a:lnTo>
                  <a:lnTo>
                    <a:pt x="33310" y="9185"/>
                  </a:lnTo>
                  <a:lnTo>
                    <a:pt x="33497" y="8927"/>
                  </a:lnTo>
                  <a:lnTo>
                    <a:pt x="33684" y="8716"/>
                  </a:lnTo>
                  <a:lnTo>
                    <a:pt x="33871" y="8447"/>
                  </a:lnTo>
                  <a:lnTo>
                    <a:pt x="34058" y="8076"/>
                  </a:lnTo>
                  <a:lnTo>
                    <a:pt x="34245" y="7745"/>
                  </a:lnTo>
                  <a:lnTo>
                    <a:pt x="34432" y="7516"/>
                  </a:lnTo>
                  <a:lnTo>
                    <a:pt x="34619" y="7273"/>
                  </a:lnTo>
                  <a:lnTo>
                    <a:pt x="34806" y="7029"/>
                  </a:lnTo>
                  <a:lnTo>
                    <a:pt x="34992" y="6786"/>
                  </a:lnTo>
                  <a:lnTo>
                    <a:pt x="35179" y="6607"/>
                  </a:lnTo>
                  <a:lnTo>
                    <a:pt x="35366" y="6508"/>
                  </a:lnTo>
                  <a:lnTo>
                    <a:pt x="35553" y="6409"/>
                  </a:lnTo>
                  <a:lnTo>
                    <a:pt x="35740" y="6310"/>
                  </a:lnTo>
                  <a:lnTo>
                    <a:pt x="35927" y="6211"/>
                  </a:lnTo>
                  <a:lnTo>
                    <a:pt x="36114" y="6182"/>
                  </a:lnTo>
                  <a:lnTo>
                    <a:pt x="36301" y="6440"/>
                  </a:lnTo>
                  <a:lnTo>
                    <a:pt x="36488" y="6795"/>
                  </a:lnTo>
                  <a:lnTo>
                    <a:pt x="36675" y="7289"/>
                  </a:lnTo>
                  <a:lnTo>
                    <a:pt x="36862" y="8126"/>
                  </a:lnTo>
                  <a:lnTo>
                    <a:pt x="37049" y="8830"/>
                  </a:lnTo>
                  <a:lnTo>
                    <a:pt x="37236" y="9674"/>
                  </a:lnTo>
                  <a:lnTo>
                    <a:pt x="37422" y="10729"/>
                  </a:lnTo>
                  <a:lnTo>
                    <a:pt x="37609" y="11776"/>
                  </a:lnTo>
                  <a:lnTo>
                    <a:pt x="37796" y="12559"/>
                  </a:lnTo>
                  <a:lnTo>
                    <a:pt x="37983" y="13148"/>
                  </a:lnTo>
                  <a:lnTo>
                    <a:pt x="38055" y="134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85339" y="3173176"/>
              <a:ext cx="54776" cy="57985"/>
            </a:xfrm>
            <a:custGeom>
              <a:avLst/>
              <a:pathLst>
                <a:path w="54776" h="57985">
                  <a:moveTo>
                    <a:pt x="0" y="57985"/>
                  </a:moveTo>
                  <a:lnTo>
                    <a:pt x="22" y="57880"/>
                  </a:lnTo>
                  <a:lnTo>
                    <a:pt x="209" y="56928"/>
                  </a:lnTo>
                  <a:lnTo>
                    <a:pt x="396" y="56125"/>
                  </a:lnTo>
                  <a:lnTo>
                    <a:pt x="583" y="55321"/>
                  </a:lnTo>
                  <a:lnTo>
                    <a:pt x="770" y="54640"/>
                  </a:lnTo>
                  <a:lnTo>
                    <a:pt x="957" y="54019"/>
                  </a:lnTo>
                  <a:lnTo>
                    <a:pt x="1144" y="53637"/>
                  </a:lnTo>
                  <a:lnTo>
                    <a:pt x="1330" y="53631"/>
                  </a:lnTo>
                  <a:lnTo>
                    <a:pt x="1517" y="53578"/>
                  </a:lnTo>
                  <a:lnTo>
                    <a:pt x="1704" y="53417"/>
                  </a:lnTo>
                  <a:lnTo>
                    <a:pt x="1891" y="53253"/>
                  </a:lnTo>
                  <a:lnTo>
                    <a:pt x="2078" y="53268"/>
                  </a:lnTo>
                  <a:lnTo>
                    <a:pt x="2265" y="53309"/>
                  </a:lnTo>
                  <a:lnTo>
                    <a:pt x="2452" y="53351"/>
                  </a:lnTo>
                  <a:lnTo>
                    <a:pt x="2639" y="53698"/>
                  </a:lnTo>
                  <a:lnTo>
                    <a:pt x="2826" y="54081"/>
                  </a:lnTo>
                  <a:lnTo>
                    <a:pt x="3013" y="54687"/>
                  </a:lnTo>
                  <a:lnTo>
                    <a:pt x="3200" y="55120"/>
                  </a:lnTo>
                  <a:lnTo>
                    <a:pt x="3387" y="55553"/>
                  </a:lnTo>
                  <a:lnTo>
                    <a:pt x="3573" y="55827"/>
                  </a:lnTo>
                  <a:lnTo>
                    <a:pt x="3760" y="56086"/>
                  </a:lnTo>
                  <a:lnTo>
                    <a:pt x="3947" y="56131"/>
                  </a:lnTo>
                  <a:lnTo>
                    <a:pt x="4134" y="55972"/>
                  </a:lnTo>
                  <a:lnTo>
                    <a:pt x="4321" y="55642"/>
                  </a:lnTo>
                  <a:lnTo>
                    <a:pt x="4508" y="55249"/>
                  </a:lnTo>
                  <a:lnTo>
                    <a:pt x="4695" y="54848"/>
                  </a:lnTo>
                  <a:lnTo>
                    <a:pt x="4882" y="54435"/>
                  </a:lnTo>
                  <a:lnTo>
                    <a:pt x="5069" y="53987"/>
                  </a:lnTo>
                  <a:lnTo>
                    <a:pt x="5256" y="53540"/>
                  </a:lnTo>
                  <a:lnTo>
                    <a:pt x="5443" y="53064"/>
                  </a:lnTo>
                  <a:lnTo>
                    <a:pt x="5630" y="52411"/>
                  </a:lnTo>
                  <a:lnTo>
                    <a:pt x="5817" y="51758"/>
                  </a:lnTo>
                  <a:lnTo>
                    <a:pt x="6003" y="51105"/>
                  </a:lnTo>
                  <a:lnTo>
                    <a:pt x="6190" y="50452"/>
                  </a:lnTo>
                  <a:lnTo>
                    <a:pt x="6377" y="49823"/>
                  </a:lnTo>
                  <a:lnTo>
                    <a:pt x="6564" y="49302"/>
                  </a:lnTo>
                  <a:lnTo>
                    <a:pt x="6751" y="48688"/>
                  </a:lnTo>
                  <a:lnTo>
                    <a:pt x="6938" y="48160"/>
                  </a:lnTo>
                  <a:lnTo>
                    <a:pt x="7125" y="47833"/>
                  </a:lnTo>
                  <a:lnTo>
                    <a:pt x="7312" y="47674"/>
                  </a:lnTo>
                  <a:lnTo>
                    <a:pt x="7499" y="47464"/>
                  </a:lnTo>
                  <a:lnTo>
                    <a:pt x="7686" y="47254"/>
                  </a:lnTo>
                  <a:lnTo>
                    <a:pt x="7873" y="47044"/>
                  </a:lnTo>
                  <a:lnTo>
                    <a:pt x="8060" y="46834"/>
                  </a:lnTo>
                  <a:lnTo>
                    <a:pt x="8247" y="46624"/>
                  </a:lnTo>
                  <a:lnTo>
                    <a:pt x="8433" y="46414"/>
                  </a:lnTo>
                  <a:lnTo>
                    <a:pt x="8620" y="46204"/>
                  </a:lnTo>
                  <a:lnTo>
                    <a:pt x="8807" y="45994"/>
                  </a:lnTo>
                  <a:lnTo>
                    <a:pt x="8994" y="45785"/>
                  </a:lnTo>
                  <a:lnTo>
                    <a:pt x="9181" y="45665"/>
                  </a:lnTo>
                  <a:lnTo>
                    <a:pt x="9368" y="45455"/>
                  </a:lnTo>
                  <a:lnTo>
                    <a:pt x="9555" y="45366"/>
                  </a:lnTo>
                  <a:lnTo>
                    <a:pt x="9742" y="45364"/>
                  </a:lnTo>
                  <a:lnTo>
                    <a:pt x="9929" y="45329"/>
                  </a:lnTo>
                  <a:lnTo>
                    <a:pt x="10116" y="45294"/>
                  </a:lnTo>
                  <a:lnTo>
                    <a:pt x="10303" y="45355"/>
                  </a:lnTo>
                  <a:lnTo>
                    <a:pt x="10490" y="45556"/>
                  </a:lnTo>
                  <a:lnTo>
                    <a:pt x="10676" y="45758"/>
                  </a:lnTo>
                  <a:lnTo>
                    <a:pt x="10863" y="45959"/>
                  </a:lnTo>
                  <a:lnTo>
                    <a:pt x="11050" y="46161"/>
                  </a:lnTo>
                  <a:lnTo>
                    <a:pt x="11237" y="46239"/>
                  </a:lnTo>
                  <a:lnTo>
                    <a:pt x="11424" y="46237"/>
                  </a:lnTo>
                  <a:lnTo>
                    <a:pt x="11611" y="46107"/>
                  </a:lnTo>
                  <a:lnTo>
                    <a:pt x="11798" y="45796"/>
                  </a:lnTo>
                  <a:lnTo>
                    <a:pt x="11985" y="45429"/>
                  </a:lnTo>
                  <a:lnTo>
                    <a:pt x="12172" y="45053"/>
                  </a:lnTo>
                  <a:lnTo>
                    <a:pt x="12359" y="44599"/>
                  </a:lnTo>
                  <a:lnTo>
                    <a:pt x="12546" y="43913"/>
                  </a:lnTo>
                  <a:lnTo>
                    <a:pt x="12733" y="43226"/>
                  </a:lnTo>
                  <a:lnTo>
                    <a:pt x="12920" y="42794"/>
                  </a:lnTo>
                  <a:lnTo>
                    <a:pt x="13106" y="42115"/>
                  </a:lnTo>
                  <a:lnTo>
                    <a:pt x="13293" y="41255"/>
                  </a:lnTo>
                  <a:lnTo>
                    <a:pt x="13480" y="40529"/>
                  </a:lnTo>
                  <a:lnTo>
                    <a:pt x="13667" y="39709"/>
                  </a:lnTo>
                  <a:lnTo>
                    <a:pt x="13854" y="38999"/>
                  </a:lnTo>
                  <a:lnTo>
                    <a:pt x="14041" y="38764"/>
                  </a:lnTo>
                  <a:lnTo>
                    <a:pt x="14228" y="38532"/>
                  </a:lnTo>
                  <a:lnTo>
                    <a:pt x="14415" y="38310"/>
                  </a:lnTo>
                  <a:lnTo>
                    <a:pt x="14602" y="37981"/>
                  </a:lnTo>
                  <a:lnTo>
                    <a:pt x="14789" y="37447"/>
                  </a:lnTo>
                  <a:lnTo>
                    <a:pt x="14976" y="36850"/>
                  </a:lnTo>
                  <a:lnTo>
                    <a:pt x="15163" y="36283"/>
                  </a:lnTo>
                  <a:lnTo>
                    <a:pt x="15349" y="35486"/>
                  </a:lnTo>
                  <a:lnTo>
                    <a:pt x="15536" y="34599"/>
                  </a:lnTo>
                  <a:lnTo>
                    <a:pt x="15723" y="33611"/>
                  </a:lnTo>
                  <a:lnTo>
                    <a:pt x="15910" y="32704"/>
                  </a:lnTo>
                  <a:lnTo>
                    <a:pt x="16097" y="31822"/>
                  </a:lnTo>
                  <a:lnTo>
                    <a:pt x="16284" y="31000"/>
                  </a:lnTo>
                  <a:lnTo>
                    <a:pt x="16471" y="30211"/>
                  </a:lnTo>
                  <a:lnTo>
                    <a:pt x="16658" y="29359"/>
                  </a:lnTo>
                  <a:lnTo>
                    <a:pt x="16845" y="28508"/>
                  </a:lnTo>
                  <a:lnTo>
                    <a:pt x="17032" y="27744"/>
                  </a:lnTo>
                  <a:lnTo>
                    <a:pt x="17219" y="26958"/>
                  </a:lnTo>
                  <a:lnTo>
                    <a:pt x="17406" y="26193"/>
                  </a:lnTo>
                  <a:lnTo>
                    <a:pt x="17593" y="25555"/>
                  </a:lnTo>
                  <a:lnTo>
                    <a:pt x="17779" y="24938"/>
                  </a:lnTo>
                  <a:lnTo>
                    <a:pt x="17966" y="24364"/>
                  </a:lnTo>
                  <a:lnTo>
                    <a:pt x="18153" y="23836"/>
                  </a:lnTo>
                  <a:lnTo>
                    <a:pt x="18340" y="23437"/>
                  </a:lnTo>
                  <a:lnTo>
                    <a:pt x="18527" y="23045"/>
                  </a:lnTo>
                  <a:lnTo>
                    <a:pt x="18714" y="22503"/>
                  </a:lnTo>
                  <a:lnTo>
                    <a:pt x="18901" y="21935"/>
                  </a:lnTo>
                  <a:lnTo>
                    <a:pt x="19088" y="21135"/>
                  </a:lnTo>
                  <a:lnTo>
                    <a:pt x="19275" y="20330"/>
                  </a:lnTo>
                  <a:lnTo>
                    <a:pt x="19462" y="19522"/>
                  </a:lnTo>
                  <a:lnTo>
                    <a:pt x="19649" y="18635"/>
                  </a:lnTo>
                  <a:lnTo>
                    <a:pt x="19836" y="17731"/>
                  </a:lnTo>
                  <a:lnTo>
                    <a:pt x="20023" y="16859"/>
                  </a:lnTo>
                  <a:lnTo>
                    <a:pt x="20209" y="15977"/>
                  </a:lnTo>
                  <a:lnTo>
                    <a:pt x="20396" y="15108"/>
                  </a:lnTo>
                  <a:lnTo>
                    <a:pt x="20583" y="14284"/>
                  </a:lnTo>
                  <a:lnTo>
                    <a:pt x="20770" y="13347"/>
                  </a:lnTo>
                  <a:lnTo>
                    <a:pt x="20957" y="12445"/>
                  </a:lnTo>
                  <a:lnTo>
                    <a:pt x="21144" y="11618"/>
                  </a:lnTo>
                  <a:lnTo>
                    <a:pt x="21331" y="10767"/>
                  </a:lnTo>
                  <a:lnTo>
                    <a:pt x="21518" y="10033"/>
                  </a:lnTo>
                  <a:lnTo>
                    <a:pt x="21705" y="9304"/>
                  </a:lnTo>
                  <a:lnTo>
                    <a:pt x="21892" y="8697"/>
                  </a:lnTo>
                  <a:lnTo>
                    <a:pt x="22079" y="8071"/>
                  </a:lnTo>
                  <a:lnTo>
                    <a:pt x="22266" y="7531"/>
                  </a:lnTo>
                  <a:lnTo>
                    <a:pt x="22452" y="7136"/>
                  </a:lnTo>
                  <a:lnTo>
                    <a:pt x="22639" y="6831"/>
                  </a:lnTo>
                  <a:lnTo>
                    <a:pt x="22826" y="6525"/>
                  </a:lnTo>
                  <a:lnTo>
                    <a:pt x="23013" y="6071"/>
                  </a:lnTo>
                  <a:lnTo>
                    <a:pt x="23200" y="5706"/>
                  </a:lnTo>
                  <a:lnTo>
                    <a:pt x="23387" y="5254"/>
                  </a:lnTo>
                  <a:lnTo>
                    <a:pt x="23574" y="4922"/>
                  </a:lnTo>
                  <a:lnTo>
                    <a:pt x="23761" y="4606"/>
                  </a:lnTo>
                  <a:lnTo>
                    <a:pt x="23948" y="4147"/>
                  </a:lnTo>
                  <a:lnTo>
                    <a:pt x="24135" y="3755"/>
                  </a:lnTo>
                  <a:lnTo>
                    <a:pt x="24322" y="3296"/>
                  </a:lnTo>
                  <a:lnTo>
                    <a:pt x="24509" y="2825"/>
                  </a:lnTo>
                  <a:lnTo>
                    <a:pt x="24696" y="2405"/>
                  </a:lnTo>
                  <a:lnTo>
                    <a:pt x="24882" y="1998"/>
                  </a:lnTo>
                  <a:lnTo>
                    <a:pt x="25069" y="1609"/>
                  </a:lnTo>
                  <a:lnTo>
                    <a:pt x="25256" y="1200"/>
                  </a:lnTo>
                  <a:lnTo>
                    <a:pt x="25443" y="894"/>
                  </a:lnTo>
                  <a:lnTo>
                    <a:pt x="25630" y="664"/>
                  </a:lnTo>
                  <a:lnTo>
                    <a:pt x="25817" y="434"/>
                  </a:lnTo>
                  <a:lnTo>
                    <a:pt x="26004" y="259"/>
                  </a:lnTo>
                  <a:lnTo>
                    <a:pt x="26191" y="131"/>
                  </a:lnTo>
                  <a:lnTo>
                    <a:pt x="26378" y="39"/>
                  </a:lnTo>
                  <a:lnTo>
                    <a:pt x="26565" y="0"/>
                  </a:lnTo>
                  <a:lnTo>
                    <a:pt x="26752" y="117"/>
                  </a:lnTo>
                  <a:lnTo>
                    <a:pt x="26939" y="286"/>
                  </a:lnTo>
                  <a:lnTo>
                    <a:pt x="27126" y="369"/>
                  </a:lnTo>
                  <a:lnTo>
                    <a:pt x="27312" y="543"/>
                  </a:lnTo>
                  <a:lnTo>
                    <a:pt x="27499" y="831"/>
                  </a:lnTo>
                  <a:lnTo>
                    <a:pt x="27686" y="1167"/>
                  </a:lnTo>
                  <a:lnTo>
                    <a:pt x="27873" y="1620"/>
                  </a:lnTo>
                  <a:lnTo>
                    <a:pt x="28060" y="2214"/>
                  </a:lnTo>
                  <a:lnTo>
                    <a:pt x="28247" y="2900"/>
                  </a:lnTo>
                  <a:lnTo>
                    <a:pt x="28434" y="3655"/>
                  </a:lnTo>
                  <a:lnTo>
                    <a:pt x="28621" y="4377"/>
                  </a:lnTo>
                  <a:lnTo>
                    <a:pt x="28808" y="5098"/>
                  </a:lnTo>
                  <a:lnTo>
                    <a:pt x="28995" y="5805"/>
                  </a:lnTo>
                  <a:lnTo>
                    <a:pt x="29182" y="6466"/>
                  </a:lnTo>
                  <a:lnTo>
                    <a:pt x="29369" y="7189"/>
                  </a:lnTo>
                  <a:lnTo>
                    <a:pt x="29555" y="7838"/>
                  </a:lnTo>
                  <a:lnTo>
                    <a:pt x="29742" y="8577"/>
                  </a:lnTo>
                  <a:lnTo>
                    <a:pt x="29929" y="9454"/>
                  </a:lnTo>
                  <a:lnTo>
                    <a:pt x="30116" y="10318"/>
                  </a:lnTo>
                  <a:lnTo>
                    <a:pt x="30303" y="11023"/>
                  </a:lnTo>
                  <a:lnTo>
                    <a:pt x="30490" y="11799"/>
                  </a:lnTo>
                  <a:lnTo>
                    <a:pt x="30677" y="12575"/>
                  </a:lnTo>
                  <a:lnTo>
                    <a:pt x="30864" y="13296"/>
                  </a:lnTo>
                  <a:lnTo>
                    <a:pt x="31051" y="13952"/>
                  </a:lnTo>
                  <a:lnTo>
                    <a:pt x="31238" y="14493"/>
                  </a:lnTo>
                  <a:lnTo>
                    <a:pt x="31425" y="15101"/>
                  </a:lnTo>
                  <a:lnTo>
                    <a:pt x="31612" y="15686"/>
                  </a:lnTo>
                  <a:lnTo>
                    <a:pt x="31799" y="16384"/>
                  </a:lnTo>
                  <a:lnTo>
                    <a:pt x="31985" y="17104"/>
                  </a:lnTo>
                  <a:lnTo>
                    <a:pt x="32172" y="17788"/>
                  </a:lnTo>
                  <a:lnTo>
                    <a:pt x="32359" y="18341"/>
                  </a:lnTo>
                  <a:lnTo>
                    <a:pt x="32546" y="18827"/>
                  </a:lnTo>
                  <a:lnTo>
                    <a:pt x="32733" y="19186"/>
                  </a:lnTo>
                  <a:lnTo>
                    <a:pt x="32920" y="19563"/>
                  </a:lnTo>
                  <a:lnTo>
                    <a:pt x="33107" y="19859"/>
                  </a:lnTo>
                  <a:lnTo>
                    <a:pt x="33294" y="19992"/>
                  </a:lnTo>
                  <a:lnTo>
                    <a:pt x="33481" y="20001"/>
                  </a:lnTo>
                  <a:lnTo>
                    <a:pt x="33668" y="20274"/>
                  </a:lnTo>
                  <a:lnTo>
                    <a:pt x="33855" y="20740"/>
                  </a:lnTo>
                  <a:lnTo>
                    <a:pt x="34042" y="21052"/>
                  </a:lnTo>
                  <a:lnTo>
                    <a:pt x="34228" y="21433"/>
                  </a:lnTo>
                  <a:lnTo>
                    <a:pt x="34415" y="21644"/>
                  </a:lnTo>
                  <a:lnTo>
                    <a:pt x="34602" y="21898"/>
                  </a:lnTo>
                  <a:lnTo>
                    <a:pt x="34789" y="22049"/>
                  </a:lnTo>
                  <a:lnTo>
                    <a:pt x="34976" y="22200"/>
                  </a:lnTo>
                  <a:lnTo>
                    <a:pt x="35163" y="22299"/>
                  </a:lnTo>
                  <a:lnTo>
                    <a:pt x="35350" y="22530"/>
                  </a:lnTo>
                  <a:lnTo>
                    <a:pt x="35537" y="22871"/>
                  </a:lnTo>
                  <a:lnTo>
                    <a:pt x="35724" y="23267"/>
                  </a:lnTo>
                  <a:lnTo>
                    <a:pt x="35911" y="23967"/>
                  </a:lnTo>
                  <a:lnTo>
                    <a:pt x="36098" y="24565"/>
                  </a:lnTo>
                  <a:lnTo>
                    <a:pt x="36285" y="25060"/>
                  </a:lnTo>
                  <a:lnTo>
                    <a:pt x="36472" y="25357"/>
                  </a:lnTo>
                  <a:lnTo>
                    <a:pt x="36658" y="25515"/>
                  </a:lnTo>
                  <a:lnTo>
                    <a:pt x="36845" y="25640"/>
                  </a:lnTo>
                  <a:lnTo>
                    <a:pt x="37032" y="25837"/>
                  </a:lnTo>
                  <a:lnTo>
                    <a:pt x="37219" y="26207"/>
                  </a:lnTo>
                  <a:lnTo>
                    <a:pt x="37406" y="26752"/>
                  </a:lnTo>
                  <a:lnTo>
                    <a:pt x="37593" y="27515"/>
                  </a:lnTo>
                  <a:lnTo>
                    <a:pt x="37780" y="28288"/>
                  </a:lnTo>
                  <a:lnTo>
                    <a:pt x="37967" y="29092"/>
                  </a:lnTo>
                  <a:lnTo>
                    <a:pt x="38154" y="29873"/>
                  </a:lnTo>
                  <a:lnTo>
                    <a:pt x="38341" y="30612"/>
                  </a:lnTo>
                  <a:lnTo>
                    <a:pt x="38528" y="31205"/>
                  </a:lnTo>
                  <a:lnTo>
                    <a:pt x="38715" y="31413"/>
                  </a:lnTo>
                  <a:lnTo>
                    <a:pt x="38902" y="31589"/>
                  </a:lnTo>
                  <a:lnTo>
                    <a:pt x="39088" y="31923"/>
                  </a:lnTo>
                  <a:lnTo>
                    <a:pt x="39275" y="32275"/>
                  </a:lnTo>
                  <a:lnTo>
                    <a:pt x="39462" y="32449"/>
                  </a:lnTo>
                  <a:lnTo>
                    <a:pt x="39649" y="32596"/>
                  </a:lnTo>
                  <a:lnTo>
                    <a:pt x="39836" y="32742"/>
                  </a:lnTo>
                  <a:lnTo>
                    <a:pt x="40023" y="32723"/>
                  </a:lnTo>
                  <a:lnTo>
                    <a:pt x="40210" y="32677"/>
                  </a:lnTo>
                  <a:lnTo>
                    <a:pt x="40397" y="32495"/>
                  </a:lnTo>
                  <a:lnTo>
                    <a:pt x="40584" y="32306"/>
                  </a:lnTo>
                  <a:lnTo>
                    <a:pt x="40771" y="32116"/>
                  </a:lnTo>
                  <a:lnTo>
                    <a:pt x="40958" y="31927"/>
                  </a:lnTo>
                  <a:lnTo>
                    <a:pt x="41145" y="31737"/>
                  </a:lnTo>
                  <a:lnTo>
                    <a:pt x="41331" y="31548"/>
                  </a:lnTo>
                  <a:lnTo>
                    <a:pt x="41518" y="31365"/>
                  </a:lnTo>
                  <a:lnTo>
                    <a:pt x="41705" y="31320"/>
                  </a:lnTo>
                  <a:lnTo>
                    <a:pt x="41892" y="31412"/>
                  </a:lnTo>
                  <a:lnTo>
                    <a:pt x="42079" y="31388"/>
                  </a:lnTo>
                  <a:lnTo>
                    <a:pt x="42266" y="31262"/>
                  </a:lnTo>
                  <a:lnTo>
                    <a:pt x="42453" y="31057"/>
                  </a:lnTo>
                  <a:lnTo>
                    <a:pt x="42640" y="30852"/>
                  </a:lnTo>
                  <a:lnTo>
                    <a:pt x="42827" y="30674"/>
                  </a:lnTo>
                  <a:lnTo>
                    <a:pt x="43014" y="30674"/>
                  </a:lnTo>
                  <a:lnTo>
                    <a:pt x="43201" y="30674"/>
                  </a:lnTo>
                  <a:lnTo>
                    <a:pt x="43388" y="30674"/>
                  </a:lnTo>
                  <a:lnTo>
                    <a:pt x="43575" y="30674"/>
                  </a:lnTo>
                  <a:lnTo>
                    <a:pt x="43761" y="30674"/>
                  </a:lnTo>
                  <a:lnTo>
                    <a:pt x="43948" y="30674"/>
                  </a:lnTo>
                  <a:lnTo>
                    <a:pt x="44135" y="30674"/>
                  </a:lnTo>
                  <a:lnTo>
                    <a:pt x="44322" y="30665"/>
                  </a:lnTo>
                  <a:lnTo>
                    <a:pt x="44509" y="30490"/>
                  </a:lnTo>
                  <a:lnTo>
                    <a:pt x="44696" y="30147"/>
                  </a:lnTo>
                  <a:lnTo>
                    <a:pt x="44883" y="29918"/>
                  </a:lnTo>
                  <a:lnTo>
                    <a:pt x="45070" y="29951"/>
                  </a:lnTo>
                  <a:lnTo>
                    <a:pt x="45257" y="30105"/>
                  </a:lnTo>
                  <a:lnTo>
                    <a:pt x="45444" y="30259"/>
                  </a:lnTo>
                  <a:lnTo>
                    <a:pt x="45631" y="30448"/>
                  </a:lnTo>
                  <a:lnTo>
                    <a:pt x="45818" y="30638"/>
                  </a:lnTo>
                  <a:lnTo>
                    <a:pt x="46004" y="30827"/>
                  </a:lnTo>
                  <a:lnTo>
                    <a:pt x="46191" y="31017"/>
                  </a:lnTo>
                  <a:lnTo>
                    <a:pt x="46378" y="31206"/>
                  </a:lnTo>
                  <a:lnTo>
                    <a:pt x="46565" y="31396"/>
                  </a:lnTo>
                  <a:lnTo>
                    <a:pt x="46752" y="31585"/>
                  </a:lnTo>
                  <a:lnTo>
                    <a:pt x="46939" y="31775"/>
                  </a:lnTo>
                  <a:lnTo>
                    <a:pt x="47126" y="31964"/>
                  </a:lnTo>
                  <a:lnTo>
                    <a:pt x="47313" y="32060"/>
                  </a:lnTo>
                  <a:lnTo>
                    <a:pt x="47500" y="32166"/>
                  </a:lnTo>
                  <a:lnTo>
                    <a:pt x="47687" y="32317"/>
                  </a:lnTo>
                  <a:lnTo>
                    <a:pt x="47874" y="32575"/>
                  </a:lnTo>
                  <a:lnTo>
                    <a:pt x="48061" y="32841"/>
                  </a:lnTo>
                  <a:lnTo>
                    <a:pt x="48248" y="33128"/>
                  </a:lnTo>
                  <a:lnTo>
                    <a:pt x="48434" y="33423"/>
                  </a:lnTo>
                  <a:lnTo>
                    <a:pt x="48621" y="33778"/>
                  </a:lnTo>
                  <a:lnTo>
                    <a:pt x="48808" y="34282"/>
                  </a:lnTo>
                  <a:lnTo>
                    <a:pt x="48995" y="34936"/>
                  </a:lnTo>
                  <a:lnTo>
                    <a:pt x="49182" y="35769"/>
                  </a:lnTo>
                  <a:lnTo>
                    <a:pt x="49369" y="36601"/>
                  </a:lnTo>
                  <a:lnTo>
                    <a:pt x="49556" y="37433"/>
                  </a:lnTo>
                  <a:lnTo>
                    <a:pt x="49743" y="38292"/>
                  </a:lnTo>
                  <a:lnTo>
                    <a:pt x="49930" y="39300"/>
                  </a:lnTo>
                  <a:lnTo>
                    <a:pt x="50117" y="40350"/>
                  </a:lnTo>
                  <a:lnTo>
                    <a:pt x="50304" y="41200"/>
                  </a:lnTo>
                  <a:lnTo>
                    <a:pt x="50491" y="42225"/>
                  </a:lnTo>
                  <a:lnTo>
                    <a:pt x="50678" y="43356"/>
                  </a:lnTo>
                  <a:lnTo>
                    <a:pt x="50864" y="44366"/>
                  </a:lnTo>
                  <a:lnTo>
                    <a:pt x="51051" y="45362"/>
                  </a:lnTo>
                  <a:lnTo>
                    <a:pt x="51238" y="46217"/>
                  </a:lnTo>
                  <a:lnTo>
                    <a:pt x="51425" y="46596"/>
                  </a:lnTo>
                  <a:lnTo>
                    <a:pt x="51612" y="46963"/>
                  </a:lnTo>
                  <a:lnTo>
                    <a:pt x="51799" y="47234"/>
                  </a:lnTo>
                  <a:lnTo>
                    <a:pt x="51986" y="47572"/>
                  </a:lnTo>
                  <a:lnTo>
                    <a:pt x="52173" y="48103"/>
                  </a:lnTo>
                  <a:lnTo>
                    <a:pt x="52360" y="48689"/>
                  </a:lnTo>
                  <a:lnTo>
                    <a:pt x="52547" y="49245"/>
                  </a:lnTo>
                  <a:lnTo>
                    <a:pt x="52734" y="49863"/>
                  </a:lnTo>
                  <a:lnTo>
                    <a:pt x="52921" y="50493"/>
                  </a:lnTo>
                  <a:lnTo>
                    <a:pt x="53107" y="51317"/>
                  </a:lnTo>
                  <a:lnTo>
                    <a:pt x="53294" y="51990"/>
                  </a:lnTo>
                  <a:lnTo>
                    <a:pt x="53481" y="52675"/>
                  </a:lnTo>
                  <a:lnTo>
                    <a:pt x="53668" y="53320"/>
                  </a:lnTo>
                  <a:lnTo>
                    <a:pt x="53855" y="54076"/>
                  </a:lnTo>
                  <a:lnTo>
                    <a:pt x="54042" y="54889"/>
                  </a:lnTo>
                  <a:lnTo>
                    <a:pt x="54229" y="55725"/>
                  </a:lnTo>
                  <a:lnTo>
                    <a:pt x="54416" y="56484"/>
                  </a:lnTo>
                  <a:lnTo>
                    <a:pt x="54603" y="57273"/>
                  </a:lnTo>
                  <a:lnTo>
                    <a:pt x="54776" y="5798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155421" y="3229727"/>
              <a:ext cx="2169" cy="1434"/>
            </a:xfrm>
            <a:custGeom>
              <a:avLst/>
              <a:pathLst>
                <a:path w="2169" h="1434">
                  <a:moveTo>
                    <a:pt x="0" y="1434"/>
                  </a:moveTo>
                  <a:lnTo>
                    <a:pt x="35" y="1343"/>
                  </a:lnTo>
                  <a:lnTo>
                    <a:pt x="222" y="867"/>
                  </a:lnTo>
                  <a:lnTo>
                    <a:pt x="409" y="472"/>
                  </a:lnTo>
                  <a:lnTo>
                    <a:pt x="596" y="239"/>
                  </a:lnTo>
                  <a:lnTo>
                    <a:pt x="783" y="140"/>
                  </a:lnTo>
                  <a:lnTo>
                    <a:pt x="970" y="41"/>
                  </a:lnTo>
                  <a:lnTo>
                    <a:pt x="1157" y="0"/>
                  </a:lnTo>
                  <a:lnTo>
                    <a:pt x="1344" y="41"/>
                  </a:lnTo>
                  <a:lnTo>
                    <a:pt x="1531" y="195"/>
                  </a:lnTo>
                  <a:lnTo>
                    <a:pt x="1718" y="384"/>
                  </a:lnTo>
                  <a:lnTo>
                    <a:pt x="1904" y="636"/>
                  </a:lnTo>
                  <a:lnTo>
                    <a:pt x="2091" y="1187"/>
                  </a:lnTo>
                  <a:lnTo>
                    <a:pt x="2169" y="143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7227536" y="3053490"/>
              <a:ext cx="236776" cy="177672"/>
            </a:xfrm>
            <a:custGeom>
              <a:avLst/>
              <a:pathLst>
                <a:path w="236776" h="177672">
                  <a:moveTo>
                    <a:pt x="0" y="177672"/>
                  </a:moveTo>
                  <a:lnTo>
                    <a:pt x="72" y="177380"/>
                  </a:lnTo>
                  <a:lnTo>
                    <a:pt x="258" y="176600"/>
                  </a:lnTo>
                  <a:lnTo>
                    <a:pt x="445" y="175710"/>
                  </a:lnTo>
                  <a:lnTo>
                    <a:pt x="632" y="174754"/>
                  </a:lnTo>
                  <a:lnTo>
                    <a:pt x="819" y="173724"/>
                  </a:lnTo>
                  <a:lnTo>
                    <a:pt x="1006" y="172815"/>
                  </a:lnTo>
                  <a:lnTo>
                    <a:pt x="1193" y="171963"/>
                  </a:lnTo>
                  <a:lnTo>
                    <a:pt x="1380" y="171250"/>
                  </a:lnTo>
                  <a:lnTo>
                    <a:pt x="1567" y="170610"/>
                  </a:lnTo>
                  <a:lnTo>
                    <a:pt x="1754" y="169818"/>
                  </a:lnTo>
                  <a:lnTo>
                    <a:pt x="1941" y="168893"/>
                  </a:lnTo>
                  <a:lnTo>
                    <a:pt x="2128" y="167871"/>
                  </a:lnTo>
                  <a:lnTo>
                    <a:pt x="2315" y="166553"/>
                  </a:lnTo>
                  <a:lnTo>
                    <a:pt x="2502" y="165162"/>
                  </a:lnTo>
                  <a:lnTo>
                    <a:pt x="2688" y="163732"/>
                  </a:lnTo>
                  <a:lnTo>
                    <a:pt x="2875" y="162340"/>
                  </a:lnTo>
                  <a:lnTo>
                    <a:pt x="3062" y="161001"/>
                  </a:lnTo>
                  <a:lnTo>
                    <a:pt x="3249" y="159657"/>
                  </a:lnTo>
                  <a:lnTo>
                    <a:pt x="3436" y="158102"/>
                  </a:lnTo>
                  <a:lnTo>
                    <a:pt x="3623" y="156441"/>
                  </a:lnTo>
                  <a:lnTo>
                    <a:pt x="3810" y="154791"/>
                  </a:lnTo>
                  <a:lnTo>
                    <a:pt x="3997" y="152941"/>
                  </a:lnTo>
                  <a:lnTo>
                    <a:pt x="4184" y="151077"/>
                  </a:lnTo>
                  <a:lnTo>
                    <a:pt x="4371" y="149248"/>
                  </a:lnTo>
                  <a:lnTo>
                    <a:pt x="4558" y="147337"/>
                  </a:lnTo>
                  <a:lnTo>
                    <a:pt x="4745" y="145588"/>
                  </a:lnTo>
                  <a:lnTo>
                    <a:pt x="4932" y="143995"/>
                  </a:lnTo>
                  <a:lnTo>
                    <a:pt x="5118" y="142525"/>
                  </a:lnTo>
                  <a:lnTo>
                    <a:pt x="5305" y="140886"/>
                  </a:lnTo>
                  <a:lnTo>
                    <a:pt x="5492" y="139124"/>
                  </a:lnTo>
                  <a:lnTo>
                    <a:pt x="5679" y="137118"/>
                  </a:lnTo>
                  <a:lnTo>
                    <a:pt x="5866" y="134936"/>
                  </a:lnTo>
                  <a:lnTo>
                    <a:pt x="6053" y="132680"/>
                  </a:lnTo>
                  <a:lnTo>
                    <a:pt x="6240" y="130601"/>
                  </a:lnTo>
                  <a:lnTo>
                    <a:pt x="6427" y="128640"/>
                  </a:lnTo>
                  <a:lnTo>
                    <a:pt x="6614" y="126696"/>
                  </a:lnTo>
                  <a:lnTo>
                    <a:pt x="6801" y="124929"/>
                  </a:lnTo>
                  <a:lnTo>
                    <a:pt x="6988" y="123047"/>
                  </a:lnTo>
                  <a:lnTo>
                    <a:pt x="7175" y="121019"/>
                  </a:lnTo>
                  <a:lnTo>
                    <a:pt x="7361" y="118873"/>
                  </a:lnTo>
                  <a:lnTo>
                    <a:pt x="7548" y="116630"/>
                  </a:lnTo>
                  <a:lnTo>
                    <a:pt x="7735" y="114475"/>
                  </a:lnTo>
                  <a:lnTo>
                    <a:pt x="7922" y="112529"/>
                  </a:lnTo>
                  <a:lnTo>
                    <a:pt x="8109" y="110613"/>
                  </a:lnTo>
                  <a:lnTo>
                    <a:pt x="8296" y="108898"/>
                  </a:lnTo>
                  <a:lnTo>
                    <a:pt x="8483" y="107429"/>
                  </a:lnTo>
                  <a:lnTo>
                    <a:pt x="8670" y="105958"/>
                  </a:lnTo>
                  <a:lnTo>
                    <a:pt x="8857" y="104680"/>
                  </a:lnTo>
                  <a:lnTo>
                    <a:pt x="9044" y="103449"/>
                  </a:lnTo>
                  <a:lnTo>
                    <a:pt x="9231" y="102276"/>
                  </a:lnTo>
                  <a:lnTo>
                    <a:pt x="9418" y="101026"/>
                  </a:lnTo>
                  <a:lnTo>
                    <a:pt x="9605" y="99959"/>
                  </a:lnTo>
                  <a:lnTo>
                    <a:pt x="9791" y="98857"/>
                  </a:lnTo>
                  <a:lnTo>
                    <a:pt x="9978" y="97771"/>
                  </a:lnTo>
                  <a:lnTo>
                    <a:pt x="10165" y="96972"/>
                  </a:lnTo>
                  <a:lnTo>
                    <a:pt x="10352" y="96223"/>
                  </a:lnTo>
                  <a:lnTo>
                    <a:pt x="10539" y="95367"/>
                  </a:lnTo>
                  <a:lnTo>
                    <a:pt x="10726" y="94576"/>
                  </a:lnTo>
                  <a:lnTo>
                    <a:pt x="10913" y="93739"/>
                  </a:lnTo>
                  <a:lnTo>
                    <a:pt x="11100" y="92967"/>
                  </a:lnTo>
                  <a:lnTo>
                    <a:pt x="11287" y="92237"/>
                  </a:lnTo>
                  <a:lnTo>
                    <a:pt x="11474" y="91702"/>
                  </a:lnTo>
                  <a:lnTo>
                    <a:pt x="11661" y="91401"/>
                  </a:lnTo>
                  <a:lnTo>
                    <a:pt x="11848" y="91115"/>
                  </a:lnTo>
                  <a:lnTo>
                    <a:pt x="12034" y="90737"/>
                  </a:lnTo>
                  <a:lnTo>
                    <a:pt x="12221" y="90557"/>
                  </a:lnTo>
                  <a:lnTo>
                    <a:pt x="12408" y="90773"/>
                  </a:lnTo>
                  <a:lnTo>
                    <a:pt x="12595" y="90962"/>
                  </a:lnTo>
                  <a:lnTo>
                    <a:pt x="12782" y="91262"/>
                  </a:lnTo>
                  <a:lnTo>
                    <a:pt x="12969" y="91767"/>
                  </a:lnTo>
                  <a:lnTo>
                    <a:pt x="13156" y="92334"/>
                  </a:lnTo>
                  <a:lnTo>
                    <a:pt x="13343" y="92969"/>
                  </a:lnTo>
                  <a:lnTo>
                    <a:pt x="13530" y="93302"/>
                  </a:lnTo>
                  <a:lnTo>
                    <a:pt x="13717" y="93627"/>
                  </a:lnTo>
                  <a:lnTo>
                    <a:pt x="13904" y="93669"/>
                  </a:lnTo>
                  <a:lnTo>
                    <a:pt x="14091" y="93630"/>
                  </a:lnTo>
                  <a:lnTo>
                    <a:pt x="14278" y="93557"/>
                  </a:lnTo>
                  <a:lnTo>
                    <a:pt x="14464" y="93189"/>
                  </a:lnTo>
                  <a:lnTo>
                    <a:pt x="14651" y="92802"/>
                  </a:lnTo>
                  <a:lnTo>
                    <a:pt x="14838" y="92287"/>
                  </a:lnTo>
                  <a:lnTo>
                    <a:pt x="15025" y="91633"/>
                  </a:lnTo>
                  <a:lnTo>
                    <a:pt x="15212" y="90696"/>
                  </a:lnTo>
                  <a:lnTo>
                    <a:pt x="15399" y="89513"/>
                  </a:lnTo>
                  <a:lnTo>
                    <a:pt x="15586" y="88143"/>
                  </a:lnTo>
                  <a:lnTo>
                    <a:pt x="15773" y="86648"/>
                  </a:lnTo>
                  <a:lnTo>
                    <a:pt x="15960" y="85095"/>
                  </a:lnTo>
                  <a:lnTo>
                    <a:pt x="16147" y="83558"/>
                  </a:lnTo>
                  <a:lnTo>
                    <a:pt x="16334" y="81896"/>
                  </a:lnTo>
                  <a:lnTo>
                    <a:pt x="16521" y="80197"/>
                  </a:lnTo>
                  <a:lnTo>
                    <a:pt x="16708" y="78752"/>
                  </a:lnTo>
                  <a:lnTo>
                    <a:pt x="16894" y="77171"/>
                  </a:lnTo>
                  <a:lnTo>
                    <a:pt x="17081" y="75622"/>
                  </a:lnTo>
                  <a:lnTo>
                    <a:pt x="17268" y="74082"/>
                  </a:lnTo>
                  <a:lnTo>
                    <a:pt x="17455" y="72208"/>
                  </a:lnTo>
                  <a:lnTo>
                    <a:pt x="17642" y="70240"/>
                  </a:lnTo>
                  <a:lnTo>
                    <a:pt x="17829" y="67991"/>
                  </a:lnTo>
                  <a:lnTo>
                    <a:pt x="18016" y="65649"/>
                  </a:lnTo>
                  <a:lnTo>
                    <a:pt x="18203" y="63318"/>
                  </a:lnTo>
                  <a:lnTo>
                    <a:pt x="18390" y="60819"/>
                  </a:lnTo>
                  <a:lnTo>
                    <a:pt x="18577" y="58127"/>
                  </a:lnTo>
                  <a:lnTo>
                    <a:pt x="18764" y="55755"/>
                  </a:lnTo>
                  <a:lnTo>
                    <a:pt x="18951" y="53442"/>
                  </a:lnTo>
                  <a:lnTo>
                    <a:pt x="19137" y="51485"/>
                  </a:lnTo>
                  <a:lnTo>
                    <a:pt x="19324" y="49682"/>
                  </a:lnTo>
                  <a:lnTo>
                    <a:pt x="19511" y="47865"/>
                  </a:lnTo>
                  <a:lnTo>
                    <a:pt x="19698" y="46346"/>
                  </a:lnTo>
                  <a:lnTo>
                    <a:pt x="19885" y="44923"/>
                  </a:lnTo>
                  <a:lnTo>
                    <a:pt x="20072" y="43576"/>
                  </a:lnTo>
                  <a:lnTo>
                    <a:pt x="20259" y="42532"/>
                  </a:lnTo>
                  <a:lnTo>
                    <a:pt x="20446" y="41458"/>
                  </a:lnTo>
                  <a:lnTo>
                    <a:pt x="20633" y="40401"/>
                  </a:lnTo>
                  <a:lnTo>
                    <a:pt x="20820" y="39302"/>
                  </a:lnTo>
                  <a:lnTo>
                    <a:pt x="21007" y="37992"/>
                  </a:lnTo>
                  <a:lnTo>
                    <a:pt x="21194" y="36605"/>
                  </a:lnTo>
                  <a:lnTo>
                    <a:pt x="21381" y="35331"/>
                  </a:lnTo>
                  <a:lnTo>
                    <a:pt x="21567" y="33996"/>
                  </a:lnTo>
                  <a:lnTo>
                    <a:pt x="21754" y="32894"/>
                  </a:lnTo>
                  <a:lnTo>
                    <a:pt x="21941" y="31789"/>
                  </a:lnTo>
                  <a:lnTo>
                    <a:pt x="22128" y="30746"/>
                  </a:lnTo>
                  <a:lnTo>
                    <a:pt x="22315" y="29815"/>
                  </a:lnTo>
                  <a:lnTo>
                    <a:pt x="22502" y="28851"/>
                  </a:lnTo>
                  <a:lnTo>
                    <a:pt x="22689" y="28094"/>
                  </a:lnTo>
                  <a:lnTo>
                    <a:pt x="22876" y="27241"/>
                  </a:lnTo>
                  <a:lnTo>
                    <a:pt x="23063" y="26258"/>
                  </a:lnTo>
                  <a:lnTo>
                    <a:pt x="23250" y="25111"/>
                  </a:lnTo>
                  <a:lnTo>
                    <a:pt x="23437" y="24083"/>
                  </a:lnTo>
                  <a:lnTo>
                    <a:pt x="23624" y="22964"/>
                  </a:lnTo>
                  <a:lnTo>
                    <a:pt x="23811" y="21760"/>
                  </a:lnTo>
                  <a:lnTo>
                    <a:pt x="23997" y="20628"/>
                  </a:lnTo>
                  <a:lnTo>
                    <a:pt x="24184" y="19561"/>
                  </a:lnTo>
                  <a:lnTo>
                    <a:pt x="24371" y="18578"/>
                  </a:lnTo>
                  <a:lnTo>
                    <a:pt x="24558" y="17635"/>
                  </a:lnTo>
                  <a:lnTo>
                    <a:pt x="24745" y="16921"/>
                  </a:lnTo>
                  <a:lnTo>
                    <a:pt x="24932" y="16119"/>
                  </a:lnTo>
                  <a:lnTo>
                    <a:pt x="25119" y="15432"/>
                  </a:lnTo>
                  <a:lnTo>
                    <a:pt x="25306" y="14955"/>
                  </a:lnTo>
                  <a:lnTo>
                    <a:pt x="25493" y="14361"/>
                  </a:lnTo>
                  <a:lnTo>
                    <a:pt x="25680" y="13445"/>
                  </a:lnTo>
                  <a:lnTo>
                    <a:pt x="25867" y="12324"/>
                  </a:lnTo>
                  <a:lnTo>
                    <a:pt x="26054" y="11142"/>
                  </a:lnTo>
                  <a:lnTo>
                    <a:pt x="26240" y="10093"/>
                  </a:lnTo>
                  <a:lnTo>
                    <a:pt x="26427" y="8819"/>
                  </a:lnTo>
                  <a:lnTo>
                    <a:pt x="26614" y="7630"/>
                  </a:lnTo>
                  <a:lnTo>
                    <a:pt x="26801" y="6673"/>
                  </a:lnTo>
                  <a:lnTo>
                    <a:pt x="26988" y="5841"/>
                  </a:lnTo>
                  <a:lnTo>
                    <a:pt x="27175" y="5178"/>
                  </a:lnTo>
                  <a:lnTo>
                    <a:pt x="27362" y="4677"/>
                  </a:lnTo>
                  <a:lnTo>
                    <a:pt x="27549" y="4250"/>
                  </a:lnTo>
                  <a:lnTo>
                    <a:pt x="27736" y="4078"/>
                  </a:lnTo>
                  <a:lnTo>
                    <a:pt x="27923" y="4070"/>
                  </a:lnTo>
                  <a:lnTo>
                    <a:pt x="28110" y="4186"/>
                  </a:lnTo>
                  <a:lnTo>
                    <a:pt x="28297" y="4335"/>
                  </a:lnTo>
                  <a:lnTo>
                    <a:pt x="28484" y="4607"/>
                  </a:lnTo>
                  <a:lnTo>
                    <a:pt x="28670" y="5130"/>
                  </a:lnTo>
                  <a:lnTo>
                    <a:pt x="28857" y="5447"/>
                  </a:lnTo>
                  <a:lnTo>
                    <a:pt x="29044" y="5933"/>
                  </a:lnTo>
                  <a:lnTo>
                    <a:pt x="29231" y="6496"/>
                  </a:lnTo>
                  <a:lnTo>
                    <a:pt x="29418" y="7063"/>
                  </a:lnTo>
                  <a:lnTo>
                    <a:pt x="29605" y="7298"/>
                  </a:lnTo>
                  <a:lnTo>
                    <a:pt x="29792" y="7539"/>
                  </a:lnTo>
                  <a:lnTo>
                    <a:pt x="29979" y="7896"/>
                  </a:lnTo>
                  <a:lnTo>
                    <a:pt x="30166" y="8260"/>
                  </a:lnTo>
                  <a:lnTo>
                    <a:pt x="30353" y="8514"/>
                  </a:lnTo>
                  <a:lnTo>
                    <a:pt x="30540" y="8583"/>
                  </a:lnTo>
                  <a:lnTo>
                    <a:pt x="30727" y="8635"/>
                  </a:lnTo>
                  <a:lnTo>
                    <a:pt x="30913" y="8512"/>
                  </a:lnTo>
                  <a:lnTo>
                    <a:pt x="31100" y="8362"/>
                  </a:lnTo>
                  <a:lnTo>
                    <a:pt x="31287" y="8114"/>
                  </a:lnTo>
                  <a:lnTo>
                    <a:pt x="31474" y="7753"/>
                  </a:lnTo>
                  <a:lnTo>
                    <a:pt x="31661" y="7315"/>
                  </a:lnTo>
                  <a:lnTo>
                    <a:pt x="31848" y="6818"/>
                  </a:lnTo>
                  <a:lnTo>
                    <a:pt x="32035" y="6201"/>
                  </a:lnTo>
                  <a:lnTo>
                    <a:pt x="32222" y="5516"/>
                  </a:lnTo>
                  <a:lnTo>
                    <a:pt x="32409" y="4587"/>
                  </a:lnTo>
                  <a:lnTo>
                    <a:pt x="32596" y="3626"/>
                  </a:lnTo>
                  <a:lnTo>
                    <a:pt x="32783" y="2726"/>
                  </a:lnTo>
                  <a:lnTo>
                    <a:pt x="32970" y="1753"/>
                  </a:lnTo>
                  <a:lnTo>
                    <a:pt x="33157" y="961"/>
                  </a:lnTo>
                  <a:lnTo>
                    <a:pt x="33343" y="413"/>
                  </a:lnTo>
                  <a:lnTo>
                    <a:pt x="33530" y="153"/>
                  </a:lnTo>
                  <a:lnTo>
                    <a:pt x="33717" y="0"/>
                  </a:lnTo>
                  <a:lnTo>
                    <a:pt x="33904" y="220"/>
                  </a:lnTo>
                  <a:lnTo>
                    <a:pt x="34091" y="675"/>
                  </a:lnTo>
                  <a:lnTo>
                    <a:pt x="34278" y="1216"/>
                  </a:lnTo>
                  <a:lnTo>
                    <a:pt x="34465" y="1618"/>
                  </a:lnTo>
                  <a:lnTo>
                    <a:pt x="34652" y="1872"/>
                  </a:lnTo>
                  <a:lnTo>
                    <a:pt x="34839" y="2162"/>
                  </a:lnTo>
                  <a:lnTo>
                    <a:pt x="35026" y="2477"/>
                  </a:lnTo>
                  <a:lnTo>
                    <a:pt x="35213" y="2697"/>
                  </a:lnTo>
                  <a:lnTo>
                    <a:pt x="35400" y="2853"/>
                  </a:lnTo>
                  <a:lnTo>
                    <a:pt x="35587" y="2954"/>
                  </a:lnTo>
                  <a:lnTo>
                    <a:pt x="35773" y="3038"/>
                  </a:lnTo>
                  <a:lnTo>
                    <a:pt x="35960" y="3235"/>
                  </a:lnTo>
                  <a:lnTo>
                    <a:pt x="36147" y="3256"/>
                  </a:lnTo>
                  <a:lnTo>
                    <a:pt x="36334" y="3273"/>
                  </a:lnTo>
                  <a:lnTo>
                    <a:pt x="36521" y="3298"/>
                  </a:lnTo>
                  <a:lnTo>
                    <a:pt x="36708" y="3348"/>
                  </a:lnTo>
                  <a:lnTo>
                    <a:pt x="36895" y="3236"/>
                  </a:lnTo>
                  <a:lnTo>
                    <a:pt x="37082" y="2760"/>
                  </a:lnTo>
                  <a:lnTo>
                    <a:pt x="37269" y="2165"/>
                  </a:lnTo>
                  <a:lnTo>
                    <a:pt x="37456" y="1761"/>
                  </a:lnTo>
                  <a:lnTo>
                    <a:pt x="37643" y="1406"/>
                  </a:lnTo>
                  <a:lnTo>
                    <a:pt x="37830" y="1135"/>
                  </a:lnTo>
                  <a:lnTo>
                    <a:pt x="38016" y="947"/>
                  </a:lnTo>
                  <a:lnTo>
                    <a:pt x="38203" y="843"/>
                  </a:lnTo>
                  <a:lnTo>
                    <a:pt x="38390" y="672"/>
                  </a:lnTo>
                  <a:lnTo>
                    <a:pt x="38577" y="623"/>
                  </a:lnTo>
                  <a:lnTo>
                    <a:pt x="38764" y="451"/>
                  </a:lnTo>
                  <a:lnTo>
                    <a:pt x="38951" y="418"/>
                  </a:lnTo>
                  <a:lnTo>
                    <a:pt x="39138" y="529"/>
                  </a:lnTo>
                  <a:lnTo>
                    <a:pt x="39325" y="748"/>
                  </a:lnTo>
                  <a:lnTo>
                    <a:pt x="39512" y="1039"/>
                  </a:lnTo>
                  <a:lnTo>
                    <a:pt x="39699" y="1626"/>
                  </a:lnTo>
                  <a:lnTo>
                    <a:pt x="39886" y="2394"/>
                  </a:lnTo>
                  <a:lnTo>
                    <a:pt x="40073" y="3215"/>
                  </a:lnTo>
                  <a:lnTo>
                    <a:pt x="40260" y="3957"/>
                  </a:lnTo>
                  <a:lnTo>
                    <a:pt x="40446" y="4633"/>
                  </a:lnTo>
                  <a:lnTo>
                    <a:pt x="40633" y="5310"/>
                  </a:lnTo>
                  <a:lnTo>
                    <a:pt x="40820" y="6210"/>
                  </a:lnTo>
                  <a:lnTo>
                    <a:pt x="41007" y="7175"/>
                  </a:lnTo>
                  <a:lnTo>
                    <a:pt x="41194" y="8140"/>
                  </a:lnTo>
                  <a:lnTo>
                    <a:pt x="41381" y="9250"/>
                  </a:lnTo>
                  <a:lnTo>
                    <a:pt x="41568" y="10359"/>
                  </a:lnTo>
                  <a:lnTo>
                    <a:pt x="41755" y="11462"/>
                  </a:lnTo>
                  <a:lnTo>
                    <a:pt x="41942" y="12629"/>
                  </a:lnTo>
                  <a:lnTo>
                    <a:pt x="42129" y="13717"/>
                  </a:lnTo>
                  <a:lnTo>
                    <a:pt x="42316" y="14718"/>
                  </a:lnTo>
                  <a:lnTo>
                    <a:pt x="42503" y="15661"/>
                  </a:lnTo>
                  <a:lnTo>
                    <a:pt x="42690" y="16946"/>
                  </a:lnTo>
                  <a:lnTo>
                    <a:pt x="42876" y="18300"/>
                  </a:lnTo>
                  <a:lnTo>
                    <a:pt x="43063" y="19752"/>
                  </a:lnTo>
                  <a:lnTo>
                    <a:pt x="43250" y="21335"/>
                  </a:lnTo>
                  <a:lnTo>
                    <a:pt x="43437" y="23015"/>
                  </a:lnTo>
                  <a:lnTo>
                    <a:pt x="43624" y="24492"/>
                  </a:lnTo>
                  <a:lnTo>
                    <a:pt x="43811" y="25557"/>
                  </a:lnTo>
                  <a:lnTo>
                    <a:pt x="43998" y="26524"/>
                  </a:lnTo>
                  <a:lnTo>
                    <a:pt x="44185" y="27175"/>
                  </a:lnTo>
                  <a:lnTo>
                    <a:pt x="44372" y="27844"/>
                  </a:lnTo>
                  <a:lnTo>
                    <a:pt x="44559" y="28556"/>
                  </a:lnTo>
                  <a:lnTo>
                    <a:pt x="44746" y="29392"/>
                  </a:lnTo>
                  <a:lnTo>
                    <a:pt x="44933" y="30271"/>
                  </a:lnTo>
                  <a:lnTo>
                    <a:pt x="45119" y="31591"/>
                  </a:lnTo>
                  <a:lnTo>
                    <a:pt x="45306" y="32831"/>
                  </a:lnTo>
                  <a:lnTo>
                    <a:pt x="45493" y="33895"/>
                  </a:lnTo>
                  <a:lnTo>
                    <a:pt x="45680" y="34792"/>
                  </a:lnTo>
                  <a:lnTo>
                    <a:pt x="45867" y="35722"/>
                  </a:lnTo>
                  <a:lnTo>
                    <a:pt x="46054" y="36775"/>
                  </a:lnTo>
                  <a:lnTo>
                    <a:pt x="46241" y="37761"/>
                  </a:lnTo>
                  <a:lnTo>
                    <a:pt x="46428" y="38760"/>
                  </a:lnTo>
                  <a:lnTo>
                    <a:pt x="46615" y="39926"/>
                  </a:lnTo>
                  <a:lnTo>
                    <a:pt x="46802" y="41127"/>
                  </a:lnTo>
                  <a:lnTo>
                    <a:pt x="46989" y="42363"/>
                  </a:lnTo>
                  <a:lnTo>
                    <a:pt x="47176" y="43618"/>
                  </a:lnTo>
                  <a:lnTo>
                    <a:pt x="47363" y="44651"/>
                  </a:lnTo>
                  <a:lnTo>
                    <a:pt x="47549" y="45271"/>
                  </a:lnTo>
                  <a:lnTo>
                    <a:pt x="47736" y="45838"/>
                  </a:lnTo>
                  <a:lnTo>
                    <a:pt x="47923" y="46300"/>
                  </a:lnTo>
                  <a:lnTo>
                    <a:pt x="48110" y="46633"/>
                  </a:lnTo>
                  <a:lnTo>
                    <a:pt x="48297" y="47110"/>
                  </a:lnTo>
                  <a:lnTo>
                    <a:pt x="48484" y="47646"/>
                  </a:lnTo>
                  <a:lnTo>
                    <a:pt x="48671" y="48014"/>
                  </a:lnTo>
                  <a:lnTo>
                    <a:pt x="48858" y="47911"/>
                  </a:lnTo>
                  <a:lnTo>
                    <a:pt x="49045" y="47826"/>
                  </a:lnTo>
                  <a:lnTo>
                    <a:pt x="49232" y="47825"/>
                  </a:lnTo>
                  <a:lnTo>
                    <a:pt x="49419" y="47982"/>
                  </a:lnTo>
                  <a:lnTo>
                    <a:pt x="49606" y="48047"/>
                  </a:lnTo>
                  <a:lnTo>
                    <a:pt x="49792" y="48046"/>
                  </a:lnTo>
                  <a:lnTo>
                    <a:pt x="49979" y="47809"/>
                  </a:lnTo>
                  <a:lnTo>
                    <a:pt x="50166" y="47470"/>
                  </a:lnTo>
                  <a:lnTo>
                    <a:pt x="50353" y="46911"/>
                  </a:lnTo>
                  <a:lnTo>
                    <a:pt x="50540" y="46274"/>
                  </a:lnTo>
                  <a:lnTo>
                    <a:pt x="50727" y="45621"/>
                  </a:lnTo>
                  <a:lnTo>
                    <a:pt x="50914" y="45340"/>
                  </a:lnTo>
                  <a:lnTo>
                    <a:pt x="51101" y="44936"/>
                  </a:lnTo>
                  <a:lnTo>
                    <a:pt x="51288" y="44787"/>
                  </a:lnTo>
                  <a:lnTo>
                    <a:pt x="51475" y="44609"/>
                  </a:lnTo>
                  <a:lnTo>
                    <a:pt x="51662" y="44548"/>
                  </a:lnTo>
                  <a:lnTo>
                    <a:pt x="51849" y="44647"/>
                  </a:lnTo>
                  <a:lnTo>
                    <a:pt x="52036" y="44707"/>
                  </a:lnTo>
                  <a:lnTo>
                    <a:pt x="52222" y="44746"/>
                  </a:lnTo>
                  <a:lnTo>
                    <a:pt x="52409" y="44906"/>
                  </a:lnTo>
                  <a:lnTo>
                    <a:pt x="52596" y="45200"/>
                  </a:lnTo>
                  <a:lnTo>
                    <a:pt x="52783" y="45753"/>
                  </a:lnTo>
                  <a:lnTo>
                    <a:pt x="52970" y="46588"/>
                  </a:lnTo>
                  <a:lnTo>
                    <a:pt x="53157" y="47715"/>
                  </a:lnTo>
                  <a:lnTo>
                    <a:pt x="53344" y="49062"/>
                  </a:lnTo>
                  <a:lnTo>
                    <a:pt x="53531" y="50552"/>
                  </a:lnTo>
                  <a:lnTo>
                    <a:pt x="53718" y="52140"/>
                  </a:lnTo>
                  <a:lnTo>
                    <a:pt x="53905" y="53943"/>
                  </a:lnTo>
                  <a:lnTo>
                    <a:pt x="54092" y="55501"/>
                  </a:lnTo>
                  <a:lnTo>
                    <a:pt x="54279" y="57254"/>
                  </a:lnTo>
                  <a:lnTo>
                    <a:pt x="54466" y="59112"/>
                  </a:lnTo>
                  <a:lnTo>
                    <a:pt x="54652" y="61018"/>
                  </a:lnTo>
                  <a:lnTo>
                    <a:pt x="54839" y="63210"/>
                  </a:lnTo>
                  <a:lnTo>
                    <a:pt x="55026" y="65431"/>
                  </a:lnTo>
                  <a:lnTo>
                    <a:pt x="55213" y="67932"/>
                  </a:lnTo>
                  <a:lnTo>
                    <a:pt x="55400" y="70551"/>
                  </a:lnTo>
                  <a:lnTo>
                    <a:pt x="55587" y="73233"/>
                  </a:lnTo>
                  <a:lnTo>
                    <a:pt x="55774" y="75862"/>
                  </a:lnTo>
                  <a:lnTo>
                    <a:pt x="55961" y="78638"/>
                  </a:lnTo>
                  <a:lnTo>
                    <a:pt x="56148" y="81133"/>
                  </a:lnTo>
                  <a:lnTo>
                    <a:pt x="56335" y="83511"/>
                  </a:lnTo>
                  <a:lnTo>
                    <a:pt x="56522" y="85474"/>
                  </a:lnTo>
                  <a:lnTo>
                    <a:pt x="56709" y="87251"/>
                  </a:lnTo>
                  <a:lnTo>
                    <a:pt x="56895" y="89076"/>
                  </a:lnTo>
                  <a:lnTo>
                    <a:pt x="57082" y="90603"/>
                  </a:lnTo>
                  <a:lnTo>
                    <a:pt x="57269" y="92034"/>
                  </a:lnTo>
                  <a:lnTo>
                    <a:pt x="57456" y="93484"/>
                  </a:lnTo>
                  <a:lnTo>
                    <a:pt x="57643" y="94687"/>
                  </a:lnTo>
                  <a:lnTo>
                    <a:pt x="57830" y="96080"/>
                  </a:lnTo>
                  <a:lnTo>
                    <a:pt x="58017" y="97414"/>
                  </a:lnTo>
                  <a:lnTo>
                    <a:pt x="58204" y="98830"/>
                  </a:lnTo>
                  <a:lnTo>
                    <a:pt x="58391" y="100365"/>
                  </a:lnTo>
                  <a:lnTo>
                    <a:pt x="58578" y="102030"/>
                  </a:lnTo>
                  <a:lnTo>
                    <a:pt x="58765" y="103868"/>
                  </a:lnTo>
                  <a:lnTo>
                    <a:pt x="58952" y="105791"/>
                  </a:lnTo>
                  <a:lnTo>
                    <a:pt x="59139" y="107624"/>
                  </a:lnTo>
                  <a:lnTo>
                    <a:pt x="59325" y="109497"/>
                  </a:lnTo>
                  <a:lnTo>
                    <a:pt x="59512" y="111338"/>
                  </a:lnTo>
                  <a:lnTo>
                    <a:pt x="59699" y="113214"/>
                  </a:lnTo>
                  <a:lnTo>
                    <a:pt x="59886" y="115122"/>
                  </a:lnTo>
                  <a:lnTo>
                    <a:pt x="60073" y="116883"/>
                  </a:lnTo>
                  <a:lnTo>
                    <a:pt x="60260" y="118560"/>
                  </a:lnTo>
                  <a:lnTo>
                    <a:pt x="60447" y="120198"/>
                  </a:lnTo>
                  <a:lnTo>
                    <a:pt x="60634" y="121913"/>
                  </a:lnTo>
                  <a:lnTo>
                    <a:pt x="60821" y="123525"/>
                  </a:lnTo>
                  <a:lnTo>
                    <a:pt x="61008" y="125079"/>
                  </a:lnTo>
                  <a:lnTo>
                    <a:pt x="61195" y="126601"/>
                  </a:lnTo>
                  <a:lnTo>
                    <a:pt x="61382" y="127816"/>
                  </a:lnTo>
                  <a:lnTo>
                    <a:pt x="61569" y="128804"/>
                  </a:lnTo>
                  <a:lnTo>
                    <a:pt x="61755" y="129522"/>
                  </a:lnTo>
                  <a:lnTo>
                    <a:pt x="61942" y="130140"/>
                  </a:lnTo>
                  <a:lnTo>
                    <a:pt x="62129" y="130555"/>
                  </a:lnTo>
                  <a:lnTo>
                    <a:pt x="62316" y="131042"/>
                  </a:lnTo>
                  <a:lnTo>
                    <a:pt x="62503" y="131449"/>
                  </a:lnTo>
                  <a:lnTo>
                    <a:pt x="62690" y="131806"/>
                  </a:lnTo>
                  <a:lnTo>
                    <a:pt x="62877" y="132328"/>
                  </a:lnTo>
                  <a:lnTo>
                    <a:pt x="63064" y="133270"/>
                  </a:lnTo>
                  <a:lnTo>
                    <a:pt x="63251" y="134244"/>
                  </a:lnTo>
                  <a:lnTo>
                    <a:pt x="63438" y="135356"/>
                  </a:lnTo>
                  <a:lnTo>
                    <a:pt x="63625" y="136408"/>
                  </a:lnTo>
                  <a:lnTo>
                    <a:pt x="63812" y="137640"/>
                  </a:lnTo>
                  <a:lnTo>
                    <a:pt x="63998" y="138962"/>
                  </a:lnTo>
                  <a:lnTo>
                    <a:pt x="64185" y="140469"/>
                  </a:lnTo>
                  <a:lnTo>
                    <a:pt x="64372" y="141960"/>
                  </a:lnTo>
                  <a:lnTo>
                    <a:pt x="64559" y="143249"/>
                  </a:lnTo>
                  <a:lnTo>
                    <a:pt x="64746" y="144470"/>
                  </a:lnTo>
                  <a:lnTo>
                    <a:pt x="64933" y="145502"/>
                  </a:lnTo>
                  <a:lnTo>
                    <a:pt x="65120" y="146352"/>
                  </a:lnTo>
                  <a:lnTo>
                    <a:pt x="65307" y="146984"/>
                  </a:lnTo>
                  <a:lnTo>
                    <a:pt x="65494" y="147281"/>
                  </a:lnTo>
                  <a:lnTo>
                    <a:pt x="65681" y="147253"/>
                  </a:lnTo>
                  <a:lnTo>
                    <a:pt x="65868" y="147098"/>
                  </a:lnTo>
                  <a:lnTo>
                    <a:pt x="66055" y="146678"/>
                  </a:lnTo>
                  <a:lnTo>
                    <a:pt x="66242" y="146194"/>
                  </a:lnTo>
                  <a:lnTo>
                    <a:pt x="66428" y="145467"/>
                  </a:lnTo>
                  <a:lnTo>
                    <a:pt x="66615" y="144382"/>
                  </a:lnTo>
                  <a:lnTo>
                    <a:pt x="66802" y="142971"/>
                  </a:lnTo>
                  <a:lnTo>
                    <a:pt x="66989" y="141358"/>
                  </a:lnTo>
                  <a:lnTo>
                    <a:pt x="67176" y="139463"/>
                  </a:lnTo>
                  <a:lnTo>
                    <a:pt x="67363" y="137446"/>
                  </a:lnTo>
                  <a:lnTo>
                    <a:pt x="67550" y="135234"/>
                  </a:lnTo>
                  <a:lnTo>
                    <a:pt x="67737" y="133103"/>
                  </a:lnTo>
                  <a:lnTo>
                    <a:pt x="67924" y="130883"/>
                  </a:lnTo>
                  <a:lnTo>
                    <a:pt x="68111" y="129028"/>
                  </a:lnTo>
                  <a:lnTo>
                    <a:pt x="68298" y="127304"/>
                  </a:lnTo>
                  <a:lnTo>
                    <a:pt x="68485" y="125967"/>
                  </a:lnTo>
                  <a:lnTo>
                    <a:pt x="68671" y="124695"/>
                  </a:lnTo>
                  <a:lnTo>
                    <a:pt x="68858" y="123567"/>
                  </a:lnTo>
                  <a:lnTo>
                    <a:pt x="69045" y="122415"/>
                  </a:lnTo>
                  <a:lnTo>
                    <a:pt x="69232" y="121227"/>
                  </a:lnTo>
                  <a:lnTo>
                    <a:pt x="69419" y="120329"/>
                  </a:lnTo>
                  <a:lnTo>
                    <a:pt x="69606" y="119645"/>
                  </a:lnTo>
                  <a:lnTo>
                    <a:pt x="69793" y="119285"/>
                  </a:lnTo>
                  <a:lnTo>
                    <a:pt x="69980" y="119105"/>
                  </a:lnTo>
                  <a:lnTo>
                    <a:pt x="70167" y="119005"/>
                  </a:lnTo>
                  <a:lnTo>
                    <a:pt x="70354" y="119162"/>
                  </a:lnTo>
                  <a:lnTo>
                    <a:pt x="70541" y="119610"/>
                  </a:lnTo>
                  <a:lnTo>
                    <a:pt x="70728" y="120083"/>
                  </a:lnTo>
                  <a:lnTo>
                    <a:pt x="70915" y="120410"/>
                  </a:lnTo>
                  <a:lnTo>
                    <a:pt x="71101" y="120584"/>
                  </a:lnTo>
                  <a:lnTo>
                    <a:pt x="71288" y="120449"/>
                  </a:lnTo>
                  <a:lnTo>
                    <a:pt x="71475" y="119952"/>
                  </a:lnTo>
                  <a:lnTo>
                    <a:pt x="71662" y="119427"/>
                  </a:lnTo>
                  <a:lnTo>
                    <a:pt x="71849" y="119165"/>
                  </a:lnTo>
                  <a:lnTo>
                    <a:pt x="72036" y="119218"/>
                  </a:lnTo>
                  <a:lnTo>
                    <a:pt x="72223" y="119170"/>
                  </a:lnTo>
                  <a:lnTo>
                    <a:pt x="72410" y="119190"/>
                  </a:lnTo>
                  <a:lnTo>
                    <a:pt x="72597" y="119290"/>
                  </a:lnTo>
                  <a:lnTo>
                    <a:pt x="72784" y="119362"/>
                  </a:lnTo>
                  <a:lnTo>
                    <a:pt x="72971" y="119315"/>
                  </a:lnTo>
                  <a:lnTo>
                    <a:pt x="73158" y="119116"/>
                  </a:lnTo>
                  <a:lnTo>
                    <a:pt x="73345" y="118870"/>
                  </a:lnTo>
                  <a:lnTo>
                    <a:pt x="73531" y="118762"/>
                  </a:lnTo>
                  <a:lnTo>
                    <a:pt x="73718" y="118654"/>
                  </a:lnTo>
                  <a:lnTo>
                    <a:pt x="73905" y="118545"/>
                  </a:lnTo>
                  <a:lnTo>
                    <a:pt x="74092" y="118482"/>
                  </a:lnTo>
                  <a:lnTo>
                    <a:pt x="74279" y="118266"/>
                  </a:lnTo>
                  <a:lnTo>
                    <a:pt x="74466" y="118620"/>
                  </a:lnTo>
                  <a:lnTo>
                    <a:pt x="74653" y="118920"/>
                  </a:lnTo>
                  <a:lnTo>
                    <a:pt x="74840" y="119078"/>
                  </a:lnTo>
                  <a:lnTo>
                    <a:pt x="75027" y="119218"/>
                  </a:lnTo>
                  <a:lnTo>
                    <a:pt x="75214" y="119358"/>
                  </a:lnTo>
                  <a:lnTo>
                    <a:pt x="75401" y="119497"/>
                  </a:lnTo>
                  <a:lnTo>
                    <a:pt x="75588" y="119659"/>
                  </a:lnTo>
                  <a:lnTo>
                    <a:pt x="75774" y="119908"/>
                  </a:lnTo>
                  <a:lnTo>
                    <a:pt x="75961" y="120146"/>
                  </a:lnTo>
                  <a:lnTo>
                    <a:pt x="76148" y="120390"/>
                  </a:lnTo>
                  <a:lnTo>
                    <a:pt x="76335" y="120467"/>
                  </a:lnTo>
                  <a:lnTo>
                    <a:pt x="76522" y="120544"/>
                  </a:lnTo>
                  <a:lnTo>
                    <a:pt x="76709" y="120620"/>
                  </a:lnTo>
                  <a:lnTo>
                    <a:pt x="76896" y="120704"/>
                  </a:lnTo>
                  <a:lnTo>
                    <a:pt x="77083" y="120925"/>
                  </a:lnTo>
                  <a:lnTo>
                    <a:pt x="77270" y="120982"/>
                  </a:lnTo>
                  <a:lnTo>
                    <a:pt x="77457" y="121121"/>
                  </a:lnTo>
                  <a:lnTo>
                    <a:pt x="77644" y="121121"/>
                  </a:lnTo>
                  <a:lnTo>
                    <a:pt x="77831" y="121121"/>
                  </a:lnTo>
                  <a:lnTo>
                    <a:pt x="78018" y="121121"/>
                  </a:lnTo>
                  <a:lnTo>
                    <a:pt x="78204" y="121121"/>
                  </a:lnTo>
                  <a:lnTo>
                    <a:pt x="78391" y="121121"/>
                  </a:lnTo>
                  <a:lnTo>
                    <a:pt x="78578" y="121121"/>
                  </a:lnTo>
                  <a:lnTo>
                    <a:pt x="78765" y="121121"/>
                  </a:lnTo>
                  <a:lnTo>
                    <a:pt x="78952" y="121121"/>
                  </a:lnTo>
                  <a:lnTo>
                    <a:pt x="79139" y="121121"/>
                  </a:lnTo>
                  <a:lnTo>
                    <a:pt x="79326" y="121121"/>
                  </a:lnTo>
                  <a:lnTo>
                    <a:pt x="79513" y="121121"/>
                  </a:lnTo>
                  <a:lnTo>
                    <a:pt x="79700" y="121121"/>
                  </a:lnTo>
                  <a:lnTo>
                    <a:pt x="79887" y="121121"/>
                  </a:lnTo>
                  <a:lnTo>
                    <a:pt x="80074" y="121254"/>
                  </a:lnTo>
                  <a:lnTo>
                    <a:pt x="80261" y="121461"/>
                  </a:lnTo>
                  <a:lnTo>
                    <a:pt x="80448" y="121826"/>
                  </a:lnTo>
                  <a:lnTo>
                    <a:pt x="80634" y="122191"/>
                  </a:lnTo>
                  <a:lnTo>
                    <a:pt x="80821" y="122557"/>
                  </a:lnTo>
                  <a:lnTo>
                    <a:pt x="81008" y="122931"/>
                  </a:lnTo>
                  <a:lnTo>
                    <a:pt x="81195" y="123639"/>
                  </a:lnTo>
                  <a:lnTo>
                    <a:pt x="81382" y="124445"/>
                  </a:lnTo>
                  <a:lnTo>
                    <a:pt x="81569" y="125391"/>
                  </a:lnTo>
                  <a:lnTo>
                    <a:pt x="81756" y="126565"/>
                  </a:lnTo>
                  <a:lnTo>
                    <a:pt x="81943" y="127916"/>
                  </a:lnTo>
                  <a:lnTo>
                    <a:pt x="82130" y="129267"/>
                  </a:lnTo>
                  <a:lnTo>
                    <a:pt x="82317" y="130624"/>
                  </a:lnTo>
                  <a:lnTo>
                    <a:pt x="82504" y="131426"/>
                  </a:lnTo>
                  <a:lnTo>
                    <a:pt x="82691" y="132089"/>
                  </a:lnTo>
                  <a:lnTo>
                    <a:pt x="82877" y="132851"/>
                  </a:lnTo>
                  <a:lnTo>
                    <a:pt x="83064" y="133638"/>
                  </a:lnTo>
                  <a:lnTo>
                    <a:pt x="83251" y="134103"/>
                  </a:lnTo>
                  <a:lnTo>
                    <a:pt x="83438" y="134567"/>
                  </a:lnTo>
                  <a:lnTo>
                    <a:pt x="83625" y="135081"/>
                  </a:lnTo>
                  <a:lnTo>
                    <a:pt x="83812" y="135504"/>
                  </a:lnTo>
                  <a:lnTo>
                    <a:pt x="83999" y="135758"/>
                  </a:lnTo>
                  <a:lnTo>
                    <a:pt x="84186" y="135978"/>
                  </a:lnTo>
                  <a:lnTo>
                    <a:pt x="84373" y="136163"/>
                  </a:lnTo>
                  <a:lnTo>
                    <a:pt x="84560" y="136275"/>
                  </a:lnTo>
                  <a:lnTo>
                    <a:pt x="84747" y="136434"/>
                  </a:lnTo>
                  <a:lnTo>
                    <a:pt x="84934" y="136619"/>
                  </a:lnTo>
                  <a:lnTo>
                    <a:pt x="85121" y="136649"/>
                  </a:lnTo>
                  <a:lnTo>
                    <a:pt x="85307" y="136785"/>
                  </a:lnTo>
                  <a:lnTo>
                    <a:pt x="85494" y="136984"/>
                  </a:lnTo>
                  <a:lnTo>
                    <a:pt x="85681" y="137038"/>
                  </a:lnTo>
                  <a:lnTo>
                    <a:pt x="85868" y="137035"/>
                  </a:lnTo>
                  <a:lnTo>
                    <a:pt x="86055" y="137185"/>
                  </a:lnTo>
                  <a:lnTo>
                    <a:pt x="86242" y="137597"/>
                  </a:lnTo>
                  <a:lnTo>
                    <a:pt x="86429" y="137925"/>
                  </a:lnTo>
                  <a:lnTo>
                    <a:pt x="86616" y="138169"/>
                  </a:lnTo>
                  <a:lnTo>
                    <a:pt x="86803" y="138256"/>
                  </a:lnTo>
                  <a:lnTo>
                    <a:pt x="86990" y="138434"/>
                  </a:lnTo>
                  <a:lnTo>
                    <a:pt x="87177" y="138679"/>
                  </a:lnTo>
                  <a:lnTo>
                    <a:pt x="87364" y="139065"/>
                  </a:lnTo>
                  <a:lnTo>
                    <a:pt x="87550" y="139475"/>
                  </a:lnTo>
                  <a:lnTo>
                    <a:pt x="87737" y="139919"/>
                  </a:lnTo>
                  <a:lnTo>
                    <a:pt x="87924" y="140403"/>
                  </a:lnTo>
                  <a:lnTo>
                    <a:pt x="88111" y="140919"/>
                  </a:lnTo>
                  <a:lnTo>
                    <a:pt x="88298" y="141377"/>
                  </a:lnTo>
                  <a:lnTo>
                    <a:pt x="88485" y="141913"/>
                  </a:lnTo>
                  <a:lnTo>
                    <a:pt x="88672" y="142378"/>
                  </a:lnTo>
                  <a:lnTo>
                    <a:pt x="88859" y="142846"/>
                  </a:lnTo>
                  <a:lnTo>
                    <a:pt x="89046" y="143184"/>
                  </a:lnTo>
                  <a:lnTo>
                    <a:pt x="89233" y="143555"/>
                  </a:lnTo>
                  <a:lnTo>
                    <a:pt x="89420" y="144038"/>
                  </a:lnTo>
                  <a:lnTo>
                    <a:pt x="89607" y="144570"/>
                  </a:lnTo>
                  <a:lnTo>
                    <a:pt x="89794" y="145042"/>
                  </a:lnTo>
                  <a:lnTo>
                    <a:pt x="89980" y="145404"/>
                  </a:lnTo>
                  <a:lnTo>
                    <a:pt x="90167" y="145597"/>
                  </a:lnTo>
                  <a:lnTo>
                    <a:pt x="90354" y="145639"/>
                  </a:lnTo>
                  <a:lnTo>
                    <a:pt x="90541" y="145597"/>
                  </a:lnTo>
                  <a:lnTo>
                    <a:pt x="90728" y="145523"/>
                  </a:lnTo>
                  <a:lnTo>
                    <a:pt x="90915" y="145416"/>
                  </a:lnTo>
                  <a:lnTo>
                    <a:pt x="91102" y="145340"/>
                  </a:lnTo>
                  <a:lnTo>
                    <a:pt x="91289" y="145166"/>
                  </a:lnTo>
                  <a:lnTo>
                    <a:pt x="91476" y="145063"/>
                  </a:lnTo>
                  <a:lnTo>
                    <a:pt x="91663" y="144996"/>
                  </a:lnTo>
                  <a:lnTo>
                    <a:pt x="91850" y="144917"/>
                  </a:lnTo>
                  <a:lnTo>
                    <a:pt x="92037" y="144760"/>
                  </a:lnTo>
                  <a:lnTo>
                    <a:pt x="92224" y="144488"/>
                  </a:lnTo>
                  <a:lnTo>
                    <a:pt x="92410" y="144087"/>
                  </a:lnTo>
                  <a:lnTo>
                    <a:pt x="92597" y="143696"/>
                  </a:lnTo>
                  <a:lnTo>
                    <a:pt x="92784" y="143363"/>
                  </a:lnTo>
                  <a:lnTo>
                    <a:pt x="92971" y="143017"/>
                  </a:lnTo>
                  <a:lnTo>
                    <a:pt x="93158" y="142759"/>
                  </a:lnTo>
                  <a:lnTo>
                    <a:pt x="93345" y="142500"/>
                  </a:lnTo>
                  <a:lnTo>
                    <a:pt x="93532" y="142242"/>
                  </a:lnTo>
                  <a:lnTo>
                    <a:pt x="93719" y="141983"/>
                  </a:lnTo>
                  <a:lnTo>
                    <a:pt x="93906" y="141725"/>
                  </a:lnTo>
                  <a:lnTo>
                    <a:pt x="94093" y="141466"/>
                  </a:lnTo>
                  <a:lnTo>
                    <a:pt x="94280" y="141208"/>
                  </a:lnTo>
                  <a:lnTo>
                    <a:pt x="94467" y="140949"/>
                  </a:lnTo>
                  <a:lnTo>
                    <a:pt x="94653" y="140691"/>
                  </a:lnTo>
                  <a:lnTo>
                    <a:pt x="94840" y="140481"/>
                  </a:lnTo>
                  <a:lnTo>
                    <a:pt x="95027" y="140319"/>
                  </a:lnTo>
                  <a:lnTo>
                    <a:pt x="95214" y="140057"/>
                  </a:lnTo>
                  <a:lnTo>
                    <a:pt x="95401" y="139881"/>
                  </a:lnTo>
                  <a:lnTo>
                    <a:pt x="95588" y="139706"/>
                  </a:lnTo>
                  <a:lnTo>
                    <a:pt x="95775" y="139499"/>
                  </a:lnTo>
                  <a:lnTo>
                    <a:pt x="95962" y="139136"/>
                  </a:lnTo>
                  <a:lnTo>
                    <a:pt x="96149" y="138502"/>
                  </a:lnTo>
                  <a:lnTo>
                    <a:pt x="96336" y="137833"/>
                  </a:lnTo>
                  <a:lnTo>
                    <a:pt x="96523" y="137128"/>
                  </a:lnTo>
                  <a:lnTo>
                    <a:pt x="96710" y="136396"/>
                  </a:lnTo>
                  <a:lnTo>
                    <a:pt x="96897" y="135663"/>
                  </a:lnTo>
                  <a:lnTo>
                    <a:pt x="97083" y="134930"/>
                  </a:lnTo>
                  <a:lnTo>
                    <a:pt x="97270" y="134198"/>
                  </a:lnTo>
                  <a:lnTo>
                    <a:pt x="97457" y="133386"/>
                  </a:lnTo>
                  <a:lnTo>
                    <a:pt x="97644" y="132478"/>
                  </a:lnTo>
                  <a:lnTo>
                    <a:pt x="97831" y="131569"/>
                  </a:lnTo>
                  <a:lnTo>
                    <a:pt x="98018" y="130661"/>
                  </a:lnTo>
                  <a:lnTo>
                    <a:pt x="98205" y="129752"/>
                  </a:lnTo>
                  <a:lnTo>
                    <a:pt x="98392" y="128764"/>
                  </a:lnTo>
                  <a:lnTo>
                    <a:pt x="98579" y="127742"/>
                  </a:lnTo>
                  <a:lnTo>
                    <a:pt x="98766" y="126685"/>
                  </a:lnTo>
                  <a:lnTo>
                    <a:pt x="98953" y="125798"/>
                  </a:lnTo>
                  <a:lnTo>
                    <a:pt x="99140" y="125087"/>
                  </a:lnTo>
                  <a:lnTo>
                    <a:pt x="99327" y="124285"/>
                  </a:lnTo>
                  <a:lnTo>
                    <a:pt x="99513" y="123503"/>
                  </a:lnTo>
                  <a:lnTo>
                    <a:pt x="99700" y="122658"/>
                  </a:lnTo>
                  <a:lnTo>
                    <a:pt x="99887" y="121814"/>
                  </a:lnTo>
                  <a:lnTo>
                    <a:pt x="100074" y="120969"/>
                  </a:lnTo>
                  <a:lnTo>
                    <a:pt x="100261" y="120461"/>
                  </a:lnTo>
                  <a:lnTo>
                    <a:pt x="100448" y="120074"/>
                  </a:lnTo>
                  <a:lnTo>
                    <a:pt x="100635" y="119869"/>
                  </a:lnTo>
                  <a:lnTo>
                    <a:pt x="100822" y="119581"/>
                  </a:lnTo>
                  <a:lnTo>
                    <a:pt x="101009" y="119292"/>
                  </a:lnTo>
                  <a:lnTo>
                    <a:pt x="101196" y="119068"/>
                  </a:lnTo>
                  <a:lnTo>
                    <a:pt x="101383" y="118830"/>
                  </a:lnTo>
                  <a:lnTo>
                    <a:pt x="101570" y="118564"/>
                  </a:lnTo>
                  <a:lnTo>
                    <a:pt x="101756" y="118231"/>
                  </a:lnTo>
                  <a:lnTo>
                    <a:pt x="101943" y="117996"/>
                  </a:lnTo>
                  <a:lnTo>
                    <a:pt x="102130" y="117911"/>
                  </a:lnTo>
                  <a:lnTo>
                    <a:pt x="102317" y="117808"/>
                  </a:lnTo>
                  <a:lnTo>
                    <a:pt x="102504" y="117723"/>
                  </a:lnTo>
                  <a:lnTo>
                    <a:pt x="102691" y="117718"/>
                  </a:lnTo>
                  <a:lnTo>
                    <a:pt x="102878" y="117880"/>
                  </a:lnTo>
                  <a:lnTo>
                    <a:pt x="103065" y="118155"/>
                  </a:lnTo>
                  <a:lnTo>
                    <a:pt x="103252" y="118423"/>
                  </a:lnTo>
                  <a:lnTo>
                    <a:pt x="103439" y="118878"/>
                  </a:lnTo>
                  <a:lnTo>
                    <a:pt x="103626" y="119306"/>
                  </a:lnTo>
                  <a:lnTo>
                    <a:pt x="103813" y="119770"/>
                  </a:lnTo>
                  <a:lnTo>
                    <a:pt x="104000" y="120498"/>
                  </a:lnTo>
                  <a:lnTo>
                    <a:pt x="104186" y="121629"/>
                  </a:lnTo>
                  <a:lnTo>
                    <a:pt x="104373" y="122899"/>
                  </a:lnTo>
                  <a:lnTo>
                    <a:pt x="104560" y="124501"/>
                  </a:lnTo>
                  <a:lnTo>
                    <a:pt x="104747" y="126161"/>
                  </a:lnTo>
                  <a:lnTo>
                    <a:pt x="104934" y="128156"/>
                  </a:lnTo>
                  <a:lnTo>
                    <a:pt x="105121" y="130253"/>
                  </a:lnTo>
                  <a:lnTo>
                    <a:pt x="105308" y="132414"/>
                  </a:lnTo>
                  <a:lnTo>
                    <a:pt x="105495" y="134205"/>
                  </a:lnTo>
                  <a:lnTo>
                    <a:pt x="105682" y="135947"/>
                  </a:lnTo>
                  <a:lnTo>
                    <a:pt x="105869" y="137344"/>
                  </a:lnTo>
                  <a:lnTo>
                    <a:pt x="106056" y="138633"/>
                  </a:lnTo>
                  <a:lnTo>
                    <a:pt x="106243" y="139760"/>
                  </a:lnTo>
                  <a:lnTo>
                    <a:pt x="106429" y="141056"/>
                  </a:lnTo>
                  <a:lnTo>
                    <a:pt x="106616" y="142383"/>
                  </a:lnTo>
                  <a:lnTo>
                    <a:pt x="106803" y="143410"/>
                  </a:lnTo>
                  <a:lnTo>
                    <a:pt x="106990" y="144206"/>
                  </a:lnTo>
                  <a:lnTo>
                    <a:pt x="107177" y="144999"/>
                  </a:lnTo>
                  <a:lnTo>
                    <a:pt x="107364" y="145610"/>
                  </a:lnTo>
                  <a:lnTo>
                    <a:pt x="107551" y="145845"/>
                  </a:lnTo>
                  <a:lnTo>
                    <a:pt x="107738" y="145469"/>
                  </a:lnTo>
                  <a:lnTo>
                    <a:pt x="107925" y="144791"/>
                  </a:lnTo>
                  <a:lnTo>
                    <a:pt x="108112" y="143967"/>
                  </a:lnTo>
                  <a:lnTo>
                    <a:pt x="108299" y="143200"/>
                  </a:lnTo>
                  <a:lnTo>
                    <a:pt x="108486" y="142481"/>
                  </a:lnTo>
                  <a:lnTo>
                    <a:pt x="108673" y="141802"/>
                  </a:lnTo>
                  <a:lnTo>
                    <a:pt x="108859" y="141503"/>
                  </a:lnTo>
                  <a:lnTo>
                    <a:pt x="109046" y="141248"/>
                  </a:lnTo>
                  <a:lnTo>
                    <a:pt x="109233" y="140729"/>
                  </a:lnTo>
                  <a:lnTo>
                    <a:pt x="109420" y="140105"/>
                  </a:lnTo>
                  <a:lnTo>
                    <a:pt x="109607" y="139639"/>
                  </a:lnTo>
                  <a:lnTo>
                    <a:pt x="109794" y="139190"/>
                  </a:lnTo>
                  <a:lnTo>
                    <a:pt x="109981" y="138662"/>
                  </a:lnTo>
                  <a:lnTo>
                    <a:pt x="110168" y="138161"/>
                  </a:lnTo>
                  <a:lnTo>
                    <a:pt x="110355" y="138134"/>
                  </a:lnTo>
                  <a:lnTo>
                    <a:pt x="110542" y="138469"/>
                  </a:lnTo>
                  <a:lnTo>
                    <a:pt x="110729" y="138741"/>
                  </a:lnTo>
                  <a:lnTo>
                    <a:pt x="110916" y="138917"/>
                  </a:lnTo>
                  <a:lnTo>
                    <a:pt x="111103" y="139093"/>
                  </a:lnTo>
                  <a:lnTo>
                    <a:pt x="111289" y="139269"/>
                  </a:lnTo>
                  <a:lnTo>
                    <a:pt x="111476" y="139454"/>
                  </a:lnTo>
                  <a:lnTo>
                    <a:pt x="111663" y="139806"/>
                  </a:lnTo>
                  <a:lnTo>
                    <a:pt x="111850" y="139927"/>
                  </a:lnTo>
                  <a:lnTo>
                    <a:pt x="112037" y="140154"/>
                  </a:lnTo>
                  <a:lnTo>
                    <a:pt x="112224" y="140366"/>
                  </a:lnTo>
                  <a:lnTo>
                    <a:pt x="112411" y="140464"/>
                  </a:lnTo>
                  <a:lnTo>
                    <a:pt x="112598" y="140464"/>
                  </a:lnTo>
                  <a:lnTo>
                    <a:pt x="112785" y="140325"/>
                  </a:lnTo>
                  <a:lnTo>
                    <a:pt x="112972" y="140163"/>
                  </a:lnTo>
                  <a:lnTo>
                    <a:pt x="113159" y="139879"/>
                  </a:lnTo>
                  <a:lnTo>
                    <a:pt x="113346" y="139298"/>
                  </a:lnTo>
                  <a:lnTo>
                    <a:pt x="113532" y="138772"/>
                  </a:lnTo>
                  <a:lnTo>
                    <a:pt x="113719" y="138344"/>
                  </a:lnTo>
                  <a:lnTo>
                    <a:pt x="113906" y="138131"/>
                  </a:lnTo>
                  <a:lnTo>
                    <a:pt x="114093" y="137933"/>
                  </a:lnTo>
                  <a:lnTo>
                    <a:pt x="114280" y="137781"/>
                  </a:lnTo>
                  <a:lnTo>
                    <a:pt x="114467" y="137493"/>
                  </a:lnTo>
                  <a:lnTo>
                    <a:pt x="114654" y="137246"/>
                  </a:lnTo>
                  <a:lnTo>
                    <a:pt x="114841" y="136863"/>
                  </a:lnTo>
                  <a:lnTo>
                    <a:pt x="115028" y="136620"/>
                  </a:lnTo>
                  <a:lnTo>
                    <a:pt x="115215" y="136441"/>
                  </a:lnTo>
                  <a:lnTo>
                    <a:pt x="115402" y="136382"/>
                  </a:lnTo>
                  <a:lnTo>
                    <a:pt x="115589" y="136336"/>
                  </a:lnTo>
                  <a:lnTo>
                    <a:pt x="115776" y="135939"/>
                  </a:lnTo>
                  <a:lnTo>
                    <a:pt x="115962" y="135404"/>
                  </a:lnTo>
                  <a:lnTo>
                    <a:pt x="116149" y="134794"/>
                  </a:lnTo>
                  <a:lnTo>
                    <a:pt x="116336" y="134090"/>
                  </a:lnTo>
                  <a:lnTo>
                    <a:pt x="116523" y="133266"/>
                  </a:lnTo>
                  <a:lnTo>
                    <a:pt x="116710" y="132422"/>
                  </a:lnTo>
                  <a:lnTo>
                    <a:pt x="116897" y="131532"/>
                  </a:lnTo>
                  <a:lnTo>
                    <a:pt x="117084" y="130422"/>
                  </a:lnTo>
                  <a:lnTo>
                    <a:pt x="117271" y="129313"/>
                  </a:lnTo>
                  <a:lnTo>
                    <a:pt x="117458" y="128070"/>
                  </a:lnTo>
                  <a:lnTo>
                    <a:pt x="117645" y="126806"/>
                  </a:lnTo>
                  <a:lnTo>
                    <a:pt x="117832" y="125507"/>
                  </a:lnTo>
                  <a:lnTo>
                    <a:pt x="118019" y="124214"/>
                  </a:lnTo>
                  <a:lnTo>
                    <a:pt x="118205" y="122976"/>
                  </a:lnTo>
                  <a:lnTo>
                    <a:pt x="118392" y="121821"/>
                  </a:lnTo>
                  <a:lnTo>
                    <a:pt x="118579" y="120849"/>
                  </a:lnTo>
                  <a:lnTo>
                    <a:pt x="118766" y="120070"/>
                  </a:lnTo>
                  <a:lnTo>
                    <a:pt x="118953" y="119564"/>
                  </a:lnTo>
                  <a:lnTo>
                    <a:pt x="119140" y="119111"/>
                  </a:lnTo>
                  <a:lnTo>
                    <a:pt x="119327" y="118807"/>
                  </a:lnTo>
                  <a:lnTo>
                    <a:pt x="119514" y="118511"/>
                  </a:lnTo>
                  <a:lnTo>
                    <a:pt x="119701" y="118210"/>
                  </a:lnTo>
                  <a:lnTo>
                    <a:pt x="119888" y="117908"/>
                  </a:lnTo>
                  <a:lnTo>
                    <a:pt x="120075" y="117607"/>
                  </a:lnTo>
                  <a:lnTo>
                    <a:pt x="120262" y="117312"/>
                  </a:lnTo>
                  <a:lnTo>
                    <a:pt x="120449" y="117034"/>
                  </a:lnTo>
                  <a:lnTo>
                    <a:pt x="120635" y="116845"/>
                  </a:lnTo>
                  <a:lnTo>
                    <a:pt x="120822" y="116655"/>
                  </a:lnTo>
                  <a:lnTo>
                    <a:pt x="121009" y="116466"/>
                  </a:lnTo>
                  <a:lnTo>
                    <a:pt x="121196" y="116188"/>
                  </a:lnTo>
                  <a:lnTo>
                    <a:pt x="121383" y="115985"/>
                  </a:lnTo>
                  <a:lnTo>
                    <a:pt x="121570" y="115664"/>
                  </a:lnTo>
                  <a:lnTo>
                    <a:pt x="121757" y="115328"/>
                  </a:lnTo>
                  <a:lnTo>
                    <a:pt x="121944" y="115048"/>
                  </a:lnTo>
                  <a:lnTo>
                    <a:pt x="122131" y="114795"/>
                  </a:lnTo>
                  <a:lnTo>
                    <a:pt x="122318" y="114542"/>
                  </a:lnTo>
                  <a:lnTo>
                    <a:pt x="122505" y="114443"/>
                  </a:lnTo>
                  <a:lnTo>
                    <a:pt x="122692" y="114344"/>
                  </a:lnTo>
                  <a:lnTo>
                    <a:pt x="122879" y="114122"/>
                  </a:lnTo>
                  <a:lnTo>
                    <a:pt x="123065" y="113777"/>
                  </a:lnTo>
                  <a:lnTo>
                    <a:pt x="123252" y="113390"/>
                  </a:lnTo>
                  <a:lnTo>
                    <a:pt x="123439" y="113002"/>
                  </a:lnTo>
                  <a:lnTo>
                    <a:pt x="123626" y="112614"/>
                  </a:lnTo>
                  <a:lnTo>
                    <a:pt x="123813" y="112226"/>
                  </a:lnTo>
                  <a:lnTo>
                    <a:pt x="124000" y="111910"/>
                  </a:lnTo>
                  <a:lnTo>
                    <a:pt x="124187" y="111653"/>
                  </a:lnTo>
                  <a:lnTo>
                    <a:pt x="124374" y="111491"/>
                  </a:lnTo>
                  <a:lnTo>
                    <a:pt x="124561" y="111271"/>
                  </a:lnTo>
                  <a:lnTo>
                    <a:pt x="124748" y="110743"/>
                  </a:lnTo>
                  <a:lnTo>
                    <a:pt x="124935" y="110110"/>
                  </a:lnTo>
                  <a:lnTo>
                    <a:pt x="125122" y="109406"/>
                  </a:lnTo>
                  <a:lnTo>
                    <a:pt x="125308" y="108571"/>
                  </a:lnTo>
                  <a:lnTo>
                    <a:pt x="125495" y="107691"/>
                  </a:lnTo>
                  <a:lnTo>
                    <a:pt x="125682" y="106961"/>
                  </a:lnTo>
                  <a:lnTo>
                    <a:pt x="125869" y="106433"/>
                  </a:lnTo>
                  <a:lnTo>
                    <a:pt x="126056" y="106082"/>
                  </a:lnTo>
                  <a:lnTo>
                    <a:pt x="126243" y="105835"/>
                  </a:lnTo>
                  <a:lnTo>
                    <a:pt x="126430" y="105753"/>
                  </a:lnTo>
                  <a:lnTo>
                    <a:pt x="126617" y="105702"/>
                  </a:lnTo>
                  <a:lnTo>
                    <a:pt x="126804" y="105852"/>
                  </a:lnTo>
                  <a:lnTo>
                    <a:pt x="126991" y="106126"/>
                  </a:lnTo>
                  <a:lnTo>
                    <a:pt x="127178" y="106403"/>
                  </a:lnTo>
                  <a:lnTo>
                    <a:pt x="127365" y="106719"/>
                  </a:lnTo>
                  <a:lnTo>
                    <a:pt x="127552" y="107109"/>
                  </a:lnTo>
                  <a:lnTo>
                    <a:pt x="127738" y="107566"/>
                  </a:lnTo>
                  <a:lnTo>
                    <a:pt x="127925" y="108069"/>
                  </a:lnTo>
                  <a:lnTo>
                    <a:pt x="128112" y="108657"/>
                  </a:lnTo>
                  <a:lnTo>
                    <a:pt x="128299" y="109272"/>
                  </a:lnTo>
                  <a:lnTo>
                    <a:pt x="128486" y="109888"/>
                  </a:lnTo>
                  <a:lnTo>
                    <a:pt x="128673" y="110451"/>
                  </a:lnTo>
                  <a:lnTo>
                    <a:pt x="128860" y="110891"/>
                  </a:lnTo>
                  <a:lnTo>
                    <a:pt x="129047" y="111226"/>
                  </a:lnTo>
                  <a:lnTo>
                    <a:pt x="129234" y="111573"/>
                  </a:lnTo>
                  <a:lnTo>
                    <a:pt x="129421" y="111874"/>
                  </a:lnTo>
                  <a:lnTo>
                    <a:pt x="129608" y="112064"/>
                  </a:lnTo>
                  <a:lnTo>
                    <a:pt x="129795" y="112203"/>
                  </a:lnTo>
                  <a:lnTo>
                    <a:pt x="129982" y="112203"/>
                  </a:lnTo>
                  <a:lnTo>
                    <a:pt x="130168" y="112203"/>
                  </a:lnTo>
                  <a:lnTo>
                    <a:pt x="130355" y="112203"/>
                  </a:lnTo>
                  <a:lnTo>
                    <a:pt x="130542" y="112203"/>
                  </a:lnTo>
                  <a:lnTo>
                    <a:pt x="130729" y="112356"/>
                  </a:lnTo>
                  <a:lnTo>
                    <a:pt x="130916" y="112510"/>
                  </a:lnTo>
                  <a:lnTo>
                    <a:pt x="131103" y="112700"/>
                  </a:lnTo>
                  <a:lnTo>
                    <a:pt x="131290" y="112889"/>
                  </a:lnTo>
                  <a:lnTo>
                    <a:pt x="131477" y="113079"/>
                  </a:lnTo>
                  <a:lnTo>
                    <a:pt x="131664" y="113268"/>
                  </a:lnTo>
                  <a:lnTo>
                    <a:pt x="131851" y="113458"/>
                  </a:lnTo>
                  <a:lnTo>
                    <a:pt x="132038" y="113647"/>
                  </a:lnTo>
                  <a:lnTo>
                    <a:pt x="132225" y="113829"/>
                  </a:lnTo>
                  <a:lnTo>
                    <a:pt x="132411" y="113875"/>
                  </a:lnTo>
                  <a:lnTo>
                    <a:pt x="132598" y="113847"/>
                  </a:lnTo>
                  <a:lnTo>
                    <a:pt x="132785" y="113763"/>
                  </a:lnTo>
                  <a:lnTo>
                    <a:pt x="132972" y="113678"/>
                  </a:lnTo>
                  <a:lnTo>
                    <a:pt x="133159" y="113527"/>
                  </a:lnTo>
                  <a:lnTo>
                    <a:pt x="133346" y="113387"/>
                  </a:lnTo>
                  <a:lnTo>
                    <a:pt x="133533" y="113333"/>
                  </a:lnTo>
                  <a:lnTo>
                    <a:pt x="133720" y="113137"/>
                  </a:lnTo>
                  <a:lnTo>
                    <a:pt x="133907" y="112680"/>
                  </a:lnTo>
                  <a:lnTo>
                    <a:pt x="134094" y="112180"/>
                  </a:lnTo>
                  <a:lnTo>
                    <a:pt x="134281" y="111679"/>
                  </a:lnTo>
                  <a:lnTo>
                    <a:pt x="134468" y="111178"/>
                  </a:lnTo>
                  <a:lnTo>
                    <a:pt x="134655" y="110678"/>
                  </a:lnTo>
                  <a:lnTo>
                    <a:pt x="134841" y="110206"/>
                  </a:lnTo>
                  <a:lnTo>
                    <a:pt x="135028" y="109744"/>
                  </a:lnTo>
                  <a:lnTo>
                    <a:pt x="135215" y="109419"/>
                  </a:lnTo>
                  <a:lnTo>
                    <a:pt x="135402" y="109226"/>
                  </a:lnTo>
                  <a:lnTo>
                    <a:pt x="135589" y="109131"/>
                  </a:lnTo>
                  <a:lnTo>
                    <a:pt x="135776" y="109174"/>
                  </a:lnTo>
                  <a:lnTo>
                    <a:pt x="135963" y="109400"/>
                  </a:lnTo>
                  <a:lnTo>
                    <a:pt x="136150" y="109965"/>
                  </a:lnTo>
                  <a:lnTo>
                    <a:pt x="136337" y="110486"/>
                  </a:lnTo>
                  <a:lnTo>
                    <a:pt x="136524" y="111122"/>
                  </a:lnTo>
                  <a:lnTo>
                    <a:pt x="136711" y="112014"/>
                  </a:lnTo>
                  <a:lnTo>
                    <a:pt x="136898" y="113058"/>
                  </a:lnTo>
                  <a:lnTo>
                    <a:pt x="137084" y="114163"/>
                  </a:lnTo>
                  <a:lnTo>
                    <a:pt x="137271" y="115269"/>
                  </a:lnTo>
                  <a:lnTo>
                    <a:pt x="137458" y="116374"/>
                  </a:lnTo>
                  <a:lnTo>
                    <a:pt x="137645" y="117093"/>
                  </a:lnTo>
                  <a:lnTo>
                    <a:pt x="137832" y="117621"/>
                  </a:lnTo>
                  <a:lnTo>
                    <a:pt x="138019" y="118138"/>
                  </a:lnTo>
                  <a:lnTo>
                    <a:pt x="138206" y="118638"/>
                  </a:lnTo>
                  <a:lnTo>
                    <a:pt x="138393" y="119237"/>
                  </a:lnTo>
                  <a:lnTo>
                    <a:pt x="138580" y="119647"/>
                  </a:lnTo>
                  <a:lnTo>
                    <a:pt x="138767" y="119977"/>
                  </a:lnTo>
                  <a:lnTo>
                    <a:pt x="138954" y="120131"/>
                  </a:lnTo>
                  <a:lnTo>
                    <a:pt x="139141" y="120188"/>
                  </a:lnTo>
                  <a:lnTo>
                    <a:pt x="139328" y="120180"/>
                  </a:lnTo>
                  <a:lnTo>
                    <a:pt x="139514" y="120120"/>
                  </a:lnTo>
                  <a:lnTo>
                    <a:pt x="139701" y="120022"/>
                  </a:lnTo>
                  <a:lnTo>
                    <a:pt x="139888" y="119905"/>
                  </a:lnTo>
                  <a:lnTo>
                    <a:pt x="140075" y="119792"/>
                  </a:lnTo>
                  <a:lnTo>
                    <a:pt x="140262" y="119612"/>
                  </a:lnTo>
                  <a:lnTo>
                    <a:pt x="140449" y="119554"/>
                  </a:lnTo>
                  <a:lnTo>
                    <a:pt x="140636" y="119632"/>
                  </a:lnTo>
                  <a:lnTo>
                    <a:pt x="140823" y="119703"/>
                  </a:lnTo>
                  <a:lnTo>
                    <a:pt x="141010" y="119818"/>
                  </a:lnTo>
                  <a:lnTo>
                    <a:pt x="141197" y="120021"/>
                  </a:lnTo>
                  <a:lnTo>
                    <a:pt x="141384" y="120158"/>
                  </a:lnTo>
                  <a:lnTo>
                    <a:pt x="141571" y="120217"/>
                  </a:lnTo>
                  <a:lnTo>
                    <a:pt x="141758" y="120340"/>
                  </a:lnTo>
                  <a:lnTo>
                    <a:pt x="141944" y="120411"/>
                  </a:lnTo>
                  <a:lnTo>
                    <a:pt x="142131" y="120548"/>
                  </a:lnTo>
                  <a:lnTo>
                    <a:pt x="142318" y="120570"/>
                  </a:lnTo>
                  <a:lnTo>
                    <a:pt x="142505" y="120476"/>
                  </a:lnTo>
                  <a:lnTo>
                    <a:pt x="142692" y="120481"/>
                  </a:lnTo>
                  <a:lnTo>
                    <a:pt x="142879" y="120416"/>
                  </a:lnTo>
                  <a:lnTo>
                    <a:pt x="143066" y="120358"/>
                  </a:lnTo>
                  <a:lnTo>
                    <a:pt x="143253" y="120328"/>
                  </a:lnTo>
                  <a:lnTo>
                    <a:pt x="143440" y="120189"/>
                  </a:lnTo>
                  <a:lnTo>
                    <a:pt x="143627" y="120135"/>
                  </a:lnTo>
                  <a:lnTo>
                    <a:pt x="143814" y="120044"/>
                  </a:lnTo>
                  <a:lnTo>
                    <a:pt x="144001" y="119648"/>
                  </a:lnTo>
                  <a:lnTo>
                    <a:pt x="144187" y="119330"/>
                  </a:lnTo>
                  <a:lnTo>
                    <a:pt x="144374" y="118973"/>
                  </a:lnTo>
                  <a:lnTo>
                    <a:pt x="144561" y="118383"/>
                  </a:lnTo>
                  <a:lnTo>
                    <a:pt x="144748" y="117774"/>
                  </a:lnTo>
                  <a:lnTo>
                    <a:pt x="144935" y="117464"/>
                  </a:lnTo>
                  <a:lnTo>
                    <a:pt x="145122" y="117640"/>
                  </a:lnTo>
                  <a:lnTo>
                    <a:pt x="145309" y="117816"/>
                  </a:lnTo>
                  <a:lnTo>
                    <a:pt x="145496" y="117992"/>
                  </a:lnTo>
                  <a:lnTo>
                    <a:pt x="145683" y="118247"/>
                  </a:lnTo>
                  <a:lnTo>
                    <a:pt x="145870" y="118599"/>
                  </a:lnTo>
                  <a:lnTo>
                    <a:pt x="146057" y="118933"/>
                  </a:lnTo>
                  <a:lnTo>
                    <a:pt x="146244" y="119390"/>
                  </a:lnTo>
                  <a:lnTo>
                    <a:pt x="146431" y="119742"/>
                  </a:lnTo>
                  <a:lnTo>
                    <a:pt x="146617" y="120120"/>
                  </a:lnTo>
                  <a:lnTo>
                    <a:pt x="146804" y="120569"/>
                  </a:lnTo>
                  <a:lnTo>
                    <a:pt x="146991" y="120912"/>
                  </a:lnTo>
                  <a:lnTo>
                    <a:pt x="147178" y="121264"/>
                  </a:lnTo>
                  <a:lnTo>
                    <a:pt x="147365" y="121774"/>
                  </a:lnTo>
                  <a:lnTo>
                    <a:pt x="147552" y="122302"/>
                  </a:lnTo>
                  <a:lnTo>
                    <a:pt x="147739" y="122504"/>
                  </a:lnTo>
                  <a:lnTo>
                    <a:pt x="147926" y="122504"/>
                  </a:lnTo>
                  <a:lnTo>
                    <a:pt x="148113" y="122513"/>
                  </a:lnTo>
                  <a:lnTo>
                    <a:pt x="148300" y="122513"/>
                  </a:lnTo>
                  <a:lnTo>
                    <a:pt x="148487" y="122513"/>
                  </a:lnTo>
                  <a:lnTo>
                    <a:pt x="148674" y="122572"/>
                  </a:lnTo>
                  <a:lnTo>
                    <a:pt x="148861" y="122637"/>
                  </a:lnTo>
                  <a:lnTo>
                    <a:pt x="149047" y="122713"/>
                  </a:lnTo>
                  <a:lnTo>
                    <a:pt x="149234" y="122581"/>
                  </a:lnTo>
                  <a:lnTo>
                    <a:pt x="149421" y="122369"/>
                  </a:lnTo>
                  <a:lnTo>
                    <a:pt x="149608" y="122013"/>
                  </a:lnTo>
                  <a:lnTo>
                    <a:pt x="149795" y="121857"/>
                  </a:lnTo>
                  <a:lnTo>
                    <a:pt x="149982" y="121780"/>
                  </a:lnTo>
                  <a:lnTo>
                    <a:pt x="150169" y="121978"/>
                  </a:lnTo>
                  <a:lnTo>
                    <a:pt x="150356" y="121984"/>
                  </a:lnTo>
                  <a:lnTo>
                    <a:pt x="150543" y="121872"/>
                  </a:lnTo>
                  <a:lnTo>
                    <a:pt x="150730" y="121936"/>
                  </a:lnTo>
                  <a:lnTo>
                    <a:pt x="150917" y="121967"/>
                  </a:lnTo>
                  <a:lnTo>
                    <a:pt x="151104" y="121965"/>
                  </a:lnTo>
                  <a:lnTo>
                    <a:pt x="151290" y="121736"/>
                  </a:lnTo>
                  <a:lnTo>
                    <a:pt x="151477" y="121466"/>
                  </a:lnTo>
                  <a:lnTo>
                    <a:pt x="151664" y="120956"/>
                  </a:lnTo>
                  <a:lnTo>
                    <a:pt x="151851" y="120305"/>
                  </a:lnTo>
                  <a:lnTo>
                    <a:pt x="152038" y="119631"/>
                  </a:lnTo>
                  <a:lnTo>
                    <a:pt x="152225" y="118985"/>
                  </a:lnTo>
                  <a:lnTo>
                    <a:pt x="152412" y="118362"/>
                  </a:lnTo>
                  <a:lnTo>
                    <a:pt x="152599" y="117766"/>
                  </a:lnTo>
                  <a:lnTo>
                    <a:pt x="152786" y="116869"/>
                  </a:lnTo>
                  <a:lnTo>
                    <a:pt x="152973" y="115698"/>
                  </a:lnTo>
                  <a:lnTo>
                    <a:pt x="153160" y="115122"/>
                  </a:lnTo>
                  <a:lnTo>
                    <a:pt x="153347" y="114815"/>
                  </a:lnTo>
                  <a:lnTo>
                    <a:pt x="153534" y="114361"/>
                  </a:lnTo>
                  <a:lnTo>
                    <a:pt x="153720" y="114010"/>
                  </a:lnTo>
                  <a:lnTo>
                    <a:pt x="153907" y="113779"/>
                  </a:lnTo>
                  <a:lnTo>
                    <a:pt x="154094" y="113585"/>
                  </a:lnTo>
                  <a:lnTo>
                    <a:pt x="154281" y="113622"/>
                  </a:lnTo>
                  <a:lnTo>
                    <a:pt x="154468" y="113948"/>
                  </a:lnTo>
                  <a:lnTo>
                    <a:pt x="154655" y="114398"/>
                  </a:lnTo>
                  <a:lnTo>
                    <a:pt x="154842" y="114998"/>
                  </a:lnTo>
                  <a:lnTo>
                    <a:pt x="155029" y="115588"/>
                  </a:lnTo>
                  <a:lnTo>
                    <a:pt x="155216" y="116170"/>
                  </a:lnTo>
                  <a:lnTo>
                    <a:pt x="155403" y="116684"/>
                  </a:lnTo>
                  <a:lnTo>
                    <a:pt x="155590" y="117491"/>
                  </a:lnTo>
                  <a:lnTo>
                    <a:pt x="155777" y="118255"/>
                  </a:lnTo>
                  <a:lnTo>
                    <a:pt x="155963" y="118960"/>
                  </a:lnTo>
                  <a:lnTo>
                    <a:pt x="156150" y="119474"/>
                  </a:lnTo>
                  <a:lnTo>
                    <a:pt x="156337" y="119716"/>
                  </a:lnTo>
                  <a:lnTo>
                    <a:pt x="156524" y="119816"/>
                  </a:lnTo>
                  <a:lnTo>
                    <a:pt x="156711" y="119750"/>
                  </a:lnTo>
                  <a:lnTo>
                    <a:pt x="156898" y="119675"/>
                  </a:lnTo>
                  <a:lnTo>
                    <a:pt x="157085" y="119588"/>
                  </a:lnTo>
                  <a:lnTo>
                    <a:pt x="157272" y="119451"/>
                  </a:lnTo>
                  <a:lnTo>
                    <a:pt x="157459" y="119376"/>
                  </a:lnTo>
                  <a:lnTo>
                    <a:pt x="157646" y="119278"/>
                  </a:lnTo>
                  <a:lnTo>
                    <a:pt x="157833" y="119175"/>
                  </a:lnTo>
                  <a:lnTo>
                    <a:pt x="158020" y="119099"/>
                  </a:lnTo>
                  <a:lnTo>
                    <a:pt x="158207" y="119064"/>
                  </a:lnTo>
                  <a:lnTo>
                    <a:pt x="158393" y="118979"/>
                  </a:lnTo>
                  <a:lnTo>
                    <a:pt x="158580" y="118687"/>
                  </a:lnTo>
                  <a:lnTo>
                    <a:pt x="158767" y="118213"/>
                  </a:lnTo>
                  <a:lnTo>
                    <a:pt x="158954" y="117465"/>
                  </a:lnTo>
                  <a:lnTo>
                    <a:pt x="159141" y="116733"/>
                  </a:lnTo>
                  <a:lnTo>
                    <a:pt x="159328" y="115952"/>
                  </a:lnTo>
                  <a:lnTo>
                    <a:pt x="159515" y="115172"/>
                  </a:lnTo>
                  <a:lnTo>
                    <a:pt x="159702" y="114391"/>
                  </a:lnTo>
                  <a:lnTo>
                    <a:pt x="159889" y="113629"/>
                  </a:lnTo>
                  <a:lnTo>
                    <a:pt x="160076" y="113024"/>
                  </a:lnTo>
                  <a:lnTo>
                    <a:pt x="160263" y="112542"/>
                  </a:lnTo>
                  <a:lnTo>
                    <a:pt x="160450" y="112359"/>
                  </a:lnTo>
                  <a:lnTo>
                    <a:pt x="160637" y="112290"/>
                  </a:lnTo>
                  <a:lnTo>
                    <a:pt x="160823" y="112326"/>
                  </a:lnTo>
                  <a:lnTo>
                    <a:pt x="161010" y="112362"/>
                  </a:lnTo>
                  <a:lnTo>
                    <a:pt x="161197" y="112398"/>
                  </a:lnTo>
                  <a:lnTo>
                    <a:pt x="161384" y="112529"/>
                  </a:lnTo>
                  <a:lnTo>
                    <a:pt x="161571" y="112628"/>
                  </a:lnTo>
                  <a:lnTo>
                    <a:pt x="161758" y="112789"/>
                  </a:lnTo>
                  <a:lnTo>
                    <a:pt x="161945" y="112860"/>
                  </a:lnTo>
                  <a:lnTo>
                    <a:pt x="162132" y="113097"/>
                  </a:lnTo>
                  <a:lnTo>
                    <a:pt x="162319" y="113282"/>
                  </a:lnTo>
                  <a:lnTo>
                    <a:pt x="162506" y="113458"/>
                  </a:lnTo>
                  <a:lnTo>
                    <a:pt x="162693" y="113766"/>
                  </a:lnTo>
                  <a:lnTo>
                    <a:pt x="162880" y="114118"/>
                  </a:lnTo>
                  <a:lnTo>
                    <a:pt x="163066" y="114320"/>
                  </a:lnTo>
                  <a:lnTo>
                    <a:pt x="163253" y="114373"/>
                  </a:lnTo>
                  <a:lnTo>
                    <a:pt x="163440" y="114373"/>
                  </a:lnTo>
                  <a:lnTo>
                    <a:pt x="163627" y="114373"/>
                  </a:lnTo>
                  <a:lnTo>
                    <a:pt x="163814" y="114279"/>
                  </a:lnTo>
                  <a:lnTo>
                    <a:pt x="164001" y="114154"/>
                  </a:lnTo>
                  <a:lnTo>
                    <a:pt x="164188" y="113828"/>
                  </a:lnTo>
                  <a:lnTo>
                    <a:pt x="164375" y="113379"/>
                  </a:lnTo>
                  <a:lnTo>
                    <a:pt x="164562" y="112926"/>
                  </a:lnTo>
                  <a:lnTo>
                    <a:pt x="164749" y="112583"/>
                  </a:lnTo>
                  <a:lnTo>
                    <a:pt x="164936" y="112308"/>
                  </a:lnTo>
                  <a:lnTo>
                    <a:pt x="165123" y="112123"/>
                  </a:lnTo>
                  <a:lnTo>
                    <a:pt x="165310" y="111972"/>
                  </a:lnTo>
                  <a:lnTo>
                    <a:pt x="165496" y="111736"/>
                  </a:lnTo>
                  <a:lnTo>
                    <a:pt x="165683" y="111472"/>
                  </a:lnTo>
                  <a:lnTo>
                    <a:pt x="165870" y="111208"/>
                  </a:lnTo>
                  <a:lnTo>
                    <a:pt x="166057" y="110944"/>
                  </a:lnTo>
                  <a:lnTo>
                    <a:pt x="166244" y="110680"/>
                  </a:lnTo>
                  <a:lnTo>
                    <a:pt x="166431" y="110416"/>
                  </a:lnTo>
                  <a:lnTo>
                    <a:pt x="166618" y="110069"/>
                  </a:lnTo>
                  <a:lnTo>
                    <a:pt x="166805" y="109768"/>
                  </a:lnTo>
                  <a:lnTo>
                    <a:pt x="166992" y="109578"/>
                  </a:lnTo>
                  <a:lnTo>
                    <a:pt x="167179" y="109439"/>
                  </a:lnTo>
                  <a:lnTo>
                    <a:pt x="167366" y="109439"/>
                  </a:lnTo>
                  <a:lnTo>
                    <a:pt x="167553" y="109439"/>
                  </a:lnTo>
                  <a:lnTo>
                    <a:pt x="167740" y="109439"/>
                  </a:lnTo>
                  <a:lnTo>
                    <a:pt x="167926" y="109439"/>
                  </a:lnTo>
                  <a:lnTo>
                    <a:pt x="168113" y="109286"/>
                  </a:lnTo>
                  <a:lnTo>
                    <a:pt x="168300" y="109132"/>
                  </a:lnTo>
                  <a:lnTo>
                    <a:pt x="168487" y="108942"/>
                  </a:lnTo>
                  <a:lnTo>
                    <a:pt x="168674" y="108753"/>
                  </a:lnTo>
                  <a:lnTo>
                    <a:pt x="168861" y="108563"/>
                  </a:lnTo>
                  <a:lnTo>
                    <a:pt x="169048" y="108374"/>
                  </a:lnTo>
                  <a:lnTo>
                    <a:pt x="169235" y="108184"/>
                  </a:lnTo>
                  <a:lnTo>
                    <a:pt x="169422" y="107995"/>
                  </a:lnTo>
                  <a:lnTo>
                    <a:pt x="169609" y="107813"/>
                  </a:lnTo>
                  <a:lnTo>
                    <a:pt x="169796" y="107767"/>
                  </a:lnTo>
                  <a:lnTo>
                    <a:pt x="169983" y="107795"/>
                  </a:lnTo>
                  <a:lnTo>
                    <a:pt x="170169" y="107879"/>
                  </a:lnTo>
                  <a:lnTo>
                    <a:pt x="170356" y="107964"/>
                  </a:lnTo>
                  <a:lnTo>
                    <a:pt x="170543" y="108115"/>
                  </a:lnTo>
                  <a:lnTo>
                    <a:pt x="170730" y="108317"/>
                  </a:lnTo>
                  <a:lnTo>
                    <a:pt x="170917" y="108547"/>
                  </a:lnTo>
                  <a:lnTo>
                    <a:pt x="171104" y="108918"/>
                  </a:lnTo>
                  <a:lnTo>
                    <a:pt x="171291" y="109551"/>
                  </a:lnTo>
                  <a:lnTo>
                    <a:pt x="171478" y="110228"/>
                  </a:lnTo>
                  <a:lnTo>
                    <a:pt x="171665" y="110904"/>
                  </a:lnTo>
                  <a:lnTo>
                    <a:pt x="171852" y="111422"/>
                  </a:lnTo>
                  <a:lnTo>
                    <a:pt x="172039" y="111914"/>
                  </a:lnTo>
                  <a:lnTo>
                    <a:pt x="172226" y="112289"/>
                  </a:lnTo>
                  <a:lnTo>
                    <a:pt x="172413" y="112751"/>
                  </a:lnTo>
                  <a:lnTo>
                    <a:pt x="172599" y="113076"/>
                  </a:lnTo>
                  <a:lnTo>
                    <a:pt x="172786" y="113119"/>
                  </a:lnTo>
                  <a:lnTo>
                    <a:pt x="172973" y="113163"/>
                  </a:lnTo>
                  <a:lnTo>
                    <a:pt x="173160" y="113006"/>
                  </a:lnTo>
                  <a:lnTo>
                    <a:pt x="173347" y="112489"/>
                  </a:lnTo>
                  <a:lnTo>
                    <a:pt x="173534" y="111815"/>
                  </a:lnTo>
                  <a:lnTo>
                    <a:pt x="173721" y="111177"/>
                  </a:lnTo>
                  <a:lnTo>
                    <a:pt x="173908" y="110302"/>
                  </a:lnTo>
                  <a:lnTo>
                    <a:pt x="174095" y="109325"/>
                  </a:lnTo>
                  <a:lnTo>
                    <a:pt x="174282" y="108310"/>
                  </a:lnTo>
                  <a:lnTo>
                    <a:pt x="174469" y="107295"/>
                  </a:lnTo>
                  <a:lnTo>
                    <a:pt x="174656" y="106410"/>
                  </a:lnTo>
                  <a:lnTo>
                    <a:pt x="174842" y="105402"/>
                  </a:lnTo>
                  <a:lnTo>
                    <a:pt x="175029" y="104582"/>
                  </a:lnTo>
                  <a:lnTo>
                    <a:pt x="175216" y="103830"/>
                  </a:lnTo>
                  <a:lnTo>
                    <a:pt x="175403" y="103237"/>
                  </a:lnTo>
                  <a:lnTo>
                    <a:pt x="175590" y="102803"/>
                  </a:lnTo>
                  <a:lnTo>
                    <a:pt x="175777" y="102360"/>
                  </a:lnTo>
                  <a:lnTo>
                    <a:pt x="175964" y="102179"/>
                  </a:lnTo>
                  <a:lnTo>
                    <a:pt x="176151" y="102116"/>
                  </a:lnTo>
                  <a:lnTo>
                    <a:pt x="176338" y="102049"/>
                  </a:lnTo>
                  <a:lnTo>
                    <a:pt x="176525" y="102049"/>
                  </a:lnTo>
                  <a:lnTo>
                    <a:pt x="176712" y="102179"/>
                  </a:lnTo>
                  <a:lnTo>
                    <a:pt x="176899" y="102224"/>
                  </a:lnTo>
                  <a:lnTo>
                    <a:pt x="177086" y="102326"/>
                  </a:lnTo>
                  <a:lnTo>
                    <a:pt x="177272" y="102428"/>
                  </a:lnTo>
                  <a:lnTo>
                    <a:pt x="177459" y="102518"/>
                  </a:lnTo>
                  <a:lnTo>
                    <a:pt x="177646" y="102819"/>
                  </a:lnTo>
                  <a:lnTo>
                    <a:pt x="177833" y="102998"/>
                  </a:lnTo>
                  <a:lnTo>
                    <a:pt x="178020" y="103049"/>
                  </a:lnTo>
                  <a:lnTo>
                    <a:pt x="178207" y="103129"/>
                  </a:lnTo>
                  <a:lnTo>
                    <a:pt x="178394" y="103258"/>
                  </a:lnTo>
                  <a:lnTo>
                    <a:pt x="178581" y="103153"/>
                  </a:lnTo>
                  <a:lnTo>
                    <a:pt x="178768" y="103115"/>
                  </a:lnTo>
                  <a:lnTo>
                    <a:pt x="178955" y="103078"/>
                  </a:lnTo>
                  <a:lnTo>
                    <a:pt x="179142" y="103183"/>
                  </a:lnTo>
                  <a:lnTo>
                    <a:pt x="179329" y="103299"/>
                  </a:lnTo>
                  <a:lnTo>
                    <a:pt x="179516" y="103442"/>
                  </a:lnTo>
                  <a:lnTo>
                    <a:pt x="179702" y="103567"/>
                  </a:lnTo>
                  <a:lnTo>
                    <a:pt x="179889" y="103707"/>
                  </a:lnTo>
                  <a:lnTo>
                    <a:pt x="180076" y="103847"/>
                  </a:lnTo>
                  <a:lnTo>
                    <a:pt x="180263" y="104092"/>
                  </a:lnTo>
                  <a:lnTo>
                    <a:pt x="180450" y="104147"/>
                  </a:lnTo>
                  <a:lnTo>
                    <a:pt x="180637" y="104261"/>
                  </a:lnTo>
                  <a:lnTo>
                    <a:pt x="180824" y="104490"/>
                  </a:lnTo>
                  <a:lnTo>
                    <a:pt x="181011" y="104825"/>
                  </a:lnTo>
                  <a:lnTo>
                    <a:pt x="181198" y="105198"/>
                  </a:lnTo>
                  <a:lnTo>
                    <a:pt x="181385" y="105864"/>
                  </a:lnTo>
                  <a:lnTo>
                    <a:pt x="181572" y="106558"/>
                  </a:lnTo>
                  <a:lnTo>
                    <a:pt x="181759" y="107352"/>
                  </a:lnTo>
                  <a:lnTo>
                    <a:pt x="181945" y="108099"/>
                  </a:lnTo>
                  <a:lnTo>
                    <a:pt x="182132" y="108814"/>
                  </a:lnTo>
                  <a:lnTo>
                    <a:pt x="182319" y="109407"/>
                  </a:lnTo>
                  <a:lnTo>
                    <a:pt x="182506" y="109928"/>
                  </a:lnTo>
                  <a:lnTo>
                    <a:pt x="182693" y="110318"/>
                  </a:lnTo>
                  <a:lnTo>
                    <a:pt x="182880" y="110545"/>
                  </a:lnTo>
                  <a:lnTo>
                    <a:pt x="183067" y="110528"/>
                  </a:lnTo>
                  <a:lnTo>
                    <a:pt x="183254" y="110291"/>
                  </a:lnTo>
                  <a:lnTo>
                    <a:pt x="183441" y="109943"/>
                  </a:lnTo>
                  <a:lnTo>
                    <a:pt x="183628" y="109277"/>
                  </a:lnTo>
                  <a:lnTo>
                    <a:pt x="183815" y="108619"/>
                  </a:lnTo>
                  <a:lnTo>
                    <a:pt x="184002" y="107984"/>
                  </a:lnTo>
                  <a:lnTo>
                    <a:pt x="184189" y="107258"/>
                  </a:lnTo>
                  <a:lnTo>
                    <a:pt x="184375" y="106521"/>
                  </a:lnTo>
                  <a:lnTo>
                    <a:pt x="184562" y="105681"/>
                  </a:lnTo>
                  <a:lnTo>
                    <a:pt x="184749" y="104694"/>
                  </a:lnTo>
                  <a:lnTo>
                    <a:pt x="184936" y="103993"/>
                  </a:lnTo>
                  <a:lnTo>
                    <a:pt x="185123" y="103293"/>
                  </a:lnTo>
                  <a:lnTo>
                    <a:pt x="185310" y="102602"/>
                  </a:lnTo>
                  <a:lnTo>
                    <a:pt x="185497" y="102031"/>
                  </a:lnTo>
                  <a:lnTo>
                    <a:pt x="185684" y="101630"/>
                  </a:lnTo>
                  <a:lnTo>
                    <a:pt x="185871" y="101333"/>
                  </a:lnTo>
                  <a:lnTo>
                    <a:pt x="186058" y="101044"/>
                  </a:lnTo>
                  <a:lnTo>
                    <a:pt x="186245" y="100827"/>
                  </a:lnTo>
                  <a:lnTo>
                    <a:pt x="186432" y="100642"/>
                  </a:lnTo>
                  <a:lnTo>
                    <a:pt x="186619" y="100710"/>
                  </a:lnTo>
                  <a:lnTo>
                    <a:pt x="186805" y="100963"/>
                  </a:lnTo>
                  <a:lnTo>
                    <a:pt x="186992" y="101292"/>
                  </a:lnTo>
                  <a:lnTo>
                    <a:pt x="187179" y="101625"/>
                  </a:lnTo>
                  <a:lnTo>
                    <a:pt x="187366" y="102013"/>
                  </a:lnTo>
                  <a:lnTo>
                    <a:pt x="187553" y="102351"/>
                  </a:lnTo>
                  <a:lnTo>
                    <a:pt x="187740" y="102857"/>
                  </a:lnTo>
                  <a:lnTo>
                    <a:pt x="187927" y="103492"/>
                  </a:lnTo>
                  <a:lnTo>
                    <a:pt x="188114" y="104176"/>
                  </a:lnTo>
                  <a:lnTo>
                    <a:pt x="188301" y="104850"/>
                  </a:lnTo>
                  <a:lnTo>
                    <a:pt x="188488" y="105454"/>
                  </a:lnTo>
                  <a:lnTo>
                    <a:pt x="188675" y="105921"/>
                  </a:lnTo>
                  <a:lnTo>
                    <a:pt x="188862" y="106290"/>
                  </a:lnTo>
                  <a:lnTo>
                    <a:pt x="189048" y="106882"/>
                  </a:lnTo>
                  <a:lnTo>
                    <a:pt x="189235" y="107445"/>
                  </a:lnTo>
                  <a:lnTo>
                    <a:pt x="189422" y="107966"/>
                  </a:lnTo>
                  <a:lnTo>
                    <a:pt x="189609" y="108521"/>
                  </a:lnTo>
                  <a:lnTo>
                    <a:pt x="189796" y="109093"/>
                  </a:lnTo>
                  <a:lnTo>
                    <a:pt x="189983" y="109613"/>
                  </a:lnTo>
                  <a:lnTo>
                    <a:pt x="190170" y="110358"/>
                  </a:lnTo>
                  <a:lnTo>
                    <a:pt x="190357" y="111385"/>
                  </a:lnTo>
                  <a:lnTo>
                    <a:pt x="190544" y="112115"/>
                  </a:lnTo>
                  <a:lnTo>
                    <a:pt x="190731" y="112827"/>
                  </a:lnTo>
                  <a:lnTo>
                    <a:pt x="190918" y="113792"/>
                  </a:lnTo>
                  <a:lnTo>
                    <a:pt x="191105" y="114749"/>
                  </a:lnTo>
                  <a:lnTo>
                    <a:pt x="191292" y="115705"/>
                  </a:lnTo>
                  <a:lnTo>
                    <a:pt x="191478" y="116644"/>
                  </a:lnTo>
                  <a:lnTo>
                    <a:pt x="191665" y="117477"/>
                  </a:lnTo>
                  <a:lnTo>
                    <a:pt x="191852" y="118305"/>
                  </a:lnTo>
                  <a:lnTo>
                    <a:pt x="192039" y="118999"/>
                  </a:lnTo>
                  <a:lnTo>
                    <a:pt x="192226" y="119550"/>
                  </a:lnTo>
                  <a:lnTo>
                    <a:pt x="192413" y="120250"/>
                  </a:lnTo>
                  <a:lnTo>
                    <a:pt x="192600" y="120864"/>
                  </a:lnTo>
                  <a:lnTo>
                    <a:pt x="192787" y="121464"/>
                  </a:lnTo>
                  <a:lnTo>
                    <a:pt x="192974" y="121621"/>
                  </a:lnTo>
                  <a:lnTo>
                    <a:pt x="193161" y="121785"/>
                  </a:lnTo>
                  <a:lnTo>
                    <a:pt x="193348" y="121788"/>
                  </a:lnTo>
                  <a:lnTo>
                    <a:pt x="193535" y="121788"/>
                  </a:lnTo>
                  <a:lnTo>
                    <a:pt x="193721" y="121788"/>
                  </a:lnTo>
                  <a:lnTo>
                    <a:pt x="193908" y="121788"/>
                  </a:lnTo>
                  <a:lnTo>
                    <a:pt x="194095" y="121788"/>
                  </a:lnTo>
                  <a:lnTo>
                    <a:pt x="194282" y="121788"/>
                  </a:lnTo>
                  <a:lnTo>
                    <a:pt x="194469" y="121799"/>
                  </a:lnTo>
                  <a:lnTo>
                    <a:pt x="194656" y="121861"/>
                  </a:lnTo>
                  <a:lnTo>
                    <a:pt x="194843" y="121861"/>
                  </a:lnTo>
                  <a:lnTo>
                    <a:pt x="195030" y="121884"/>
                  </a:lnTo>
                  <a:lnTo>
                    <a:pt x="195217" y="121909"/>
                  </a:lnTo>
                  <a:lnTo>
                    <a:pt x="195404" y="121957"/>
                  </a:lnTo>
                  <a:lnTo>
                    <a:pt x="195591" y="122042"/>
                  </a:lnTo>
                  <a:lnTo>
                    <a:pt x="195778" y="122295"/>
                  </a:lnTo>
                  <a:lnTo>
                    <a:pt x="195965" y="122814"/>
                  </a:lnTo>
                  <a:lnTo>
                    <a:pt x="196151" y="123285"/>
                  </a:lnTo>
                  <a:lnTo>
                    <a:pt x="196338" y="124066"/>
                  </a:lnTo>
                  <a:lnTo>
                    <a:pt x="196525" y="124846"/>
                  </a:lnTo>
                  <a:lnTo>
                    <a:pt x="196712" y="125626"/>
                  </a:lnTo>
                  <a:lnTo>
                    <a:pt x="196899" y="126248"/>
                  </a:lnTo>
                  <a:lnTo>
                    <a:pt x="197086" y="126660"/>
                  </a:lnTo>
                  <a:lnTo>
                    <a:pt x="197273" y="126860"/>
                  </a:lnTo>
                  <a:lnTo>
                    <a:pt x="197460" y="126887"/>
                  </a:lnTo>
                  <a:lnTo>
                    <a:pt x="197647" y="126915"/>
                  </a:lnTo>
                  <a:lnTo>
                    <a:pt x="197834" y="126766"/>
                  </a:lnTo>
                  <a:lnTo>
                    <a:pt x="198021" y="126547"/>
                  </a:lnTo>
                  <a:lnTo>
                    <a:pt x="198208" y="126222"/>
                  </a:lnTo>
                  <a:lnTo>
                    <a:pt x="198395" y="125897"/>
                  </a:lnTo>
                  <a:lnTo>
                    <a:pt x="198581" y="125501"/>
                  </a:lnTo>
                  <a:lnTo>
                    <a:pt x="198768" y="124938"/>
                  </a:lnTo>
                  <a:lnTo>
                    <a:pt x="198955" y="124515"/>
                  </a:lnTo>
                  <a:lnTo>
                    <a:pt x="199142" y="123812"/>
                  </a:lnTo>
                  <a:lnTo>
                    <a:pt x="199329" y="123257"/>
                  </a:lnTo>
                  <a:lnTo>
                    <a:pt x="199516" y="122844"/>
                  </a:lnTo>
                  <a:lnTo>
                    <a:pt x="199703" y="122782"/>
                  </a:lnTo>
                  <a:lnTo>
                    <a:pt x="199890" y="123221"/>
                  </a:lnTo>
                  <a:lnTo>
                    <a:pt x="200077" y="123887"/>
                  </a:lnTo>
                  <a:lnTo>
                    <a:pt x="200264" y="124605"/>
                  </a:lnTo>
                  <a:lnTo>
                    <a:pt x="200451" y="125322"/>
                  </a:lnTo>
                  <a:lnTo>
                    <a:pt x="200638" y="126039"/>
                  </a:lnTo>
                  <a:lnTo>
                    <a:pt x="200824" y="126756"/>
                  </a:lnTo>
                  <a:lnTo>
                    <a:pt x="201011" y="127473"/>
                  </a:lnTo>
                  <a:lnTo>
                    <a:pt x="201198" y="128191"/>
                  </a:lnTo>
                  <a:lnTo>
                    <a:pt x="201385" y="128908"/>
                  </a:lnTo>
                  <a:lnTo>
                    <a:pt x="201572" y="129539"/>
                  </a:lnTo>
                  <a:lnTo>
                    <a:pt x="201759" y="130111"/>
                  </a:lnTo>
                  <a:lnTo>
                    <a:pt x="201946" y="130684"/>
                  </a:lnTo>
                  <a:lnTo>
                    <a:pt x="202133" y="131108"/>
                  </a:lnTo>
                  <a:lnTo>
                    <a:pt x="202320" y="131390"/>
                  </a:lnTo>
                  <a:lnTo>
                    <a:pt x="202507" y="131515"/>
                  </a:lnTo>
                  <a:lnTo>
                    <a:pt x="202694" y="131684"/>
                  </a:lnTo>
                  <a:lnTo>
                    <a:pt x="202881" y="131834"/>
                  </a:lnTo>
                  <a:lnTo>
                    <a:pt x="203068" y="131883"/>
                  </a:lnTo>
                  <a:lnTo>
                    <a:pt x="203254" y="131933"/>
                  </a:lnTo>
                  <a:lnTo>
                    <a:pt x="203441" y="131983"/>
                  </a:lnTo>
                  <a:lnTo>
                    <a:pt x="203628" y="132033"/>
                  </a:lnTo>
                  <a:lnTo>
                    <a:pt x="203815" y="132083"/>
                  </a:lnTo>
                  <a:lnTo>
                    <a:pt x="204002" y="132132"/>
                  </a:lnTo>
                  <a:lnTo>
                    <a:pt x="204189" y="132182"/>
                  </a:lnTo>
                  <a:lnTo>
                    <a:pt x="204376" y="132308"/>
                  </a:lnTo>
                  <a:lnTo>
                    <a:pt x="204563" y="132483"/>
                  </a:lnTo>
                  <a:lnTo>
                    <a:pt x="204750" y="132659"/>
                  </a:lnTo>
                  <a:lnTo>
                    <a:pt x="204937" y="132834"/>
                  </a:lnTo>
                  <a:lnTo>
                    <a:pt x="205124" y="133010"/>
                  </a:lnTo>
                  <a:lnTo>
                    <a:pt x="205311" y="133185"/>
                  </a:lnTo>
                  <a:lnTo>
                    <a:pt x="205498" y="133333"/>
                  </a:lnTo>
                  <a:lnTo>
                    <a:pt x="205684" y="133359"/>
                  </a:lnTo>
                  <a:lnTo>
                    <a:pt x="205871" y="133359"/>
                  </a:lnTo>
                  <a:lnTo>
                    <a:pt x="206058" y="133359"/>
                  </a:lnTo>
                  <a:lnTo>
                    <a:pt x="206245" y="133359"/>
                  </a:lnTo>
                  <a:lnTo>
                    <a:pt x="206432" y="133359"/>
                  </a:lnTo>
                  <a:lnTo>
                    <a:pt x="206619" y="133359"/>
                  </a:lnTo>
                  <a:lnTo>
                    <a:pt x="206806" y="133201"/>
                  </a:lnTo>
                  <a:lnTo>
                    <a:pt x="206993" y="132866"/>
                  </a:lnTo>
                  <a:lnTo>
                    <a:pt x="207180" y="132515"/>
                  </a:lnTo>
                  <a:lnTo>
                    <a:pt x="207367" y="132163"/>
                  </a:lnTo>
                  <a:lnTo>
                    <a:pt x="207554" y="131811"/>
                  </a:lnTo>
                  <a:lnTo>
                    <a:pt x="207741" y="131459"/>
                  </a:lnTo>
                  <a:lnTo>
                    <a:pt x="207927" y="131107"/>
                  </a:lnTo>
                  <a:lnTo>
                    <a:pt x="208114" y="130755"/>
                  </a:lnTo>
                  <a:lnTo>
                    <a:pt x="208301" y="130404"/>
                  </a:lnTo>
                  <a:lnTo>
                    <a:pt x="208488" y="130052"/>
                  </a:lnTo>
                  <a:lnTo>
                    <a:pt x="208675" y="129700"/>
                  </a:lnTo>
                  <a:lnTo>
                    <a:pt x="208862" y="129348"/>
                  </a:lnTo>
                  <a:lnTo>
                    <a:pt x="209049" y="128996"/>
                  </a:lnTo>
                  <a:lnTo>
                    <a:pt x="209236" y="128803"/>
                  </a:lnTo>
                  <a:lnTo>
                    <a:pt x="209423" y="128636"/>
                  </a:lnTo>
                  <a:lnTo>
                    <a:pt x="209610" y="128794"/>
                  </a:lnTo>
                  <a:lnTo>
                    <a:pt x="209797" y="129128"/>
                  </a:lnTo>
                  <a:lnTo>
                    <a:pt x="209984" y="129480"/>
                  </a:lnTo>
                  <a:lnTo>
                    <a:pt x="210171" y="129981"/>
                  </a:lnTo>
                  <a:lnTo>
                    <a:pt x="210357" y="130385"/>
                  </a:lnTo>
                  <a:lnTo>
                    <a:pt x="210544" y="130930"/>
                  </a:lnTo>
                  <a:lnTo>
                    <a:pt x="210731" y="131749"/>
                  </a:lnTo>
                  <a:lnTo>
                    <a:pt x="210918" y="132570"/>
                  </a:lnTo>
                  <a:lnTo>
                    <a:pt x="211105" y="133390"/>
                  </a:lnTo>
                  <a:lnTo>
                    <a:pt x="211292" y="134341"/>
                  </a:lnTo>
                  <a:lnTo>
                    <a:pt x="211479" y="135306"/>
                  </a:lnTo>
                  <a:lnTo>
                    <a:pt x="211666" y="136272"/>
                  </a:lnTo>
                  <a:lnTo>
                    <a:pt x="211853" y="137237"/>
                  </a:lnTo>
                  <a:lnTo>
                    <a:pt x="212040" y="138211"/>
                  </a:lnTo>
                  <a:lnTo>
                    <a:pt x="212227" y="139203"/>
                  </a:lnTo>
                  <a:lnTo>
                    <a:pt x="212414" y="139877"/>
                  </a:lnTo>
                  <a:lnTo>
                    <a:pt x="212600" y="140438"/>
                  </a:lnTo>
                  <a:lnTo>
                    <a:pt x="212787" y="140811"/>
                  </a:lnTo>
                  <a:lnTo>
                    <a:pt x="212974" y="141086"/>
                  </a:lnTo>
                  <a:lnTo>
                    <a:pt x="213161" y="141220"/>
                  </a:lnTo>
                  <a:lnTo>
                    <a:pt x="213348" y="141296"/>
                  </a:lnTo>
                  <a:lnTo>
                    <a:pt x="213535" y="141108"/>
                  </a:lnTo>
                  <a:lnTo>
                    <a:pt x="213722" y="141047"/>
                  </a:lnTo>
                  <a:lnTo>
                    <a:pt x="213909" y="140986"/>
                  </a:lnTo>
                  <a:lnTo>
                    <a:pt x="214096" y="140795"/>
                  </a:lnTo>
                  <a:lnTo>
                    <a:pt x="214283" y="140592"/>
                  </a:lnTo>
                  <a:lnTo>
                    <a:pt x="214470" y="140390"/>
                  </a:lnTo>
                  <a:lnTo>
                    <a:pt x="214657" y="140188"/>
                  </a:lnTo>
                  <a:lnTo>
                    <a:pt x="214844" y="139983"/>
                  </a:lnTo>
                  <a:lnTo>
                    <a:pt x="215030" y="139724"/>
                  </a:lnTo>
                  <a:lnTo>
                    <a:pt x="215217" y="139601"/>
                  </a:lnTo>
                  <a:lnTo>
                    <a:pt x="215404" y="139633"/>
                  </a:lnTo>
                  <a:lnTo>
                    <a:pt x="215591" y="139714"/>
                  </a:lnTo>
                  <a:lnTo>
                    <a:pt x="215778" y="139805"/>
                  </a:lnTo>
                  <a:lnTo>
                    <a:pt x="215965" y="140064"/>
                  </a:lnTo>
                  <a:lnTo>
                    <a:pt x="216152" y="140397"/>
                  </a:lnTo>
                  <a:lnTo>
                    <a:pt x="216339" y="140818"/>
                  </a:lnTo>
                  <a:lnTo>
                    <a:pt x="216526" y="141096"/>
                  </a:lnTo>
                  <a:lnTo>
                    <a:pt x="216713" y="141363"/>
                  </a:lnTo>
                  <a:lnTo>
                    <a:pt x="216900" y="141560"/>
                  </a:lnTo>
                  <a:lnTo>
                    <a:pt x="217087" y="141748"/>
                  </a:lnTo>
                  <a:lnTo>
                    <a:pt x="217274" y="141935"/>
                  </a:lnTo>
                  <a:lnTo>
                    <a:pt x="217460" y="142123"/>
                  </a:lnTo>
                  <a:lnTo>
                    <a:pt x="217647" y="142274"/>
                  </a:lnTo>
                  <a:lnTo>
                    <a:pt x="217834" y="142570"/>
                  </a:lnTo>
                  <a:lnTo>
                    <a:pt x="218021" y="142791"/>
                  </a:lnTo>
                  <a:lnTo>
                    <a:pt x="218208" y="143050"/>
                  </a:lnTo>
                  <a:lnTo>
                    <a:pt x="218395" y="142923"/>
                  </a:lnTo>
                  <a:lnTo>
                    <a:pt x="218582" y="142497"/>
                  </a:lnTo>
                  <a:lnTo>
                    <a:pt x="218769" y="142147"/>
                  </a:lnTo>
                  <a:lnTo>
                    <a:pt x="218956" y="141822"/>
                  </a:lnTo>
                  <a:lnTo>
                    <a:pt x="219143" y="141520"/>
                  </a:lnTo>
                  <a:lnTo>
                    <a:pt x="219330" y="141423"/>
                  </a:lnTo>
                  <a:lnTo>
                    <a:pt x="219517" y="141376"/>
                  </a:lnTo>
                  <a:lnTo>
                    <a:pt x="219703" y="141450"/>
                  </a:lnTo>
                  <a:lnTo>
                    <a:pt x="219890" y="141597"/>
                  </a:lnTo>
                  <a:lnTo>
                    <a:pt x="220077" y="141874"/>
                  </a:lnTo>
                  <a:lnTo>
                    <a:pt x="220264" y="142315"/>
                  </a:lnTo>
                  <a:lnTo>
                    <a:pt x="220451" y="142921"/>
                  </a:lnTo>
                  <a:lnTo>
                    <a:pt x="220638" y="143671"/>
                  </a:lnTo>
                  <a:lnTo>
                    <a:pt x="220825" y="144423"/>
                  </a:lnTo>
                  <a:lnTo>
                    <a:pt x="221012" y="145262"/>
                  </a:lnTo>
                  <a:lnTo>
                    <a:pt x="221199" y="146296"/>
                  </a:lnTo>
                  <a:lnTo>
                    <a:pt x="221386" y="147424"/>
                  </a:lnTo>
                  <a:lnTo>
                    <a:pt x="221573" y="148506"/>
                  </a:lnTo>
                  <a:lnTo>
                    <a:pt x="221760" y="149587"/>
                  </a:lnTo>
                  <a:lnTo>
                    <a:pt x="221947" y="150648"/>
                  </a:lnTo>
                  <a:lnTo>
                    <a:pt x="222133" y="151697"/>
                  </a:lnTo>
                  <a:lnTo>
                    <a:pt x="222320" y="152444"/>
                  </a:lnTo>
                  <a:lnTo>
                    <a:pt x="222507" y="152958"/>
                  </a:lnTo>
                  <a:lnTo>
                    <a:pt x="222694" y="153406"/>
                  </a:lnTo>
                  <a:lnTo>
                    <a:pt x="222881" y="153935"/>
                  </a:lnTo>
                  <a:lnTo>
                    <a:pt x="223068" y="154427"/>
                  </a:lnTo>
                  <a:lnTo>
                    <a:pt x="223255" y="154825"/>
                  </a:lnTo>
                  <a:lnTo>
                    <a:pt x="223442" y="155180"/>
                  </a:lnTo>
                  <a:lnTo>
                    <a:pt x="223629" y="155558"/>
                  </a:lnTo>
                  <a:lnTo>
                    <a:pt x="223816" y="155848"/>
                  </a:lnTo>
                  <a:lnTo>
                    <a:pt x="224003" y="156012"/>
                  </a:lnTo>
                  <a:lnTo>
                    <a:pt x="224190" y="156063"/>
                  </a:lnTo>
                  <a:lnTo>
                    <a:pt x="224376" y="156154"/>
                  </a:lnTo>
                  <a:lnTo>
                    <a:pt x="224563" y="156023"/>
                  </a:lnTo>
                  <a:lnTo>
                    <a:pt x="224750" y="155856"/>
                  </a:lnTo>
                  <a:lnTo>
                    <a:pt x="224937" y="155604"/>
                  </a:lnTo>
                  <a:lnTo>
                    <a:pt x="225124" y="155376"/>
                  </a:lnTo>
                  <a:lnTo>
                    <a:pt x="225311" y="155370"/>
                  </a:lnTo>
                  <a:lnTo>
                    <a:pt x="225498" y="155360"/>
                  </a:lnTo>
                  <a:lnTo>
                    <a:pt x="225685" y="155314"/>
                  </a:lnTo>
                  <a:lnTo>
                    <a:pt x="225872" y="155286"/>
                  </a:lnTo>
                  <a:lnTo>
                    <a:pt x="226059" y="155522"/>
                  </a:lnTo>
                  <a:lnTo>
                    <a:pt x="226246" y="155770"/>
                  </a:lnTo>
                  <a:lnTo>
                    <a:pt x="226433" y="155981"/>
                  </a:lnTo>
                  <a:lnTo>
                    <a:pt x="226620" y="156395"/>
                  </a:lnTo>
                  <a:lnTo>
                    <a:pt x="226806" y="156840"/>
                  </a:lnTo>
                  <a:lnTo>
                    <a:pt x="226993" y="157225"/>
                  </a:lnTo>
                  <a:lnTo>
                    <a:pt x="227180" y="157569"/>
                  </a:lnTo>
                  <a:lnTo>
                    <a:pt x="227367" y="157874"/>
                  </a:lnTo>
                  <a:lnTo>
                    <a:pt x="227554" y="158134"/>
                  </a:lnTo>
                  <a:lnTo>
                    <a:pt x="227741" y="158375"/>
                  </a:lnTo>
                  <a:lnTo>
                    <a:pt x="227928" y="158767"/>
                  </a:lnTo>
                  <a:lnTo>
                    <a:pt x="228115" y="159044"/>
                  </a:lnTo>
                  <a:lnTo>
                    <a:pt x="228302" y="159294"/>
                  </a:lnTo>
                  <a:lnTo>
                    <a:pt x="228489" y="159544"/>
                  </a:lnTo>
                  <a:lnTo>
                    <a:pt x="228676" y="159693"/>
                  </a:lnTo>
                  <a:lnTo>
                    <a:pt x="228863" y="159817"/>
                  </a:lnTo>
                  <a:lnTo>
                    <a:pt x="229050" y="159882"/>
                  </a:lnTo>
                  <a:lnTo>
                    <a:pt x="229236" y="159882"/>
                  </a:lnTo>
                  <a:lnTo>
                    <a:pt x="229423" y="159907"/>
                  </a:lnTo>
                  <a:lnTo>
                    <a:pt x="229610" y="160055"/>
                  </a:lnTo>
                  <a:lnTo>
                    <a:pt x="229797" y="160064"/>
                  </a:lnTo>
                  <a:lnTo>
                    <a:pt x="229984" y="160168"/>
                  </a:lnTo>
                  <a:lnTo>
                    <a:pt x="230171" y="160346"/>
                  </a:lnTo>
                  <a:lnTo>
                    <a:pt x="230358" y="160620"/>
                  </a:lnTo>
                  <a:lnTo>
                    <a:pt x="230545" y="160847"/>
                  </a:lnTo>
                  <a:lnTo>
                    <a:pt x="230732" y="161076"/>
                  </a:lnTo>
                  <a:lnTo>
                    <a:pt x="230919" y="161295"/>
                  </a:lnTo>
                  <a:lnTo>
                    <a:pt x="231106" y="161371"/>
                  </a:lnTo>
                  <a:lnTo>
                    <a:pt x="231293" y="161446"/>
                  </a:lnTo>
                  <a:lnTo>
                    <a:pt x="231479" y="161521"/>
                  </a:lnTo>
                  <a:lnTo>
                    <a:pt x="231666" y="161596"/>
                  </a:lnTo>
                  <a:lnTo>
                    <a:pt x="231853" y="161671"/>
                  </a:lnTo>
                  <a:lnTo>
                    <a:pt x="232040" y="161746"/>
                  </a:lnTo>
                  <a:lnTo>
                    <a:pt x="232227" y="161821"/>
                  </a:lnTo>
                  <a:lnTo>
                    <a:pt x="232414" y="161897"/>
                  </a:lnTo>
                  <a:lnTo>
                    <a:pt x="232601" y="162118"/>
                  </a:lnTo>
                  <a:lnTo>
                    <a:pt x="232788" y="162299"/>
                  </a:lnTo>
                  <a:lnTo>
                    <a:pt x="232975" y="162404"/>
                  </a:lnTo>
                  <a:lnTo>
                    <a:pt x="233162" y="162531"/>
                  </a:lnTo>
                  <a:lnTo>
                    <a:pt x="233349" y="162693"/>
                  </a:lnTo>
                  <a:lnTo>
                    <a:pt x="233536" y="163087"/>
                  </a:lnTo>
                  <a:lnTo>
                    <a:pt x="233723" y="163563"/>
                  </a:lnTo>
                  <a:lnTo>
                    <a:pt x="233909" y="164040"/>
                  </a:lnTo>
                  <a:lnTo>
                    <a:pt x="234096" y="164516"/>
                  </a:lnTo>
                  <a:lnTo>
                    <a:pt x="234283" y="165151"/>
                  </a:lnTo>
                  <a:lnTo>
                    <a:pt x="234470" y="165995"/>
                  </a:lnTo>
                  <a:lnTo>
                    <a:pt x="234657" y="167035"/>
                  </a:lnTo>
                  <a:lnTo>
                    <a:pt x="234844" y="168088"/>
                  </a:lnTo>
                  <a:lnTo>
                    <a:pt x="235031" y="169142"/>
                  </a:lnTo>
                  <a:lnTo>
                    <a:pt x="235218" y="170195"/>
                  </a:lnTo>
                  <a:lnTo>
                    <a:pt x="235405" y="171247"/>
                  </a:lnTo>
                  <a:lnTo>
                    <a:pt x="235592" y="172299"/>
                  </a:lnTo>
                  <a:lnTo>
                    <a:pt x="235779" y="173351"/>
                  </a:lnTo>
                  <a:lnTo>
                    <a:pt x="235966" y="174376"/>
                  </a:lnTo>
                  <a:lnTo>
                    <a:pt x="236153" y="175314"/>
                  </a:lnTo>
                  <a:lnTo>
                    <a:pt x="236339" y="176028"/>
                  </a:lnTo>
                  <a:lnTo>
                    <a:pt x="236526" y="176732"/>
                  </a:lnTo>
                  <a:lnTo>
                    <a:pt x="236713" y="177436"/>
                  </a:lnTo>
                  <a:lnTo>
                    <a:pt x="236776" y="17767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7502141" y="3204469"/>
              <a:ext cx="42261" cy="26692"/>
            </a:xfrm>
            <a:custGeom>
              <a:avLst/>
              <a:pathLst>
                <a:path w="42261" h="26692">
                  <a:moveTo>
                    <a:pt x="0" y="26692"/>
                  </a:moveTo>
                  <a:lnTo>
                    <a:pt x="53" y="26591"/>
                  </a:lnTo>
                  <a:lnTo>
                    <a:pt x="240" y="26240"/>
                  </a:lnTo>
                  <a:lnTo>
                    <a:pt x="427" y="25888"/>
                  </a:lnTo>
                  <a:lnTo>
                    <a:pt x="614" y="25382"/>
                  </a:lnTo>
                  <a:lnTo>
                    <a:pt x="801" y="24850"/>
                  </a:lnTo>
                  <a:lnTo>
                    <a:pt x="988" y="24309"/>
                  </a:lnTo>
                  <a:lnTo>
                    <a:pt x="1175" y="23767"/>
                  </a:lnTo>
                  <a:lnTo>
                    <a:pt x="1362" y="23226"/>
                  </a:lnTo>
                  <a:lnTo>
                    <a:pt x="1549" y="22685"/>
                  </a:lnTo>
                  <a:lnTo>
                    <a:pt x="1735" y="22037"/>
                  </a:lnTo>
                  <a:lnTo>
                    <a:pt x="1922" y="21310"/>
                  </a:lnTo>
                  <a:lnTo>
                    <a:pt x="2109" y="20537"/>
                  </a:lnTo>
                  <a:lnTo>
                    <a:pt x="2296" y="19798"/>
                  </a:lnTo>
                  <a:lnTo>
                    <a:pt x="2483" y="19182"/>
                  </a:lnTo>
                  <a:lnTo>
                    <a:pt x="2670" y="18689"/>
                  </a:lnTo>
                  <a:lnTo>
                    <a:pt x="2857" y="18196"/>
                  </a:lnTo>
                  <a:lnTo>
                    <a:pt x="3044" y="17703"/>
                  </a:lnTo>
                  <a:lnTo>
                    <a:pt x="3231" y="17210"/>
                  </a:lnTo>
                  <a:lnTo>
                    <a:pt x="3418" y="16752"/>
                  </a:lnTo>
                  <a:lnTo>
                    <a:pt x="3605" y="16301"/>
                  </a:lnTo>
                  <a:lnTo>
                    <a:pt x="3792" y="15882"/>
                  </a:lnTo>
                  <a:lnTo>
                    <a:pt x="3978" y="15491"/>
                  </a:lnTo>
                  <a:lnTo>
                    <a:pt x="4165" y="15101"/>
                  </a:lnTo>
                  <a:lnTo>
                    <a:pt x="4352" y="14711"/>
                  </a:lnTo>
                  <a:lnTo>
                    <a:pt x="4539" y="14320"/>
                  </a:lnTo>
                  <a:lnTo>
                    <a:pt x="4726" y="13930"/>
                  </a:lnTo>
                  <a:lnTo>
                    <a:pt x="4913" y="13576"/>
                  </a:lnTo>
                  <a:lnTo>
                    <a:pt x="5100" y="13270"/>
                  </a:lnTo>
                  <a:lnTo>
                    <a:pt x="5287" y="13104"/>
                  </a:lnTo>
                  <a:lnTo>
                    <a:pt x="5474" y="12999"/>
                  </a:lnTo>
                  <a:lnTo>
                    <a:pt x="5661" y="12895"/>
                  </a:lnTo>
                  <a:lnTo>
                    <a:pt x="5848" y="12695"/>
                  </a:lnTo>
                  <a:lnTo>
                    <a:pt x="6035" y="12483"/>
                  </a:lnTo>
                  <a:lnTo>
                    <a:pt x="6222" y="12356"/>
                  </a:lnTo>
                  <a:lnTo>
                    <a:pt x="6408" y="12277"/>
                  </a:lnTo>
                  <a:lnTo>
                    <a:pt x="6595" y="12168"/>
                  </a:lnTo>
                  <a:lnTo>
                    <a:pt x="6782" y="12062"/>
                  </a:lnTo>
                  <a:lnTo>
                    <a:pt x="6969" y="12077"/>
                  </a:lnTo>
                  <a:lnTo>
                    <a:pt x="7156" y="12127"/>
                  </a:lnTo>
                  <a:lnTo>
                    <a:pt x="7343" y="12131"/>
                  </a:lnTo>
                  <a:lnTo>
                    <a:pt x="7530" y="12242"/>
                  </a:lnTo>
                  <a:lnTo>
                    <a:pt x="7717" y="12353"/>
                  </a:lnTo>
                  <a:lnTo>
                    <a:pt x="7904" y="12465"/>
                  </a:lnTo>
                  <a:lnTo>
                    <a:pt x="8091" y="12583"/>
                  </a:lnTo>
                  <a:lnTo>
                    <a:pt x="8278" y="12702"/>
                  </a:lnTo>
                  <a:lnTo>
                    <a:pt x="8465" y="12821"/>
                  </a:lnTo>
                  <a:lnTo>
                    <a:pt x="8651" y="13177"/>
                  </a:lnTo>
                  <a:lnTo>
                    <a:pt x="8838" y="13568"/>
                  </a:lnTo>
                  <a:lnTo>
                    <a:pt x="9025" y="13891"/>
                  </a:lnTo>
                  <a:lnTo>
                    <a:pt x="9212" y="14156"/>
                  </a:lnTo>
                  <a:lnTo>
                    <a:pt x="9399" y="14375"/>
                  </a:lnTo>
                  <a:lnTo>
                    <a:pt x="9586" y="14584"/>
                  </a:lnTo>
                  <a:lnTo>
                    <a:pt x="9773" y="14609"/>
                  </a:lnTo>
                  <a:lnTo>
                    <a:pt x="9960" y="14609"/>
                  </a:lnTo>
                  <a:lnTo>
                    <a:pt x="10147" y="14732"/>
                  </a:lnTo>
                  <a:lnTo>
                    <a:pt x="10334" y="14732"/>
                  </a:lnTo>
                  <a:lnTo>
                    <a:pt x="10521" y="14732"/>
                  </a:lnTo>
                  <a:lnTo>
                    <a:pt x="10708" y="14787"/>
                  </a:lnTo>
                  <a:lnTo>
                    <a:pt x="10895" y="14640"/>
                  </a:lnTo>
                  <a:lnTo>
                    <a:pt x="11081" y="14349"/>
                  </a:lnTo>
                  <a:lnTo>
                    <a:pt x="11268" y="13873"/>
                  </a:lnTo>
                  <a:lnTo>
                    <a:pt x="11455" y="13334"/>
                  </a:lnTo>
                  <a:lnTo>
                    <a:pt x="11642" y="12795"/>
                  </a:lnTo>
                  <a:lnTo>
                    <a:pt x="11829" y="12250"/>
                  </a:lnTo>
                  <a:lnTo>
                    <a:pt x="12016" y="11631"/>
                  </a:lnTo>
                  <a:lnTo>
                    <a:pt x="12203" y="11144"/>
                  </a:lnTo>
                  <a:lnTo>
                    <a:pt x="12390" y="10684"/>
                  </a:lnTo>
                  <a:lnTo>
                    <a:pt x="12577" y="10224"/>
                  </a:lnTo>
                  <a:lnTo>
                    <a:pt x="12764" y="9764"/>
                  </a:lnTo>
                  <a:lnTo>
                    <a:pt x="12951" y="9313"/>
                  </a:lnTo>
                  <a:lnTo>
                    <a:pt x="13138" y="8860"/>
                  </a:lnTo>
                  <a:lnTo>
                    <a:pt x="13325" y="8447"/>
                  </a:lnTo>
                  <a:lnTo>
                    <a:pt x="13511" y="8194"/>
                  </a:lnTo>
                  <a:lnTo>
                    <a:pt x="13698" y="8151"/>
                  </a:lnTo>
                  <a:lnTo>
                    <a:pt x="13885" y="8207"/>
                  </a:lnTo>
                  <a:lnTo>
                    <a:pt x="14072" y="8479"/>
                  </a:lnTo>
                  <a:lnTo>
                    <a:pt x="14259" y="8850"/>
                  </a:lnTo>
                  <a:lnTo>
                    <a:pt x="14446" y="9212"/>
                  </a:lnTo>
                  <a:lnTo>
                    <a:pt x="14633" y="9706"/>
                  </a:lnTo>
                  <a:lnTo>
                    <a:pt x="14820" y="10246"/>
                  </a:lnTo>
                  <a:lnTo>
                    <a:pt x="15007" y="10777"/>
                  </a:lnTo>
                  <a:lnTo>
                    <a:pt x="15194" y="11282"/>
                  </a:lnTo>
                  <a:lnTo>
                    <a:pt x="15381" y="11787"/>
                  </a:lnTo>
                  <a:lnTo>
                    <a:pt x="15568" y="12305"/>
                  </a:lnTo>
                  <a:lnTo>
                    <a:pt x="15754" y="12652"/>
                  </a:lnTo>
                  <a:lnTo>
                    <a:pt x="15941" y="13051"/>
                  </a:lnTo>
                  <a:lnTo>
                    <a:pt x="16128" y="13491"/>
                  </a:lnTo>
                  <a:lnTo>
                    <a:pt x="16315" y="13762"/>
                  </a:lnTo>
                  <a:lnTo>
                    <a:pt x="16502" y="13838"/>
                  </a:lnTo>
                  <a:lnTo>
                    <a:pt x="16689" y="13548"/>
                  </a:lnTo>
                  <a:lnTo>
                    <a:pt x="16876" y="13214"/>
                  </a:lnTo>
                  <a:lnTo>
                    <a:pt x="17063" y="12990"/>
                  </a:lnTo>
                  <a:lnTo>
                    <a:pt x="17250" y="12690"/>
                  </a:lnTo>
                  <a:lnTo>
                    <a:pt x="17437" y="12286"/>
                  </a:lnTo>
                  <a:lnTo>
                    <a:pt x="17624" y="11797"/>
                  </a:lnTo>
                  <a:lnTo>
                    <a:pt x="17811" y="11317"/>
                  </a:lnTo>
                  <a:lnTo>
                    <a:pt x="17998" y="10836"/>
                  </a:lnTo>
                  <a:lnTo>
                    <a:pt x="18184" y="10356"/>
                  </a:lnTo>
                  <a:lnTo>
                    <a:pt x="18371" y="9867"/>
                  </a:lnTo>
                  <a:lnTo>
                    <a:pt x="18558" y="9384"/>
                  </a:lnTo>
                  <a:lnTo>
                    <a:pt x="18745" y="8861"/>
                  </a:lnTo>
                  <a:lnTo>
                    <a:pt x="18932" y="8290"/>
                  </a:lnTo>
                  <a:lnTo>
                    <a:pt x="19119" y="7756"/>
                  </a:lnTo>
                  <a:lnTo>
                    <a:pt x="19306" y="7322"/>
                  </a:lnTo>
                  <a:lnTo>
                    <a:pt x="19493" y="7041"/>
                  </a:lnTo>
                  <a:lnTo>
                    <a:pt x="19680" y="6608"/>
                  </a:lnTo>
                  <a:lnTo>
                    <a:pt x="19867" y="6248"/>
                  </a:lnTo>
                  <a:lnTo>
                    <a:pt x="20054" y="5607"/>
                  </a:lnTo>
                  <a:lnTo>
                    <a:pt x="20241" y="4993"/>
                  </a:lnTo>
                  <a:lnTo>
                    <a:pt x="20428" y="4356"/>
                  </a:lnTo>
                  <a:lnTo>
                    <a:pt x="20614" y="3720"/>
                  </a:lnTo>
                  <a:lnTo>
                    <a:pt x="20801" y="3083"/>
                  </a:lnTo>
                  <a:lnTo>
                    <a:pt x="20988" y="2446"/>
                  </a:lnTo>
                  <a:lnTo>
                    <a:pt x="21175" y="1809"/>
                  </a:lnTo>
                  <a:lnTo>
                    <a:pt x="21362" y="1173"/>
                  </a:lnTo>
                  <a:lnTo>
                    <a:pt x="21549" y="709"/>
                  </a:lnTo>
                  <a:lnTo>
                    <a:pt x="21736" y="328"/>
                  </a:lnTo>
                  <a:lnTo>
                    <a:pt x="21923" y="99"/>
                  </a:lnTo>
                  <a:lnTo>
                    <a:pt x="22110" y="27"/>
                  </a:lnTo>
                  <a:lnTo>
                    <a:pt x="22297" y="0"/>
                  </a:lnTo>
                  <a:lnTo>
                    <a:pt x="22484" y="121"/>
                  </a:lnTo>
                  <a:lnTo>
                    <a:pt x="22671" y="154"/>
                  </a:lnTo>
                  <a:lnTo>
                    <a:pt x="22857" y="351"/>
                  </a:lnTo>
                  <a:lnTo>
                    <a:pt x="23044" y="600"/>
                  </a:lnTo>
                  <a:lnTo>
                    <a:pt x="23231" y="870"/>
                  </a:lnTo>
                  <a:lnTo>
                    <a:pt x="23418" y="986"/>
                  </a:lnTo>
                  <a:lnTo>
                    <a:pt x="23605" y="1107"/>
                  </a:lnTo>
                  <a:lnTo>
                    <a:pt x="23792" y="1252"/>
                  </a:lnTo>
                  <a:lnTo>
                    <a:pt x="23979" y="1611"/>
                  </a:lnTo>
                  <a:lnTo>
                    <a:pt x="24166" y="2169"/>
                  </a:lnTo>
                  <a:lnTo>
                    <a:pt x="24353" y="2805"/>
                  </a:lnTo>
                  <a:lnTo>
                    <a:pt x="24540" y="3520"/>
                  </a:lnTo>
                  <a:lnTo>
                    <a:pt x="24727" y="4292"/>
                  </a:lnTo>
                  <a:lnTo>
                    <a:pt x="24914" y="4979"/>
                  </a:lnTo>
                  <a:lnTo>
                    <a:pt x="25101" y="5571"/>
                  </a:lnTo>
                  <a:lnTo>
                    <a:pt x="25287" y="6035"/>
                  </a:lnTo>
                  <a:lnTo>
                    <a:pt x="25474" y="6548"/>
                  </a:lnTo>
                  <a:lnTo>
                    <a:pt x="25661" y="7167"/>
                  </a:lnTo>
                  <a:lnTo>
                    <a:pt x="25848" y="7759"/>
                  </a:lnTo>
                  <a:lnTo>
                    <a:pt x="26035" y="8335"/>
                  </a:lnTo>
                  <a:lnTo>
                    <a:pt x="26222" y="8770"/>
                  </a:lnTo>
                  <a:lnTo>
                    <a:pt x="26409" y="9301"/>
                  </a:lnTo>
                  <a:lnTo>
                    <a:pt x="26596" y="9943"/>
                  </a:lnTo>
                  <a:lnTo>
                    <a:pt x="26783" y="10274"/>
                  </a:lnTo>
                  <a:lnTo>
                    <a:pt x="26970" y="10363"/>
                  </a:lnTo>
                  <a:lnTo>
                    <a:pt x="27157" y="10427"/>
                  </a:lnTo>
                  <a:lnTo>
                    <a:pt x="27344" y="10424"/>
                  </a:lnTo>
                  <a:lnTo>
                    <a:pt x="27530" y="10380"/>
                  </a:lnTo>
                  <a:lnTo>
                    <a:pt x="27717" y="10363"/>
                  </a:lnTo>
                  <a:lnTo>
                    <a:pt x="27904" y="10180"/>
                  </a:lnTo>
                  <a:lnTo>
                    <a:pt x="28091" y="10140"/>
                  </a:lnTo>
                  <a:lnTo>
                    <a:pt x="28278" y="10213"/>
                  </a:lnTo>
                  <a:lnTo>
                    <a:pt x="28465" y="10081"/>
                  </a:lnTo>
                  <a:lnTo>
                    <a:pt x="28652" y="9649"/>
                  </a:lnTo>
                  <a:lnTo>
                    <a:pt x="28839" y="9128"/>
                  </a:lnTo>
                  <a:lnTo>
                    <a:pt x="29026" y="8426"/>
                  </a:lnTo>
                  <a:lnTo>
                    <a:pt x="29213" y="7708"/>
                  </a:lnTo>
                  <a:lnTo>
                    <a:pt x="29400" y="7027"/>
                  </a:lnTo>
                  <a:lnTo>
                    <a:pt x="29587" y="6495"/>
                  </a:lnTo>
                  <a:lnTo>
                    <a:pt x="29774" y="5989"/>
                  </a:lnTo>
                  <a:lnTo>
                    <a:pt x="29960" y="5604"/>
                  </a:lnTo>
                  <a:lnTo>
                    <a:pt x="30147" y="5545"/>
                  </a:lnTo>
                  <a:lnTo>
                    <a:pt x="30334" y="5545"/>
                  </a:lnTo>
                  <a:lnTo>
                    <a:pt x="30521" y="5593"/>
                  </a:lnTo>
                  <a:lnTo>
                    <a:pt x="30708" y="5640"/>
                  </a:lnTo>
                  <a:lnTo>
                    <a:pt x="30895" y="5688"/>
                  </a:lnTo>
                  <a:lnTo>
                    <a:pt x="31082" y="5735"/>
                  </a:lnTo>
                  <a:lnTo>
                    <a:pt x="31269" y="5841"/>
                  </a:lnTo>
                  <a:lnTo>
                    <a:pt x="31456" y="6033"/>
                  </a:lnTo>
                  <a:lnTo>
                    <a:pt x="31643" y="6367"/>
                  </a:lnTo>
                  <a:lnTo>
                    <a:pt x="31830" y="6840"/>
                  </a:lnTo>
                  <a:lnTo>
                    <a:pt x="32017" y="7689"/>
                  </a:lnTo>
                  <a:lnTo>
                    <a:pt x="32204" y="8582"/>
                  </a:lnTo>
                  <a:lnTo>
                    <a:pt x="32390" y="9582"/>
                  </a:lnTo>
                  <a:lnTo>
                    <a:pt x="32577" y="10581"/>
                  </a:lnTo>
                  <a:lnTo>
                    <a:pt x="32764" y="11445"/>
                  </a:lnTo>
                  <a:lnTo>
                    <a:pt x="32951" y="12145"/>
                  </a:lnTo>
                  <a:lnTo>
                    <a:pt x="33138" y="12774"/>
                  </a:lnTo>
                  <a:lnTo>
                    <a:pt x="33325" y="13316"/>
                  </a:lnTo>
                  <a:lnTo>
                    <a:pt x="33512" y="13857"/>
                  </a:lnTo>
                  <a:lnTo>
                    <a:pt x="33699" y="14398"/>
                  </a:lnTo>
                  <a:lnTo>
                    <a:pt x="33886" y="14940"/>
                  </a:lnTo>
                  <a:lnTo>
                    <a:pt x="34073" y="15481"/>
                  </a:lnTo>
                  <a:lnTo>
                    <a:pt x="34260" y="16022"/>
                  </a:lnTo>
                  <a:lnTo>
                    <a:pt x="34447" y="16396"/>
                  </a:lnTo>
                  <a:lnTo>
                    <a:pt x="34633" y="16762"/>
                  </a:lnTo>
                  <a:lnTo>
                    <a:pt x="34820" y="16995"/>
                  </a:lnTo>
                  <a:lnTo>
                    <a:pt x="35007" y="17273"/>
                  </a:lnTo>
                  <a:lnTo>
                    <a:pt x="35194" y="17462"/>
                  </a:lnTo>
                  <a:lnTo>
                    <a:pt x="35381" y="17739"/>
                  </a:lnTo>
                  <a:lnTo>
                    <a:pt x="35568" y="17929"/>
                  </a:lnTo>
                  <a:lnTo>
                    <a:pt x="35755" y="18118"/>
                  </a:lnTo>
                  <a:lnTo>
                    <a:pt x="35942" y="18308"/>
                  </a:lnTo>
                  <a:lnTo>
                    <a:pt x="36129" y="18497"/>
                  </a:lnTo>
                  <a:lnTo>
                    <a:pt x="36316" y="18687"/>
                  </a:lnTo>
                  <a:lnTo>
                    <a:pt x="36503" y="18876"/>
                  </a:lnTo>
                  <a:lnTo>
                    <a:pt x="36690" y="19066"/>
                  </a:lnTo>
                  <a:lnTo>
                    <a:pt x="36877" y="19326"/>
                  </a:lnTo>
                  <a:lnTo>
                    <a:pt x="37063" y="19744"/>
                  </a:lnTo>
                  <a:lnTo>
                    <a:pt x="37250" y="20285"/>
                  </a:lnTo>
                  <a:lnTo>
                    <a:pt x="37437" y="20826"/>
                  </a:lnTo>
                  <a:lnTo>
                    <a:pt x="37624" y="21368"/>
                  </a:lnTo>
                  <a:lnTo>
                    <a:pt x="37811" y="21900"/>
                  </a:lnTo>
                  <a:lnTo>
                    <a:pt x="37998" y="22405"/>
                  </a:lnTo>
                  <a:lnTo>
                    <a:pt x="38185" y="22757"/>
                  </a:lnTo>
                  <a:lnTo>
                    <a:pt x="38372" y="23109"/>
                  </a:lnTo>
                  <a:lnTo>
                    <a:pt x="38559" y="23461"/>
                  </a:lnTo>
                  <a:lnTo>
                    <a:pt x="38746" y="23813"/>
                  </a:lnTo>
                  <a:lnTo>
                    <a:pt x="38933" y="24165"/>
                  </a:lnTo>
                  <a:lnTo>
                    <a:pt x="39120" y="24516"/>
                  </a:lnTo>
                  <a:lnTo>
                    <a:pt x="39306" y="24868"/>
                  </a:lnTo>
                  <a:lnTo>
                    <a:pt x="39493" y="25220"/>
                  </a:lnTo>
                  <a:lnTo>
                    <a:pt x="39680" y="25502"/>
                  </a:lnTo>
                  <a:lnTo>
                    <a:pt x="39867" y="25625"/>
                  </a:lnTo>
                  <a:lnTo>
                    <a:pt x="40054" y="25625"/>
                  </a:lnTo>
                  <a:lnTo>
                    <a:pt x="40241" y="25625"/>
                  </a:lnTo>
                  <a:lnTo>
                    <a:pt x="40428" y="25625"/>
                  </a:lnTo>
                  <a:lnTo>
                    <a:pt x="40615" y="25625"/>
                  </a:lnTo>
                  <a:lnTo>
                    <a:pt x="40802" y="25625"/>
                  </a:lnTo>
                  <a:lnTo>
                    <a:pt x="40989" y="25625"/>
                  </a:lnTo>
                  <a:lnTo>
                    <a:pt x="41176" y="25625"/>
                  </a:lnTo>
                  <a:lnTo>
                    <a:pt x="41363" y="25625"/>
                  </a:lnTo>
                  <a:lnTo>
                    <a:pt x="41550" y="25779"/>
                  </a:lnTo>
                  <a:lnTo>
                    <a:pt x="41736" y="25959"/>
                  </a:lnTo>
                  <a:lnTo>
                    <a:pt x="41923" y="26148"/>
                  </a:lnTo>
                  <a:lnTo>
                    <a:pt x="42110" y="26450"/>
                  </a:lnTo>
                  <a:lnTo>
                    <a:pt x="42261" y="2669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547600" y="2847191"/>
              <a:ext cx="1157774" cy="383970"/>
            </a:xfrm>
            <a:custGeom>
              <a:avLst/>
              <a:pathLst>
                <a:path w="1157774" h="383970">
                  <a:moveTo>
                    <a:pt x="0" y="383970"/>
                  </a:moveTo>
                  <a:lnTo>
                    <a:pt x="15" y="383945"/>
                  </a:lnTo>
                  <a:lnTo>
                    <a:pt x="202" y="383512"/>
                  </a:lnTo>
                  <a:lnTo>
                    <a:pt x="389" y="382831"/>
                  </a:lnTo>
                  <a:lnTo>
                    <a:pt x="576" y="382127"/>
                  </a:lnTo>
                  <a:lnTo>
                    <a:pt x="763" y="381387"/>
                  </a:lnTo>
                  <a:lnTo>
                    <a:pt x="950" y="380691"/>
                  </a:lnTo>
                  <a:lnTo>
                    <a:pt x="1137" y="380101"/>
                  </a:lnTo>
                  <a:lnTo>
                    <a:pt x="1324" y="379602"/>
                  </a:lnTo>
                  <a:lnTo>
                    <a:pt x="1510" y="379297"/>
                  </a:lnTo>
                  <a:lnTo>
                    <a:pt x="1697" y="379060"/>
                  </a:lnTo>
                  <a:lnTo>
                    <a:pt x="1884" y="378755"/>
                  </a:lnTo>
                  <a:lnTo>
                    <a:pt x="2071" y="378362"/>
                  </a:lnTo>
                  <a:lnTo>
                    <a:pt x="2258" y="377974"/>
                  </a:lnTo>
                  <a:lnTo>
                    <a:pt x="2445" y="377586"/>
                  </a:lnTo>
                  <a:lnTo>
                    <a:pt x="2632" y="377143"/>
                  </a:lnTo>
                  <a:lnTo>
                    <a:pt x="2819" y="376946"/>
                  </a:lnTo>
                  <a:lnTo>
                    <a:pt x="3006" y="376878"/>
                  </a:lnTo>
                  <a:lnTo>
                    <a:pt x="3193" y="377122"/>
                  </a:lnTo>
                  <a:lnTo>
                    <a:pt x="3380" y="377396"/>
                  </a:lnTo>
                  <a:lnTo>
                    <a:pt x="3567" y="377541"/>
                  </a:lnTo>
                  <a:lnTo>
                    <a:pt x="3754" y="377685"/>
                  </a:lnTo>
                  <a:lnTo>
                    <a:pt x="3940" y="377817"/>
                  </a:lnTo>
                  <a:lnTo>
                    <a:pt x="4127" y="377662"/>
                  </a:lnTo>
                  <a:lnTo>
                    <a:pt x="4314" y="377419"/>
                  </a:lnTo>
                  <a:lnTo>
                    <a:pt x="4501" y="376975"/>
                  </a:lnTo>
                  <a:lnTo>
                    <a:pt x="4688" y="376646"/>
                  </a:lnTo>
                  <a:lnTo>
                    <a:pt x="4875" y="376370"/>
                  </a:lnTo>
                  <a:lnTo>
                    <a:pt x="5062" y="376094"/>
                  </a:lnTo>
                  <a:lnTo>
                    <a:pt x="5249" y="375819"/>
                  </a:lnTo>
                  <a:lnTo>
                    <a:pt x="5436" y="375481"/>
                  </a:lnTo>
                  <a:lnTo>
                    <a:pt x="5623" y="374961"/>
                  </a:lnTo>
                  <a:lnTo>
                    <a:pt x="5810" y="374440"/>
                  </a:lnTo>
                  <a:lnTo>
                    <a:pt x="5997" y="373895"/>
                  </a:lnTo>
                  <a:lnTo>
                    <a:pt x="6184" y="373371"/>
                  </a:lnTo>
                  <a:lnTo>
                    <a:pt x="6370" y="373006"/>
                  </a:lnTo>
                  <a:lnTo>
                    <a:pt x="6557" y="372588"/>
                  </a:lnTo>
                  <a:lnTo>
                    <a:pt x="6744" y="372047"/>
                  </a:lnTo>
                  <a:lnTo>
                    <a:pt x="6931" y="371655"/>
                  </a:lnTo>
                  <a:lnTo>
                    <a:pt x="7118" y="371325"/>
                  </a:lnTo>
                  <a:lnTo>
                    <a:pt x="7305" y="370996"/>
                  </a:lnTo>
                  <a:lnTo>
                    <a:pt x="7492" y="370676"/>
                  </a:lnTo>
                  <a:lnTo>
                    <a:pt x="7679" y="370430"/>
                  </a:lnTo>
                  <a:lnTo>
                    <a:pt x="7866" y="370358"/>
                  </a:lnTo>
                  <a:lnTo>
                    <a:pt x="8053" y="370234"/>
                  </a:lnTo>
                  <a:lnTo>
                    <a:pt x="8240" y="370206"/>
                  </a:lnTo>
                  <a:lnTo>
                    <a:pt x="8427" y="370344"/>
                  </a:lnTo>
                  <a:lnTo>
                    <a:pt x="8613" y="370719"/>
                  </a:lnTo>
                  <a:lnTo>
                    <a:pt x="8800" y="370906"/>
                  </a:lnTo>
                  <a:lnTo>
                    <a:pt x="8987" y="371018"/>
                  </a:lnTo>
                  <a:lnTo>
                    <a:pt x="9174" y="371075"/>
                  </a:lnTo>
                  <a:lnTo>
                    <a:pt x="9361" y="371203"/>
                  </a:lnTo>
                  <a:lnTo>
                    <a:pt x="9548" y="371440"/>
                  </a:lnTo>
                  <a:lnTo>
                    <a:pt x="9735" y="371677"/>
                  </a:lnTo>
                  <a:lnTo>
                    <a:pt x="9922" y="371807"/>
                  </a:lnTo>
                  <a:lnTo>
                    <a:pt x="10109" y="371918"/>
                  </a:lnTo>
                  <a:lnTo>
                    <a:pt x="10296" y="372029"/>
                  </a:lnTo>
                  <a:lnTo>
                    <a:pt x="10483" y="372190"/>
                  </a:lnTo>
                  <a:lnTo>
                    <a:pt x="10670" y="372391"/>
                  </a:lnTo>
                  <a:lnTo>
                    <a:pt x="10857" y="372562"/>
                  </a:lnTo>
                  <a:lnTo>
                    <a:pt x="11043" y="372724"/>
                  </a:lnTo>
                  <a:lnTo>
                    <a:pt x="11230" y="372835"/>
                  </a:lnTo>
                  <a:lnTo>
                    <a:pt x="11417" y="372645"/>
                  </a:lnTo>
                  <a:lnTo>
                    <a:pt x="11604" y="372606"/>
                  </a:lnTo>
                  <a:lnTo>
                    <a:pt x="11791" y="372495"/>
                  </a:lnTo>
                  <a:lnTo>
                    <a:pt x="11978" y="372664"/>
                  </a:lnTo>
                  <a:lnTo>
                    <a:pt x="12165" y="372913"/>
                  </a:lnTo>
                  <a:lnTo>
                    <a:pt x="12352" y="373184"/>
                  </a:lnTo>
                  <a:lnTo>
                    <a:pt x="12539" y="373455"/>
                  </a:lnTo>
                  <a:lnTo>
                    <a:pt x="12726" y="374013"/>
                  </a:lnTo>
                  <a:lnTo>
                    <a:pt x="12913" y="374381"/>
                  </a:lnTo>
                  <a:lnTo>
                    <a:pt x="13100" y="374592"/>
                  </a:lnTo>
                  <a:lnTo>
                    <a:pt x="13287" y="374742"/>
                  </a:lnTo>
                  <a:lnTo>
                    <a:pt x="13473" y="374722"/>
                  </a:lnTo>
                  <a:lnTo>
                    <a:pt x="13660" y="374525"/>
                  </a:lnTo>
                  <a:lnTo>
                    <a:pt x="13847" y="374178"/>
                  </a:lnTo>
                  <a:lnTo>
                    <a:pt x="14034" y="373693"/>
                  </a:lnTo>
                  <a:lnTo>
                    <a:pt x="14221" y="373035"/>
                  </a:lnTo>
                  <a:lnTo>
                    <a:pt x="14408" y="372227"/>
                  </a:lnTo>
                  <a:lnTo>
                    <a:pt x="14595" y="371414"/>
                  </a:lnTo>
                  <a:lnTo>
                    <a:pt x="14782" y="370483"/>
                  </a:lnTo>
                  <a:lnTo>
                    <a:pt x="14969" y="369604"/>
                  </a:lnTo>
                  <a:lnTo>
                    <a:pt x="15156" y="368743"/>
                  </a:lnTo>
                  <a:lnTo>
                    <a:pt x="15343" y="367894"/>
                  </a:lnTo>
                  <a:lnTo>
                    <a:pt x="15530" y="366913"/>
                  </a:lnTo>
                  <a:lnTo>
                    <a:pt x="15716" y="366158"/>
                  </a:lnTo>
                  <a:lnTo>
                    <a:pt x="15903" y="365537"/>
                  </a:lnTo>
                  <a:lnTo>
                    <a:pt x="16090" y="364978"/>
                  </a:lnTo>
                  <a:lnTo>
                    <a:pt x="16277" y="364443"/>
                  </a:lnTo>
                  <a:lnTo>
                    <a:pt x="16464" y="363971"/>
                  </a:lnTo>
                  <a:lnTo>
                    <a:pt x="16651" y="363523"/>
                  </a:lnTo>
                  <a:lnTo>
                    <a:pt x="16838" y="363170"/>
                  </a:lnTo>
                  <a:lnTo>
                    <a:pt x="17025" y="362885"/>
                  </a:lnTo>
                  <a:lnTo>
                    <a:pt x="17212" y="362609"/>
                  </a:lnTo>
                  <a:lnTo>
                    <a:pt x="17399" y="362381"/>
                  </a:lnTo>
                  <a:lnTo>
                    <a:pt x="17586" y="362202"/>
                  </a:lnTo>
                  <a:lnTo>
                    <a:pt x="17773" y="362140"/>
                  </a:lnTo>
                  <a:lnTo>
                    <a:pt x="17960" y="362123"/>
                  </a:lnTo>
                  <a:lnTo>
                    <a:pt x="18146" y="362099"/>
                  </a:lnTo>
                  <a:lnTo>
                    <a:pt x="18333" y="362213"/>
                  </a:lnTo>
                  <a:lnTo>
                    <a:pt x="18520" y="362317"/>
                  </a:lnTo>
                  <a:lnTo>
                    <a:pt x="18707" y="362543"/>
                  </a:lnTo>
                  <a:lnTo>
                    <a:pt x="18894" y="362664"/>
                  </a:lnTo>
                  <a:lnTo>
                    <a:pt x="19081" y="362785"/>
                  </a:lnTo>
                  <a:lnTo>
                    <a:pt x="19268" y="362906"/>
                  </a:lnTo>
                  <a:lnTo>
                    <a:pt x="19455" y="362960"/>
                  </a:lnTo>
                  <a:lnTo>
                    <a:pt x="19642" y="362987"/>
                  </a:lnTo>
                  <a:lnTo>
                    <a:pt x="19829" y="363186"/>
                  </a:lnTo>
                  <a:lnTo>
                    <a:pt x="20016" y="363492"/>
                  </a:lnTo>
                  <a:lnTo>
                    <a:pt x="20203" y="363541"/>
                  </a:lnTo>
                  <a:lnTo>
                    <a:pt x="20389" y="363665"/>
                  </a:lnTo>
                  <a:lnTo>
                    <a:pt x="20576" y="363857"/>
                  </a:lnTo>
                  <a:lnTo>
                    <a:pt x="20763" y="364007"/>
                  </a:lnTo>
                  <a:lnTo>
                    <a:pt x="20950" y="364289"/>
                  </a:lnTo>
                  <a:lnTo>
                    <a:pt x="21137" y="364739"/>
                  </a:lnTo>
                  <a:lnTo>
                    <a:pt x="21324" y="365065"/>
                  </a:lnTo>
                  <a:lnTo>
                    <a:pt x="21511" y="365242"/>
                  </a:lnTo>
                  <a:lnTo>
                    <a:pt x="21698" y="365392"/>
                  </a:lnTo>
                  <a:lnTo>
                    <a:pt x="21885" y="365425"/>
                  </a:lnTo>
                  <a:lnTo>
                    <a:pt x="22072" y="365247"/>
                  </a:lnTo>
                  <a:lnTo>
                    <a:pt x="22259" y="365037"/>
                  </a:lnTo>
                  <a:lnTo>
                    <a:pt x="22446" y="364672"/>
                  </a:lnTo>
                  <a:lnTo>
                    <a:pt x="22633" y="364262"/>
                  </a:lnTo>
                  <a:lnTo>
                    <a:pt x="22819" y="363943"/>
                  </a:lnTo>
                  <a:lnTo>
                    <a:pt x="23006" y="363607"/>
                  </a:lnTo>
                  <a:lnTo>
                    <a:pt x="23193" y="363185"/>
                  </a:lnTo>
                  <a:lnTo>
                    <a:pt x="23380" y="362739"/>
                  </a:lnTo>
                  <a:lnTo>
                    <a:pt x="23567" y="362276"/>
                  </a:lnTo>
                  <a:lnTo>
                    <a:pt x="23754" y="361462"/>
                  </a:lnTo>
                  <a:lnTo>
                    <a:pt x="23941" y="360481"/>
                  </a:lnTo>
                  <a:lnTo>
                    <a:pt x="24128" y="359651"/>
                  </a:lnTo>
                  <a:lnTo>
                    <a:pt x="24315" y="358714"/>
                  </a:lnTo>
                  <a:lnTo>
                    <a:pt x="24502" y="357665"/>
                  </a:lnTo>
                  <a:lnTo>
                    <a:pt x="24689" y="356746"/>
                  </a:lnTo>
                  <a:lnTo>
                    <a:pt x="24876" y="355812"/>
                  </a:lnTo>
                  <a:lnTo>
                    <a:pt x="25063" y="354954"/>
                  </a:lnTo>
                  <a:lnTo>
                    <a:pt x="25249" y="354259"/>
                  </a:lnTo>
                  <a:lnTo>
                    <a:pt x="25436" y="353586"/>
                  </a:lnTo>
                  <a:lnTo>
                    <a:pt x="25623" y="352961"/>
                  </a:lnTo>
                  <a:lnTo>
                    <a:pt x="25810" y="352389"/>
                  </a:lnTo>
                  <a:lnTo>
                    <a:pt x="25997" y="351848"/>
                  </a:lnTo>
                  <a:lnTo>
                    <a:pt x="26184" y="351267"/>
                  </a:lnTo>
                  <a:lnTo>
                    <a:pt x="26371" y="350711"/>
                  </a:lnTo>
                  <a:lnTo>
                    <a:pt x="26558" y="350132"/>
                  </a:lnTo>
                  <a:lnTo>
                    <a:pt x="26745" y="349674"/>
                  </a:lnTo>
                  <a:lnTo>
                    <a:pt x="26932" y="349076"/>
                  </a:lnTo>
                  <a:lnTo>
                    <a:pt x="27119" y="348481"/>
                  </a:lnTo>
                  <a:lnTo>
                    <a:pt x="27306" y="347826"/>
                  </a:lnTo>
                  <a:lnTo>
                    <a:pt x="27492" y="347337"/>
                  </a:lnTo>
                  <a:lnTo>
                    <a:pt x="27679" y="346758"/>
                  </a:lnTo>
                  <a:lnTo>
                    <a:pt x="27866" y="346225"/>
                  </a:lnTo>
                  <a:lnTo>
                    <a:pt x="28053" y="345661"/>
                  </a:lnTo>
                  <a:lnTo>
                    <a:pt x="28240" y="345114"/>
                  </a:lnTo>
                  <a:lnTo>
                    <a:pt x="28427" y="344567"/>
                  </a:lnTo>
                  <a:lnTo>
                    <a:pt x="28614" y="344061"/>
                  </a:lnTo>
                  <a:lnTo>
                    <a:pt x="28801" y="343634"/>
                  </a:lnTo>
                  <a:lnTo>
                    <a:pt x="28988" y="343268"/>
                  </a:lnTo>
                  <a:lnTo>
                    <a:pt x="29175" y="342924"/>
                  </a:lnTo>
                  <a:lnTo>
                    <a:pt x="29362" y="342620"/>
                  </a:lnTo>
                  <a:lnTo>
                    <a:pt x="29549" y="342421"/>
                  </a:lnTo>
                  <a:lnTo>
                    <a:pt x="29736" y="342041"/>
                  </a:lnTo>
                  <a:lnTo>
                    <a:pt x="29922" y="341685"/>
                  </a:lnTo>
                  <a:lnTo>
                    <a:pt x="30109" y="341588"/>
                  </a:lnTo>
                  <a:lnTo>
                    <a:pt x="30296" y="341588"/>
                  </a:lnTo>
                  <a:lnTo>
                    <a:pt x="30483" y="341500"/>
                  </a:lnTo>
                  <a:lnTo>
                    <a:pt x="30670" y="341324"/>
                  </a:lnTo>
                  <a:lnTo>
                    <a:pt x="30857" y="341149"/>
                  </a:lnTo>
                  <a:lnTo>
                    <a:pt x="31044" y="341194"/>
                  </a:lnTo>
                  <a:lnTo>
                    <a:pt x="31231" y="341369"/>
                  </a:lnTo>
                  <a:lnTo>
                    <a:pt x="31418" y="341631"/>
                  </a:lnTo>
                  <a:lnTo>
                    <a:pt x="31605" y="341947"/>
                  </a:lnTo>
                  <a:lnTo>
                    <a:pt x="31792" y="342262"/>
                  </a:lnTo>
                  <a:lnTo>
                    <a:pt x="31979" y="342488"/>
                  </a:lnTo>
                  <a:lnTo>
                    <a:pt x="32166" y="342698"/>
                  </a:lnTo>
                  <a:lnTo>
                    <a:pt x="32352" y="342957"/>
                  </a:lnTo>
                  <a:lnTo>
                    <a:pt x="32539" y="343215"/>
                  </a:lnTo>
                  <a:lnTo>
                    <a:pt x="32726" y="343474"/>
                  </a:lnTo>
                  <a:lnTo>
                    <a:pt x="32913" y="343732"/>
                  </a:lnTo>
                  <a:lnTo>
                    <a:pt x="33100" y="343991"/>
                  </a:lnTo>
                  <a:lnTo>
                    <a:pt x="33287" y="344299"/>
                  </a:lnTo>
                  <a:lnTo>
                    <a:pt x="33474" y="344503"/>
                  </a:lnTo>
                  <a:lnTo>
                    <a:pt x="33661" y="344646"/>
                  </a:lnTo>
                  <a:lnTo>
                    <a:pt x="33848" y="344667"/>
                  </a:lnTo>
                  <a:lnTo>
                    <a:pt x="34035" y="344516"/>
                  </a:lnTo>
                  <a:lnTo>
                    <a:pt x="34222" y="344215"/>
                  </a:lnTo>
                  <a:lnTo>
                    <a:pt x="34409" y="343670"/>
                  </a:lnTo>
                  <a:lnTo>
                    <a:pt x="34595" y="343125"/>
                  </a:lnTo>
                  <a:lnTo>
                    <a:pt x="34782" y="342703"/>
                  </a:lnTo>
                  <a:lnTo>
                    <a:pt x="34969" y="342315"/>
                  </a:lnTo>
                  <a:lnTo>
                    <a:pt x="35156" y="341665"/>
                  </a:lnTo>
                  <a:lnTo>
                    <a:pt x="35343" y="341000"/>
                  </a:lnTo>
                  <a:lnTo>
                    <a:pt x="35530" y="340496"/>
                  </a:lnTo>
                  <a:lnTo>
                    <a:pt x="35717" y="340031"/>
                  </a:lnTo>
                  <a:lnTo>
                    <a:pt x="35904" y="339565"/>
                  </a:lnTo>
                  <a:lnTo>
                    <a:pt x="36091" y="339099"/>
                  </a:lnTo>
                  <a:lnTo>
                    <a:pt x="36278" y="338623"/>
                  </a:lnTo>
                  <a:lnTo>
                    <a:pt x="36465" y="338164"/>
                  </a:lnTo>
                  <a:lnTo>
                    <a:pt x="36652" y="337863"/>
                  </a:lnTo>
                  <a:lnTo>
                    <a:pt x="36839" y="337884"/>
                  </a:lnTo>
                  <a:lnTo>
                    <a:pt x="37025" y="337860"/>
                  </a:lnTo>
                  <a:lnTo>
                    <a:pt x="37212" y="337884"/>
                  </a:lnTo>
                  <a:lnTo>
                    <a:pt x="37399" y="337951"/>
                  </a:lnTo>
                  <a:lnTo>
                    <a:pt x="37586" y="338148"/>
                  </a:lnTo>
                  <a:lnTo>
                    <a:pt x="37773" y="338706"/>
                  </a:lnTo>
                  <a:lnTo>
                    <a:pt x="37960" y="339305"/>
                  </a:lnTo>
                  <a:lnTo>
                    <a:pt x="38147" y="339903"/>
                  </a:lnTo>
                  <a:lnTo>
                    <a:pt x="38334" y="340425"/>
                  </a:lnTo>
                  <a:lnTo>
                    <a:pt x="38521" y="340939"/>
                  </a:lnTo>
                  <a:lnTo>
                    <a:pt x="38708" y="341429"/>
                  </a:lnTo>
                  <a:lnTo>
                    <a:pt x="38895" y="341874"/>
                  </a:lnTo>
                  <a:lnTo>
                    <a:pt x="39082" y="342317"/>
                  </a:lnTo>
                  <a:lnTo>
                    <a:pt x="39268" y="342967"/>
                  </a:lnTo>
                  <a:lnTo>
                    <a:pt x="39455" y="343589"/>
                  </a:lnTo>
                  <a:lnTo>
                    <a:pt x="39642" y="344145"/>
                  </a:lnTo>
                  <a:lnTo>
                    <a:pt x="39829" y="344694"/>
                  </a:lnTo>
                  <a:lnTo>
                    <a:pt x="40016" y="345271"/>
                  </a:lnTo>
                  <a:lnTo>
                    <a:pt x="40203" y="345805"/>
                  </a:lnTo>
                  <a:lnTo>
                    <a:pt x="40390" y="346209"/>
                  </a:lnTo>
                  <a:lnTo>
                    <a:pt x="40577" y="346318"/>
                  </a:lnTo>
                  <a:lnTo>
                    <a:pt x="40764" y="346441"/>
                  </a:lnTo>
                  <a:lnTo>
                    <a:pt x="40951" y="346694"/>
                  </a:lnTo>
                  <a:lnTo>
                    <a:pt x="41138" y="346947"/>
                  </a:lnTo>
                  <a:lnTo>
                    <a:pt x="41325" y="347212"/>
                  </a:lnTo>
                  <a:lnTo>
                    <a:pt x="41512" y="347633"/>
                  </a:lnTo>
                  <a:lnTo>
                    <a:pt x="41698" y="348115"/>
                  </a:lnTo>
                  <a:lnTo>
                    <a:pt x="41885" y="348796"/>
                  </a:lnTo>
                  <a:lnTo>
                    <a:pt x="42072" y="349353"/>
                  </a:lnTo>
                  <a:lnTo>
                    <a:pt x="42259" y="349705"/>
                  </a:lnTo>
                  <a:lnTo>
                    <a:pt x="42446" y="349978"/>
                  </a:lnTo>
                  <a:lnTo>
                    <a:pt x="42633" y="350154"/>
                  </a:lnTo>
                  <a:lnTo>
                    <a:pt x="42820" y="350189"/>
                  </a:lnTo>
                  <a:lnTo>
                    <a:pt x="43007" y="350189"/>
                  </a:lnTo>
                  <a:lnTo>
                    <a:pt x="43194" y="350189"/>
                  </a:lnTo>
                  <a:lnTo>
                    <a:pt x="43381" y="350189"/>
                  </a:lnTo>
                  <a:lnTo>
                    <a:pt x="43568" y="350171"/>
                  </a:lnTo>
                  <a:lnTo>
                    <a:pt x="43755" y="349995"/>
                  </a:lnTo>
                  <a:lnTo>
                    <a:pt x="43942" y="349872"/>
                  </a:lnTo>
                  <a:lnTo>
                    <a:pt x="44128" y="349872"/>
                  </a:lnTo>
                  <a:lnTo>
                    <a:pt x="44315" y="349732"/>
                  </a:lnTo>
                  <a:lnTo>
                    <a:pt x="44502" y="349556"/>
                  </a:lnTo>
                  <a:lnTo>
                    <a:pt x="44689" y="349380"/>
                  </a:lnTo>
                  <a:lnTo>
                    <a:pt x="44876" y="349204"/>
                  </a:lnTo>
                  <a:lnTo>
                    <a:pt x="45063" y="349098"/>
                  </a:lnTo>
                  <a:lnTo>
                    <a:pt x="45250" y="348986"/>
                  </a:lnTo>
                  <a:lnTo>
                    <a:pt x="45437" y="348957"/>
                  </a:lnTo>
                  <a:lnTo>
                    <a:pt x="45624" y="349099"/>
                  </a:lnTo>
                  <a:lnTo>
                    <a:pt x="45811" y="349411"/>
                  </a:lnTo>
                  <a:lnTo>
                    <a:pt x="45998" y="349738"/>
                  </a:lnTo>
                  <a:lnTo>
                    <a:pt x="46185" y="350066"/>
                  </a:lnTo>
                  <a:lnTo>
                    <a:pt x="46371" y="350393"/>
                  </a:lnTo>
                  <a:lnTo>
                    <a:pt x="46558" y="350720"/>
                  </a:lnTo>
                  <a:lnTo>
                    <a:pt x="46745" y="351010"/>
                  </a:lnTo>
                  <a:lnTo>
                    <a:pt x="46932" y="351211"/>
                  </a:lnTo>
                  <a:lnTo>
                    <a:pt x="47119" y="351413"/>
                  </a:lnTo>
                  <a:lnTo>
                    <a:pt x="47306" y="351721"/>
                  </a:lnTo>
                  <a:lnTo>
                    <a:pt x="47493" y="352049"/>
                  </a:lnTo>
                  <a:lnTo>
                    <a:pt x="47680" y="352376"/>
                  </a:lnTo>
                  <a:lnTo>
                    <a:pt x="47867" y="352653"/>
                  </a:lnTo>
                  <a:lnTo>
                    <a:pt x="48054" y="352864"/>
                  </a:lnTo>
                  <a:lnTo>
                    <a:pt x="48241" y="353075"/>
                  </a:lnTo>
                  <a:lnTo>
                    <a:pt x="48428" y="353258"/>
                  </a:lnTo>
                  <a:lnTo>
                    <a:pt x="48615" y="353285"/>
                  </a:lnTo>
                  <a:lnTo>
                    <a:pt x="48801" y="353461"/>
                  </a:lnTo>
                  <a:lnTo>
                    <a:pt x="48988" y="353610"/>
                  </a:lnTo>
                  <a:lnTo>
                    <a:pt x="49175" y="353610"/>
                  </a:lnTo>
                  <a:lnTo>
                    <a:pt x="49362" y="353452"/>
                  </a:lnTo>
                  <a:lnTo>
                    <a:pt x="49549" y="353276"/>
                  </a:lnTo>
                  <a:lnTo>
                    <a:pt x="49736" y="353100"/>
                  </a:lnTo>
                  <a:lnTo>
                    <a:pt x="49923" y="352924"/>
                  </a:lnTo>
                  <a:lnTo>
                    <a:pt x="50110" y="352462"/>
                  </a:lnTo>
                  <a:lnTo>
                    <a:pt x="50297" y="352189"/>
                  </a:lnTo>
                  <a:lnTo>
                    <a:pt x="50484" y="352074"/>
                  </a:lnTo>
                  <a:lnTo>
                    <a:pt x="50671" y="352019"/>
                  </a:lnTo>
                  <a:lnTo>
                    <a:pt x="50858" y="351962"/>
                  </a:lnTo>
                  <a:lnTo>
                    <a:pt x="51045" y="351998"/>
                  </a:lnTo>
                  <a:lnTo>
                    <a:pt x="51231" y="352212"/>
                  </a:lnTo>
                  <a:lnTo>
                    <a:pt x="51418" y="352467"/>
                  </a:lnTo>
                  <a:lnTo>
                    <a:pt x="51605" y="352888"/>
                  </a:lnTo>
                  <a:lnTo>
                    <a:pt x="51792" y="353342"/>
                  </a:lnTo>
                  <a:lnTo>
                    <a:pt x="51979" y="354028"/>
                  </a:lnTo>
                  <a:lnTo>
                    <a:pt x="52166" y="354937"/>
                  </a:lnTo>
                  <a:lnTo>
                    <a:pt x="52353" y="355757"/>
                  </a:lnTo>
                  <a:lnTo>
                    <a:pt x="52540" y="356538"/>
                  </a:lnTo>
                  <a:lnTo>
                    <a:pt x="52727" y="357306"/>
                  </a:lnTo>
                  <a:lnTo>
                    <a:pt x="52914" y="358207"/>
                  </a:lnTo>
                  <a:lnTo>
                    <a:pt x="53101" y="358918"/>
                  </a:lnTo>
                  <a:lnTo>
                    <a:pt x="53288" y="359496"/>
                  </a:lnTo>
                  <a:lnTo>
                    <a:pt x="53474" y="360119"/>
                  </a:lnTo>
                  <a:lnTo>
                    <a:pt x="53661" y="360713"/>
                  </a:lnTo>
                  <a:lnTo>
                    <a:pt x="53848" y="361216"/>
                  </a:lnTo>
                  <a:lnTo>
                    <a:pt x="54035" y="361713"/>
                  </a:lnTo>
                  <a:lnTo>
                    <a:pt x="54222" y="362198"/>
                  </a:lnTo>
                  <a:lnTo>
                    <a:pt x="54409" y="362557"/>
                  </a:lnTo>
                  <a:lnTo>
                    <a:pt x="54596" y="362948"/>
                  </a:lnTo>
                  <a:lnTo>
                    <a:pt x="54783" y="363333"/>
                  </a:lnTo>
                  <a:lnTo>
                    <a:pt x="54970" y="363654"/>
                  </a:lnTo>
                  <a:lnTo>
                    <a:pt x="55157" y="363913"/>
                  </a:lnTo>
                  <a:lnTo>
                    <a:pt x="55344" y="364196"/>
                  </a:lnTo>
                  <a:lnTo>
                    <a:pt x="55531" y="364597"/>
                  </a:lnTo>
                  <a:lnTo>
                    <a:pt x="55718" y="364860"/>
                  </a:lnTo>
                  <a:lnTo>
                    <a:pt x="55904" y="365014"/>
                  </a:lnTo>
                  <a:lnTo>
                    <a:pt x="56091" y="365146"/>
                  </a:lnTo>
                  <a:lnTo>
                    <a:pt x="56278" y="365378"/>
                  </a:lnTo>
                  <a:lnTo>
                    <a:pt x="56465" y="365523"/>
                  </a:lnTo>
                  <a:lnTo>
                    <a:pt x="56652" y="365667"/>
                  </a:lnTo>
                  <a:lnTo>
                    <a:pt x="56839" y="365811"/>
                  </a:lnTo>
                  <a:lnTo>
                    <a:pt x="57026" y="365956"/>
                  </a:lnTo>
                  <a:lnTo>
                    <a:pt x="57213" y="366064"/>
                  </a:lnTo>
                  <a:lnTo>
                    <a:pt x="57400" y="365847"/>
                  </a:lnTo>
                  <a:lnTo>
                    <a:pt x="57587" y="365599"/>
                  </a:lnTo>
                  <a:lnTo>
                    <a:pt x="57774" y="365224"/>
                  </a:lnTo>
                  <a:lnTo>
                    <a:pt x="57961" y="365009"/>
                  </a:lnTo>
                  <a:lnTo>
                    <a:pt x="58147" y="364649"/>
                  </a:lnTo>
                  <a:lnTo>
                    <a:pt x="58334" y="364063"/>
                  </a:lnTo>
                  <a:lnTo>
                    <a:pt x="58521" y="363274"/>
                  </a:lnTo>
                  <a:lnTo>
                    <a:pt x="58708" y="362343"/>
                  </a:lnTo>
                  <a:lnTo>
                    <a:pt x="58895" y="361189"/>
                  </a:lnTo>
                  <a:lnTo>
                    <a:pt x="59082" y="359990"/>
                  </a:lnTo>
                  <a:lnTo>
                    <a:pt x="59269" y="358909"/>
                  </a:lnTo>
                  <a:lnTo>
                    <a:pt x="59456" y="357847"/>
                  </a:lnTo>
                  <a:lnTo>
                    <a:pt x="59643" y="356803"/>
                  </a:lnTo>
                  <a:lnTo>
                    <a:pt x="59830" y="355868"/>
                  </a:lnTo>
                  <a:lnTo>
                    <a:pt x="60017" y="354995"/>
                  </a:lnTo>
                  <a:lnTo>
                    <a:pt x="60204" y="354236"/>
                  </a:lnTo>
                  <a:lnTo>
                    <a:pt x="60391" y="353369"/>
                  </a:lnTo>
                  <a:lnTo>
                    <a:pt x="60577" y="352609"/>
                  </a:lnTo>
                  <a:lnTo>
                    <a:pt x="60764" y="351844"/>
                  </a:lnTo>
                  <a:lnTo>
                    <a:pt x="60951" y="351129"/>
                  </a:lnTo>
                  <a:lnTo>
                    <a:pt x="61138" y="350907"/>
                  </a:lnTo>
                  <a:lnTo>
                    <a:pt x="61325" y="350518"/>
                  </a:lnTo>
                  <a:lnTo>
                    <a:pt x="61512" y="350619"/>
                  </a:lnTo>
                  <a:lnTo>
                    <a:pt x="61699" y="351089"/>
                  </a:lnTo>
                  <a:lnTo>
                    <a:pt x="61886" y="351731"/>
                  </a:lnTo>
                  <a:lnTo>
                    <a:pt x="62073" y="352265"/>
                  </a:lnTo>
                  <a:lnTo>
                    <a:pt x="62260" y="352758"/>
                  </a:lnTo>
                  <a:lnTo>
                    <a:pt x="62447" y="353137"/>
                  </a:lnTo>
                  <a:lnTo>
                    <a:pt x="62634" y="353441"/>
                  </a:lnTo>
                  <a:lnTo>
                    <a:pt x="62821" y="353723"/>
                  </a:lnTo>
                  <a:lnTo>
                    <a:pt x="63007" y="353956"/>
                  </a:lnTo>
                  <a:lnTo>
                    <a:pt x="63194" y="354138"/>
                  </a:lnTo>
                  <a:lnTo>
                    <a:pt x="63381" y="354288"/>
                  </a:lnTo>
                  <a:lnTo>
                    <a:pt x="63568" y="354478"/>
                  </a:lnTo>
                  <a:lnTo>
                    <a:pt x="63755" y="354643"/>
                  </a:lnTo>
                  <a:lnTo>
                    <a:pt x="63942" y="354905"/>
                  </a:lnTo>
                  <a:lnTo>
                    <a:pt x="64129" y="355098"/>
                  </a:lnTo>
                  <a:lnTo>
                    <a:pt x="64316" y="355291"/>
                  </a:lnTo>
                  <a:lnTo>
                    <a:pt x="64503" y="355578"/>
                  </a:lnTo>
                  <a:lnTo>
                    <a:pt x="64690" y="355595"/>
                  </a:lnTo>
                  <a:lnTo>
                    <a:pt x="64877" y="355448"/>
                  </a:lnTo>
                  <a:lnTo>
                    <a:pt x="65064" y="355441"/>
                  </a:lnTo>
                  <a:lnTo>
                    <a:pt x="65250" y="355256"/>
                  </a:lnTo>
                  <a:lnTo>
                    <a:pt x="65437" y="355103"/>
                  </a:lnTo>
                  <a:lnTo>
                    <a:pt x="65624" y="354933"/>
                  </a:lnTo>
                  <a:lnTo>
                    <a:pt x="65811" y="354763"/>
                  </a:lnTo>
                  <a:lnTo>
                    <a:pt x="65998" y="354693"/>
                  </a:lnTo>
                  <a:lnTo>
                    <a:pt x="66185" y="354578"/>
                  </a:lnTo>
                  <a:lnTo>
                    <a:pt x="66372" y="354403"/>
                  </a:lnTo>
                  <a:lnTo>
                    <a:pt x="66559" y="354205"/>
                  </a:lnTo>
                  <a:lnTo>
                    <a:pt x="66746" y="353968"/>
                  </a:lnTo>
                  <a:lnTo>
                    <a:pt x="66933" y="353626"/>
                  </a:lnTo>
                  <a:lnTo>
                    <a:pt x="67120" y="353535"/>
                  </a:lnTo>
                  <a:lnTo>
                    <a:pt x="67307" y="353562"/>
                  </a:lnTo>
                  <a:lnTo>
                    <a:pt x="67494" y="353606"/>
                  </a:lnTo>
                  <a:lnTo>
                    <a:pt x="67680" y="353606"/>
                  </a:lnTo>
                  <a:lnTo>
                    <a:pt x="67867" y="353693"/>
                  </a:lnTo>
                  <a:lnTo>
                    <a:pt x="68054" y="353869"/>
                  </a:lnTo>
                  <a:lnTo>
                    <a:pt x="68241" y="354045"/>
                  </a:lnTo>
                  <a:lnTo>
                    <a:pt x="68428" y="354000"/>
                  </a:lnTo>
                  <a:lnTo>
                    <a:pt x="68615" y="353825"/>
                  </a:lnTo>
                  <a:lnTo>
                    <a:pt x="68802" y="353563"/>
                  </a:lnTo>
                  <a:lnTo>
                    <a:pt x="68989" y="353247"/>
                  </a:lnTo>
                  <a:lnTo>
                    <a:pt x="69176" y="352931"/>
                  </a:lnTo>
                  <a:lnTo>
                    <a:pt x="69363" y="352706"/>
                  </a:lnTo>
                  <a:lnTo>
                    <a:pt x="69550" y="352496"/>
                  </a:lnTo>
                  <a:lnTo>
                    <a:pt x="69737" y="352237"/>
                  </a:lnTo>
                  <a:lnTo>
                    <a:pt x="69923" y="351979"/>
                  </a:lnTo>
                  <a:lnTo>
                    <a:pt x="70110" y="351720"/>
                  </a:lnTo>
                  <a:lnTo>
                    <a:pt x="70297" y="351462"/>
                  </a:lnTo>
                  <a:lnTo>
                    <a:pt x="70484" y="351203"/>
                  </a:lnTo>
                  <a:lnTo>
                    <a:pt x="70671" y="350895"/>
                  </a:lnTo>
                  <a:lnTo>
                    <a:pt x="70858" y="350537"/>
                  </a:lnTo>
                  <a:lnTo>
                    <a:pt x="71045" y="350213"/>
                  </a:lnTo>
                  <a:lnTo>
                    <a:pt x="71232" y="350004"/>
                  </a:lnTo>
                  <a:lnTo>
                    <a:pt x="71419" y="349853"/>
                  </a:lnTo>
                  <a:lnTo>
                    <a:pt x="71606" y="349853"/>
                  </a:lnTo>
                  <a:lnTo>
                    <a:pt x="71793" y="350097"/>
                  </a:lnTo>
                  <a:lnTo>
                    <a:pt x="71980" y="350340"/>
                  </a:lnTo>
                  <a:lnTo>
                    <a:pt x="72167" y="350461"/>
                  </a:lnTo>
                  <a:lnTo>
                    <a:pt x="72353" y="350573"/>
                  </a:lnTo>
                  <a:lnTo>
                    <a:pt x="72540" y="350961"/>
                  </a:lnTo>
                  <a:lnTo>
                    <a:pt x="72727" y="351364"/>
                  </a:lnTo>
                  <a:lnTo>
                    <a:pt x="72914" y="351605"/>
                  </a:lnTo>
                  <a:lnTo>
                    <a:pt x="73101" y="351807"/>
                  </a:lnTo>
                  <a:lnTo>
                    <a:pt x="73288" y="352008"/>
                  </a:lnTo>
                  <a:lnTo>
                    <a:pt x="73475" y="352210"/>
                  </a:lnTo>
                  <a:lnTo>
                    <a:pt x="73662" y="352424"/>
                  </a:lnTo>
                  <a:lnTo>
                    <a:pt x="73849" y="352708"/>
                  </a:lnTo>
                  <a:lnTo>
                    <a:pt x="74036" y="352909"/>
                  </a:lnTo>
                  <a:lnTo>
                    <a:pt x="74223" y="352987"/>
                  </a:lnTo>
                  <a:lnTo>
                    <a:pt x="74410" y="353110"/>
                  </a:lnTo>
                  <a:lnTo>
                    <a:pt x="74597" y="353185"/>
                  </a:lnTo>
                  <a:lnTo>
                    <a:pt x="74783" y="353261"/>
                  </a:lnTo>
                  <a:lnTo>
                    <a:pt x="74970" y="353336"/>
                  </a:lnTo>
                  <a:lnTo>
                    <a:pt x="75157" y="353298"/>
                  </a:lnTo>
                  <a:lnTo>
                    <a:pt x="75344" y="353147"/>
                  </a:lnTo>
                  <a:lnTo>
                    <a:pt x="75531" y="352996"/>
                  </a:lnTo>
                  <a:lnTo>
                    <a:pt x="75718" y="352946"/>
                  </a:lnTo>
                  <a:lnTo>
                    <a:pt x="75905" y="352904"/>
                  </a:lnTo>
                  <a:lnTo>
                    <a:pt x="76092" y="352774"/>
                  </a:lnTo>
                  <a:lnTo>
                    <a:pt x="76279" y="352556"/>
                  </a:lnTo>
                  <a:lnTo>
                    <a:pt x="76466" y="352504"/>
                  </a:lnTo>
                  <a:lnTo>
                    <a:pt x="76653" y="352249"/>
                  </a:lnTo>
                  <a:lnTo>
                    <a:pt x="76840" y="351830"/>
                  </a:lnTo>
                  <a:lnTo>
                    <a:pt x="77026" y="351417"/>
                  </a:lnTo>
                  <a:lnTo>
                    <a:pt x="77213" y="351013"/>
                  </a:lnTo>
                  <a:lnTo>
                    <a:pt x="77400" y="350739"/>
                  </a:lnTo>
                  <a:lnTo>
                    <a:pt x="77587" y="350434"/>
                  </a:lnTo>
                  <a:lnTo>
                    <a:pt x="77774" y="350042"/>
                  </a:lnTo>
                  <a:lnTo>
                    <a:pt x="77961" y="349687"/>
                  </a:lnTo>
                  <a:lnTo>
                    <a:pt x="78148" y="349332"/>
                  </a:lnTo>
                  <a:lnTo>
                    <a:pt x="78335" y="348844"/>
                  </a:lnTo>
                  <a:lnTo>
                    <a:pt x="78522" y="348272"/>
                  </a:lnTo>
                  <a:lnTo>
                    <a:pt x="78709" y="347546"/>
                  </a:lnTo>
                  <a:lnTo>
                    <a:pt x="78896" y="346689"/>
                  </a:lnTo>
                  <a:lnTo>
                    <a:pt x="79083" y="345900"/>
                  </a:lnTo>
                  <a:lnTo>
                    <a:pt x="79270" y="345110"/>
                  </a:lnTo>
                  <a:lnTo>
                    <a:pt x="79456" y="344394"/>
                  </a:lnTo>
                  <a:lnTo>
                    <a:pt x="79643" y="343891"/>
                  </a:lnTo>
                  <a:lnTo>
                    <a:pt x="79830" y="343334"/>
                  </a:lnTo>
                  <a:lnTo>
                    <a:pt x="80017" y="342937"/>
                  </a:lnTo>
                  <a:lnTo>
                    <a:pt x="80204" y="342621"/>
                  </a:lnTo>
                  <a:lnTo>
                    <a:pt x="80391" y="342288"/>
                  </a:lnTo>
                  <a:lnTo>
                    <a:pt x="80578" y="341958"/>
                  </a:lnTo>
                  <a:lnTo>
                    <a:pt x="80765" y="341707"/>
                  </a:lnTo>
                  <a:lnTo>
                    <a:pt x="80952" y="341528"/>
                  </a:lnTo>
                  <a:lnTo>
                    <a:pt x="81139" y="341376"/>
                  </a:lnTo>
                  <a:lnTo>
                    <a:pt x="81326" y="341277"/>
                  </a:lnTo>
                  <a:lnTo>
                    <a:pt x="81513" y="341500"/>
                  </a:lnTo>
                  <a:lnTo>
                    <a:pt x="81700" y="341857"/>
                  </a:lnTo>
                  <a:lnTo>
                    <a:pt x="81886" y="342372"/>
                  </a:lnTo>
                  <a:lnTo>
                    <a:pt x="82073" y="342803"/>
                  </a:lnTo>
                  <a:lnTo>
                    <a:pt x="82260" y="343283"/>
                  </a:lnTo>
                  <a:lnTo>
                    <a:pt x="82447" y="343712"/>
                  </a:lnTo>
                  <a:lnTo>
                    <a:pt x="82634" y="344067"/>
                  </a:lnTo>
                  <a:lnTo>
                    <a:pt x="82821" y="344303"/>
                  </a:lnTo>
                  <a:lnTo>
                    <a:pt x="83008" y="344445"/>
                  </a:lnTo>
                  <a:lnTo>
                    <a:pt x="83195" y="344606"/>
                  </a:lnTo>
                  <a:lnTo>
                    <a:pt x="83382" y="344736"/>
                  </a:lnTo>
                  <a:lnTo>
                    <a:pt x="83569" y="344904"/>
                  </a:lnTo>
                  <a:lnTo>
                    <a:pt x="83756" y="345107"/>
                  </a:lnTo>
                  <a:lnTo>
                    <a:pt x="83943" y="345337"/>
                  </a:lnTo>
                  <a:lnTo>
                    <a:pt x="84129" y="345618"/>
                  </a:lnTo>
                  <a:lnTo>
                    <a:pt x="84316" y="345839"/>
                  </a:lnTo>
                  <a:lnTo>
                    <a:pt x="84503" y="346040"/>
                  </a:lnTo>
                  <a:lnTo>
                    <a:pt x="84690" y="346092"/>
                  </a:lnTo>
                  <a:lnTo>
                    <a:pt x="84877" y="346106"/>
                  </a:lnTo>
                  <a:lnTo>
                    <a:pt x="85064" y="346081"/>
                  </a:lnTo>
                  <a:lnTo>
                    <a:pt x="85251" y="346213"/>
                  </a:lnTo>
                  <a:lnTo>
                    <a:pt x="85438" y="346392"/>
                  </a:lnTo>
                  <a:lnTo>
                    <a:pt x="85625" y="346599"/>
                  </a:lnTo>
                  <a:lnTo>
                    <a:pt x="85812" y="346843"/>
                  </a:lnTo>
                  <a:lnTo>
                    <a:pt x="85999" y="347102"/>
                  </a:lnTo>
                  <a:lnTo>
                    <a:pt x="86186" y="347360"/>
                  </a:lnTo>
                  <a:lnTo>
                    <a:pt x="86373" y="347645"/>
                  </a:lnTo>
                  <a:lnTo>
                    <a:pt x="86559" y="348070"/>
                  </a:lnTo>
                  <a:lnTo>
                    <a:pt x="86746" y="348558"/>
                  </a:lnTo>
                  <a:lnTo>
                    <a:pt x="86933" y="348969"/>
                  </a:lnTo>
                  <a:lnTo>
                    <a:pt x="87120" y="349439"/>
                  </a:lnTo>
                  <a:lnTo>
                    <a:pt x="87307" y="349913"/>
                  </a:lnTo>
                  <a:lnTo>
                    <a:pt x="87494" y="350476"/>
                  </a:lnTo>
                  <a:lnTo>
                    <a:pt x="87681" y="351040"/>
                  </a:lnTo>
                  <a:lnTo>
                    <a:pt x="87868" y="351678"/>
                  </a:lnTo>
                  <a:lnTo>
                    <a:pt x="88055" y="352336"/>
                  </a:lnTo>
                  <a:lnTo>
                    <a:pt x="88242" y="352993"/>
                  </a:lnTo>
                  <a:lnTo>
                    <a:pt x="88429" y="353650"/>
                  </a:lnTo>
                  <a:lnTo>
                    <a:pt x="88616" y="354130"/>
                  </a:lnTo>
                  <a:lnTo>
                    <a:pt x="88802" y="354582"/>
                  </a:lnTo>
                  <a:lnTo>
                    <a:pt x="88989" y="354999"/>
                  </a:lnTo>
                  <a:lnTo>
                    <a:pt x="89176" y="355311"/>
                  </a:lnTo>
                  <a:lnTo>
                    <a:pt x="89363" y="355436"/>
                  </a:lnTo>
                  <a:lnTo>
                    <a:pt x="89550" y="355424"/>
                  </a:lnTo>
                  <a:lnTo>
                    <a:pt x="89737" y="355493"/>
                  </a:lnTo>
                  <a:lnTo>
                    <a:pt x="89924" y="355562"/>
                  </a:lnTo>
                  <a:lnTo>
                    <a:pt x="90111" y="355524"/>
                  </a:lnTo>
                  <a:lnTo>
                    <a:pt x="90298" y="355483"/>
                  </a:lnTo>
                  <a:lnTo>
                    <a:pt x="90485" y="355344"/>
                  </a:lnTo>
                  <a:lnTo>
                    <a:pt x="90672" y="355204"/>
                  </a:lnTo>
                  <a:lnTo>
                    <a:pt x="90859" y="354958"/>
                  </a:lnTo>
                  <a:lnTo>
                    <a:pt x="91046" y="354699"/>
                  </a:lnTo>
                  <a:lnTo>
                    <a:pt x="91232" y="354416"/>
                  </a:lnTo>
                  <a:lnTo>
                    <a:pt x="91419" y="354021"/>
                  </a:lnTo>
                  <a:lnTo>
                    <a:pt x="91606" y="353540"/>
                  </a:lnTo>
                  <a:lnTo>
                    <a:pt x="91793" y="352961"/>
                  </a:lnTo>
                  <a:lnTo>
                    <a:pt x="91980" y="352384"/>
                  </a:lnTo>
                  <a:lnTo>
                    <a:pt x="92167" y="351798"/>
                  </a:lnTo>
                  <a:lnTo>
                    <a:pt x="92354" y="351259"/>
                  </a:lnTo>
                  <a:lnTo>
                    <a:pt x="92541" y="350661"/>
                  </a:lnTo>
                  <a:lnTo>
                    <a:pt x="92728" y="350047"/>
                  </a:lnTo>
                  <a:lnTo>
                    <a:pt x="92915" y="349174"/>
                  </a:lnTo>
                  <a:lnTo>
                    <a:pt x="93102" y="348169"/>
                  </a:lnTo>
                  <a:lnTo>
                    <a:pt x="93289" y="347387"/>
                  </a:lnTo>
                  <a:lnTo>
                    <a:pt x="93476" y="346601"/>
                  </a:lnTo>
                  <a:lnTo>
                    <a:pt x="93662" y="345774"/>
                  </a:lnTo>
                  <a:lnTo>
                    <a:pt x="93849" y="345053"/>
                  </a:lnTo>
                  <a:lnTo>
                    <a:pt x="94036" y="344492"/>
                  </a:lnTo>
                  <a:lnTo>
                    <a:pt x="94223" y="343958"/>
                  </a:lnTo>
                  <a:lnTo>
                    <a:pt x="94410" y="343381"/>
                  </a:lnTo>
                  <a:lnTo>
                    <a:pt x="94597" y="342933"/>
                  </a:lnTo>
                  <a:lnTo>
                    <a:pt x="94784" y="342844"/>
                  </a:lnTo>
                  <a:lnTo>
                    <a:pt x="94971" y="342956"/>
                  </a:lnTo>
                  <a:lnTo>
                    <a:pt x="95158" y="343204"/>
                  </a:lnTo>
                  <a:lnTo>
                    <a:pt x="95345" y="343495"/>
                  </a:lnTo>
                  <a:lnTo>
                    <a:pt x="95532" y="343915"/>
                  </a:lnTo>
                  <a:lnTo>
                    <a:pt x="95719" y="344482"/>
                  </a:lnTo>
                  <a:lnTo>
                    <a:pt x="95905" y="345271"/>
                  </a:lnTo>
                  <a:lnTo>
                    <a:pt x="96092" y="346325"/>
                  </a:lnTo>
                  <a:lnTo>
                    <a:pt x="96279" y="347511"/>
                  </a:lnTo>
                  <a:lnTo>
                    <a:pt x="96466" y="348827"/>
                  </a:lnTo>
                  <a:lnTo>
                    <a:pt x="96653" y="350143"/>
                  </a:lnTo>
                  <a:lnTo>
                    <a:pt x="96840" y="351299"/>
                  </a:lnTo>
                  <a:lnTo>
                    <a:pt x="97027" y="352463"/>
                  </a:lnTo>
                  <a:lnTo>
                    <a:pt x="97214" y="353764"/>
                  </a:lnTo>
                  <a:lnTo>
                    <a:pt x="97401" y="355189"/>
                  </a:lnTo>
                  <a:lnTo>
                    <a:pt x="97588" y="356407"/>
                  </a:lnTo>
                  <a:lnTo>
                    <a:pt x="97775" y="357752"/>
                  </a:lnTo>
                  <a:lnTo>
                    <a:pt x="97962" y="359017"/>
                  </a:lnTo>
                  <a:lnTo>
                    <a:pt x="98149" y="360226"/>
                  </a:lnTo>
                  <a:lnTo>
                    <a:pt x="98335" y="361344"/>
                  </a:lnTo>
                  <a:lnTo>
                    <a:pt x="98522" y="362144"/>
                  </a:lnTo>
                  <a:lnTo>
                    <a:pt x="98709" y="363179"/>
                  </a:lnTo>
                  <a:lnTo>
                    <a:pt x="98896" y="363572"/>
                  </a:lnTo>
                  <a:lnTo>
                    <a:pt x="99083" y="363595"/>
                  </a:lnTo>
                  <a:lnTo>
                    <a:pt x="99270" y="363560"/>
                  </a:lnTo>
                  <a:lnTo>
                    <a:pt x="99457" y="363498"/>
                  </a:lnTo>
                  <a:lnTo>
                    <a:pt x="99644" y="363661"/>
                  </a:lnTo>
                  <a:lnTo>
                    <a:pt x="99831" y="364011"/>
                  </a:lnTo>
                  <a:lnTo>
                    <a:pt x="100018" y="364307"/>
                  </a:lnTo>
                  <a:lnTo>
                    <a:pt x="100205" y="364547"/>
                  </a:lnTo>
                  <a:lnTo>
                    <a:pt x="100392" y="364758"/>
                  </a:lnTo>
                  <a:lnTo>
                    <a:pt x="100579" y="364941"/>
                  </a:lnTo>
                  <a:lnTo>
                    <a:pt x="100765" y="365058"/>
                  </a:lnTo>
                  <a:lnTo>
                    <a:pt x="100952" y="365155"/>
                  </a:lnTo>
                  <a:lnTo>
                    <a:pt x="101139" y="365348"/>
                  </a:lnTo>
                  <a:lnTo>
                    <a:pt x="101326" y="365563"/>
                  </a:lnTo>
                  <a:lnTo>
                    <a:pt x="101513" y="365738"/>
                  </a:lnTo>
                  <a:lnTo>
                    <a:pt x="101700" y="365941"/>
                  </a:lnTo>
                  <a:lnTo>
                    <a:pt x="101887" y="366134"/>
                  </a:lnTo>
                  <a:lnTo>
                    <a:pt x="102074" y="366568"/>
                  </a:lnTo>
                  <a:lnTo>
                    <a:pt x="102261" y="367090"/>
                  </a:lnTo>
                  <a:lnTo>
                    <a:pt x="102448" y="367478"/>
                  </a:lnTo>
                  <a:lnTo>
                    <a:pt x="102635" y="367997"/>
                  </a:lnTo>
                  <a:lnTo>
                    <a:pt x="102822" y="368554"/>
                  </a:lnTo>
                  <a:lnTo>
                    <a:pt x="103008" y="369226"/>
                  </a:lnTo>
                  <a:lnTo>
                    <a:pt x="103195" y="369962"/>
                  </a:lnTo>
                  <a:lnTo>
                    <a:pt x="103382" y="370665"/>
                  </a:lnTo>
                  <a:lnTo>
                    <a:pt x="103569" y="371442"/>
                  </a:lnTo>
                  <a:lnTo>
                    <a:pt x="103756" y="372237"/>
                  </a:lnTo>
                  <a:lnTo>
                    <a:pt x="103943" y="373089"/>
                  </a:lnTo>
                  <a:lnTo>
                    <a:pt x="104130" y="373965"/>
                  </a:lnTo>
                  <a:lnTo>
                    <a:pt x="104317" y="374844"/>
                  </a:lnTo>
                  <a:lnTo>
                    <a:pt x="104504" y="375691"/>
                  </a:lnTo>
                  <a:lnTo>
                    <a:pt x="104691" y="376423"/>
                  </a:lnTo>
                  <a:lnTo>
                    <a:pt x="104878" y="377029"/>
                  </a:lnTo>
                  <a:lnTo>
                    <a:pt x="105065" y="377502"/>
                  </a:lnTo>
                  <a:lnTo>
                    <a:pt x="105252" y="377976"/>
                  </a:lnTo>
                  <a:lnTo>
                    <a:pt x="105438" y="378291"/>
                  </a:lnTo>
                  <a:lnTo>
                    <a:pt x="105625" y="378533"/>
                  </a:lnTo>
                  <a:lnTo>
                    <a:pt x="105812" y="378619"/>
                  </a:lnTo>
                  <a:lnTo>
                    <a:pt x="105999" y="378624"/>
                  </a:lnTo>
                  <a:lnTo>
                    <a:pt x="106186" y="378541"/>
                  </a:lnTo>
                  <a:lnTo>
                    <a:pt x="106373" y="378406"/>
                  </a:lnTo>
                  <a:lnTo>
                    <a:pt x="106560" y="378256"/>
                  </a:lnTo>
                  <a:lnTo>
                    <a:pt x="106747" y="377943"/>
                  </a:lnTo>
                  <a:lnTo>
                    <a:pt x="106934" y="377588"/>
                  </a:lnTo>
                  <a:lnTo>
                    <a:pt x="107121" y="377134"/>
                  </a:lnTo>
                  <a:lnTo>
                    <a:pt x="107308" y="376669"/>
                  </a:lnTo>
                  <a:lnTo>
                    <a:pt x="107495" y="376204"/>
                  </a:lnTo>
                  <a:lnTo>
                    <a:pt x="107681" y="375743"/>
                  </a:lnTo>
                  <a:lnTo>
                    <a:pt x="107868" y="375354"/>
                  </a:lnTo>
                  <a:lnTo>
                    <a:pt x="108055" y="374965"/>
                  </a:lnTo>
                  <a:lnTo>
                    <a:pt x="108242" y="374720"/>
                  </a:lnTo>
                  <a:lnTo>
                    <a:pt x="108429" y="374503"/>
                  </a:lnTo>
                  <a:lnTo>
                    <a:pt x="108616" y="374317"/>
                  </a:lnTo>
                  <a:lnTo>
                    <a:pt x="108803" y="373989"/>
                  </a:lnTo>
                  <a:lnTo>
                    <a:pt x="108990" y="373810"/>
                  </a:lnTo>
                  <a:lnTo>
                    <a:pt x="109177" y="373698"/>
                  </a:lnTo>
                  <a:lnTo>
                    <a:pt x="109364" y="373484"/>
                  </a:lnTo>
                  <a:lnTo>
                    <a:pt x="109551" y="373384"/>
                  </a:lnTo>
                  <a:lnTo>
                    <a:pt x="109738" y="373365"/>
                  </a:lnTo>
                  <a:lnTo>
                    <a:pt x="109925" y="373532"/>
                  </a:lnTo>
                  <a:lnTo>
                    <a:pt x="110111" y="373722"/>
                  </a:lnTo>
                  <a:lnTo>
                    <a:pt x="110298" y="373911"/>
                  </a:lnTo>
                  <a:lnTo>
                    <a:pt x="110485" y="374156"/>
                  </a:lnTo>
                  <a:lnTo>
                    <a:pt x="110672" y="374325"/>
                  </a:lnTo>
                  <a:lnTo>
                    <a:pt x="110859" y="374494"/>
                  </a:lnTo>
                  <a:lnTo>
                    <a:pt x="111046" y="374643"/>
                  </a:lnTo>
                  <a:lnTo>
                    <a:pt x="111233" y="374792"/>
                  </a:lnTo>
                  <a:lnTo>
                    <a:pt x="111420" y="374941"/>
                  </a:lnTo>
                  <a:lnTo>
                    <a:pt x="111607" y="375089"/>
                  </a:lnTo>
                  <a:lnTo>
                    <a:pt x="111794" y="375139"/>
                  </a:lnTo>
                  <a:lnTo>
                    <a:pt x="111981" y="375158"/>
                  </a:lnTo>
                  <a:lnTo>
                    <a:pt x="112168" y="375074"/>
                  </a:lnTo>
                  <a:lnTo>
                    <a:pt x="112355" y="374730"/>
                  </a:lnTo>
                  <a:lnTo>
                    <a:pt x="112541" y="374306"/>
                  </a:lnTo>
                  <a:lnTo>
                    <a:pt x="112728" y="373771"/>
                  </a:lnTo>
                  <a:lnTo>
                    <a:pt x="112915" y="373202"/>
                  </a:lnTo>
                  <a:lnTo>
                    <a:pt x="113102" y="372664"/>
                  </a:lnTo>
                  <a:lnTo>
                    <a:pt x="113289" y="372149"/>
                  </a:lnTo>
                  <a:lnTo>
                    <a:pt x="113476" y="371698"/>
                  </a:lnTo>
                  <a:lnTo>
                    <a:pt x="113663" y="371246"/>
                  </a:lnTo>
                  <a:lnTo>
                    <a:pt x="113850" y="370605"/>
                  </a:lnTo>
                  <a:lnTo>
                    <a:pt x="114037" y="370153"/>
                  </a:lnTo>
                  <a:lnTo>
                    <a:pt x="114224" y="369984"/>
                  </a:lnTo>
                  <a:lnTo>
                    <a:pt x="114411" y="369704"/>
                  </a:lnTo>
                  <a:lnTo>
                    <a:pt x="114598" y="369377"/>
                  </a:lnTo>
                  <a:lnTo>
                    <a:pt x="114784" y="368801"/>
                  </a:lnTo>
                  <a:lnTo>
                    <a:pt x="114971" y="368318"/>
                  </a:lnTo>
                  <a:lnTo>
                    <a:pt x="115158" y="368168"/>
                  </a:lnTo>
                  <a:lnTo>
                    <a:pt x="115345" y="368060"/>
                  </a:lnTo>
                  <a:lnTo>
                    <a:pt x="115532" y="367967"/>
                  </a:lnTo>
                  <a:lnTo>
                    <a:pt x="115719" y="368050"/>
                  </a:lnTo>
                  <a:lnTo>
                    <a:pt x="115906" y="368208"/>
                  </a:lnTo>
                  <a:lnTo>
                    <a:pt x="116093" y="368521"/>
                  </a:lnTo>
                  <a:lnTo>
                    <a:pt x="116280" y="368815"/>
                  </a:lnTo>
                  <a:lnTo>
                    <a:pt x="116467" y="369080"/>
                  </a:lnTo>
                  <a:lnTo>
                    <a:pt x="116654" y="369464"/>
                  </a:lnTo>
                  <a:lnTo>
                    <a:pt x="116841" y="369628"/>
                  </a:lnTo>
                  <a:lnTo>
                    <a:pt x="117028" y="369640"/>
                  </a:lnTo>
                  <a:lnTo>
                    <a:pt x="117214" y="369886"/>
                  </a:lnTo>
                  <a:lnTo>
                    <a:pt x="117401" y="370090"/>
                  </a:lnTo>
                  <a:lnTo>
                    <a:pt x="117588" y="370401"/>
                  </a:lnTo>
                  <a:lnTo>
                    <a:pt x="117775" y="370846"/>
                  </a:lnTo>
                  <a:lnTo>
                    <a:pt x="117962" y="371355"/>
                  </a:lnTo>
                  <a:lnTo>
                    <a:pt x="118149" y="371796"/>
                  </a:lnTo>
                  <a:lnTo>
                    <a:pt x="118336" y="372049"/>
                  </a:lnTo>
                  <a:lnTo>
                    <a:pt x="118523" y="372140"/>
                  </a:lnTo>
                  <a:lnTo>
                    <a:pt x="118710" y="372278"/>
                  </a:lnTo>
                  <a:lnTo>
                    <a:pt x="118897" y="372060"/>
                  </a:lnTo>
                  <a:lnTo>
                    <a:pt x="119084" y="371727"/>
                  </a:lnTo>
                  <a:lnTo>
                    <a:pt x="119271" y="371307"/>
                  </a:lnTo>
                  <a:lnTo>
                    <a:pt x="119458" y="371006"/>
                  </a:lnTo>
                  <a:lnTo>
                    <a:pt x="119644" y="370641"/>
                  </a:lnTo>
                  <a:lnTo>
                    <a:pt x="119831" y="370494"/>
                  </a:lnTo>
                  <a:lnTo>
                    <a:pt x="120018" y="370251"/>
                  </a:lnTo>
                  <a:lnTo>
                    <a:pt x="120205" y="370059"/>
                  </a:lnTo>
                  <a:lnTo>
                    <a:pt x="120392" y="369955"/>
                  </a:lnTo>
                  <a:lnTo>
                    <a:pt x="120579" y="369791"/>
                  </a:lnTo>
                  <a:lnTo>
                    <a:pt x="120766" y="369706"/>
                  </a:lnTo>
                  <a:lnTo>
                    <a:pt x="120953" y="369639"/>
                  </a:lnTo>
                  <a:lnTo>
                    <a:pt x="121140" y="369500"/>
                  </a:lnTo>
                  <a:lnTo>
                    <a:pt x="121327" y="369492"/>
                  </a:lnTo>
                  <a:lnTo>
                    <a:pt x="121514" y="369330"/>
                  </a:lnTo>
                  <a:lnTo>
                    <a:pt x="121701" y="369187"/>
                  </a:lnTo>
                  <a:lnTo>
                    <a:pt x="121887" y="369034"/>
                  </a:lnTo>
                  <a:lnTo>
                    <a:pt x="122074" y="368984"/>
                  </a:lnTo>
                  <a:lnTo>
                    <a:pt x="122261" y="368886"/>
                  </a:lnTo>
                  <a:lnTo>
                    <a:pt x="122448" y="368791"/>
                  </a:lnTo>
                  <a:lnTo>
                    <a:pt x="122635" y="368540"/>
                  </a:lnTo>
                  <a:lnTo>
                    <a:pt x="122822" y="368219"/>
                  </a:lnTo>
                  <a:lnTo>
                    <a:pt x="123009" y="367858"/>
                  </a:lnTo>
                  <a:lnTo>
                    <a:pt x="123196" y="367499"/>
                  </a:lnTo>
                  <a:lnTo>
                    <a:pt x="123383" y="367083"/>
                  </a:lnTo>
                  <a:lnTo>
                    <a:pt x="123570" y="366663"/>
                  </a:lnTo>
                  <a:lnTo>
                    <a:pt x="123757" y="366266"/>
                  </a:lnTo>
                  <a:lnTo>
                    <a:pt x="123944" y="365808"/>
                  </a:lnTo>
                  <a:lnTo>
                    <a:pt x="124131" y="365515"/>
                  </a:lnTo>
                  <a:lnTo>
                    <a:pt x="124317" y="365259"/>
                  </a:lnTo>
                  <a:lnTo>
                    <a:pt x="124504" y="365008"/>
                  </a:lnTo>
                  <a:lnTo>
                    <a:pt x="124691" y="364704"/>
                  </a:lnTo>
                  <a:lnTo>
                    <a:pt x="124878" y="364424"/>
                  </a:lnTo>
                  <a:lnTo>
                    <a:pt x="125065" y="364065"/>
                  </a:lnTo>
                  <a:lnTo>
                    <a:pt x="125252" y="363385"/>
                  </a:lnTo>
                  <a:lnTo>
                    <a:pt x="125439" y="362505"/>
                  </a:lnTo>
                  <a:lnTo>
                    <a:pt x="125626" y="361702"/>
                  </a:lnTo>
                  <a:lnTo>
                    <a:pt x="125813" y="361015"/>
                  </a:lnTo>
                  <a:lnTo>
                    <a:pt x="126000" y="360428"/>
                  </a:lnTo>
                  <a:lnTo>
                    <a:pt x="126187" y="359750"/>
                  </a:lnTo>
                  <a:lnTo>
                    <a:pt x="126374" y="359110"/>
                  </a:lnTo>
                  <a:lnTo>
                    <a:pt x="126560" y="358521"/>
                  </a:lnTo>
                  <a:lnTo>
                    <a:pt x="126747" y="357986"/>
                  </a:lnTo>
                  <a:lnTo>
                    <a:pt x="126934" y="357420"/>
                  </a:lnTo>
                  <a:lnTo>
                    <a:pt x="127121" y="356752"/>
                  </a:lnTo>
                  <a:lnTo>
                    <a:pt x="127308" y="356189"/>
                  </a:lnTo>
                  <a:lnTo>
                    <a:pt x="127495" y="355702"/>
                  </a:lnTo>
                  <a:lnTo>
                    <a:pt x="127682" y="355302"/>
                  </a:lnTo>
                  <a:lnTo>
                    <a:pt x="127869" y="355088"/>
                  </a:lnTo>
                  <a:lnTo>
                    <a:pt x="128056" y="354891"/>
                  </a:lnTo>
                  <a:lnTo>
                    <a:pt x="128243" y="354764"/>
                  </a:lnTo>
                  <a:lnTo>
                    <a:pt x="128430" y="354423"/>
                  </a:lnTo>
                  <a:lnTo>
                    <a:pt x="128617" y="354161"/>
                  </a:lnTo>
                  <a:lnTo>
                    <a:pt x="128804" y="353844"/>
                  </a:lnTo>
                  <a:lnTo>
                    <a:pt x="128990" y="353426"/>
                  </a:lnTo>
                  <a:lnTo>
                    <a:pt x="129177" y="352975"/>
                  </a:lnTo>
                  <a:lnTo>
                    <a:pt x="129364" y="352242"/>
                  </a:lnTo>
                  <a:lnTo>
                    <a:pt x="129551" y="351407"/>
                  </a:lnTo>
                  <a:lnTo>
                    <a:pt x="129738" y="350372"/>
                  </a:lnTo>
                  <a:lnTo>
                    <a:pt x="129925" y="349254"/>
                  </a:lnTo>
                  <a:lnTo>
                    <a:pt x="130112" y="347995"/>
                  </a:lnTo>
                  <a:lnTo>
                    <a:pt x="130299" y="347225"/>
                  </a:lnTo>
                  <a:lnTo>
                    <a:pt x="130486" y="346595"/>
                  </a:lnTo>
                  <a:lnTo>
                    <a:pt x="130673" y="345983"/>
                  </a:lnTo>
                  <a:lnTo>
                    <a:pt x="130860" y="345623"/>
                  </a:lnTo>
                  <a:lnTo>
                    <a:pt x="131047" y="345409"/>
                  </a:lnTo>
                  <a:lnTo>
                    <a:pt x="131234" y="345341"/>
                  </a:lnTo>
                  <a:lnTo>
                    <a:pt x="131420" y="344956"/>
                  </a:lnTo>
                  <a:lnTo>
                    <a:pt x="131607" y="344452"/>
                  </a:lnTo>
                  <a:lnTo>
                    <a:pt x="131794" y="344229"/>
                  </a:lnTo>
                  <a:lnTo>
                    <a:pt x="131981" y="343929"/>
                  </a:lnTo>
                  <a:lnTo>
                    <a:pt x="132168" y="343594"/>
                  </a:lnTo>
                  <a:lnTo>
                    <a:pt x="132355" y="343294"/>
                  </a:lnTo>
                  <a:lnTo>
                    <a:pt x="132542" y="343131"/>
                  </a:lnTo>
                  <a:lnTo>
                    <a:pt x="132729" y="342978"/>
                  </a:lnTo>
                  <a:lnTo>
                    <a:pt x="132916" y="342941"/>
                  </a:lnTo>
                  <a:lnTo>
                    <a:pt x="133103" y="342993"/>
                  </a:lnTo>
                  <a:lnTo>
                    <a:pt x="133290" y="342927"/>
                  </a:lnTo>
                  <a:lnTo>
                    <a:pt x="133477" y="342780"/>
                  </a:lnTo>
                  <a:lnTo>
                    <a:pt x="133663" y="342492"/>
                  </a:lnTo>
                  <a:lnTo>
                    <a:pt x="133850" y="341971"/>
                  </a:lnTo>
                  <a:lnTo>
                    <a:pt x="134037" y="341278"/>
                  </a:lnTo>
                  <a:lnTo>
                    <a:pt x="134224" y="340700"/>
                  </a:lnTo>
                  <a:lnTo>
                    <a:pt x="134411" y="340120"/>
                  </a:lnTo>
                  <a:lnTo>
                    <a:pt x="134598" y="339314"/>
                  </a:lnTo>
                  <a:lnTo>
                    <a:pt x="134785" y="338210"/>
                  </a:lnTo>
                  <a:lnTo>
                    <a:pt x="134972" y="336860"/>
                  </a:lnTo>
                  <a:lnTo>
                    <a:pt x="135159" y="335536"/>
                  </a:lnTo>
                  <a:lnTo>
                    <a:pt x="135346" y="333985"/>
                  </a:lnTo>
                  <a:lnTo>
                    <a:pt x="135533" y="332583"/>
                  </a:lnTo>
                  <a:lnTo>
                    <a:pt x="135720" y="331375"/>
                  </a:lnTo>
                  <a:lnTo>
                    <a:pt x="135907" y="329947"/>
                  </a:lnTo>
                  <a:lnTo>
                    <a:pt x="136093" y="328602"/>
                  </a:lnTo>
                  <a:lnTo>
                    <a:pt x="136280" y="327249"/>
                  </a:lnTo>
                  <a:lnTo>
                    <a:pt x="136467" y="326030"/>
                  </a:lnTo>
                  <a:lnTo>
                    <a:pt x="136654" y="324896"/>
                  </a:lnTo>
                  <a:lnTo>
                    <a:pt x="136841" y="323663"/>
                  </a:lnTo>
                  <a:lnTo>
                    <a:pt x="137028" y="322446"/>
                  </a:lnTo>
                  <a:lnTo>
                    <a:pt x="137215" y="321146"/>
                  </a:lnTo>
                  <a:lnTo>
                    <a:pt x="137402" y="319895"/>
                  </a:lnTo>
                  <a:lnTo>
                    <a:pt x="137589" y="318540"/>
                  </a:lnTo>
                  <a:lnTo>
                    <a:pt x="137776" y="317176"/>
                  </a:lnTo>
                  <a:lnTo>
                    <a:pt x="137963" y="316123"/>
                  </a:lnTo>
                  <a:lnTo>
                    <a:pt x="138150" y="315275"/>
                  </a:lnTo>
                  <a:lnTo>
                    <a:pt x="138337" y="314527"/>
                  </a:lnTo>
                  <a:lnTo>
                    <a:pt x="138523" y="313742"/>
                  </a:lnTo>
                  <a:lnTo>
                    <a:pt x="138710" y="313055"/>
                  </a:lnTo>
                  <a:lnTo>
                    <a:pt x="138897" y="312389"/>
                  </a:lnTo>
                  <a:lnTo>
                    <a:pt x="139084" y="311572"/>
                  </a:lnTo>
                  <a:lnTo>
                    <a:pt x="139271" y="310635"/>
                  </a:lnTo>
                  <a:lnTo>
                    <a:pt x="139458" y="309557"/>
                  </a:lnTo>
                  <a:lnTo>
                    <a:pt x="139645" y="308567"/>
                  </a:lnTo>
                  <a:lnTo>
                    <a:pt x="139832" y="307659"/>
                  </a:lnTo>
                  <a:lnTo>
                    <a:pt x="140019" y="306678"/>
                  </a:lnTo>
                  <a:lnTo>
                    <a:pt x="140206" y="305683"/>
                  </a:lnTo>
                  <a:lnTo>
                    <a:pt x="140393" y="304667"/>
                  </a:lnTo>
                  <a:lnTo>
                    <a:pt x="140580" y="303661"/>
                  </a:lnTo>
                  <a:lnTo>
                    <a:pt x="140766" y="302546"/>
                  </a:lnTo>
                  <a:lnTo>
                    <a:pt x="140953" y="301137"/>
                  </a:lnTo>
                  <a:lnTo>
                    <a:pt x="141140" y="299780"/>
                  </a:lnTo>
                  <a:lnTo>
                    <a:pt x="141327" y="298130"/>
                  </a:lnTo>
                  <a:lnTo>
                    <a:pt x="141514" y="296337"/>
                  </a:lnTo>
                  <a:lnTo>
                    <a:pt x="141701" y="294549"/>
                  </a:lnTo>
                  <a:lnTo>
                    <a:pt x="141888" y="292649"/>
                  </a:lnTo>
                  <a:lnTo>
                    <a:pt x="142075" y="291074"/>
                  </a:lnTo>
                  <a:lnTo>
                    <a:pt x="142262" y="289575"/>
                  </a:lnTo>
                  <a:lnTo>
                    <a:pt x="142449" y="288313"/>
                  </a:lnTo>
                  <a:lnTo>
                    <a:pt x="142636" y="287114"/>
                  </a:lnTo>
                  <a:lnTo>
                    <a:pt x="142823" y="286250"/>
                  </a:lnTo>
                  <a:lnTo>
                    <a:pt x="143010" y="285448"/>
                  </a:lnTo>
                  <a:lnTo>
                    <a:pt x="143196" y="284677"/>
                  </a:lnTo>
                  <a:lnTo>
                    <a:pt x="143383" y="283968"/>
                  </a:lnTo>
                  <a:lnTo>
                    <a:pt x="143570" y="283519"/>
                  </a:lnTo>
                  <a:lnTo>
                    <a:pt x="143757" y="283127"/>
                  </a:lnTo>
                  <a:lnTo>
                    <a:pt x="143944" y="282749"/>
                  </a:lnTo>
                  <a:lnTo>
                    <a:pt x="144131" y="282665"/>
                  </a:lnTo>
                  <a:lnTo>
                    <a:pt x="144318" y="282617"/>
                  </a:lnTo>
                  <a:lnTo>
                    <a:pt x="144505" y="282622"/>
                  </a:lnTo>
                  <a:lnTo>
                    <a:pt x="144692" y="282352"/>
                  </a:lnTo>
                  <a:lnTo>
                    <a:pt x="144879" y="282025"/>
                  </a:lnTo>
                  <a:lnTo>
                    <a:pt x="145066" y="281535"/>
                  </a:lnTo>
                  <a:lnTo>
                    <a:pt x="145253" y="281058"/>
                  </a:lnTo>
                  <a:lnTo>
                    <a:pt x="145439" y="280580"/>
                  </a:lnTo>
                  <a:lnTo>
                    <a:pt x="145626" y="279777"/>
                  </a:lnTo>
                  <a:lnTo>
                    <a:pt x="145813" y="278845"/>
                  </a:lnTo>
                  <a:lnTo>
                    <a:pt x="146000" y="277629"/>
                  </a:lnTo>
                  <a:lnTo>
                    <a:pt x="146187" y="276683"/>
                  </a:lnTo>
                  <a:lnTo>
                    <a:pt x="146374" y="275453"/>
                  </a:lnTo>
                  <a:lnTo>
                    <a:pt x="146561" y="274295"/>
                  </a:lnTo>
                  <a:lnTo>
                    <a:pt x="146748" y="273176"/>
                  </a:lnTo>
                  <a:lnTo>
                    <a:pt x="146935" y="271768"/>
                  </a:lnTo>
                  <a:lnTo>
                    <a:pt x="147122" y="270306"/>
                  </a:lnTo>
                  <a:lnTo>
                    <a:pt x="147309" y="268921"/>
                  </a:lnTo>
                  <a:lnTo>
                    <a:pt x="147496" y="267758"/>
                  </a:lnTo>
                  <a:lnTo>
                    <a:pt x="147683" y="266510"/>
                  </a:lnTo>
                  <a:lnTo>
                    <a:pt x="147869" y="265398"/>
                  </a:lnTo>
                  <a:lnTo>
                    <a:pt x="148056" y="264283"/>
                  </a:lnTo>
                  <a:lnTo>
                    <a:pt x="148243" y="263134"/>
                  </a:lnTo>
                  <a:lnTo>
                    <a:pt x="148430" y="262187"/>
                  </a:lnTo>
                  <a:lnTo>
                    <a:pt x="148617" y="261335"/>
                  </a:lnTo>
                  <a:lnTo>
                    <a:pt x="148804" y="260501"/>
                  </a:lnTo>
                  <a:lnTo>
                    <a:pt x="148991" y="259598"/>
                  </a:lnTo>
                  <a:lnTo>
                    <a:pt x="149178" y="258546"/>
                  </a:lnTo>
                  <a:lnTo>
                    <a:pt x="149365" y="257259"/>
                  </a:lnTo>
                  <a:lnTo>
                    <a:pt x="149552" y="255688"/>
                  </a:lnTo>
                  <a:lnTo>
                    <a:pt x="149739" y="254467"/>
                  </a:lnTo>
                  <a:lnTo>
                    <a:pt x="149926" y="253308"/>
                  </a:lnTo>
                  <a:lnTo>
                    <a:pt x="150113" y="252119"/>
                  </a:lnTo>
                  <a:lnTo>
                    <a:pt x="150299" y="250928"/>
                  </a:lnTo>
                  <a:lnTo>
                    <a:pt x="150486" y="249707"/>
                  </a:lnTo>
                  <a:lnTo>
                    <a:pt x="150673" y="248463"/>
                  </a:lnTo>
                  <a:lnTo>
                    <a:pt x="150860" y="247322"/>
                  </a:lnTo>
                  <a:lnTo>
                    <a:pt x="151047" y="245821"/>
                  </a:lnTo>
                  <a:lnTo>
                    <a:pt x="151234" y="243909"/>
                  </a:lnTo>
                  <a:lnTo>
                    <a:pt x="151421" y="241544"/>
                  </a:lnTo>
                  <a:lnTo>
                    <a:pt x="151608" y="239186"/>
                  </a:lnTo>
                  <a:lnTo>
                    <a:pt x="151795" y="236842"/>
                  </a:lnTo>
                  <a:lnTo>
                    <a:pt x="151982" y="234606"/>
                  </a:lnTo>
                  <a:lnTo>
                    <a:pt x="152169" y="232453"/>
                  </a:lnTo>
                  <a:lnTo>
                    <a:pt x="152356" y="229894"/>
                  </a:lnTo>
                  <a:lnTo>
                    <a:pt x="152542" y="226841"/>
                  </a:lnTo>
                  <a:lnTo>
                    <a:pt x="152729" y="223342"/>
                  </a:lnTo>
                  <a:lnTo>
                    <a:pt x="152916" y="220408"/>
                  </a:lnTo>
                  <a:lnTo>
                    <a:pt x="153103" y="217550"/>
                  </a:lnTo>
                  <a:lnTo>
                    <a:pt x="153290" y="214227"/>
                  </a:lnTo>
                  <a:lnTo>
                    <a:pt x="153477" y="211009"/>
                  </a:lnTo>
                  <a:lnTo>
                    <a:pt x="153664" y="208054"/>
                  </a:lnTo>
                  <a:lnTo>
                    <a:pt x="153851" y="205293"/>
                  </a:lnTo>
                  <a:lnTo>
                    <a:pt x="154038" y="202641"/>
                  </a:lnTo>
                  <a:lnTo>
                    <a:pt x="154225" y="200396"/>
                  </a:lnTo>
                  <a:lnTo>
                    <a:pt x="154412" y="198367"/>
                  </a:lnTo>
                  <a:lnTo>
                    <a:pt x="154599" y="196330"/>
                  </a:lnTo>
                  <a:lnTo>
                    <a:pt x="154786" y="194361"/>
                  </a:lnTo>
                  <a:lnTo>
                    <a:pt x="154972" y="192475"/>
                  </a:lnTo>
                  <a:lnTo>
                    <a:pt x="155159" y="190723"/>
                  </a:lnTo>
                  <a:lnTo>
                    <a:pt x="155346" y="189079"/>
                  </a:lnTo>
                  <a:lnTo>
                    <a:pt x="155533" y="187278"/>
                  </a:lnTo>
                  <a:lnTo>
                    <a:pt x="155720" y="185440"/>
                  </a:lnTo>
                  <a:lnTo>
                    <a:pt x="155907" y="183727"/>
                  </a:lnTo>
                  <a:lnTo>
                    <a:pt x="156094" y="182430"/>
                  </a:lnTo>
                  <a:lnTo>
                    <a:pt x="156281" y="181388"/>
                  </a:lnTo>
                  <a:lnTo>
                    <a:pt x="156468" y="179906"/>
                  </a:lnTo>
                  <a:lnTo>
                    <a:pt x="156655" y="177955"/>
                  </a:lnTo>
                  <a:lnTo>
                    <a:pt x="156842" y="176052"/>
                  </a:lnTo>
                  <a:lnTo>
                    <a:pt x="157029" y="174035"/>
                  </a:lnTo>
                  <a:lnTo>
                    <a:pt x="157216" y="171762"/>
                  </a:lnTo>
                  <a:lnTo>
                    <a:pt x="157402" y="169227"/>
                  </a:lnTo>
                  <a:lnTo>
                    <a:pt x="157589" y="166728"/>
                  </a:lnTo>
                  <a:lnTo>
                    <a:pt x="157776" y="163935"/>
                  </a:lnTo>
                  <a:lnTo>
                    <a:pt x="157963" y="161013"/>
                  </a:lnTo>
                  <a:lnTo>
                    <a:pt x="158150" y="157856"/>
                  </a:lnTo>
                  <a:lnTo>
                    <a:pt x="158337" y="155027"/>
                  </a:lnTo>
                  <a:lnTo>
                    <a:pt x="158524" y="152277"/>
                  </a:lnTo>
                  <a:lnTo>
                    <a:pt x="158711" y="149208"/>
                  </a:lnTo>
                  <a:lnTo>
                    <a:pt x="158898" y="145926"/>
                  </a:lnTo>
                  <a:lnTo>
                    <a:pt x="159085" y="142722"/>
                  </a:lnTo>
                  <a:lnTo>
                    <a:pt x="159272" y="139524"/>
                  </a:lnTo>
                  <a:lnTo>
                    <a:pt x="159459" y="136216"/>
                  </a:lnTo>
                  <a:lnTo>
                    <a:pt x="159645" y="132848"/>
                  </a:lnTo>
                  <a:lnTo>
                    <a:pt x="159832" y="129831"/>
                  </a:lnTo>
                  <a:lnTo>
                    <a:pt x="160019" y="127050"/>
                  </a:lnTo>
                  <a:lnTo>
                    <a:pt x="160206" y="124263"/>
                  </a:lnTo>
                  <a:lnTo>
                    <a:pt x="160393" y="121446"/>
                  </a:lnTo>
                  <a:lnTo>
                    <a:pt x="160580" y="118670"/>
                  </a:lnTo>
                  <a:lnTo>
                    <a:pt x="160767" y="116236"/>
                  </a:lnTo>
                  <a:lnTo>
                    <a:pt x="160954" y="113750"/>
                  </a:lnTo>
                  <a:lnTo>
                    <a:pt x="161141" y="111236"/>
                  </a:lnTo>
                  <a:lnTo>
                    <a:pt x="161328" y="108568"/>
                  </a:lnTo>
                  <a:lnTo>
                    <a:pt x="161515" y="105901"/>
                  </a:lnTo>
                  <a:lnTo>
                    <a:pt x="161702" y="103567"/>
                  </a:lnTo>
                  <a:lnTo>
                    <a:pt x="161889" y="101359"/>
                  </a:lnTo>
                  <a:lnTo>
                    <a:pt x="162075" y="99523"/>
                  </a:lnTo>
                  <a:lnTo>
                    <a:pt x="162262" y="98184"/>
                  </a:lnTo>
                  <a:lnTo>
                    <a:pt x="162449" y="96848"/>
                  </a:lnTo>
                  <a:lnTo>
                    <a:pt x="162636" y="96182"/>
                  </a:lnTo>
                  <a:lnTo>
                    <a:pt x="162823" y="95561"/>
                  </a:lnTo>
                  <a:lnTo>
                    <a:pt x="163010" y="94667"/>
                  </a:lnTo>
                  <a:lnTo>
                    <a:pt x="163197" y="93707"/>
                  </a:lnTo>
                  <a:lnTo>
                    <a:pt x="163384" y="92641"/>
                  </a:lnTo>
                  <a:lnTo>
                    <a:pt x="163571" y="91725"/>
                  </a:lnTo>
                  <a:lnTo>
                    <a:pt x="163758" y="90952"/>
                  </a:lnTo>
                  <a:lnTo>
                    <a:pt x="163945" y="90172"/>
                  </a:lnTo>
                  <a:lnTo>
                    <a:pt x="164132" y="89522"/>
                  </a:lnTo>
                  <a:lnTo>
                    <a:pt x="164318" y="89061"/>
                  </a:lnTo>
                  <a:lnTo>
                    <a:pt x="164505" y="88542"/>
                  </a:lnTo>
                  <a:lnTo>
                    <a:pt x="164692" y="87830"/>
                  </a:lnTo>
                  <a:lnTo>
                    <a:pt x="164879" y="87140"/>
                  </a:lnTo>
                  <a:lnTo>
                    <a:pt x="165066" y="86181"/>
                  </a:lnTo>
                  <a:lnTo>
                    <a:pt x="165253" y="85062"/>
                  </a:lnTo>
                  <a:lnTo>
                    <a:pt x="165440" y="83690"/>
                  </a:lnTo>
                  <a:lnTo>
                    <a:pt x="165627" y="82389"/>
                  </a:lnTo>
                  <a:lnTo>
                    <a:pt x="165814" y="81281"/>
                  </a:lnTo>
                  <a:lnTo>
                    <a:pt x="166001" y="80312"/>
                  </a:lnTo>
                  <a:lnTo>
                    <a:pt x="166188" y="79707"/>
                  </a:lnTo>
                  <a:lnTo>
                    <a:pt x="166375" y="79321"/>
                  </a:lnTo>
                  <a:lnTo>
                    <a:pt x="166562" y="79308"/>
                  </a:lnTo>
                  <a:lnTo>
                    <a:pt x="166748" y="79820"/>
                  </a:lnTo>
                  <a:lnTo>
                    <a:pt x="166935" y="80478"/>
                  </a:lnTo>
                  <a:lnTo>
                    <a:pt x="167122" y="81369"/>
                  </a:lnTo>
                  <a:lnTo>
                    <a:pt x="167309" y="82105"/>
                  </a:lnTo>
                  <a:lnTo>
                    <a:pt x="167496" y="83043"/>
                  </a:lnTo>
                  <a:lnTo>
                    <a:pt x="167683" y="83845"/>
                  </a:lnTo>
                  <a:lnTo>
                    <a:pt x="167870" y="84612"/>
                  </a:lnTo>
                  <a:lnTo>
                    <a:pt x="168057" y="85334"/>
                  </a:lnTo>
                  <a:lnTo>
                    <a:pt x="168244" y="85836"/>
                  </a:lnTo>
                  <a:lnTo>
                    <a:pt x="168431" y="86190"/>
                  </a:lnTo>
                  <a:lnTo>
                    <a:pt x="168618" y="86322"/>
                  </a:lnTo>
                  <a:lnTo>
                    <a:pt x="168805" y="86524"/>
                  </a:lnTo>
                  <a:lnTo>
                    <a:pt x="168992" y="86737"/>
                  </a:lnTo>
                  <a:lnTo>
                    <a:pt x="169178" y="86654"/>
                  </a:lnTo>
                  <a:lnTo>
                    <a:pt x="169365" y="86363"/>
                  </a:lnTo>
                  <a:lnTo>
                    <a:pt x="169552" y="85983"/>
                  </a:lnTo>
                  <a:lnTo>
                    <a:pt x="169739" y="85444"/>
                  </a:lnTo>
                  <a:lnTo>
                    <a:pt x="169926" y="84689"/>
                  </a:lnTo>
                  <a:lnTo>
                    <a:pt x="170113" y="83946"/>
                  </a:lnTo>
                  <a:lnTo>
                    <a:pt x="170300" y="83210"/>
                  </a:lnTo>
                  <a:lnTo>
                    <a:pt x="170487" y="82479"/>
                  </a:lnTo>
                  <a:lnTo>
                    <a:pt x="170674" y="81795"/>
                  </a:lnTo>
                  <a:lnTo>
                    <a:pt x="170861" y="81062"/>
                  </a:lnTo>
                  <a:lnTo>
                    <a:pt x="171048" y="80601"/>
                  </a:lnTo>
                  <a:lnTo>
                    <a:pt x="171235" y="80214"/>
                  </a:lnTo>
                  <a:lnTo>
                    <a:pt x="171421" y="79899"/>
                  </a:lnTo>
                  <a:lnTo>
                    <a:pt x="171608" y="79556"/>
                  </a:lnTo>
                  <a:lnTo>
                    <a:pt x="171795" y="79239"/>
                  </a:lnTo>
                  <a:lnTo>
                    <a:pt x="171982" y="78916"/>
                  </a:lnTo>
                  <a:lnTo>
                    <a:pt x="172169" y="78874"/>
                  </a:lnTo>
                  <a:lnTo>
                    <a:pt x="172356" y="78903"/>
                  </a:lnTo>
                  <a:lnTo>
                    <a:pt x="172543" y="78876"/>
                  </a:lnTo>
                  <a:lnTo>
                    <a:pt x="172730" y="78988"/>
                  </a:lnTo>
                  <a:lnTo>
                    <a:pt x="172917" y="78931"/>
                  </a:lnTo>
                  <a:lnTo>
                    <a:pt x="173104" y="78819"/>
                  </a:lnTo>
                  <a:lnTo>
                    <a:pt x="173291" y="78863"/>
                  </a:lnTo>
                  <a:lnTo>
                    <a:pt x="173478" y="78705"/>
                  </a:lnTo>
                  <a:lnTo>
                    <a:pt x="173665" y="78606"/>
                  </a:lnTo>
                  <a:lnTo>
                    <a:pt x="173851" y="78318"/>
                  </a:lnTo>
                  <a:lnTo>
                    <a:pt x="174038" y="77582"/>
                  </a:lnTo>
                  <a:lnTo>
                    <a:pt x="174225" y="76900"/>
                  </a:lnTo>
                  <a:lnTo>
                    <a:pt x="174412" y="76356"/>
                  </a:lnTo>
                  <a:lnTo>
                    <a:pt x="174599" y="75508"/>
                  </a:lnTo>
                  <a:lnTo>
                    <a:pt x="174786" y="75036"/>
                  </a:lnTo>
                  <a:lnTo>
                    <a:pt x="174973" y="74524"/>
                  </a:lnTo>
                  <a:lnTo>
                    <a:pt x="175160" y="74213"/>
                  </a:lnTo>
                  <a:lnTo>
                    <a:pt x="175347" y="73603"/>
                  </a:lnTo>
                  <a:lnTo>
                    <a:pt x="175534" y="72917"/>
                  </a:lnTo>
                  <a:lnTo>
                    <a:pt x="175721" y="72111"/>
                  </a:lnTo>
                  <a:lnTo>
                    <a:pt x="175908" y="71247"/>
                  </a:lnTo>
                  <a:lnTo>
                    <a:pt x="176094" y="70305"/>
                  </a:lnTo>
                  <a:lnTo>
                    <a:pt x="176281" y="69751"/>
                  </a:lnTo>
                  <a:lnTo>
                    <a:pt x="176468" y="69685"/>
                  </a:lnTo>
                  <a:lnTo>
                    <a:pt x="176655" y="69755"/>
                  </a:lnTo>
                  <a:lnTo>
                    <a:pt x="176842" y="70230"/>
                  </a:lnTo>
                  <a:lnTo>
                    <a:pt x="177029" y="70691"/>
                  </a:lnTo>
                  <a:lnTo>
                    <a:pt x="177216" y="71112"/>
                  </a:lnTo>
                  <a:lnTo>
                    <a:pt x="177403" y="71460"/>
                  </a:lnTo>
                  <a:lnTo>
                    <a:pt x="177590" y="71671"/>
                  </a:lnTo>
                  <a:lnTo>
                    <a:pt x="177777" y="71869"/>
                  </a:lnTo>
                  <a:lnTo>
                    <a:pt x="177964" y="72204"/>
                  </a:lnTo>
                  <a:lnTo>
                    <a:pt x="178151" y="72290"/>
                  </a:lnTo>
                  <a:lnTo>
                    <a:pt x="178338" y="72644"/>
                  </a:lnTo>
                  <a:lnTo>
                    <a:pt x="178524" y="73157"/>
                  </a:lnTo>
                  <a:lnTo>
                    <a:pt x="178711" y="73727"/>
                  </a:lnTo>
                  <a:lnTo>
                    <a:pt x="178898" y="74283"/>
                  </a:lnTo>
                  <a:lnTo>
                    <a:pt x="179085" y="74696"/>
                  </a:lnTo>
                  <a:lnTo>
                    <a:pt x="179272" y="75091"/>
                  </a:lnTo>
                  <a:lnTo>
                    <a:pt x="179459" y="75272"/>
                  </a:lnTo>
                  <a:lnTo>
                    <a:pt x="179646" y="75381"/>
                  </a:lnTo>
                  <a:lnTo>
                    <a:pt x="179833" y="75258"/>
                  </a:lnTo>
                  <a:lnTo>
                    <a:pt x="180020" y="75081"/>
                  </a:lnTo>
                  <a:lnTo>
                    <a:pt x="180207" y="74842"/>
                  </a:lnTo>
                  <a:lnTo>
                    <a:pt x="180394" y="74739"/>
                  </a:lnTo>
                  <a:lnTo>
                    <a:pt x="180581" y="74871"/>
                  </a:lnTo>
                  <a:lnTo>
                    <a:pt x="180768" y="75037"/>
                  </a:lnTo>
                  <a:lnTo>
                    <a:pt x="180954" y="75100"/>
                  </a:lnTo>
                  <a:lnTo>
                    <a:pt x="181141" y="75188"/>
                  </a:lnTo>
                  <a:lnTo>
                    <a:pt x="181328" y="75132"/>
                  </a:lnTo>
                  <a:lnTo>
                    <a:pt x="181515" y="75077"/>
                  </a:lnTo>
                  <a:lnTo>
                    <a:pt x="181702" y="75206"/>
                  </a:lnTo>
                  <a:lnTo>
                    <a:pt x="181889" y="75411"/>
                  </a:lnTo>
                  <a:lnTo>
                    <a:pt x="182076" y="76028"/>
                  </a:lnTo>
                  <a:lnTo>
                    <a:pt x="182263" y="76468"/>
                  </a:lnTo>
                  <a:lnTo>
                    <a:pt x="182450" y="77068"/>
                  </a:lnTo>
                  <a:lnTo>
                    <a:pt x="182637" y="77574"/>
                  </a:lnTo>
                  <a:lnTo>
                    <a:pt x="182824" y="77912"/>
                  </a:lnTo>
                  <a:lnTo>
                    <a:pt x="183011" y="78432"/>
                  </a:lnTo>
                  <a:lnTo>
                    <a:pt x="183197" y="78957"/>
                  </a:lnTo>
                  <a:lnTo>
                    <a:pt x="183384" y="79568"/>
                  </a:lnTo>
                  <a:lnTo>
                    <a:pt x="183571" y="79756"/>
                  </a:lnTo>
                  <a:lnTo>
                    <a:pt x="183758" y="79894"/>
                  </a:lnTo>
                  <a:lnTo>
                    <a:pt x="183945" y="79766"/>
                  </a:lnTo>
                  <a:lnTo>
                    <a:pt x="184132" y="79701"/>
                  </a:lnTo>
                  <a:lnTo>
                    <a:pt x="184319" y="79752"/>
                  </a:lnTo>
                  <a:lnTo>
                    <a:pt x="184506" y="79763"/>
                  </a:lnTo>
                  <a:lnTo>
                    <a:pt x="184693" y="79438"/>
                  </a:lnTo>
                  <a:lnTo>
                    <a:pt x="184880" y="78869"/>
                  </a:lnTo>
                  <a:lnTo>
                    <a:pt x="185067" y="78205"/>
                  </a:lnTo>
                  <a:lnTo>
                    <a:pt x="185254" y="77241"/>
                  </a:lnTo>
                  <a:lnTo>
                    <a:pt x="185441" y="76232"/>
                  </a:lnTo>
                  <a:lnTo>
                    <a:pt x="185627" y="75381"/>
                  </a:lnTo>
                  <a:lnTo>
                    <a:pt x="185814" y="74349"/>
                  </a:lnTo>
                  <a:lnTo>
                    <a:pt x="186001" y="73213"/>
                  </a:lnTo>
                  <a:lnTo>
                    <a:pt x="186188" y="72248"/>
                  </a:lnTo>
                  <a:lnTo>
                    <a:pt x="186375" y="71915"/>
                  </a:lnTo>
                  <a:lnTo>
                    <a:pt x="186562" y="72122"/>
                  </a:lnTo>
                  <a:lnTo>
                    <a:pt x="186749" y="72527"/>
                  </a:lnTo>
                  <a:lnTo>
                    <a:pt x="186936" y="73036"/>
                  </a:lnTo>
                  <a:lnTo>
                    <a:pt x="187123" y="73364"/>
                  </a:lnTo>
                  <a:lnTo>
                    <a:pt x="187310" y="73392"/>
                  </a:lnTo>
                  <a:lnTo>
                    <a:pt x="187497" y="73841"/>
                  </a:lnTo>
                  <a:lnTo>
                    <a:pt x="187684" y="74455"/>
                  </a:lnTo>
                  <a:lnTo>
                    <a:pt x="187871" y="75028"/>
                  </a:lnTo>
                  <a:lnTo>
                    <a:pt x="188057" y="75545"/>
                  </a:lnTo>
                  <a:lnTo>
                    <a:pt x="188244" y="75781"/>
                  </a:lnTo>
                  <a:lnTo>
                    <a:pt x="188431" y="76353"/>
                  </a:lnTo>
                  <a:lnTo>
                    <a:pt x="188618" y="77295"/>
                  </a:lnTo>
                  <a:lnTo>
                    <a:pt x="188805" y="78764"/>
                  </a:lnTo>
                  <a:lnTo>
                    <a:pt x="188992" y="80048"/>
                  </a:lnTo>
                  <a:lnTo>
                    <a:pt x="189179" y="81168"/>
                  </a:lnTo>
                  <a:lnTo>
                    <a:pt x="189366" y="82217"/>
                  </a:lnTo>
                  <a:lnTo>
                    <a:pt x="189553" y="83194"/>
                  </a:lnTo>
                  <a:lnTo>
                    <a:pt x="189740" y="84350"/>
                  </a:lnTo>
                  <a:lnTo>
                    <a:pt x="189927" y="85965"/>
                  </a:lnTo>
                  <a:lnTo>
                    <a:pt x="190114" y="88250"/>
                  </a:lnTo>
                  <a:lnTo>
                    <a:pt x="190300" y="89616"/>
                  </a:lnTo>
                  <a:lnTo>
                    <a:pt x="190487" y="90735"/>
                  </a:lnTo>
                  <a:lnTo>
                    <a:pt x="190674" y="92318"/>
                  </a:lnTo>
                  <a:lnTo>
                    <a:pt x="190861" y="93794"/>
                  </a:lnTo>
                  <a:lnTo>
                    <a:pt x="191048" y="95325"/>
                  </a:lnTo>
                  <a:lnTo>
                    <a:pt x="191235" y="96995"/>
                  </a:lnTo>
                  <a:lnTo>
                    <a:pt x="191422" y="98598"/>
                  </a:lnTo>
                  <a:lnTo>
                    <a:pt x="191609" y="100001"/>
                  </a:lnTo>
                  <a:lnTo>
                    <a:pt x="191796" y="101586"/>
                  </a:lnTo>
                  <a:lnTo>
                    <a:pt x="191983" y="103207"/>
                  </a:lnTo>
                  <a:lnTo>
                    <a:pt x="192170" y="105330"/>
                  </a:lnTo>
                  <a:lnTo>
                    <a:pt x="192357" y="107510"/>
                  </a:lnTo>
                  <a:lnTo>
                    <a:pt x="192544" y="109696"/>
                  </a:lnTo>
                  <a:lnTo>
                    <a:pt x="192730" y="111809"/>
                  </a:lnTo>
                  <a:lnTo>
                    <a:pt x="192917" y="113964"/>
                  </a:lnTo>
                  <a:lnTo>
                    <a:pt x="193104" y="116238"/>
                  </a:lnTo>
                  <a:lnTo>
                    <a:pt x="193291" y="118406"/>
                  </a:lnTo>
                  <a:lnTo>
                    <a:pt x="193478" y="120033"/>
                  </a:lnTo>
                  <a:lnTo>
                    <a:pt x="193665" y="121323"/>
                  </a:lnTo>
                  <a:lnTo>
                    <a:pt x="193852" y="122890"/>
                  </a:lnTo>
                  <a:lnTo>
                    <a:pt x="194039" y="124658"/>
                  </a:lnTo>
                  <a:lnTo>
                    <a:pt x="194226" y="126251"/>
                  </a:lnTo>
                  <a:lnTo>
                    <a:pt x="194413" y="127973"/>
                  </a:lnTo>
                  <a:lnTo>
                    <a:pt x="194600" y="129783"/>
                  </a:lnTo>
                  <a:lnTo>
                    <a:pt x="194787" y="131948"/>
                  </a:lnTo>
                  <a:lnTo>
                    <a:pt x="194973" y="134047"/>
                  </a:lnTo>
                  <a:lnTo>
                    <a:pt x="195160" y="136160"/>
                  </a:lnTo>
                  <a:lnTo>
                    <a:pt x="195347" y="138337"/>
                  </a:lnTo>
                  <a:lnTo>
                    <a:pt x="195534" y="140564"/>
                  </a:lnTo>
                  <a:lnTo>
                    <a:pt x="195721" y="142211"/>
                  </a:lnTo>
                  <a:lnTo>
                    <a:pt x="195908" y="143908"/>
                  </a:lnTo>
                  <a:lnTo>
                    <a:pt x="196095" y="145396"/>
                  </a:lnTo>
                  <a:lnTo>
                    <a:pt x="196282" y="146836"/>
                  </a:lnTo>
                  <a:lnTo>
                    <a:pt x="196469" y="148201"/>
                  </a:lnTo>
                  <a:lnTo>
                    <a:pt x="196656" y="149623"/>
                  </a:lnTo>
                  <a:lnTo>
                    <a:pt x="196843" y="150890"/>
                  </a:lnTo>
                  <a:lnTo>
                    <a:pt x="197030" y="152407"/>
                  </a:lnTo>
                  <a:lnTo>
                    <a:pt x="197217" y="153253"/>
                  </a:lnTo>
                  <a:lnTo>
                    <a:pt x="197403" y="153675"/>
                  </a:lnTo>
                  <a:lnTo>
                    <a:pt x="197590" y="153981"/>
                  </a:lnTo>
                  <a:lnTo>
                    <a:pt x="197777" y="154204"/>
                  </a:lnTo>
                  <a:lnTo>
                    <a:pt x="197964" y="154505"/>
                  </a:lnTo>
                  <a:lnTo>
                    <a:pt x="198151" y="154653"/>
                  </a:lnTo>
                  <a:lnTo>
                    <a:pt x="198338" y="155250"/>
                  </a:lnTo>
                  <a:lnTo>
                    <a:pt x="198525" y="156333"/>
                  </a:lnTo>
                  <a:lnTo>
                    <a:pt x="198712" y="157846"/>
                  </a:lnTo>
                  <a:lnTo>
                    <a:pt x="198899" y="159655"/>
                  </a:lnTo>
                  <a:lnTo>
                    <a:pt x="199086" y="161151"/>
                  </a:lnTo>
                  <a:lnTo>
                    <a:pt x="199273" y="162533"/>
                  </a:lnTo>
                  <a:lnTo>
                    <a:pt x="199460" y="163475"/>
                  </a:lnTo>
                  <a:lnTo>
                    <a:pt x="199647" y="163863"/>
                  </a:lnTo>
                  <a:lnTo>
                    <a:pt x="199833" y="164312"/>
                  </a:lnTo>
                  <a:lnTo>
                    <a:pt x="200020" y="164276"/>
                  </a:lnTo>
                  <a:lnTo>
                    <a:pt x="200207" y="164340"/>
                  </a:lnTo>
                  <a:lnTo>
                    <a:pt x="200394" y="164583"/>
                  </a:lnTo>
                  <a:lnTo>
                    <a:pt x="200581" y="164758"/>
                  </a:lnTo>
                  <a:lnTo>
                    <a:pt x="200768" y="164922"/>
                  </a:lnTo>
                  <a:lnTo>
                    <a:pt x="200955" y="165061"/>
                  </a:lnTo>
                  <a:lnTo>
                    <a:pt x="201142" y="165009"/>
                  </a:lnTo>
                  <a:lnTo>
                    <a:pt x="201329" y="164993"/>
                  </a:lnTo>
                  <a:lnTo>
                    <a:pt x="201516" y="164881"/>
                  </a:lnTo>
                  <a:lnTo>
                    <a:pt x="201703" y="164535"/>
                  </a:lnTo>
                  <a:lnTo>
                    <a:pt x="201890" y="163994"/>
                  </a:lnTo>
                  <a:lnTo>
                    <a:pt x="202076" y="163514"/>
                  </a:lnTo>
                  <a:lnTo>
                    <a:pt x="202263" y="162988"/>
                  </a:lnTo>
                  <a:lnTo>
                    <a:pt x="202450" y="162724"/>
                  </a:lnTo>
                  <a:lnTo>
                    <a:pt x="202637" y="162402"/>
                  </a:lnTo>
                  <a:lnTo>
                    <a:pt x="202824" y="162294"/>
                  </a:lnTo>
                  <a:lnTo>
                    <a:pt x="203011" y="161987"/>
                  </a:lnTo>
                  <a:lnTo>
                    <a:pt x="203198" y="161583"/>
                  </a:lnTo>
                  <a:lnTo>
                    <a:pt x="203385" y="160852"/>
                  </a:lnTo>
                  <a:lnTo>
                    <a:pt x="203572" y="159850"/>
                  </a:lnTo>
                  <a:lnTo>
                    <a:pt x="203759" y="158770"/>
                  </a:lnTo>
                  <a:lnTo>
                    <a:pt x="203946" y="157533"/>
                  </a:lnTo>
                  <a:lnTo>
                    <a:pt x="204133" y="156191"/>
                  </a:lnTo>
                  <a:lnTo>
                    <a:pt x="204320" y="154917"/>
                  </a:lnTo>
                  <a:lnTo>
                    <a:pt x="204506" y="153449"/>
                  </a:lnTo>
                  <a:lnTo>
                    <a:pt x="204693" y="152330"/>
                  </a:lnTo>
                  <a:lnTo>
                    <a:pt x="204880" y="151107"/>
                  </a:lnTo>
                  <a:lnTo>
                    <a:pt x="205067" y="149748"/>
                  </a:lnTo>
                  <a:lnTo>
                    <a:pt x="205254" y="148202"/>
                  </a:lnTo>
                  <a:lnTo>
                    <a:pt x="205441" y="146379"/>
                  </a:lnTo>
                  <a:lnTo>
                    <a:pt x="205628" y="143943"/>
                  </a:lnTo>
                  <a:lnTo>
                    <a:pt x="205815" y="141416"/>
                  </a:lnTo>
                  <a:lnTo>
                    <a:pt x="206002" y="138902"/>
                  </a:lnTo>
                  <a:lnTo>
                    <a:pt x="206189" y="136700"/>
                  </a:lnTo>
                  <a:lnTo>
                    <a:pt x="206376" y="134810"/>
                  </a:lnTo>
                  <a:lnTo>
                    <a:pt x="206563" y="132832"/>
                  </a:lnTo>
                  <a:lnTo>
                    <a:pt x="206750" y="130832"/>
                  </a:lnTo>
                  <a:lnTo>
                    <a:pt x="206936" y="128392"/>
                  </a:lnTo>
                  <a:lnTo>
                    <a:pt x="207123" y="126145"/>
                  </a:lnTo>
                  <a:lnTo>
                    <a:pt x="207310" y="123887"/>
                  </a:lnTo>
                  <a:lnTo>
                    <a:pt x="207497" y="122003"/>
                  </a:lnTo>
                  <a:lnTo>
                    <a:pt x="207684" y="119980"/>
                  </a:lnTo>
                  <a:lnTo>
                    <a:pt x="207871" y="117793"/>
                  </a:lnTo>
                  <a:lnTo>
                    <a:pt x="208058" y="115703"/>
                  </a:lnTo>
                  <a:lnTo>
                    <a:pt x="208245" y="113747"/>
                  </a:lnTo>
                  <a:lnTo>
                    <a:pt x="208432" y="111503"/>
                  </a:lnTo>
                  <a:lnTo>
                    <a:pt x="208619" y="109441"/>
                  </a:lnTo>
                  <a:lnTo>
                    <a:pt x="208806" y="107488"/>
                  </a:lnTo>
                  <a:lnTo>
                    <a:pt x="208993" y="105231"/>
                  </a:lnTo>
                  <a:lnTo>
                    <a:pt x="209179" y="102713"/>
                  </a:lnTo>
                  <a:lnTo>
                    <a:pt x="209366" y="100129"/>
                  </a:lnTo>
                  <a:lnTo>
                    <a:pt x="209553" y="97821"/>
                  </a:lnTo>
                  <a:lnTo>
                    <a:pt x="209740" y="95780"/>
                  </a:lnTo>
                  <a:lnTo>
                    <a:pt x="209927" y="93631"/>
                  </a:lnTo>
                  <a:lnTo>
                    <a:pt x="210114" y="91606"/>
                  </a:lnTo>
                  <a:lnTo>
                    <a:pt x="210301" y="89241"/>
                  </a:lnTo>
                  <a:lnTo>
                    <a:pt x="210488" y="85659"/>
                  </a:lnTo>
                  <a:lnTo>
                    <a:pt x="210675" y="82955"/>
                  </a:lnTo>
                  <a:lnTo>
                    <a:pt x="210862" y="80911"/>
                  </a:lnTo>
                  <a:lnTo>
                    <a:pt x="211049" y="79053"/>
                  </a:lnTo>
                  <a:lnTo>
                    <a:pt x="211236" y="77118"/>
                  </a:lnTo>
                  <a:lnTo>
                    <a:pt x="211423" y="75598"/>
                  </a:lnTo>
                  <a:lnTo>
                    <a:pt x="211609" y="74098"/>
                  </a:lnTo>
                  <a:lnTo>
                    <a:pt x="211796" y="73562"/>
                  </a:lnTo>
                  <a:lnTo>
                    <a:pt x="211983" y="73451"/>
                  </a:lnTo>
                  <a:lnTo>
                    <a:pt x="212170" y="72837"/>
                  </a:lnTo>
                  <a:lnTo>
                    <a:pt x="212357" y="72590"/>
                  </a:lnTo>
                  <a:lnTo>
                    <a:pt x="212544" y="71897"/>
                  </a:lnTo>
                  <a:lnTo>
                    <a:pt x="212731" y="71582"/>
                  </a:lnTo>
                  <a:lnTo>
                    <a:pt x="212918" y="71241"/>
                  </a:lnTo>
                  <a:lnTo>
                    <a:pt x="213105" y="70730"/>
                  </a:lnTo>
                  <a:lnTo>
                    <a:pt x="213292" y="70176"/>
                  </a:lnTo>
                  <a:lnTo>
                    <a:pt x="213479" y="69503"/>
                  </a:lnTo>
                  <a:lnTo>
                    <a:pt x="213666" y="68304"/>
                  </a:lnTo>
                  <a:lnTo>
                    <a:pt x="213852" y="66843"/>
                  </a:lnTo>
                  <a:lnTo>
                    <a:pt x="214039" y="65731"/>
                  </a:lnTo>
                  <a:lnTo>
                    <a:pt x="214226" y="64543"/>
                  </a:lnTo>
                  <a:lnTo>
                    <a:pt x="214413" y="63348"/>
                  </a:lnTo>
                  <a:lnTo>
                    <a:pt x="214600" y="61899"/>
                  </a:lnTo>
                  <a:lnTo>
                    <a:pt x="214787" y="60074"/>
                  </a:lnTo>
                  <a:lnTo>
                    <a:pt x="214974" y="58399"/>
                  </a:lnTo>
                  <a:lnTo>
                    <a:pt x="215161" y="56577"/>
                  </a:lnTo>
                  <a:lnTo>
                    <a:pt x="215348" y="54844"/>
                  </a:lnTo>
                  <a:lnTo>
                    <a:pt x="215535" y="53411"/>
                  </a:lnTo>
                  <a:lnTo>
                    <a:pt x="215722" y="51799"/>
                  </a:lnTo>
                  <a:lnTo>
                    <a:pt x="215909" y="49764"/>
                  </a:lnTo>
                  <a:lnTo>
                    <a:pt x="216096" y="48025"/>
                  </a:lnTo>
                  <a:lnTo>
                    <a:pt x="216282" y="46339"/>
                  </a:lnTo>
                  <a:lnTo>
                    <a:pt x="216469" y="44883"/>
                  </a:lnTo>
                  <a:lnTo>
                    <a:pt x="216656" y="43328"/>
                  </a:lnTo>
                  <a:lnTo>
                    <a:pt x="216843" y="41504"/>
                  </a:lnTo>
                  <a:lnTo>
                    <a:pt x="217030" y="39521"/>
                  </a:lnTo>
                  <a:lnTo>
                    <a:pt x="217217" y="37657"/>
                  </a:lnTo>
                  <a:lnTo>
                    <a:pt x="217404" y="35768"/>
                  </a:lnTo>
                  <a:lnTo>
                    <a:pt x="217591" y="33894"/>
                  </a:lnTo>
                  <a:lnTo>
                    <a:pt x="217778" y="32098"/>
                  </a:lnTo>
                  <a:lnTo>
                    <a:pt x="217965" y="30387"/>
                  </a:lnTo>
                  <a:lnTo>
                    <a:pt x="218152" y="28626"/>
                  </a:lnTo>
                  <a:lnTo>
                    <a:pt x="218339" y="26498"/>
                  </a:lnTo>
                  <a:lnTo>
                    <a:pt x="218526" y="24254"/>
                  </a:lnTo>
                  <a:lnTo>
                    <a:pt x="218712" y="22040"/>
                  </a:lnTo>
                  <a:lnTo>
                    <a:pt x="218899" y="20039"/>
                  </a:lnTo>
                  <a:lnTo>
                    <a:pt x="219086" y="17912"/>
                  </a:lnTo>
                  <a:lnTo>
                    <a:pt x="219273" y="15640"/>
                  </a:lnTo>
                  <a:lnTo>
                    <a:pt x="219460" y="13041"/>
                  </a:lnTo>
                  <a:lnTo>
                    <a:pt x="219647" y="10710"/>
                  </a:lnTo>
                  <a:lnTo>
                    <a:pt x="219834" y="8546"/>
                  </a:lnTo>
                  <a:lnTo>
                    <a:pt x="220021" y="6900"/>
                  </a:lnTo>
                  <a:lnTo>
                    <a:pt x="220208" y="5621"/>
                  </a:lnTo>
                  <a:lnTo>
                    <a:pt x="220395" y="4311"/>
                  </a:lnTo>
                  <a:lnTo>
                    <a:pt x="220582" y="3040"/>
                  </a:lnTo>
                  <a:lnTo>
                    <a:pt x="220769" y="1847"/>
                  </a:lnTo>
                  <a:lnTo>
                    <a:pt x="220955" y="1003"/>
                  </a:lnTo>
                  <a:lnTo>
                    <a:pt x="221142" y="526"/>
                  </a:lnTo>
                  <a:lnTo>
                    <a:pt x="221329" y="158"/>
                  </a:lnTo>
                  <a:lnTo>
                    <a:pt x="221516" y="97"/>
                  </a:lnTo>
                  <a:lnTo>
                    <a:pt x="221703" y="95"/>
                  </a:lnTo>
                  <a:lnTo>
                    <a:pt x="221890" y="0"/>
                  </a:lnTo>
                  <a:lnTo>
                    <a:pt x="222077" y="46"/>
                  </a:lnTo>
                  <a:lnTo>
                    <a:pt x="222264" y="142"/>
                  </a:lnTo>
                  <a:lnTo>
                    <a:pt x="222451" y="532"/>
                  </a:lnTo>
                  <a:lnTo>
                    <a:pt x="222638" y="1024"/>
                  </a:lnTo>
                  <a:lnTo>
                    <a:pt x="222825" y="1545"/>
                  </a:lnTo>
                  <a:lnTo>
                    <a:pt x="223012" y="2076"/>
                  </a:lnTo>
                  <a:lnTo>
                    <a:pt x="223199" y="2822"/>
                  </a:lnTo>
                  <a:lnTo>
                    <a:pt x="223385" y="3725"/>
                  </a:lnTo>
                  <a:lnTo>
                    <a:pt x="223572" y="4598"/>
                  </a:lnTo>
                  <a:lnTo>
                    <a:pt x="223759" y="4480"/>
                  </a:lnTo>
                  <a:lnTo>
                    <a:pt x="223946" y="4272"/>
                  </a:lnTo>
                  <a:lnTo>
                    <a:pt x="224133" y="4432"/>
                  </a:lnTo>
                  <a:lnTo>
                    <a:pt x="224320" y="4724"/>
                  </a:lnTo>
                  <a:lnTo>
                    <a:pt x="224507" y="5021"/>
                  </a:lnTo>
                  <a:lnTo>
                    <a:pt x="224694" y="5669"/>
                  </a:lnTo>
                  <a:lnTo>
                    <a:pt x="224881" y="6065"/>
                  </a:lnTo>
                  <a:lnTo>
                    <a:pt x="225068" y="6452"/>
                  </a:lnTo>
                  <a:lnTo>
                    <a:pt x="225255" y="6815"/>
                  </a:lnTo>
                  <a:lnTo>
                    <a:pt x="225442" y="7253"/>
                  </a:lnTo>
                  <a:lnTo>
                    <a:pt x="225629" y="7927"/>
                  </a:lnTo>
                  <a:lnTo>
                    <a:pt x="225815" y="8597"/>
                  </a:lnTo>
                  <a:lnTo>
                    <a:pt x="226002" y="9198"/>
                  </a:lnTo>
                  <a:lnTo>
                    <a:pt x="226189" y="9522"/>
                  </a:lnTo>
                  <a:lnTo>
                    <a:pt x="226376" y="9813"/>
                  </a:lnTo>
                  <a:lnTo>
                    <a:pt x="226563" y="10429"/>
                  </a:lnTo>
                  <a:lnTo>
                    <a:pt x="226750" y="11076"/>
                  </a:lnTo>
                  <a:lnTo>
                    <a:pt x="226937" y="11689"/>
                  </a:lnTo>
                  <a:lnTo>
                    <a:pt x="227124" y="12415"/>
                  </a:lnTo>
                  <a:lnTo>
                    <a:pt x="227311" y="13000"/>
                  </a:lnTo>
                  <a:lnTo>
                    <a:pt x="227498" y="13415"/>
                  </a:lnTo>
                  <a:lnTo>
                    <a:pt x="227685" y="14388"/>
                  </a:lnTo>
                  <a:lnTo>
                    <a:pt x="227872" y="15590"/>
                  </a:lnTo>
                  <a:lnTo>
                    <a:pt x="228058" y="16698"/>
                  </a:lnTo>
                  <a:lnTo>
                    <a:pt x="228245" y="17861"/>
                  </a:lnTo>
                  <a:lnTo>
                    <a:pt x="228432" y="18758"/>
                  </a:lnTo>
                  <a:lnTo>
                    <a:pt x="228619" y="19319"/>
                  </a:lnTo>
                  <a:lnTo>
                    <a:pt x="228806" y="19843"/>
                  </a:lnTo>
                  <a:lnTo>
                    <a:pt x="228993" y="20416"/>
                  </a:lnTo>
                  <a:lnTo>
                    <a:pt x="229180" y="20762"/>
                  </a:lnTo>
                  <a:lnTo>
                    <a:pt x="229367" y="21036"/>
                  </a:lnTo>
                  <a:lnTo>
                    <a:pt x="229554" y="20718"/>
                  </a:lnTo>
                  <a:lnTo>
                    <a:pt x="229741" y="20329"/>
                  </a:lnTo>
                  <a:lnTo>
                    <a:pt x="229928" y="19892"/>
                  </a:lnTo>
                  <a:lnTo>
                    <a:pt x="230115" y="19310"/>
                  </a:lnTo>
                  <a:lnTo>
                    <a:pt x="230302" y="18728"/>
                  </a:lnTo>
                  <a:lnTo>
                    <a:pt x="230488" y="18124"/>
                  </a:lnTo>
                  <a:lnTo>
                    <a:pt x="230675" y="17566"/>
                  </a:lnTo>
                  <a:lnTo>
                    <a:pt x="230862" y="16951"/>
                  </a:lnTo>
                  <a:lnTo>
                    <a:pt x="231049" y="16478"/>
                  </a:lnTo>
                  <a:lnTo>
                    <a:pt x="231236" y="16247"/>
                  </a:lnTo>
                  <a:lnTo>
                    <a:pt x="231423" y="16333"/>
                  </a:lnTo>
                  <a:lnTo>
                    <a:pt x="231610" y="16514"/>
                  </a:lnTo>
                  <a:lnTo>
                    <a:pt x="231797" y="16694"/>
                  </a:lnTo>
                  <a:lnTo>
                    <a:pt x="231984" y="16857"/>
                  </a:lnTo>
                  <a:lnTo>
                    <a:pt x="232171" y="16853"/>
                  </a:lnTo>
                  <a:lnTo>
                    <a:pt x="232358" y="16681"/>
                  </a:lnTo>
                  <a:lnTo>
                    <a:pt x="232545" y="16496"/>
                  </a:lnTo>
                  <a:lnTo>
                    <a:pt x="232731" y="16364"/>
                  </a:lnTo>
                  <a:lnTo>
                    <a:pt x="232918" y="16422"/>
                  </a:lnTo>
                  <a:lnTo>
                    <a:pt x="233105" y="16800"/>
                  </a:lnTo>
                  <a:lnTo>
                    <a:pt x="233292" y="17085"/>
                  </a:lnTo>
                  <a:lnTo>
                    <a:pt x="233479" y="17819"/>
                  </a:lnTo>
                  <a:lnTo>
                    <a:pt x="233666" y="19014"/>
                  </a:lnTo>
                  <a:lnTo>
                    <a:pt x="233853" y="20247"/>
                  </a:lnTo>
                  <a:lnTo>
                    <a:pt x="234040" y="21449"/>
                  </a:lnTo>
                  <a:lnTo>
                    <a:pt x="234227" y="22959"/>
                  </a:lnTo>
                  <a:lnTo>
                    <a:pt x="234414" y="24367"/>
                  </a:lnTo>
                  <a:lnTo>
                    <a:pt x="234601" y="26129"/>
                  </a:lnTo>
                  <a:lnTo>
                    <a:pt x="234788" y="28097"/>
                  </a:lnTo>
                  <a:lnTo>
                    <a:pt x="234975" y="30377"/>
                  </a:lnTo>
                  <a:lnTo>
                    <a:pt x="235161" y="32949"/>
                  </a:lnTo>
                  <a:lnTo>
                    <a:pt x="235348" y="35522"/>
                  </a:lnTo>
                  <a:lnTo>
                    <a:pt x="235535" y="37965"/>
                  </a:lnTo>
                  <a:lnTo>
                    <a:pt x="235722" y="40015"/>
                  </a:lnTo>
                  <a:lnTo>
                    <a:pt x="235909" y="41585"/>
                  </a:lnTo>
                  <a:lnTo>
                    <a:pt x="236096" y="42949"/>
                  </a:lnTo>
                  <a:lnTo>
                    <a:pt x="236283" y="43946"/>
                  </a:lnTo>
                  <a:lnTo>
                    <a:pt x="236470" y="44983"/>
                  </a:lnTo>
                  <a:lnTo>
                    <a:pt x="236657" y="45941"/>
                  </a:lnTo>
                  <a:lnTo>
                    <a:pt x="236844" y="47015"/>
                  </a:lnTo>
                  <a:lnTo>
                    <a:pt x="237031" y="48035"/>
                  </a:lnTo>
                  <a:lnTo>
                    <a:pt x="237218" y="48973"/>
                  </a:lnTo>
                  <a:lnTo>
                    <a:pt x="237405" y="49716"/>
                  </a:lnTo>
                  <a:lnTo>
                    <a:pt x="237591" y="50496"/>
                  </a:lnTo>
                  <a:lnTo>
                    <a:pt x="237778" y="51231"/>
                  </a:lnTo>
                  <a:lnTo>
                    <a:pt x="237965" y="51729"/>
                  </a:lnTo>
                  <a:lnTo>
                    <a:pt x="238152" y="52210"/>
                  </a:lnTo>
                  <a:lnTo>
                    <a:pt x="238339" y="52655"/>
                  </a:lnTo>
                  <a:lnTo>
                    <a:pt x="238526" y="53067"/>
                  </a:lnTo>
                  <a:lnTo>
                    <a:pt x="238713" y="53337"/>
                  </a:lnTo>
                  <a:lnTo>
                    <a:pt x="238900" y="53532"/>
                  </a:lnTo>
                  <a:lnTo>
                    <a:pt x="239087" y="53686"/>
                  </a:lnTo>
                  <a:lnTo>
                    <a:pt x="239274" y="54100"/>
                  </a:lnTo>
                  <a:lnTo>
                    <a:pt x="239461" y="54515"/>
                  </a:lnTo>
                  <a:lnTo>
                    <a:pt x="239648" y="54712"/>
                  </a:lnTo>
                  <a:lnTo>
                    <a:pt x="239834" y="54780"/>
                  </a:lnTo>
                  <a:lnTo>
                    <a:pt x="240021" y="55074"/>
                  </a:lnTo>
                  <a:lnTo>
                    <a:pt x="240208" y="55602"/>
                  </a:lnTo>
                  <a:lnTo>
                    <a:pt x="240395" y="56056"/>
                  </a:lnTo>
                  <a:lnTo>
                    <a:pt x="240582" y="56697"/>
                  </a:lnTo>
                  <a:lnTo>
                    <a:pt x="240769" y="57471"/>
                  </a:lnTo>
                  <a:lnTo>
                    <a:pt x="240956" y="58263"/>
                  </a:lnTo>
                  <a:lnTo>
                    <a:pt x="241143" y="58995"/>
                  </a:lnTo>
                  <a:lnTo>
                    <a:pt x="241330" y="59580"/>
                  </a:lnTo>
                  <a:lnTo>
                    <a:pt x="241517" y="59861"/>
                  </a:lnTo>
                  <a:lnTo>
                    <a:pt x="241704" y="59738"/>
                  </a:lnTo>
                  <a:lnTo>
                    <a:pt x="241891" y="59712"/>
                  </a:lnTo>
                  <a:lnTo>
                    <a:pt x="242078" y="59495"/>
                  </a:lnTo>
                  <a:lnTo>
                    <a:pt x="242264" y="59074"/>
                  </a:lnTo>
                  <a:lnTo>
                    <a:pt x="242451" y="59208"/>
                  </a:lnTo>
                  <a:lnTo>
                    <a:pt x="242638" y="59520"/>
                  </a:lnTo>
                  <a:lnTo>
                    <a:pt x="242825" y="60117"/>
                  </a:lnTo>
                  <a:lnTo>
                    <a:pt x="243012" y="61045"/>
                  </a:lnTo>
                  <a:lnTo>
                    <a:pt x="243199" y="62294"/>
                  </a:lnTo>
                  <a:lnTo>
                    <a:pt x="243386" y="63443"/>
                  </a:lnTo>
                  <a:lnTo>
                    <a:pt x="243573" y="64439"/>
                  </a:lnTo>
                  <a:lnTo>
                    <a:pt x="243760" y="65203"/>
                  </a:lnTo>
                  <a:lnTo>
                    <a:pt x="243947" y="66092"/>
                  </a:lnTo>
                  <a:lnTo>
                    <a:pt x="244134" y="67030"/>
                  </a:lnTo>
                  <a:lnTo>
                    <a:pt x="244321" y="68502"/>
                  </a:lnTo>
                  <a:lnTo>
                    <a:pt x="244508" y="69980"/>
                  </a:lnTo>
                  <a:lnTo>
                    <a:pt x="244694" y="71532"/>
                  </a:lnTo>
                  <a:lnTo>
                    <a:pt x="244881" y="72751"/>
                  </a:lnTo>
                  <a:lnTo>
                    <a:pt x="245068" y="74213"/>
                  </a:lnTo>
                  <a:lnTo>
                    <a:pt x="245255" y="75933"/>
                  </a:lnTo>
                  <a:lnTo>
                    <a:pt x="245442" y="77357"/>
                  </a:lnTo>
                  <a:lnTo>
                    <a:pt x="245629" y="78592"/>
                  </a:lnTo>
                  <a:lnTo>
                    <a:pt x="245816" y="79934"/>
                  </a:lnTo>
                  <a:lnTo>
                    <a:pt x="246003" y="81095"/>
                  </a:lnTo>
                  <a:lnTo>
                    <a:pt x="246190" y="81369"/>
                  </a:lnTo>
                  <a:lnTo>
                    <a:pt x="246377" y="81481"/>
                  </a:lnTo>
                  <a:lnTo>
                    <a:pt x="246564" y="82086"/>
                  </a:lnTo>
                  <a:lnTo>
                    <a:pt x="246751" y="82655"/>
                  </a:lnTo>
                  <a:lnTo>
                    <a:pt x="246937" y="83486"/>
                  </a:lnTo>
                  <a:lnTo>
                    <a:pt x="247124" y="84073"/>
                  </a:lnTo>
                  <a:lnTo>
                    <a:pt x="247311" y="85123"/>
                  </a:lnTo>
                  <a:lnTo>
                    <a:pt x="247498" y="86089"/>
                  </a:lnTo>
                  <a:lnTo>
                    <a:pt x="247685" y="87424"/>
                  </a:lnTo>
                  <a:lnTo>
                    <a:pt x="247872" y="89871"/>
                  </a:lnTo>
                  <a:lnTo>
                    <a:pt x="248059" y="91611"/>
                  </a:lnTo>
                  <a:lnTo>
                    <a:pt x="248246" y="92571"/>
                  </a:lnTo>
                  <a:lnTo>
                    <a:pt x="248433" y="93431"/>
                  </a:lnTo>
                  <a:lnTo>
                    <a:pt x="248620" y="94487"/>
                  </a:lnTo>
                  <a:lnTo>
                    <a:pt x="248807" y="95619"/>
                  </a:lnTo>
                  <a:lnTo>
                    <a:pt x="248994" y="96908"/>
                  </a:lnTo>
                  <a:lnTo>
                    <a:pt x="249181" y="97474"/>
                  </a:lnTo>
                  <a:lnTo>
                    <a:pt x="249367" y="97811"/>
                  </a:lnTo>
                  <a:lnTo>
                    <a:pt x="249554" y="98406"/>
                  </a:lnTo>
                  <a:lnTo>
                    <a:pt x="249741" y="98397"/>
                  </a:lnTo>
                  <a:lnTo>
                    <a:pt x="249928" y="98349"/>
                  </a:lnTo>
                  <a:lnTo>
                    <a:pt x="250115" y="97630"/>
                  </a:lnTo>
                  <a:lnTo>
                    <a:pt x="250302" y="96988"/>
                  </a:lnTo>
                  <a:lnTo>
                    <a:pt x="250489" y="96090"/>
                  </a:lnTo>
                  <a:lnTo>
                    <a:pt x="250676" y="95285"/>
                  </a:lnTo>
                  <a:lnTo>
                    <a:pt x="250863" y="94653"/>
                  </a:lnTo>
                  <a:lnTo>
                    <a:pt x="251050" y="93980"/>
                  </a:lnTo>
                  <a:lnTo>
                    <a:pt x="251237" y="93305"/>
                  </a:lnTo>
                  <a:lnTo>
                    <a:pt x="251424" y="92076"/>
                  </a:lnTo>
                  <a:lnTo>
                    <a:pt x="251610" y="90770"/>
                  </a:lnTo>
                  <a:lnTo>
                    <a:pt x="251797" y="89390"/>
                  </a:lnTo>
                  <a:lnTo>
                    <a:pt x="251984" y="88069"/>
                  </a:lnTo>
                  <a:lnTo>
                    <a:pt x="252171" y="87184"/>
                  </a:lnTo>
                  <a:lnTo>
                    <a:pt x="252358" y="86697"/>
                  </a:lnTo>
                  <a:lnTo>
                    <a:pt x="252545" y="86306"/>
                  </a:lnTo>
                  <a:lnTo>
                    <a:pt x="252732" y="85331"/>
                  </a:lnTo>
                  <a:lnTo>
                    <a:pt x="252919" y="84354"/>
                  </a:lnTo>
                  <a:lnTo>
                    <a:pt x="253106" y="83608"/>
                  </a:lnTo>
                  <a:lnTo>
                    <a:pt x="253293" y="83215"/>
                  </a:lnTo>
                  <a:lnTo>
                    <a:pt x="253480" y="82690"/>
                  </a:lnTo>
                  <a:lnTo>
                    <a:pt x="253667" y="82355"/>
                  </a:lnTo>
                  <a:lnTo>
                    <a:pt x="253854" y="82007"/>
                  </a:lnTo>
                  <a:lnTo>
                    <a:pt x="254040" y="82083"/>
                  </a:lnTo>
                  <a:lnTo>
                    <a:pt x="254227" y="82308"/>
                  </a:lnTo>
                  <a:lnTo>
                    <a:pt x="254414" y="82526"/>
                  </a:lnTo>
                  <a:lnTo>
                    <a:pt x="254601" y="82636"/>
                  </a:lnTo>
                  <a:lnTo>
                    <a:pt x="254788" y="82700"/>
                  </a:lnTo>
                  <a:lnTo>
                    <a:pt x="254975" y="82401"/>
                  </a:lnTo>
                  <a:lnTo>
                    <a:pt x="255162" y="81801"/>
                  </a:lnTo>
                  <a:lnTo>
                    <a:pt x="255349" y="81012"/>
                  </a:lnTo>
                  <a:lnTo>
                    <a:pt x="255536" y="80403"/>
                  </a:lnTo>
                  <a:lnTo>
                    <a:pt x="255723" y="80314"/>
                  </a:lnTo>
                  <a:lnTo>
                    <a:pt x="255910" y="80174"/>
                  </a:lnTo>
                  <a:lnTo>
                    <a:pt x="256097" y="80108"/>
                  </a:lnTo>
                  <a:lnTo>
                    <a:pt x="256284" y="79620"/>
                  </a:lnTo>
                  <a:lnTo>
                    <a:pt x="256470" y="78866"/>
                  </a:lnTo>
                  <a:lnTo>
                    <a:pt x="256657" y="77735"/>
                  </a:lnTo>
                  <a:lnTo>
                    <a:pt x="256844" y="76593"/>
                  </a:lnTo>
                  <a:lnTo>
                    <a:pt x="257031" y="75296"/>
                  </a:lnTo>
                  <a:lnTo>
                    <a:pt x="257218" y="73387"/>
                  </a:lnTo>
                  <a:lnTo>
                    <a:pt x="257405" y="70756"/>
                  </a:lnTo>
                  <a:lnTo>
                    <a:pt x="257592" y="67988"/>
                  </a:lnTo>
                  <a:lnTo>
                    <a:pt x="257779" y="65516"/>
                  </a:lnTo>
                  <a:lnTo>
                    <a:pt x="257966" y="63570"/>
                  </a:lnTo>
                  <a:lnTo>
                    <a:pt x="258153" y="61523"/>
                  </a:lnTo>
                  <a:lnTo>
                    <a:pt x="258340" y="59607"/>
                  </a:lnTo>
                  <a:lnTo>
                    <a:pt x="258527" y="57174"/>
                  </a:lnTo>
                  <a:lnTo>
                    <a:pt x="258713" y="55104"/>
                  </a:lnTo>
                  <a:lnTo>
                    <a:pt x="258900" y="53029"/>
                  </a:lnTo>
                  <a:lnTo>
                    <a:pt x="259087" y="51266"/>
                  </a:lnTo>
                  <a:lnTo>
                    <a:pt x="259274" y="50517"/>
                  </a:lnTo>
                  <a:lnTo>
                    <a:pt x="259461" y="50137"/>
                  </a:lnTo>
                  <a:lnTo>
                    <a:pt x="259648" y="50074"/>
                  </a:lnTo>
                  <a:lnTo>
                    <a:pt x="259835" y="50125"/>
                  </a:lnTo>
                  <a:lnTo>
                    <a:pt x="260022" y="50198"/>
                  </a:lnTo>
                  <a:lnTo>
                    <a:pt x="260209" y="50346"/>
                  </a:lnTo>
                  <a:lnTo>
                    <a:pt x="260396" y="50251"/>
                  </a:lnTo>
                  <a:lnTo>
                    <a:pt x="260583" y="49989"/>
                  </a:lnTo>
                  <a:lnTo>
                    <a:pt x="260770" y="49524"/>
                  </a:lnTo>
                  <a:lnTo>
                    <a:pt x="260957" y="48991"/>
                  </a:lnTo>
                  <a:lnTo>
                    <a:pt x="261143" y="48844"/>
                  </a:lnTo>
                  <a:lnTo>
                    <a:pt x="261330" y="48487"/>
                  </a:lnTo>
                  <a:lnTo>
                    <a:pt x="261517" y="47841"/>
                  </a:lnTo>
                  <a:lnTo>
                    <a:pt x="261704" y="47272"/>
                  </a:lnTo>
                  <a:lnTo>
                    <a:pt x="261891" y="46883"/>
                  </a:lnTo>
                  <a:lnTo>
                    <a:pt x="262078" y="46460"/>
                  </a:lnTo>
                  <a:lnTo>
                    <a:pt x="262265" y="45975"/>
                  </a:lnTo>
                  <a:lnTo>
                    <a:pt x="262452" y="45349"/>
                  </a:lnTo>
                  <a:lnTo>
                    <a:pt x="262639" y="44865"/>
                  </a:lnTo>
                  <a:lnTo>
                    <a:pt x="262826" y="44267"/>
                  </a:lnTo>
                  <a:lnTo>
                    <a:pt x="263013" y="43779"/>
                  </a:lnTo>
                  <a:lnTo>
                    <a:pt x="263200" y="43289"/>
                  </a:lnTo>
                  <a:lnTo>
                    <a:pt x="263387" y="42955"/>
                  </a:lnTo>
                  <a:lnTo>
                    <a:pt x="263573" y="42701"/>
                  </a:lnTo>
                  <a:lnTo>
                    <a:pt x="263760" y="42504"/>
                  </a:lnTo>
                  <a:lnTo>
                    <a:pt x="263947" y="42240"/>
                  </a:lnTo>
                  <a:lnTo>
                    <a:pt x="264134" y="41751"/>
                  </a:lnTo>
                  <a:lnTo>
                    <a:pt x="264321" y="41505"/>
                  </a:lnTo>
                  <a:lnTo>
                    <a:pt x="264508" y="41426"/>
                  </a:lnTo>
                  <a:lnTo>
                    <a:pt x="264695" y="41427"/>
                  </a:lnTo>
                  <a:lnTo>
                    <a:pt x="264882" y="41296"/>
                  </a:lnTo>
                  <a:lnTo>
                    <a:pt x="265069" y="41085"/>
                  </a:lnTo>
                  <a:lnTo>
                    <a:pt x="265256" y="40656"/>
                  </a:lnTo>
                  <a:lnTo>
                    <a:pt x="265443" y="40198"/>
                  </a:lnTo>
                  <a:lnTo>
                    <a:pt x="265630" y="39832"/>
                  </a:lnTo>
                  <a:lnTo>
                    <a:pt x="265816" y="39569"/>
                  </a:lnTo>
                  <a:lnTo>
                    <a:pt x="266003" y="38785"/>
                  </a:lnTo>
                  <a:lnTo>
                    <a:pt x="266190" y="37510"/>
                  </a:lnTo>
                  <a:lnTo>
                    <a:pt x="266377" y="35592"/>
                  </a:lnTo>
                  <a:lnTo>
                    <a:pt x="266564" y="33695"/>
                  </a:lnTo>
                  <a:lnTo>
                    <a:pt x="266751" y="31985"/>
                  </a:lnTo>
                  <a:lnTo>
                    <a:pt x="266938" y="30271"/>
                  </a:lnTo>
                  <a:lnTo>
                    <a:pt x="267125" y="28446"/>
                  </a:lnTo>
                  <a:lnTo>
                    <a:pt x="267312" y="26618"/>
                  </a:lnTo>
                  <a:lnTo>
                    <a:pt x="267499" y="24988"/>
                  </a:lnTo>
                  <a:lnTo>
                    <a:pt x="267686" y="23507"/>
                  </a:lnTo>
                  <a:lnTo>
                    <a:pt x="267873" y="22291"/>
                  </a:lnTo>
                  <a:lnTo>
                    <a:pt x="268060" y="21489"/>
                  </a:lnTo>
                  <a:lnTo>
                    <a:pt x="268246" y="20766"/>
                  </a:lnTo>
                  <a:lnTo>
                    <a:pt x="268433" y="19848"/>
                  </a:lnTo>
                  <a:lnTo>
                    <a:pt x="268620" y="19007"/>
                  </a:lnTo>
                  <a:lnTo>
                    <a:pt x="268807" y="18089"/>
                  </a:lnTo>
                  <a:lnTo>
                    <a:pt x="268994" y="17461"/>
                  </a:lnTo>
                  <a:lnTo>
                    <a:pt x="269181" y="16986"/>
                  </a:lnTo>
                  <a:lnTo>
                    <a:pt x="269368" y="16499"/>
                  </a:lnTo>
                  <a:lnTo>
                    <a:pt x="269555" y="16272"/>
                  </a:lnTo>
                  <a:lnTo>
                    <a:pt x="269742" y="16404"/>
                  </a:lnTo>
                  <a:lnTo>
                    <a:pt x="269929" y="16625"/>
                  </a:lnTo>
                  <a:lnTo>
                    <a:pt x="270116" y="16587"/>
                  </a:lnTo>
                  <a:lnTo>
                    <a:pt x="270303" y="16435"/>
                  </a:lnTo>
                  <a:lnTo>
                    <a:pt x="270489" y="16186"/>
                  </a:lnTo>
                  <a:lnTo>
                    <a:pt x="270676" y="15937"/>
                  </a:lnTo>
                  <a:lnTo>
                    <a:pt x="270863" y="15608"/>
                  </a:lnTo>
                  <a:lnTo>
                    <a:pt x="271050" y="15338"/>
                  </a:lnTo>
                  <a:lnTo>
                    <a:pt x="271237" y="15183"/>
                  </a:lnTo>
                  <a:lnTo>
                    <a:pt x="271424" y="15002"/>
                  </a:lnTo>
                  <a:lnTo>
                    <a:pt x="271611" y="14901"/>
                  </a:lnTo>
                  <a:lnTo>
                    <a:pt x="271798" y="14413"/>
                  </a:lnTo>
                  <a:lnTo>
                    <a:pt x="271985" y="13658"/>
                  </a:lnTo>
                  <a:lnTo>
                    <a:pt x="272172" y="13134"/>
                  </a:lnTo>
                  <a:lnTo>
                    <a:pt x="272359" y="12396"/>
                  </a:lnTo>
                  <a:lnTo>
                    <a:pt x="272546" y="11678"/>
                  </a:lnTo>
                  <a:lnTo>
                    <a:pt x="272733" y="10880"/>
                  </a:lnTo>
                  <a:lnTo>
                    <a:pt x="272919" y="10234"/>
                  </a:lnTo>
                  <a:lnTo>
                    <a:pt x="273106" y="9662"/>
                  </a:lnTo>
                  <a:lnTo>
                    <a:pt x="273293" y="9026"/>
                  </a:lnTo>
                  <a:lnTo>
                    <a:pt x="273480" y="8285"/>
                  </a:lnTo>
                  <a:lnTo>
                    <a:pt x="273667" y="7544"/>
                  </a:lnTo>
                  <a:lnTo>
                    <a:pt x="273854" y="6786"/>
                  </a:lnTo>
                  <a:lnTo>
                    <a:pt x="274041" y="5902"/>
                  </a:lnTo>
                  <a:lnTo>
                    <a:pt x="274228" y="4844"/>
                  </a:lnTo>
                  <a:lnTo>
                    <a:pt x="274415" y="3867"/>
                  </a:lnTo>
                  <a:lnTo>
                    <a:pt x="274602" y="3116"/>
                  </a:lnTo>
                  <a:lnTo>
                    <a:pt x="274789" y="2611"/>
                  </a:lnTo>
                  <a:lnTo>
                    <a:pt x="274976" y="2175"/>
                  </a:lnTo>
                  <a:lnTo>
                    <a:pt x="275163" y="1741"/>
                  </a:lnTo>
                  <a:lnTo>
                    <a:pt x="275349" y="1584"/>
                  </a:lnTo>
                  <a:lnTo>
                    <a:pt x="275536" y="1546"/>
                  </a:lnTo>
                  <a:lnTo>
                    <a:pt x="275723" y="1428"/>
                  </a:lnTo>
                  <a:lnTo>
                    <a:pt x="275910" y="1463"/>
                  </a:lnTo>
                  <a:lnTo>
                    <a:pt x="276097" y="1513"/>
                  </a:lnTo>
                  <a:lnTo>
                    <a:pt x="276284" y="1741"/>
                  </a:lnTo>
                  <a:lnTo>
                    <a:pt x="276471" y="2034"/>
                  </a:lnTo>
                  <a:lnTo>
                    <a:pt x="276658" y="2103"/>
                  </a:lnTo>
                  <a:lnTo>
                    <a:pt x="276845" y="2407"/>
                  </a:lnTo>
                  <a:lnTo>
                    <a:pt x="277032" y="3261"/>
                  </a:lnTo>
                  <a:lnTo>
                    <a:pt x="277219" y="4136"/>
                  </a:lnTo>
                  <a:lnTo>
                    <a:pt x="277406" y="5001"/>
                  </a:lnTo>
                  <a:lnTo>
                    <a:pt x="277592" y="5857"/>
                  </a:lnTo>
                  <a:lnTo>
                    <a:pt x="277779" y="6845"/>
                  </a:lnTo>
                  <a:lnTo>
                    <a:pt x="277966" y="7771"/>
                  </a:lnTo>
                  <a:lnTo>
                    <a:pt x="278153" y="8697"/>
                  </a:lnTo>
                  <a:lnTo>
                    <a:pt x="278340" y="9685"/>
                  </a:lnTo>
                  <a:lnTo>
                    <a:pt x="278527" y="10844"/>
                  </a:lnTo>
                  <a:lnTo>
                    <a:pt x="278714" y="12146"/>
                  </a:lnTo>
                  <a:lnTo>
                    <a:pt x="278901" y="13574"/>
                  </a:lnTo>
                  <a:lnTo>
                    <a:pt x="279088" y="15213"/>
                  </a:lnTo>
                  <a:lnTo>
                    <a:pt x="279275" y="16902"/>
                  </a:lnTo>
                  <a:lnTo>
                    <a:pt x="279462" y="18817"/>
                  </a:lnTo>
                  <a:lnTo>
                    <a:pt x="279649" y="20991"/>
                  </a:lnTo>
                  <a:lnTo>
                    <a:pt x="279836" y="22759"/>
                  </a:lnTo>
                  <a:lnTo>
                    <a:pt x="280022" y="24551"/>
                  </a:lnTo>
                  <a:lnTo>
                    <a:pt x="280209" y="25708"/>
                  </a:lnTo>
                  <a:lnTo>
                    <a:pt x="280396" y="27031"/>
                  </a:lnTo>
                  <a:lnTo>
                    <a:pt x="280583" y="28191"/>
                  </a:lnTo>
                  <a:lnTo>
                    <a:pt x="280770" y="29329"/>
                  </a:lnTo>
                  <a:lnTo>
                    <a:pt x="280957" y="30385"/>
                  </a:lnTo>
                  <a:lnTo>
                    <a:pt x="281144" y="31443"/>
                  </a:lnTo>
                  <a:lnTo>
                    <a:pt x="281331" y="32522"/>
                  </a:lnTo>
                  <a:lnTo>
                    <a:pt x="281518" y="33777"/>
                  </a:lnTo>
                  <a:lnTo>
                    <a:pt x="281705" y="34898"/>
                  </a:lnTo>
                  <a:lnTo>
                    <a:pt x="281892" y="35887"/>
                  </a:lnTo>
                  <a:lnTo>
                    <a:pt x="282079" y="36769"/>
                  </a:lnTo>
                  <a:lnTo>
                    <a:pt x="282265" y="37535"/>
                  </a:lnTo>
                  <a:lnTo>
                    <a:pt x="282452" y="38131"/>
                  </a:lnTo>
                  <a:lnTo>
                    <a:pt x="282639" y="38617"/>
                  </a:lnTo>
                  <a:lnTo>
                    <a:pt x="282826" y="39385"/>
                  </a:lnTo>
                  <a:lnTo>
                    <a:pt x="283013" y="40450"/>
                  </a:lnTo>
                  <a:lnTo>
                    <a:pt x="283200" y="41525"/>
                  </a:lnTo>
                  <a:lnTo>
                    <a:pt x="283387" y="42668"/>
                  </a:lnTo>
                  <a:lnTo>
                    <a:pt x="283574" y="44835"/>
                  </a:lnTo>
                  <a:lnTo>
                    <a:pt x="283761" y="47501"/>
                  </a:lnTo>
                  <a:lnTo>
                    <a:pt x="283948" y="49962"/>
                  </a:lnTo>
                  <a:lnTo>
                    <a:pt x="284135" y="52623"/>
                  </a:lnTo>
                  <a:lnTo>
                    <a:pt x="284322" y="54327"/>
                  </a:lnTo>
                  <a:lnTo>
                    <a:pt x="284509" y="56206"/>
                  </a:lnTo>
                  <a:lnTo>
                    <a:pt x="284695" y="57528"/>
                  </a:lnTo>
                  <a:lnTo>
                    <a:pt x="284882" y="59170"/>
                  </a:lnTo>
                  <a:lnTo>
                    <a:pt x="285069" y="60774"/>
                  </a:lnTo>
                  <a:lnTo>
                    <a:pt x="285256" y="62430"/>
                  </a:lnTo>
                  <a:lnTo>
                    <a:pt x="285443" y="63877"/>
                  </a:lnTo>
                  <a:lnTo>
                    <a:pt x="285630" y="65639"/>
                  </a:lnTo>
                  <a:lnTo>
                    <a:pt x="285817" y="67345"/>
                  </a:lnTo>
                  <a:lnTo>
                    <a:pt x="286004" y="69013"/>
                  </a:lnTo>
                  <a:lnTo>
                    <a:pt x="286191" y="70340"/>
                  </a:lnTo>
                  <a:lnTo>
                    <a:pt x="286378" y="71362"/>
                  </a:lnTo>
                  <a:lnTo>
                    <a:pt x="286565" y="71976"/>
                  </a:lnTo>
                  <a:lnTo>
                    <a:pt x="286752" y="72653"/>
                  </a:lnTo>
                  <a:lnTo>
                    <a:pt x="286939" y="73337"/>
                  </a:lnTo>
                  <a:lnTo>
                    <a:pt x="287125" y="74608"/>
                  </a:lnTo>
                  <a:lnTo>
                    <a:pt x="287312" y="76237"/>
                  </a:lnTo>
                  <a:lnTo>
                    <a:pt x="287499" y="78411"/>
                  </a:lnTo>
                  <a:lnTo>
                    <a:pt x="287686" y="80240"/>
                  </a:lnTo>
                  <a:lnTo>
                    <a:pt x="287873" y="82287"/>
                  </a:lnTo>
                  <a:lnTo>
                    <a:pt x="288060" y="84287"/>
                  </a:lnTo>
                  <a:lnTo>
                    <a:pt x="288247" y="86142"/>
                  </a:lnTo>
                  <a:lnTo>
                    <a:pt x="288434" y="88141"/>
                  </a:lnTo>
                  <a:lnTo>
                    <a:pt x="288621" y="89936"/>
                  </a:lnTo>
                  <a:lnTo>
                    <a:pt x="288808" y="91853"/>
                  </a:lnTo>
                  <a:lnTo>
                    <a:pt x="288995" y="93615"/>
                  </a:lnTo>
                  <a:lnTo>
                    <a:pt x="289182" y="95474"/>
                  </a:lnTo>
                  <a:lnTo>
                    <a:pt x="289368" y="97592"/>
                  </a:lnTo>
                  <a:lnTo>
                    <a:pt x="289555" y="99733"/>
                  </a:lnTo>
                  <a:lnTo>
                    <a:pt x="289742" y="101398"/>
                  </a:lnTo>
                  <a:lnTo>
                    <a:pt x="289929" y="103077"/>
                  </a:lnTo>
                  <a:lnTo>
                    <a:pt x="290116" y="104957"/>
                  </a:lnTo>
                  <a:lnTo>
                    <a:pt x="290303" y="106729"/>
                  </a:lnTo>
                  <a:lnTo>
                    <a:pt x="290490" y="108407"/>
                  </a:lnTo>
                  <a:lnTo>
                    <a:pt x="290677" y="109840"/>
                  </a:lnTo>
                  <a:lnTo>
                    <a:pt x="290864" y="111247"/>
                  </a:lnTo>
                  <a:lnTo>
                    <a:pt x="291051" y="112663"/>
                  </a:lnTo>
                  <a:lnTo>
                    <a:pt x="291238" y="114124"/>
                  </a:lnTo>
                  <a:lnTo>
                    <a:pt x="291425" y="115438"/>
                  </a:lnTo>
                  <a:lnTo>
                    <a:pt x="291612" y="117013"/>
                  </a:lnTo>
                  <a:lnTo>
                    <a:pt x="291798" y="118786"/>
                  </a:lnTo>
                  <a:lnTo>
                    <a:pt x="291985" y="120686"/>
                  </a:lnTo>
                  <a:lnTo>
                    <a:pt x="292172" y="122568"/>
                  </a:lnTo>
                  <a:lnTo>
                    <a:pt x="292359" y="124816"/>
                  </a:lnTo>
                  <a:lnTo>
                    <a:pt x="292546" y="127048"/>
                  </a:lnTo>
                  <a:lnTo>
                    <a:pt x="292733" y="129281"/>
                  </a:lnTo>
                  <a:lnTo>
                    <a:pt x="292920" y="131605"/>
                  </a:lnTo>
                  <a:lnTo>
                    <a:pt x="293107" y="133737"/>
                  </a:lnTo>
                  <a:lnTo>
                    <a:pt x="293294" y="136123"/>
                  </a:lnTo>
                  <a:lnTo>
                    <a:pt x="293481" y="138864"/>
                  </a:lnTo>
                  <a:lnTo>
                    <a:pt x="293668" y="141729"/>
                  </a:lnTo>
                  <a:lnTo>
                    <a:pt x="293855" y="144800"/>
                  </a:lnTo>
                  <a:lnTo>
                    <a:pt x="294042" y="148334"/>
                  </a:lnTo>
                  <a:lnTo>
                    <a:pt x="294228" y="152178"/>
                  </a:lnTo>
                  <a:lnTo>
                    <a:pt x="294415" y="156079"/>
                  </a:lnTo>
                  <a:lnTo>
                    <a:pt x="294602" y="160134"/>
                  </a:lnTo>
                  <a:lnTo>
                    <a:pt x="294789" y="164147"/>
                  </a:lnTo>
                  <a:lnTo>
                    <a:pt x="294976" y="168019"/>
                  </a:lnTo>
                  <a:lnTo>
                    <a:pt x="295163" y="171624"/>
                  </a:lnTo>
                  <a:lnTo>
                    <a:pt x="295350" y="174762"/>
                  </a:lnTo>
                  <a:lnTo>
                    <a:pt x="295537" y="178089"/>
                  </a:lnTo>
                  <a:lnTo>
                    <a:pt x="295724" y="181197"/>
                  </a:lnTo>
                  <a:lnTo>
                    <a:pt x="295911" y="184622"/>
                  </a:lnTo>
                  <a:lnTo>
                    <a:pt x="296098" y="187247"/>
                  </a:lnTo>
                  <a:lnTo>
                    <a:pt x="296285" y="189418"/>
                  </a:lnTo>
                  <a:lnTo>
                    <a:pt x="296471" y="191242"/>
                  </a:lnTo>
                  <a:lnTo>
                    <a:pt x="296658" y="192158"/>
                  </a:lnTo>
                  <a:lnTo>
                    <a:pt x="296845" y="192636"/>
                  </a:lnTo>
                  <a:lnTo>
                    <a:pt x="297032" y="192747"/>
                  </a:lnTo>
                  <a:lnTo>
                    <a:pt x="297219" y="192638"/>
                  </a:lnTo>
                  <a:lnTo>
                    <a:pt x="297406" y="192542"/>
                  </a:lnTo>
                  <a:lnTo>
                    <a:pt x="297593" y="192652"/>
                  </a:lnTo>
                  <a:lnTo>
                    <a:pt x="297780" y="192939"/>
                  </a:lnTo>
                  <a:lnTo>
                    <a:pt x="297967" y="193177"/>
                  </a:lnTo>
                  <a:lnTo>
                    <a:pt x="298154" y="193467"/>
                  </a:lnTo>
                  <a:lnTo>
                    <a:pt x="298341" y="193668"/>
                  </a:lnTo>
                  <a:lnTo>
                    <a:pt x="298528" y="193940"/>
                  </a:lnTo>
                  <a:lnTo>
                    <a:pt x="298715" y="194379"/>
                  </a:lnTo>
                  <a:lnTo>
                    <a:pt x="298901" y="195279"/>
                  </a:lnTo>
                  <a:lnTo>
                    <a:pt x="299088" y="196344"/>
                  </a:lnTo>
                  <a:lnTo>
                    <a:pt x="299275" y="197431"/>
                  </a:lnTo>
                  <a:lnTo>
                    <a:pt x="299462" y="198683"/>
                  </a:lnTo>
                  <a:lnTo>
                    <a:pt x="299649" y="200083"/>
                  </a:lnTo>
                  <a:lnTo>
                    <a:pt x="299836" y="201571"/>
                  </a:lnTo>
                  <a:lnTo>
                    <a:pt x="300023" y="203128"/>
                  </a:lnTo>
                  <a:lnTo>
                    <a:pt x="300210" y="204946"/>
                  </a:lnTo>
                  <a:lnTo>
                    <a:pt x="300397" y="206594"/>
                  </a:lnTo>
                  <a:lnTo>
                    <a:pt x="300584" y="208417"/>
                  </a:lnTo>
                  <a:lnTo>
                    <a:pt x="300771" y="210207"/>
                  </a:lnTo>
                  <a:lnTo>
                    <a:pt x="300958" y="212009"/>
                  </a:lnTo>
                  <a:lnTo>
                    <a:pt x="301144" y="213827"/>
                  </a:lnTo>
                  <a:lnTo>
                    <a:pt x="301331" y="215648"/>
                  </a:lnTo>
                  <a:lnTo>
                    <a:pt x="301518" y="217672"/>
                  </a:lnTo>
                  <a:lnTo>
                    <a:pt x="301705" y="219595"/>
                  </a:lnTo>
                  <a:lnTo>
                    <a:pt x="301892" y="221397"/>
                  </a:lnTo>
                  <a:lnTo>
                    <a:pt x="302079" y="223047"/>
                  </a:lnTo>
                  <a:lnTo>
                    <a:pt x="302266" y="224662"/>
                  </a:lnTo>
                  <a:lnTo>
                    <a:pt x="302453" y="226124"/>
                  </a:lnTo>
                  <a:lnTo>
                    <a:pt x="302640" y="227655"/>
                  </a:lnTo>
                  <a:lnTo>
                    <a:pt x="302827" y="229084"/>
                  </a:lnTo>
                  <a:lnTo>
                    <a:pt x="303014" y="230291"/>
                  </a:lnTo>
                  <a:lnTo>
                    <a:pt x="303201" y="231465"/>
                  </a:lnTo>
                  <a:lnTo>
                    <a:pt x="303388" y="233012"/>
                  </a:lnTo>
                  <a:lnTo>
                    <a:pt x="303574" y="234808"/>
                  </a:lnTo>
                  <a:lnTo>
                    <a:pt x="303761" y="237220"/>
                  </a:lnTo>
                  <a:lnTo>
                    <a:pt x="303948" y="239497"/>
                  </a:lnTo>
                  <a:lnTo>
                    <a:pt x="304135" y="241416"/>
                  </a:lnTo>
                  <a:lnTo>
                    <a:pt x="304322" y="243312"/>
                  </a:lnTo>
                  <a:lnTo>
                    <a:pt x="304509" y="245203"/>
                  </a:lnTo>
                  <a:lnTo>
                    <a:pt x="304696" y="246923"/>
                  </a:lnTo>
                  <a:lnTo>
                    <a:pt x="304883" y="248446"/>
                  </a:lnTo>
                  <a:lnTo>
                    <a:pt x="305070" y="249985"/>
                  </a:lnTo>
                  <a:lnTo>
                    <a:pt x="305257" y="251299"/>
                  </a:lnTo>
                  <a:lnTo>
                    <a:pt x="305444" y="252252"/>
                  </a:lnTo>
                  <a:lnTo>
                    <a:pt x="305631" y="253354"/>
                  </a:lnTo>
                  <a:lnTo>
                    <a:pt x="305818" y="254584"/>
                  </a:lnTo>
                  <a:lnTo>
                    <a:pt x="306004" y="255476"/>
                  </a:lnTo>
                  <a:lnTo>
                    <a:pt x="306191" y="256385"/>
                  </a:lnTo>
                  <a:lnTo>
                    <a:pt x="306378" y="257045"/>
                  </a:lnTo>
                  <a:lnTo>
                    <a:pt x="306565" y="257554"/>
                  </a:lnTo>
                  <a:lnTo>
                    <a:pt x="306752" y="258103"/>
                  </a:lnTo>
                  <a:lnTo>
                    <a:pt x="306939" y="258621"/>
                  </a:lnTo>
                  <a:lnTo>
                    <a:pt x="307126" y="258974"/>
                  </a:lnTo>
                  <a:lnTo>
                    <a:pt x="307313" y="259297"/>
                  </a:lnTo>
                  <a:lnTo>
                    <a:pt x="307500" y="259896"/>
                  </a:lnTo>
                  <a:lnTo>
                    <a:pt x="307687" y="260451"/>
                  </a:lnTo>
                  <a:lnTo>
                    <a:pt x="307874" y="260979"/>
                  </a:lnTo>
                  <a:lnTo>
                    <a:pt x="308061" y="261401"/>
                  </a:lnTo>
                  <a:lnTo>
                    <a:pt x="308247" y="261737"/>
                  </a:lnTo>
                  <a:lnTo>
                    <a:pt x="308434" y="261767"/>
                  </a:lnTo>
                  <a:lnTo>
                    <a:pt x="308621" y="261438"/>
                  </a:lnTo>
                  <a:lnTo>
                    <a:pt x="308808" y="261267"/>
                  </a:lnTo>
                  <a:lnTo>
                    <a:pt x="308995" y="261017"/>
                  </a:lnTo>
                  <a:lnTo>
                    <a:pt x="309182" y="261407"/>
                  </a:lnTo>
                  <a:lnTo>
                    <a:pt x="309369" y="262092"/>
                  </a:lnTo>
                  <a:lnTo>
                    <a:pt x="309556" y="262589"/>
                  </a:lnTo>
                  <a:lnTo>
                    <a:pt x="309743" y="263224"/>
                  </a:lnTo>
                  <a:lnTo>
                    <a:pt x="309930" y="263595"/>
                  </a:lnTo>
                  <a:lnTo>
                    <a:pt x="310117" y="263850"/>
                  </a:lnTo>
                  <a:lnTo>
                    <a:pt x="310304" y="263947"/>
                  </a:lnTo>
                  <a:lnTo>
                    <a:pt x="310491" y="264196"/>
                  </a:lnTo>
                  <a:lnTo>
                    <a:pt x="310677" y="264720"/>
                  </a:lnTo>
                  <a:lnTo>
                    <a:pt x="310864" y="265273"/>
                  </a:lnTo>
                  <a:lnTo>
                    <a:pt x="311051" y="265775"/>
                  </a:lnTo>
                  <a:lnTo>
                    <a:pt x="311238" y="266205"/>
                  </a:lnTo>
                  <a:lnTo>
                    <a:pt x="311425" y="266717"/>
                  </a:lnTo>
                  <a:lnTo>
                    <a:pt x="311612" y="267449"/>
                  </a:lnTo>
                  <a:lnTo>
                    <a:pt x="311799" y="268098"/>
                  </a:lnTo>
                  <a:lnTo>
                    <a:pt x="311986" y="268608"/>
                  </a:lnTo>
                  <a:lnTo>
                    <a:pt x="312173" y="269127"/>
                  </a:lnTo>
                  <a:lnTo>
                    <a:pt x="312360" y="269577"/>
                  </a:lnTo>
                  <a:lnTo>
                    <a:pt x="312547" y="270030"/>
                  </a:lnTo>
                  <a:lnTo>
                    <a:pt x="312734" y="270461"/>
                  </a:lnTo>
                  <a:lnTo>
                    <a:pt x="312921" y="270960"/>
                  </a:lnTo>
                  <a:lnTo>
                    <a:pt x="313107" y="271462"/>
                  </a:lnTo>
                  <a:lnTo>
                    <a:pt x="313294" y="271548"/>
                  </a:lnTo>
                  <a:lnTo>
                    <a:pt x="313481" y="271510"/>
                  </a:lnTo>
                  <a:lnTo>
                    <a:pt x="313668" y="271142"/>
                  </a:lnTo>
                  <a:lnTo>
                    <a:pt x="313855" y="270901"/>
                  </a:lnTo>
                  <a:lnTo>
                    <a:pt x="314042" y="271008"/>
                  </a:lnTo>
                  <a:lnTo>
                    <a:pt x="314229" y="271003"/>
                  </a:lnTo>
                  <a:lnTo>
                    <a:pt x="314416" y="270800"/>
                  </a:lnTo>
                  <a:lnTo>
                    <a:pt x="314603" y="270629"/>
                  </a:lnTo>
                  <a:lnTo>
                    <a:pt x="314790" y="270371"/>
                  </a:lnTo>
                  <a:lnTo>
                    <a:pt x="314977" y="269849"/>
                  </a:lnTo>
                  <a:lnTo>
                    <a:pt x="315164" y="269468"/>
                  </a:lnTo>
                  <a:lnTo>
                    <a:pt x="315350" y="269038"/>
                  </a:lnTo>
                  <a:lnTo>
                    <a:pt x="315537" y="268699"/>
                  </a:lnTo>
                  <a:lnTo>
                    <a:pt x="315724" y="268302"/>
                  </a:lnTo>
                  <a:lnTo>
                    <a:pt x="315911" y="267952"/>
                  </a:lnTo>
                  <a:lnTo>
                    <a:pt x="316098" y="267423"/>
                  </a:lnTo>
                  <a:lnTo>
                    <a:pt x="316285" y="267156"/>
                  </a:lnTo>
                  <a:lnTo>
                    <a:pt x="316472" y="266674"/>
                  </a:lnTo>
                  <a:lnTo>
                    <a:pt x="316659" y="266102"/>
                  </a:lnTo>
                  <a:lnTo>
                    <a:pt x="316846" y="265095"/>
                  </a:lnTo>
                  <a:lnTo>
                    <a:pt x="317033" y="264010"/>
                  </a:lnTo>
                  <a:lnTo>
                    <a:pt x="317220" y="262682"/>
                  </a:lnTo>
                  <a:lnTo>
                    <a:pt x="317407" y="261003"/>
                  </a:lnTo>
                  <a:lnTo>
                    <a:pt x="317594" y="260432"/>
                  </a:lnTo>
                  <a:lnTo>
                    <a:pt x="317780" y="259942"/>
                  </a:lnTo>
                  <a:lnTo>
                    <a:pt x="317967" y="259298"/>
                  </a:lnTo>
                  <a:lnTo>
                    <a:pt x="318154" y="258907"/>
                  </a:lnTo>
                  <a:lnTo>
                    <a:pt x="318341" y="258338"/>
                  </a:lnTo>
                  <a:lnTo>
                    <a:pt x="318528" y="257791"/>
                  </a:lnTo>
                  <a:lnTo>
                    <a:pt x="318715" y="257056"/>
                  </a:lnTo>
                  <a:lnTo>
                    <a:pt x="318902" y="256319"/>
                  </a:lnTo>
                  <a:lnTo>
                    <a:pt x="319089" y="255588"/>
                  </a:lnTo>
                  <a:lnTo>
                    <a:pt x="319276" y="254949"/>
                  </a:lnTo>
                  <a:lnTo>
                    <a:pt x="319463" y="254479"/>
                  </a:lnTo>
                  <a:lnTo>
                    <a:pt x="319650" y="254165"/>
                  </a:lnTo>
                  <a:lnTo>
                    <a:pt x="319837" y="253913"/>
                  </a:lnTo>
                  <a:lnTo>
                    <a:pt x="320023" y="253766"/>
                  </a:lnTo>
                  <a:lnTo>
                    <a:pt x="320210" y="253636"/>
                  </a:lnTo>
                  <a:lnTo>
                    <a:pt x="320397" y="253375"/>
                  </a:lnTo>
                  <a:lnTo>
                    <a:pt x="320584" y="253454"/>
                  </a:lnTo>
                  <a:lnTo>
                    <a:pt x="320771" y="253639"/>
                  </a:lnTo>
                  <a:lnTo>
                    <a:pt x="320958" y="253482"/>
                  </a:lnTo>
                  <a:lnTo>
                    <a:pt x="321145" y="253257"/>
                  </a:lnTo>
                  <a:lnTo>
                    <a:pt x="321332" y="253378"/>
                  </a:lnTo>
                  <a:lnTo>
                    <a:pt x="321519" y="253594"/>
                  </a:lnTo>
                  <a:lnTo>
                    <a:pt x="321706" y="254294"/>
                  </a:lnTo>
                  <a:lnTo>
                    <a:pt x="321893" y="254902"/>
                  </a:lnTo>
                  <a:lnTo>
                    <a:pt x="322080" y="255745"/>
                  </a:lnTo>
                  <a:lnTo>
                    <a:pt x="322267" y="256300"/>
                  </a:lnTo>
                  <a:lnTo>
                    <a:pt x="322453" y="256847"/>
                  </a:lnTo>
                  <a:lnTo>
                    <a:pt x="322640" y="257334"/>
                  </a:lnTo>
                  <a:lnTo>
                    <a:pt x="322827" y="258003"/>
                  </a:lnTo>
                  <a:lnTo>
                    <a:pt x="323014" y="258785"/>
                  </a:lnTo>
                  <a:lnTo>
                    <a:pt x="323201" y="259431"/>
                  </a:lnTo>
                  <a:lnTo>
                    <a:pt x="323388" y="259944"/>
                  </a:lnTo>
                  <a:lnTo>
                    <a:pt x="323575" y="260633"/>
                  </a:lnTo>
                  <a:lnTo>
                    <a:pt x="323762" y="261497"/>
                  </a:lnTo>
                  <a:lnTo>
                    <a:pt x="323949" y="262209"/>
                  </a:lnTo>
                  <a:lnTo>
                    <a:pt x="324136" y="262918"/>
                  </a:lnTo>
                  <a:lnTo>
                    <a:pt x="324323" y="263435"/>
                  </a:lnTo>
                  <a:lnTo>
                    <a:pt x="324510" y="263761"/>
                  </a:lnTo>
                  <a:lnTo>
                    <a:pt x="324697" y="264150"/>
                  </a:lnTo>
                  <a:lnTo>
                    <a:pt x="324883" y="264303"/>
                  </a:lnTo>
                  <a:lnTo>
                    <a:pt x="325070" y="264689"/>
                  </a:lnTo>
                  <a:lnTo>
                    <a:pt x="325257" y="265466"/>
                  </a:lnTo>
                  <a:lnTo>
                    <a:pt x="325444" y="266274"/>
                  </a:lnTo>
                  <a:lnTo>
                    <a:pt x="325631" y="267048"/>
                  </a:lnTo>
                  <a:lnTo>
                    <a:pt x="325818" y="267716"/>
                  </a:lnTo>
                  <a:lnTo>
                    <a:pt x="326005" y="268477"/>
                  </a:lnTo>
                  <a:lnTo>
                    <a:pt x="326192" y="269579"/>
                  </a:lnTo>
                  <a:lnTo>
                    <a:pt x="326379" y="270656"/>
                  </a:lnTo>
                  <a:lnTo>
                    <a:pt x="326566" y="271746"/>
                  </a:lnTo>
                  <a:lnTo>
                    <a:pt x="326753" y="272818"/>
                  </a:lnTo>
                  <a:lnTo>
                    <a:pt x="326940" y="273854"/>
                  </a:lnTo>
                  <a:lnTo>
                    <a:pt x="327126" y="274897"/>
                  </a:lnTo>
                  <a:lnTo>
                    <a:pt x="327313" y="275885"/>
                  </a:lnTo>
                  <a:lnTo>
                    <a:pt x="327500" y="276696"/>
                  </a:lnTo>
                  <a:lnTo>
                    <a:pt x="327687" y="277465"/>
                  </a:lnTo>
                  <a:lnTo>
                    <a:pt x="327874" y="277942"/>
                  </a:lnTo>
                  <a:lnTo>
                    <a:pt x="328061" y="278149"/>
                  </a:lnTo>
                  <a:lnTo>
                    <a:pt x="328248" y="278103"/>
                  </a:lnTo>
                  <a:lnTo>
                    <a:pt x="328435" y="277968"/>
                  </a:lnTo>
                  <a:lnTo>
                    <a:pt x="328622" y="277465"/>
                  </a:lnTo>
                  <a:lnTo>
                    <a:pt x="328809" y="276526"/>
                  </a:lnTo>
                  <a:lnTo>
                    <a:pt x="328996" y="274976"/>
                  </a:lnTo>
                  <a:lnTo>
                    <a:pt x="329183" y="273761"/>
                  </a:lnTo>
                  <a:lnTo>
                    <a:pt x="329370" y="272579"/>
                  </a:lnTo>
                  <a:lnTo>
                    <a:pt x="329556" y="271292"/>
                  </a:lnTo>
                  <a:lnTo>
                    <a:pt x="329743" y="269792"/>
                  </a:lnTo>
                  <a:lnTo>
                    <a:pt x="329930" y="268370"/>
                  </a:lnTo>
                  <a:lnTo>
                    <a:pt x="330117" y="267003"/>
                  </a:lnTo>
                  <a:lnTo>
                    <a:pt x="330304" y="265420"/>
                  </a:lnTo>
                  <a:lnTo>
                    <a:pt x="330491" y="263870"/>
                  </a:lnTo>
                  <a:lnTo>
                    <a:pt x="330678" y="262241"/>
                  </a:lnTo>
                  <a:lnTo>
                    <a:pt x="330865" y="260299"/>
                  </a:lnTo>
                  <a:lnTo>
                    <a:pt x="331052" y="258294"/>
                  </a:lnTo>
                  <a:lnTo>
                    <a:pt x="331239" y="256236"/>
                  </a:lnTo>
                  <a:lnTo>
                    <a:pt x="331426" y="254547"/>
                  </a:lnTo>
                  <a:lnTo>
                    <a:pt x="331613" y="252877"/>
                  </a:lnTo>
                  <a:lnTo>
                    <a:pt x="331800" y="251347"/>
                  </a:lnTo>
                  <a:lnTo>
                    <a:pt x="331986" y="249854"/>
                  </a:lnTo>
                  <a:lnTo>
                    <a:pt x="332173" y="248609"/>
                  </a:lnTo>
                  <a:lnTo>
                    <a:pt x="332360" y="247506"/>
                  </a:lnTo>
                  <a:lnTo>
                    <a:pt x="332547" y="246330"/>
                  </a:lnTo>
                  <a:lnTo>
                    <a:pt x="332734" y="244976"/>
                  </a:lnTo>
                  <a:lnTo>
                    <a:pt x="332921" y="243587"/>
                  </a:lnTo>
                  <a:lnTo>
                    <a:pt x="333108" y="242253"/>
                  </a:lnTo>
                  <a:lnTo>
                    <a:pt x="333295" y="240862"/>
                  </a:lnTo>
                  <a:lnTo>
                    <a:pt x="333482" y="239994"/>
                  </a:lnTo>
                  <a:lnTo>
                    <a:pt x="333669" y="239432"/>
                  </a:lnTo>
                  <a:lnTo>
                    <a:pt x="333856" y="239265"/>
                  </a:lnTo>
                  <a:lnTo>
                    <a:pt x="334043" y="239386"/>
                  </a:lnTo>
                  <a:lnTo>
                    <a:pt x="334229" y="239466"/>
                  </a:lnTo>
                  <a:lnTo>
                    <a:pt x="334416" y="239530"/>
                  </a:lnTo>
                  <a:lnTo>
                    <a:pt x="334603" y="239669"/>
                  </a:lnTo>
                  <a:lnTo>
                    <a:pt x="334790" y="239588"/>
                  </a:lnTo>
                  <a:lnTo>
                    <a:pt x="334977" y="239328"/>
                  </a:lnTo>
                  <a:lnTo>
                    <a:pt x="335164" y="238948"/>
                  </a:lnTo>
                  <a:lnTo>
                    <a:pt x="335351" y="238842"/>
                  </a:lnTo>
                  <a:lnTo>
                    <a:pt x="335538" y="239049"/>
                  </a:lnTo>
                  <a:lnTo>
                    <a:pt x="335725" y="239551"/>
                  </a:lnTo>
                  <a:lnTo>
                    <a:pt x="335912" y="240169"/>
                  </a:lnTo>
                  <a:lnTo>
                    <a:pt x="336099" y="240481"/>
                  </a:lnTo>
                  <a:lnTo>
                    <a:pt x="336286" y="240369"/>
                  </a:lnTo>
                  <a:lnTo>
                    <a:pt x="336473" y="240093"/>
                  </a:lnTo>
                  <a:lnTo>
                    <a:pt x="336659" y="239577"/>
                  </a:lnTo>
                  <a:lnTo>
                    <a:pt x="336846" y="238810"/>
                  </a:lnTo>
                  <a:lnTo>
                    <a:pt x="337033" y="237887"/>
                  </a:lnTo>
                  <a:lnTo>
                    <a:pt x="337220" y="236958"/>
                  </a:lnTo>
                  <a:lnTo>
                    <a:pt x="337407" y="235975"/>
                  </a:lnTo>
                  <a:lnTo>
                    <a:pt x="337594" y="234870"/>
                  </a:lnTo>
                  <a:lnTo>
                    <a:pt x="337781" y="233654"/>
                  </a:lnTo>
                  <a:lnTo>
                    <a:pt x="337968" y="232384"/>
                  </a:lnTo>
                  <a:lnTo>
                    <a:pt x="338155" y="231100"/>
                  </a:lnTo>
                  <a:lnTo>
                    <a:pt x="338342" y="229680"/>
                  </a:lnTo>
                  <a:lnTo>
                    <a:pt x="338529" y="228269"/>
                  </a:lnTo>
                  <a:lnTo>
                    <a:pt x="338716" y="226699"/>
                  </a:lnTo>
                  <a:lnTo>
                    <a:pt x="338902" y="225161"/>
                  </a:lnTo>
                  <a:lnTo>
                    <a:pt x="339089" y="223521"/>
                  </a:lnTo>
                  <a:lnTo>
                    <a:pt x="339276" y="221879"/>
                  </a:lnTo>
                  <a:lnTo>
                    <a:pt x="339463" y="220339"/>
                  </a:lnTo>
                  <a:lnTo>
                    <a:pt x="339650" y="218803"/>
                  </a:lnTo>
                  <a:lnTo>
                    <a:pt x="339837" y="217342"/>
                  </a:lnTo>
                  <a:lnTo>
                    <a:pt x="340024" y="215942"/>
                  </a:lnTo>
                  <a:lnTo>
                    <a:pt x="340211" y="214772"/>
                  </a:lnTo>
                  <a:lnTo>
                    <a:pt x="340398" y="213694"/>
                  </a:lnTo>
                  <a:lnTo>
                    <a:pt x="340585" y="212737"/>
                  </a:lnTo>
                  <a:lnTo>
                    <a:pt x="340772" y="211968"/>
                  </a:lnTo>
                  <a:lnTo>
                    <a:pt x="340959" y="211346"/>
                  </a:lnTo>
                  <a:lnTo>
                    <a:pt x="341146" y="210627"/>
                  </a:lnTo>
                  <a:lnTo>
                    <a:pt x="341332" y="209913"/>
                  </a:lnTo>
                  <a:lnTo>
                    <a:pt x="341519" y="209597"/>
                  </a:lnTo>
                  <a:lnTo>
                    <a:pt x="341706" y="209431"/>
                  </a:lnTo>
                  <a:lnTo>
                    <a:pt x="341893" y="209327"/>
                  </a:lnTo>
                  <a:lnTo>
                    <a:pt x="342080" y="209344"/>
                  </a:lnTo>
                  <a:lnTo>
                    <a:pt x="342267" y="209011"/>
                  </a:lnTo>
                  <a:lnTo>
                    <a:pt x="342454" y="208447"/>
                  </a:lnTo>
                  <a:lnTo>
                    <a:pt x="342641" y="207849"/>
                  </a:lnTo>
                  <a:lnTo>
                    <a:pt x="342828" y="207048"/>
                  </a:lnTo>
                  <a:lnTo>
                    <a:pt x="343015" y="206081"/>
                  </a:lnTo>
                  <a:lnTo>
                    <a:pt x="343202" y="205227"/>
                  </a:lnTo>
                  <a:lnTo>
                    <a:pt x="343389" y="204429"/>
                  </a:lnTo>
                  <a:lnTo>
                    <a:pt x="343576" y="203527"/>
                  </a:lnTo>
                  <a:lnTo>
                    <a:pt x="343762" y="202764"/>
                  </a:lnTo>
                  <a:lnTo>
                    <a:pt x="343949" y="202361"/>
                  </a:lnTo>
                  <a:lnTo>
                    <a:pt x="344136" y="202263"/>
                  </a:lnTo>
                  <a:lnTo>
                    <a:pt x="344323" y="202153"/>
                  </a:lnTo>
                  <a:lnTo>
                    <a:pt x="344510" y="202066"/>
                  </a:lnTo>
                  <a:lnTo>
                    <a:pt x="344697" y="202108"/>
                  </a:lnTo>
                  <a:lnTo>
                    <a:pt x="344884" y="202131"/>
                  </a:lnTo>
                  <a:lnTo>
                    <a:pt x="345071" y="202188"/>
                  </a:lnTo>
                  <a:lnTo>
                    <a:pt x="345258" y="202162"/>
                  </a:lnTo>
                  <a:lnTo>
                    <a:pt x="345445" y="202180"/>
                  </a:lnTo>
                  <a:lnTo>
                    <a:pt x="345632" y="202281"/>
                  </a:lnTo>
                  <a:lnTo>
                    <a:pt x="345819" y="202533"/>
                  </a:lnTo>
                  <a:lnTo>
                    <a:pt x="346005" y="203036"/>
                  </a:lnTo>
                  <a:lnTo>
                    <a:pt x="346192" y="203479"/>
                  </a:lnTo>
                  <a:lnTo>
                    <a:pt x="346379" y="203988"/>
                  </a:lnTo>
                  <a:lnTo>
                    <a:pt x="346566" y="204268"/>
                  </a:lnTo>
                  <a:lnTo>
                    <a:pt x="346753" y="204517"/>
                  </a:lnTo>
                  <a:lnTo>
                    <a:pt x="346940" y="204740"/>
                  </a:lnTo>
                  <a:lnTo>
                    <a:pt x="347127" y="204978"/>
                  </a:lnTo>
                  <a:lnTo>
                    <a:pt x="347314" y="205434"/>
                  </a:lnTo>
                  <a:lnTo>
                    <a:pt x="347501" y="205880"/>
                  </a:lnTo>
                  <a:lnTo>
                    <a:pt x="347688" y="206293"/>
                  </a:lnTo>
                  <a:lnTo>
                    <a:pt x="347875" y="206464"/>
                  </a:lnTo>
                  <a:lnTo>
                    <a:pt x="348062" y="206409"/>
                  </a:lnTo>
                  <a:lnTo>
                    <a:pt x="348249" y="206429"/>
                  </a:lnTo>
                  <a:lnTo>
                    <a:pt x="348435" y="206457"/>
                  </a:lnTo>
                  <a:lnTo>
                    <a:pt x="348622" y="206574"/>
                  </a:lnTo>
                  <a:lnTo>
                    <a:pt x="348809" y="206848"/>
                  </a:lnTo>
                  <a:lnTo>
                    <a:pt x="348996" y="207091"/>
                  </a:lnTo>
                  <a:lnTo>
                    <a:pt x="349183" y="207384"/>
                  </a:lnTo>
                  <a:lnTo>
                    <a:pt x="349370" y="207623"/>
                  </a:lnTo>
                  <a:lnTo>
                    <a:pt x="349557" y="207929"/>
                  </a:lnTo>
                  <a:lnTo>
                    <a:pt x="349744" y="208247"/>
                  </a:lnTo>
                  <a:lnTo>
                    <a:pt x="349931" y="208765"/>
                  </a:lnTo>
                  <a:lnTo>
                    <a:pt x="350118" y="209209"/>
                  </a:lnTo>
                  <a:lnTo>
                    <a:pt x="350305" y="209208"/>
                  </a:lnTo>
                  <a:lnTo>
                    <a:pt x="350492" y="209140"/>
                  </a:lnTo>
                  <a:lnTo>
                    <a:pt x="350679" y="209433"/>
                  </a:lnTo>
                  <a:lnTo>
                    <a:pt x="350865" y="209799"/>
                  </a:lnTo>
                  <a:lnTo>
                    <a:pt x="351052" y="210293"/>
                  </a:lnTo>
                  <a:lnTo>
                    <a:pt x="351239" y="210717"/>
                  </a:lnTo>
                  <a:lnTo>
                    <a:pt x="351426" y="211018"/>
                  </a:lnTo>
                  <a:lnTo>
                    <a:pt x="351613" y="211222"/>
                  </a:lnTo>
                  <a:lnTo>
                    <a:pt x="351800" y="211240"/>
                  </a:lnTo>
                  <a:lnTo>
                    <a:pt x="351987" y="211240"/>
                  </a:lnTo>
                  <a:lnTo>
                    <a:pt x="352174" y="211239"/>
                  </a:lnTo>
                  <a:lnTo>
                    <a:pt x="352361" y="211199"/>
                  </a:lnTo>
                  <a:lnTo>
                    <a:pt x="352548" y="210980"/>
                  </a:lnTo>
                  <a:lnTo>
                    <a:pt x="352735" y="210809"/>
                  </a:lnTo>
                  <a:lnTo>
                    <a:pt x="352922" y="210618"/>
                  </a:lnTo>
                  <a:lnTo>
                    <a:pt x="353108" y="210545"/>
                  </a:lnTo>
                  <a:lnTo>
                    <a:pt x="353295" y="210397"/>
                  </a:lnTo>
                  <a:lnTo>
                    <a:pt x="353482" y="210398"/>
                  </a:lnTo>
                  <a:lnTo>
                    <a:pt x="353669" y="210490"/>
                  </a:lnTo>
                  <a:lnTo>
                    <a:pt x="353856" y="210688"/>
                  </a:lnTo>
                  <a:lnTo>
                    <a:pt x="354043" y="210924"/>
                  </a:lnTo>
                  <a:lnTo>
                    <a:pt x="354230" y="211503"/>
                  </a:lnTo>
                  <a:lnTo>
                    <a:pt x="354417" y="212164"/>
                  </a:lnTo>
                  <a:lnTo>
                    <a:pt x="354604" y="213110"/>
                  </a:lnTo>
                  <a:lnTo>
                    <a:pt x="354791" y="214446"/>
                  </a:lnTo>
                  <a:lnTo>
                    <a:pt x="354978" y="215105"/>
                  </a:lnTo>
                  <a:lnTo>
                    <a:pt x="355165" y="216078"/>
                  </a:lnTo>
                  <a:lnTo>
                    <a:pt x="355352" y="217254"/>
                  </a:lnTo>
                  <a:lnTo>
                    <a:pt x="355538" y="218385"/>
                  </a:lnTo>
                  <a:lnTo>
                    <a:pt x="355725" y="219702"/>
                  </a:lnTo>
                  <a:lnTo>
                    <a:pt x="355912" y="221035"/>
                  </a:lnTo>
                  <a:lnTo>
                    <a:pt x="356099" y="222663"/>
                  </a:lnTo>
                  <a:lnTo>
                    <a:pt x="356286" y="224276"/>
                  </a:lnTo>
                  <a:lnTo>
                    <a:pt x="356473" y="225873"/>
                  </a:lnTo>
                  <a:lnTo>
                    <a:pt x="356660" y="227405"/>
                  </a:lnTo>
                  <a:lnTo>
                    <a:pt x="356847" y="228891"/>
                  </a:lnTo>
                  <a:lnTo>
                    <a:pt x="357034" y="230274"/>
                  </a:lnTo>
                  <a:lnTo>
                    <a:pt x="357221" y="231451"/>
                  </a:lnTo>
                  <a:lnTo>
                    <a:pt x="357408" y="232494"/>
                  </a:lnTo>
                  <a:lnTo>
                    <a:pt x="357595" y="233252"/>
                  </a:lnTo>
                  <a:lnTo>
                    <a:pt x="357781" y="234027"/>
                  </a:lnTo>
                  <a:lnTo>
                    <a:pt x="357968" y="234584"/>
                  </a:lnTo>
                  <a:lnTo>
                    <a:pt x="358155" y="234987"/>
                  </a:lnTo>
                  <a:lnTo>
                    <a:pt x="358342" y="235397"/>
                  </a:lnTo>
                  <a:lnTo>
                    <a:pt x="358529" y="235914"/>
                  </a:lnTo>
                  <a:lnTo>
                    <a:pt x="358716" y="236026"/>
                  </a:lnTo>
                  <a:lnTo>
                    <a:pt x="358903" y="236041"/>
                  </a:lnTo>
                  <a:lnTo>
                    <a:pt x="359090" y="235867"/>
                  </a:lnTo>
                  <a:lnTo>
                    <a:pt x="359277" y="235759"/>
                  </a:lnTo>
                  <a:lnTo>
                    <a:pt x="359464" y="235651"/>
                  </a:lnTo>
                  <a:lnTo>
                    <a:pt x="359651" y="235556"/>
                  </a:lnTo>
                  <a:lnTo>
                    <a:pt x="359838" y="235501"/>
                  </a:lnTo>
                  <a:lnTo>
                    <a:pt x="360025" y="235556"/>
                  </a:lnTo>
                  <a:lnTo>
                    <a:pt x="360211" y="235552"/>
                  </a:lnTo>
                  <a:lnTo>
                    <a:pt x="360398" y="235568"/>
                  </a:lnTo>
                  <a:lnTo>
                    <a:pt x="360585" y="235635"/>
                  </a:lnTo>
                  <a:lnTo>
                    <a:pt x="360772" y="235811"/>
                  </a:lnTo>
                  <a:lnTo>
                    <a:pt x="360959" y="236023"/>
                  </a:lnTo>
                  <a:lnTo>
                    <a:pt x="361146" y="236235"/>
                  </a:lnTo>
                  <a:lnTo>
                    <a:pt x="361333" y="236166"/>
                  </a:lnTo>
                  <a:lnTo>
                    <a:pt x="361520" y="236026"/>
                  </a:lnTo>
                  <a:lnTo>
                    <a:pt x="361707" y="235943"/>
                  </a:lnTo>
                  <a:lnTo>
                    <a:pt x="361894" y="235781"/>
                  </a:lnTo>
                  <a:lnTo>
                    <a:pt x="362081" y="235466"/>
                  </a:lnTo>
                  <a:lnTo>
                    <a:pt x="362268" y="235150"/>
                  </a:lnTo>
                  <a:lnTo>
                    <a:pt x="362455" y="234834"/>
                  </a:lnTo>
                  <a:lnTo>
                    <a:pt x="362641" y="234372"/>
                  </a:lnTo>
                  <a:lnTo>
                    <a:pt x="362828" y="233976"/>
                  </a:lnTo>
                  <a:lnTo>
                    <a:pt x="363015" y="233567"/>
                  </a:lnTo>
                  <a:lnTo>
                    <a:pt x="363202" y="232899"/>
                  </a:lnTo>
                  <a:lnTo>
                    <a:pt x="363389" y="232117"/>
                  </a:lnTo>
                  <a:lnTo>
                    <a:pt x="363576" y="230826"/>
                  </a:lnTo>
                  <a:lnTo>
                    <a:pt x="363763" y="229601"/>
                  </a:lnTo>
                  <a:lnTo>
                    <a:pt x="363950" y="228272"/>
                  </a:lnTo>
                  <a:lnTo>
                    <a:pt x="364137" y="227224"/>
                  </a:lnTo>
                  <a:lnTo>
                    <a:pt x="364324" y="226219"/>
                  </a:lnTo>
                  <a:lnTo>
                    <a:pt x="364511" y="225020"/>
                  </a:lnTo>
                  <a:lnTo>
                    <a:pt x="364698" y="223956"/>
                  </a:lnTo>
                  <a:lnTo>
                    <a:pt x="364884" y="223205"/>
                  </a:lnTo>
                  <a:lnTo>
                    <a:pt x="365071" y="222415"/>
                  </a:lnTo>
                  <a:lnTo>
                    <a:pt x="365258" y="221840"/>
                  </a:lnTo>
                  <a:lnTo>
                    <a:pt x="365445" y="221490"/>
                  </a:lnTo>
                  <a:lnTo>
                    <a:pt x="365632" y="221388"/>
                  </a:lnTo>
                  <a:lnTo>
                    <a:pt x="365819" y="221356"/>
                  </a:lnTo>
                  <a:lnTo>
                    <a:pt x="366006" y="221932"/>
                  </a:lnTo>
                  <a:lnTo>
                    <a:pt x="366193" y="223043"/>
                  </a:lnTo>
                  <a:lnTo>
                    <a:pt x="366380" y="224751"/>
                  </a:lnTo>
                  <a:lnTo>
                    <a:pt x="366567" y="226090"/>
                  </a:lnTo>
                  <a:lnTo>
                    <a:pt x="366754" y="227335"/>
                  </a:lnTo>
                  <a:lnTo>
                    <a:pt x="366941" y="228764"/>
                  </a:lnTo>
                  <a:lnTo>
                    <a:pt x="367128" y="230395"/>
                  </a:lnTo>
                  <a:lnTo>
                    <a:pt x="367314" y="232293"/>
                  </a:lnTo>
                  <a:lnTo>
                    <a:pt x="367501" y="234128"/>
                  </a:lnTo>
                  <a:lnTo>
                    <a:pt x="367688" y="235945"/>
                  </a:lnTo>
                  <a:lnTo>
                    <a:pt x="367875" y="237837"/>
                  </a:lnTo>
                  <a:lnTo>
                    <a:pt x="368062" y="239727"/>
                  </a:lnTo>
                  <a:lnTo>
                    <a:pt x="368249" y="241748"/>
                  </a:lnTo>
                  <a:lnTo>
                    <a:pt x="368436" y="243829"/>
                  </a:lnTo>
                  <a:lnTo>
                    <a:pt x="368623" y="245972"/>
                  </a:lnTo>
                  <a:lnTo>
                    <a:pt x="368810" y="247772"/>
                  </a:lnTo>
                  <a:lnTo>
                    <a:pt x="368997" y="249458"/>
                  </a:lnTo>
                  <a:lnTo>
                    <a:pt x="369184" y="251049"/>
                  </a:lnTo>
                  <a:lnTo>
                    <a:pt x="369371" y="252752"/>
                  </a:lnTo>
                  <a:lnTo>
                    <a:pt x="369558" y="254510"/>
                  </a:lnTo>
                  <a:lnTo>
                    <a:pt x="369744" y="256327"/>
                  </a:lnTo>
                  <a:lnTo>
                    <a:pt x="369931" y="258027"/>
                  </a:lnTo>
                  <a:lnTo>
                    <a:pt x="370118" y="259884"/>
                  </a:lnTo>
                  <a:lnTo>
                    <a:pt x="370305" y="261718"/>
                  </a:lnTo>
                  <a:lnTo>
                    <a:pt x="370492" y="263463"/>
                  </a:lnTo>
                  <a:lnTo>
                    <a:pt x="370679" y="265299"/>
                  </a:lnTo>
                  <a:lnTo>
                    <a:pt x="370866" y="266965"/>
                  </a:lnTo>
                  <a:lnTo>
                    <a:pt x="371053" y="268475"/>
                  </a:lnTo>
                  <a:lnTo>
                    <a:pt x="371240" y="269626"/>
                  </a:lnTo>
                  <a:lnTo>
                    <a:pt x="371427" y="270489"/>
                  </a:lnTo>
                  <a:lnTo>
                    <a:pt x="371614" y="271393"/>
                  </a:lnTo>
                  <a:lnTo>
                    <a:pt x="371801" y="272313"/>
                  </a:lnTo>
                  <a:lnTo>
                    <a:pt x="371987" y="273162"/>
                  </a:lnTo>
                  <a:lnTo>
                    <a:pt x="372174" y="274413"/>
                  </a:lnTo>
                  <a:lnTo>
                    <a:pt x="372361" y="275502"/>
                  </a:lnTo>
                  <a:lnTo>
                    <a:pt x="372548" y="276558"/>
                  </a:lnTo>
                  <a:lnTo>
                    <a:pt x="372735" y="277500"/>
                  </a:lnTo>
                  <a:lnTo>
                    <a:pt x="372922" y="278015"/>
                  </a:lnTo>
                  <a:lnTo>
                    <a:pt x="373109" y="278300"/>
                  </a:lnTo>
                  <a:lnTo>
                    <a:pt x="373296" y="278505"/>
                  </a:lnTo>
                  <a:lnTo>
                    <a:pt x="373483" y="278974"/>
                  </a:lnTo>
                  <a:lnTo>
                    <a:pt x="373670" y="279359"/>
                  </a:lnTo>
                  <a:lnTo>
                    <a:pt x="373857" y="279817"/>
                  </a:lnTo>
                  <a:lnTo>
                    <a:pt x="374044" y="280401"/>
                  </a:lnTo>
                  <a:lnTo>
                    <a:pt x="374231" y="281068"/>
                  </a:lnTo>
                  <a:lnTo>
                    <a:pt x="374417" y="281780"/>
                  </a:lnTo>
                  <a:lnTo>
                    <a:pt x="374604" y="282428"/>
                  </a:lnTo>
                  <a:lnTo>
                    <a:pt x="374791" y="282986"/>
                  </a:lnTo>
                  <a:lnTo>
                    <a:pt x="374978" y="283500"/>
                  </a:lnTo>
                  <a:lnTo>
                    <a:pt x="375165" y="284176"/>
                  </a:lnTo>
                  <a:lnTo>
                    <a:pt x="375352" y="285021"/>
                  </a:lnTo>
                  <a:lnTo>
                    <a:pt x="375539" y="285839"/>
                  </a:lnTo>
                  <a:lnTo>
                    <a:pt x="375726" y="286673"/>
                  </a:lnTo>
                  <a:lnTo>
                    <a:pt x="375913" y="287513"/>
                  </a:lnTo>
                  <a:lnTo>
                    <a:pt x="376100" y="288546"/>
                  </a:lnTo>
                  <a:lnTo>
                    <a:pt x="376287" y="289559"/>
                  </a:lnTo>
                  <a:lnTo>
                    <a:pt x="376474" y="290648"/>
                  </a:lnTo>
                  <a:lnTo>
                    <a:pt x="376660" y="291743"/>
                  </a:lnTo>
                  <a:lnTo>
                    <a:pt x="376847" y="292737"/>
                  </a:lnTo>
                  <a:lnTo>
                    <a:pt x="377034" y="293800"/>
                  </a:lnTo>
                  <a:lnTo>
                    <a:pt x="377221" y="294799"/>
                  </a:lnTo>
                  <a:lnTo>
                    <a:pt x="377408" y="295784"/>
                  </a:lnTo>
                  <a:lnTo>
                    <a:pt x="377595" y="296777"/>
                  </a:lnTo>
                  <a:lnTo>
                    <a:pt x="377782" y="297753"/>
                  </a:lnTo>
                  <a:lnTo>
                    <a:pt x="377969" y="298637"/>
                  </a:lnTo>
                  <a:lnTo>
                    <a:pt x="378156" y="299516"/>
                  </a:lnTo>
                  <a:lnTo>
                    <a:pt x="378343" y="300421"/>
                  </a:lnTo>
                  <a:lnTo>
                    <a:pt x="378530" y="301476"/>
                  </a:lnTo>
                  <a:lnTo>
                    <a:pt x="378717" y="302555"/>
                  </a:lnTo>
                  <a:lnTo>
                    <a:pt x="378904" y="303326"/>
                  </a:lnTo>
                  <a:lnTo>
                    <a:pt x="379090" y="303667"/>
                  </a:lnTo>
                  <a:lnTo>
                    <a:pt x="379277" y="303894"/>
                  </a:lnTo>
                  <a:lnTo>
                    <a:pt x="379464" y="303875"/>
                  </a:lnTo>
                  <a:lnTo>
                    <a:pt x="379651" y="304250"/>
                  </a:lnTo>
                  <a:lnTo>
                    <a:pt x="379838" y="304792"/>
                  </a:lnTo>
                  <a:lnTo>
                    <a:pt x="380025" y="305388"/>
                  </a:lnTo>
                  <a:lnTo>
                    <a:pt x="380212" y="306201"/>
                  </a:lnTo>
                  <a:lnTo>
                    <a:pt x="380399" y="307034"/>
                  </a:lnTo>
                  <a:lnTo>
                    <a:pt x="380586" y="307796"/>
                  </a:lnTo>
                  <a:lnTo>
                    <a:pt x="380773" y="308667"/>
                  </a:lnTo>
                  <a:lnTo>
                    <a:pt x="380960" y="309429"/>
                  </a:lnTo>
                  <a:lnTo>
                    <a:pt x="381147" y="309983"/>
                  </a:lnTo>
                  <a:lnTo>
                    <a:pt x="381334" y="309992"/>
                  </a:lnTo>
                  <a:lnTo>
                    <a:pt x="381520" y="309518"/>
                  </a:lnTo>
                  <a:lnTo>
                    <a:pt x="381707" y="308993"/>
                  </a:lnTo>
                  <a:lnTo>
                    <a:pt x="381894" y="308595"/>
                  </a:lnTo>
                  <a:lnTo>
                    <a:pt x="382081" y="308220"/>
                  </a:lnTo>
                  <a:lnTo>
                    <a:pt x="382268" y="307988"/>
                  </a:lnTo>
                  <a:lnTo>
                    <a:pt x="382455" y="307828"/>
                  </a:lnTo>
                  <a:lnTo>
                    <a:pt x="382642" y="307742"/>
                  </a:lnTo>
                  <a:lnTo>
                    <a:pt x="382829" y="307551"/>
                  </a:lnTo>
                  <a:lnTo>
                    <a:pt x="383016" y="307363"/>
                  </a:lnTo>
                  <a:lnTo>
                    <a:pt x="383203" y="307175"/>
                  </a:lnTo>
                  <a:lnTo>
                    <a:pt x="383390" y="306980"/>
                  </a:lnTo>
                  <a:lnTo>
                    <a:pt x="383577" y="306713"/>
                  </a:lnTo>
                  <a:lnTo>
                    <a:pt x="383763" y="306529"/>
                  </a:lnTo>
                  <a:lnTo>
                    <a:pt x="383950" y="306347"/>
                  </a:lnTo>
                  <a:lnTo>
                    <a:pt x="384137" y="306352"/>
                  </a:lnTo>
                  <a:lnTo>
                    <a:pt x="384324" y="306386"/>
                  </a:lnTo>
                  <a:lnTo>
                    <a:pt x="384511" y="306243"/>
                  </a:lnTo>
                  <a:lnTo>
                    <a:pt x="384698" y="305957"/>
                  </a:lnTo>
                  <a:lnTo>
                    <a:pt x="384885" y="305720"/>
                  </a:lnTo>
                  <a:lnTo>
                    <a:pt x="385072" y="305390"/>
                  </a:lnTo>
                  <a:lnTo>
                    <a:pt x="385259" y="305014"/>
                  </a:lnTo>
                  <a:lnTo>
                    <a:pt x="385446" y="304486"/>
                  </a:lnTo>
                  <a:lnTo>
                    <a:pt x="385633" y="304127"/>
                  </a:lnTo>
                  <a:lnTo>
                    <a:pt x="385820" y="303810"/>
                  </a:lnTo>
                  <a:lnTo>
                    <a:pt x="386007" y="303493"/>
                  </a:lnTo>
                  <a:lnTo>
                    <a:pt x="386193" y="303010"/>
                  </a:lnTo>
                  <a:lnTo>
                    <a:pt x="386380" y="302391"/>
                  </a:lnTo>
                  <a:lnTo>
                    <a:pt x="386567" y="301721"/>
                  </a:lnTo>
                  <a:lnTo>
                    <a:pt x="386754" y="301002"/>
                  </a:lnTo>
                  <a:lnTo>
                    <a:pt x="386941" y="300110"/>
                  </a:lnTo>
                  <a:lnTo>
                    <a:pt x="387128" y="299180"/>
                  </a:lnTo>
                  <a:lnTo>
                    <a:pt x="387315" y="298097"/>
                  </a:lnTo>
                  <a:lnTo>
                    <a:pt x="387502" y="296993"/>
                  </a:lnTo>
                  <a:lnTo>
                    <a:pt x="387689" y="296181"/>
                  </a:lnTo>
                  <a:lnTo>
                    <a:pt x="387876" y="295628"/>
                  </a:lnTo>
                  <a:lnTo>
                    <a:pt x="388063" y="295080"/>
                  </a:lnTo>
                  <a:lnTo>
                    <a:pt x="388250" y="294879"/>
                  </a:lnTo>
                  <a:lnTo>
                    <a:pt x="388436" y="294754"/>
                  </a:lnTo>
                  <a:lnTo>
                    <a:pt x="388623" y="294629"/>
                  </a:lnTo>
                  <a:lnTo>
                    <a:pt x="388810" y="294504"/>
                  </a:lnTo>
                  <a:lnTo>
                    <a:pt x="388997" y="294432"/>
                  </a:lnTo>
                  <a:lnTo>
                    <a:pt x="389184" y="294590"/>
                  </a:lnTo>
                  <a:lnTo>
                    <a:pt x="389371" y="294608"/>
                  </a:lnTo>
                  <a:lnTo>
                    <a:pt x="389558" y="294574"/>
                  </a:lnTo>
                  <a:lnTo>
                    <a:pt x="389745" y="294666"/>
                  </a:lnTo>
                  <a:lnTo>
                    <a:pt x="389932" y="294684"/>
                  </a:lnTo>
                  <a:lnTo>
                    <a:pt x="390119" y="294728"/>
                  </a:lnTo>
                  <a:lnTo>
                    <a:pt x="390306" y="294736"/>
                  </a:lnTo>
                  <a:lnTo>
                    <a:pt x="390493" y="294322"/>
                  </a:lnTo>
                  <a:lnTo>
                    <a:pt x="390680" y="293759"/>
                  </a:lnTo>
                  <a:lnTo>
                    <a:pt x="390866" y="292897"/>
                  </a:lnTo>
                  <a:lnTo>
                    <a:pt x="391053" y="291733"/>
                  </a:lnTo>
                  <a:lnTo>
                    <a:pt x="391240" y="290677"/>
                  </a:lnTo>
                  <a:lnTo>
                    <a:pt x="391427" y="289622"/>
                  </a:lnTo>
                  <a:lnTo>
                    <a:pt x="391614" y="288566"/>
                  </a:lnTo>
                  <a:lnTo>
                    <a:pt x="391801" y="287511"/>
                  </a:lnTo>
                  <a:lnTo>
                    <a:pt x="391988" y="286306"/>
                  </a:lnTo>
                  <a:lnTo>
                    <a:pt x="392175" y="285233"/>
                  </a:lnTo>
                  <a:lnTo>
                    <a:pt x="392362" y="284230"/>
                  </a:lnTo>
                  <a:lnTo>
                    <a:pt x="392549" y="282752"/>
                  </a:lnTo>
                  <a:lnTo>
                    <a:pt x="392736" y="281386"/>
                  </a:lnTo>
                  <a:lnTo>
                    <a:pt x="392923" y="279792"/>
                  </a:lnTo>
                  <a:lnTo>
                    <a:pt x="393110" y="278226"/>
                  </a:lnTo>
                  <a:lnTo>
                    <a:pt x="393296" y="276983"/>
                  </a:lnTo>
                  <a:lnTo>
                    <a:pt x="393483" y="275747"/>
                  </a:lnTo>
                  <a:lnTo>
                    <a:pt x="393670" y="274775"/>
                  </a:lnTo>
                  <a:lnTo>
                    <a:pt x="393857" y="273882"/>
                  </a:lnTo>
                  <a:lnTo>
                    <a:pt x="394044" y="272988"/>
                  </a:lnTo>
                  <a:lnTo>
                    <a:pt x="394231" y="272095"/>
                  </a:lnTo>
                  <a:lnTo>
                    <a:pt x="394418" y="271202"/>
                  </a:lnTo>
                  <a:lnTo>
                    <a:pt x="394605" y="270453"/>
                  </a:lnTo>
                  <a:lnTo>
                    <a:pt x="394792" y="269733"/>
                  </a:lnTo>
                  <a:lnTo>
                    <a:pt x="394979" y="269129"/>
                  </a:lnTo>
                  <a:lnTo>
                    <a:pt x="395166" y="268693"/>
                  </a:lnTo>
                  <a:lnTo>
                    <a:pt x="395353" y="268350"/>
                  </a:lnTo>
                  <a:lnTo>
                    <a:pt x="395539" y="267942"/>
                  </a:lnTo>
                  <a:lnTo>
                    <a:pt x="395726" y="267862"/>
                  </a:lnTo>
                  <a:lnTo>
                    <a:pt x="395913" y="267826"/>
                  </a:lnTo>
                  <a:lnTo>
                    <a:pt x="396100" y="267775"/>
                  </a:lnTo>
                  <a:lnTo>
                    <a:pt x="396287" y="267595"/>
                  </a:lnTo>
                  <a:lnTo>
                    <a:pt x="396474" y="267364"/>
                  </a:lnTo>
                  <a:lnTo>
                    <a:pt x="396661" y="266967"/>
                  </a:lnTo>
                  <a:lnTo>
                    <a:pt x="396848" y="266498"/>
                  </a:lnTo>
                  <a:lnTo>
                    <a:pt x="397035" y="265899"/>
                  </a:lnTo>
                  <a:lnTo>
                    <a:pt x="397222" y="265286"/>
                  </a:lnTo>
                  <a:lnTo>
                    <a:pt x="397409" y="264593"/>
                  </a:lnTo>
                  <a:lnTo>
                    <a:pt x="397596" y="263945"/>
                  </a:lnTo>
                  <a:lnTo>
                    <a:pt x="397783" y="263156"/>
                  </a:lnTo>
                  <a:lnTo>
                    <a:pt x="397969" y="262476"/>
                  </a:lnTo>
                  <a:lnTo>
                    <a:pt x="398156" y="261957"/>
                  </a:lnTo>
                  <a:lnTo>
                    <a:pt x="398343" y="261637"/>
                  </a:lnTo>
                  <a:lnTo>
                    <a:pt x="398530" y="261571"/>
                  </a:lnTo>
                  <a:lnTo>
                    <a:pt x="398717" y="261641"/>
                  </a:lnTo>
                  <a:lnTo>
                    <a:pt x="398904" y="261795"/>
                  </a:lnTo>
                  <a:lnTo>
                    <a:pt x="399091" y="262079"/>
                  </a:lnTo>
                  <a:lnTo>
                    <a:pt x="399278" y="262537"/>
                  </a:lnTo>
                  <a:lnTo>
                    <a:pt x="399465" y="263214"/>
                  </a:lnTo>
                  <a:lnTo>
                    <a:pt x="399652" y="263963"/>
                  </a:lnTo>
                  <a:lnTo>
                    <a:pt x="399839" y="264841"/>
                  </a:lnTo>
                  <a:lnTo>
                    <a:pt x="400026" y="265734"/>
                  </a:lnTo>
                  <a:lnTo>
                    <a:pt x="400213" y="266531"/>
                  </a:lnTo>
                  <a:lnTo>
                    <a:pt x="400399" y="267345"/>
                  </a:lnTo>
                  <a:lnTo>
                    <a:pt x="400586" y="268528"/>
                  </a:lnTo>
                  <a:lnTo>
                    <a:pt x="400773" y="269888"/>
                  </a:lnTo>
                  <a:lnTo>
                    <a:pt x="400960" y="271475"/>
                  </a:lnTo>
                  <a:lnTo>
                    <a:pt x="401147" y="272965"/>
                  </a:lnTo>
                  <a:lnTo>
                    <a:pt x="401334" y="274197"/>
                  </a:lnTo>
                  <a:lnTo>
                    <a:pt x="401521" y="275147"/>
                  </a:lnTo>
                  <a:lnTo>
                    <a:pt x="401708" y="276150"/>
                  </a:lnTo>
                  <a:lnTo>
                    <a:pt x="401895" y="277381"/>
                  </a:lnTo>
                  <a:lnTo>
                    <a:pt x="402082" y="278489"/>
                  </a:lnTo>
                  <a:lnTo>
                    <a:pt x="402269" y="279448"/>
                  </a:lnTo>
                  <a:lnTo>
                    <a:pt x="402456" y="280468"/>
                  </a:lnTo>
                  <a:lnTo>
                    <a:pt x="402642" y="281524"/>
                  </a:lnTo>
                  <a:lnTo>
                    <a:pt x="402829" y="282685"/>
                  </a:lnTo>
                  <a:lnTo>
                    <a:pt x="403016" y="283971"/>
                  </a:lnTo>
                  <a:lnTo>
                    <a:pt x="403203" y="285214"/>
                  </a:lnTo>
                  <a:lnTo>
                    <a:pt x="403390" y="286088"/>
                  </a:lnTo>
                  <a:lnTo>
                    <a:pt x="403577" y="286785"/>
                  </a:lnTo>
                  <a:lnTo>
                    <a:pt x="403764" y="287245"/>
                  </a:lnTo>
                  <a:lnTo>
                    <a:pt x="403951" y="287763"/>
                  </a:lnTo>
                  <a:lnTo>
                    <a:pt x="404138" y="288368"/>
                  </a:lnTo>
                  <a:lnTo>
                    <a:pt x="404325" y="288972"/>
                  </a:lnTo>
                  <a:lnTo>
                    <a:pt x="404512" y="289454"/>
                  </a:lnTo>
                  <a:lnTo>
                    <a:pt x="404699" y="289627"/>
                  </a:lnTo>
                  <a:lnTo>
                    <a:pt x="404886" y="289735"/>
                  </a:lnTo>
                  <a:lnTo>
                    <a:pt x="405072" y="289923"/>
                  </a:lnTo>
                  <a:lnTo>
                    <a:pt x="405259" y="290035"/>
                  </a:lnTo>
                  <a:lnTo>
                    <a:pt x="405446" y="290111"/>
                  </a:lnTo>
                  <a:lnTo>
                    <a:pt x="405633" y="290078"/>
                  </a:lnTo>
                  <a:lnTo>
                    <a:pt x="405820" y="290070"/>
                  </a:lnTo>
                  <a:lnTo>
                    <a:pt x="406007" y="289894"/>
                  </a:lnTo>
                  <a:lnTo>
                    <a:pt x="406194" y="289718"/>
                  </a:lnTo>
                  <a:lnTo>
                    <a:pt x="406381" y="289542"/>
                  </a:lnTo>
                  <a:lnTo>
                    <a:pt x="406568" y="289384"/>
                  </a:lnTo>
                  <a:lnTo>
                    <a:pt x="406755" y="289368"/>
                  </a:lnTo>
                  <a:lnTo>
                    <a:pt x="406942" y="289303"/>
                  </a:lnTo>
                  <a:lnTo>
                    <a:pt x="407129" y="289117"/>
                  </a:lnTo>
                  <a:lnTo>
                    <a:pt x="407315" y="289120"/>
                  </a:lnTo>
                  <a:lnTo>
                    <a:pt x="407502" y="289243"/>
                  </a:lnTo>
                  <a:lnTo>
                    <a:pt x="407689" y="289501"/>
                  </a:lnTo>
                  <a:lnTo>
                    <a:pt x="407876" y="289828"/>
                  </a:lnTo>
                  <a:lnTo>
                    <a:pt x="408063" y="290139"/>
                  </a:lnTo>
                  <a:lnTo>
                    <a:pt x="408250" y="290553"/>
                  </a:lnTo>
                  <a:lnTo>
                    <a:pt x="408437" y="290967"/>
                  </a:lnTo>
                  <a:lnTo>
                    <a:pt x="408624" y="291382"/>
                  </a:lnTo>
                  <a:lnTo>
                    <a:pt x="408811" y="291796"/>
                  </a:lnTo>
                  <a:lnTo>
                    <a:pt x="408998" y="292210"/>
                  </a:lnTo>
                  <a:lnTo>
                    <a:pt x="409185" y="292625"/>
                  </a:lnTo>
                  <a:lnTo>
                    <a:pt x="409372" y="293028"/>
                  </a:lnTo>
                  <a:lnTo>
                    <a:pt x="409559" y="293219"/>
                  </a:lnTo>
                  <a:lnTo>
                    <a:pt x="409745" y="293565"/>
                  </a:lnTo>
                  <a:lnTo>
                    <a:pt x="409932" y="293998"/>
                  </a:lnTo>
                  <a:lnTo>
                    <a:pt x="410119" y="294272"/>
                  </a:lnTo>
                  <a:lnTo>
                    <a:pt x="410306" y="294660"/>
                  </a:lnTo>
                  <a:lnTo>
                    <a:pt x="410493" y="294912"/>
                  </a:lnTo>
                  <a:lnTo>
                    <a:pt x="410680" y="294994"/>
                  </a:lnTo>
                  <a:lnTo>
                    <a:pt x="410867" y="294957"/>
                  </a:lnTo>
                  <a:lnTo>
                    <a:pt x="411054" y="294816"/>
                  </a:lnTo>
                  <a:lnTo>
                    <a:pt x="411241" y="294640"/>
                  </a:lnTo>
                  <a:lnTo>
                    <a:pt x="411428" y="294464"/>
                  </a:lnTo>
                  <a:lnTo>
                    <a:pt x="411615" y="294289"/>
                  </a:lnTo>
                  <a:lnTo>
                    <a:pt x="411802" y="294113"/>
                  </a:lnTo>
                  <a:lnTo>
                    <a:pt x="411989" y="293937"/>
                  </a:lnTo>
                  <a:lnTo>
                    <a:pt x="412175" y="293761"/>
                  </a:lnTo>
                  <a:lnTo>
                    <a:pt x="412362" y="293585"/>
                  </a:lnTo>
                  <a:lnTo>
                    <a:pt x="412549" y="293383"/>
                  </a:lnTo>
                  <a:lnTo>
                    <a:pt x="412736" y="293009"/>
                  </a:lnTo>
                  <a:lnTo>
                    <a:pt x="412923" y="292676"/>
                  </a:lnTo>
                  <a:lnTo>
                    <a:pt x="413110" y="292471"/>
                  </a:lnTo>
                  <a:lnTo>
                    <a:pt x="413297" y="292336"/>
                  </a:lnTo>
                  <a:lnTo>
                    <a:pt x="413484" y="292271"/>
                  </a:lnTo>
                  <a:lnTo>
                    <a:pt x="413671" y="292195"/>
                  </a:lnTo>
                  <a:lnTo>
                    <a:pt x="413858" y="292259"/>
                  </a:lnTo>
                  <a:lnTo>
                    <a:pt x="414045" y="292358"/>
                  </a:lnTo>
                  <a:lnTo>
                    <a:pt x="414232" y="292316"/>
                  </a:lnTo>
                  <a:lnTo>
                    <a:pt x="414418" y="292143"/>
                  </a:lnTo>
                  <a:lnTo>
                    <a:pt x="414605" y="291811"/>
                  </a:lnTo>
                  <a:lnTo>
                    <a:pt x="414792" y="291286"/>
                  </a:lnTo>
                  <a:lnTo>
                    <a:pt x="414979" y="290681"/>
                  </a:lnTo>
                  <a:lnTo>
                    <a:pt x="415166" y="290207"/>
                  </a:lnTo>
                  <a:lnTo>
                    <a:pt x="415353" y="289709"/>
                  </a:lnTo>
                  <a:lnTo>
                    <a:pt x="415540" y="289203"/>
                  </a:lnTo>
                  <a:lnTo>
                    <a:pt x="415727" y="288515"/>
                  </a:lnTo>
                  <a:lnTo>
                    <a:pt x="415914" y="287684"/>
                  </a:lnTo>
                  <a:lnTo>
                    <a:pt x="416101" y="286731"/>
                  </a:lnTo>
                  <a:lnTo>
                    <a:pt x="416288" y="285633"/>
                  </a:lnTo>
                  <a:lnTo>
                    <a:pt x="416475" y="284836"/>
                  </a:lnTo>
                  <a:lnTo>
                    <a:pt x="416662" y="283955"/>
                  </a:lnTo>
                  <a:lnTo>
                    <a:pt x="416848" y="283198"/>
                  </a:lnTo>
                  <a:lnTo>
                    <a:pt x="417035" y="282555"/>
                  </a:lnTo>
                  <a:lnTo>
                    <a:pt x="417222" y="281971"/>
                  </a:lnTo>
                  <a:lnTo>
                    <a:pt x="417409" y="281423"/>
                  </a:lnTo>
                  <a:lnTo>
                    <a:pt x="417596" y="281060"/>
                  </a:lnTo>
                  <a:lnTo>
                    <a:pt x="417783" y="280694"/>
                  </a:lnTo>
                  <a:lnTo>
                    <a:pt x="417970" y="280404"/>
                  </a:lnTo>
                  <a:lnTo>
                    <a:pt x="418157" y="280080"/>
                  </a:lnTo>
                  <a:lnTo>
                    <a:pt x="418344" y="279616"/>
                  </a:lnTo>
                  <a:lnTo>
                    <a:pt x="418531" y="279308"/>
                  </a:lnTo>
                  <a:lnTo>
                    <a:pt x="418718" y="279200"/>
                  </a:lnTo>
                  <a:lnTo>
                    <a:pt x="418905" y="279381"/>
                  </a:lnTo>
                  <a:lnTo>
                    <a:pt x="419092" y="279729"/>
                  </a:lnTo>
                  <a:lnTo>
                    <a:pt x="419278" y="279835"/>
                  </a:lnTo>
                  <a:lnTo>
                    <a:pt x="419465" y="279896"/>
                  </a:lnTo>
                  <a:lnTo>
                    <a:pt x="419652" y="279747"/>
                  </a:lnTo>
                  <a:lnTo>
                    <a:pt x="419839" y="279599"/>
                  </a:lnTo>
                  <a:lnTo>
                    <a:pt x="420026" y="279509"/>
                  </a:lnTo>
                  <a:lnTo>
                    <a:pt x="420213" y="279681"/>
                  </a:lnTo>
                  <a:lnTo>
                    <a:pt x="420400" y="279967"/>
                  </a:lnTo>
                  <a:lnTo>
                    <a:pt x="420587" y="280374"/>
                  </a:lnTo>
                  <a:lnTo>
                    <a:pt x="420774" y="280780"/>
                  </a:lnTo>
                  <a:lnTo>
                    <a:pt x="420961" y="281291"/>
                  </a:lnTo>
                  <a:lnTo>
                    <a:pt x="421148" y="281863"/>
                  </a:lnTo>
                  <a:lnTo>
                    <a:pt x="421335" y="282433"/>
                  </a:lnTo>
                  <a:lnTo>
                    <a:pt x="421521" y="282818"/>
                  </a:lnTo>
                  <a:lnTo>
                    <a:pt x="421708" y="283150"/>
                  </a:lnTo>
                  <a:lnTo>
                    <a:pt x="421895" y="283551"/>
                  </a:lnTo>
                  <a:lnTo>
                    <a:pt x="422082" y="284016"/>
                  </a:lnTo>
                  <a:lnTo>
                    <a:pt x="422269" y="284593"/>
                  </a:lnTo>
                  <a:lnTo>
                    <a:pt x="422456" y="285348"/>
                  </a:lnTo>
                  <a:lnTo>
                    <a:pt x="422643" y="286052"/>
                  </a:lnTo>
                  <a:lnTo>
                    <a:pt x="422830" y="286922"/>
                  </a:lnTo>
                  <a:lnTo>
                    <a:pt x="423017" y="287625"/>
                  </a:lnTo>
                  <a:lnTo>
                    <a:pt x="423204" y="288329"/>
                  </a:lnTo>
                  <a:lnTo>
                    <a:pt x="423391" y="289025"/>
                  </a:lnTo>
                  <a:lnTo>
                    <a:pt x="423578" y="289775"/>
                  </a:lnTo>
                  <a:lnTo>
                    <a:pt x="423765" y="290622"/>
                  </a:lnTo>
                  <a:lnTo>
                    <a:pt x="423951" y="291241"/>
                  </a:lnTo>
                  <a:lnTo>
                    <a:pt x="424138" y="291867"/>
                  </a:lnTo>
                  <a:lnTo>
                    <a:pt x="424325" y="292549"/>
                  </a:lnTo>
                  <a:lnTo>
                    <a:pt x="424512" y="292996"/>
                  </a:lnTo>
                  <a:lnTo>
                    <a:pt x="424699" y="293505"/>
                  </a:lnTo>
                  <a:lnTo>
                    <a:pt x="424886" y="294108"/>
                  </a:lnTo>
                  <a:lnTo>
                    <a:pt x="425073" y="294732"/>
                  </a:lnTo>
                  <a:lnTo>
                    <a:pt x="425260" y="295244"/>
                  </a:lnTo>
                  <a:lnTo>
                    <a:pt x="425447" y="295703"/>
                  </a:lnTo>
                  <a:lnTo>
                    <a:pt x="425634" y="296049"/>
                  </a:lnTo>
                  <a:lnTo>
                    <a:pt x="425821" y="296394"/>
                  </a:lnTo>
                  <a:lnTo>
                    <a:pt x="426008" y="296740"/>
                  </a:lnTo>
                  <a:lnTo>
                    <a:pt x="426194" y="297086"/>
                  </a:lnTo>
                  <a:lnTo>
                    <a:pt x="426381" y="297288"/>
                  </a:lnTo>
                  <a:lnTo>
                    <a:pt x="426568" y="297225"/>
                  </a:lnTo>
                  <a:lnTo>
                    <a:pt x="426755" y="297466"/>
                  </a:lnTo>
                  <a:lnTo>
                    <a:pt x="426942" y="297793"/>
                  </a:lnTo>
                  <a:lnTo>
                    <a:pt x="427129" y="297838"/>
                  </a:lnTo>
                  <a:lnTo>
                    <a:pt x="427316" y="297854"/>
                  </a:lnTo>
                  <a:lnTo>
                    <a:pt x="427503" y="297913"/>
                  </a:lnTo>
                  <a:lnTo>
                    <a:pt x="427690" y="297891"/>
                  </a:lnTo>
                  <a:lnTo>
                    <a:pt x="427877" y="298111"/>
                  </a:lnTo>
                  <a:lnTo>
                    <a:pt x="428064" y="298333"/>
                  </a:lnTo>
                  <a:lnTo>
                    <a:pt x="428251" y="298671"/>
                  </a:lnTo>
                  <a:lnTo>
                    <a:pt x="428438" y="299138"/>
                  </a:lnTo>
                  <a:lnTo>
                    <a:pt x="428624" y="299649"/>
                  </a:lnTo>
                  <a:lnTo>
                    <a:pt x="428811" y="300055"/>
                  </a:lnTo>
                  <a:lnTo>
                    <a:pt x="428998" y="300681"/>
                  </a:lnTo>
                  <a:lnTo>
                    <a:pt x="429185" y="301370"/>
                  </a:lnTo>
                  <a:lnTo>
                    <a:pt x="429372" y="302123"/>
                  </a:lnTo>
                  <a:lnTo>
                    <a:pt x="429559" y="302826"/>
                  </a:lnTo>
                  <a:lnTo>
                    <a:pt x="429746" y="303505"/>
                  </a:lnTo>
                  <a:lnTo>
                    <a:pt x="429933" y="304519"/>
                  </a:lnTo>
                  <a:lnTo>
                    <a:pt x="430120" y="305467"/>
                  </a:lnTo>
                  <a:lnTo>
                    <a:pt x="430307" y="306532"/>
                  </a:lnTo>
                  <a:lnTo>
                    <a:pt x="430494" y="307583"/>
                  </a:lnTo>
                  <a:lnTo>
                    <a:pt x="430681" y="308428"/>
                  </a:lnTo>
                  <a:lnTo>
                    <a:pt x="430868" y="309226"/>
                  </a:lnTo>
                  <a:lnTo>
                    <a:pt x="431054" y="309947"/>
                  </a:lnTo>
                  <a:lnTo>
                    <a:pt x="431241" y="310515"/>
                  </a:lnTo>
                  <a:lnTo>
                    <a:pt x="431428" y="311156"/>
                  </a:lnTo>
                  <a:lnTo>
                    <a:pt x="431615" y="311706"/>
                  </a:lnTo>
                  <a:lnTo>
                    <a:pt x="431802" y="312218"/>
                  </a:lnTo>
                  <a:lnTo>
                    <a:pt x="431989" y="312571"/>
                  </a:lnTo>
                  <a:lnTo>
                    <a:pt x="432176" y="312966"/>
                  </a:lnTo>
                  <a:lnTo>
                    <a:pt x="432363" y="313197"/>
                  </a:lnTo>
                  <a:lnTo>
                    <a:pt x="432550" y="313155"/>
                  </a:lnTo>
                  <a:lnTo>
                    <a:pt x="432737" y="312847"/>
                  </a:lnTo>
                  <a:lnTo>
                    <a:pt x="432924" y="312594"/>
                  </a:lnTo>
                  <a:lnTo>
                    <a:pt x="433111" y="312158"/>
                  </a:lnTo>
                  <a:lnTo>
                    <a:pt x="433297" y="311577"/>
                  </a:lnTo>
                  <a:lnTo>
                    <a:pt x="433484" y="311027"/>
                  </a:lnTo>
                  <a:lnTo>
                    <a:pt x="433671" y="310606"/>
                  </a:lnTo>
                  <a:lnTo>
                    <a:pt x="433858" y="310337"/>
                  </a:lnTo>
                  <a:lnTo>
                    <a:pt x="434045" y="310238"/>
                  </a:lnTo>
                  <a:lnTo>
                    <a:pt x="434232" y="310207"/>
                  </a:lnTo>
                  <a:lnTo>
                    <a:pt x="434419" y="310363"/>
                  </a:lnTo>
                  <a:lnTo>
                    <a:pt x="434606" y="310690"/>
                  </a:lnTo>
                  <a:lnTo>
                    <a:pt x="434793" y="311056"/>
                  </a:lnTo>
                  <a:lnTo>
                    <a:pt x="434980" y="311601"/>
                  </a:lnTo>
                  <a:lnTo>
                    <a:pt x="435167" y="312284"/>
                  </a:lnTo>
                  <a:lnTo>
                    <a:pt x="435354" y="313088"/>
                  </a:lnTo>
                  <a:lnTo>
                    <a:pt x="435541" y="313880"/>
                  </a:lnTo>
                  <a:lnTo>
                    <a:pt x="435727" y="314326"/>
                  </a:lnTo>
                  <a:lnTo>
                    <a:pt x="435914" y="314434"/>
                  </a:lnTo>
                  <a:lnTo>
                    <a:pt x="436101" y="314699"/>
                  </a:lnTo>
                  <a:lnTo>
                    <a:pt x="436288" y="314751"/>
                  </a:lnTo>
                  <a:lnTo>
                    <a:pt x="436475" y="314644"/>
                  </a:lnTo>
                  <a:lnTo>
                    <a:pt x="436662" y="314484"/>
                  </a:lnTo>
                  <a:lnTo>
                    <a:pt x="436849" y="314094"/>
                  </a:lnTo>
                  <a:lnTo>
                    <a:pt x="437036" y="313564"/>
                  </a:lnTo>
                  <a:lnTo>
                    <a:pt x="437223" y="312851"/>
                  </a:lnTo>
                  <a:lnTo>
                    <a:pt x="437410" y="311934"/>
                  </a:lnTo>
                  <a:lnTo>
                    <a:pt x="437597" y="311062"/>
                  </a:lnTo>
                  <a:lnTo>
                    <a:pt x="437784" y="309976"/>
                  </a:lnTo>
                  <a:lnTo>
                    <a:pt x="437971" y="308836"/>
                  </a:lnTo>
                  <a:lnTo>
                    <a:pt x="438157" y="307530"/>
                  </a:lnTo>
                  <a:lnTo>
                    <a:pt x="438344" y="306205"/>
                  </a:lnTo>
                  <a:lnTo>
                    <a:pt x="438531" y="304985"/>
                  </a:lnTo>
                  <a:lnTo>
                    <a:pt x="438718" y="304194"/>
                  </a:lnTo>
                  <a:lnTo>
                    <a:pt x="438905" y="303504"/>
                  </a:lnTo>
                  <a:lnTo>
                    <a:pt x="439092" y="302768"/>
                  </a:lnTo>
                  <a:lnTo>
                    <a:pt x="439279" y="301849"/>
                  </a:lnTo>
                  <a:lnTo>
                    <a:pt x="439466" y="300890"/>
                  </a:lnTo>
                  <a:lnTo>
                    <a:pt x="439653" y="299822"/>
                  </a:lnTo>
                  <a:lnTo>
                    <a:pt x="439840" y="298826"/>
                  </a:lnTo>
                  <a:lnTo>
                    <a:pt x="440027" y="297959"/>
                  </a:lnTo>
                  <a:lnTo>
                    <a:pt x="440214" y="296866"/>
                  </a:lnTo>
                  <a:lnTo>
                    <a:pt x="440400" y="295488"/>
                  </a:lnTo>
                  <a:lnTo>
                    <a:pt x="440587" y="293980"/>
                  </a:lnTo>
                  <a:lnTo>
                    <a:pt x="440774" y="292451"/>
                  </a:lnTo>
                  <a:lnTo>
                    <a:pt x="440961" y="290643"/>
                  </a:lnTo>
                  <a:lnTo>
                    <a:pt x="441148" y="288640"/>
                  </a:lnTo>
                  <a:lnTo>
                    <a:pt x="441335" y="286561"/>
                  </a:lnTo>
                  <a:lnTo>
                    <a:pt x="441522" y="284371"/>
                  </a:lnTo>
                  <a:lnTo>
                    <a:pt x="441709" y="282463"/>
                  </a:lnTo>
                  <a:lnTo>
                    <a:pt x="441896" y="280716"/>
                  </a:lnTo>
                  <a:lnTo>
                    <a:pt x="442083" y="279006"/>
                  </a:lnTo>
                  <a:lnTo>
                    <a:pt x="442270" y="277522"/>
                  </a:lnTo>
                  <a:lnTo>
                    <a:pt x="442457" y="275696"/>
                  </a:lnTo>
                  <a:lnTo>
                    <a:pt x="442644" y="274003"/>
                  </a:lnTo>
                  <a:lnTo>
                    <a:pt x="442830" y="272416"/>
                  </a:lnTo>
                  <a:lnTo>
                    <a:pt x="443017" y="270730"/>
                  </a:lnTo>
                  <a:lnTo>
                    <a:pt x="443204" y="268952"/>
                  </a:lnTo>
                  <a:lnTo>
                    <a:pt x="443391" y="267568"/>
                  </a:lnTo>
                  <a:lnTo>
                    <a:pt x="443578" y="266428"/>
                  </a:lnTo>
                  <a:lnTo>
                    <a:pt x="443765" y="265708"/>
                  </a:lnTo>
                  <a:lnTo>
                    <a:pt x="443952" y="264976"/>
                  </a:lnTo>
                  <a:lnTo>
                    <a:pt x="444139" y="264297"/>
                  </a:lnTo>
                  <a:lnTo>
                    <a:pt x="444326" y="263411"/>
                  </a:lnTo>
                  <a:lnTo>
                    <a:pt x="444513" y="262127"/>
                  </a:lnTo>
                  <a:lnTo>
                    <a:pt x="444700" y="260967"/>
                  </a:lnTo>
                  <a:lnTo>
                    <a:pt x="444887" y="259671"/>
                  </a:lnTo>
                  <a:lnTo>
                    <a:pt x="445073" y="258210"/>
                  </a:lnTo>
                  <a:lnTo>
                    <a:pt x="445260" y="257035"/>
                  </a:lnTo>
                  <a:lnTo>
                    <a:pt x="445447" y="255829"/>
                  </a:lnTo>
                  <a:lnTo>
                    <a:pt x="445634" y="254691"/>
                  </a:lnTo>
                  <a:lnTo>
                    <a:pt x="445821" y="253958"/>
                  </a:lnTo>
                  <a:lnTo>
                    <a:pt x="446008" y="253397"/>
                  </a:lnTo>
                  <a:lnTo>
                    <a:pt x="446195" y="252670"/>
                  </a:lnTo>
                  <a:lnTo>
                    <a:pt x="446382" y="251928"/>
                  </a:lnTo>
                  <a:lnTo>
                    <a:pt x="446569" y="251337"/>
                  </a:lnTo>
                  <a:lnTo>
                    <a:pt x="446756" y="250923"/>
                  </a:lnTo>
                  <a:lnTo>
                    <a:pt x="446943" y="250504"/>
                  </a:lnTo>
                  <a:lnTo>
                    <a:pt x="447130" y="250065"/>
                  </a:lnTo>
                  <a:lnTo>
                    <a:pt x="447317" y="249733"/>
                  </a:lnTo>
                  <a:lnTo>
                    <a:pt x="447503" y="249458"/>
                  </a:lnTo>
                  <a:lnTo>
                    <a:pt x="447690" y="249059"/>
                  </a:lnTo>
                  <a:lnTo>
                    <a:pt x="447877" y="248816"/>
                  </a:lnTo>
                  <a:lnTo>
                    <a:pt x="448064" y="248599"/>
                  </a:lnTo>
                  <a:lnTo>
                    <a:pt x="448251" y="248359"/>
                  </a:lnTo>
                  <a:lnTo>
                    <a:pt x="448438" y="248230"/>
                  </a:lnTo>
                  <a:lnTo>
                    <a:pt x="448625" y="248117"/>
                  </a:lnTo>
                  <a:lnTo>
                    <a:pt x="448812" y="248019"/>
                  </a:lnTo>
                  <a:lnTo>
                    <a:pt x="448999" y="248057"/>
                  </a:lnTo>
                  <a:lnTo>
                    <a:pt x="449186" y="248130"/>
                  </a:lnTo>
                  <a:lnTo>
                    <a:pt x="449373" y="248245"/>
                  </a:lnTo>
                  <a:lnTo>
                    <a:pt x="449560" y="248239"/>
                  </a:lnTo>
                  <a:lnTo>
                    <a:pt x="449747" y="248169"/>
                  </a:lnTo>
                  <a:lnTo>
                    <a:pt x="449933" y="248247"/>
                  </a:lnTo>
                  <a:lnTo>
                    <a:pt x="450120" y="248145"/>
                  </a:lnTo>
                  <a:lnTo>
                    <a:pt x="450307" y="248179"/>
                  </a:lnTo>
                  <a:lnTo>
                    <a:pt x="450494" y="248328"/>
                  </a:lnTo>
                  <a:lnTo>
                    <a:pt x="450681" y="248180"/>
                  </a:lnTo>
                  <a:lnTo>
                    <a:pt x="450868" y="247683"/>
                  </a:lnTo>
                  <a:lnTo>
                    <a:pt x="451055" y="247028"/>
                  </a:lnTo>
                  <a:lnTo>
                    <a:pt x="451242" y="246063"/>
                  </a:lnTo>
                  <a:lnTo>
                    <a:pt x="451429" y="244862"/>
                  </a:lnTo>
                  <a:lnTo>
                    <a:pt x="451616" y="244023"/>
                  </a:lnTo>
                  <a:lnTo>
                    <a:pt x="451803" y="243449"/>
                  </a:lnTo>
                  <a:lnTo>
                    <a:pt x="451990" y="243142"/>
                  </a:lnTo>
                  <a:lnTo>
                    <a:pt x="452176" y="243087"/>
                  </a:lnTo>
                  <a:lnTo>
                    <a:pt x="452363" y="243180"/>
                  </a:lnTo>
                  <a:lnTo>
                    <a:pt x="452550" y="243213"/>
                  </a:lnTo>
                  <a:lnTo>
                    <a:pt x="452737" y="243365"/>
                  </a:lnTo>
                  <a:lnTo>
                    <a:pt x="452924" y="243394"/>
                  </a:lnTo>
                  <a:lnTo>
                    <a:pt x="453111" y="243401"/>
                  </a:lnTo>
                  <a:lnTo>
                    <a:pt x="453298" y="243339"/>
                  </a:lnTo>
                  <a:lnTo>
                    <a:pt x="453485" y="243433"/>
                  </a:lnTo>
                  <a:lnTo>
                    <a:pt x="453672" y="243825"/>
                  </a:lnTo>
                  <a:lnTo>
                    <a:pt x="453859" y="244242"/>
                  </a:lnTo>
                  <a:lnTo>
                    <a:pt x="454046" y="244834"/>
                  </a:lnTo>
                  <a:lnTo>
                    <a:pt x="454233" y="245458"/>
                  </a:lnTo>
                  <a:lnTo>
                    <a:pt x="454420" y="245896"/>
                  </a:lnTo>
                  <a:lnTo>
                    <a:pt x="454606" y="245964"/>
                  </a:lnTo>
                  <a:lnTo>
                    <a:pt x="454793" y="245943"/>
                  </a:lnTo>
                  <a:lnTo>
                    <a:pt x="454980" y="245460"/>
                  </a:lnTo>
                  <a:lnTo>
                    <a:pt x="455167" y="244868"/>
                  </a:lnTo>
                  <a:lnTo>
                    <a:pt x="455354" y="244041"/>
                  </a:lnTo>
                  <a:lnTo>
                    <a:pt x="455541" y="243250"/>
                  </a:lnTo>
                  <a:lnTo>
                    <a:pt x="455728" y="242971"/>
                  </a:lnTo>
                  <a:lnTo>
                    <a:pt x="455915" y="242578"/>
                  </a:lnTo>
                  <a:lnTo>
                    <a:pt x="456102" y="242156"/>
                  </a:lnTo>
                  <a:lnTo>
                    <a:pt x="456289" y="241615"/>
                  </a:lnTo>
                  <a:lnTo>
                    <a:pt x="456476" y="240850"/>
                  </a:lnTo>
                  <a:lnTo>
                    <a:pt x="456663" y="240290"/>
                  </a:lnTo>
                  <a:lnTo>
                    <a:pt x="456850" y="239653"/>
                  </a:lnTo>
                  <a:lnTo>
                    <a:pt x="457036" y="239220"/>
                  </a:lnTo>
                  <a:lnTo>
                    <a:pt x="457223" y="238873"/>
                  </a:lnTo>
                  <a:lnTo>
                    <a:pt x="457410" y="238609"/>
                  </a:lnTo>
                  <a:lnTo>
                    <a:pt x="457597" y="238197"/>
                  </a:lnTo>
                  <a:lnTo>
                    <a:pt x="457784" y="237891"/>
                  </a:lnTo>
                  <a:lnTo>
                    <a:pt x="457971" y="237533"/>
                  </a:lnTo>
                  <a:lnTo>
                    <a:pt x="458158" y="237360"/>
                  </a:lnTo>
                  <a:lnTo>
                    <a:pt x="458345" y="237122"/>
                  </a:lnTo>
                  <a:lnTo>
                    <a:pt x="458532" y="236549"/>
                  </a:lnTo>
                  <a:lnTo>
                    <a:pt x="458719" y="235815"/>
                  </a:lnTo>
                  <a:lnTo>
                    <a:pt x="458906" y="235294"/>
                  </a:lnTo>
                  <a:lnTo>
                    <a:pt x="459093" y="235017"/>
                  </a:lnTo>
                  <a:lnTo>
                    <a:pt x="459279" y="234712"/>
                  </a:lnTo>
                  <a:lnTo>
                    <a:pt x="459466" y="234281"/>
                  </a:lnTo>
                  <a:lnTo>
                    <a:pt x="459653" y="233739"/>
                  </a:lnTo>
                  <a:lnTo>
                    <a:pt x="459840" y="233061"/>
                  </a:lnTo>
                  <a:lnTo>
                    <a:pt x="460027" y="232496"/>
                  </a:lnTo>
                  <a:lnTo>
                    <a:pt x="460214" y="232087"/>
                  </a:lnTo>
                  <a:lnTo>
                    <a:pt x="460401" y="231709"/>
                  </a:lnTo>
                  <a:lnTo>
                    <a:pt x="460588" y="231398"/>
                  </a:lnTo>
                  <a:lnTo>
                    <a:pt x="460775" y="231065"/>
                  </a:lnTo>
                  <a:lnTo>
                    <a:pt x="460962" y="230777"/>
                  </a:lnTo>
                  <a:lnTo>
                    <a:pt x="461149" y="230548"/>
                  </a:lnTo>
                  <a:lnTo>
                    <a:pt x="461336" y="230637"/>
                  </a:lnTo>
                  <a:lnTo>
                    <a:pt x="461523" y="230834"/>
                  </a:lnTo>
                  <a:lnTo>
                    <a:pt x="461709" y="231041"/>
                  </a:lnTo>
                  <a:lnTo>
                    <a:pt x="461896" y="231504"/>
                  </a:lnTo>
                  <a:lnTo>
                    <a:pt x="462083" y="231975"/>
                  </a:lnTo>
                  <a:lnTo>
                    <a:pt x="462270" y="232468"/>
                  </a:lnTo>
                  <a:lnTo>
                    <a:pt x="462457" y="232999"/>
                  </a:lnTo>
                  <a:lnTo>
                    <a:pt x="462644" y="233640"/>
                  </a:lnTo>
                  <a:lnTo>
                    <a:pt x="462831" y="234272"/>
                  </a:lnTo>
                  <a:lnTo>
                    <a:pt x="463018" y="234799"/>
                  </a:lnTo>
                  <a:lnTo>
                    <a:pt x="463205" y="235415"/>
                  </a:lnTo>
                  <a:lnTo>
                    <a:pt x="463392" y="235983"/>
                  </a:lnTo>
                  <a:lnTo>
                    <a:pt x="463579" y="236551"/>
                  </a:lnTo>
                  <a:lnTo>
                    <a:pt x="463766" y="237210"/>
                  </a:lnTo>
                  <a:lnTo>
                    <a:pt x="463952" y="237952"/>
                  </a:lnTo>
                  <a:lnTo>
                    <a:pt x="464139" y="238548"/>
                  </a:lnTo>
                  <a:lnTo>
                    <a:pt x="464326" y="239010"/>
                  </a:lnTo>
                  <a:lnTo>
                    <a:pt x="464513" y="239788"/>
                  </a:lnTo>
                  <a:lnTo>
                    <a:pt x="464700" y="240623"/>
                  </a:lnTo>
                  <a:lnTo>
                    <a:pt x="464887" y="241356"/>
                  </a:lnTo>
                  <a:lnTo>
                    <a:pt x="465074" y="242179"/>
                  </a:lnTo>
                  <a:lnTo>
                    <a:pt x="465261" y="242985"/>
                  </a:lnTo>
                  <a:lnTo>
                    <a:pt x="465448" y="243510"/>
                  </a:lnTo>
                  <a:lnTo>
                    <a:pt x="465635" y="243992"/>
                  </a:lnTo>
                  <a:lnTo>
                    <a:pt x="465822" y="244445"/>
                  </a:lnTo>
                  <a:lnTo>
                    <a:pt x="466009" y="244651"/>
                  </a:lnTo>
                  <a:lnTo>
                    <a:pt x="466196" y="244946"/>
                  </a:lnTo>
                  <a:lnTo>
                    <a:pt x="466382" y="245046"/>
                  </a:lnTo>
                  <a:lnTo>
                    <a:pt x="466569" y="245013"/>
                  </a:lnTo>
                  <a:lnTo>
                    <a:pt x="466756" y="244821"/>
                  </a:lnTo>
                  <a:lnTo>
                    <a:pt x="466943" y="244507"/>
                  </a:lnTo>
                  <a:lnTo>
                    <a:pt x="467130" y="244200"/>
                  </a:lnTo>
                  <a:lnTo>
                    <a:pt x="467317" y="243635"/>
                  </a:lnTo>
                  <a:lnTo>
                    <a:pt x="467504" y="242942"/>
                  </a:lnTo>
                  <a:lnTo>
                    <a:pt x="467691" y="242329"/>
                  </a:lnTo>
                  <a:lnTo>
                    <a:pt x="467878" y="241898"/>
                  </a:lnTo>
                  <a:lnTo>
                    <a:pt x="468065" y="241300"/>
                  </a:lnTo>
                  <a:lnTo>
                    <a:pt x="468252" y="240772"/>
                  </a:lnTo>
                  <a:lnTo>
                    <a:pt x="468439" y="240210"/>
                  </a:lnTo>
                  <a:lnTo>
                    <a:pt x="468626" y="239842"/>
                  </a:lnTo>
                  <a:lnTo>
                    <a:pt x="468812" y="239487"/>
                  </a:lnTo>
                  <a:lnTo>
                    <a:pt x="468999" y="239329"/>
                  </a:lnTo>
                  <a:lnTo>
                    <a:pt x="469186" y="239110"/>
                  </a:lnTo>
                  <a:lnTo>
                    <a:pt x="469373" y="239119"/>
                  </a:lnTo>
                  <a:lnTo>
                    <a:pt x="469560" y="239085"/>
                  </a:lnTo>
                  <a:lnTo>
                    <a:pt x="469747" y="239182"/>
                  </a:lnTo>
                  <a:lnTo>
                    <a:pt x="469934" y="239410"/>
                  </a:lnTo>
                  <a:lnTo>
                    <a:pt x="470121" y="239843"/>
                  </a:lnTo>
                  <a:lnTo>
                    <a:pt x="470308" y="240333"/>
                  </a:lnTo>
                  <a:lnTo>
                    <a:pt x="470495" y="240896"/>
                  </a:lnTo>
                  <a:lnTo>
                    <a:pt x="470682" y="241573"/>
                  </a:lnTo>
                  <a:lnTo>
                    <a:pt x="470869" y="242122"/>
                  </a:lnTo>
                  <a:lnTo>
                    <a:pt x="471055" y="242700"/>
                  </a:lnTo>
                  <a:lnTo>
                    <a:pt x="471242" y="243160"/>
                  </a:lnTo>
                  <a:lnTo>
                    <a:pt x="471429" y="243535"/>
                  </a:lnTo>
                  <a:lnTo>
                    <a:pt x="471616" y="244011"/>
                  </a:lnTo>
                  <a:lnTo>
                    <a:pt x="471803" y="244512"/>
                  </a:lnTo>
                  <a:lnTo>
                    <a:pt x="471990" y="244802"/>
                  </a:lnTo>
                  <a:lnTo>
                    <a:pt x="472177" y="245182"/>
                  </a:lnTo>
                  <a:lnTo>
                    <a:pt x="472364" y="245256"/>
                  </a:lnTo>
                  <a:lnTo>
                    <a:pt x="472551" y="244878"/>
                  </a:lnTo>
                  <a:lnTo>
                    <a:pt x="472738" y="243699"/>
                  </a:lnTo>
                  <a:lnTo>
                    <a:pt x="472925" y="241917"/>
                  </a:lnTo>
                  <a:lnTo>
                    <a:pt x="473112" y="239969"/>
                  </a:lnTo>
                  <a:lnTo>
                    <a:pt x="473299" y="237997"/>
                  </a:lnTo>
                  <a:lnTo>
                    <a:pt x="473485" y="235884"/>
                  </a:lnTo>
                  <a:lnTo>
                    <a:pt x="473672" y="233857"/>
                  </a:lnTo>
                  <a:lnTo>
                    <a:pt x="473859" y="231899"/>
                  </a:lnTo>
                  <a:lnTo>
                    <a:pt x="474046" y="229900"/>
                  </a:lnTo>
                  <a:lnTo>
                    <a:pt x="474233" y="227797"/>
                  </a:lnTo>
                  <a:lnTo>
                    <a:pt x="474420" y="225484"/>
                  </a:lnTo>
                  <a:lnTo>
                    <a:pt x="474607" y="223062"/>
                  </a:lnTo>
                  <a:lnTo>
                    <a:pt x="474794" y="220767"/>
                  </a:lnTo>
                  <a:lnTo>
                    <a:pt x="474981" y="218348"/>
                  </a:lnTo>
                  <a:lnTo>
                    <a:pt x="475168" y="216206"/>
                  </a:lnTo>
                  <a:lnTo>
                    <a:pt x="475355" y="214309"/>
                  </a:lnTo>
                  <a:lnTo>
                    <a:pt x="475542" y="212926"/>
                  </a:lnTo>
                  <a:lnTo>
                    <a:pt x="475729" y="211805"/>
                  </a:lnTo>
                  <a:lnTo>
                    <a:pt x="475915" y="210859"/>
                  </a:lnTo>
                  <a:lnTo>
                    <a:pt x="476102" y="209901"/>
                  </a:lnTo>
                  <a:lnTo>
                    <a:pt x="476289" y="208924"/>
                  </a:lnTo>
                  <a:lnTo>
                    <a:pt x="476476" y="207911"/>
                  </a:lnTo>
                  <a:lnTo>
                    <a:pt x="476663" y="207108"/>
                  </a:lnTo>
                  <a:lnTo>
                    <a:pt x="476850" y="206092"/>
                  </a:lnTo>
                  <a:lnTo>
                    <a:pt x="477037" y="205322"/>
                  </a:lnTo>
                  <a:lnTo>
                    <a:pt x="477224" y="204826"/>
                  </a:lnTo>
                  <a:lnTo>
                    <a:pt x="477411" y="204595"/>
                  </a:lnTo>
                  <a:lnTo>
                    <a:pt x="477598" y="204696"/>
                  </a:lnTo>
                  <a:lnTo>
                    <a:pt x="477785" y="205043"/>
                  </a:lnTo>
                  <a:lnTo>
                    <a:pt x="477972" y="205419"/>
                  </a:lnTo>
                  <a:lnTo>
                    <a:pt x="478158" y="205956"/>
                  </a:lnTo>
                  <a:lnTo>
                    <a:pt x="478345" y="206791"/>
                  </a:lnTo>
                  <a:lnTo>
                    <a:pt x="478532" y="207847"/>
                  </a:lnTo>
                  <a:lnTo>
                    <a:pt x="478719" y="209081"/>
                  </a:lnTo>
                  <a:lnTo>
                    <a:pt x="478906" y="210447"/>
                  </a:lnTo>
                  <a:lnTo>
                    <a:pt x="479093" y="211589"/>
                  </a:lnTo>
                  <a:lnTo>
                    <a:pt x="479280" y="212655"/>
                  </a:lnTo>
                  <a:lnTo>
                    <a:pt x="479467" y="213789"/>
                  </a:lnTo>
                  <a:lnTo>
                    <a:pt x="479654" y="215024"/>
                  </a:lnTo>
                  <a:lnTo>
                    <a:pt x="479841" y="216663"/>
                  </a:lnTo>
                  <a:lnTo>
                    <a:pt x="480028" y="218107"/>
                  </a:lnTo>
                  <a:lnTo>
                    <a:pt x="480215" y="219274"/>
                  </a:lnTo>
                  <a:lnTo>
                    <a:pt x="480402" y="220410"/>
                  </a:lnTo>
                  <a:lnTo>
                    <a:pt x="480588" y="221386"/>
                  </a:lnTo>
                  <a:lnTo>
                    <a:pt x="480775" y="222126"/>
                  </a:lnTo>
                  <a:lnTo>
                    <a:pt x="480962" y="222622"/>
                  </a:lnTo>
                  <a:lnTo>
                    <a:pt x="481149" y="222661"/>
                  </a:lnTo>
                  <a:lnTo>
                    <a:pt x="481336" y="222757"/>
                  </a:lnTo>
                  <a:lnTo>
                    <a:pt x="481523" y="222782"/>
                  </a:lnTo>
                  <a:lnTo>
                    <a:pt x="481710" y="222882"/>
                  </a:lnTo>
                  <a:lnTo>
                    <a:pt x="481897" y="223315"/>
                  </a:lnTo>
                  <a:lnTo>
                    <a:pt x="482084" y="223417"/>
                  </a:lnTo>
                  <a:lnTo>
                    <a:pt x="482271" y="223213"/>
                  </a:lnTo>
                  <a:lnTo>
                    <a:pt x="482458" y="222663"/>
                  </a:lnTo>
                  <a:lnTo>
                    <a:pt x="482645" y="221841"/>
                  </a:lnTo>
                  <a:lnTo>
                    <a:pt x="482831" y="220636"/>
                  </a:lnTo>
                  <a:lnTo>
                    <a:pt x="483018" y="219328"/>
                  </a:lnTo>
                  <a:lnTo>
                    <a:pt x="483205" y="217555"/>
                  </a:lnTo>
                  <a:lnTo>
                    <a:pt x="483392" y="215610"/>
                  </a:lnTo>
                  <a:lnTo>
                    <a:pt x="483579" y="213485"/>
                  </a:lnTo>
                  <a:lnTo>
                    <a:pt x="483766" y="211021"/>
                  </a:lnTo>
                  <a:lnTo>
                    <a:pt x="483953" y="208282"/>
                  </a:lnTo>
                  <a:lnTo>
                    <a:pt x="484140" y="205517"/>
                  </a:lnTo>
                  <a:lnTo>
                    <a:pt x="484327" y="202805"/>
                  </a:lnTo>
                  <a:lnTo>
                    <a:pt x="484514" y="200527"/>
                  </a:lnTo>
                  <a:lnTo>
                    <a:pt x="484701" y="198667"/>
                  </a:lnTo>
                  <a:lnTo>
                    <a:pt x="484888" y="197255"/>
                  </a:lnTo>
                  <a:lnTo>
                    <a:pt x="485075" y="196060"/>
                  </a:lnTo>
                  <a:lnTo>
                    <a:pt x="485261" y="194992"/>
                  </a:lnTo>
                  <a:lnTo>
                    <a:pt x="485448" y="193988"/>
                  </a:lnTo>
                  <a:lnTo>
                    <a:pt x="485635" y="193161"/>
                  </a:lnTo>
                  <a:lnTo>
                    <a:pt x="485822" y="192426"/>
                  </a:lnTo>
                  <a:lnTo>
                    <a:pt x="486009" y="191854"/>
                  </a:lnTo>
                  <a:lnTo>
                    <a:pt x="486196" y="191149"/>
                  </a:lnTo>
                  <a:lnTo>
                    <a:pt x="486383" y="190486"/>
                  </a:lnTo>
                  <a:lnTo>
                    <a:pt x="486570" y="189800"/>
                  </a:lnTo>
                  <a:lnTo>
                    <a:pt x="486757" y="189008"/>
                  </a:lnTo>
                  <a:lnTo>
                    <a:pt x="486944" y="188348"/>
                  </a:lnTo>
                  <a:lnTo>
                    <a:pt x="487131" y="187897"/>
                  </a:lnTo>
                  <a:lnTo>
                    <a:pt x="487318" y="187367"/>
                  </a:lnTo>
                  <a:lnTo>
                    <a:pt x="487505" y="186994"/>
                  </a:lnTo>
                  <a:lnTo>
                    <a:pt x="487691" y="186593"/>
                  </a:lnTo>
                  <a:lnTo>
                    <a:pt x="487878" y="186099"/>
                  </a:lnTo>
                  <a:lnTo>
                    <a:pt x="488065" y="185798"/>
                  </a:lnTo>
                  <a:lnTo>
                    <a:pt x="488252" y="185729"/>
                  </a:lnTo>
                  <a:lnTo>
                    <a:pt x="488439" y="185727"/>
                  </a:lnTo>
                  <a:lnTo>
                    <a:pt x="488626" y="185849"/>
                  </a:lnTo>
                  <a:lnTo>
                    <a:pt x="488813" y="186066"/>
                  </a:lnTo>
                  <a:lnTo>
                    <a:pt x="489000" y="186208"/>
                  </a:lnTo>
                  <a:lnTo>
                    <a:pt x="489187" y="186288"/>
                  </a:lnTo>
                  <a:lnTo>
                    <a:pt x="489374" y="186326"/>
                  </a:lnTo>
                  <a:lnTo>
                    <a:pt x="489561" y="186383"/>
                  </a:lnTo>
                  <a:lnTo>
                    <a:pt x="489748" y="186280"/>
                  </a:lnTo>
                  <a:lnTo>
                    <a:pt x="489934" y="186003"/>
                  </a:lnTo>
                  <a:lnTo>
                    <a:pt x="490121" y="185628"/>
                  </a:lnTo>
                  <a:lnTo>
                    <a:pt x="490308" y="185291"/>
                  </a:lnTo>
                  <a:lnTo>
                    <a:pt x="490495" y="185131"/>
                  </a:lnTo>
                  <a:lnTo>
                    <a:pt x="490682" y="184909"/>
                  </a:lnTo>
                  <a:lnTo>
                    <a:pt x="490869" y="184742"/>
                  </a:lnTo>
                  <a:lnTo>
                    <a:pt x="491056" y="184438"/>
                  </a:lnTo>
                  <a:lnTo>
                    <a:pt x="491243" y="184195"/>
                  </a:lnTo>
                  <a:lnTo>
                    <a:pt x="491430" y="183910"/>
                  </a:lnTo>
                  <a:lnTo>
                    <a:pt x="491617" y="183598"/>
                  </a:lnTo>
                  <a:lnTo>
                    <a:pt x="491804" y="183380"/>
                  </a:lnTo>
                  <a:lnTo>
                    <a:pt x="491991" y="183500"/>
                  </a:lnTo>
                  <a:lnTo>
                    <a:pt x="492178" y="183507"/>
                  </a:lnTo>
                  <a:lnTo>
                    <a:pt x="492364" y="183703"/>
                  </a:lnTo>
                  <a:lnTo>
                    <a:pt x="492551" y="183989"/>
                  </a:lnTo>
                  <a:lnTo>
                    <a:pt x="492738" y="184699"/>
                  </a:lnTo>
                  <a:lnTo>
                    <a:pt x="492925" y="185399"/>
                  </a:lnTo>
                  <a:lnTo>
                    <a:pt x="493112" y="186004"/>
                  </a:lnTo>
                  <a:lnTo>
                    <a:pt x="493299" y="186669"/>
                  </a:lnTo>
                  <a:lnTo>
                    <a:pt x="493486" y="187244"/>
                  </a:lnTo>
                  <a:lnTo>
                    <a:pt x="493673" y="187958"/>
                  </a:lnTo>
                  <a:lnTo>
                    <a:pt x="493860" y="188633"/>
                  </a:lnTo>
                  <a:lnTo>
                    <a:pt x="494047" y="189230"/>
                  </a:lnTo>
                  <a:lnTo>
                    <a:pt x="494234" y="189823"/>
                  </a:lnTo>
                  <a:lnTo>
                    <a:pt x="494421" y="190145"/>
                  </a:lnTo>
                  <a:lnTo>
                    <a:pt x="494607" y="190299"/>
                  </a:lnTo>
                  <a:lnTo>
                    <a:pt x="494794" y="190307"/>
                  </a:lnTo>
                  <a:lnTo>
                    <a:pt x="494981" y="190507"/>
                  </a:lnTo>
                  <a:lnTo>
                    <a:pt x="495168" y="190530"/>
                  </a:lnTo>
                  <a:lnTo>
                    <a:pt x="495355" y="190429"/>
                  </a:lnTo>
                  <a:lnTo>
                    <a:pt x="495542" y="190099"/>
                  </a:lnTo>
                  <a:lnTo>
                    <a:pt x="495729" y="189675"/>
                  </a:lnTo>
                  <a:lnTo>
                    <a:pt x="495916" y="189393"/>
                  </a:lnTo>
                  <a:lnTo>
                    <a:pt x="496103" y="189290"/>
                  </a:lnTo>
                  <a:lnTo>
                    <a:pt x="496290" y="189083"/>
                  </a:lnTo>
                  <a:lnTo>
                    <a:pt x="496477" y="188662"/>
                  </a:lnTo>
                  <a:lnTo>
                    <a:pt x="496664" y="188394"/>
                  </a:lnTo>
                  <a:lnTo>
                    <a:pt x="496851" y="188187"/>
                  </a:lnTo>
                  <a:lnTo>
                    <a:pt x="497037" y="187997"/>
                  </a:lnTo>
                  <a:lnTo>
                    <a:pt x="497224" y="188003"/>
                  </a:lnTo>
                  <a:lnTo>
                    <a:pt x="497411" y="188192"/>
                  </a:lnTo>
                  <a:lnTo>
                    <a:pt x="497598" y="188250"/>
                  </a:lnTo>
                  <a:lnTo>
                    <a:pt x="497785" y="188326"/>
                  </a:lnTo>
                  <a:lnTo>
                    <a:pt x="497972" y="188359"/>
                  </a:lnTo>
                  <a:lnTo>
                    <a:pt x="498159" y="188546"/>
                  </a:lnTo>
                  <a:lnTo>
                    <a:pt x="498346" y="188649"/>
                  </a:lnTo>
                  <a:lnTo>
                    <a:pt x="498533" y="188809"/>
                  </a:lnTo>
                  <a:lnTo>
                    <a:pt x="498720" y="188855"/>
                  </a:lnTo>
                  <a:lnTo>
                    <a:pt x="498907" y="188775"/>
                  </a:lnTo>
                  <a:lnTo>
                    <a:pt x="499094" y="188822"/>
                  </a:lnTo>
                  <a:lnTo>
                    <a:pt x="499281" y="188774"/>
                  </a:lnTo>
                  <a:lnTo>
                    <a:pt x="499467" y="188615"/>
                  </a:lnTo>
                  <a:lnTo>
                    <a:pt x="499654" y="188324"/>
                  </a:lnTo>
                  <a:lnTo>
                    <a:pt x="499841" y="187714"/>
                  </a:lnTo>
                  <a:lnTo>
                    <a:pt x="500028" y="186923"/>
                  </a:lnTo>
                  <a:lnTo>
                    <a:pt x="500215" y="185975"/>
                  </a:lnTo>
                  <a:lnTo>
                    <a:pt x="500402" y="184855"/>
                  </a:lnTo>
                  <a:lnTo>
                    <a:pt x="500589" y="183511"/>
                  </a:lnTo>
                  <a:lnTo>
                    <a:pt x="500776" y="182158"/>
                  </a:lnTo>
                  <a:lnTo>
                    <a:pt x="500963" y="180936"/>
                  </a:lnTo>
                  <a:lnTo>
                    <a:pt x="501150" y="179939"/>
                  </a:lnTo>
                  <a:lnTo>
                    <a:pt x="501337" y="179316"/>
                  </a:lnTo>
                  <a:lnTo>
                    <a:pt x="501524" y="179012"/>
                  </a:lnTo>
                  <a:lnTo>
                    <a:pt x="501710" y="178724"/>
                  </a:lnTo>
                  <a:lnTo>
                    <a:pt x="501897" y="178317"/>
                  </a:lnTo>
                  <a:lnTo>
                    <a:pt x="502084" y="177980"/>
                  </a:lnTo>
                  <a:lnTo>
                    <a:pt x="502271" y="177649"/>
                  </a:lnTo>
                  <a:lnTo>
                    <a:pt x="502458" y="177175"/>
                  </a:lnTo>
                  <a:lnTo>
                    <a:pt x="502645" y="176878"/>
                  </a:lnTo>
                  <a:lnTo>
                    <a:pt x="502832" y="177010"/>
                  </a:lnTo>
                  <a:lnTo>
                    <a:pt x="503019" y="177306"/>
                  </a:lnTo>
                  <a:lnTo>
                    <a:pt x="503206" y="177567"/>
                  </a:lnTo>
                  <a:lnTo>
                    <a:pt x="503393" y="178051"/>
                  </a:lnTo>
                  <a:lnTo>
                    <a:pt x="503580" y="178557"/>
                  </a:lnTo>
                  <a:lnTo>
                    <a:pt x="503767" y="179054"/>
                  </a:lnTo>
                  <a:lnTo>
                    <a:pt x="503954" y="179701"/>
                  </a:lnTo>
                  <a:lnTo>
                    <a:pt x="504140" y="180588"/>
                  </a:lnTo>
                  <a:lnTo>
                    <a:pt x="504327" y="181507"/>
                  </a:lnTo>
                  <a:lnTo>
                    <a:pt x="504514" y="182546"/>
                  </a:lnTo>
                  <a:lnTo>
                    <a:pt x="504701" y="183785"/>
                  </a:lnTo>
                  <a:lnTo>
                    <a:pt x="504888" y="185035"/>
                  </a:lnTo>
                  <a:lnTo>
                    <a:pt x="505075" y="186229"/>
                  </a:lnTo>
                  <a:lnTo>
                    <a:pt x="505262" y="187224"/>
                  </a:lnTo>
                  <a:lnTo>
                    <a:pt x="505449" y="188088"/>
                  </a:lnTo>
                  <a:lnTo>
                    <a:pt x="505636" y="188600"/>
                  </a:lnTo>
                  <a:lnTo>
                    <a:pt x="505823" y="189004"/>
                  </a:lnTo>
                  <a:lnTo>
                    <a:pt x="506010" y="189360"/>
                  </a:lnTo>
                  <a:lnTo>
                    <a:pt x="506197" y="189666"/>
                  </a:lnTo>
                  <a:lnTo>
                    <a:pt x="506384" y="189908"/>
                  </a:lnTo>
                  <a:lnTo>
                    <a:pt x="506570" y="190363"/>
                  </a:lnTo>
                  <a:lnTo>
                    <a:pt x="506757" y="190709"/>
                  </a:lnTo>
                  <a:lnTo>
                    <a:pt x="506944" y="191070"/>
                  </a:lnTo>
                  <a:lnTo>
                    <a:pt x="507131" y="191491"/>
                  </a:lnTo>
                  <a:lnTo>
                    <a:pt x="507318" y="191857"/>
                  </a:lnTo>
                  <a:lnTo>
                    <a:pt x="507505" y="192158"/>
                  </a:lnTo>
                  <a:lnTo>
                    <a:pt x="507692" y="192234"/>
                  </a:lnTo>
                  <a:lnTo>
                    <a:pt x="507879" y="192029"/>
                  </a:lnTo>
                  <a:lnTo>
                    <a:pt x="508066" y="191698"/>
                  </a:lnTo>
                  <a:lnTo>
                    <a:pt x="508253" y="191344"/>
                  </a:lnTo>
                  <a:lnTo>
                    <a:pt x="508440" y="190965"/>
                  </a:lnTo>
                  <a:lnTo>
                    <a:pt x="508627" y="190648"/>
                  </a:lnTo>
                  <a:lnTo>
                    <a:pt x="508813" y="190482"/>
                  </a:lnTo>
                  <a:lnTo>
                    <a:pt x="509000" y="190117"/>
                  </a:lnTo>
                  <a:lnTo>
                    <a:pt x="509187" y="189648"/>
                  </a:lnTo>
                  <a:lnTo>
                    <a:pt x="509374" y="189158"/>
                  </a:lnTo>
                  <a:lnTo>
                    <a:pt x="509561" y="188510"/>
                  </a:lnTo>
                  <a:lnTo>
                    <a:pt x="509748" y="187955"/>
                  </a:lnTo>
                  <a:lnTo>
                    <a:pt x="509935" y="187693"/>
                  </a:lnTo>
                  <a:lnTo>
                    <a:pt x="510122" y="187792"/>
                  </a:lnTo>
                  <a:lnTo>
                    <a:pt x="510309" y="188396"/>
                  </a:lnTo>
                  <a:lnTo>
                    <a:pt x="510496" y="189421"/>
                  </a:lnTo>
                  <a:lnTo>
                    <a:pt x="510683" y="190579"/>
                  </a:lnTo>
                  <a:lnTo>
                    <a:pt x="510870" y="191900"/>
                  </a:lnTo>
                  <a:lnTo>
                    <a:pt x="511057" y="193461"/>
                  </a:lnTo>
                  <a:lnTo>
                    <a:pt x="511243" y="194602"/>
                  </a:lnTo>
                  <a:lnTo>
                    <a:pt x="511430" y="195591"/>
                  </a:lnTo>
                  <a:lnTo>
                    <a:pt x="511617" y="196400"/>
                  </a:lnTo>
                  <a:lnTo>
                    <a:pt x="511804" y="197647"/>
                  </a:lnTo>
                  <a:lnTo>
                    <a:pt x="511991" y="198928"/>
                  </a:lnTo>
                  <a:lnTo>
                    <a:pt x="512178" y="200366"/>
                  </a:lnTo>
                  <a:lnTo>
                    <a:pt x="512365" y="201902"/>
                  </a:lnTo>
                  <a:lnTo>
                    <a:pt x="512552" y="203337"/>
                  </a:lnTo>
                  <a:lnTo>
                    <a:pt x="512739" y="204688"/>
                  </a:lnTo>
                  <a:lnTo>
                    <a:pt x="512926" y="205943"/>
                  </a:lnTo>
                  <a:lnTo>
                    <a:pt x="513113" y="206908"/>
                  </a:lnTo>
                  <a:lnTo>
                    <a:pt x="513300" y="207746"/>
                  </a:lnTo>
                  <a:lnTo>
                    <a:pt x="513486" y="208629"/>
                  </a:lnTo>
                  <a:lnTo>
                    <a:pt x="513673" y="209487"/>
                  </a:lnTo>
                  <a:lnTo>
                    <a:pt x="513860" y="210462"/>
                  </a:lnTo>
                  <a:lnTo>
                    <a:pt x="514047" y="211789"/>
                  </a:lnTo>
                  <a:lnTo>
                    <a:pt x="514234" y="213493"/>
                  </a:lnTo>
                  <a:lnTo>
                    <a:pt x="514421" y="215276"/>
                  </a:lnTo>
                  <a:lnTo>
                    <a:pt x="514608" y="216919"/>
                  </a:lnTo>
                  <a:lnTo>
                    <a:pt x="514795" y="218293"/>
                  </a:lnTo>
                  <a:lnTo>
                    <a:pt x="514982" y="219588"/>
                  </a:lnTo>
                  <a:lnTo>
                    <a:pt x="515169" y="220858"/>
                  </a:lnTo>
                  <a:lnTo>
                    <a:pt x="515356" y="222272"/>
                  </a:lnTo>
                  <a:lnTo>
                    <a:pt x="515543" y="223546"/>
                  </a:lnTo>
                  <a:lnTo>
                    <a:pt x="515730" y="224833"/>
                  </a:lnTo>
                  <a:lnTo>
                    <a:pt x="515916" y="226260"/>
                  </a:lnTo>
                  <a:lnTo>
                    <a:pt x="516103" y="227554"/>
                  </a:lnTo>
                  <a:lnTo>
                    <a:pt x="516290" y="228691"/>
                  </a:lnTo>
                  <a:lnTo>
                    <a:pt x="516477" y="229666"/>
                  </a:lnTo>
                  <a:lnTo>
                    <a:pt x="516664" y="230477"/>
                  </a:lnTo>
                  <a:lnTo>
                    <a:pt x="516851" y="230927"/>
                  </a:lnTo>
                  <a:lnTo>
                    <a:pt x="517038" y="230992"/>
                  </a:lnTo>
                  <a:lnTo>
                    <a:pt x="517225" y="230700"/>
                  </a:lnTo>
                  <a:lnTo>
                    <a:pt x="517412" y="230303"/>
                  </a:lnTo>
                  <a:lnTo>
                    <a:pt x="517599" y="230035"/>
                  </a:lnTo>
                  <a:lnTo>
                    <a:pt x="517786" y="229972"/>
                  </a:lnTo>
                  <a:lnTo>
                    <a:pt x="517973" y="230092"/>
                  </a:lnTo>
                  <a:lnTo>
                    <a:pt x="518160" y="230222"/>
                  </a:lnTo>
                  <a:lnTo>
                    <a:pt x="518346" y="230334"/>
                  </a:lnTo>
                  <a:lnTo>
                    <a:pt x="518533" y="230418"/>
                  </a:lnTo>
                  <a:lnTo>
                    <a:pt x="518720" y="230613"/>
                  </a:lnTo>
                  <a:lnTo>
                    <a:pt x="518907" y="230957"/>
                  </a:lnTo>
                  <a:lnTo>
                    <a:pt x="519094" y="231475"/>
                  </a:lnTo>
                  <a:lnTo>
                    <a:pt x="519281" y="232153"/>
                  </a:lnTo>
                  <a:lnTo>
                    <a:pt x="519468" y="233090"/>
                  </a:lnTo>
                  <a:lnTo>
                    <a:pt x="519655" y="234594"/>
                  </a:lnTo>
                  <a:lnTo>
                    <a:pt x="519842" y="236672"/>
                  </a:lnTo>
                  <a:lnTo>
                    <a:pt x="520029" y="238895"/>
                  </a:lnTo>
                  <a:lnTo>
                    <a:pt x="520216" y="241720"/>
                  </a:lnTo>
                  <a:lnTo>
                    <a:pt x="520403" y="244556"/>
                  </a:lnTo>
                  <a:lnTo>
                    <a:pt x="520589" y="247452"/>
                  </a:lnTo>
                  <a:lnTo>
                    <a:pt x="520776" y="250334"/>
                  </a:lnTo>
                  <a:lnTo>
                    <a:pt x="520963" y="253557"/>
                  </a:lnTo>
                  <a:lnTo>
                    <a:pt x="521150" y="257149"/>
                  </a:lnTo>
                  <a:lnTo>
                    <a:pt x="521337" y="260869"/>
                  </a:lnTo>
                  <a:lnTo>
                    <a:pt x="521524" y="264403"/>
                  </a:lnTo>
                  <a:lnTo>
                    <a:pt x="521711" y="267839"/>
                  </a:lnTo>
                  <a:lnTo>
                    <a:pt x="521898" y="270845"/>
                  </a:lnTo>
                  <a:lnTo>
                    <a:pt x="522085" y="273352"/>
                  </a:lnTo>
                  <a:lnTo>
                    <a:pt x="522272" y="275304"/>
                  </a:lnTo>
                  <a:lnTo>
                    <a:pt x="522459" y="277161"/>
                  </a:lnTo>
                  <a:lnTo>
                    <a:pt x="522646" y="278807"/>
                  </a:lnTo>
                  <a:lnTo>
                    <a:pt x="522833" y="280468"/>
                  </a:lnTo>
                  <a:lnTo>
                    <a:pt x="523019" y="281974"/>
                  </a:lnTo>
                  <a:lnTo>
                    <a:pt x="523206" y="283418"/>
                  </a:lnTo>
                  <a:lnTo>
                    <a:pt x="523393" y="284624"/>
                  </a:lnTo>
                  <a:lnTo>
                    <a:pt x="523580" y="285952"/>
                  </a:lnTo>
                  <a:lnTo>
                    <a:pt x="523767" y="287081"/>
                  </a:lnTo>
                  <a:lnTo>
                    <a:pt x="523954" y="288200"/>
                  </a:lnTo>
                  <a:lnTo>
                    <a:pt x="524141" y="289383"/>
                  </a:lnTo>
                  <a:lnTo>
                    <a:pt x="524328" y="290554"/>
                  </a:lnTo>
                  <a:lnTo>
                    <a:pt x="524515" y="291581"/>
                  </a:lnTo>
                  <a:lnTo>
                    <a:pt x="524702" y="292426"/>
                  </a:lnTo>
                  <a:lnTo>
                    <a:pt x="524889" y="293151"/>
                  </a:lnTo>
                  <a:lnTo>
                    <a:pt x="525076" y="293696"/>
                  </a:lnTo>
                  <a:lnTo>
                    <a:pt x="525263" y="294041"/>
                  </a:lnTo>
                  <a:lnTo>
                    <a:pt x="525449" y="294419"/>
                  </a:lnTo>
                  <a:lnTo>
                    <a:pt x="525636" y="294810"/>
                  </a:lnTo>
                  <a:lnTo>
                    <a:pt x="525823" y="295292"/>
                  </a:lnTo>
                  <a:lnTo>
                    <a:pt x="526010" y="295818"/>
                  </a:lnTo>
                  <a:lnTo>
                    <a:pt x="526197" y="296450"/>
                  </a:lnTo>
                  <a:lnTo>
                    <a:pt x="526384" y="296936"/>
                  </a:lnTo>
                  <a:lnTo>
                    <a:pt x="526571" y="297351"/>
                  </a:lnTo>
                  <a:lnTo>
                    <a:pt x="526758" y="297699"/>
                  </a:lnTo>
                  <a:lnTo>
                    <a:pt x="526945" y="297890"/>
                  </a:lnTo>
                  <a:lnTo>
                    <a:pt x="527132" y="298076"/>
                  </a:lnTo>
                  <a:lnTo>
                    <a:pt x="527319" y="298366"/>
                  </a:lnTo>
                  <a:lnTo>
                    <a:pt x="527506" y="299087"/>
                  </a:lnTo>
                  <a:lnTo>
                    <a:pt x="527692" y="299694"/>
                  </a:lnTo>
                  <a:lnTo>
                    <a:pt x="527879" y="299988"/>
                  </a:lnTo>
                  <a:lnTo>
                    <a:pt x="528066" y="300207"/>
                  </a:lnTo>
                  <a:lnTo>
                    <a:pt x="528253" y="300338"/>
                  </a:lnTo>
                  <a:lnTo>
                    <a:pt x="528440" y="300474"/>
                  </a:lnTo>
                  <a:lnTo>
                    <a:pt x="528627" y="300441"/>
                  </a:lnTo>
                  <a:lnTo>
                    <a:pt x="528814" y="300451"/>
                  </a:lnTo>
                  <a:lnTo>
                    <a:pt x="529001" y="300412"/>
                  </a:lnTo>
                  <a:lnTo>
                    <a:pt x="529188" y="300459"/>
                  </a:lnTo>
                  <a:lnTo>
                    <a:pt x="529375" y="300596"/>
                  </a:lnTo>
                  <a:lnTo>
                    <a:pt x="529562" y="300901"/>
                  </a:lnTo>
                  <a:lnTo>
                    <a:pt x="529749" y="301394"/>
                  </a:lnTo>
                  <a:lnTo>
                    <a:pt x="529936" y="301980"/>
                  </a:lnTo>
                  <a:lnTo>
                    <a:pt x="530122" y="302198"/>
                  </a:lnTo>
                  <a:lnTo>
                    <a:pt x="530309" y="302404"/>
                  </a:lnTo>
                  <a:lnTo>
                    <a:pt x="530496" y="302516"/>
                  </a:lnTo>
                  <a:lnTo>
                    <a:pt x="530683" y="302883"/>
                  </a:lnTo>
                  <a:lnTo>
                    <a:pt x="530870" y="303518"/>
                  </a:lnTo>
                  <a:lnTo>
                    <a:pt x="531057" y="303959"/>
                  </a:lnTo>
                  <a:lnTo>
                    <a:pt x="531244" y="304497"/>
                  </a:lnTo>
                  <a:lnTo>
                    <a:pt x="531431" y="305047"/>
                  </a:lnTo>
                  <a:lnTo>
                    <a:pt x="531618" y="305653"/>
                  </a:lnTo>
                  <a:lnTo>
                    <a:pt x="531805" y="306444"/>
                  </a:lnTo>
                  <a:lnTo>
                    <a:pt x="531992" y="307174"/>
                  </a:lnTo>
                  <a:lnTo>
                    <a:pt x="532179" y="307842"/>
                  </a:lnTo>
                  <a:lnTo>
                    <a:pt x="532365" y="308358"/>
                  </a:lnTo>
                  <a:lnTo>
                    <a:pt x="532552" y="308669"/>
                  </a:lnTo>
                  <a:lnTo>
                    <a:pt x="532739" y="309018"/>
                  </a:lnTo>
                  <a:lnTo>
                    <a:pt x="532926" y="309268"/>
                  </a:lnTo>
                  <a:lnTo>
                    <a:pt x="533113" y="309591"/>
                  </a:lnTo>
                  <a:lnTo>
                    <a:pt x="533300" y="309496"/>
                  </a:lnTo>
                  <a:lnTo>
                    <a:pt x="533487" y="309523"/>
                  </a:lnTo>
                  <a:lnTo>
                    <a:pt x="533674" y="309520"/>
                  </a:lnTo>
                  <a:lnTo>
                    <a:pt x="533861" y="309637"/>
                  </a:lnTo>
                  <a:lnTo>
                    <a:pt x="534048" y="309628"/>
                  </a:lnTo>
                  <a:lnTo>
                    <a:pt x="534235" y="309534"/>
                  </a:lnTo>
                  <a:lnTo>
                    <a:pt x="534422" y="309493"/>
                  </a:lnTo>
                  <a:lnTo>
                    <a:pt x="534609" y="309344"/>
                  </a:lnTo>
                  <a:lnTo>
                    <a:pt x="534795" y="309012"/>
                  </a:lnTo>
                  <a:lnTo>
                    <a:pt x="534982" y="308655"/>
                  </a:lnTo>
                  <a:lnTo>
                    <a:pt x="535169" y="308272"/>
                  </a:lnTo>
                  <a:lnTo>
                    <a:pt x="535356" y="307987"/>
                  </a:lnTo>
                  <a:lnTo>
                    <a:pt x="535543" y="307605"/>
                  </a:lnTo>
                  <a:lnTo>
                    <a:pt x="535730" y="307378"/>
                  </a:lnTo>
                  <a:lnTo>
                    <a:pt x="535917" y="307109"/>
                  </a:lnTo>
                  <a:lnTo>
                    <a:pt x="536104" y="307003"/>
                  </a:lnTo>
                  <a:lnTo>
                    <a:pt x="536291" y="307082"/>
                  </a:lnTo>
                  <a:lnTo>
                    <a:pt x="536478" y="307056"/>
                  </a:lnTo>
                  <a:lnTo>
                    <a:pt x="536665" y="306969"/>
                  </a:lnTo>
                  <a:lnTo>
                    <a:pt x="536852" y="306929"/>
                  </a:lnTo>
                  <a:lnTo>
                    <a:pt x="537039" y="307109"/>
                  </a:lnTo>
                  <a:lnTo>
                    <a:pt x="537225" y="307620"/>
                  </a:lnTo>
                  <a:lnTo>
                    <a:pt x="537412" y="308199"/>
                  </a:lnTo>
                  <a:lnTo>
                    <a:pt x="537599" y="308935"/>
                  </a:lnTo>
                  <a:lnTo>
                    <a:pt x="537786" y="309887"/>
                  </a:lnTo>
                  <a:lnTo>
                    <a:pt x="537973" y="310972"/>
                  </a:lnTo>
                  <a:lnTo>
                    <a:pt x="538160" y="312116"/>
                  </a:lnTo>
                  <a:lnTo>
                    <a:pt x="538347" y="313127"/>
                  </a:lnTo>
                  <a:lnTo>
                    <a:pt x="538534" y="313914"/>
                  </a:lnTo>
                  <a:lnTo>
                    <a:pt x="538721" y="314386"/>
                  </a:lnTo>
                  <a:lnTo>
                    <a:pt x="538908" y="314539"/>
                  </a:lnTo>
                  <a:lnTo>
                    <a:pt x="539095" y="314778"/>
                  </a:lnTo>
                  <a:lnTo>
                    <a:pt x="539282" y="315073"/>
                  </a:lnTo>
                  <a:lnTo>
                    <a:pt x="539468" y="315386"/>
                  </a:lnTo>
                  <a:lnTo>
                    <a:pt x="539655" y="315726"/>
                  </a:lnTo>
                  <a:lnTo>
                    <a:pt x="539842" y="316163"/>
                  </a:lnTo>
                  <a:lnTo>
                    <a:pt x="540029" y="316368"/>
                  </a:lnTo>
                  <a:lnTo>
                    <a:pt x="540216" y="316377"/>
                  </a:lnTo>
                  <a:lnTo>
                    <a:pt x="540403" y="316413"/>
                  </a:lnTo>
                  <a:lnTo>
                    <a:pt x="540590" y="316463"/>
                  </a:lnTo>
                  <a:lnTo>
                    <a:pt x="540777" y="316388"/>
                  </a:lnTo>
                  <a:lnTo>
                    <a:pt x="540964" y="316385"/>
                  </a:lnTo>
                  <a:lnTo>
                    <a:pt x="541151" y="316341"/>
                  </a:lnTo>
                  <a:lnTo>
                    <a:pt x="541338" y="315996"/>
                  </a:lnTo>
                  <a:lnTo>
                    <a:pt x="541525" y="315631"/>
                  </a:lnTo>
                  <a:lnTo>
                    <a:pt x="541712" y="315283"/>
                  </a:lnTo>
                  <a:lnTo>
                    <a:pt x="541898" y="314718"/>
                  </a:lnTo>
                  <a:lnTo>
                    <a:pt x="542085" y="313951"/>
                  </a:lnTo>
                  <a:lnTo>
                    <a:pt x="542272" y="313279"/>
                  </a:lnTo>
                  <a:lnTo>
                    <a:pt x="542459" y="312741"/>
                  </a:lnTo>
                  <a:lnTo>
                    <a:pt x="542646" y="312210"/>
                  </a:lnTo>
                  <a:lnTo>
                    <a:pt x="542833" y="311931"/>
                  </a:lnTo>
                  <a:lnTo>
                    <a:pt x="543020" y="311935"/>
                  </a:lnTo>
                  <a:lnTo>
                    <a:pt x="543207" y="311817"/>
                  </a:lnTo>
                  <a:lnTo>
                    <a:pt x="543394" y="311625"/>
                  </a:lnTo>
                  <a:lnTo>
                    <a:pt x="543581" y="311457"/>
                  </a:lnTo>
                  <a:lnTo>
                    <a:pt x="543768" y="311342"/>
                  </a:lnTo>
                  <a:lnTo>
                    <a:pt x="543955" y="311157"/>
                  </a:lnTo>
                  <a:lnTo>
                    <a:pt x="544142" y="311115"/>
                  </a:lnTo>
                  <a:lnTo>
                    <a:pt x="544328" y="311095"/>
                  </a:lnTo>
                  <a:lnTo>
                    <a:pt x="544515" y="310975"/>
                  </a:lnTo>
                  <a:lnTo>
                    <a:pt x="544702" y="310983"/>
                  </a:lnTo>
                  <a:lnTo>
                    <a:pt x="544889" y="311135"/>
                  </a:lnTo>
                  <a:lnTo>
                    <a:pt x="545076" y="311435"/>
                  </a:lnTo>
                  <a:lnTo>
                    <a:pt x="545263" y="311949"/>
                  </a:lnTo>
                  <a:lnTo>
                    <a:pt x="545450" y="312575"/>
                  </a:lnTo>
                  <a:lnTo>
                    <a:pt x="545637" y="313157"/>
                  </a:lnTo>
                  <a:lnTo>
                    <a:pt x="545824" y="313770"/>
                  </a:lnTo>
                  <a:lnTo>
                    <a:pt x="546011" y="314479"/>
                  </a:lnTo>
                  <a:lnTo>
                    <a:pt x="546198" y="315118"/>
                  </a:lnTo>
                  <a:lnTo>
                    <a:pt x="546385" y="315859"/>
                  </a:lnTo>
                  <a:lnTo>
                    <a:pt x="546571" y="316622"/>
                  </a:lnTo>
                  <a:lnTo>
                    <a:pt x="546758" y="317459"/>
                  </a:lnTo>
                  <a:lnTo>
                    <a:pt x="546945" y="318326"/>
                  </a:lnTo>
                  <a:lnTo>
                    <a:pt x="547132" y="319228"/>
                  </a:lnTo>
                  <a:lnTo>
                    <a:pt x="547319" y="320150"/>
                  </a:lnTo>
                  <a:lnTo>
                    <a:pt x="547506" y="321282"/>
                  </a:lnTo>
                  <a:lnTo>
                    <a:pt x="547693" y="322363"/>
                  </a:lnTo>
                  <a:lnTo>
                    <a:pt x="547880" y="323335"/>
                  </a:lnTo>
                  <a:lnTo>
                    <a:pt x="548067" y="324416"/>
                  </a:lnTo>
                  <a:lnTo>
                    <a:pt x="548254" y="325486"/>
                  </a:lnTo>
                  <a:lnTo>
                    <a:pt x="548441" y="326463"/>
                  </a:lnTo>
                  <a:lnTo>
                    <a:pt x="548628" y="327930"/>
                  </a:lnTo>
                  <a:lnTo>
                    <a:pt x="548815" y="329619"/>
                  </a:lnTo>
                  <a:lnTo>
                    <a:pt x="549001" y="331576"/>
                  </a:lnTo>
                  <a:lnTo>
                    <a:pt x="549188" y="333182"/>
                  </a:lnTo>
                  <a:lnTo>
                    <a:pt x="549375" y="334899"/>
                  </a:lnTo>
                  <a:lnTo>
                    <a:pt x="549562" y="336521"/>
                  </a:lnTo>
                  <a:lnTo>
                    <a:pt x="549749" y="338125"/>
                  </a:lnTo>
                  <a:lnTo>
                    <a:pt x="549936" y="339767"/>
                  </a:lnTo>
                  <a:lnTo>
                    <a:pt x="550123" y="341301"/>
                  </a:lnTo>
                  <a:lnTo>
                    <a:pt x="550310" y="342583"/>
                  </a:lnTo>
                  <a:lnTo>
                    <a:pt x="550497" y="343922"/>
                  </a:lnTo>
                  <a:lnTo>
                    <a:pt x="550684" y="345205"/>
                  </a:lnTo>
                  <a:lnTo>
                    <a:pt x="550871" y="346273"/>
                  </a:lnTo>
                  <a:lnTo>
                    <a:pt x="551058" y="347180"/>
                  </a:lnTo>
                  <a:lnTo>
                    <a:pt x="551244" y="347929"/>
                  </a:lnTo>
                  <a:lnTo>
                    <a:pt x="551431" y="348112"/>
                  </a:lnTo>
                  <a:lnTo>
                    <a:pt x="551618" y="348155"/>
                  </a:lnTo>
                  <a:lnTo>
                    <a:pt x="551805" y="347981"/>
                  </a:lnTo>
                  <a:lnTo>
                    <a:pt x="551992" y="347980"/>
                  </a:lnTo>
                  <a:lnTo>
                    <a:pt x="552179" y="347818"/>
                  </a:lnTo>
                  <a:lnTo>
                    <a:pt x="552366" y="347533"/>
                  </a:lnTo>
                  <a:lnTo>
                    <a:pt x="552553" y="347063"/>
                  </a:lnTo>
                  <a:lnTo>
                    <a:pt x="552740" y="346330"/>
                  </a:lnTo>
                  <a:lnTo>
                    <a:pt x="552927" y="345589"/>
                  </a:lnTo>
                  <a:lnTo>
                    <a:pt x="553114" y="344813"/>
                  </a:lnTo>
                  <a:lnTo>
                    <a:pt x="553301" y="343724"/>
                  </a:lnTo>
                  <a:lnTo>
                    <a:pt x="553488" y="342581"/>
                  </a:lnTo>
                  <a:lnTo>
                    <a:pt x="553674" y="341506"/>
                  </a:lnTo>
                  <a:lnTo>
                    <a:pt x="553861" y="340924"/>
                  </a:lnTo>
                  <a:lnTo>
                    <a:pt x="554048" y="340446"/>
                  </a:lnTo>
                  <a:lnTo>
                    <a:pt x="554235" y="340346"/>
                  </a:lnTo>
                  <a:lnTo>
                    <a:pt x="554422" y="340387"/>
                  </a:lnTo>
                  <a:lnTo>
                    <a:pt x="554609" y="340641"/>
                  </a:lnTo>
                  <a:lnTo>
                    <a:pt x="554796" y="341000"/>
                  </a:lnTo>
                  <a:lnTo>
                    <a:pt x="554983" y="341448"/>
                  </a:lnTo>
                  <a:lnTo>
                    <a:pt x="555170" y="341902"/>
                  </a:lnTo>
                  <a:lnTo>
                    <a:pt x="555357" y="342494"/>
                  </a:lnTo>
                  <a:lnTo>
                    <a:pt x="555544" y="343222"/>
                  </a:lnTo>
                  <a:lnTo>
                    <a:pt x="555731" y="343974"/>
                  </a:lnTo>
                  <a:lnTo>
                    <a:pt x="555918" y="344793"/>
                  </a:lnTo>
                  <a:lnTo>
                    <a:pt x="556104" y="345578"/>
                  </a:lnTo>
                  <a:lnTo>
                    <a:pt x="556291" y="346253"/>
                  </a:lnTo>
                  <a:lnTo>
                    <a:pt x="556478" y="346886"/>
                  </a:lnTo>
                  <a:lnTo>
                    <a:pt x="556665" y="347416"/>
                  </a:lnTo>
                  <a:lnTo>
                    <a:pt x="556852" y="347866"/>
                  </a:lnTo>
                  <a:lnTo>
                    <a:pt x="557039" y="348076"/>
                  </a:lnTo>
                  <a:lnTo>
                    <a:pt x="557226" y="348008"/>
                  </a:lnTo>
                  <a:lnTo>
                    <a:pt x="557413" y="347781"/>
                  </a:lnTo>
                  <a:lnTo>
                    <a:pt x="557600" y="347368"/>
                  </a:lnTo>
                  <a:lnTo>
                    <a:pt x="557787" y="346978"/>
                  </a:lnTo>
                  <a:lnTo>
                    <a:pt x="557974" y="346588"/>
                  </a:lnTo>
                  <a:lnTo>
                    <a:pt x="558161" y="346213"/>
                  </a:lnTo>
                  <a:lnTo>
                    <a:pt x="558347" y="345797"/>
                  </a:lnTo>
                  <a:lnTo>
                    <a:pt x="558534" y="345156"/>
                  </a:lnTo>
                  <a:lnTo>
                    <a:pt x="558721" y="344379"/>
                  </a:lnTo>
                  <a:lnTo>
                    <a:pt x="558908" y="343453"/>
                  </a:lnTo>
                  <a:lnTo>
                    <a:pt x="559095" y="342444"/>
                  </a:lnTo>
                  <a:lnTo>
                    <a:pt x="559282" y="341451"/>
                  </a:lnTo>
                  <a:lnTo>
                    <a:pt x="559469" y="340432"/>
                  </a:lnTo>
                  <a:lnTo>
                    <a:pt x="559656" y="339464"/>
                  </a:lnTo>
                  <a:lnTo>
                    <a:pt x="559843" y="338496"/>
                  </a:lnTo>
                  <a:lnTo>
                    <a:pt x="560030" y="337529"/>
                  </a:lnTo>
                  <a:lnTo>
                    <a:pt x="560217" y="336561"/>
                  </a:lnTo>
                  <a:lnTo>
                    <a:pt x="560404" y="335593"/>
                  </a:lnTo>
                  <a:lnTo>
                    <a:pt x="560591" y="334627"/>
                  </a:lnTo>
                  <a:lnTo>
                    <a:pt x="560777" y="334133"/>
                  </a:lnTo>
                  <a:lnTo>
                    <a:pt x="560964" y="333666"/>
                  </a:lnTo>
                  <a:lnTo>
                    <a:pt x="561151" y="333290"/>
                  </a:lnTo>
                  <a:lnTo>
                    <a:pt x="561338" y="333231"/>
                  </a:lnTo>
                  <a:lnTo>
                    <a:pt x="561525" y="333203"/>
                  </a:lnTo>
                  <a:lnTo>
                    <a:pt x="561712" y="333182"/>
                  </a:lnTo>
                  <a:lnTo>
                    <a:pt x="561899" y="333177"/>
                  </a:lnTo>
                  <a:lnTo>
                    <a:pt x="562086" y="333090"/>
                  </a:lnTo>
                  <a:lnTo>
                    <a:pt x="562273" y="333163"/>
                  </a:lnTo>
                  <a:lnTo>
                    <a:pt x="562460" y="333284"/>
                  </a:lnTo>
                  <a:lnTo>
                    <a:pt x="562647" y="333583"/>
                  </a:lnTo>
                  <a:lnTo>
                    <a:pt x="562834" y="333856"/>
                  </a:lnTo>
                  <a:lnTo>
                    <a:pt x="563021" y="334096"/>
                  </a:lnTo>
                  <a:lnTo>
                    <a:pt x="563207" y="334334"/>
                  </a:lnTo>
                  <a:lnTo>
                    <a:pt x="563394" y="334571"/>
                  </a:lnTo>
                  <a:lnTo>
                    <a:pt x="563581" y="334758"/>
                  </a:lnTo>
                  <a:lnTo>
                    <a:pt x="563768" y="334918"/>
                  </a:lnTo>
                  <a:lnTo>
                    <a:pt x="563955" y="334943"/>
                  </a:lnTo>
                  <a:lnTo>
                    <a:pt x="564142" y="334876"/>
                  </a:lnTo>
                  <a:lnTo>
                    <a:pt x="564329" y="334950"/>
                  </a:lnTo>
                  <a:lnTo>
                    <a:pt x="564516" y="335023"/>
                  </a:lnTo>
                  <a:lnTo>
                    <a:pt x="564703" y="335119"/>
                  </a:lnTo>
                  <a:lnTo>
                    <a:pt x="564890" y="334686"/>
                  </a:lnTo>
                  <a:lnTo>
                    <a:pt x="565077" y="334548"/>
                  </a:lnTo>
                  <a:lnTo>
                    <a:pt x="565264" y="334582"/>
                  </a:lnTo>
                  <a:lnTo>
                    <a:pt x="565450" y="334731"/>
                  </a:lnTo>
                  <a:lnTo>
                    <a:pt x="565637" y="334921"/>
                  </a:lnTo>
                  <a:lnTo>
                    <a:pt x="565824" y="335178"/>
                  </a:lnTo>
                  <a:lnTo>
                    <a:pt x="566011" y="335531"/>
                  </a:lnTo>
                  <a:lnTo>
                    <a:pt x="566198" y="335846"/>
                  </a:lnTo>
                  <a:lnTo>
                    <a:pt x="566385" y="336368"/>
                  </a:lnTo>
                  <a:lnTo>
                    <a:pt x="566572" y="336951"/>
                  </a:lnTo>
                  <a:lnTo>
                    <a:pt x="566759" y="337530"/>
                  </a:lnTo>
                  <a:lnTo>
                    <a:pt x="566946" y="338100"/>
                  </a:lnTo>
                  <a:lnTo>
                    <a:pt x="567133" y="338468"/>
                  </a:lnTo>
                  <a:lnTo>
                    <a:pt x="567320" y="338755"/>
                  </a:lnTo>
                  <a:lnTo>
                    <a:pt x="567507" y="339132"/>
                  </a:lnTo>
                  <a:lnTo>
                    <a:pt x="567694" y="339380"/>
                  </a:lnTo>
                  <a:lnTo>
                    <a:pt x="567880" y="339381"/>
                  </a:lnTo>
                  <a:lnTo>
                    <a:pt x="568067" y="339075"/>
                  </a:lnTo>
                  <a:lnTo>
                    <a:pt x="568254" y="338835"/>
                  </a:lnTo>
                  <a:lnTo>
                    <a:pt x="568441" y="338567"/>
                  </a:lnTo>
                  <a:lnTo>
                    <a:pt x="568628" y="338300"/>
                  </a:lnTo>
                  <a:lnTo>
                    <a:pt x="568815" y="337958"/>
                  </a:lnTo>
                  <a:lnTo>
                    <a:pt x="569002" y="337826"/>
                  </a:lnTo>
                  <a:lnTo>
                    <a:pt x="569189" y="337676"/>
                  </a:lnTo>
                  <a:lnTo>
                    <a:pt x="569376" y="337704"/>
                  </a:lnTo>
                  <a:lnTo>
                    <a:pt x="569563" y="337818"/>
                  </a:lnTo>
                  <a:lnTo>
                    <a:pt x="569750" y="337948"/>
                  </a:lnTo>
                  <a:lnTo>
                    <a:pt x="569937" y="338238"/>
                  </a:lnTo>
                  <a:lnTo>
                    <a:pt x="570123" y="338488"/>
                  </a:lnTo>
                  <a:lnTo>
                    <a:pt x="570310" y="338816"/>
                  </a:lnTo>
                  <a:lnTo>
                    <a:pt x="570497" y="339249"/>
                  </a:lnTo>
                  <a:lnTo>
                    <a:pt x="570684" y="339981"/>
                  </a:lnTo>
                  <a:lnTo>
                    <a:pt x="570871" y="340637"/>
                  </a:lnTo>
                  <a:lnTo>
                    <a:pt x="571058" y="341293"/>
                  </a:lnTo>
                  <a:lnTo>
                    <a:pt x="571245" y="341875"/>
                  </a:lnTo>
                  <a:lnTo>
                    <a:pt x="571432" y="342457"/>
                  </a:lnTo>
                  <a:lnTo>
                    <a:pt x="571619" y="343126"/>
                  </a:lnTo>
                  <a:lnTo>
                    <a:pt x="571806" y="343715"/>
                  </a:lnTo>
                  <a:lnTo>
                    <a:pt x="571993" y="344289"/>
                  </a:lnTo>
                  <a:lnTo>
                    <a:pt x="572180" y="344864"/>
                  </a:lnTo>
                  <a:lnTo>
                    <a:pt x="572367" y="345438"/>
                  </a:lnTo>
                  <a:lnTo>
                    <a:pt x="572553" y="345998"/>
                  </a:lnTo>
                  <a:lnTo>
                    <a:pt x="572740" y="346436"/>
                  </a:lnTo>
                  <a:lnTo>
                    <a:pt x="572927" y="346895"/>
                  </a:lnTo>
                  <a:lnTo>
                    <a:pt x="573114" y="347401"/>
                  </a:lnTo>
                  <a:lnTo>
                    <a:pt x="573301" y="347856"/>
                  </a:lnTo>
                  <a:lnTo>
                    <a:pt x="573488" y="348153"/>
                  </a:lnTo>
                  <a:lnTo>
                    <a:pt x="573675" y="348389"/>
                  </a:lnTo>
                  <a:lnTo>
                    <a:pt x="573862" y="348453"/>
                  </a:lnTo>
                  <a:lnTo>
                    <a:pt x="574049" y="348641"/>
                  </a:lnTo>
                  <a:lnTo>
                    <a:pt x="574236" y="348852"/>
                  </a:lnTo>
                  <a:lnTo>
                    <a:pt x="574423" y="349027"/>
                  </a:lnTo>
                  <a:lnTo>
                    <a:pt x="574610" y="349046"/>
                  </a:lnTo>
                  <a:lnTo>
                    <a:pt x="574797" y="349013"/>
                  </a:lnTo>
                  <a:lnTo>
                    <a:pt x="574983" y="348906"/>
                  </a:lnTo>
                  <a:lnTo>
                    <a:pt x="575170" y="348799"/>
                  </a:lnTo>
                  <a:lnTo>
                    <a:pt x="575357" y="348692"/>
                  </a:lnTo>
                  <a:lnTo>
                    <a:pt x="575544" y="348479"/>
                  </a:lnTo>
                  <a:lnTo>
                    <a:pt x="575731" y="348266"/>
                  </a:lnTo>
                  <a:lnTo>
                    <a:pt x="575918" y="348053"/>
                  </a:lnTo>
                  <a:lnTo>
                    <a:pt x="576105" y="347840"/>
                  </a:lnTo>
                  <a:lnTo>
                    <a:pt x="576292" y="347589"/>
                  </a:lnTo>
                  <a:lnTo>
                    <a:pt x="576479" y="347398"/>
                  </a:lnTo>
                  <a:lnTo>
                    <a:pt x="576666" y="347291"/>
                  </a:lnTo>
                  <a:lnTo>
                    <a:pt x="576853" y="347199"/>
                  </a:lnTo>
                  <a:lnTo>
                    <a:pt x="577040" y="347011"/>
                  </a:lnTo>
                  <a:lnTo>
                    <a:pt x="577226" y="346684"/>
                  </a:lnTo>
                  <a:lnTo>
                    <a:pt x="577413" y="346650"/>
                  </a:lnTo>
                  <a:lnTo>
                    <a:pt x="577600" y="346838"/>
                  </a:lnTo>
                  <a:lnTo>
                    <a:pt x="577787" y="347106"/>
                  </a:lnTo>
                  <a:lnTo>
                    <a:pt x="577974" y="347373"/>
                  </a:lnTo>
                  <a:lnTo>
                    <a:pt x="578161" y="347686"/>
                  </a:lnTo>
                  <a:lnTo>
                    <a:pt x="578348" y="347823"/>
                  </a:lnTo>
                  <a:lnTo>
                    <a:pt x="578535" y="347982"/>
                  </a:lnTo>
                  <a:lnTo>
                    <a:pt x="578722" y="348365"/>
                  </a:lnTo>
                  <a:lnTo>
                    <a:pt x="578909" y="348622"/>
                  </a:lnTo>
                  <a:lnTo>
                    <a:pt x="579096" y="348857"/>
                  </a:lnTo>
                  <a:lnTo>
                    <a:pt x="579283" y="349206"/>
                  </a:lnTo>
                  <a:lnTo>
                    <a:pt x="579470" y="349455"/>
                  </a:lnTo>
                  <a:lnTo>
                    <a:pt x="579656" y="349659"/>
                  </a:lnTo>
                  <a:lnTo>
                    <a:pt x="579843" y="349922"/>
                  </a:lnTo>
                  <a:lnTo>
                    <a:pt x="580030" y="350185"/>
                  </a:lnTo>
                  <a:lnTo>
                    <a:pt x="580217" y="350338"/>
                  </a:lnTo>
                  <a:lnTo>
                    <a:pt x="580404" y="350413"/>
                  </a:lnTo>
                  <a:lnTo>
                    <a:pt x="580591" y="350313"/>
                  </a:lnTo>
                  <a:lnTo>
                    <a:pt x="580778" y="350124"/>
                  </a:lnTo>
                  <a:lnTo>
                    <a:pt x="580965" y="349814"/>
                  </a:lnTo>
                  <a:lnTo>
                    <a:pt x="581152" y="349472"/>
                  </a:lnTo>
                  <a:lnTo>
                    <a:pt x="581339" y="348987"/>
                  </a:lnTo>
                  <a:lnTo>
                    <a:pt x="581526" y="348322"/>
                  </a:lnTo>
                  <a:lnTo>
                    <a:pt x="581713" y="347620"/>
                  </a:lnTo>
                  <a:lnTo>
                    <a:pt x="581900" y="346947"/>
                  </a:lnTo>
                  <a:lnTo>
                    <a:pt x="582086" y="346306"/>
                  </a:lnTo>
                  <a:lnTo>
                    <a:pt x="582273" y="345434"/>
                  </a:lnTo>
                  <a:lnTo>
                    <a:pt x="582460" y="344712"/>
                  </a:lnTo>
                  <a:lnTo>
                    <a:pt x="582647" y="343938"/>
                  </a:lnTo>
                  <a:lnTo>
                    <a:pt x="582834" y="342970"/>
                  </a:lnTo>
                  <a:lnTo>
                    <a:pt x="583021" y="342029"/>
                  </a:lnTo>
                  <a:lnTo>
                    <a:pt x="583208" y="340901"/>
                  </a:lnTo>
                  <a:lnTo>
                    <a:pt x="583395" y="339720"/>
                  </a:lnTo>
                  <a:lnTo>
                    <a:pt x="583582" y="338610"/>
                  </a:lnTo>
                  <a:lnTo>
                    <a:pt x="583769" y="337587"/>
                  </a:lnTo>
                  <a:lnTo>
                    <a:pt x="583956" y="336391"/>
                  </a:lnTo>
                  <a:lnTo>
                    <a:pt x="584143" y="335115"/>
                  </a:lnTo>
                  <a:lnTo>
                    <a:pt x="584329" y="333717"/>
                  </a:lnTo>
                  <a:lnTo>
                    <a:pt x="584516" y="332319"/>
                  </a:lnTo>
                  <a:lnTo>
                    <a:pt x="584703" y="331202"/>
                  </a:lnTo>
                  <a:lnTo>
                    <a:pt x="584890" y="329948"/>
                  </a:lnTo>
                  <a:lnTo>
                    <a:pt x="585077" y="328839"/>
                  </a:lnTo>
                  <a:lnTo>
                    <a:pt x="585264" y="327729"/>
                  </a:lnTo>
                  <a:lnTo>
                    <a:pt x="585451" y="326580"/>
                  </a:lnTo>
                  <a:lnTo>
                    <a:pt x="585638" y="325835"/>
                  </a:lnTo>
                  <a:lnTo>
                    <a:pt x="585825" y="325199"/>
                  </a:lnTo>
                  <a:lnTo>
                    <a:pt x="586012" y="324723"/>
                  </a:lnTo>
                  <a:lnTo>
                    <a:pt x="586199" y="324324"/>
                  </a:lnTo>
                  <a:lnTo>
                    <a:pt x="586386" y="324002"/>
                  </a:lnTo>
                  <a:lnTo>
                    <a:pt x="586573" y="323872"/>
                  </a:lnTo>
                  <a:lnTo>
                    <a:pt x="586759" y="323939"/>
                  </a:lnTo>
                  <a:lnTo>
                    <a:pt x="586946" y="324132"/>
                  </a:lnTo>
                  <a:lnTo>
                    <a:pt x="587133" y="324471"/>
                  </a:lnTo>
                  <a:lnTo>
                    <a:pt x="587320" y="324810"/>
                  </a:lnTo>
                  <a:lnTo>
                    <a:pt x="587507" y="325148"/>
                  </a:lnTo>
                  <a:lnTo>
                    <a:pt x="587694" y="325485"/>
                  </a:lnTo>
                  <a:lnTo>
                    <a:pt x="587881" y="325823"/>
                  </a:lnTo>
                  <a:lnTo>
                    <a:pt x="588068" y="326086"/>
                  </a:lnTo>
                  <a:lnTo>
                    <a:pt x="588255" y="326355"/>
                  </a:lnTo>
                  <a:lnTo>
                    <a:pt x="588442" y="326710"/>
                  </a:lnTo>
                  <a:lnTo>
                    <a:pt x="588629" y="327101"/>
                  </a:lnTo>
                  <a:lnTo>
                    <a:pt x="588816" y="327643"/>
                  </a:lnTo>
                  <a:lnTo>
                    <a:pt x="589002" y="328046"/>
                  </a:lnTo>
                  <a:lnTo>
                    <a:pt x="589189" y="328548"/>
                  </a:lnTo>
                  <a:lnTo>
                    <a:pt x="589376" y="328750"/>
                  </a:lnTo>
                  <a:lnTo>
                    <a:pt x="589563" y="328812"/>
                  </a:lnTo>
                  <a:lnTo>
                    <a:pt x="589750" y="328996"/>
                  </a:lnTo>
                  <a:lnTo>
                    <a:pt x="589937" y="329225"/>
                  </a:lnTo>
                  <a:lnTo>
                    <a:pt x="590124" y="329760"/>
                  </a:lnTo>
                  <a:lnTo>
                    <a:pt x="590311" y="330317"/>
                  </a:lnTo>
                  <a:lnTo>
                    <a:pt x="590498" y="330909"/>
                  </a:lnTo>
                  <a:lnTo>
                    <a:pt x="590685" y="331605"/>
                  </a:lnTo>
                  <a:lnTo>
                    <a:pt x="590872" y="332147"/>
                  </a:lnTo>
                  <a:lnTo>
                    <a:pt x="591059" y="332621"/>
                  </a:lnTo>
                  <a:lnTo>
                    <a:pt x="591246" y="332706"/>
                  </a:lnTo>
                  <a:lnTo>
                    <a:pt x="591432" y="332765"/>
                  </a:lnTo>
                  <a:lnTo>
                    <a:pt x="591619" y="332780"/>
                  </a:lnTo>
                  <a:lnTo>
                    <a:pt x="591806" y="332636"/>
                  </a:lnTo>
                  <a:lnTo>
                    <a:pt x="591993" y="332268"/>
                  </a:lnTo>
                  <a:lnTo>
                    <a:pt x="592180" y="331835"/>
                  </a:lnTo>
                  <a:lnTo>
                    <a:pt x="592367" y="331373"/>
                  </a:lnTo>
                  <a:lnTo>
                    <a:pt x="592554" y="330822"/>
                  </a:lnTo>
                  <a:lnTo>
                    <a:pt x="592741" y="330418"/>
                  </a:lnTo>
                  <a:lnTo>
                    <a:pt x="592928" y="329755"/>
                  </a:lnTo>
                  <a:lnTo>
                    <a:pt x="593115" y="329032"/>
                  </a:lnTo>
                  <a:lnTo>
                    <a:pt x="593302" y="328275"/>
                  </a:lnTo>
                  <a:lnTo>
                    <a:pt x="593489" y="327452"/>
                  </a:lnTo>
                  <a:lnTo>
                    <a:pt x="593676" y="326547"/>
                  </a:lnTo>
                  <a:lnTo>
                    <a:pt x="593862" y="325659"/>
                  </a:lnTo>
                  <a:lnTo>
                    <a:pt x="594049" y="324871"/>
                  </a:lnTo>
                  <a:lnTo>
                    <a:pt x="594236" y="324110"/>
                  </a:lnTo>
                  <a:lnTo>
                    <a:pt x="594423" y="323307"/>
                  </a:lnTo>
                  <a:lnTo>
                    <a:pt x="594610" y="322646"/>
                  </a:lnTo>
                  <a:lnTo>
                    <a:pt x="594797" y="322084"/>
                  </a:lnTo>
                  <a:lnTo>
                    <a:pt x="594984" y="321560"/>
                  </a:lnTo>
                  <a:lnTo>
                    <a:pt x="595171" y="321028"/>
                  </a:lnTo>
                  <a:lnTo>
                    <a:pt x="595358" y="320632"/>
                  </a:lnTo>
                  <a:lnTo>
                    <a:pt x="595545" y="320236"/>
                  </a:lnTo>
                  <a:lnTo>
                    <a:pt x="595732" y="320012"/>
                  </a:lnTo>
                  <a:lnTo>
                    <a:pt x="595919" y="320129"/>
                  </a:lnTo>
                  <a:lnTo>
                    <a:pt x="596105" y="320433"/>
                  </a:lnTo>
                  <a:lnTo>
                    <a:pt x="596292" y="320914"/>
                  </a:lnTo>
                  <a:lnTo>
                    <a:pt x="596479" y="321662"/>
                  </a:lnTo>
                  <a:lnTo>
                    <a:pt x="596666" y="322365"/>
                  </a:lnTo>
                  <a:lnTo>
                    <a:pt x="596853" y="322982"/>
                  </a:lnTo>
                  <a:lnTo>
                    <a:pt x="597040" y="323645"/>
                  </a:lnTo>
                  <a:lnTo>
                    <a:pt x="597227" y="324284"/>
                  </a:lnTo>
                  <a:lnTo>
                    <a:pt x="597414" y="325012"/>
                  </a:lnTo>
                  <a:lnTo>
                    <a:pt x="597601" y="325775"/>
                  </a:lnTo>
                  <a:lnTo>
                    <a:pt x="597788" y="326538"/>
                  </a:lnTo>
                  <a:lnTo>
                    <a:pt x="597975" y="327395"/>
                  </a:lnTo>
                  <a:lnTo>
                    <a:pt x="598162" y="327824"/>
                  </a:lnTo>
                  <a:lnTo>
                    <a:pt x="598349" y="328160"/>
                  </a:lnTo>
                  <a:lnTo>
                    <a:pt x="598535" y="328380"/>
                  </a:lnTo>
                  <a:lnTo>
                    <a:pt x="598722" y="328345"/>
                  </a:lnTo>
                  <a:lnTo>
                    <a:pt x="598909" y="328299"/>
                  </a:lnTo>
                  <a:lnTo>
                    <a:pt x="599096" y="328229"/>
                  </a:lnTo>
                  <a:lnTo>
                    <a:pt x="599283" y="328258"/>
                  </a:lnTo>
                  <a:lnTo>
                    <a:pt x="599470" y="328528"/>
                  </a:lnTo>
                  <a:lnTo>
                    <a:pt x="599657" y="328882"/>
                  </a:lnTo>
                  <a:lnTo>
                    <a:pt x="599844" y="329230"/>
                  </a:lnTo>
                  <a:lnTo>
                    <a:pt x="600031" y="329609"/>
                  </a:lnTo>
                  <a:lnTo>
                    <a:pt x="600218" y="329983"/>
                  </a:lnTo>
                  <a:lnTo>
                    <a:pt x="600405" y="330390"/>
                  </a:lnTo>
                  <a:lnTo>
                    <a:pt x="600592" y="330723"/>
                  </a:lnTo>
                  <a:lnTo>
                    <a:pt x="600778" y="331057"/>
                  </a:lnTo>
                  <a:lnTo>
                    <a:pt x="600965" y="331441"/>
                  </a:lnTo>
                  <a:lnTo>
                    <a:pt x="601152" y="331823"/>
                  </a:lnTo>
                  <a:lnTo>
                    <a:pt x="601339" y="332374"/>
                  </a:lnTo>
                  <a:lnTo>
                    <a:pt x="601526" y="332972"/>
                  </a:lnTo>
                  <a:lnTo>
                    <a:pt x="601713" y="333542"/>
                  </a:lnTo>
                  <a:lnTo>
                    <a:pt x="601900" y="334263"/>
                  </a:lnTo>
                  <a:lnTo>
                    <a:pt x="602087" y="334781"/>
                  </a:lnTo>
                  <a:lnTo>
                    <a:pt x="602274" y="335272"/>
                  </a:lnTo>
                  <a:lnTo>
                    <a:pt x="602461" y="335483"/>
                  </a:lnTo>
                  <a:lnTo>
                    <a:pt x="602648" y="335745"/>
                  </a:lnTo>
                  <a:lnTo>
                    <a:pt x="602835" y="336045"/>
                  </a:lnTo>
                  <a:lnTo>
                    <a:pt x="603022" y="336024"/>
                  </a:lnTo>
                  <a:lnTo>
                    <a:pt x="603208" y="335929"/>
                  </a:lnTo>
                  <a:lnTo>
                    <a:pt x="603395" y="335847"/>
                  </a:lnTo>
                  <a:lnTo>
                    <a:pt x="603582" y="335621"/>
                  </a:lnTo>
                  <a:lnTo>
                    <a:pt x="603769" y="335297"/>
                  </a:lnTo>
                  <a:lnTo>
                    <a:pt x="603956" y="334795"/>
                  </a:lnTo>
                  <a:lnTo>
                    <a:pt x="604143" y="334069"/>
                  </a:lnTo>
                  <a:lnTo>
                    <a:pt x="604330" y="333254"/>
                  </a:lnTo>
                  <a:lnTo>
                    <a:pt x="604517" y="332397"/>
                  </a:lnTo>
                  <a:lnTo>
                    <a:pt x="604704" y="331451"/>
                  </a:lnTo>
                  <a:lnTo>
                    <a:pt x="604891" y="330451"/>
                  </a:lnTo>
                  <a:lnTo>
                    <a:pt x="605078" y="329614"/>
                  </a:lnTo>
                  <a:lnTo>
                    <a:pt x="605265" y="328765"/>
                  </a:lnTo>
                  <a:lnTo>
                    <a:pt x="605452" y="328056"/>
                  </a:lnTo>
                  <a:lnTo>
                    <a:pt x="605638" y="327291"/>
                  </a:lnTo>
                  <a:lnTo>
                    <a:pt x="605825" y="326815"/>
                  </a:lnTo>
                  <a:lnTo>
                    <a:pt x="606012" y="326346"/>
                  </a:lnTo>
                  <a:lnTo>
                    <a:pt x="606199" y="325834"/>
                  </a:lnTo>
                  <a:lnTo>
                    <a:pt x="606386" y="325173"/>
                  </a:lnTo>
                  <a:lnTo>
                    <a:pt x="606573" y="324459"/>
                  </a:lnTo>
                  <a:lnTo>
                    <a:pt x="606760" y="323545"/>
                  </a:lnTo>
                  <a:lnTo>
                    <a:pt x="606947" y="322746"/>
                  </a:lnTo>
                  <a:lnTo>
                    <a:pt x="607134" y="322041"/>
                  </a:lnTo>
                  <a:lnTo>
                    <a:pt x="607321" y="321287"/>
                  </a:lnTo>
                  <a:lnTo>
                    <a:pt x="607508" y="320538"/>
                  </a:lnTo>
                  <a:lnTo>
                    <a:pt x="607695" y="319599"/>
                  </a:lnTo>
                  <a:lnTo>
                    <a:pt x="607881" y="318291"/>
                  </a:lnTo>
                  <a:lnTo>
                    <a:pt x="608068" y="317084"/>
                  </a:lnTo>
                  <a:lnTo>
                    <a:pt x="608255" y="315638"/>
                  </a:lnTo>
                  <a:lnTo>
                    <a:pt x="608442" y="314087"/>
                  </a:lnTo>
                  <a:lnTo>
                    <a:pt x="608629" y="312313"/>
                  </a:lnTo>
                  <a:lnTo>
                    <a:pt x="608816" y="310416"/>
                  </a:lnTo>
                  <a:lnTo>
                    <a:pt x="609003" y="309000"/>
                  </a:lnTo>
                  <a:lnTo>
                    <a:pt x="609190" y="307669"/>
                  </a:lnTo>
                  <a:lnTo>
                    <a:pt x="609377" y="306695"/>
                  </a:lnTo>
                  <a:lnTo>
                    <a:pt x="609564" y="305918"/>
                  </a:lnTo>
                  <a:lnTo>
                    <a:pt x="609751" y="305070"/>
                  </a:lnTo>
                  <a:lnTo>
                    <a:pt x="609938" y="304322"/>
                  </a:lnTo>
                  <a:lnTo>
                    <a:pt x="610125" y="303494"/>
                  </a:lnTo>
                  <a:lnTo>
                    <a:pt x="610311" y="302709"/>
                  </a:lnTo>
                  <a:lnTo>
                    <a:pt x="610498" y="301889"/>
                  </a:lnTo>
                  <a:lnTo>
                    <a:pt x="610685" y="301161"/>
                  </a:lnTo>
                  <a:lnTo>
                    <a:pt x="610872" y="300478"/>
                  </a:lnTo>
                  <a:lnTo>
                    <a:pt x="611059" y="299868"/>
                  </a:lnTo>
                  <a:lnTo>
                    <a:pt x="611246" y="299461"/>
                  </a:lnTo>
                  <a:lnTo>
                    <a:pt x="611433" y="299157"/>
                  </a:lnTo>
                  <a:lnTo>
                    <a:pt x="611620" y="298889"/>
                  </a:lnTo>
                  <a:lnTo>
                    <a:pt x="611807" y="298590"/>
                  </a:lnTo>
                  <a:lnTo>
                    <a:pt x="611994" y="298534"/>
                  </a:lnTo>
                  <a:lnTo>
                    <a:pt x="612181" y="298477"/>
                  </a:lnTo>
                  <a:lnTo>
                    <a:pt x="612368" y="298501"/>
                  </a:lnTo>
                  <a:lnTo>
                    <a:pt x="612555" y="298513"/>
                  </a:lnTo>
                  <a:lnTo>
                    <a:pt x="612741" y="298377"/>
                  </a:lnTo>
                  <a:lnTo>
                    <a:pt x="612928" y="298476"/>
                  </a:lnTo>
                  <a:lnTo>
                    <a:pt x="613115" y="298590"/>
                  </a:lnTo>
                  <a:lnTo>
                    <a:pt x="613302" y="298579"/>
                  </a:lnTo>
                  <a:lnTo>
                    <a:pt x="613489" y="298422"/>
                  </a:lnTo>
                  <a:lnTo>
                    <a:pt x="613676" y="298107"/>
                  </a:lnTo>
                  <a:lnTo>
                    <a:pt x="613863" y="297043"/>
                  </a:lnTo>
                  <a:lnTo>
                    <a:pt x="614050" y="296096"/>
                  </a:lnTo>
                  <a:lnTo>
                    <a:pt x="614237" y="295102"/>
                  </a:lnTo>
                  <a:lnTo>
                    <a:pt x="614424" y="294221"/>
                  </a:lnTo>
                  <a:lnTo>
                    <a:pt x="614611" y="292901"/>
                  </a:lnTo>
                  <a:lnTo>
                    <a:pt x="614798" y="291133"/>
                  </a:lnTo>
                  <a:lnTo>
                    <a:pt x="614984" y="289212"/>
                  </a:lnTo>
                  <a:lnTo>
                    <a:pt x="615171" y="287385"/>
                  </a:lnTo>
                  <a:lnTo>
                    <a:pt x="615358" y="285625"/>
                  </a:lnTo>
                  <a:lnTo>
                    <a:pt x="615545" y="283851"/>
                  </a:lnTo>
                  <a:lnTo>
                    <a:pt x="615732" y="282493"/>
                  </a:lnTo>
                  <a:lnTo>
                    <a:pt x="615919" y="281136"/>
                  </a:lnTo>
                  <a:lnTo>
                    <a:pt x="616106" y="279857"/>
                  </a:lnTo>
                  <a:lnTo>
                    <a:pt x="616293" y="278633"/>
                  </a:lnTo>
                  <a:lnTo>
                    <a:pt x="616480" y="277188"/>
                  </a:lnTo>
                  <a:lnTo>
                    <a:pt x="616667" y="275889"/>
                  </a:lnTo>
                  <a:lnTo>
                    <a:pt x="616854" y="274930"/>
                  </a:lnTo>
                  <a:lnTo>
                    <a:pt x="617041" y="273842"/>
                  </a:lnTo>
                  <a:lnTo>
                    <a:pt x="617228" y="272717"/>
                  </a:lnTo>
                  <a:lnTo>
                    <a:pt x="617414" y="272009"/>
                  </a:lnTo>
                  <a:lnTo>
                    <a:pt x="617601" y="271595"/>
                  </a:lnTo>
                  <a:lnTo>
                    <a:pt x="617788" y="271432"/>
                  </a:lnTo>
                  <a:lnTo>
                    <a:pt x="617975" y="271787"/>
                  </a:lnTo>
                  <a:lnTo>
                    <a:pt x="618162" y="272456"/>
                  </a:lnTo>
                  <a:lnTo>
                    <a:pt x="618349" y="273196"/>
                  </a:lnTo>
                  <a:lnTo>
                    <a:pt x="618536" y="273774"/>
                  </a:lnTo>
                  <a:lnTo>
                    <a:pt x="618723" y="274547"/>
                  </a:lnTo>
                  <a:lnTo>
                    <a:pt x="618910" y="275399"/>
                  </a:lnTo>
                  <a:lnTo>
                    <a:pt x="619097" y="276172"/>
                  </a:lnTo>
                  <a:lnTo>
                    <a:pt x="619284" y="276955"/>
                  </a:lnTo>
                  <a:lnTo>
                    <a:pt x="619471" y="277533"/>
                  </a:lnTo>
                  <a:lnTo>
                    <a:pt x="619657" y="278432"/>
                  </a:lnTo>
                  <a:lnTo>
                    <a:pt x="619844" y="279260"/>
                  </a:lnTo>
                  <a:lnTo>
                    <a:pt x="620031" y="280133"/>
                  </a:lnTo>
                  <a:lnTo>
                    <a:pt x="620218" y="281193"/>
                  </a:lnTo>
                  <a:lnTo>
                    <a:pt x="620405" y="282348"/>
                  </a:lnTo>
                  <a:lnTo>
                    <a:pt x="620592" y="283625"/>
                  </a:lnTo>
                  <a:lnTo>
                    <a:pt x="620779" y="284700"/>
                  </a:lnTo>
                  <a:lnTo>
                    <a:pt x="620966" y="285702"/>
                  </a:lnTo>
                  <a:lnTo>
                    <a:pt x="621153" y="286618"/>
                  </a:lnTo>
                  <a:lnTo>
                    <a:pt x="621340" y="287707"/>
                  </a:lnTo>
                  <a:lnTo>
                    <a:pt x="621527" y="288875"/>
                  </a:lnTo>
                  <a:lnTo>
                    <a:pt x="621714" y="290166"/>
                  </a:lnTo>
                  <a:lnTo>
                    <a:pt x="621901" y="291531"/>
                  </a:lnTo>
                  <a:lnTo>
                    <a:pt x="622087" y="292646"/>
                  </a:lnTo>
                  <a:lnTo>
                    <a:pt x="622274" y="293899"/>
                  </a:lnTo>
                  <a:lnTo>
                    <a:pt x="622461" y="294933"/>
                  </a:lnTo>
                  <a:lnTo>
                    <a:pt x="622648" y="295965"/>
                  </a:lnTo>
                  <a:lnTo>
                    <a:pt x="622835" y="296829"/>
                  </a:lnTo>
                  <a:lnTo>
                    <a:pt x="623022" y="297401"/>
                  </a:lnTo>
                  <a:lnTo>
                    <a:pt x="623209" y="297897"/>
                  </a:lnTo>
                  <a:lnTo>
                    <a:pt x="623396" y="298206"/>
                  </a:lnTo>
                  <a:lnTo>
                    <a:pt x="623583" y="298471"/>
                  </a:lnTo>
                  <a:lnTo>
                    <a:pt x="623770" y="298736"/>
                  </a:lnTo>
                  <a:lnTo>
                    <a:pt x="623957" y="298991"/>
                  </a:lnTo>
                  <a:lnTo>
                    <a:pt x="624144" y="299039"/>
                  </a:lnTo>
                  <a:lnTo>
                    <a:pt x="624331" y="298889"/>
                  </a:lnTo>
                  <a:lnTo>
                    <a:pt x="624517" y="298239"/>
                  </a:lnTo>
                  <a:lnTo>
                    <a:pt x="624704" y="297510"/>
                  </a:lnTo>
                  <a:lnTo>
                    <a:pt x="624891" y="296783"/>
                  </a:lnTo>
                  <a:lnTo>
                    <a:pt x="625078" y="296003"/>
                  </a:lnTo>
                  <a:lnTo>
                    <a:pt x="625265" y="295209"/>
                  </a:lnTo>
                  <a:lnTo>
                    <a:pt x="625452" y="294325"/>
                  </a:lnTo>
                  <a:lnTo>
                    <a:pt x="625639" y="293480"/>
                  </a:lnTo>
                  <a:lnTo>
                    <a:pt x="625826" y="292676"/>
                  </a:lnTo>
                  <a:lnTo>
                    <a:pt x="626013" y="291769"/>
                  </a:lnTo>
                  <a:lnTo>
                    <a:pt x="626200" y="290897"/>
                  </a:lnTo>
                  <a:lnTo>
                    <a:pt x="626387" y="290193"/>
                  </a:lnTo>
                  <a:lnTo>
                    <a:pt x="626574" y="289489"/>
                  </a:lnTo>
                  <a:lnTo>
                    <a:pt x="626760" y="288746"/>
                  </a:lnTo>
                  <a:lnTo>
                    <a:pt x="626947" y="288092"/>
                  </a:lnTo>
                  <a:lnTo>
                    <a:pt x="627134" y="287482"/>
                  </a:lnTo>
                  <a:lnTo>
                    <a:pt x="627321" y="287146"/>
                  </a:lnTo>
                  <a:lnTo>
                    <a:pt x="627508" y="286727"/>
                  </a:lnTo>
                  <a:lnTo>
                    <a:pt x="627695" y="286295"/>
                  </a:lnTo>
                  <a:lnTo>
                    <a:pt x="627882" y="285866"/>
                  </a:lnTo>
                  <a:lnTo>
                    <a:pt x="628069" y="285647"/>
                  </a:lnTo>
                  <a:lnTo>
                    <a:pt x="628256" y="285761"/>
                  </a:lnTo>
                  <a:lnTo>
                    <a:pt x="628443" y="285907"/>
                  </a:lnTo>
                  <a:lnTo>
                    <a:pt x="628630" y="286067"/>
                  </a:lnTo>
                  <a:lnTo>
                    <a:pt x="628817" y="286353"/>
                  </a:lnTo>
                  <a:lnTo>
                    <a:pt x="629004" y="286413"/>
                  </a:lnTo>
                  <a:lnTo>
                    <a:pt x="629190" y="286633"/>
                  </a:lnTo>
                  <a:lnTo>
                    <a:pt x="629377" y="287088"/>
                  </a:lnTo>
                  <a:lnTo>
                    <a:pt x="629564" y="287564"/>
                  </a:lnTo>
                  <a:lnTo>
                    <a:pt x="629751" y="288120"/>
                  </a:lnTo>
                  <a:lnTo>
                    <a:pt x="629938" y="288664"/>
                  </a:lnTo>
                  <a:lnTo>
                    <a:pt x="630125" y="288787"/>
                  </a:lnTo>
                  <a:lnTo>
                    <a:pt x="630312" y="289024"/>
                  </a:lnTo>
                  <a:lnTo>
                    <a:pt x="630499" y="289220"/>
                  </a:lnTo>
                  <a:lnTo>
                    <a:pt x="630686" y="289509"/>
                  </a:lnTo>
                  <a:lnTo>
                    <a:pt x="630873" y="289560"/>
                  </a:lnTo>
                  <a:lnTo>
                    <a:pt x="631060" y="289490"/>
                  </a:lnTo>
                  <a:lnTo>
                    <a:pt x="631247" y="289544"/>
                  </a:lnTo>
                  <a:lnTo>
                    <a:pt x="631434" y="289510"/>
                  </a:lnTo>
                  <a:lnTo>
                    <a:pt x="631620" y="289488"/>
                  </a:lnTo>
                  <a:lnTo>
                    <a:pt x="631807" y="289618"/>
                  </a:lnTo>
                  <a:lnTo>
                    <a:pt x="631994" y="289710"/>
                  </a:lnTo>
                  <a:lnTo>
                    <a:pt x="632181" y="289668"/>
                  </a:lnTo>
                  <a:lnTo>
                    <a:pt x="632368" y="289654"/>
                  </a:lnTo>
                  <a:lnTo>
                    <a:pt x="632555" y="289648"/>
                  </a:lnTo>
                  <a:lnTo>
                    <a:pt x="632742" y="289505"/>
                  </a:lnTo>
                  <a:lnTo>
                    <a:pt x="632929" y="289451"/>
                  </a:lnTo>
                  <a:lnTo>
                    <a:pt x="633116" y="289233"/>
                  </a:lnTo>
                  <a:lnTo>
                    <a:pt x="633303" y="288893"/>
                  </a:lnTo>
                  <a:lnTo>
                    <a:pt x="633490" y="288480"/>
                  </a:lnTo>
                  <a:lnTo>
                    <a:pt x="633677" y="288229"/>
                  </a:lnTo>
                  <a:lnTo>
                    <a:pt x="633863" y="287910"/>
                  </a:lnTo>
                  <a:lnTo>
                    <a:pt x="634050" y="287672"/>
                  </a:lnTo>
                  <a:lnTo>
                    <a:pt x="634237" y="287439"/>
                  </a:lnTo>
                  <a:lnTo>
                    <a:pt x="634424" y="287140"/>
                  </a:lnTo>
                  <a:lnTo>
                    <a:pt x="634611" y="286915"/>
                  </a:lnTo>
                  <a:lnTo>
                    <a:pt x="634798" y="286591"/>
                  </a:lnTo>
                  <a:lnTo>
                    <a:pt x="634985" y="286235"/>
                  </a:lnTo>
                  <a:lnTo>
                    <a:pt x="635172" y="285879"/>
                  </a:lnTo>
                  <a:lnTo>
                    <a:pt x="635359" y="285397"/>
                  </a:lnTo>
                  <a:lnTo>
                    <a:pt x="635546" y="284765"/>
                  </a:lnTo>
                  <a:lnTo>
                    <a:pt x="635733" y="284197"/>
                  </a:lnTo>
                  <a:lnTo>
                    <a:pt x="635920" y="283750"/>
                  </a:lnTo>
                  <a:lnTo>
                    <a:pt x="636107" y="283057"/>
                  </a:lnTo>
                  <a:lnTo>
                    <a:pt x="636293" y="282440"/>
                  </a:lnTo>
                  <a:lnTo>
                    <a:pt x="636480" y="281851"/>
                  </a:lnTo>
                  <a:lnTo>
                    <a:pt x="636667" y="281360"/>
                  </a:lnTo>
                  <a:lnTo>
                    <a:pt x="636854" y="280816"/>
                  </a:lnTo>
                  <a:lnTo>
                    <a:pt x="637041" y="280103"/>
                  </a:lnTo>
                  <a:lnTo>
                    <a:pt x="637228" y="279535"/>
                  </a:lnTo>
                  <a:lnTo>
                    <a:pt x="637415" y="278836"/>
                  </a:lnTo>
                  <a:lnTo>
                    <a:pt x="637602" y="278103"/>
                  </a:lnTo>
                  <a:lnTo>
                    <a:pt x="637789" y="277275"/>
                  </a:lnTo>
                  <a:lnTo>
                    <a:pt x="637976" y="276524"/>
                  </a:lnTo>
                  <a:lnTo>
                    <a:pt x="638163" y="275773"/>
                  </a:lnTo>
                  <a:lnTo>
                    <a:pt x="638350" y="275021"/>
                  </a:lnTo>
                  <a:lnTo>
                    <a:pt x="638536" y="274298"/>
                  </a:lnTo>
                  <a:lnTo>
                    <a:pt x="638723" y="273412"/>
                  </a:lnTo>
                  <a:lnTo>
                    <a:pt x="638910" y="272788"/>
                  </a:lnTo>
                  <a:lnTo>
                    <a:pt x="639097" y="272085"/>
                  </a:lnTo>
                  <a:lnTo>
                    <a:pt x="639284" y="271287"/>
                  </a:lnTo>
                  <a:lnTo>
                    <a:pt x="639471" y="270604"/>
                  </a:lnTo>
                  <a:lnTo>
                    <a:pt x="639658" y="270051"/>
                  </a:lnTo>
                  <a:lnTo>
                    <a:pt x="639845" y="269508"/>
                  </a:lnTo>
                  <a:lnTo>
                    <a:pt x="640032" y="269029"/>
                  </a:lnTo>
                  <a:lnTo>
                    <a:pt x="640219" y="268760"/>
                  </a:lnTo>
                  <a:lnTo>
                    <a:pt x="640406" y="268690"/>
                  </a:lnTo>
                  <a:lnTo>
                    <a:pt x="640593" y="268679"/>
                  </a:lnTo>
                  <a:lnTo>
                    <a:pt x="640780" y="268483"/>
                  </a:lnTo>
                  <a:lnTo>
                    <a:pt x="640966" y="268176"/>
                  </a:lnTo>
                  <a:lnTo>
                    <a:pt x="641153" y="267759"/>
                  </a:lnTo>
                  <a:lnTo>
                    <a:pt x="641340" y="267252"/>
                  </a:lnTo>
                  <a:lnTo>
                    <a:pt x="641527" y="266937"/>
                  </a:lnTo>
                  <a:lnTo>
                    <a:pt x="641714" y="266736"/>
                  </a:lnTo>
                  <a:lnTo>
                    <a:pt x="641901" y="266748"/>
                  </a:lnTo>
                  <a:lnTo>
                    <a:pt x="642088" y="266659"/>
                  </a:lnTo>
                  <a:lnTo>
                    <a:pt x="642275" y="266590"/>
                  </a:lnTo>
                  <a:lnTo>
                    <a:pt x="642462" y="266508"/>
                  </a:lnTo>
                  <a:lnTo>
                    <a:pt x="642649" y="266653"/>
                  </a:lnTo>
                  <a:lnTo>
                    <a:pt x="642836" y="266633"/>
                  </a:lnTo>
                  <a:lnTo>
                    <a:pt x="643023" y="266456"/>
                  </a:lnTo>
                  <a:lnTo>
                    <a:pt x="643210" y="266496"/>
                  </a:lnTo>
                  <a:lnTo>
                    <a:pt x="643396" y="266524"/>
                  </a:lnTo>
                  <a:lnTo>
                    <a:pt x="643583" y="266642"/>
                  </a:lnTo>
                  <a:lnTo>
                    <a:pt x="643770" y="266894"/>
                  </a:lnTo>
                  <a:lnTo>
                    <a:pt x="643957" y="267223"/>
                  </a:lnTo>
                  <a:lnTo>
                    <a:pt x="644144" y="267796"/>
                  </a:lnTo>
                  <a:lnTo>
                    <a:pt x="644331" y="268452"/>
                  </a:lnTo>
                  <a:lnTo>
                    <a:pt x="644518" y="269088"/>
                  </a:lnTo>
                  <a:lnTo>
                    <a:pt x="644705" y="269787"/>
                  </a:lnTo>
                  <a:lnTo>
                    <a:pt x="644892" y="270827"/>
                  </a:lnTo>
                  <a:lnTo>
                    <a:pt x="645079" y="272057"/>
                  </a:lnTo>
                  <a:lnTo>
                    <a:pt x="645266" y="273409"/>
                  </a:lnTo>
                  <a:lnTo>
                    <a:pt x="645453" y="274639"/>
                  </a:lnTo>
                  <a:lnTo>
                    <a:pt x="645639" y="275980"/>
                  </a:lnTo>
                  <a:lnTo>
                    <a:pt x="645826" y="277402"/>
                  </a:lnTo>
                  <a:lnTo>
                    <a:pt x="646013" y="278950"/>
                  </a:lnTo>
                  <a:lnTo>
                    <a:pt x="646200" y="280533"/>
                  </a:lnTo>
                  <a:lnTo>
                    <a:pt x="646387" y="281712"/>
                  </a:lnTo>
                  <a:lnTo>
                    <a:pt x="646574" y="282839"/>
                  </a:lnTo>
                  <a:lnTo>
                    <a:pt x="646761" y="283610"/>
                  </a:lnTo>
                  <a:lnTo>
                    <a:pt x="646948" y="284280"/>
                  </a:lnTo>
                  <a:lnTo>
                    <a:pt x="647135" y="285020"/>
                  </a:lnTo>
                  <a:lnTo>
                    <a:pt x="647322" y="285618"/>
                  </a:lnTo>
                  <a:lnTo>
                    <a:pt x="647509" y="286311"/>
                  </a:lnTo>
                  <a:lnTo>
                    <a:pt x="647696" y="286805"/>
                  </a:lnTo>
                  <a:lnTo>
                    <a:pt x="647883" y="287246"/>
                  </a:lnTo>
                  <a:lnTo>
                    <a:pt x="648069" y="287702"/>
                  </a:lnTo>
                  <a:lnTo>
                    <a:pt x="648256" y="288266"/>
                  </a:lnTo>
                  <a:lnTo>
                    <a:pt x="648443" y="288825"/>
                  </a:lnTo>
                  <a:lnTo>
                    <a:pt x="648630" y="289392"/>
                  </a:lnTo>
                  <a:lnTo>
                    <a:pt x="648817" y="289759"/>
                  </a:lnTo>
                  <a:lnTo>
                    <a:pt x="649004" y="290293"/>
                  </a:lnTo>
                  <a:lnTo>
                    <a:pt x="649191" y="290738"/>
                  </a:lnTo>
                  <a:lnTo>
                    <a:pt x="649378" y="290907"/>
                  </a:lnTo>
                  <a:lnTo>
                    <a:pt x="649565" y="291146"/>
                  </a:lnTo>
                  <a:lnTo>
                    <a:pt x="649752" y="291378"/>
                  </a:lnTo>
                  <a:lnTo>
                    <a:pt x="649939" y="291621"/>
                  </a:lnTo>
                  <a:lnTo>
                    <a:pt x="650126" y="291997"/>
                  </a:lnTo>
                  <a:lnTo>
                    <a:pt x="650313" y="292034"/>
                  </a:lnTo>
                  <a:lnTo>
                    <a:pt x="650499" y="292169"/>
                  </a:lnTo>
                  <a:lnTo>
                    <a:pt x="650686" y="292335"/>
                  </a:lnTo>
                  <a:lnTo>
                    <a:pt x="650873" y="292623"/>
                  </a:lnTo>
                  <a:lnTo>
                    <a:pt x="651060" y="292992"/>
                  </a:lnTo>
                  <a:lnTo>
                    <a:pt x="651247" y="294108"/>
                  </a:lnTo>
                  <a:lnTo>
                    <a:pt x="651434" y="295092"/>
                  </a:lnTo>
                  <a:lnTo>
                    <a:pt x="651621" y="296181"/>
                  </a:lnTo>
                  <a:lnTo>
                    <a:pt x="651808" y="297253"/>
                  </a:lnTo>
                  <a:lnTo>
                    <a:pt x="651995" y="298864"/>
                  </a:lnTo>
                  <a:lnTo>
                    <a:pt x="652182" y="300893"/>
                  </a:lnTo>
                  <a:lnTo>
                    <a:pt x="652369" y="303002"/>
                  </a:lnTo>
                  <a:lnTo>
                    <a:pt x="652556" y="304937"/>
                  </a:lnTo>
                  <a:lnTo>
                    <a:pt x="652742" y="306741"/>
                  </a:lnTo>
                  <a:lnTo>
                    <a:pt x="652929" y="308634"/>
                  </a:lnTo>
                  <a:lnTo>
                    <a:pt x="653116" y="310254"/>
                  </a:lnTo>
                  <a:lnTo>
                    <a:pt x="653303" y="311815"/>
                  </a:lnTo>
                  <a:lnTo>
                    <a:pt x="653490" y="313321"/>
                  </a:lnTo>
                  <a:lnTo>
                    <a:pt x="653677" y="314797"/>
                  </a:lnTo>
                  <a:lnTo>
                    <a:pt x="653864" y="316604"/>
                  </a:lnTo>
                  <a:lnTo>
                    <a:pt x="654051" y="318113"/>
                  </a:lnTo>
                  <a:lnTo>
                    <a:pt x="654238" y="319466"/>
                  </a:lnTo>
                  <a:lnTo>
                    <a:pt x="654425" y="320732"/>
                  </a:lnTo>
                  <a:lnTo>
                    <a:pt x="654612" y="321867"/>
                  </a:lnTo>
                  <a:lnTo>
                    <a:pt x="654799" y="322548"/>
                  </a:lnTo>
                  <a:lnTo>
                    <a:pt x="654986" y="322962"/>
                  </a:lnTo>
                  <a:lnTo>
                    <a:pt x="655172" y="322985"/>
                  </a:lnTo>
                  <a:lnTo>
                    <a:pt x="655359" y="322781"/>
                  </a:lnTo>
                  <a:lnTo>
                    <a:pt x="655546" y="322382"/>
                  </a:lnTo>
                  <a:lnTo>
                    <a:pt x="655733" y="322020"/>
                  </a:lnTo>
                  <a:lnTo>
                    <a:pt x="655920" y="321664"/>
                  </a:lnTo>
                  <a:lnTo>
                    <a:pt x="656107" y="321095"/>
                  </a:lnTo>
                  <a:lnTo>
                    <a:pt x="656294" y="320286"/>
                  </a:lnTo>
                  <a:lnTo>
                    <a:pt x="656481" y="319512"/>
                  </a:lnTo>
                  <a:lnTo>
                    <a:pt x="656668" y="318815"/>
                  </a:lnTo>
                  <a:lnTo>
                    <a:pt x="656855" y="318096"/>
                  </a:lnTo>
                  <a:lnTo>
                    <a:pt x="657042" y="317191"/>
                  </a:lnTo>
                  <a:lnTo>
                    <a:pt x="657229" y="316286"/>
                  </a:lnTo>
                  <a:lnTo>
                    <a:pt x="657415" y="315521"/>
                  </a:lnTo>
                  <a:lnTo>
                    <a:pt x="657602" y="314675"/>
                  </a:lnTo>
                  <a:lnTo>
                    <a:pt x="657789" y="313731"/>
                  </a:lnTo>
                  <a:lnTo>
                    <a:pt x="657976" y="312822"/>
                  </a:lnTo>
                  <a:lnTo>
                    <a:pt x="658163" y="311977"/>
                  </a:lnTo>
                  <a:lnTo>
                    <a:pt x="658350" y="310991"/>
                  </a:lnTo>
                  <a:lnTo>
                    <a:pt x="658537" y="310114"/>
                  </a:lnTo>
                  <a:lnTo>
                    <a:pt x="658724" y="309367"/>
                  </a:lnTo>
                  <a:lnTo>
                    <a:pt x="658911" y="308600"/>
                  </a:lnTo>
                  <a:lnTo>
                    <a:pt x="659098" y="308084"/>
                  </a:lnTo>
                  <a:lnTo>
                    <a:pt x="659285" y="307526"/>
                  </a:lnTo>
                  <a:lnTo>
                    <a:pt x="659472" y="306848"/>
                  </a:lnTo>
                  <a:lnTo>
                    <a:pt x="659659" y="306128"/>
                  </a:lnTo>
                  <a:lnTo>
                    <a:pt x="659845" y="305238"/>
                  </a:lnTo>
                  <a:lnTo>
                    <a:pt x="660032" y="304267"/>
                  </a:lnTo>
                  <a:lnTo>
                    <a:pt x="660219" y="303408"/>
                  </a:lnTo>
                  <a:lnTo>
                    <a:pt x="660406" y="302544"/>
                  </a:lnTo>
                  <a:lnTo>
                    <a:pt x="660593" y="301829"/>
                  </a:lnTo>
                  <a:lnTo>
                    <a:pt x="660780" y="301149"/>
                  </a:lnTo>
                  <a:lnTo>
                    <a:pt x="660967" y="300673"/>
                  </a:lnTo>
                  <a:lnTo>
                    <a:pt x="661154" y="300240"/>
                  </a:lnTo>
                  <a:lnTo>
                    <a:pt x="661341" y="299817"/>
                  </a:lnTo>
                  <a:lnTo>
                    <a:pt x="661528" y="299419"/>
                  </a:lnTo>
                  <a:lnTo>
                    <a:pt x="661715" y="299096"/>
                  </a:lnTo>
                  <a:lnTo>
                    <a:pt x="661902" y="299125"/>
                  </a:lnTo>
                  <a:lnTo>
                    <a:pt x="662089" y="299378"/>
                  </a:lnTo>
                  <a:lnTo>
                    <a:pt x="662275" y="299880"/>
                  </a:lnTo>
                  <a:lnTo>
                    <a:pt x="662462" y="300542"/>
                  </a:lnTo>
                  <a:lnTo>
                    <a:pt x="662649" y="301256"/>
                  </a:lnTo>
                  <a:lnTo>
                    <a:pt x="662836" y="302134"/>
                  </a:lnTo>
                  <a:lnTo>
                    <a:pt x="663023" y="302873"/>
                  </a:lnTo>
                  <a:lnTo>
                    <a:pt x="663210" y="303589"/>
                  </a:lnTo>
                  <a:lnTo>
                    <a:pt x="663397" y="304496"/>
                  </a:lnTo>
                  <a:lnTo>
                    <a:pt x="663584" y="305491"/>
                  </a:lnTo>
                  <a:lnTo>
                    <a:pt x="663771" y="306385"/>
                  </a:lnTo>
                  <a:lnTo>
                    <a:pt x="663958" y="307341"/>
                  </a:lnTo>
                  <a:lnTo>
                    <a:pt x="664145" y="308259"/>
                  </a:lnTo>
                  <a:lnTo>
                    <a:pt x="664332" y="309264"/>
                  </a:lnTo>
                  <a:lnTo>
                    <a:pt x="664518" y="310226"/>
                  </a:lnTo>
                  <a:lnTo>
                    <a:pt x="664705" y="311037"/>
                  </a:lnTo>
                  <a:lnTo>
                    <a:pt x="664892" y="311791"/>
                  </a:lnTo>
                  <a:lnTo>
                    <a:pt x="665079" y="312632"/>
                  </a:lnTo>
                  <a:lnTo>
                    <a:pt x="665266" y="313435"/>
                  </a:lnTo>
                  <a:lnTo>
                    <a:pt x="665453" y="314126"/>
                  </a:lnTo>
                  <a:lnTo>
                    <a:pt x="665640" y="314571"/>
                  </a:lnTo>
                  <a:lnTo>
                    <a:pt x="665827" y="315022"/>
                  </a:lnTo>
                  <a:lnTo>
                    <a:pt x="666014" y="315460"/>
                  </a:lnTo>
                  <a:lnTo>
                    <a:pt x="666201" y="315682"/>
                  </a:lnTo>
                  <a:lnTo>
                    <a:pt x="666388" y="316113"/>
                  </a:lnTo>
                  <a:lnTo>
                    <a:pt x="666575" y="316584"/>
                  </a:lnTo>
                  <a:lnTo>
                    <a:pt x="666762" y="317079"/>
                  </a:lnTo>
                  <a:lnTo>
                    <a:pt x="666948" y="317729"/>
                  </a:lnTo>
                  <a:lnTo>
                    <a:pt x="667135" y="318327"/>
                  </a:lnTo>
                  <a:lnTo>
                    <a:pt x="667322" y="318961"/>
                  </a:lnTo>
                  <a:lnTo>
                    <a:pt x="667509" y="319640"/>
                  </a:lnTo>
                  <a:lnTo>
                    <a:pt x="667696" y="320247"/>
                  </a:lnTo>
                  <a:lnTo>
                    <a:pt x="667883" y="320937"/>
                  </a:lnTo>
                  <a:lnTo>
                    <a:pt x="668070" y="321441"/>
                  </a:lnTo>
                  <a:lnTo>
                    <a:pt x="668257" y="322078"/>
                  </a:lnTo>
                  <a:lnTo>
                    <a:pt x="668444" y="322858"/>
                  </a:lnTo>
                  <a:lnTo>
                    <a:pt x="668631" y="323526"/>
                  </a:lnTo>
                  <a:lnTo>
                    <a:pt x="668818" y="324192"/>
                  </a:lnTo>
                  <a:lnTo>
                    <a:pt x="669005" y="324852"/>
                  </a:lnTo>
                  <a:lnTo>
                    <a:pt x="669192" y="325369"/>
                  </a:lnTo>
                  <a:lnTo>
                    <a:pt x="669378" y="325799"/>
                  </a:lnTo>
                  <a:lnTo>
                    <a:pt x="669565" y="326147"/>
                  </a:lnTo>
                  <a:lnTo>
                    <a:pt x="669752" y="326189"/>
                  </a:lnTo>
                  <a:lnTo>
                    <a:pt x="669939" y="326210"/>
                  </a:lnTo>
                  <a:lnTo>
                    <a:pt x="670126" y="326059"/>
                  </a:lnTo>
                  <a:lnTo>
                    <a:pt x="670313" y="325805"/>
                  </a:lnTo>
                  <a:lnTo>
                    <a:pt x="670500" y="325504"/>
                  </a:lnTo>
                  <a:lnTo>
                    <a:pt x="670687" y="325159"/>
                  </a:lnTo>
                  <a:lnTo>
                    <a:pt x="670874" y="324829"/>
                  </a:lnTo>
                  <a:lnTo>
                    <a:pt x="671061" y="324305"/>
                  </a:lnTo>
                  <a:lnTo>
                    <a:pt x="671248" y="323705"/>
                  </a:lnTo>
                  <a:lnTo>
                    <a:pt x="671435" y="323080"/>
                  </a:lnTo>
                  <a:lnTo>
                    <a:pt x="671621" y="322595"/>
                  </a:lnTo>
                  <a:lnTo>
                    <a:pt x="671808" y="322068"/>
                  </a:lnTo>
                  <a:lnTo>
                    <a:pt x="671995" y="321500"/>
                  </a:lnTo>
                  <a:lnTo>
                    <a:pt x="672182" y="321134"/>
                  </a:lnTo>
                  <a:lnTo>
                    <a:pt x="672369" y="320807"/>
                  </a:lnTo>
                  <a:lnTo>
                    <a:pt x="672556" y="320584"/>
                  </a:lnTo>
                  <a:lnTo>
                    <a:pt x="672743" y="320357"/>
                  </a:lnTo>
                  <a:lnTo>
                    <a:pt x="672930" y="320284"/>
                  </a:lnTo>
                  <a:lnTo>
                    <a:pt x="673117" y="320340"/>
                  </a:lnTo>
                  <a:lnTo>
                    <a:pt x="673304" y="320519"/>
                  </a:lnTo>
                  <a:lnTo>
                    <a:pt x="673491" y="321020"/>
                  </a:lnTo>
                  <a:lnTo>
                    <a:pt x="673678" y="321379"/>
                  </a:lnTo>
                  <a:lnTo>
                    <a:pt x="673865" y="321718"/>
                  </a:lnTo>
                  <a:lnTo>
                    <a:pt x="674051" y="321990"/>
                  </a:lnTo>
                  <a:lnTo>
                    <a:pt x="674238" y="322174"/>
                  </a:lnTo>
                  <a:lnTo>
                    <a:pt x="674425" y="322439"/>
                  </a:lnTo>
                  <a:lnTo>
                    <a:pt x="674612" y="322577"/>
                  </a:lnTo>
                  <a:lnTo>
                    <a:pt x="674799" y="322722"/>
                  </a:lnTo>
                  <a:lnTo>
                    <a:pt x="674986" y="322885"/>
                  </a:lnTo>
                  <a:lnTo>
                    <a:pt x="675173" y="323158"/>
                  </a:lnTo>
                  <a:lnTo>
                    <a:pt x="675360" y="323474"/>
                  </a:lnTo>
                  <a:lnTo>
                    <a:pt x="675547" y="323956"/>
                  </a:lnTo>
                  <a:lnTo>
                    <a:pt x="675734" y="324391"/>
                  </a:lnTo>
                  <a:lnTo>
                    <a:pt x="675921" y="324708"/>
                  </a:lnTo>
                  <a:lnTo>
                    <a:pt x="676108" y="325069"/>
                  </a:lnTo>
                  <a:lnTo>
                    <a:pt x="676294" y="325062"/>
                  </a:lnTo>
                  <a:lnTo>
                    <a:pt x="676481" y="325162"/>
                  </a:lnTo>
                  <a:lnTo>
                    <a:pt x="676668" y="325356"/>
                  </a:lnTo>
                  <a:lnTo>
                    <a:pt x="676855" y="325329"/>
                  </a:lnTo>
                  <a:lnTo>
                    <a:pt x="677042" y="325394"/>
                  </a:lnTo>
                  <a:lnTo>
                    <a:pt x="677229" y="325579"/>
                  </a:lnTo>
                  <a:lnTo>
                    <a:pt x="677416" y="325931"/>
                  </a:lnTo>
                  <a:lnTo>
                    <a:pt x="677603" y="326221"/>
                  </a:lnTo>
                  <a:lnTo>
                    <a:pt x="677790" y="326687"/>
                  </a:lnTo>
                  <a:lnTo>
                    <a:pt x="677977" y="327101"/>
                  </a:lnTo>
                  <a:lnTo>
                    <a:pt x="678164" y="327681"/>
                  </a:lnTo>
                  <a:lnTo>
                    <a:pt x="678351" y="328394"/>
                  </a:lnTo>
                  <a:lnTo>
                    <a:pt x="678538" y="329150"/>
                  </a:lnTo>
                  <a:lnTo>
                    <a:pt x="678724" y="330282"/>
                  </a:lnTo>
                  <a:lnTo>
                    <a:pt x="678911" y="331359"/>
                  </a:lnTo>
                  <a:lnTo>
                    <a:pt x="679098" y="332343"/>
                  </a:lnTo>
                  <a:lnTo>
                    <a:pt x="679285" y="333151"/>
                  </a:lnTo>
                  <a:lnTo>
                    <a:pt x="679472" y="334041"/>
                  </a:lnTo>
                  <a:lnTo>
                    <a:pt x="679659" y="334976"/>
                  </a:lnTo>
                  <a:lnTo>
                    <a:pt x="679846" y="335790"/>
                  </a:lnTo>
                  <a:lnTo>
                    <a:pt x="680033" y="336657"/>
                  </a:lnTo>
                  <a:lnTo>
                    <a:pt x="680220" y="337430"/>
                  </a:lnTo>
                  <a:lnTo>
                    <a:pt x="680407" y="338065"/>
                  </a:lnTo>
                  <a:lnTo>
                    <a:pt x="680594" y="338275"/>
                  </a:lnTo>
                  <a:lnTo>
                    <a:pt x="680781" y="338489"/>
                  </a:lnTo>
                  <a:lnTo>
                    <a:pt x="680968" y="338569"/>
                  </a:lnTo>
                  <a:lnTo>
                    <a:pt x="681154" y="338520"/>
                  </a:lnTo>
                  <a:lnTo>
                    <a:pt x="681341" y="338411"/>
                  </a:lnTo>
                  <a:lnTo>
                    <a:pt x="681528" y="338159"/>
                  </a:lnTo>
                  <a:lnTo>
                    <a:pt x="681715" y="337569"/>
                  </a:lnTo>
                  <a:lnTo>
                    <a:pt x="681902" y="336634"/>
                  </a:lnTo>
                  <a:lnTo>
                    <a:pt x="682089" y="335716"/>
                  </a:lnTo>
                  <a:lnTo>
                    <a:pt x="682276" y="334611"/>
                  </a:lnTo>
                  <a:lnTo>
                    <a:pt x="682463" y="333571"/>
                  </a:lnTo>
                  <a:lnTo>
                    <a:pt x="682650" y="332771"/>
                  </a:lnTo>
                  <a:lnTo>
                    <a:pt x="682837" y="332096"/>
                  </a:lnTo>
                  <a:lnTo>
                    <a:pt x="683024" y="331468"/>
                  </a:lnTo>
                  <a:lnTo>
                    <a:pt x="683211" y="330843"/>
                  </a:lnTo>
                  <a:lnTo>
                    <a:pt x="683397" y="330189"/>
                  </a:lnTo>
                  <a:lnTo>
                    <a:pt x="683584" y="329610"/>
                  </a:lnTo>
                  <a:lnTo>
                    <a:pt x="683771" y="328905"/>
                  </a:lnTo>
                  <a:lnTo>
                    <a:pt x="683958" y="328110"/>
                  </a:lnTo>
                  <a:lnTo>
                    <a:pt x="684145" y="327378"/>
                  </a:lnTo>
                  <a:lnTo>
                    <a:pt x="684332" y="326613"/>
                  </a:lnTo>
                  <a:lnTo>
                    <a:pt x="684519" y="325962"/>
                  </a:lnTo>
                  <a:lnTo>
                    <a:pt x="684706" y="325678"/>
                  </a:lnTo>
                  <a:lnTo>
                    <a:pt x="684893" y="325436"/>
                  </a:lnTo>
                  <a:lnTo>
                    <a:pt x="685080" y="325300"/>
                  </a:lnTo>
                  <a:lnTo>
                    <a:pt x="685267" y="325226"/>
                  </a:lnTo>
                  <a:lnTo>
                    <a:pt x="685454" y="324908"/>
                  </a:lnTo>
                  <a:lnTo>
                    <a:pt x="685641" y="324540"/>
                  </a:lnTo>
                  <a:lnTo>
                    <a:pt x="685827" y="324225"/>
                  </a:lnTo>
                  <a:lnTo>
                    <a:pt x="686014" y="323956"/>
                  </a:lnTo>
                  <a:lnTo>
                    <a:pt x="686201" y="323782"/>
                  </a:lnTo>
                  <a:lnTo>
                    <a:pt x="686388" y="323396"/>
                  </a:lnTo>
                  <a:lnTo>
                    <a:pt x="686575" y="323219"/>
                  </a:lnTo>
                  <a:lnTo>
                    <a:pt x="686762" y="323277"/>
                  </a:lnTo>
                  <a:lnTo>
                    <a:pt x="686949" y="323318"/>
                  </a:lnTo>
                  <a:lnTo>
                    <a:pt x="687136" y="323359"/>
                  </a:lnTo>
                  <a:lnTo>
                    <a:pt x="687323" y="323399"/>
                  </a:lnTo>
                  <a:lnTo>
                    <a:pt x="687510" y="323313"/>
                  </a:lnTo>
                  <a:lnTo>
                    <a:pt x="687697" y="323434"/>
                  </a:lnTo>
                  <a:lnTo>
                    <a:pt x="687884" y="323443"/>
                  </a:lnTo>
                  <a:lnTo>
                    <a:pt x="688071" y="323505"/>
                  </a:lnTo>
                  <a:lnTo>
                    <a:pt x="688257" y="323589"/>
                  </a:lnTo>
                  <a:lnTo>
                    <a:pt x="688444" y="323778"/>
                  </a:lnTo>
                  <a:lnTo>
                    <a:pt x="688631" y="323698"/>
                  </a:lnTo>
                  <a:lnTo>
                    <a:pt x="688818" y="323416"/>
                  </a:lnTo>
                  <a:lnTo>
                    <a:pt x="689005" y="323061"/>
                  </a:lnTo>
                  <a:lnTo>
                    <a:pt x="689192" y="322706"/>
                  </a:lnTo>
                  <a:lnTo>
                    <a:pt x="689379" y="322391"/>
                  </a:lnTo>
                  <a:lnTo>
                    <a:pt x="689566" y="322005"/>
                  </a:lnTo>
                  <a:lnTo>
                    <a:pt x="689753" y="321629"/>
                  </a:lnTo>
                  <a:lnTo>
                    <a:pt x="689940" y="321183"/>
                  </a:lnTo>
                  <a:lnTo>
                    <a:pt x="690127" y="320695"/>
                  </a:lnTo>
                  <a:lnTo>
                    <a:pt x="690314" y="320369"/>
                  </a:lnTo>
                  <a:lnTo>
                    <a:pt x="690500" y="319822"/>
                  </a:lnTo>
                  <a:lnTo>
                    <a:pt x="690687" y="319436"/>
                  </a:lnTo>
                  <a:lnTo>
                    <a:pt x="690874" y="319066"/>
                  </a:lnTo>
                  <a:lnTo>
                    <a:pt x="691061" y="318668"/>
                  </a:lnTo>
                  <a:lnTo>
                    <a:pt x="691248" y="318295"/>
                  </a:lnTo>
                  <a:lnTo>
                    <a:pt x="691435" y="317945"/>
                  </a:lnTo>
                  <a:lnTo>
                    <a:pt x="691622" y="317692"/>
                  </a:lnTo>
                  <a:lnTo>
                    <a:pt x="691809" y="317628"/>
                  </a:lnTo>
                  <a:lnTo>
                    <a:pt x="691996" y="317583"/>
                  </a:lnTo>
                  <a:lnTo>
                    <a:pt x="692183" y="317584"/>
                  </a:lnTo>
                  <a:lnTo>
                    <a:pt x="692370" y="317558"/>
                  </a:lnTo>
                  <a:lnTo>
                    <a:pt x="692557" y="317806"/>
                  </a:lnTo>
                  <a:lnTo>
                    <a:pt x="692744" y="317867"/>
                  </a:lnTo>
                  <a:lnTo>
                    <a:pt x="692930" y="317936"/>
                  </a:lnTo>
                  <a:lnTo>
                    <a:pt x="693117" y="317959"/>
                  </a:lnTo>
                  <a:lnTo>
                    <a:pt x="693304" y="318190"/>
                  </a:lnTo>
                  <a:lnTo>
                    <a:pt x="693491" y="318611"/>
                  </a:lnTo>
                  <a:lnTo>
                    <a:pt x="693678" y="319196"/>
                  </a:lnTo>
                  <a:lnTo>
                    <a:pt x="693865" y="319824"/>
                  </a:lnTo>
                  <a:lnTo>
                    <a:pt x="694052" y="320401"/>
                  </a:lnTo>
                  <a:lnTo>
                    <a:pt x="694239" y="321195"/>
                  </a:lnTo>
                  <a:lnTo>
                    <a:pt x="694426" y="321890"/>
                  </a:lnTo>
                  <a:lnTo>
                    <a:pt x="694613" y="322559"/>
                  </a:lnTo>
                  <a:lnTo>
                    <a:pt x="694800" y="322843"/>
                  </a:lnTo>
                  <a:lnTo>
                    <a:pt x="694987" y="322919"/>
                  </a:lnTo>
                  <a:lnTo>
                    <a:pt x="695173" y="322903"/>
                  </a:lnTo>
                  <a:lnTo>
                    <a:pt x="695360" y="322754"/>
                  </a:lnTo>
                  <a:lnTo>
                    <a:pt x="695547" y="322787"/>
                  </a:lnTo>
                  <a:lnTo>
                    <a:pt x="695734" y="323130"/>
                  </a:lnTo>
                  <a:lnTo>
                    <a:pt x="695921" y="323470"/>
                  </a:lnTo>
                  <a:lnTo>
                    <a:pt x="696108" y="323627"/>
                  </a:lnTo>
                  <a:lnTo>
                    <a:pt x="696295" y="323713"/>
                  </a:lnTo>
                  <a:lnTo>
                    <a:pt x="696482" y="323488"/>
                  </a:lnTo>
                  <a:lnTo>
                    <a:pt x="696669" y="323232"/>
                  </a:lnTo>
                  <a:lnTo>
                    <a:pt x="696856" y="323065"/>
                  </a:lnTo>
                  <a:lnTo>
                    <a:pt x="697043" y="322939"/>
                  </a:lnTo>
                  <a:lnTo>
                    <a:pt x="697230" y="323142"/>
                  </a:lnTo>
                  <a:lnTo>
                    <a:pt x="697417" y="323449"/>
                  </a:lnTo>
                  <a:lnTo>
                    <a:pt x="697603" y="323871"/>
                  </a:lnTo>
                  <a:lnTo>
                    <a:pt x="697790" y="324156"/>
                  </a:lnTo>
                  <a:lnTo>
                    <a:pt x="697977" y="324349"/>
                  </a:lnTo>
                  <a:lnTo>
                    <a:pt x="698164" y="324375"/>
                  </a:lnTo>
                  <a:lnTo>
                    <a:pt x="698351" y="324123"/>
                  </a:lnTo>
                  <a:lnTo>
                    <a:pt x="698538" y="323819"/>
                  </a:lnTo>
                  <a:lnTo>
                    <a:pt x="698725" y="323306"/>
                  </a:lnTo>
                  <a:lnTo>
                    <a:pt x="698912" y="322782"/>
                  </a:lnTo>
                  <a:lnTo>
                    <a:pt x="699099" y="322496"/>
                  </a:lnTo>
                  <a:lnTo>
                    <a:pt x="699286" y="322292"/>
                  </a:lnTo>
                  <a:lnTo>
                    <a:pt x="699473" y="322003"/>
                  </a:lnTo>
                  <a:lnTo>
                    <a:pt x="699660" y="321611"/>
                  </a:lnTo>
                  <a:lnTo>
                    <a:pt x="699847" y="321111"/>
                  </a:lnTo>
                  <a:lnTo>
                    <a:pt x="700033" y="320488"/>
                  </a:lnTo>
                  <a:lnTo>
                    <a:pt x="700220" y="319865"/>
                  </a:lnTo>
                  <a:lnTo>
                    <a:pt x="700407" y="319424"/>
                  </a:lnTo>
                  <a:lnTo>
                    <a:pt x="700594" y="319115"/>
                  </a:lnTo>
                  <a:lnTo>
                    <a:pt x="700781" y="318849"/>
                  </a:lnTo>
                  <a:lnTo>
                    <a:pt x="700968" y="318609"/>
                  </a:lnTo>
                  <a:lnTo>
                    <a:pt x="701155" y="318470"/>
                  </a:lnTo>
                  <a:lnTo>
                    <a:pt x="701342" y="318186"/>
                  </a:lnTo>
                  <a:lnTo>
                    <a:pt x="701529" y="318004"/>
                  </a:lnTo>
                  <a:lnTo>
                    <a:pt x="701716" y="317871"/>
                  </a:lnTo>
                  <a:lnTo>
                    <a:pt x="701903" y="317738"/>
                  </a:lnTo>
                  <a:lnTo>
                    <a:pt x="702090" y="317604"/>
                  </a:lnTo>
                  <a:lnTo>
                    <a:pt x="702276" y="317330"/>
                  </a:lnTo>
                  <a:lnTo>
                    <a:pt x="702463" y="316906"/>
                  </a:lnTo>
                  <a:lnTo>
                    <a:pt x="702650" y="316369"/>
                  </a:lnTo>
                  <a:lnTo>
                    <a:pt x="702837" y="315702"/>
                  </a:lnTo>
                  <a:lnTo>
                    <a:pt x="703024" y="315130"/>
                  </a:lnTo>
                  <a:lnTo>
                    <a:pt x="703211" y="314568"/>
                  </a:lnTo>
                  <a:lnTo>
                    <a:pt x="703398" y="314006"/>
                  </a:lnTo>
                  <a:lnTo>
                    <a:pt x="703585" y="313534"/>
                  </a:lnTo>
                  <a:lnTo>
                    <a:pt x="703772" y="313078"/>
                  </a:lnTo>
                  <a:lnTo>
                    <a:pt x="703959" y="312568"/>
                  </a:lnTo>
                  <a:lnTo>
                    <a:pt x="704146" y="312136"/>
                  </a:lnTo>
                  <a:lnTo>
                    <a:pt x="704333" y="311655"/>
                  </a:lnTo>
                  <a:lnTo>
                    <a:pt x="704520" y="311125"/>
                  </a:lnTo>
                  <a:lnTo>
                    <a:pt x="704706" y="310559"/>
                  </a:lnTo>
                  <a:lnTo>
                    <a:pt x="704893" y="310240"/>
                  </a:lnTo>
                  <a:lnTo>
                    <a:pt x="705080" y="310024"/>
                  </a:lnTo>
                  <a:lnTo>
                    <a:pt x="705267" y="309835"/>
                  </a:lnTo>
                  <a:lnTo>
                    <a:pt x="705454" y="309856"/>
                  </a:lnTo>
                  <a:lnTo>
                    <a:pt x="705641" y="309869"/>
                  </a:lnTo>
                  <a:lnTo>
                    <a:pt x="705828" y="309862"/>
                  </a:lnTo>
                  <a:lnTo>
                    <a:pt x="706015" y="309739"/>
                  </a:lnTo>
                  <a:lnTo>
                    <a:pt x="706202" y="309615"/>
                  </a:lnTo>
                  <a:lnTo>
                    <a:pt x="706389" y="309485"/>
                  </a:lnTo>
                  <a:lnTo>
                    <a:pt x="706576" y="309410"/>
                  </a:lnTo>
                  <a:lnTo>
                    <a:pt x="706763" y="309449"/>
                  </a:lnTo>
                  <a:lnTo>
                    <a:pt x="706949" y="309605"/>
                  </a:lnTo>
                  <a:lnTo>
                    <a:pt x="707136" y="310002"/>
                  </a:lnTo>
                  <a:lnTo>
                    <a:pt x="707323" y="310420"/>
                  </a:lnTo>
                  <a:lnTo>
                    <a:pt x="707510" y="311011"/>
                  </a:lnTo>
                  <a:lnTo>
                    <a:pt x="707697" y="311603"/>
                  </a:lnTo>
                  <a:lnTo>
                    <a:pt x="707884" y="312244"/>
                  </a:lnTo>
                  <a:lnTo>
                    <a:pt x="708071" y="312920"/>
                  </a:lnTo>
                  <a:lnTo>
                    <a:pt x="708258" y="313499"/>
                  </a:lnTo>
                  <a:lnTo>
                    <a:pt x="708445" y="314189"/>
                  </a:lnTo>
                  <a:lnTo>
                    <a:pt x="708632" y="315111"/>
                  </a:lnTo>
                  <a:lnTo>
                    <a:pt x="708819" y="316092"/>
                  </a:lnTo>
                  <a:lnTo>
                    <a:pt x="709006" y="317043"/>
                  </a:lnTo>
                  <a:lnTo>
                    <a:pt x="709193" y="318079"/>
                  </a:lnTo>
                  <a:lnTo>
                    <a:pt x="709379" y="318943"/>
                  </a:lnTo>
                  <a:lnTo>
                    <a:pt x="709566" y="319526"/>
                  </a:lnTo>
                  <a:lnTo>
                    <a:pt x="709753" y="319949"/>
                  </a:lnTo>
                  <a:lnTo>
                    <a:pt x="709940" y="320022"/>
                  </a:lnTo>
                  <a:lnTo>
                    <a:pt x="710127" y="320159"/>
                  </a:lnTo>
                  <a:lnTo>
                    <a:pt x="710314" y="320345"/>
                  </a:lnTo>
                  <a:lnTo>
                    <a:pt x="710501" y="320402"/>
                  </a:lnTo>
                  <a:lnTo>
                    <a:pt x="710688" y="320258"/>
                  </a:lnTo>
                  <a:lnTo>
                    <a:pt x="710875" y="319976"/>
                  </a:lnTo>
                  <a:lnTo>
                    <a:pt x="711062" y="319739"/>
                  </a:lnTo>
                  <a:lnTo>
                    <a:pt x="711249" y="319513"/>
                  </a:lnTo>
                  <a:lnTo>
                    <a:pt x="711436" y="319135"/>
                  </a:lnTo>
                  <a:lnTo>
                    <a:pt x="711623" y="318881"/>
                  </a:lnTo>
                  <a:lnTo>
                    <a:pt x="711809" y="318539"/>
                  </a:lnTo>
                  <a:lnTo>
                    <a:pt x="711996" y="318209"/>
                  </a:lnTo>
                  <a:lnTo>
                    <a:pt x="712183" y="317892"/>
                  </a:lnTo>
                  <a:lnTo>
                    <a:pt x="712370" y="317548"/>
                  </a:lnTo>
                  <a:lnTo>
                    <a:pt x="712557" y="317275"/>
                  </a:lnTo>
                  <a:lnTo>
                    <a:pt x="712744" y="317227"/>
                  </a:lnTo>
                  <a:lnTo>
                    <a:pt x="712931" y="317110"/>
                  </a:lnTo>
                  <a:lnTo>
                    <a:pt x="713118" y="316785"/>
                  </a:lnTo>
                  <a:lnTo>
                    <a:pt x="713305" y="316340"/>
                  </a:lnTo>
                  <a:lnTo>
                    <a:pt x="713492" y="316194"/>
                  </a:lnTo>
                  <a:lnTo>
                    <a:pt x="713679" y="316406"/>
                  </a:lnTo>
                  <a:lnTo>
                    <a:pt x="713866" y="316593"/>
                  </a:lnTo>
                  <a:lnTo>
                    <a:pt x="714052" y="316853"/>
                  </a:lnTo>
                  <a:lnTo>
                    <a:pt x="714239" y="317400"/>
                  </a:lnTo>
                  <a:lnTo>
                    <a:pt x="714426" y="317853"/>
                  </a:lnTo>
                  <a:lnTo>
                    <a:pt x="714613" y="318296"/>
                  </a:lnTo>
                  <a:lnTo>
                    <a:pt x="714800" y="318573"/>
                  </a:lnTo>
                  <a:lnTo>
                    <a:pt x="714987" y="318821"/>
                  </a:lnTo>
                  <a:lnTo>
                    <a:pt x="715174" y="319109"/>
                  </a:lnTo>
                  <a:lnTo>
                    <a:pt x="715361" y="319436"/>
                  </a:lnTo>
                  <a:lnTo>
                    <a:pt x="715548" y="319763"/>
                  </a:lnTo>
                  <a:lnTo>
                    <a:pt x="715735" y="320229"/>
                  </a:lnTo>
                  <a:lnTo>
                    <a:pt x="715922" y="320727"/>
                  </a:lnTo>
                  <a:lnTo>
                    <a:pt x="716109" y="321067"/>
                  </a:lnTo>
                  <a:lnTo>
                    <a:pt x="716296" y="321454"/>
                  </a:lnTo>
                  <a:lnTo>
                    <a:pt x="716482" y="321866"/>
                  </a:lnTo>
                  <a:lnTo>
                    <a:pt x="716669" y="322467"/>
                  </a:lnTo>
                  <a:lnTo>
                    <a:pt x="716856" y="323279"/>
                  </a:lnTo>
                  <a:lnTo>
                    <a:pt x="717043" y="324057"/>
                  </a:lnTo>
                  <a:lnTo>
                    <a:pt x="717230" y="325014"/>
                  </a:lnTo>
                  <a:lnTo>
                    <a:pt x="717417" y="325920"/>
                  </a:lnTo>
                  <a:lnTo>
                    <a:pt x="717604" y="326918"/>
                  </a:lnTo>
                  <a:lnTo>
                    <a:pt x="717791" y="328037"/>
                  </a:lnTo>
                  <a:lnTo>
                    <a:pt x="717978" y="329156"/>
                  </a:lnTo>
                  <a:lnTo>
                    <a:pt x="718165" y="330275"/>
                  </a:lnTo>
                  <a:lnTo>
                    <a:pt x="718352" y="331482"/>
                  </a:lnTo>
                  <a:lnTo>
                    <a:pt x="718539" y="332709"/>
                  </a:lnTo>
                  <a:lnTo>
                    <a:pt x="718726" y="333989"/>
                  </a:lnTo>
                  <a:lnTo>
                    <a:pt x="718912" y="335318"/>
                  </a:lnTo>
                  <a:lnTo>
                    <a:pt x="719099" y="336788"/>
                  </a:lnTo>
                  <a:lnTo>
                    <a:pt x="719286" y="338515"/>
                  </a:lnTo>
                  <a:lnTo>
                    <a:pt x="719473" y="340231"/>
                  </a:lnTo>
                  <a:lnTo>
                    <a:pt x="719660" y="341736"/>
                  </a:lnTo>
                  <a:lnTo>
                    <a:pt x="719847" y="343185"/>
                  </a:lnTo>
                  <a:lnTo>
                    <a:pt x="720034" y="344421"/>
                  </a:lnTo>
                  <a:lnTo>
                    <a:pt x="720221" y="345533"/>
                  </a:lnTo>
                  <a:lnTo>
                    <a:pt x="720408" y="346494"/>
                  </a:lnTo>
                  <a:lnTo>
                    <a:pt x="720595" y="347306"/>
                  </a:lnTo>
                  <a:lnTo>
                    <a:pt x="720782" y="348140"/>
                  </a:lnTo>
                  <a:lnTo>
                    <a:pt x="720969" y="348988"/>
                  </a:lnTo>
                  <a:lnTo>
                    <a:pt x="721155" y="349847"/>
                  </a:lnTo>
                  <a:lnTo>
                    <a:pt x="721342" y="350512"/>
                  </a:lnTo>
                  <a:lnTo>
                    <a:pt x="721529" y="350686"/>
                  </a:lnTo>
                  <a:lnTo>
                    <a:pt x="721716" y="350699"/>
                  </a:lnTo>
                  <a:lnTo>
                    <a:pt x="721903" y="350516"/>
                  </a:lnTo>
                  <a:lnTo>
                    <a:pt x="722090" y="349719"/>
                  </a:lnTo>
                  <a:lnTo>
                    <a:pt x="722277" y="348655"/>
                  </a:lnTo>
                  <a:lnTo>
                    <a:pt x="722464" y="347324"/>
                  </a:lnTo>
                  <a:lnTo>
                    <a:pt x="722651" y="345950"/>
                  </a:lnTo>
                  <a:lnTo>
                    <a:pt x="722838" y="344848"/>
                  </a:lnTo>
                  <a:lnTo>
                    <a:pt x="723025" y="343585"/>
                  </a:lnTo>
                  <a:lnTo>
                    <a:pt x="723212" y="342178"/>
                  </a:lnTo>
                  <a:lnTo>
                    <a:pt x="723399" y="340673"/>
                  </a:lnTo>
                  <a:lnTo>
                    <a:pt x="723585" y="339237"/>
                  </a:lnTo>
                  <a:lnTo>
                    <a:pt x="723772" y="337753"/>
                  </a:lnTo>
                  <a:lnTo>
                    <a:pt x="723959" y="336099"/>
                  </a:lnTo>
                  <a:lnTo>
                    <a:pt x="724146" y="334391"/>
                  </a:lnTo>
                  <a:lnTo>
                    <a:pt x="724333" y="332969"/>
                  </a:lnTo>
                  <a:lnTo>
                    <a:pt x="724520" y="331641"/>
                  </a:lnTo>
                  <a:lnTo>
                    <a:pt x="724707" y="330201"/>
                  </a:lnTo>
                  <a:lnTo>
                    <a:pt x="724894" y="329011"/>
                  </a:lnTo>
                  <a:lnTo>
                    <a:pt x="725081" y="328124"/>
                  </a:lnTo>
                  <a:lnTo>
                    <a:pt x="725268" y="327604"/>
                  </a:lnTo>
                  <a:lnTo>
                    <a:pt x="725455" y="327009"/>
                  </a:lnTo>
                  <a:lnTo>
                    <a:pt x="725642" y="326421"/>
                  </a:lnTo>
                  <a:lnTo>
                    <a:pt x="725828" y="325854"/>
                  </a:lnTo>
                  <a:lnTo>
                    <a:pt x="726015" y="325830"/>
                  </a:lnTo>
                  <a:lnTo>
                    <a:pt x="726202" y="325938"/>
                  </a:lnTo>
                  <a:lnTo>
                    <a:pt x="726389" y="326047"/>
                  </a:lnTo>
                  <a:lnTo>
                    <a:pt x="726576" y="326205"/>
                  </a:lnTo>
                  <a:lnTo>
                    <a:pt x="726763" y="326458"/>
                  </a:lnTo>
                  <a:lnTo>
                    <a:pt x="726950" y="326718"/>
                  </a:lnTo>
                  <a:lnTo>
                    <a:pt x="727137" y="327115"/>
                  </a:lnTo>
                  <a:lnTo>
                    <a:pt x="727324" y="327630"/>
                  </a:lnTo>
                  <a:lnTo>
                    <a:pt x="727511" y="328296"/>
                  </a:lnTo>
                  <a:lnTo>
                    <a:pt x="727698" y="328910"/>
                  </a:lnTo>
                  <a:lnTo>
                    <a:pt x="727885" y="329673"/>
                  </a:lnTo>
                  <a:lnTo>
                    <a:pt x="728072" y="330250"/>
                  </a:lnTo>
                  <a:lnTo>
                    <a:pt x="728258" y="330848"/>
                  </a:lnTo>
                  <a:lnTo>
                    <a:pt x="728445" y="331441"/>
                  </a:lnTo>
                  <a:lnTo>
                    <a:pt x="728632" y="331786"/>
                  </a:lnTo>
                  <a:lnTo>
                    <a:pt x="728819" y="332190"/>
                  </a:lnTo>
                  <a:lnTo>
                    <a:pt x="729006" y="332505"/>
                  </a:lnTo>
                  <a:lnTo>
                    <a:pt x="729193" y="332715"/>
                  </a:lnTo>
                  <a:lnTo>
                    <a:pt x="729380" y="332713"/>
                  </a:lnTo>
                  <a:lnTo>
                    <a:pt x="729567" y="332702"/>
                  </a:lnTo>
                  <a:lnTo>
                    <a:pt x="729754" y="332690"/>
                  </a:lnTo>
                  <a:lnTo>
                    <a:pt x="729941" y="332556"/>
                  </a:lnTo>
                  <a:lnTo>
                    <a:pt x="730128" y="332459"/>
                  </a:lnTo>
                  <a:lnTo>
                    <a:pt x="730315" y="332343"/>
                  </a:lnTo>
                  <a:lnTo>
                    <a:pt x="730502" y="332227"/>
                  </a:lnTo>
                  <a:lnTo>
                    <a:pt x="730688" y="331950"/>
                  </a:lnTo>
                  <a:lnTo>
                    <a:pt x="730875" y="331647"/>
                  </a:lnTo>
                  <a:lnTo>
                    <a:pt x="731062" y="331634"/>
                  </a:lnTo>
                  <a:lnTo>
                    <a:pt x="731249" y="331669"/>
                  </a:lnTo>
                  <a:lnTo>
                    <a:pt x="731436" y="331804"/>
                  </a:lnTo>
                  <a:lnTo>
                    <a:pt x="731623" y="331779"/>
                  </a:lnTo>
                  <a:lnTo>
                    <a:pt x="731810" y="331835"/>
                  </a:lnTo>
                  <a:lnTo>
                    <a:pt x="731997" y="331939"/>
                  </a:lnTo>
                  <a:lnTo>
                    <a:pt x="732184" y="332352"/>
                  </a:lnTo>
                  <a:lnTo>
                    <a:pt x="732371" y="333064"/>
                  </a:lnTo>
                  <a:lnTo>
                    <a:pt x="732558" y="333998"/>
                  </a:lnTo>
                  <a:lnTo>
                    <a:pt x="732745" y="335047"/>
                  </a:lnTo>
                  <a:lnTo>
                    <a:pt x="732931" y="335954"/>
                  </a:lnTo>
                  <a:lnTo>
                    <a:pt x="733118" y="336718"/>
                  </a:lnTo>
                  <a:lnTo>
                    <a:pt x="733305" y="337281"/>
                  </a:lnTo>
                  <a:lnTo>
                    <a:pt x="733492" y="337771"/>
                  </a:lnTo>
                  <a:lnTo>
                    <a:pt x="733679" y="338219"/>
                  </a:lnTo>
                  <a:lnTo>
                    <a:pt x="733866" y="338678"/>
                  </a:lnTo>
                  <a:lnTo>
                    <a:pt x="734053" y="339025"/>
                  </a:lnTo>
                  <a:lnTo>
                    <a:pt x="734240" y="339484"/>
                  </a:lnTo>
                  <a:lnTo>
                    <a:pt x="734427" y="339835"/>
                  </a:lnTo>
                  <a:lnTo>
                    <a:pt x="734614" y="340193"/>
                  </a:lnTo>
                  <a:lnTo>
                    <a:pt x="734801" y="340412"/>
                  </a:lnTo>
                  <a:lnTo>
                    <a:pt x="734988" y="340451"/>
                  </a:lnTo>
                  <a:lnTo>
                    <a:pt x="735175" y="340342"/>
                  </a:lnTo>
                  <a:lnTo>
                    <a:pt x="735361" y="339966"/>
                  </a:lnTo>
                  <a:lnTo>
                    <a:pt x="735548" y="339469"/>
                  </a:lnTo>
                  <a:lnTo>
                    <a:pt x="735735" y="339064"/>
                  </a:lnTo>
                  <a:lnTo>
                    <a:pt x="735922" y="338732"/>
                  </a:lnTo>
                  <a:lnTo>
                    <a:pt x="736109" y="338667"/>
                  </a:lnTo>
                  <a:lnTo>
                    <a:pt x="736296" y="338802"/>
                  </a:lnTo>
                  <a:lnTo>
                    <a:pt x="736483" y="338714"/>
                  </a:lnTo>
                  <a:lnTo>
                    <a:pt x="736670" y="338576"/>
                  </a:lnTo>
                  <a:lnTo>
                    <a:pt x="736857" y="338418"/>
                  </a:lnTo>
                  <a:lnTo>
                    <a:pt x="737044" y="338118"/>
                  </a:lnTo>
                  <a:lnTo>
                    <a:pt x="737231" y="337748"/>
                  </a:lnTo>
                  <a:lnTo>
                    <a:pt x="737418" y="337459"/>
                  </a:lnTo>
                  <a:lnTo>
                    <a:pt x="737605" y="337180"/>
                  </a:lnTo>
                  <a:lnTo>
                    <a:pt x="737791" y="336984"/>
                  </a:lnTo>
                  <a:lnTo>
                    <a:pt x="737978" y="336632"/>
                  </a:lnTo>
                  <a:lnTo>
                    <a:pt x="738165" y="336405"/>
                  </a:lnTo>
                  <a:lnTo>
                    <a:pt x="738352" y="336209"/>
                  </a:lnTo>
                  <a:lnTo>
                    <a:pt x="738539" y="336195"/>
                  </a:lnTo>
                  <a:lnTo>
                    <a:pt x="738726" y="336198"/>
                  </a:lnTo>
                  <a:lnTo>
                    <a:pt x="738913" y="336163"/>
                  </a:lnTo>
                  <a:lnTo>
                    <a:pt x="739100" y="335986"/>
                  </a:lnTo>
                  <a:lnTo>
                    <a:pt x="739287" y="335820"/>
                  </a:lnTo>
                  <a:lnTo>
                    <a:pt x="739474" y="335843"/>
                  </a:lnTo>
                  <a:lnTo>
                    <a:pt x="739661" y="336032"/>
                  </a:lnTo>
                  <a:lnTo>
                    <a:pt x="739848" y="336316"/>
                  </a:lnTo>
                  <a:lnTo>
                    <a:pt x="740034" y="336761"/>
                  </a:lnTo>
                  <a:lnTo>
                    <a:pt x="740221" y="337303"/>
                  </a:lnTo>
                  <a:lnTo>
                    <a:pt x="740408" y="337922"/>
                  </a:lnTo>
                  <a:lnTo>
                    <a:pt x="740595" y="338527"/>
                  </a:lnTo>
                  <a:lnTo>
                    <a:pt x="740782" y="339083"/>
                  </a:lnTo>
                  <a:lnTo>
                    <a:pt x="740969" y="339543"/>
                  </a:lnTo>
                  <a:lnTo>
                    <a:pt x="741156" y="339985"/>
                  </a:lnTo>
                  <a:lnTo>
                    <a:pt x="741343" y="340302"/>
                  </a:lnTo>
                  <a:lnTo>
                    <a:pt x="741530" y="340458"/>
                  </a:lnTo>
                  <a:lnTo>
                    <a:pt x="741717" y="340565"/>
                  </a:lnTo>
                  <a:lnTo>
                    <a:pt x="741904" y="340629"/>
                  </a:lnTo>
                  <a:lnTo>
                    <a:pt x="742091" y="340677"/>
                  </a:lnTo>
                  <a:lnTo>
                    <a:pt x="742278" y="340472"/>
                  </a:lnTo>
                  <a:lnTo>
                    <a:pt x="742464" y="340184"/>
                  </a:lnTo>
                  <a:lnTo>
                    <a:pt x="742651" y="339873"/>
                  </a:lnTo>
                  <a:lnTo>
                    <a:pt x="742838" y="339372"/>
                  </a:lnTo>
                  <a:lnTo>
                    <a:pt x="743025" y="338802"/>
                  </a:lnTo>
                  <a:lnTo>
                    <a:pt x="743212" y="338180"/>
                  </a:lnTo>
                  <a:lnTo>
                    <a:pt x="743399" y="337664"/>
                  </a:lnTo>
                  <a:lnTo>
                    <a:pt x="743586" y="337114"/>
                  </a:lnTo>
                  <a:lnTo>
                    <a:pt x="743773" y="336631"/>
                  </a:lnTo>
                  <a:lnTo>
                    <a:pt x="743960" y="336236"/>
                  </a:lnTo>
                  <a:lnTo>
                    <a:pt x="744147" y="335856"/>
                  </a:lnTo>
                  <a:lnTo>
                    <a:pt x="744334" y="335490"/>
                  </a:lnTo>
                  <a:lnTo>
                    <a:pt x="744521" y="335151"/>
                  </a:lnTo>
                  <a:lnTo>
                    <a:pt x="744707" y="334920"/>
                  </a:lnTo>
                  <a:lnTo>
                    <a:pt x="744894" y="334744"/>
                  </a:lnTo>
                  <a:lnTo>
                    <a:pt x="745081" y="334623"/>
                  </a:lnTo>
                  <a:lnTo>
                    <a:pt x="745268" y="334446"/>
                  </a:lnTo>
                  <a:lnTo>
                    <a:pt x="745455" y="334329"/>
                  </a:lnTo>
                  <a:lnTo>
                    <a:pt x="745642" y="334179"/>
                  </a:lnTo>
                  <a:lnTo>
                    <a:pt x="745829" y="334105"/>
                  </a:lnTo>
                  <a:lnTo>
                    <a:pt x="746016" y="333800"/>
                  </a:lnTo>
                  <a:lnTo>
                    <a:pt x="746203" y="333489"/>
                  </a:lnTo>
                  <a:lnTo>
                    <a:pt x="746390" y="333006"/>
                  </a:lnTo>
                  <a:lnTo>
                    <a:pt x="746577" y="332472"/>
                  </a:lnTo>
                  <a:lnTo>
                    <a:pt x="746764" y="332268"/>
                  </a:lnTo>
                  <a:lnTo>
                    <a:pt x="746951" y="332191"/>
                  </a:lnTo>
                  <a:lnTo>
                    <a:pt x="747137" y="332296"/>
                  </a:lnTo>
                  <a:lnTo>
                    <a:pt x="747324" y="332657"/>
                  </a:lnTo>
                  <a:lnTo>
                    <a:pt x="747511" y="332958"/>
                  </a:lnTo>
                  <a:lnTo>
                    <a:pt x="747698" y="333293"/>
                  </a:lnTo>
                  <a:lnTo>
                    <a:pt x="747885" y="333604"/>
                  </a:lnTo>
                  <a:lnTo>
                    <a:pt x="748072" y="333982"/>
                  </a:lnTo>
                  <a:lnTo>
                    <a:pt x="748259" y="334311"/>
                  </a:lnTo>
                  <a:lnTo>
                    <a:pt x="748446" y="334751"/>
                  </a:lnTo>
                  <a:lnTo>
                    <a:pt x="748633" y="335182"/>
                  </a:lnTo>
                  <a:lnTo>
                    <a:pt x="748820" y="335619"/>
                  </a:lnTo>
                  <a:lnTo>
                    <a:pt x="749007" y="336148"/>
                  </a:lnTo>
                  <a:lnTo>
                    <a:pt x="749194" y="336753"/>
                  </a:lnTo>
                  <a:lnTo>
                    <a:pt x="749381" y="337462"/>
                  </a:lnTo>
                  <a:lnTo>
                    <a:pt x="749567" y="338316"/>
                  </a:lnTo>
                  <a:lnTo>
                    <a:pt x="749754" y="339038"/>
                  </a:lnTo>
                  <a:lnTo>
                    <a:pt x="749941" y="339630"/>
                  </a:lnTo>
                  <a:lnTo>
                    <a:pt x="750128" y="339779"/>
                  </a:lnTo>
                  <a:lnTo>
                    <a:pt x="750315" y="339786"/>
                  </a:lnTo>
                  <a:lnTo>
                    <a:pt x="750502" y="339939"/>
                  </a:lnTo>
                  <a:lnTo>
                    <a:pt x="750689" y="340292"/>
                  </a:lnTo>
                  <a:lnTo>
                    <a:pt x="750876" y="340393"/>
                  </a:lnTo>
                  <a:lnTo>
                    <a:pt x="751063" y="340296"/>
                  </a:lnTo>
                  <a:lnTo>
                    <a:pt x="751250" y="340152"/>
                  </a:lnTo>
                  <a:lnTo>
                    <a:pt x="751437" y="339715"/>
                  </a:lnTo>
                  <a:lnTo>
                    <a:pt x="751624" y="339195"/>
                  </a:lnTo>
                  <a:lnTo>
                    <a:pt x="751810" y="338785"/>
                  </a:lnTo>
                  <a:lnTo>
                    <a:pt x="751997" y="338374"/>
                  </a:lnTo>
                  <a:lnTo>
                    <a:pt x="752184" y="337832"/>
                  </a:lnTo>
                  <a:lnTo>
                    <a:pt x="752371" y="337049"/>
                  </a:lnTo>
                  <a:lnTo>
                    <a:pt x="752558" y="336285"/>
                  </a:lnTo>
                  <a:lnTo>
                    <a:pt x="752745" y="335618"/>
                  </a:lnTo>
                  <a:lnTo>
                    <a:pt x="752932" y="335163"/>
                  </a:lnTo>
                  <a:lnTo>
                    <a:pt x="753119" y="334862"/>
                  </a:lnTo>
                  <a:lnTo>
                    <a:pt x="753306" y="334564"/>
                  </a:lnTo>
                  <a:lnTo>
                    <a:pt x="753493" y="334269"/>
                  </a:lnTo>
                  <a:lnTo>
                    <a:pt x="753680" y="333847"/>
                  </a:lnTo>
                  <a:lnTo>
                    <a:pt x="753867" y="333455"/>
                  </a:lnTo>
                  <a:lnTo>
                    <a:pt x="754054" y="332993"/>
                  </a:lnTo>
                  <a:lnTo>
                    <a:pt x="754240" y="332553"/>
                  </a:lnTo>
                  <a:lnTo>
                    <a:pt x="754427" y="332121"/>
                  </a:lnTo>
                  <a:lnTo>
                    <a:pt x="754614" y="331516"/>
                  </a:lnTo>
                  <a:lnTo>
                    <a:pt x="754801" y="330840"/>
                  </a:lnTo>
                  <a:lnTo>
                    <a:pt x="754988" y="330164"/>
                  </a:lnTo>
                  <a:lnTo>
                    <a:pt x="755175" y="329463"/>
                  </a:lnTo>
                  <a:lnTo>
                    <a:pt x="755362" y="328717"/>
                  </a:lnTo>
                  <a:lnTo>
                    <a:pt x="755549" y="327971"/>
                  </a:lnTo>
                  <a:lnTo>
                    <a:pt x="755736" y="327225"/>
                  </a:lnTo>
                  <a:lnTo>
                    <a:pt x="755923" y="326455"/>
                  </a:lnTo>
                  <a:lnTo>
                    <a:pt x="756110" y="325530"/>
                  </a:lnTo>
                  <a:lnTo>
                    <a:pt x="756297" y="324520"/>
                  </a:lnTo>
                  <a:lnTo>
                    <a:pt x="756484" y="323592"/>
                  </a:lnTo>
                  <a:lnTo>
                    <a:pt x="756670" y="322808"/>
                  </a:lnTo>
                  <a:lnTo>
                    <a:pt x="756857" y="321981"/>
                  </a:lnTo>
                  <a:lnTo>
                    <a:pt x="757044" y="321171"/>
                  </a:lnTo>
                  <a:lnTo>
                    <a:pt x="757231" y="320544"/>
                  </a:lnTo>
                  <a:lnTo>
                    <a:pt x="757418" y="320054"/>
                  </a:lnTo>
                  <a:lnTo>
                    <a:pt x="757605" y="319768"/>
                  </a:lnTo>
                  <a:lnTo>
                    <a:pt x="757792" y="319585"/>
                  </a:lnTo>
                  <a:lnTo>
                    <a:pt x="757979" y="319389"/>
                  </a:lnTo>
                  <a:lnTo>
                    <a:pt x="758166" y="319142"/>
                  </a:lnTo>
                  <a:lnTo>
                    <a:pt x="758353" y="318863"/>
                  </a:lnTo>
                  <a:lnTo>
                    <a:pt x="758540" y="318564"/>
                  </a:lnTo>
                  <a:lnTo>
                    <a:pt x="758727" y="318497"/>
                  </a:lnTo>
                  <a:lnTo>
                    <a:pt x="758913" y="319025"/>
                  </a:lnTo>
                  <a:lnTo>
                    <a:pt x="759100" y="319812"/>
                  </a:lnTo>
                  <a:lnTo>
                    <a:pt x="759287" y="320628"/>
                  </a:lnTo>
                  <a:lnTo>
                    <a:pt x="759474" y="321724"/>
                  </a:lnTo>
                  <a:lnTo>
                    <a:pt x="759661" y="323036"/>
                  </a:lnTo>
                  <a:lnTo>
                    <a:pt x="759848" y="324625"/>
                  </a:lnTo>
                  <a:lnTo>
                    <a:pt x="760035" y="326121"/>
                  </a:lnTo>
                  <a:lnTo>
                    <a:pt x="760222" y="327410"/>
                  </a:lnTo>
                  <a:lnTo>
                    <a:pt x="760409" y="328658"/>
                  </a:lnTo>
                  <a:lnTo>
                    <a:pt x="760596" y="329893"/>
                  </a:lnTo>
                  <a:lnTo>
                    <a:pt x="760783" y="331213"/>
                  </a:lnTo>
                  <a:lnTo>
                    <a:pt x="760970" y="332738"/>
                  </a:lnTo>
                  <a:lnTo>
                    <a:pt x="761157" y="334343"/>
                  </a:lnTo>
                  <a:lnTo>
                    <a:pt x="761343" y="335934"/>
                  </a:lnTo>
                  <a:lnTo>
                    <a:pt x="761530" y="337471"/>
                  </a:lnTo>
                  <a:lnTo>
                    <a:pt x="761717" y="338604"/>
                  </a:lnTo>
                  <a:lnTo>
                    <a:pt x="761904" y="339643"/>
                  </a:lnTo>
                  <a:lnTo>
                    <a:pt x="762091" y="340936"/>
                  </a:lnTo>
                  <a:lnTo>
                    <a:pt x="762278" y="342123"/>
                  </a:lnTo>
                  <a:lnTo>
                    <a:pt x="762465" y="343008"/>
                  </a:lnTo>
                  <a:lnTo>
                    <a:pt x="762652" y="343518"/>
                  </a:lnTo>
                  <a:lnTo>
                    <a:pt x="762839" y="344034"/>
                  </a:lnTo>
                  <a:lnTo>
                    <a:pt x="763026" y="344542"/>
                  </a:lnTo>
                  <a:lnTo>
                    <a:pt x="763213" y="345099"/>
                  </a:lnTo>
                  <a:lnTo>
                    <a:pt x="763400" y="345430"/>
                  </a:lnTo>
                  <a:lnTo>
                    <a:pt x="763586" y="345817"/>
                  </a:lnTo>
                  <a:lnTo>
                    <a:pt x="763773" y="346210"/>
                  </a:lnTo>
                  <a:lnTo>
                    <a:pt x="763960" y="346531"/>
                  </a:lnTo>
                  <a:lnTo>
                    <a:pt x="764147" y="346623"/>
                  </a:lnTo>
                  <a:lnTo>
                    <a:pt x="764334" y="346703"/>
                  </a:lnTo>
                  <a:lnTo>
                    <a:pt x="764521" y="346469"/>
                  </a:lnTo>
                  <a:lnTo>
                    <a:pt x="764708" y="346188"/>
                  </a:lnTo>
                  <a:lnTo>
                    <a:pt x="764895" y="345859"/>
                  </a:lnTo>
                  <a:lnTo>
                    <a:pt x="765082" y="345326"/>
                  </a:lnTo>
                  <a:lnTo>
                    <a:pt x="765269" y="344786"/>
                  </a:lnTo>
                  <a:lnTo>
                    <a:pt x="765456" y="344336"/>
                  </a:lnTo>
                  <a:lnTo>
                    <a:pt x="765643" y="343799"/>
                  </a:lnTo>
                  <a:lnTo>
                    <a:pt x="765830" y="343267"/>
                  </a:lnTo>
                  <a:lnTo>
                    <a:pt x="766016" y="342835"/>
                  </a:lnTo>
                  <a:lnTo>
                    <a:pt x="766203" y="342404"/>
                  </a:lnTo>
                  <a:lnTo>
                    <a:pt x="766390" y="342004"/>
                  </a:lnTo>
                  <a:lnTo>
                    <a:pt x="766577" y="341673"/>
                  </a:lnTo>
                  <a:lnTo>
                    <a:pt x="766764" y="341383"/>
                  </a:lnTo>
                  <a:lnTo>
                    <a:pt x="766951" y="341176"/>
                  </a:lnTo>
                  <a:lnTo>
                    <a:pt x="767138" y="340879"/>
                  </a:lnTo>
                  <a:lnTo>
                    <a:pt x="767325" y="340740"/>
                  </a:lnTo>
                  <a:lnTo>
                    <a:pt x="767512" y="340899"/>
                  </a:lnTo>
                  <a:lnTo>
                    <a:pt x="767699" y="341031"/>
                  </a:lnTo>
                  <a:lnTo>
                    <a:pt x="767886" y="341276"/>
                  </a:lnTo>
                  <a:lnTo>
                    <a:pt x="768073" y="341538"/>
                  </a:lnTo>
                  <a:lnTo>
                    <a:pt x="768260" y="341673"/>
                  </a:lnTo>
                  <a:lnTo>
                    <a:pt x="768446" y="341677"/>
                  </a:lnTo>
                  <a:lnTo>
                    <a:pt x="768633" y="341557"/>
                  </a:lnTo>
                  <a:lnTo>
                    <a:pt x="768820" y="341349"/>
                  </a:lnTo>
                  <a:lnTo>
                    <a:pt x="769007" y="341129"/>
                  </a:lnTo>
                  <a:lnTo>
                    <a:pt x="769194" y="340857"/>
                  </a:lnTo>
                  <a:lnTo>
                    <a:pt x="769381" y="340540"/>
                  </a:lnTo>
                  <a:lnTo>
                    <a:pt x="769568" y="340159"/>
                  </a:lnTo>
                  <a:lnTo>
                    <a:pt x="769755" y="339779"/>
                  </a:lnTo>
                  <a:lnTo>
                    <a:pt x="769942" y="339420"/>
                  </a:lnTo>
                  <a:lnTo>
                    <a:pt x="770129" y="339055"/>
                  </a:lnTo>
                  <a:lnTo>
                    <a:pt x="770316" y="338532"/>
                  </a:lnTo>
                  <a:lnTo>
                    <a:pt x="770503" y="337968"/>
                  </a:lnTo>
                  <a:lnTo>
                    <a:pt x="770689" y="337374"/>
                  </a:lnTo>
                  <a:lnTo>
                    <a:pt x="770876" y="336836"/>
                  </a:lnTo>
                  <a:lnTo>
                    <a:pt x="771063" y="336338"/>
                  </a:lnTo>
                  <a:lnTo>
                    <a:pt x="771250" y="335629"/>
                  </a:lnTo>
                  <a:lnTo>
                    <a:pt x="771437" y="334427"/>
                  </a:lnTo>
                  <a:lnTo>
                    <a:pt x="771624" y="332687"/>
                  </a:lnTo>
                  <a:lnTo>
                    <a:pt x="771811" y="330931"/>
                  </a:lnTo>
                  <a:lnTo>
                    <a:pt x="771998" y="329136"/>
                  </a:lnTo>
                  <a:lnTo>
                    <a:pt x="772185" y="327284"/>
                  </a:lnTo>
                  <a:lnTo>
                    <a:pt x="772372" y="325546"/>
                  </a:lnTo>
                  <a:lnTo>
                    <a:pt x="772559" y="323932"/>
                  </a:lnTo>
                  <a:lnTo>
                    <a:pt x="772746" y="322317"/>
                  </a:lnTo>
                  <a:lnTo>
                    <a:pt x="772933" y="321308"/>
                  </a:lnTo>
                  <a:lnTo>
                    <a:pt x="773119" y="320362"/>
                  </a:lnTo>
                  <a:lnTo>
                    <a:pt x="773306" y="319670"/>
                  </a:lnTo>
                  <a:lnTo>
                    <a:pt x="773493" y="318855"/>
                  </a:lnTo>
                  <a:lnTo>
                    <a:pt x="773680" y="317901"/>
                  </a:lnTo>
                  <a:lnTo>
                    <a:pt x="773867" y="317041"/>
                  </a:lnTo>
                  <a:lnTo>
                    <a:pt x="774054" y="316229"/>
                  </a:lnTo>
                  <a:lnTo>
                    <a:pt x="774241" y="315716"/>
                  </a:lnTo>
                  <a:lnTo>
                    <a:pt x="774428" y="315350"/>
                  </a:lnTo>
                  <a:lnTo>
                    <a:pt x="774615" y="315265"/>
                  </a:lnTo>
                  <a:lnTo>
                    <a:pt x="774802" y="315276"/>
                  </a:lnTo>
                  <a:lnTo>
                    <a:pt x="774989" y="315567"/>
                  </a:lnTo>
                  <a:lnTo>
                    <a:pt x="775176" y="315771"/>
                  </a:lnTo>
                  <a:lnTo>
                    <a:pt x="775363" y="315812"/>
                  </a:lnTo>
                  <a:lnTo>
                    <a:pt x="775549" y="315532"/>
                  </a:lnTo>
                  <a:lnTo>
                    <a:pt x="775736" y="314996"/>
                  </a:lnTo>
                  <a:lnTo>
                    <a:pt x="775923" y="314092"/>
                  </a:lnTo>
                  <a:lnTo>
                    <a:pt x="776110" y="312889"/>
                  </a:lnTo>
                  <a:lnTo>
                    <a:pt x="776297" y="311814"/>
                  </a:lnTo>
                  <a:lnTo>
                    <a:pt x="776484" y="310893"/>
                  </a:lnTo>
                  <a:lnTo>
                    <a:pt x="776671" y="309961"/>
                  </a:lnTo>
                  <a:lnTo>
                    <a:pt x="776858" y="308841"/>
                  </a:lnTo>
                  <a:lnTo>
                    <a:pt x="777045" y="307590"/>
                  </a:lnTo>
                  <a:lnTo>
                    <a:pt x="777232" y="306236"/>
                  </a:lnTo>
                  <a:lnTo>
                    <a:pt x="777419" y="304825"/>
                  </a:lnTo>
                  <a:lnTo>
                    <a:pt x="777606" y="303228"/>
                  </a:lnTo>
                  <a:lnTo>
                    <a:pt x="777792" y="301456"/>
                  </a:lnTo>
                  <a:lnTo>
                    <a:pt x="777979" y="299620"/>
                  </a:lnTo>
                  <a:lnTo>
                    <a:pt x="778166" y="297973"/>
                  </a:lnTo>
                  <a:lnTo>
                    <a:pt x="778353" y="296695"/>
                  </a:lnTo>
                  <a:lnTo>
                    <a:pt x="778540" y="295555"/>
                  </a:lnTo>
                  <a:lnTo>
                    <a:pt x="778727" y="294496"/>
                  </a:lnTo>
                  <a:lnTo>
                    <a:pt x="778914" y="293569"/>
                  </a:lnTo>
                  <a:lnTo>
                    <a:pt x="779101" y="292653"/>
                  </a:lnTo>
                  <a:lnTo>
                    <a:pt x="779288" y="291650"/>
                  </a:lnTo>
                  <a:lnTo>
                    <a:pt x="779475" y="290719"/>
                  </a:lnTo>
                  <a:lnTo>
                    <a:pt x="779662" y="290008"/>
                  </a:lnTo>
                  <a:lnTo>
                    <a:pt x="779849" y="289415"/>
                  </a:lnTo>
                  <a:lnTo>
                    <a:pt x="780036" y="288870"/>
                  </a:lnTo>
                  <a:lnTo>
                    <a:pt x="780222" y="288435"/>
                  </a:lnTo>
                  <a:lnTo>
                    <a:pt x="780409" y="288068"/>
                  </a:lnTo>
                  <a:lnTo>
                    <a:pt x="780596" y="287757"/>
                  </a:lnTo>
                  <a:lnTo>
                    <a:pt x="780783" y="287369"/>
                  </a:lnTo>
                  <a:lnTo>
                    <a:pt x="780970" y="287077"/>
                  </a:lnTo>
                  <a:lnTo>
                    <a:pt x="781157" y="286680"/>
                  </a:lnTo>
                  <a:lnTo>
                    <a:pt x="781344" y="286279"/>
                  </a:lnTo>
                  <a:lnTo>
                    <a:pt x="781531" y="285856"/>
                  </a:lnTo>
                  <a:lnTo>
                    <a:pt x="781718" y="285400"/>
                  </a:lnTo>
                  <a:lnTo>
                    <a:pt x="781905" y="284972"/>
                  </a:lnTo>
                  <a:lnTo>
                    <a:pt x="782092" y="284458"/>
                  </a:lnTo>
                  <a:lnTo>
                    <a:pt x="782279" y="283778"/>
                  </a:lnTo>
                  <a:lnTo>
                    <a:pt x="782465" y="283039"/>
                  </a:lnTo>
                  <a:lnTo>
                    <a:pt x="782652" y="282391"/>
                  </a:lnTo>
                  <a:lnTo>
                    <a:pt x="782839" y="281684"/>
                  </a:lnTo>
                  <a:lnTo>
                    <a:pt x="783026" y="281110"/>
                  </a:lnTo>
                  <a:lnTo>
                    <a:pt x="783213" y="280330"/>
                  </a:lnTo>
                  <a:lnTo>
                    <a:pt x="783400" y="279824"/>
                  </a:lnTo>
                  <a:lnTo>
                    <a:pt x="783587" y="279369"/>
                  </a:lnTo>
                  <a:lnTo>
                    <a:pt x="783774" y="278956"/>
                  </a:lnTo>
                  <a:lnTo>
                    <a:pt x="783961" y="278679"/>
                  </a:lnTo>
                  <a:lnTo>
                    <a:pt x="784148" y="278145"/>
                  </a:lnTo>
                  <a:lnTo>
                    <a:pt x="784335" y="277669"/>
                  </a:lnTo>
                  <a:lnTo>
                    <a:pt x="784522" y="277293"/>
                  </a:lnTo>
                  <a:lnTo>
                    <a:pt x="784709" y="276675"/>
                  </a:lnTo>
                  <a:lnTo>
                    <a:pt x="784895" y="276255"/>
                  </a:lnTo>
                  <a:lnTo>
                    <a:pt x="785082" y="275895"/>
                  </a:lnTo>
                  <a:lnTo>
                    <a:pt x="785269" y="275610"/>
                  </a:lnTo>
                  <a:lnTo>
                    <a:pt x="785456" y="275042"/>
                  </a:lnTo>
                  <a:lnTo>
                    <a:pt x="785643" y="274663"/>
                  </a:lnTo>
                  <a:lnTo>
                    <a:pt x="785830" y="274066"/>
                  </a:lnTo>
                  <a:lnTo>
                    <a:pt x="786017" y="273401"/>
                  </a:lnTo>
                  <a:lnTo>
                    <a:pt x="786204" y="272678"/>
                  </a:lnTo>
                  <a:lnTo>
                    <a:pt x="786391" y="271872"/>
                  </a:lnTo>
                  <a:lnTo>
                    <a:pt x="786578" y="271152"/>
                  </a:lnTo>
                  <a:lnTo>
                    <a:pt x="786765" y="270329"/>
                  </a:lnTo>
                  <a:lnTo>
                    <a:pt x="786952" y="269808"/>
                  </a:lnTo>
                  <a:lnTo>
                    <a:pt x="787139" y="269513"/>
                  </a:lnTo>
                  <a:lnTo>
                    <a:pt x="787325" y="269064"/>
                  </a:lnTo>
                  <a:lnTo>
                    <a:pt x="787512" y="268765"/>
                  </a:lnTo>
                  <a:lnTo>
                    <a:pt x="787699" y="268510"/>
                  </a:lnTo>
                  <a:lnTo>
                    <a:pt x="787886" y="268469"/>
                  </a:lnTo>
                  <a:lnTo>
                    <a:pt x="788073" y="268323"/>
                  </a:lnTo>
                  <a:lnTo>
                    <a:pt x="788260" y="268398"/>
                  </a:lnTo>
                  <a:lnTo>
                    <a:pt x="788447" y="268336"/>
                  </a:lnTo>
                  <a:lnTo>
                    <a:pt x="788634" y="267990"/>
                  </a:lnTo>
                  <a:lnTo>
                    <a:pt x="788821" y="267778"/>
                  </a:lnTo>
                  <a:lnTo>
                    <a:pt x="789008" y="267700"/>
                  </a:lnTo>
                  <a:lnTo>
                    <a:pt x="789195" y="267401"/>
                  </a:lnTo>
                  <a:lnTo>
                    <a:pt x="789382" y="267066"/>
                  </a:lnTo>
                  <a:lnTo>
                    <a:pt x="789568" y="266862"/>
                  </a:lnTo>
                  <a:lnTo>
                    <a:pt x="789755" y="266771"/>
                  </a:lnTo>
                  <a:lnTo>
                    <a:pt x="789942" y="266428"/>
                  </a:lnTo>
                  <a:lnTo>
                    <a:pt x="790129" y="266173"/>
                  </a:lnTo>
                  <a:lnTo>
                    <a:pt x="790316" y="265656"/>
                  </a:lnTo>
                  <a:lnTo>
                    <a:pt x="790503" y="264983"/>
                  </a:lnTo>
                  <a:lnTo>
                    <a:pt x="790690" y="264253"/>
                  </a:lnTo>
                  <a:lnTo>
                    <a:pt x="790877" y="263310"/>
                  </a:lnTo>
                  <a:lnTo>
                    <a:pt x="791064" y="262348"/>
                  </a:lnTo>
                  <a:lnTo>
                    <a:pt x="791251" y="261506"/>
                  </a:lnTo>
                  <a:lnTo>
                    <a:pt x="791438" y="260821"/>
                  </a:lnTo>
                  <a:lnTo>
                    <a:pt x="791625" y="259960"/>
                  </a:lnTo>
                  <a:lnTo>
                    <a:pt x="791812" y="259024"/>
                  </a:lnTo>
                  <a:lnTo>
                    <a:pt x="791998" y="258190"/>
                  </a:lnTo>
                  <a:lnTo>
                    <a:pt x="792185" y="257351"/>
                  </a:lnTo>
                  <a:lnTo>
                    <a:pt x="792372" y="256405"/>
                  </a:lnTo>
                  <a:lnTo>
                    <a:pt x="792559" y="255483"/>
                  </a:lnTo>
                  <a:lnTo>
                    <a:pt x="792746" y="254633"/>
                  </a:lnTo>
                  <a:lnTo>
                    <a:pt x="792933" y="253637"/>
                  </a:lnTo>
                  <a:lnTo>
                    <a:pt x="793120" y="252618"/>
                  </a:lnTo>
                  <a:lnTo>
                    <a:pt x="793307" y="251351"/>
                  </a:lnTo>
                  <a:lnTo>
                    <a:pt x="793494" y="250138"/>
                  </a:lnTo>
                  <a:lnTo>
                    <a:pt x="793681" y="248859"/>
                  </a:lnTo>
                  <a:lnTo>
                    <a:pt x="793868" y="247500"/>
                  </a:lnTo>
                  <a:lnTo>
                    <a:pt x="794055" y="245838"/>
                  </a:lnTo>
                  <a:lnTo>
                    <a:pt x="794242" y="244073"/>
                  </a:lnTo>
                  <a:lnTo>
                    <a:pt x="794428" y="242459"/>
                  </a:lnTo>
                  <a:lnTo>
                    <a:pt x="794615" y="240691"/>
                  </a:lnTo>
                  <a:lnTo>
                    <a:pt x="794802" y="238867"/>
                  </a:lnTo>
                  <a:lnTo>
                    <a:pt x="794989" y="237083"/>
                  </a:lnTo>
                  <a:lnTo>
                    <a:pt x="795176" y="235463"/>
                  </a:lnTo>
                  <a:lnTo>
                    <a:pt x="795363" y="233809"/>
                  </a:lnTo>
                  <a:lnTo>
                    <a:pt x="795550" y="232285"/>
                  </a:lnTo>
                  <a:lnTo>
                    <a:pt x="795737" y="230988"/>
                  </a:lnTo>
                  <a:lnTo>
                    <a:pt x="795924" y="229822"/>
                  </a:lnTo>
                  <a:lnTo>
                    <a:pt x="796111" y="228815"/>
                  </a:lnTo>
                  <a:lnTo>
                    <a:pt x="796298" y="227658"/>
                  </a:lnTo>
                  <a:lnTo>
                    <a:pt x="796485" y="226609"/>
                  </a:lnTo>
                  <a:lnTo>
                    <a:pt x="796671" y="225675"/>
                  </a:lnTo>
                  <a:lnTo>
                    <a:pt x="796858" y="224884"/>
                  </a:lnTo>
                  <a:lnTo>
                    <a:pt x="797045" y="224282"/>
                  </a:lnTo>
                  <a:lnTo>
                    <a:pt x="797232" y="223639"/>
                  </a:lnTo>
                  <a:lnTo>
                    <a:pt x="797419" y="223404"/>
                  </a:lnTo>
                  <a:lnTo>
                    <a:pt x="797606" y="223398"/>
                  </a:lnTo>
                  <a:lnTo>
                    <a:pt x="797793" y="223676"/>
                  </a:lnTo>
                  <a:lnTo>
                    <a:pt x="797980" y="224016"/>
                  </a:lnTo>
                  <a:lnTo>
                    <a:pt x="798167" y="224423"/>
                  </a:lnTo>
                  <a:lnTo>
                    <a:pt x="798354" y="224609"/>
                  </a:lnTo>
                  <a:lnTo>
                    <a:pt x="798541" y="224749"/>
                  </a:lnTo>
                  <a:lnTo>
                    <a:pt x="798728" y="224912"/>
                  </a:lnTo>
                  <a:lnTo>
                    <a:pt x="798915" y="225070"/>
                  </a:lnTo>
                  <a:lnTo>
                    <a:pt x="799101" y="225345"/>
                  </a:lnTo>
                  <a:lnTo>
                    <a:pt x="799288" y="225619"/>
                  </a:lnTo>
                  <a:lnTo>
                    <a:pt x="799475" y="225771"/>
                  </a:lnTo>
                  <a:lnTo>
                    <a:pt x="799662" y="226030"/>
                  </a:lnTo>
                  <a:lnTo>
                    <a:pt x="799849" y="226289"/>
                  </a:lnTo>
                  <a:lnTo>
                    <a:pt x="800036" y="226555"/>
                  </a:lnTo>
                  <a:lnTo>
                    <a:pt x="800223" y="226926"/>
                  </a:lnTo>
                  <a:lnTo>
                    <a:pt x="800410" y="227298"/>
                  </a:lnTo>
                  <a:lnTo>
                    <a:pt x="800597" y="227471"/>
                  </a:lnTo>
                  <a:lnTo>
                    <a:pt x="800784" y="227537"/>
                  </a:lnTo>
                  <a:lnTo>
                    <a:pt x="800971" y="227532"/>
                  </a:lnTo>
                  <a:lnTo>
                    <a:pt x="801158" y="227383"/>
                  </a:lnTo>
                  <a:lnTo>
                    <a:pt x="801344" y="227255"/>
                  </a:lnTo>
                  <a:lnTo>
                    <a:pt x="801531" y="227262"/>
                  </a:lnTo>
                  <a:lnTo>
                    <a:pt x="801718" y="227274"/>
                  </a:lnTo>
                  <a:lnTo>
                    <a:pt x="801905" y="227462"/>
                  </a:lnTo>
                  <a:lnTo>
                    <a:pt x="802092" y="227651"/>
                  </a:lnTo>
                  <a:lnTo>
                    <a:pt x="802279" y="227842"/>
                  </a:lnTo>
                  <a:lnTo>
                    <a:pt x="802466" y="228112"/>
                  </a:lnTo>
                  <a:lnTo>
                    <a:pt x="802653" y="228417"/>
                  </a:lnTo>
                  <a:lnTo>
                    <a:pt x="802840" y="228716"/>
                  </a:lnTo>
                  <a:lnTo>
                    <a:pt x="803027" y="229043"/>
                  </a:lnTo>
                  <a:lnTo>
                    <a:pt x="803214" y="229371"/>
                  </a:lnTo>
                  <a:lnTo>
                    <a:pt x="803401" y="229698"/>
                  </a:lnTo>
                  <a:lnTo>
                    <a:pt x="803588" y="230025"/>
                  </a:lnTo>
                  <a:lnTo>
                    <a:pt x="803774" y="230321"/>
                  </a:lnTo>
                  <a:lnTo>
                    <a:pt x="803961" y="230653"/>
                  </a:lnTo>
                  <a:lnTo>
                    <a:pt x="804148" y="231157"/>
                  </a:lnTo>
                  <a:lnTo>
                    <a:pt x="804335" y="231576"/>
                  </a:lnTo>
                  <a:lnTo>
                    <a:pt x="804522" y="232087"/>
                  </a:lnTo>
                  <a:lnTo>
                    <a:pt x="804709" y="232438"/>
                  </a:lnTo>
                  <a:lnTo>
                    <a:pt x="804896" y="232603"/>
                  </a:lnTo>
                  <a:lnTo>
                    <a:pt x="805083" y="232776"/>
                  </a:lnTo>
                  <a:lnTo>
                    <a:pt x="805270" y="232979"/>
                  </a:lnTo>
                  <a:lnTo>
                    <a:pt x="805457" y="233259"/>
                  </a:lnTo>
                  <a:lnTo>
                    <a:pt x="805644" y="233721"/>
                  </a:lnTo>
                  <a:lnTo>
                    <a:pt x="805831" y="234107"/>
                  </a:lnTo>
                  <a:lnTo>
                    <a:pt x="806018" y="234569"/>
                  </a:lnTo>
                  <a:lnTo>
                    <a:pt x="806204" y="235027"/>
                  </a:lnTo>
                  <a:lnTo>
                    <a:pt x="806391" y="235538"/>
                  </a:lnTo>
                  <a:lnTo>
                    <a:pt x="806578" y="236114"/>
                  </a:lnTo>
                  <a:lnTo>
                    <a:pt x="806765" y="236712"/>
                  </a:lnTo>
                  <a:lnTo>
                    <a:pt x="806952" y="237359"/>
                  </a:lnTo>
                  <a:lnTo>
                    <a:pt x="807139" y="238006"/>
                  </a:lnTo>
                  <a:lnTo>
                    <a:pt x="807326" y="238653"/>
                  </a:lnTo>
                  <a:lnTo>
                    <a:pt x="807513" y="239318"/>
                  </a:lnTo>
                  <a:lnTo>
                    <a:pt x="807700" y="240156"/>
                  </a:lnTo>
                  <a:lnTo>
                    <a:pt x="807887" y="241006"/>
                  </a:lnTo>
                  <a:lnTo>
                    <a:pt x="808074" y="241966"/>
                  </a:lnTo>
                  <a:lnTo>
                    <a:pt x="808261" y="242756"/>
                  </a:lnTo>
                  <a:lnTo>
                    <a:pt x="808447" y="243628"/>
                  </a:lnTo>
                  <a:lnTo>
                    <a:pt x="808634" y="244730"/>
                  </a:lnTo>
                  <a:lnTo>
                    <a:pt x="808821" y="246426"/>
                  </a:lnTo>
                  <a:lnTo>
                    <a:pt x="809008" y="248456"/>
                  </a:lnTo>
                  <a:lnTo>
                    <a:pt x="809195" y="250608"/>
                  </a:lnTo>
                  <a:lnTo>
                    <a:pt x="809382" y="252708"/>
                  </a:lnTo>
                  <a:lnTo>
                    <a:pt x="809569" y="254984"/>
                  </a:lnTo>
                  <a:lnTo>
                    <a:pt x="809756" y="257171"/>
                  </a:lnTo>
                  <a:lnTo>
                    <a:pt x="809943" y="259394"/>
                  </a:lnTo>
                  <a:lnTo>
                    <a:pt x="810130" y="261758"/>
                  </a:lnTo>
                  <a:lnTo>
                    <a:pt x="810317" y="263684"/>
                  </a:lnTo>
                  <a:lnTo>
                    <a:pt x="810504" y="265475"/>
                  </a:lnTo>
                  <a:lnTo>
                    <a:pt x="810691" y="266947"/>
                  </a:lnTo>
                  <a:lnTo>
                    <a:pt x="810877" y="268499"/>
                  </a:lnTo>
                  <a:lnTo>
                    <a:pt x="811064" y="270119"/>
                  </a:lnTo>
                  <a:lnTo>
                    <a:pt x="811251" y="271600"/>
                  </a:lnTo>
                  <a:lnTo>
                    <a:pt x="811438" y="273002"/>
                  </a:lnTo>
                  <a:lnTo>
                    <a:pt x="811625" y="273947"/>
                  </a:lnTo>
                  <a:lnTo>
                    <a:pt x="811812" y="274854"/>
                  </a:lnTo>
                  <a:lnTo>
                    <a:pt x="811999" y="275552"/>
                  </a:lnTo>
                  <a:lnTo>
                    <a:pt x="812186" y="276157"/>
                  </a:lnTo>
                  <a:lnTo>
                    <a:pt x="812373" y="276472"/>
                  </a:lnTo>
                  <a:lnTo>
                    <a:pt x="812560" y="276716"/>
                  </a:lnTo>
                  <a:lnTo>
                    <a:pt x="812747" y="277147"/>
                  </a:lnTo>
                  <a:lnTo>
                    <a:pt x="812934" y="277730"/>
                  </a:lnTo>
                  <a:lnTo>
                    <a:pt x="813120" y="278425"/>
                  </a:lnTo>
                  <a:lnTo>
                    <a:pt x="813307" y="279135"/>
                  </a:lnTo>
                  <a:lnTo>
                    <a:pt x="813494" y="280014"/>
                  </a:lnTo>
                  <a:lnTo>
                    <a:pt x="813681" y="280516"/>
                  </a:lnTo>
                  <a:lnTo>
                    <a:pt x="813868" y="280867"/>
                  </a:lnTo>
                  <a:lnTo>
                    <a:pt x="814055" y="281219"/>
                  </a:lnTo>
                  <a:lnTo>
                    <a:pt x="814242" y="281571"/>
                  </a:lnTo>
                  <a:lnTo>
                    <a:pt x="814429" y="282028"/>
                  </a:lnTo>
                  <a:lnTo>
                    <a:pt x="814616" y="282556"/>
                  </a:lnTo>
                  <a:lnTo>
                    <a:pt x="814803" y="283093"/>
                  </a:lnTo>
                  <a:lnTo>
                    <a:pt x="814990" y="283796"/>
                  </a:lnTo>
                  <a:lnTo>
                    <a:pt x="815177" y="284535"/>
                  </a:lnTo>
                  <a:lnTo>
                    <a:pt x="815364" y="285239"/>
                  </a:lnTo>
                  <a:lnTo>
                    <a:pt x="815550" y="285802"/>
                  </a:lnTo>
                  <a:lnTo>
                    <a:pt x="815737" y="286092"/>
                  </a:lnTo>
                  <a:lnTo>
                    <a:pt x="815924" y="286262"/>
                  </a:lnTo>
                  <a:lnTo>
                    <a:pt x="816111" y="286635"/>
                  </a:lnTo>
                  <a:lnTo>
                    <a:pt x="816298" y="287116"/>
                  </a:lnTo>
                  <a:lnTo>
                    <a:pt x="816485" y="287837"/>
                  </a:lnTo>
                  <a:lnTo>
                    <a:pt x="816672" y="288776"/>
                  </a:lnTo>
                  <a:lnTo>
                    <a:pt x="816859" y="289658"/>
                  </a:lnTo>
                  <a:lnTo>
                    <a:pt x="817046" y="290419"/>
                  </a:lnTo>
                  <a:lnTo>
                    <a:pt x="817233" y="291121"/>
                  </a:lnTo>
                  <a:lnTo>
                    <a:pt x="817420" y="291782"/>
                  </a:lnTo>
                  <a:lnTo>
                    <a:pt x="817607" y="292439"/>
                  </a:lnTo>
                  <a:lnTo>
                    <a:pt x="817794" y="293155"/>
                  </a:lnTo>
                  <a:lnTo>
                    <a:pt x="817980" y="293987"/>
                  </a:lnTo>
                  <a:lnTo>
                    <a:pt x="818167" y="294989"/>
                  </a:lnTo>
                  <a:lnTo>
                    <a:pt x="818354" y="295931"/>
                  </a:lnTo>
                  <a:lnTo>
                    <a:pt x="818541" y="296901"/>
                  </a:lnTo>
                  <a:lnTo>
                    <a:pt x="818728" y="297620"/>
                  </a:lnTo>
                  <a:lnTo>
                    <a:pt x="818915" y="298346"/>
                  </a:lnTo>
                  <a:lnTo>
                    <a:pt x="819102" y="299092"/>
                  </a:lnTo>
                  <a:lnTo>
                    <a:pt x="819289" y="299782"/>
                  </a:lnTo>
                  <a:lnTo>
                    <a:pt x="819476" y="300450"/>
                  </a:lnTo>
                  <a:lnTo>
                    <a:pt x="819663" y="301230"/>
                  </a:lnTo>
                  <a:lnTo>
                    <a:pt x="819850" y="302025"/>
                  </a:lnTo>
                  <a:lnTo>
                    <a:pt x="820037" y="302592"/>
                  </a:lnTo>
                  <a:lnTo>
                    <a:pt x="820223" y="302762"/>
                  </a:lnTo>
                  <a:lnTo>
                    <a:pt x="820410" y="302651"/>
                  </a:lnTo>
                  <a:lnTo>
                    <a:pt x="820597" y="302362"/>
                  </a:lnTo>
                  <a:lnTo>
                    <a:pt x="820784" y="301384"/>
                  </a:lnTo>
                  <a:lnTo>
                    <a:pt x="820971" y="300275"/>
                  </a:lnTo>
                  <a:lnTo>
                    <a:pt x="821158" y="299263"/>
                  </a:lnTo>
                  <a:lnTo>
                    <a:pt x="821345" y="298138"/>
                  </a:lnTo>
                  <a:lnTo>
                    <a:pt x="821532" y="297050"/>
                  </a:lnTo>
                  <a:lnTo>
                    <a:pt x="821719" y="295583"/>
                  </a:lnTo>
                  <a:lnTo>
                    <a:pt x="821906" y="293601"/>
                  </a:lnTo>
                  <a:lnTo>
                    <a:pt x="822093" y="291684"/>
                  </a:lnTo>
                  <a:lnTo>
                    <a:pt x="822280" y="289177"/>
                  </a:lnTo>
                  <a:lnTo>
                    <a:pt x="822467" y="286450"/>
                  </a:lnTo>
                  <a:lnTo>
                    <a:pt x="822653" y="283513"/>
                  </a:lnTo>
                  <a:lnTo>
                    <a:pt x="822840" y="281004"/>
                  </a:lnTo>
                  <a:lnTo>
                    <a:pt x="823027" y="278557"/>
                  </a:lnTo>
                  <a:lnTo>
                    <a:pt x="823214" y="276068"/>
                  </a:lnTo>
                  <a:lnTo>
                    <a:pt x="823401" y="273558"/>
                  </a:lnTo>
                  <a:lnTo>
                    <a:pt x="823588" y="271386"/>
                  </a:lnTo>
                  <a:lnTo>
                    <a:pt x="823775" y="268930"/>
                  </a:lnTo>
                  <a:lnTo>
                    <a:pt x="823962" y="266167"/>
                  </a:lnTo>
                  <a:lnTo>
                    <a:pt x="824149" y="263421"/>
                  </a:lnTo>
                  <a:lnTo>
                    <a:pt x="824336" y="260125"/>
                  </a:lnTo>
                  <a:lnTo>
                    <a:pt x="824523" y="256965"/>
                  </a:lnTo>
                  <a:lnTo>
                    <a:pt x="824710" y="254276"/>
                  </a:lnTo>
                  <a:lnTo>
                    <a:pt x="824897" y="251638"/>
                  </a:lnTo>
                  <a:lnTo>
                    <a:pt x="825083" y="249291"/>
                  </a:lnTo>
                  <a:lnTo>
                    <a:pt x="825270" y="247449"/>
                  </a:lnTo>
                  <a:lnTo>
                    <a:pt x="825457" y="245967"/>
                  </a:lnTo>
                  <a:lnTo>
                    <a:pt x="825644" y="244494"/>
                  </a:lnTo>
                  <a:lnTo>
                    <a:pt x="825831" y="243275"/>
                  </a:lnTo>
                  <a:lnTo>
                    <a:pt x="826018" y="242591"/>
                  </a:lnTo>
                  <a:lnTo>
                    <a:pt x="826205" y="242163"/>
                  </a:lnTo>
                  <a:lnTo>
                    <a:pt x="826392" y="241775"/>
                  </a:lnTo>
                  <a:lnTo>
                    <a:pt x="826579" y="241665"/>
                  </a:lnTo>
                  <a:lnTo>
                    <a:pt x="826766" y="241732"/>
                  </a:lnTo>
                  <a:lnTo>
                    <a:pt x="826953" y="241709"/>
                  </a:lnTo>
                  <a:lnTo>
                    <a:pt x="827140" y="241820"/>
                  </a:lnTo>
                  <a:lnTo>
                    <a:pt x="827326" y="242062"/>
                  </a:lnTo>
                  <a:lnTo>
                    <a:pt x="827513" y="242129"/>
                  </a:lnTo>
                  <a:lnTo>
                    <a:pt x="827700" y="242338"/>
                  </a:lnTo>
                  <a:lnTo>
                    <a:pt x="827887" y="242617"/>
                  </a:lnTo>
                  <a:lnTo>
                    <a:pt x="828074" y="242916"/>
                  </a:lnTo>
                  <a:lnTo>
                    <a:pt x="828261" y="243180"/>
                  </a:lnTo>
                  <a:lnTo>
                    <a:pt x="828448" y="243685"/>
                  </a:lnTo>
                  <a:lnTo>
                    <a:pt x="828635" y="244236"/>
                  </a:lnTo>
                  <a:lnTo>
                    <a:pt x="828822" y="244532"/>
                  </a:lnTo>
                  <a:lnTo>
                    <a:pt x="829009" y="244615"/>
                  </a:lnTo>
                  <a:lnTo>
                    <a:pt x="829196" y="244516"/>
                  </a:lnTo>
                  <a:lnTo>
                    <a:pt x="829383" y="244184"/>
                  </a:lnTo>
                  <a:lnTo>
                    <a:pt x="829570" y="243927"/>
                  </a:lnTo>
                  <a:lnTo>
                    <a:pt x="829756" y="243848"/>
                  </a:lnTo>
                  <a:lnTo>
                    <a:pt x="829943" y="244151"/>
                  </a:lnTo>
                  <a:lnTo>
                    <a:pt x="830130" y="244360"/>
                  </a:lnTo>
                  <a:lnTo>
                    <a:pt x="830317" y="244589"/>
                  </a:lnTo>
                  <a:lnTo>
                    <a:pt x="830504" y="244602"/>
                  </a:lnTo>
                  <a:lnTo>
                    <a:pt x="830691" y="244617"/>
                  </a:lnTo>
                  <a:lnTo>
                    <a:pt x="830878" y="244573"/>
                  </a:lnTo>
                  <a:lnTo>
                    <a:pt x="831065" y="244558"/>
                  </a:lnTo>
                  <a:lnTo>
                    <a:pt x="831252" y="244095"/>
                  </a:lnTo>
                  <a:lnTo>
                    <a:pt x="831439" y="243798"/>
                  </a:lnTo>
                  <a:lnTo>
                    <a:pt x="831626" y="243555"/>
                  </a:lnTo>
                  <a:lnTo>
                    <a:pt x="831813" y="243377"/>
                  </a:lnTo>
                  <a:lnTo>
                    <a:pt x="831999" y="243241"/>
                  </a:lnTo>
                  <a:lnTo>
                    <a:pt x="832186" y="242968"/>
                  </a:lnTo>
                  <a:lnTo>
                    <a:pt x="832373" y="242564"/>
                  </a:lnTo>
                  <a:lnTo>
                    <a:pt x="832560" y="242089"/>
                  </a:lnTo>
                  <a:lnTo>
                    <a:pt x="832747" y="241821"/>
                  </a:lnTo>
                  <a:lnTo>
                    <a:pt x="832934" y="241501"/>
                  </a:lnTo>
                  <a:lnTo>
                    <a:pt x="833121" y="240968"/>
                  </a:lnTo>
                  <a:lnTo>
                    <a:pt x="833308" y="240572"/>
                  </a:lnTo>
                  <a:lnTo>
                    <a:pt x="833495" y="240091"/>
                  </a:lnTo>
                  <a:lnTo>
                    <a:pt x="833682" y="239576"/>
                  </a:lnTo>
                  <a:lnTo>
                    <a:pt x="833869" y="238790"/>
                  </a:lnTo>
                  <a:lnTo>
                    <a:pt x="834056" y="238293"/>
                  </a:lnTo>
                  <a:lnTo>
                    <a:pt x="834243" y="237584"/>
                  </a:lnTo>
                  <a:lnTo>
                    <a:pt x="834429" y="236826"/>
                  </a:lnTo>
                  <a:lnTo>
                    <a:pt x="834616" y="236412"/>
                  </a:lnTo>
                  <a:lnTo>
                    <a:pt x="834803" y="235780"/>
                  </a:lnTo>
                  <a:lnTo>
                    <a:pt x="834990" y="235304"/>
                  </a:lnTo>
                  <a:lnTo>
                    <a:pt x="835177" y="234695"/>
                  </a:lnTo>
                  <a:lnTo>
                    <a:pt x="835364" y="233935"/>
                  </a:lnTo>
                  <a:lnTo>
                    <a:pt x="835551" y="233045"/>
                  </a:lnTo>
                  <a:lnTo>
                    <a:pt x="835738" y="231536"/>
                  </a:lnTo>
                  <a:lnTo>
                    <a:pt x="835925" y="229998"/>
                  </a:lnTo>
                  <a:lnTo>
                    <a:pt x="836112" y="228424"/>
                  </a:lnTo>
                  <a:lnTo>
                    <a:pt x="836299" y="227229"/>
                  </a:lnTo>
                  <a:lnTo>
                    <a:pt x="836486" y="226129"/>
                  </a:lnTo>
                  <a:lnTo>
                    <a:pt x="836673" y="225258"/>
                  </a:lnTo>
                  <a:lnTo>
                    <a:pt x="836859" y="224067"/>
                  </a:lnTo>
                  <a:lnTo>
                    <a:pt x="837046" y="222413"/>
                  </a:lnTo>
                  <a:lnTo>
                    <a:pt x="837233" y="220556"/>
                  </a:lnTo>
                  <a:lnTo>
                    <a:pt x="837420" y="218494"/>
                  </a:lnTo>
                  <a:lnTo>
                    <a:pt x="837607" y="216336"/>
                  </a:lnTo>
                  <a:lnTo>
                    <a:pt x="837794" y="214282"/>
                  </a:lnTo>
                  <a:lnTo>
                    <a:pt x="837981" y="212294"/>
                  </a:lnTo>
                  <a:lnTo>
                    <a:pt x="838168" y="210342"/>
                  </a:lnTo>
                  <a:lnTo>
                    <a:pt x="838355" y="208334"/>
                  </a:lnTo>
                  <a:lnTo>
                    <a:pt x="838542" y="206844"/>
                  </a:lnTo>
                  <a:lnTo>
                    <a:pt x="838729" y="205378"/>
                  </a:lnTo>
                  <a:lnTo>
                    <a:pt x="838916" y="203780"/>
                  </a:lnTo>
                  <a:lnTo>
                    <a:pt x="839102" y="202008"/>
                  </a:lnTo>
                  <a:lnTo>
                    <a:pt x="839289" y="200054"/>
                  </a:lnTo>
                  <a:lnTo>
                    <a:pt x="839476" y="198198"/>
                  </a:lnTo>
                  <a:lnTo>
                    <a:pt x="839663" y="196461"/>
                  </a:lnTo>
                  <a:lnTo>
                    <a:pt x="839850" y="194841"/>
                  </a:lnTo>
                  <a:lnTo>
                    <a:pt x="840037" y="193337"/>
                  </a:lnTo>
                  <a:lnTo>
                    <a:pt x="840224" y="192016"/>
                  </a:lnTo>
                  <a:lnTo>
                    <a:pt x="840411" y="190784"/>
                  </a:lnTo>
                  <a:lnTo>
                    <a:pt x="840598" y="189378"/>
                  </a:lnTo>
                  <a:lnTo>
                    <a:pt x="840785" y="187769"/>
                  </a:lnTo>
                  <a:lnTo>
                    <a:pt x="840972" y="185860"/>
                  </a:lnTo>
                  <a:lnTo>
                    <a:pt x="841159" y="184002"/>
                  </a:lnTo>
                  <a:lnTo>
                    <a:pt x="841346" y="182066"/>
                  </a:lnTo>
                  <a:lnTo>
                    <a:pt x="841532" y="180231"/>
                  </a:lnTo>
                  <a:lnTo>
                    <a:pt x="841719" y="178538"/>
                  </a:lnTo>
                  <a:lnTo>
                    <a:pt x="841906" y="176967"/>
                  </a:lnTo>
                  <a:lnTo>
                    <a:pt x="842093" y="175500"/>
                  </a:lnTo>
                  <a:lnTo>
                    <a:pt x="842280" y="173602"/>
                  </a:lnTo>
                  <a:lnTo>
                    <a:pt x="842467" y="171605"/>
                  </a:lnTo>
                  <a:lnTo>
                    <a:pt x="842654" y="169226"/>
                  </a:lnTo>
                  <a:lnTo>
                    <a:pt x="842841" y="166714"/>
                  </a:lnTo>
                  <a:lnTo>
                    <a:pt x="843028" y="163895"/>
                  </a:lnTo>
                  <a:lnTo>
                    <a:pt x="843215" y="160983"/>
                  </a:lnTo>
                  <a:lnTo>
                    <a:pt x="843402" y="158333"/>
                  </a:lnTo>
                  <a:lnTo>
                    <a:pt x="843589" y="155502"/>
                  </a:lnTo>
                  <a:lnTo>
                    <a:pt x="843776" y="152913"/>
                  </a:lnTo>
                  <a:lnTo>
                    <a:pt x="843962" y="150607"/>
                  </a:lnTo>
                  <a:lnTo>
                    <a:pt x="844149" y="148218"/>
                  </a:lnTo>
                  <a:lnTo>
                    <a:pt x="844336" y="145716"/>
                  </a:lnTo>
                  <a:lnTo>
                    <a:pt x="844523" y="143225"/>
                  </a:lnTo>
                  <a:lnTo>
                    <a:pt x="844710" y="140806"/>
                  </a:lnTo>
                  <a:lnTo>
                    <a:pt x="844897" y="138307"/>
                  </a:lnTo>
                  <a:lnTo>
                    <a:pt x="845084" y="135686"/>
                  </a:lnTo>
                  <a:lnTo>
                    <a:pt x="845271" y="132889"/>
                  </a:lnTo>
                  <a:lnTo>
                    <a:pt x="845458" y="130054"/>
                  </a:lnTo>
                  <a:lnTo>
                    <a:pt x="845645" y="127337"/>
                  </a:lnTo>
                  <a:lnTo>
                    <a:pt x="845832" y="124605"/>
                  </a:lnTo>
                  <a:lnTo>
                    <a:pt x="846019" y="121786"/>
                  </a:lnTo>
                  <a:lnTo>
                    <a:pt x="846205" y="118987"/>
                  </a:lnTo>
                  <a:lnTo>
                    <a:pt x="846392" y="116829"/>
                  </a:lnTo>
                  <a:lnTo>
                    <a:pt x="846579" y="115139"/>
                  </a:lnTo>
                  <a:lnTo>
                    <a:pt x="846766" y="113377"/>
                  </a:lnTo>
                  <a:lnTo>
                    <a:pt x="846953" y="111778"/>
                  </a:lnTo>
                  <a:lnTo>
                    <a:pt x="847140" y="110293"/>
                  </a:lnTo>
                  <a:lnTo>
                    <a:pt x="847327" y="108763"/>
                  </a:lnTo>
                  <a:lnTo>
                    <a:pt x="847514" y="106931"/>
                  </a:lnTo>
                  <a:lnTo>
                    <a:pt x="847701" y="104968"/>
                  </a:lnTo>
                  <a:lnTo>
                    <a:pt x="847888" y="102989"/>
                  </a:lnTo>
                  <a:lnTo>
                    <a:pt x="848075" y="101242"/>
                  </a:lnTo>
                  <a:lnTo>
                    <a:pt x="848262" y="99518"/>
                  </a:lnTo>
                  <a:lnTo>
                    <a:pt x="848449" y="97924"/>
                  </a:lnTo>
                  <a:lnTo>
                    <a:pt x="848635" y="96430"/>
                  </a:lnTo>
                  <a:lnTo>
                    <a:pt x="848822" y="95091"/>
                  </a:lnTo>
                  <a:lnTo>
                    <a:pt x="849009" y="94069"/>
                  </a:lnTo>
                  <a:lnTo>
                    <a:pt x="849196" y="92913"/>
                  </a:lnTo>
                  <a:lnTo>
                    <a:pt x="849383" y="91815"/>
                  </a:lnTo>
                  <a:lnTo>
                    <a:pt x="849570" y="90592"/>
                  </a:lnTo>
                  <a:lnTo>
                    <a:pt x="849757" y="89228"/>
                  </a:lnTo>
                  <a:lnTo>
                    <a:pt x="849944" y="87992"/>
                  </a:lnTo>
                  <a:lnTo>
                    <a:pt x="850131" y="86873"/>
                  </a:lnTo>
                  <a:lnTo>
                    <a:pt x="850318" y="85860"/>
                  </a:lnTo>
                  <a:lnTo>
                    <a:pt x="850505" y="84889"/>
                  </a:lnTo>
                  <a:lnTo>
                    <a:pt x="850692" y="84176"/>
                  </a:lnTo>
                  <a:lnTo>
                    <a:pt x="850878" y="83762"/>
                  </a:lnTo>
                  <a:lnTo>
                    <a:pt x="851065" y="83715"/>
                  </a:lnTo>
                  <a:lnTo>
                    <a:pt x="851252" y="83790"/>
                  </a:lnTo>
                  <a:lnTo>
                    <a:pt x="851439" y="83892"/>
                  </a:lnTo>
                  <a:lnTo>
                    <a:pt x="851626" y="83926"/>
                  </a:lnTo>
                  <a:lnTo>
                    <a:pt x="851813" y="83795"/>
                  </a:lnTo>
                  <a:lnTo>
                    <a:pt x="852000" y="83417"/>
                  </a:lnTo>
                  <a:lnTo>
                    <a:pt x="852187" y="82730"/>
                  </a:lnTo>
                  <a:lnTo>
                    <a:pt x="852374" y="82085"/>
                  </a:lnTo>
                  <a:lnTo>
                    <a:pt x="852561" y="81247"/>
                  </a:lnTo>
                  <a:lnTo>
                    <a:pt x="852748" y="80329"/>
                  </a:lnTo>
                  <a:lnTo>
                    <a:pt x="852935" y="79392"/>
                  </a:lnTo>
                  <a:lnTo>
                    <a:pt x="853122" y="78731"/>
                  </a:lnTo>
                  <a:lnTo>
                    <a:pt x="853308" y="78076"/>
                  </a:lnTo>
                  <a:lnTo>
                    <a:pt x="853495" y="76968"/>
                  </a:lnTo>
                  <a:lnTo>
                    <a:pt x="853682" y="75605"/>
                  </a:lnTo>
                  <a:lnTo>
                    <a:pt x="853869" y="73530"/>
                  </a:lnTo>
                  <a:lnTo>
                    <a:pt x="854056" y="71752"/>
                  </a:lnTo>
                  <a:lnTo>
                    <a:pt x="854243" y="69974"/>
                  </a:lnTo>
                  <a:lnTo>
                    <a:pt x="854430" y="67981"/>
                  </a:lnTo>
                  <a:lnTo>
                    <a:pt x="854617" y="66010"/>
                  </a:lnTo>
                  <a:lnTo>
                    <a:pt x="854804" y="64284"/>
                  </a:lnTo>
                  <a:lnTo>
                    <a:pt x="854991" y="62630"/>
                  </a:lnTo>
                  <a:lnTo>
                    <a:pt x="855178" y="61119"/>
                  </a:lnTo>
                  <a:lnTo>
                    <a:pt x="855365" y="59608"/>
                  </a:lnTo>
                  <a:lnTo>
                    <a:pt x="855552" y="57728"/>
                  </a:lnTo>
                  <a:lnTo>
                    <a:pt x="855738" y="55433"/>
                  </a:lnTo>
                  <a:lnTo>
                    <a:pt x="855925" y="53545"/>
                  </a:lnTo>
                  <a:lnTo>
                    <a:pt x="856112" y="51801"/>
                  </a:lnTo>
                  <a:lnTo>
                    <a:pt x="856299" y="50233"/>
                  </a:lnTo>
                  <a:lnTo>
                    <a:pt x="856486" y="48631"/>
                  </a:lnTo>
                  <a:lnTo>
                    <a:pt x="856673" y="46814"/>
                  </a:lnTo>
                  <a:lnTo>
                    <a:pt x="856860" y="44840"/>
                  </a:lnTo>
                  <a:lnTo>
                    <a:pt x="857047" y="42759"/>
                  </a:lnTo>
                  <a:lnTo>
                    <a:pt x="857234" y="40860"/>
                  </a:lnTo>
                  <a:lnTo>
                    <a:pt x="857421" y="39347"/>
                  </a:lnTo>
                  <a:lnTo>
                    <a:pt x="857608" y="38035"/>
                  </a:lnTo>
                  <a:lnTo>
                    <a:pt x="857795" y="37248"/>
                  </a:lnTo>
                  <a:lnTo>
                    <a:pt x="857981" y="36553"/>
                  </a:lnTo>
                  <a:lnTo>
                    <a:pt x="858168" y="36370"/>
                  </a:lnTo>
                  <a:lnTo>
                    <a:pt x="858355" y="36426"/>
                  </a:lnTo>
                  <a:lnTo>
                    <a:pt x="858542" y="36470"/>
                  </a:lnTo>
                  <a:lnTo>
                    <a:pt x="858729" y="36619"/>
                  </a:lnTo>
                  <a:lnTo>
                    <a:pt x="858916" y="36742"/>
                  </a:lnTo>
                  <a:lnTo>
                    <a:pt x="859103" y="37279"/>
                  </a:lnTo>
                  <a:lnTo>
                    <a:pt x="859290" y="38274"/>
                  </a:lnTo>
                  <a:lnTo>
                    <a:pt x="859477" y="39399"/>
                  </a:lnTo>
                  <a:lnTo>
                    <a:pt x="859664" y="40921"/>
                  </a:lnTo>
                  <a:lnTo>
                    <a:pt x="859851" y="42742"/>
                  </a:lnTo>
                  <a:lnTo>
                    <a:pt x="860038" y="44834"/>
                  </a:lnTo>
                  <a:lnTo>
                    <a:pt x="860225" y="46784"/>
                  </a:lnTo>
                  <a:lnTo>
                    <a:pt x="860411" y="48878"/>
                  </a:lnTo>
                  <a:lnTo>
                    <a:pt x="860598" y="51323"/>
                  </a:lnTo>
                  <a:lnTo>
                    <a:pt x="860785" y="53746"/>
                  </a:lnTo>
                  <a:lnTo>
                    <a:pt x="860972" y="56074"/>
                  </a:lnTo>
                  <a:lnTo>
                    <a:pt x="861159" y="58027"/>
                  </a:lnTo>
                  <a:lnTo>
                    <a:pt x="861346" y="60103"/>
                  </a:lnTo>
                  <a:lnTo>
                    <a:pt x="861533" y="62020"/>
                  </a:lnTo>
                  <a:lnTo>
                    <a:pt x="861720" y="64043"/>
                  </a:lnTo>
                  <a:lnTo>
                    <a:pt x="861907" y="65802"/>
                  </a:lnTo>
                  <a:lnTo>
                    <a:pt x="862094" y="67122"/>
                  </a:lnTo>
                  <a:lnTo>
                    <a:pt x="862281" y="68511"/>
                  </a:lnTo>
                  <a:lnTo>
                    <a:pt x="862468" y="69866"/>
                  </a:lnTo>
                  <a:lnTo>
                    <a:pt x="862655" y="70611"/>
                  </a:lnTo>
                  <a:lnTo>
                    <a:pt x="862841" y="71060"/>
                  </a:lnTo>
                  <a:lnTo>
                    <a:pt x="863028" y="71132"/>
                  </a:lnTo>
                  <a:lnTo>
                    <a:pt x="863215" y="70632"/>
                  </a:lnTo>
                  <a:lnTo>
                    <a:pt x="863402" y="69720"/>
                  </a:lnTo>
                  <a:lnTo>
                    <a:pt x="863589" y="68712"/>
                  </a:lnTo>
                  <a:lnTo>
                    <a:pt x="863776" y="67823"/>
                  </a:lnTo>
                  <a:lnTo>
                    <a:pt x="863963" y="67249"/>
                  </a:lnTo>
                  <a:lnTo>
                    <a:pt x="864150" y="66631"/>
                  </a:lnTo>
                  <a:lnTo>
                    <a:pt x="864337" y="66120"/>
                  </a:lnTo>
                  <a:lnTo>
                    <a:pt x="864524" y="65580"/>
                  </a:lnTo>
                  <a:lnTo>
                    <a:pt x="864711" y="65292"/>
                  </a:lnTo>
                  <a:lnTo>
                    <a:pt x="864898" y="65173"/>
                  </a:lnTo>
                  <a:lnTo>
                    <a:pt x="865084" y="65195"/>
                  </a:lnTo>
                  <a:lnTo>
                    <a:pt x="865271" y="65118"/>
                  </a:lnTo>
                  <a:lnTo>
                    <a:pt x="865458" y="64851"/>
                  </a:lnTo>
                  <a:lnTo>
                    <a:pt x="865645" y="64518"/>
                  </a:lnTo>
                  <a:lnTo>
                    <a:pt x="865832" y="63861"/>
                  </a:lnTo>
                  <a:lnTo>
                    <a:pt x="866019" y="63260"/>
                  </a:lnTo>
                  <a:lnTo>
                    <a:pt x="866206" y="62857"/>
                  </a:lnTo>
                  <a:lnTo>
                    <a:pt x="866393" y="62731"/>
                  </a:lnTo>
                  <a:lnTo>
                    <a:pt x="866580" y="62886"/>
                  </a:lnTo>
                  <a:lnTo>
                    <a:pt x="866767" y="63287"/>
                  </a:lnTo>
                  <a:lnTo>
                    <a:pt x="866954" y="63688"/>
                  </a:lnTo>
                  <a:lnTo>
                    <a:pt x="867141" y="64107"/>
                  </a:lnTo>
                  <a:lnTo>
                    <a:pt x="867328" y="64175"/>
                  </a:lnTo>
                  <a:lnTo>
                    <a:pt x="867514" y="64229"/>
                  </a:lnTo>
                  <a:lnTo>
                    <a:pt x="867701" y="64069"/>
                  </a:lnTo>
                  <a:lnTo>
                    <a:pt x="867888" y="64081"/>
                  </a:lnTo>
                  <a:lnTo>
                    <a:pt x="868075" y="63769"/>
                  </a:lnTo>
                  <a:lnTo>
                    <a:pt x="868262" y="63861"/>
                  </a:lnTo>
                  <a:lnTo>
                    <a:pt x="868449" y="64432"/>
                  </a:lnTo>
                  <a:lnTo>
                    <a:pt x="868636" y="65753"/>
                  </a:lnTo>
                  <a:lnTo>
                    <a:pt x="868823" y="67160"/>
                  </a:lnTo>
                  <a:lnTo>
                    <a:pt x="869010" y="68649"/>
                  </a:lnTo>
                  <a:lnTo>
                    <a:pt x="869197" y="70012"/>
                  </a:lnTo>
                  <a:lnTo>
                    <a:pt x="869384" y="71362"/>
                  </a:lnTo>
                  <a:lnTo>
                    <a:pt x="869571" y="72864"/>
                  </a:lnTo>
                  <a:lnTo>
                    <a:pt x="869757" y="74374"/>
                  </a:lnTo>
                  <a:lnTo>
                    <a:pt x="869944" y="75833"/>
                  </a:lnTo>
                  <a:lnTo>
                    <a:pt x="870131" y="77230"/>
                  </a:lnTo>
                  <a:lnTo>
                    <a:pt x="870318" y="78867"/>
                  </a:lnTo>
                  <a:lnTo>
                    <a:pt x="870505" y="80619"/>
                  </a:lnTo>
                  <a:lnTo>
                    <a:pt x="870692" y="82163"/>
                  </a:lnTo>
                  <a:lnTo>
                    <a:pt x="870879" y="83832"/>
                  </a:lnTo>
                  <a:lnTo>
                    <a:pt x="871066" y="85520"/>
                  </a:lnTo>
                  <a:lnTo>
                    <a:pt x="871253" y="87208"/>
                  </a:lnTo>
                  <a:lnTo>
                    <a:pt x="871440" y="88636"/>
                  </a:lnTo>
                  <a:lnTo>
                    <a:pt x="871627" y="90124"/>
                  </a:lnTo>
                  <a:lnTo>
                    <a:pt x="871814" y="91299"/>
                  </a:lnTo>
                  <a:lnTo>
                    <a:pt x="872001" y="91915"/>
                  </a:lnTo>
                  <a:lnTo>
                    <a:pt x="872187" y="92324"/>
                  </a:lnTo>
                  <a:lnTo>
                    <a:pt x="872374" y="92419"/>
                  </a:lnTo>
                  <a:lnTo>
                    <a:pt x="872561" y="92324"/>
                  </a:lnTo>
                  <a:lnTo>
                    <a:pt x="872748" y="92338"/>
                  </a:lnTo>
                  <a:lnTo>
                    <a:pt x="872935" y="92362"/>
                  </a:lnTo>
                  <a:lnTo>
                    <a:pt x="873122" y="92992"/>
                  </a:lnTo>
                  <a:lnTo>
                    <a:pt x="873309" y="93650"/>
                  </a:lnTo>
                  <a:lnTo>
                    <a:pt x="873496" y="94345"/>
                  </a:lnTo>
                  <a:lnTo>
                    <a:pt x="873683" y="94661"/>
                  </a:lnTo>
                  <a:lnTo>
                    <a:pt x="873870" y="94882"/>
                  </a:lnTo>
                  <a:lnTo>
                    <a:pt x="874057" y="94874"/>
                  </a:lnTo>
                  <a:lnTo>
                    <a:pt x="874244" y="95114"/>
                  </a:lnTo>
                  <a:lnTo>
                    <a:pt x="874431" y="95525"/>
                  </a:lnTo>
                  <a:lnTo>
                    <a:pt x="874617" y="96263"/>
                  </a:lnTo>
                  <a:lnTo>
                    <a:pt x="874804" y="97303"/>
                  </a:lnTo>
                  <a:lnTo>
                    <a:pt x="874991" y="98443"/>
                  </a:lnTo>
                  <a:lnTo>
                    <a:pt x="875178" y="99323"/>
                  </a:lnTo>
                  <a:lnTo>
                    <a:pt x="875365" y="100382"/>
                  </a:lnTo>
                  <a:lnTo>
                    <a:pt x="875552" y="101302"/>
                  </a:lnTo>
                  <a:lnTo>
                    <a:pt x="875739" y="102290"/>
                  </a:lnTo>
                  <a:lnTo>
                    <a:pt x="875926" y="102901"/>
                  </a:lnTo>
                  <a:lnTo>
                    <a:pt x="876113" y="103488"/>
                  </a:lnTo>
                  <a:lnTo>
                    <a:pt x="876300" y="104470"/>
                  </a:lnTo>
                  <a:lnTo>
                    <a:pt x="876487" y="105870"/>
                  </a:lnTo>
                  <a:lnTo>
                    <a:pt x="876674" y="107316"/>
                  </a:lnTo>
                  <a:lnTo>
                    <a:pt x="876860" y="108479"/>
                  </a:lnTo>
                  <a:lnTo>
                    <a:pt x="877047" y="109544"/>
                  </a:lnTo>
                  <a:lnTo>
                    <a:pt x="877234" y="110572"/>
                  </a:lnTo>
                  <a:lnTo>
                    <a:pt x="877421" y="111516"/>
                  </a:lnTo>
                  <a:lnTo>
                    <a:pt x="877608" y="112385"/>
                  </a:lnTo>
                  <a:lnTo>
                    <a:pt x="877795" y="113176"/>
                  </a:lnTo>
                  <a:lnTo>
                    <a:pt x="877982" y="114254"/>
                  </a:lnTo>
                  <a:lnTo>
                    <a:pt x="878169" y="115574"/>
                  </a:lnTo>
                  <a:lnTo>
                    <a:pt x="878356" y="117281"/>
                  </a:lnTo>
                  <a:lnTo>
                    <a:pt x="878543" y="118938"/>
                  </a:lnTo>
                  <a:lnTo>
                    <a:pt x="878730" y="120672"/>
                  </a:lnTo>
                  <a:lnTo>
                    <a:pt x="878917" y="122306"/>
                  </a:lnTo>
                  <a:lnTo>
                    <a:pt x="879104" y="123788"/>
                  </a:lnTo>
                  <a:lnTo>
                    <a:pt x="879290" y="124806"/>
                  </a:lnTo>
                  <a:lnTo>
                    <a:pt x="879477" y="125795"/>
                  </a:lnTo>
                  <a:lnTo>
                    <a:pt x="879664" y="127336"/>
                  </a:lnTo>
                  <a:lnTo>
                    <a:pt x="879851" y="129013"/>
                  </a:lnTo>
                  <a:lnTo>
                    <a:pt x="880038" y="131071"/>
                  </a:lnTo>
                  <a:lnTo>
                    <a:pt x="880225" y="133096"/>
                  </a:lnTo>
                  <a:lnTo>
                    <a:pt x="880412" y="135363"/>
                  </a:lnTo>
                  <a:lnTo>
                    <a:pt x="880599" y="137665"/>
                  </a:lnTo>
                  <a:lnTo>
                    <a:pt x="880786" y="139352"/>
                  </a:lnTo>
                  <a:lnTo>
                    <a:pt x="880973" y="141038"/>
                  </a:lnTo>
                  <a:lnTo>
                    <a:pt x="881160" y="142361"/>
                  </a:lnTo>
                  <a:lnTo>
                    <a:pt x="881347" y="143401"/>
                  </a:lnTo>
                  <a:lnTo>
                    <a:pt x="881534" y="144524"/>
                  </a:lnTo>
                  <a:lnTo>
                    <a:pt x="881720" y="145759"/>
                  </a:lnTo>
                  <a:lnTo>
                    <a:pt x="881907" y="146984"/>
                  </a:lnTo>
                  <a:lnTo>
                    <a:pt x="882094" y="148093"/>
                  </a:lnTo>
                  <a:lnTo>
                    <a:pt x="882281" y="149405"/>
                  </a:lnTo>
                  <a:lnTo>
                    <a:pt x="882468" y="150904"/>
                  </a:lnTo>
                  <a:lnTo>
                    <a:pt x="882655" y="152559"/>
                  </a:lnTo>
                  <a:lnTo>
                    <a:pt x="882842" y="154243"/>
                  </a:lnTo>
                  <a:lnTo>
                    <a:pt x="883029" y="156167"/>
                  </a:lnTo>
                  <a:lnTo>
                    <a:pt x="883216" y="158086"/>
                  </a:lnTo>
                  <a:lnTo>
                    <a:pt x="883403" y="159750"/>
                  </a:lnTo>
                  <a:lnTo>
                    <a:pt x="883590" y="161833"/>
                  </a:lnTo>
                  <a:lnTo>
                    <a:pt x="883777" y="163588"/>
                  </a:lnTo>
                  <a:lnTo>
                    <a:pt x="883963" y="165026"/>
                  </a:lnTo>
                  <a:lnTo>
                    <a:pt x="884150" y="166536"/>
                  </a:lnTo>
                  <a:lnTo>
                    <a:pt x="884337" y="167881"/>
                  </a:lnTo>
                  <a:lnTo>
                    <a:pt x="884524" y="169114"/>
                  </a:lnTo>
                  <a:lnTo>
                    <a:pt x="884711" y="170268"/>
                  </a:lnTo>
                  <a:lnTo>
                    <a:pt x="884898" y="171671"/>
                  </a:lnTo>
                  <a:lnTo>
                    <a:pt x="885085" y="173092"/>
                  </a:lnTo>
                  <a:lnTo>
                    <a:pt x="885272" y="174467"/>
                  </a:lnTo>
                  <a:lnTo>
                    <a:pt x="885459" y="175609"/>
                  </a:lnTo>
                  <a:lnTo>
                    <a:pt x="885646" y="176714"/>
                  </a:lnTo>
                  <a:lnTo>
                    <a:pt x="885833" y="177570"/>
                  </a:lnTo>
                  <a:lnTo>
                    <a:pt x="886020" y="178596"/>
                  </a:lnTo>
                  <a:lnTo>
                    <a:pt x="886207" y="179439"/>
                  </a:lnTo>
                  <a:lnTo>
                    <a:pt x="886393" y="179683"/>
                  </a:lnTo>
                  <a:lnTo>
                    <a:pt x="886580" y="179729"/>
                  </a:lnTo>
                  <a:lnTo>
                    <a:pt x="886767" y="179718"/>
                  </a:lnTo>
                  <a:lnTo>
                    <a:pt x="886954" y="179831"/>
                  </a:lnTo>
                  <a:lnTo>
                    <a:pt x="887141" y="180085"/>
                  </a:lnTo>
                  <a:lnTo>
                    <a:pt x="887328" y="180212"/>
                  </a:lnTo>
                  <a:lnTo>
                    <a:pt x="887515" y="180323"/>
                  </a:lnTo>
                  <a:lnTo>
                    <a:pt x="887702" y="180514"/>
                  </a:lnTo>
                  <a:lnTo>
                    <a:pt x="887889" y="180758"/>
                  </a:lnTo>
                  <a:lnTo>
                    <a:pt x="888076" y="180953"/>
                  </a:lnTo>
                  <a:lnTo>
                    <a:pt x="888263" y="181088"/>
                  </a:lnTo>
                  <a:lnTo>
                    <a:pt x="888450" y="181033"/>
                  </a:lnTo>
                  <a:lnTo>
                    <a:pt x="888636" y="180856"/>
                  </a:lnTo>
                  <a:lnTo>
                    <a:pt x="888823" y="180613"/>
                  </a:lnTo>
                  <a:lnTo>
                    <a:pt x="889010" y="180561"/>
                  </a:lnTo>
                  <a:lnTo>
                    <a:pt x="889197" y="180936"/>
                  </a:lnTo>
                  <a:lnTo>
                    <a:pt x="889384" y="181775"/>
                  </a:lnTo>
                  <a:lnTo>
                    <a:pt x="889571" y="182921"/>
                  </a:lnTo>
                  <a:lnTo>
                    <a:pt x="889758" y="184027"/>
                  </a:lnTo>
                  <a:lnTo>
                    <a:pt x="889945" y="185386"/>
                  </a:lnTo>
                  <a:lnTo>
                    <a:pt x="890132" y="186940"/>
                  </a:lnTo>
                  <a:lnTo>
                    <a:pt x="890319" y="188514"/>
                  </a:lnTo>
                  <a:lnTo>
                    <a:pt x="890506" y="189970"/>
                  </a:lnTo>
                  <a:lnTo>
                    <a:pt x="890693" y="191334"/>
                  </a:lnTo>
                  <a:lnTo>
                    <a:pt x="890880" y="193011"/>
                  </a:lnTo>
                  <a:lnTo>
                    <a:pt x="891066" y="194825"/>
                  </a:lnTo>
                  <a:lnTo>
                    <a:pt x="891253" y="197199"/>
                  </a:lnTo>
                  <a:lnTo>
                    <a:pt x="891440" y="199216"/>
                  </a:lnTo>
                  <a:lnTo>
                    <a:pt x="891627" y="201031"/>
                  </a:lnTo>
                  <a:lnTo>
                    <a:pt x="891814" y="203125"/>
                  </a:lnTo>
                  <a:lnTo>
                    <a:pt x="892001" y="205270"/>
                  </a:lnTo>
                  <a:lnTo>
                    <a:pt x="892188" y="207216"/>
                  </a:lnTo>
                  <a:lnTo>
                    <a:pt x="892375" y="209069"/>
                  </a:lnTo>
                  <a:lnTo>
                    <a:pt x="892562" y="210781"/>
                  </a:lnTo>
                  <a:lnTo>
                    <a:pt x="892749" y="212497"/>
                  </a:lnTo>
                  <a:lnTo>
                    <a:pt x="892936" y="214518"/>
                  </a:lnTo>
                  <a:lnTo>
                    <a:pt x="893123" y="216846"/>
                  </a:lnTo>
                  <a:lnTo>
                    <a:pt x="893310" y="218746"/>
                  </a:lnTo>
                  <a:lnTo>
                    <a:pt x="893496" y="220735"/>
                  </a:lnTo>
                  <a:lnTo>
                    <a:pt x="893683" y="222694"/>
                  </a:lnTo>
                  <a:lnTo>
                    <a:pt x="893870" y="224586"/>
                  </a:lnTo>
                  <a:lnTo>
                    <a:pt x="894057" y="226740"/>
                  </a:lnTo>
                  <a:lnTo>
                    <a:pt x="894244" y="229247"/>
                  </a:lnTo>
                  <a:lnTo>
                    <a:pt x="894431" y="231980"/>
                  </a:lnTo>
                  <a:lnTo>
                    <a:pt x="894618" y="234522"/>
                  </a:lnTo>
                  <a:lnTo>
                    <a:pt x="894805" y="236883"/>
                  </a:lnTo>
                  <a:lnTo>
                    <a:pt x="894992" y="239360"/>
                  </a:lnTo>
                  <a:lnTo>
                    <a:pt x="895179" y="241543"/>
                  </a:lnTo>
                  <a:lnTo>
                    <a:pt x="895366" y="243871"/>
                  </a:lnTo>
                  <a:lnTo>
                    <a:pt x="895553" y="246110"/>
                  </a:lnTo>
                  <a:lnTo>
                    <a:pt x="895739" y="248073"/>
                  </a:lnTo>
                  <a:lnTo>
                    <a:pt x="895926" y="249993"/>
                  </a:lnTo>
                  <a:lnTo>
                    <a:pt x="896113" y="251764"/>
                  </a:lnTo>
                  <a:lnTo>
                    <a:pt x="896300" y="253604"/>
                  </a:lnTo>
                  <a:lnTo>
                    <a:pt x="896487" y="255285"/>
                  </a:lnTo>
                  <a:lnTo>
                    <a:pt x="896674" y="256899"/>
                  </a:lnTo>
                  <a:lnTo>
                    <a:pt x="896861" y="258556"/>
                  </a:lnTo>
                  <a:lnTo>
                    <a:pt x="897048" y="260160"/>
                  </a:lnTo>
                  <a:lnTo>
                    <a:pt x="897235" y="261500"/>
                  </a:lnTo>
                  <a:lnTo>
                    <a:pt x="897422" y="262519"/>
                  </a:lnTo>
                  <a:lnTo>
                    <a:pt x="897609" y="263392"/>
                  </a:lnTo>
                  <a:lnTo>
                    <a:pt x="897796" y="263966"/>
                  </a:lnTo>
                  <a:lnTo>
                    <a:pt x="897983" y="264359"/>
                  </a:lnTo>
                  <a:lnTo>
                    <a:pt x="898169" y="264850"/>
                  </a:lnTo>
                  <a:lnTo>
                    <a:pt x="898356" y="265156"/>
                  </a:lnTo>
                  <a:lnTo>
                    <a:pt x="898543" y="266127"/>
                  </a:lnTo>
                  <a:lnTo>
                    <a:pt x="898730" y="267235"/>
                  </a:lnTo>
                  <a:lnTo>
                    <a:pt x="898917" y="268471"/>
                  </a:lnTo>
                  <a:lnTo>
                    <a:pt x="899104" y="269873"/>
                  </a:lnTo>
                  <a:lnTo>
                    <a:pt x="899291" y="271323"/>
                  </a:lnTo>
                  <a:lnTo>
                    <a:pt x="899478" y="272754"/>
                  </a:lnTo>
                  <a:lnTo>
                    <a:pt x="899665" y="273994"/>
                  </a:lnTo>
                  <a:lnTo>
                    <a:pt x="899852" y="274675"/>
                  </a:lnTo>
                  <a:lnTo>
                    <a:pt x="900039" y="275378"/>
                  </a:lnTo>
                  <a:lnTo>
                    <a:pt x="900226" y="276333"/>
                  </a:lnTo>
                  <a:lnTo>
                    <a:pt x="900413" y="277596"/>
                  </a:lnTo>
                  <a:lnTo>
                    <a:pt x="900599" y="279284"/>
                  </a:lnTo>
                  <a:lnTo>
                    <a:pt x="900786" y="281263"/>
                  </a:lnTo>
                  <a:lnTo>
                    <a:pt x="900973" y="283104"/>
                  </a:lnTo>
                  <a:lnTo>
                    <a:pt x="901160" y="284596"/>
                  </a:lnTo>
                  <a:lnTo>
                    <a:pt x="901347" y="285483"/>
                  </a:lnTo>
                  <a:lnTo>
                    <a:pt x="901534" y="286310"/>
                  </a:lnTo>
                  <a:lnTo>
                    <a:pt x="901721" y="287101"/>
                  </a:lnTo>
                  <a:lnTo>
                    <a:pt x="901908" y="288102"/>
                  </a:lnTo>
                  <a:lnTo>
                    <a:pt x="902095" y="288846"/>
                  </a:lnTo>
                  <a:lnTo>
                    <a:pt x="902282" y="289370"/>
                  </a:lnTo>
                  <a:lnTo>
                    <a:pt x="902469" y="289668"/>
                  </a:lnTo>
                  <a:lnTo>
                    <a:pt x="902656" y="289763"/>
                  </a:lnTo>
                  <a:lnTo>
                    <a:pt x="902842" y="290110"/>
                  </a:lnTo>
                  <a:lnTo>
                    <a:pt x="903029" y="290430"/>
                  </a:lnTo>
                  <a:lnTo>
                    <a:pt x="903216" y="290777"/>
                  </a:lnTo>
                  <a:lnTo>
                    <a:pt x="903403" y="290853"/>
                  </a:lnTo>
                  <a:lnTo>
                    <a:pt x="903590" y="290777"/>
                  </a:lnTo>
                  <a:lnTo>
                    <a:pt x="903777" y="290673"/>
                  </a:lnTo>
                  <a:lnTo>
                    <a:pt x="903964" y="290580"/>
                  </a:lnTo>
                  <a:lnTo>
                    <a:pt x="904151" y="290543"/>
                  </a:lnTo>
                  <a:lnTo>
                    <a:pt x="904338" y="290580"/>
                  </a:lnTo>
                  <a:lnTo>
                    <a:pt x="904525" y="290552"/>
                  </a:lnTo>
                  <a:lnTo>
                    <a:pt x="904712" y="290396"/>
                  </a:lnTo>
                  <a:lnTo>
                    <a:pt x="904899" y="290318"/>
                  </a:lnTo>
                  <a:lnTo>
                    <a:pt x="905086" y="290551"/>
                  </a:lnTo>
                  <a:lnTo>
                    <a:pt x="905272" y="290614"/>
                  </a:lnTo>
                  <a:lnTo>
                    <a:pt x="905459" y="291364"/>
                  </a:lnTo>
                  <a:lnTo>
                    <a:pt x="905646" y="291662"/>
                  </a:lnTo>
                  <a:lnTo>
                    <a:pt x="905833" y="291902"/>
                  </a:lnTo>
                  <a:lnTo>
                    <a:pt x="906020" y="291959"/>
                  </a:lnTo>
                  <a:lnTo>
                    <a:pt x="906207" y="291791"/>
                  </a:lnTo>
                  <a:lnTo>
                    <a:pt x="906394" y="291607"/>
                  </a:lnTo>
                  <a:lnTo>
                    <a:pt x="906581" y="291457"/>
                  </a:lnTo>
                  <a:lnTo>
                    <a:pt x="906768" y="291457"/>
                  </a:lnTo>
                  <a:lnTo>
                    <a:pt x="906955" y="291457"/>
                  </a:lnTo>
                  <a:lnTo>
                    <a:pt x="907142" y="291457"/>
                  </a:lnTo>
                  <a:lnTo>
                    <a:pt x="907329" y="291484"/>
                  </a:lnTo>
                  <a:lnTo>
                    <a:pt x="907515" y="291651"/>
                  </a:lnTo>
                  <a:lnTo>
                    <a:pt x="907702" y="291572"/>
                  </a:lnTo>
                  <a:lnTo>
                    <a:pt x="907889" y="291378"/>
                  </a:lnTo>
                  <a:lnTo>
                    <a:pt x="908076" y="291325"/>
                  </a:lnTo>
                  <a:lnTo>
                    <a:pt x="908263" y="291132"/>
                  </a:lnTo>
                  <a:lnTo>
                    <a:pt x="908450" y="290780"/>
                  </a:lnTo>
                  <a:lnTo>
                    <a:pt x="908637" y="290402"/>
                  </a:lnTo>
                  <a:lnTo>
                    <a:pt x="908824" y="290008"/>
                  </a:lnTo>
                  <a:lnTo>
                    <a:pt x="909011" y="289658"/>
                  </a:lnTo>
                  <a:lnTo>
                    <a:pt x="909198" y="289592"/>
                  </a:lnTo>
                  <a:lnTo>
                    <a:pt x="909385" y="289858"/>
                  </a:lnTo>
                  <a:lnTo>
                    <a:pt x="909572" y="290143"/>
                  </a:lnTo>
                  <a:lnTo>
                    <a:pt x="909759" y="290282"/>
                  </a:lnTo>
                  <a:lnTo>
                    <a:pt x="909945" y="290581"/>
                  </a:lnTo>
                  <a:lnTo>
                    <a:pt x="910132" y="290702"/>
                  </a:lnTo>
                  <a:lnTo>
                    <a:pt x="910319" y="290729"/>
                  </a:lnTo>
                  <a:lnTo>
                    <a:pt x="910506" y="290860"/>
                  </a:lnTo>
                  <a:lnTo>
                    <a:pt x="910693" y="291017"/>
                  </a:lnTo>
                  <a:lnTo>
                    <a:pt x="910880" y="291256"/>
                  </a:lnTo>
                  <a:lnTo>
                    <a:pt x="911067" y="291508"/>
                  </a:lnTo>
                  <a:lnTo>
                    <a:pt x="911254" y="291803"/>
                  </a:lnTo>
                  <a:lnTo>
                    <a:pt x="911441" y="292073"/>
                  </a:lnTo>
                  <a:lnTo>
                    <a:pt x="911628" y="292491"/>
                  </a:lnTo>
                  <a:lnTo>
                    <a:pt x="911815" y="293095"/>
                  </a:lnTo>
                  <a:lnTo>
                    <a:pt x="912002" y="293380"/>
                  </a:lnTo>
                  <a:lnTo>
                    <a:pt x="912189" y="293570"/>
                  </a:lnTo>
                  <a:lnTo>
                    <a:pt x="912375" y="293759"/>
                  </a:lnTo>
                  <a:lnTo>
                    <a:pt x="912562" y="294250"/>
                  </a:lnTo>
                  <a:lnTo>
                    <a:pt x="912749" y="294636"/>
                  </a:lnTo>
                  <a:lnTo>
                    <a:pt x="912936" y="295323"/>
                  </a:lnTo>
                  <a:lnTo>
                    <a:pt x="913123" y="296103"/>
                  </a:lnTo>
                  <a:lnTo>
                    <a:pt x="913310" y="296919"/>
                  </a:lnTo>
                  <a:lnTo>
                    <a:pt x="913497" y="297802"/>
                  </a:lnTo>
                  <a:lnTo>
                    <a:pt x="913684" y="298422"/>
                  </a:lnTo>
                  <a:lnTo>
                    <a:pt x="913871" y="298796"/>
                  </a:lnTo>
                  <a:lnTo>
                    <a:pt x="914058" y="299361"/>
                  </a:lnTo>
                  <a:lnTo>
                    <a:pt x="914245" y="300099"/>
                  </a:lnTo>
                  <a:lnTo>
                    <a:pt x="914432" y="300774"/>
                  </a:lnTo>
                  <a:lnTo>
                    <a:pt x="914618" y="301194"/>
                  </a:lnTo>
                  <a:lnTo>
                    <a:pt x="914805" y="301642"/>
                  </a:lnTo>
                  <a:lnTo>
                    <a:pt x="914992" y="302019"/>
                  </a:lnTo>
                  <a:lnTo>
                    <a:pt x="915179" y="302371"/>
                  </a:lnTo>
                  <a:lnTo>
                    <a:pt x="915366" y="302620"/>
                  </a:lnTo>
                  <a:lnTo>
                    <a:pt x="915553" y="302738"/>
                  </a:lnTo>
                  <a:lnTo>
                    <a:pt x="915740" y="302752"/>
                  </a:lnTo>
                  <a:lnTo>
                    <a:pt x="915927" y="302765"/>
                  </a:lnTo>
                  <a:lnTo>
                    <a:pt x="916114" y="302778"/>
                  </a:lnTo>
                  <a:lnTo>
                    <a:pt x="916301" y="302792"/>
                  </a:lnTo>
                  <a:lnTo>
                    <a:pt x="916488" y="302815"/>
                  </a:lnTo>
                  <a:lnTo>
                    <a:pt x="916675" y="303179"/>
                  </a:lnTo>
                  <a:lnTo>
                    <a:pt x="916862" y="303499"/>
                  </a:lnTo>
                  <a:lnTo>
                    <a:pt x="917048" y="303624"/>
                  </a:lnTo>
                  <a:lnTo>
                    <a:pt x="917235" y="303655"/>
                  </a:lnTo>
                  <a:lnTo>
                    <a:pt x="917422" y="303693"/>
                  </a:lnTo>
                  <a:lnTo>
                    <a:pt x="917609" y="303905"/>
                  </a:lnTo>
                  <a:lnTo>
                    <a:pt x="917796" y="303919"/>
                  </a:lnTo>
                  <a:lnTo>
                    <a:pt x="917983" y="303946"/>
                  </a:lnTo>
                  <a:lnTo>
                    <a:pt x="918170" y="304441"/>
                  </a:lnTo>
                  <a:lnTo>
                    <a:pt x="918357" y="305081"/>
                  </a:lnTo>
                  <a:lnTo>
                    <a:pt x="918544" y="305871"/>
                  </a:lnTo>
                  <a:lnTo>
                    <a:pt x="918731" y="306660"/>
                  </a:lnTo>
                  <a:lnTo>
                    <a:pt x="918918" y="307449"/>
                  </a:lnTo>
                  <a:lnTo>
                    <a:pt x="919105" y="308238"/>
                  </a:lnTo>
                  <a:lnTo>
                    <a:pt x="919291" y="309028"/>
                  </a:lnTo>
                  <a:lnTo>
                    <a:pt x="919478" y="309860"/>
                  </a:lnTo>
                  <a:lnTo>
                    <a:pt x="919665" y="310570"/>
                  </a:lnTo>
                  <a:lnTo>
                    <a:pt x="919852" y="311259"/>
                  </a:lnTo>
                  <a:lnTo>
                    <a:pt x="920039" y="312100"/>
                  </a:lnTo>
                  <a:lnTo>
                    <a:pt x="920226" y="312968"/>
                  </a:lnTo>
                  <a:lnTo>
                    <a:pt x="920413" y="313716"/>
                  </a:lnTo>
                  <a:lnTo>
                    <a:pt x="920600" y="314494"/>
                  </a:lnTo>
                  <a:lnTo>
                    <a:pt x="920787" y="315646"/>
                  </a:lnTo>
                  <a:lnTo>
                    <a:pt x="920974" y="316367"/>
                  </a:lnTo>
                  <a:lnTo>
                    <a:pt x="921161" y="316868"/>
                  </a:lnTo>
                  <a:lnTo>
                    <a:pt x="921348" y="317220"/>
                  </a:lnTo>
                  <a:lnTo>
                    <a:pt x="921535" y="317572"/>
                  </a:lnTo>
                  <a:lnTo>
                    <a:pt x="921721" y="317924"/>
                  </a:lnTo>
                  <a:lnTo>
                    <a:pt x="921908" y="318276"/>
                  </a:lnTo>
                  <a:lnTo>
                    <a:pt x="922095" y="318751"/>
                  </a:lnTo>
                  <a:lnTo>
                    <a:pt x="922282" y="319226"/>
                  </a:lnTo>
                  <a:lnTo>
                    <a:pt x="922469" y="319692"/>
                  </a:lnTo>
                  <a:lnTo>
                    <a:pt x="922656" y="320220"/>
                  </a:lnTo>
                  <a:lnTo>
                    <a:pt x="922843" y="320747"/>
                  </a:lnTo>
                  <a:lnTo>
                    <a:pt x="923030" y="321205"/>
                  </a:lnTo>
                  <a:lnTo>
                    <a:pt x="923217" y="321557"/>
                  </a:lnTo>
                  <a:lnTo>
                    <a:pt x="923404" y="321669"/>
                  </a:lnTo>
                  <a:lnTo>
                    <a:pt x="923591" y="321809"/>
                  </a:lnTo>
                  <a:lnTo>
                    <a:pt x="923778" y="322113"/>
                  </a:lnTo>
                  <a:lnTo>
                    <a:pt x="923965" y="322510"/>
                  </a:lnTo>
                  <a:lnTo>
                    <a:pt x="924151" y="322740"/>
                  </a:lnTo>
                  <a:lnTo>
                    <a:pt x="924338" y="322838"/>
                  </a:lnTo>
                  <a:lnTo>
                    <a:pt x="924525" y="322865"/>
                  </a:lnTo>
                  <a:lnTo>
                    <a:pt x="924712" y="322926"/>
                  </a:lnTo>
                  <a:lnTo>
                    <a:pt x="924899" y="322947"/>
                  </a:lnTo>
                  <a:lnTo>
                    <a:pt x="925086" y="322846"/>
                  </a:lnTo>
                  <a:lnTo>
                    <a:pt x="925273" y="322753"/>
                  </a:lnTo>
                  <a:lnTo>
                    <a:pt x="925460" y="322608"/>
                  </a:lnTo>
                  <a:lnTo>
                    <a:pt x="925647" y="322418"/>
                  </a:lnTo>
                  <a:lnTo>
                    <a:pt x="925834" y="322373"/>
                  </a:lnTo>
                  <a:lnTo>
                    <a:pt x="926021" y="322502"/>
                  </a:lnTo>
                  <a:lnTo>
                    <a:pt x="926208" y="322670"/>
                  </a:lnTo>
                  <a:lnTo>
                    <a:pt x="926394" y="322715"/>
                  </a:lnTo>
                  <a:lnTo>
                    <a:pt x="926581" y="322693"/>
                  </a:lnTo>
                  <a:lnTo>
                    <a:pt x="926768" y="322556"/>
                  </a:lnTo>
                  <a:lnTo>
                    <a:pt x="926955" y="322556"/>
                  </a:lnTo>
                  <a:lnTo>
                    <a:pt x="927142" y="322665"/>
                  </a:lnTo>
                  <a:lnTo>
                    <a:pt x="927329" y="323088"/>
                  </a:lnTo>
                  <a:lnTo>
                    <a:pt x="927516" y="323486"/>
                  </a:lnTo>
                  <a:lnTo>
                    <a:pt x="927703" y="323863"/>
                  </a:lnTo>
                  <a:lnTo>
                    <a:pt x="927890" y="323947"/>
                  </a:lnTo>
                  <a:lnTo>
                    <a:pt x="928077" y="324117"/>
                  </a:lnTo>
                  <a:lnTo>
                    <a:pt x="928264" y="324269"/>
                  </a:lnTo>
                  <a:lnTo>
                    <a:pt x="928451" y="324347"/>
                  </a:lnTo>
                  <a:lnTo>
                    <a:pt x="928638" y="324311"/>
                  </a:lnTo>
                  <a:lnTo>
                    <a:pt x="928824" y="324248"/>
                  </a:lnTo>
                  <a:lnTo>
                    <a:pt x="929011" y="324386"/>
                  </a:lnTo>
                  <a:lnTo>
                    <a:pt x="929198" y="324462"/>
                  </a:lnTo>
                  <a:lnTo>
                    <a:pt x="929385" y="324463"/>
                  </a:lnTo>
                  <a:lnTo>
                    <a:pt x="929572" y="324420"/>
                  </a:lnTo>
                  <a:lnTo>
                    <a:pt x="929759" y="324396"/>
                  </a:lnTo>
                  <a:lnTo>
                    <a:pt x="929946" y="324372"/>
                  </a:lnTo>
                  <a:lnTo>
                    <a:pt x="930133" y="324281"/>
                  </a:lnTo>
                  <a:lnTo>
                    <a:pt x="930320" y="324140"/>
                  </a:lnTo>
                  <a:lnTo>
                    <a:pt x="930507" y="324106"/>
                  </a:lnTo>
                  <a:lnTo>
                    <a:pt x="930694" y="324103"/>
                  </a:lnTo>
                  <a:lnTo>
                    <a:pt x="930881" y="324034"/>
                  </a:lnTo>
                  <a:lnTo>
                    <a:pt x="931068" y="323819"/>
                  </a:lnTo>
                  <a:lnTo>
                    <a:pt x="931254" y="323706"/>
                  </a:lnTo>
                  <a:lnTo>
                    <a:pt x="931441" y="323545"/>
                  </a:lnTo>
                  <a:lnTo>
                    <a:pt x="931628" y="323187"/>
                  </a:lnTo>
                  <a:lnTo>
                    <a:pt x="931815" y="322711"/>
                  </a:lnTo>
                  <a:lnTo>
                    <a:pt x="932002" y="322244"/>
                  </a:lnTo>
                  <a:lnTo>
                    <a:pt x="932189" y="321801"/>
                  </a:lnTo>
                  <a:lnTo>
                    <a:pt x="932376" y="321436"/>
                  </a:lnTo>
                  <a:lnTo>
                    <a:pt x="932563" y="321122"/>
                  </a:lnTo>
                  <a:lnTo>
                    <a:pt x="932750" y="320808"/>
                  </a:lnTo>
                  <a:lnTo>
                    <a:pt x="932937" y="320494"/>
                  </a:lnTo>
                  <a:lnTo>
                    <a:pt x="933124" y="320234"/>
                  </a:lnTo>
                  <a:lnTo>
                    <a:pt x="933311" y="320011"/>
                  </a:lnTo>
                  <a:lnTo>
                    <a:pt x="933497" y="319508"/>
                  </a:lnTo>
                  <a:lnTo>
                    <a:pt x="933684" y="319014"/>
                  </a:lnTo>
                  <a:lnTo>
                    <a:pt x="933871" y="318388"/>
                  </a:lnTo>
                  <a:lnTo>
                    <a:pt x="934058" y="317468"/>
                  </a:lnTo>
                  <a:lnTo>
                    <a:pt x="934245" y="316709"/>
                  </a:lnTo>
                  <a:lnTo>
                    <a:pt x="934432" y="316077"/>
                  </a:lnTo>
                  <a:lnTo>
                    <a:pt x="934619" y="315551"/>
                  </a:lnTo>
                  <a:lnTo>
                    <a:pt x="934806" y="315426"/>
                  </a:lnTo>
                  <a:lnTo>
                    <a:pt x="934993" y="315373"/>
                  </a:lnTo>
                  <a:lnTo>
                    <a:pt x="935180" y="315163"/>
                  </a:lnTo>
                  <a:lnTo>
                    <a:pt x="935367" y="314796"/>
                  </a:lnTo>
                  <a:lnTo>
                    <a:pt x="935554" y="314208"/>
                  </a:lnTo>
                  <a:lnTo>
                    <a:pt x="935741" y="313533"/>
                  </a:lnTo>
                  <a:lnTo>
                    <a:pt x="935927" y="312776"/>
                  </a:lnTo>
                  <a:lnTo>
                    <a:pt x="936114" y="311992"/>
                  </a:lnTo>
                  <a:lnTo>
                    <a:pt x="936301" y="311459"/>
                  </a:lnTo>
                  <a:lnTo>
                    <a:pt x="936488" y="310838"/>
                  </a:lnTo>
                  <a:lnTo>
                    <a:pt x="936675" y="310389"/>
                  </a:lnTo>
                  <a:lnTo>
                    <a:pt x="936862" y="310220"/>
                  </a:lnTo>
                  <a:lnTo>
                    <a:pt x="937049" y="310096"/>
                  </a:lnTo>
                  <a:lnTo>
                    <a:pt x="937236" y="310001"/>
                  </a:lnTo>
                  <a:lnTo>
                    <a:pt x="937423" y="309885"/>
                  </a:lnTo>
                  <a:lnTo>
                    <a:pt x="937610" y="309518"/>
                  </a:lnTo>
                  <a:lnTo>
                    <a:pt x="937797" y="309004"/>
                  </a:lnTo>
                  <a:lnTo>
                    <a:pt x="937984" y="308380"/>
                  </a:lnTo>
                  <a:lnTo>
                    <a:pt x="938170" y="307826"/>
                  </a:lnTo>
                  <a:lnTo>
                    <a:pt x="938357" y="307621"/>
                  </a:lnTo>
                  <a:lnTo>
                    <a:pt x="938544" y="307677"/>
                  </a:lnTo>
                  <a:lnTo>
                    <a:pt x="938731" y="307908"/>
                  </a:lnTo>
                  <a:lnTo>
                    <a:pt x="938918" y="308101"/>
                  </a:lnTo>
                  <a:lnTo>
                    <a:pt x="939105" y="308312"/>
                  </a:lnTo>
                  <a:lnTo>
                    <a:pt x="939292" y="308182"/>
                  </a:lnTo>
                  <a:lnTo>
                    <a:pt x="939479" y="307899"/>
                  </a:lnTo>
                  <a:lnTo>
                    <a:pt x="939666" y="307571"/>
                  </a:lnTo>
                  <a:lnTo>
                    <a:pt x="939853" y="307275"/>
                  </a:lnTo>
                  <a:lnTo>
                    <a:pt x="940040" y="307159"/>
                  </a:lnTo>
                  <a:lnTo>
                    <a:pt x="940227" y="307139"/>
                  </a:lnTo>
                  <a:lnTo>
                    <a:pt x="940414" y="307359"/>
                  </a:lnTo>
                  <a:lnTo>
                    <a:pt x="940600" y="307754"/>
                  </a:lnTo>
                  <a:lnTo>
                    <a:pt x="940787" y="308232"/>
                  </a:lnTo>
                  <a:lnTo>
                    <a:pt x="940974" y="308751"/>
                  </a:lnTo>
                  <a:lnTo>
                    <a:pt x="941161" y="309297"/>
                  </a:lnTo>
                  <a:lnTo>
                    <a:pt x="941348" y="309833"/>
                  </a:lnTo>
                  <a:lnTo>
                    <a:pt x="941535" y="310254"/>
                  </a:lnTo>
                  <a:lnTo>
                    <a:pt x="941722" y="310601"/>
                  </a:lnTo>
                  <a:lnTo>
                    <a:pt x="941909" y="310604"/>
                  </a:lnTo>
                  <a:lnTo>
                    <a:pt x="942096" y="310640"/>
                  </a:lnTo>
                  <a:lnTo>
                    <a:pt x="942283" y="310600"/>
                  </a:lnTo>
                  <a:lnTo>
                    <a:pt x="942470" y="310883"/>
                  </a:lnTo>
                  <a:lnTo>
                    <a:pt x="942657" y="311487"/>
                  </a:lnTo>
                  <a:lnTo>
                    <a:pt x="942844" y="311996"/>
                  </a:lnTo>
                  <a:lnTo>
                    <a:pt x="943030" y="312732"/>
                  </a:lnTo>
                  <a:lnTo>
                    <a:pt x="943217" y="313154"/>
                  </a:lnTo>
                  <a:lnTo>
                    <a:pt x="943404" y="313184"/>
                  </a:lnTo>
                  <a:lnTo>
                    <a:pt x="943591" y="313359"/>
                  </a:lnTo>
                  <a:lnTo>
                    <a:pt x="943778" y="313543"/>
                  </a:lnTo>
                  <a:lnTo>
                    <a:pt x="943965" y="313692"/>
                  </a:lnTo>
                  <a:lnTo>
                    <a:pt x="944152" y="313691"/>
                  </a:lnTo>
                  <a:lnTo>
                    <a:pt x="944339" y="313728"/>
                  </a:lnTo>
                  <a:lnTo>
                    <a:pt x="944526" y="313948"/>
                  </a:lnTo>
                  <a:lnTo>
                    <a:pt x="944713" y="314436"/>
                  </a:lnTo>
                  <a:lnTo>
                    <a:pt x="944900" y="314807"/>
                  </a:lnTo>
                  <a:lnTo>
                    <a:pt x="945087" y="315372"/>
                  </a:lnTo>
                  <a:lnTo>
                    <a:pt x="945273" y="315921"/>
                  </a:lnTo>
                  <a:lnTo>
                    <a:pt x="945460" y="316312"/>
                  </a:lnTo>
                  <a:lnTo>
                    <a:pt x="945647" y="316506"/>
                  </a:lnTo>
                  <a:lnTo>
                    <a:pt x="945834" y="316857"/>
                  </a:lnTo>
                  <a:lnTo>
                    <a:pt x="946021" y="317280"/>
                  </a:lnTo>
                  <a:lnTo>
                    <a:pt x="946208" y="317655"/>
                  </a:lnTo>
                  <a:lnTo>
                    <a:pt x="946395" y="317733"/>
                  </a:lnTo>
                  <a:lnTo>
                    <a:pt x="946582" y="317536"/>
                  </a:lnTo>
                  <a:lnTo>
                    <a:pt x="946769" y="317251"/>
                  </a:lnTo>
                  <a:lnTo>
                    <a:pt x="946956" y="316765"/>
                  </a:lnTo>
                  <a:lnTo>
                    <a:pt x="947143" y="316273"/>
                  </a:lnTo>
                  <a:lnTo>
                    <a:pt x="947330" y="315872"/>
                  </a:lnTo>
                  <a:lnTo>
                    <a:pt x="947517" y="315899"/>
                  </a:lnTo>
                  <a:lnTo>
                    <a:pt x="947703" y="315890"/>
                  </a:lnTo>
                  <a:lnTo>
                    <a:pt x="947890" y="315891"/>
                  </a:lnTo>
                  <a:lnTo>
                    <a:pt x="948077" y="315948"/>
                  </a:lnTo>
                  <a:lnTo>
                    <a:pt x="948264" y="315781"/>
                  </a:lnTo>
                  <a:lnTo>
                    <a:pt x="948451" y="315795"/>
                  </a:lnTo>
                  <a:lnTo>
                    <a:pt x="948638" y="315763"/>
                  </a:lnTo>
                  <a:lnTo>
                    <a:pt x="948825" y="315756"/>
                  </a:lnTo>
                  <a:lnTo>
                    <a:pt x="949012" y="315675"/>
                  </a:lnTo>
                  <a:lnTo>
                    <a:pt x="949199" y="315650"/>
                  </a:lnTo>
                  <a:lnTo>
                    <a:pt x="949386" y="315851"/>
                  </a:lnTo>
                  <a:lnTo>
                    <a:pt x="949573" y="316007"/>
                  </a:lnTo>
                  <a:lnTo>
                    <a:pt x="949760" y="316169"/>
                  </a:lnTo>
                  <a:lnTo>
                    <a:pt x="949947" y="316191"/>
                  </a:lnTo>
                  <a:lnTo>
                    <a:pt x="950133" y="316250"/>
                  </a:lnTo>
                  <a:lnTo>
                    <a:pt x="950320" y="316085"/>
                  </a:lnTo>
                  <a:lnTo>
                    <a:pt x="950507" y="316018"/>
                  </a:lnTo>
                  <a:lnTo>
                    <a:pt x="950694" y="315784"/>
                  </a:lnTo>
                  <a:lnTo>
                    <a:pt x="950881" y="315622"/>
                  </a:lnTo>
                  <a:lnTo>
                    <a:pt x="951068" y="315490"/>
                  </a:lnTo>
                  <a:lnTo>
                    <a:pt x="951255" y="314954"/>
                  </a:lnTo>
                  <a:lnTo>
                    <a:pt x="951442" y="314265"/>
                  </a:lnTo>
                  <a:lnTo>
                    <a:pt x="951629" y="313492"/>
                  </a:lnTo>
                  <a:lnTo>
                    <a:pt x="951816" y="312634"/>
                  </a:lnTo>
                  <a:lnTo>
                    <a:pt x="952003" y="311667"/>
                  </a:lnTo>
                  <a:lnTo>
                    <a:pt x="952190" y="310438"/>
                  </a:lnTo>
                  <a:lnTo>
                    <a:pt x="952376" y="309152"/>
                  </a:lnTo>
                  <a:lnTo>
                    <a:pt x="952563" y="308022"/>
                  </a:lnTo>
                  <a:lnTo>
                    <a:pt x="952750" y="306902"/>
                  </a:lnTo>
                  <a:lnTo>
                    <a:pt x="952937" y="305822"/>
                  </a:lnTo>
                  <a:lnTo>
                    <a:pt x="953124" y="304560"/>
                  </a:lnTo>
                  <a:lnTo>
                    <a:pt x="953311" y="302813"/>
                  </a:lnTo>
                  <a:lnTo>
                    <a:pt x="953498" y="301066"/>
                  </a:lnTo>
                  <a:lnTo>
                    <a:pt x="953685" y="299196"/>
                  </a:lnTo>
                  <a:lnTo>
                    <a:pt x="953872" y="297335"/>
                  </a:lnTo>
                  <a:lnTo>
                    <a:pt x="954059" y="295571"/>
                  </a:lnTo>
                  <a:lnTo>
                    <a:pt x="954246" y="293916"/>
                  </a:lnTo>
                  <a:lnTo>
                    <a:pt x="954433" y="292144"/>
                  </a:lnTo>
                  <a:lnTo>
                    <a:pt x="954620" y="290366"/>
                  </a:lnTo>
                  <a:lnTo>
                    <a:pt x="954806" y="288781"/>
                  </a:lnTo>
                  <a:lnTo>
                    <a:pt x="954993" y="287088"/>
                  </a:lnTo>
                  <a:lnTo>
                    <a:pt x="955180" y="285749"/>
                  </a:lnTo>
                  <a:lnTo>
                    <a:pt x="955367" y="284447"/>
                  </a:lnTo>
                  <a:lnTo>
                    <a:pt x="955554" y="283031"/>
                  </a:lnTo>
                  <a:lnTo>
                    <a:pt x="955741" y="281711"/>
                  </a:lnTo>
                  <a:lnTo>
                    <a:pt x="955928" y="280550"/>
                  </a:lnTo>
                  <a:lnTo>
                    <a:pt x="956115" y="279495"/>
                  </a:lnTo>
                  <a:lnTo>
                    <a:pt x="956302" y="278439"/>
                  </a:lnTo>
                  <a:lnTo>
                    <a:pt x="956489" y="277507"/>
                  </a:lnTo>
                  <a:lnTo>
                    <a:pt x="956676" y="276724"/>
                  </a:lnTo>
                  <a:lnTo>
                    <a:pt x="956863" y="276021"/>
                  </a:lnTo>
                  <a:lnTo>
                    <a:pt x="957049" y="275317"/>
                  </a:lnTo>
                  <a:lnTo>
                    <a:pt x="957236" y="274877"/>
                  </a:lnTo>
                  <a:lnTo>
                    <a:pt x="957423" y="274376"/>
                  </a:lnTo>
                  <a:lnTo>
                    <a:pt x="957610" y="273848"/>
                  </a:lnTo>
                  <a:lnTo>
                    <a:pt x="957797" y="273531"/>
                  </a:lnTo>
                  <a:lnTo>
                    <a:pt x="957984" y="273180"/>
                  </a:lnTo>
                  <a:lnTo>
                    <a:pt x="958171" y="272757"/>
                  </a:lnTo>
                  <a:lnTo>
                    <a:pt x="958358" y="272080"/>
                  </a:lnTo>
                  <a:lnTo>
                    <a:pt x="958545" y="271271"/>
                  </a:lnTo>
                  <a:lnTo>
                    <a:pt x="958732" y="270382"/>
                  </a:lnTo>
                  <a:lnTo>
                    <a:pt x="958919" y="269327"/>
                  </a:lnTo>
                  <a:lnTo>
                    <a:pt x="959106" y="268227"/>
                  </a:lnTo>
                  <a:lnTo>
                    <a:pt x="959293" y="266996"/>
                  </a:lnTo>
                  <a:lnTo>
                    <a:pt x="959479" y="265765"/>
                  </a:lnTo>
                  <a:lnTo>
                    <a:pt x="959666" y="264586"/>
                  </a:lnTo>
                  <a:lnTo>
                    <a:pt x="959853" y="263355"/>
                  </a:lnTo>
                  <a:lnTo>
                    <a:pt x="960040" y="262044"/>
                  </a:lnTo>
                  <a:lnTo>
                    <a:pt x="960227" y="260786"/>
                  </a:lnTo>
                  <a:lnTo>
                    <a:pt x="960414" y="259625"/>
                  </a:lnTo>
                  <a:lnTo>
                    <a:pt x="960601" y="258666"/>
                  </a:lnTo>
                  <a:lnTo>
                    <a:pt x="960788" y="257787"/>
                  </a:lnTo>
                  <a:lnTo>
                    <a:pt x="960975" y="256978"/>
                  </a:lnTo>
                  <a:lnTo>
                    <a:pt x="961162" y="256661"/>
                  </a:lnTo>
                  <a:lnTo>
                    <a:pt x="961349" y="256599"/>
                  </a:lnTo>
                  <a:lnTo>
                    <a:pt x="961536" y="256687"/>
                  </a:lnTo>
                  <a:lnTo>
                    <a:pt x="961723" y="256995"/>
                  </a:lnTo>
                  <a:lnTo>
                    <a:pt x="961909" y="257419"/>
                  </a:lnTo>
                  <a:lnTo>
                    <a:pt x="962096" y="257614"/>
                  </a:lnTo>
                  <a:lnTo>
                    <a:pt x="962283" y="257413"/>
                  </a:lnTo>
                  <a:lnTo>
                    <a:pt x="962470" y="257218"/>
                  </a:lnTo>
                  <a:lnTo>
                    <a:pt x="962657" y="256900"/>
                  </a:lnTo>
                  <a:lnTo>
                    <a:pt x="962844" y="256654"/>
                  </a:lnTo>
                  <a:lnTo>
                    <a:pt x="963031" y="256509"/>
                  </a:lnTo>
                  <a:lnTo>
                    <a:pt x="963218" y="256307"/>
                  </a:lnTo>
                  <a:lnTo>
                    <a:pt x="963405" y="256019"/>
                  </a:lnTo>
                  <a:lnTo>
                    <a:pt x="963592" y="255730"/>
                  </a:lnTo>
                  <a:lnTo>
                    <a:pt x="963779" y="255441"/>
                  </a:lnTo>
                  <a:lnTo>
                    <a:pt x="963966" y="254958"/>
                  </a:lnTo>
                  <a:lnTo>
                    <a:pt x="964152" y="254373"/>
                  </a:lnTo>
                  <a:lnTo>
                    <a:pt x="964339" y="253731"/>
                  </a:lnTo>
                  <a:lnTo>
                    <a:pt x="964526" y="253045"/>
                  </a:lnTo>
                  <a:lnTo>
                    <a:pt x="964713" y="252235"/>
                  </a:lnTo>
                  <a:lnTo>
                    <a:pt x="964900" y="251623"/>
                  </a:lnTo>
                  <a:lnTo>
                    <a:pt x="965087" y="250987"/>
                  </a:lnTo>
                  <a:lnTo>
                    <a:pt x="965274" y="250560"/>
                  </a:lnTo>
                  <a:lnTo>
                    <a:pt x="965461" y="250115"/>
                  </a:lnTo>
                  <a:lnTo>
                    <a:pt x="965648" y="249439"/>
                  </a:lnTo>
                  <a:lnTo>
                    <a:pt x="965835" y="248762"/>
                  </a:lnTo>
                  <a:lnTo>
                    <a:pt x="966022" y="248085"/>
                  </a:lnTo>
                  <a:lnTo>
                    <a:pt x="966209" y="247315"/>
                  </a:lnTo>
                  <a:lnTo>
                    <a:pt x="966396" y="246494"/>
                  </a:lnTo>
                  <a:lnTo>
                    <a:pt x="966582" y="245673"/>
                  </a:lnTo>
                  <a:lnTo>
                    <a:pt x="966769" y="244853"/>
                  </a:lnTo>
                  <a:lnTo>
                    <a:pt x="966956" y="244032"/>
                  </a:lnTo>
                  <a:lnTo>
                    <a:pt x="967143" y="243211"/>
                  </a:lnTo>
                  <a:lnTo>
                    <a:pt x="967330" y="242282"/>
                  </a:lnTo>
                  <a:lnTo>
                    <a:pt x="967517" y="241295"/>
                  </a:lnTo>
                  <a:lnTo>
                    <a:pt x="967704" y="240344"/>
                  </a:lnTo>
                  <a:lnTo>
                    <a:pt x="967891" y="239462"/>
                  </a:lnTo>
                  <a:lnTo>
                    <a:pt x="968078" y="238407"/>
                  </a:lnTo>
                  <a:lnTo>
                    <a:pt x="968265" y="237483"/>
                  </a:lnTo>
                  <a:lnTo>
                    <a:pt x="968452" y="236349"/>
                  </a:lnTo>
                  <a:lnTo>
                    <a:pt x="968639" y="235117"/>
                  </a:lnTo>
                  <a:lnTo>
                    <a:pt x="968826" y="233569"/>
                  </a:lnTo>
                  <a:lnTo>
                    <a:pt x="969012" y="231924"/>
                  </a:lnTo>
                  <a:lnTo>
                    <a:pt x="969199" y="230341"/>
                  </a:lnTo>
                  <a:lnTo>
                    <a:pt x="969386" y="228758"/>
                  </a:lnTo>
                  <a:lnTo>
                    <a:pt x="969573" y="227174"/>
                  </a:lnTo>
                  <a:lnTo>
                    <a:pt x="969760" y="225591"/>
                  </a:lnTo>
                  <a:lnTo>
                    <a:pt x="969947" y="224008"/>
                  </a:lnTo>
                  <a:lnTo>
                    <a:pt x="970134" y="222557"/>
                  </a:lnTo>
                  <a:lnTo>
                    <a:pt x="970321" y="221149"/>
                  </a:lnTo>
                  <a:lnTo>
                    <a:pt x="970508" y="219768"/>
                  </a:lnTo>
                  <a:lnTo>
                    <a:pt x="970695" y="218695"/>
                  </a:lnTo>
                  <a:lnTo>
                    <a:pt x="970882" y="217992"/>
                  </a:lnTo>
                  <a:lnTo>
                    <a:pt x="971069" y="217411"/>
                  </a:lnTo>
                  <a:lnTo>
                    <a:pt x="971255" y="217297"/>
                  </a:lnTo>
                  <a:lnTo>
                    <a:pt x="971442" y="217534"/>
                  </a:lnTo>
                  <a:lnTo>
                    <a:pt x="971629" y="217921"/>
                  </a:lnTo>
                  <a:lnTo>
                    <a:pt x="971816" y="218470"/>
                  </a:lnTo>
                  <a:lnTo>
                    <a:pt x="972003" y="218888"/>
                  </a:lnTo>
                  <a:lnTo>
                    <a:pt x="972190" y="218874"/>
                  </a:lnTo>
                  <a:lnTo>
                    <a:pt x="972377" y="218778"/>
                  </a:lnTo>
                  <a:lnTo>
                    <a:pt x="972564" y="218536"/>
                  </a:lnTo>
                  <a:lnTo>
                    <a:pt x="972751" y="218424"/>
                  </a:lnTo>
                  <a:lnTo>
                    <a:pt x="972938" y="218471"/>
                  </a:lnTo>
                  <a:lnTo>
                    <a:pt x="973125" y="218509"/>
                  </a:lnTo>
                  <a:lnTo>
                    <a:pt x="973312" y="218586"/>
                  </a:lnTo>
                  <a:lnTo>
                    <a:pt x="973499" y="218517"/>
                  </a:lnTo>
                  <a:lnTo>
                    <a:pt x="973685" y="217964"/>
                  </a:lnTo>
                  <a:lnTo>
                    <a:pt x="973872" y="217261"/>
                  </a:lnTo>
                  <a:lnTo>
                    <a:pt x="974059" y="216419"/>
                  </a:lnTo>
                  <a:lnTo>
                    <a:pt x="974246" y="215332"/>
                  </a:lnTo>
                  <a:lnTo>
                    <a:pt x="974433" y="213865"/>
                  </a:lnTo>
                  <a:lnTo>
                    <a:pt x="974620" y="212355"/>
                  </a:lnTo>
                  <a:lnTo>
                    <a:pt x="974807" y="210651"/>
                  </a:lnTo>
                  <a:lnTo>
                    <a:pt x="974994" y="208805"/>
                  </a:lnTo>
                  <a:lnTo>
                    <a:pt x="975181" y="206500"/>
                  </a:lnTo>
                  <a:lnTo>
                    <a:pt x="975368" y="204345"/>
                  </a:lnTo>
                  <a:lnTo>
                    <a:pt x="975555" y="201592"/>
                  </a:lnTo>
                  <a:lnTo>
                    <a:pt x="975742" y="198188"/>
                  </a:lnTo>
                  <a:lnTo>
                    <a:pt x="975928" y="194670"/>
                  </a:lnTo>
                  <a:lnTo>
                    <a:pt x="976115" y="190975"/>
                  </a:lnTo>
                  <a:lnTo>
                    <a:pt x="976302" y="187149"/>
                  </a:lnTo>
                  <a:lnTo>
                    <a:pt x="976489" y="183033"/>
                  </a:lnTo>
                  <a:lnTo>
                    <a:pt x="976676" y="178872"/>
                  </a:lnTo>
                  <a:lnTo>
                    <a:pt x="976863" y="174659"/>
                  </a:lnTo>
                  <a:lnTo>
                    <a:pt x="977050" y="170349"/>
                  </a:lnTo>
                  <a:lnTo>
                    <a:pt x="977237" y="166268"/>
                  </a:lnTo>
                  <a:lnTo>
                    <a:pt x="977424" y="162538"/>
                  </a:lnTo>
                  <a:lnTo>
                    <a:pt x="977611" y="158964"/>
                  </a:lnTo>
                  <a:lnTo>
                    <a:pt x="977798" y="155823"/>
                  </a:lnTo>
                  <a:lnTo>
                    <a:pt x="977985" y="153209"/>
                  </a:lnTo>
                  <a:lnTo>
                    <a:pt x="978172" y="150818"/>
                  </a:lnTo>
                  <a:lnTo>
                    <a:pt x="978358" y="148813"/>
                  </a:lnTo>
                  <a:lnTo>
                    <a:pt x="978545" y="147055"/>
                  </a:lnTo>
                  <a:lnTo>
                    <a:pt x="978732" y="145384"/>
                  </a:lnTo>
                  <a:lnTo>
                    <a:pt x="978919" y="143895"/>
                  </a:lnTo>
                  <a:lnTo>
                    <a:pt x="979106" y="142669"/>
                  </a:lnTo>
                  <a:lnTo>
                    <a:pt x="979293" y="142303"/>
                  </a:lnTo>
                  <a:lnTo>
                    <a:pt x="979480" y="142297"/>
                  </a:lnTo>
                  <a:lnTo>
                    <a:pt x="979667" y="142576"/>
                  </a:lnTo>
                  <a:lnTo>
                    <a:pt x="979854" y="142849"/>
                  </a:lnTo>
                  <a:lnTo>
                    <a:pt x="980041" y="143204"/>
                  </a:lnTo>
                  <a:lnTo>
                    <a:pt x="980228" y="143494"/>
                  </a:lnTo>
                  <a:lnTo>
                    <a:pt x="980415" y="143736"/>
                  </a:lnTo>
                  <a:lnTo>
                    <a:pt x="980602" y="144006"/>
                  </a:lnTo>
                  <a:lnTo>
                    <a:pt x="980788" y="144535"/>
                  </a:lnTo>
                  <a:lnTo>
                    <a:pt x="980975" y="145063"/>
                  </a:lnTo>
                  <a:lnTo>
                    <a:pt x="981162" y="145618"/>
                  </a:lnTo>
                  <a:lnTo>
                    <a:pt x="981349" y="146323"/>
                  </a:lnTo>
                  <a:lnTo>
                    <a:pt x="981536" y="147166"/>
                  </a:lnTo>
                  <a:lnTo>
                    <a:pt x="981723" y="147987"/>
                  </a:lnTo>
                  <a:lnTo>
                    <a:pt x="981910" y="148660"/>
                  </a:lnTo>
                  <a:lnTo>
                    <a:pt x="982097" y="149039"/>
                  </a:lnTo>
                  <a:lnTo>
                    <a:pt x="982284" y="149385"/>
                  </a:lnTo>
                  <a:lnTo>
                    <a:pt x="982471" y="149537"/>
                  </a:lnTo>
                  <a:lnTo>
                    <a:pt x="982658" y="149723"/>
                  </a:lnTo>
                  <a:lnTo>
                    <a:pt x="982845" y="149926"/>
                  </a:lnTo>
                  <a:lnTo>
                    <a:pt x="983031" y="150284"/>
                  </a:lnTo>
                  <a:lnTo>
                    <a:pt x="983218" y="150505"/>
                  </a:lnTo>
                  <a:lnTo>
                    <a:pt x="983405" y="150682"/>
                  </a:lnTo>
                  <a:lnTo>
                    <a:pt x="983592" y="150833"/>
                  </a:lnTo>
                  <a:lnTo>
                    <a:pt x="983779" y="151118"/>
                  </a:lnTo>
                  <a:lnTo>
                    <a:pt x="983966" y="151539"/>
                  </a:lnTo>
                  <a:lnTo>
                    <a:pt x="984153" y="151672"/>
                  </a:lnTo>
                  <a:lnTo>
                    <a:pt x="984340" y="151583"/>
                  </a:lnTo>
                  <a:lnTo>
                    <a:pt x="984527" y="151475"/>
                  </a:lnTo>
                  <a:lnTo>
                    <a:pt x="984714" y="150956"/>
                  </a:lnTo>
                  <a:lnTo>
                    <a:pt x="984901" y="150171"/>
                  </a:lnTo>
                  <a:lnTo>
                    <a:pt x="985088" y="149295"/>
                  </a:lnTo>
                  <a:lnTo>
                    <a:pt x="985275" y="148279"/>
                  </a:lnTo>
                  <a:lnTo>
                    <a:pt x="985461" y="147182"/>
                  </a:lnTo>
                  <a:lnTo>
                    <a:pt x="985648" y="146158"/>
                  </a:lnTo>
                  <a:lnTo>
                    <a:pt x="985835" y="144818"/>
                  </a:lnTo>
                  <a:lnTo>
                    <a:pt x="986022" y="143419"/>
                  </a:lnTo>
                  <a:lnTo>
                    <a:pt x="986209" y="141914"/>
                  </a:lnTo>
                  <a:lnTo>
                    <a:pt x="986396" y="140323"/>
                  </a:lnTo>
                  <a:lnTo>
                    <a:pt x="986583" y="138691"/>
                  </a:lnTo>
                  <a:lnTo>
                    <a:pt x="986770" y="136960"/>
                  </a:lnTo>
                  <a:lnTo>
                    <a:pt x="986957" y="135522"/>
                  </a:lnTo>
                  <a:lnTo>
                    <a:pt x="987144" y="134342"/>
                  </a:lnTo>
                  <a:lnTo>
                    <a:pt x="987331" y="133169"/>
                  </a:lnTo>
                  <a:lnTo>
                    <a:pt x="987518" y="132055"/>
                  </a:lnTo>
                  <a:lnTo>
                    <a:pt x="987705" y="130960"/>
                  </a:lnTo>
                  <a:lnTo>
                    <a:pt x="987891" y="130073"/>
                  </a:lnTo>
                  <a:lnTo>
                    <a:pt x="988078" y="129104"/>
                  </a:lnTo>
                  <a:lnTo>
                    <a:pt x="988265" y="127742"/>
                  </a:lnTo>
                  <a:lnTo>
                    <a:pt x="988452" y="126190"/>
                  </a:lnTo>
                  <a:lnTo>
                    <a:pt x="988639" y="125014"/>
                  </a:lnTo>
                  <a:lnTo>
                    <a:pt x="988826" y="124398"/>
                  </a:lnTo>
                  <a:lnTo>
                    <a:pt x="989013" y="123951"/>
                  </a:lnTo>
                  <a:lnTo>
                    <a:pt x="989200" y="123726"/>
                  </a:lnTo>
                  <a:lnTo>
                    <a:pt x="989387" y="123878"/>
                  </a:lnTo>
                  <a:lnTo>
                    <a:pt x="989574" y="124331"/>
                  </a:lnTo>
                  <a:lnTo>
                    <a:pt x="989761" y="124957"/>
                  </a:lnTo>
                  <a:lnTo>
                    <a:pt x="989948" y="125470"/>
                  </a:lnTo>
                  <a:lnTo>
                    <a:pt x="990134" y="125990"/>
                  </a:lnTo>
                  <a:lnTo>
                    <a:pt x="990321" y="126919"/>
                  </a:lnTo>
                  <a:lnTo>
                    <a:pt x="990508" y="127960"/>
                  </a:lnTo>
                  <a:lnTo>
                    <a:pt x="990695" y="129464"/>
                  </a:lnTo>
                  <a:lnTo>
                    <a:pt x="990882" y="130883"/>
                  </a:lnTo>
                  <a:lnTo>
                    <a:pt x="991069" y="132623"/>
                  </a:lnTo>
                  <a:lnTo>
                    <a:pt x="991256" y="134552"/>
                  </a:lnTo>
                  <a:lnTo>
                    <a:pt x="991443" y="136543"/>
                  </a:lnTo>
                  <a:lnTo>
                    <a:pt x="991630" y="138458"/>
                  </a:lnTo>
                  <a:lnTo>
                    <a:pt x="991817" y="140606"/>
                  </a:lnTo>
                  <a:lnTo>
                    <a:pt x="992004" y="142598"/>
                  </a:lnTo>
                  <a:lnTo>
                    <a:pt x="992191" y="144164"/>
                  </a:lnTo>
                  <a:lnTo>
                    <a:pt x="992378" y="145689"/>
                  </a:lnTo>
                  <a:lnTo>
                    <a:pt x="992564" y="146852"/>
                  </a:lnTo>
                  <a:lnTo>
                    <a:pt x="992751" y="147971"/>
                  </a:lnTo>
                  <a:lnTo>
                    <a:pt x="992938" y="149053"/>
                  </a:lnTo>
                  <a:lnTo>
                    <a:pt x="993125" y="149827"/>
                  </a:lnTo>
                  <a:lnTo>
                    <a:pt x="993312" y="150276"/>
                  </a:lnTo>
                  <a:lnTo>
                    <a:pt x="993499" y="150654"/>
                  </a:lnTo>
                  <a:lnTo>
                    <a:pt x="993686" y="151182"/>
                  </a:lnTo>
                  <a:lnTo>
                    <a:pt x="993873" y="151586"/>
                  </a:lnTo>
                  <a:lnTo>
                    <a:pt x="994060" y="151841"/>
                  </a:lnTo>
                  <a:lnTo>
                    <a:pt x="994247" y="152017"/>
                  </a:lnTo>
                  <a:lnTo>
                    <a:pt x="994434" y="152354"/>
                  </a:lnTo>
                  <a:lnTo>
                    <a:pt x="994621" y="152336"/>
                  </a:lnTo>
                  <a:lnTo>
                    <a:pt x="994807" y="152315"/>
                  </a:lnTo>
                  <a:lnTo>
                    <a:pt x="994994" y="152343"/>
                  </a:lnTo>
                  <a:lnTo>
                    <a:pt x="995181" y="152212"/>
                  </a:lnTo>
                  <a:lnTo>
                    <a:pt x="995368" y="152214"/>
                  </a:lnTo>
                  <a:lnTo>
                    <a:pt x="995555" y="152284"/>
                  </a:lnTo>
                  <a:lnTo>
                    <a:pt x="995742" y="152884"/>
                  </a:lnTo>
                  <a:lnTo>
                    <a:pt x="995929" y="153618"/>
                  </a:lnTo>
                  <a:lnTo>
                    <a:pt x="996116" y="154504"/>
                  </a:lnTo>
                  <a:lnTo>
                    <a:pt x="996303" y="155558"/>
                  </a:lnTo>
                  <a:lnTo>
                    <a:pt x="996490" y="156656"/>
                  </a:lnTo>
                  <a:lnTo>
                    <a:pt x="996677" y="157886"/>
                  </a:lnTo>
                  <a:lnTo>
                    <a:pt x="996864" y="159116"/>
                  </a:lnTo>
                  <a:lnTo>
                    <a:pt x="997051" y="160346"/>
                  </a:lnTo>
                  <a:lnTo>
                    <a:pt x="997237" y="161794"/>
                  </a:lnTo>
                  <a:lnTo>
                    <a:pt x="997424" y="163385"/>
                  </a:lnTo>
                  <a:lnTo>
                    <a:pt x="997611" y="164976"/>
                  </a:lnTo>
                  <a:lnTo>
                    <a:pt x="997798" y="166593"/>
                  </a:lnTo>
                  <a:lnTo>
                    <a:pt x="997985" y="168156"/>
                  </a:lnTo>
                  <a:lnTo>
                    <a:pt x="998172" y="169703"/>
                  </a:lnTo>
                  <a:lnTo>
                    <a:pt x="998359" y="171201"/>
                  </a:lnTo>
                  <a:lnTo>
                    <a:pt x="998546" y="172403"/>
                  </a:lnTo>
                  <a:lnTo>
                    <a:pt x="998733" y="173357"/>
                  </a:lnTo>
                  <a:lnTo>
                    <a:pt x="998920" y="174303"/>
                  </a:lnTo>
                  <a:lnTo>
                    <a:pt x="999107" y="175160"/>
                  </a:lnTo>
                  <a:lnTo>
                    <a:pt x="999294" y="175974"/>
                  </a:lnTo>
                  <a:lnTo>
                    <a:pt x="999481" y="176981"/>
                  </a:lnTo>
                  <a:lnTo>
                    <a:pt x="999667" y="178322"/>
                  </a:lnTo>
                  <a:lnTo>
                    <a:pt x="999854" y="179583"/>
                  </a:lnTo>
                  <a:lnTo>
                    <a:pt x="1000041" y="180722"/>
                  </a:lnTo>
                  <a:lnTo>
                    <a:pt x="1000228" y="181789"/>
                  </a:lnTo>
                  <a:lnTo>
                    <a:pt x="1000415" y="182754"/>
                  </a:lnTo>
                  <a:lnTo>
                    <a:pt x="1000602" y="183719"/>
                  </a:lnTo>
                  <a:lnTo>
                    <a:pt x="1000789" y="184684"/>
                  </a:lnTo>
                  <a:lnTo>
                    <a:pt x="1000976" y="185649"/>
                  </a:lnTo>
                  <a:lnTo>
                    <a:pt x="1001163" y="186615"/>
                  </a:lnTo>
                  <a:lnTo>
                    <a:pt x="1001350" y="187580"/>
                  </a:lnTo>
                  <a:lnTo>
                    <a:pt x="1001537" y="188545"/>
                  </a:lnTo>
                  <a:lnTo>
                    <a:pt x="1001724" y="189431"/>
                  </a:lnTo>
                  <a:lnTo>
                    <a:pt x="1001910" y="190252"/>
                  </a:lnTo>
                  <a:lnTo>
                    <a:pt x="1002097" y="190882"/>
                  </a:lnTo>
                  <a:lnTo>
                    <a:pt x="1002284" y="191340"/>
                  </a:lnTo>
                  <a:lnTo>
                    <a:pt x="1002471" y="191843"/>
                  </a:lnTo>
                  <a:lnTo>
                    <a:pt x="1002658" y="192269"/>
                  </a:lnTo>
                  <a:lnTo>
                    <a:pt x="1002845" y="192715"/>
                  </a:lnTo>
                  <a:lnTo>
                    <a:pt x="1003032" y="193545"/>
                  </a:lnTo>
                  <a:lnTo>
                    <a:pt x="1003219" y="194375"/>
                  </a:lnTo>
                  <a:lnTo>
                    <a:pt x="1003406" y="195206"/>
                  </a:lnTo>
                  <a:lnTo>
                    <a:pt x="1003593" y="196165"/>
                  </a:lnTo>
                  <a:lnTo>
                    <a:pt x="1003780" y="197176"/>
                  </a:lnTo>
                  <a:lnTo>
                    <a:pt x="1003967" y="198186"/>
                  </a:lnTo>
                  <a:lnTo>
                    <a:pt x="1004154" y="199182"/>
                  </a:lnTo>
                  <a:lnTo>
                    <a:pt x="1004340" y="200048"/>
                  </a:lnTo>
                  <a:lnTo>
                    <a:pt x="1004527" y="200914"/>
                  </a:lnTo>
                  <a:lnTo>
                    <a:pt x="1004714" y="201751"/>
                  </a:lnTo>
                  <a:lnTo>
                    <a:pt x="1004901" y="202639"/>
                  </a:lnTo>
                  <a:lnTo>
                    <a:pt x="1005088" y="203490"/>
                  </a:lnTo>
                  <a:lnTo>
                    <a:pt x="1005275" y="204273"/>
                  </a:lnTo>
                  <a:lnTo>
                    <a:pt x="1005462" y="205229"/>
                  </a:lnTo>
                  <a:lnTo>
                    <a:pt x="1005649" y="206054"/>
                  </a:lnTo>
                  <a:lnTo>
                    <a:pt x="1005836" y="207042"/>
                  </a:lnTo>
                  <a:lnTo>
                    <a:pt x="1006023" y="208126"/>
                  </a:lnTo>
                  <a:lnTo>
                    <a:pt x="1006210" y="209514"/>
                  </a:lnTo>
                  <a:lnTo>
                    <a:pt x="1006397" y="210807"/>
                  </a:lnTo>
                  <a:lnTo>
                    <a:pt x="1006584" y="212039"/>
                  </a:lnTo>
                  <a:lnTo>
                    <a:pt x="1006770" y="213270"/>
                  </a:lnTo>
                  <a:lnTo>
                    <a:pt x="1006957" y="214519"/>
                  </a:lnTo>
                  <a:lnTo>
                    <a:pt x="1007144" y="215926"/>
                  </a:lnTo>
                  <a:lnTo>
                    <a:pt x="1007331" y="217334"/>
                  </a:lnTo>
                  <a:lnTo>
                    <a:pt x="1007518" y="218776"/>
                  </a:lnTo>
                  <a:lnTo>
                    <a:pt x="1007705" y="220184"/>
                  </a:lnTo>
                  <a:lnTo>
                    <a:pt x="1007892" y="221565"/>
                  </a:lnTo>
                  <a:lnTo>
                    <a:pt x="1008079" y="222655"/>
                  </a:lnTo>
                  <a:lnTo>
                    <a:pt x="1008266" y="223711"/>
                  </a:lnTo>
                  <a:lnTo>
                    <a:pt x="1008453" y="224643"/>
                  </a:lnTo>
                  <a:lnTo>
                    <a:pt x="1008640" y="225268"/>
                  </a:lnTo>
                  <a:lnTo>
                    <a:pt x="1008827" y="225795"/>
                  </a:lnTo>
                  <a:lnTo>
                    <a:pt x="1009013" y="226006"/>
                  </a:lnTo>
                  <a:lnTo>
                    <a:pt x="1009200" y="225866"/>
                  </a:lnTo>
                  <a:lnTo>
                    <a:pt x="1009387" y="225804"/>
                  </a:lnTo>
                  <a:lnTo>
                    <a:pt x="1009574" y="225980"/>
                  </a:lnTo>
                  <a:lnTo>
                    <a:pt x="1009761" y="226077"/>
                  </a:lnTo>
                  <a:lnTo>
                    <a:pt x="1009948" y="226420"/>
                  </a:lnTo>
                  <a:lnTo>
                    <a:pt x="1010135" y="226772"/>
                  </a:lnTo>
                  <a:lnTo>
                    <a:pt x="1010322" y="227203"/>
                  </a:lnTo>
                  <a:lnTo>
                    <a:pt x="1010509" y="227730"/>
                  </a:lnTo>
                  <a:lnTo>
                    <a:pt x="1010696" y="228258"/>
                  </a:lnTo>
                  <a:lnTo>
                    <a:pt x="1010883" y="228918"/>
                  </a:lnTo>
                  <a:lnTo>
                    <a:pt x="1011070" y="229824"/>
                  </a:lnTo>
                  <a:lnTo>
                    <a:pt x="1011257" y="230879"/>
                  </a:lnTo>
                  <a:lnTo>
                    <a:pt x="1011443" y="231961"/>
                  </a:lnTo>
                  <a:lnTo>
                    <a:pt x="1011630" y="233193"/>
                  </a:lnTo>
                  <a:lnTo>
                    <a:pt x="1011817" y="234855"/>
                  </a:lnTo>
                  <a:lnTo>
                    <a:pt x="1012004" y="236975"/>
                  </a:lnTo>
                  <a:lnTo>
                    <a:pt x="1012191" y="239323"/>
                  </a:lnTo>
                  <a:lnTo>
                    <a:pt x="1012378" y="241892"/>
                  </a:lnTo>
                  <a:lnTo>
                    <a:pt x="1012565" y="245067"/>
                  </a:lnTo>
                  <a:lnTo>
                    <a:pt x="1012752" y="248102"/>
                  </a:lnTo>
                  <a:lnTo>
                    <a:pt x="1012939" y="251418"/>
                  </a:lnTo>
                  <a:lnTo>
                    <a:pt x="1013126" y="254742"/>
                  </a:lnTo>
                  <a:lnTo>
                    <a:pt x="1013313" y="257962"/>
                  </a:lnTo>
                  <a:lnTo>
                    <a:pt x="1013500" y="261304"/>
                  </a:lnTo>
                  <a:lnTo>
                    <a:pt x="1013686" y="264778"/>
                  </a:lnTo>
                  <a:lnTo>
                    <a:pt x="1013873" y="268543"/>
                  </a:lnTo>
                  <a:lnTo>
                    <a:pt x="1014060" y="272457"/>
                  </a:lnTo>
                  <a:lnTo>
                    <a:pt x="1014247" y="276547"/>
                  </a:lnTo>
                  <a:lnTo>
                    <a:pt x="1014434" y="280778"/>
                  </a:lnTo>
                  <a:lnTo>
                    <a:pt x="1014621" y="284745"/>
                  </a:lnTo>
                  <a:lnTo>
                    <a:pt x="1014808" y="288395"/>
                  </a:lnTo>
                  <a:lnTo>
                    <a:pt x="1014995" y="291738"/>
                  </a:lnTo>
                  <a:lnTo>
                    <a:pt x="1015182" y="294623"/>
                  </a:lnTo>
                  <a:lnTo>
                    <a:pt x="1015369" y="296980"/>
                  </a:lnTo>
                  <a:lnTo>
                    <a:pt x="1015556" y="299232"/>
                  </a:lnTo>
                  <a:lnTo>
                    <a:pt x="1015743" y="301220"/>
                  </a:lnTo>
                  <a:lnTo>
                    <a:pt x="1015930" y="303269"/>
                  </a:lnTo>
                  <a:lnTo>
                    <a:pt x="1016116" y="305327"/>
                  </a:lnTo>
                  <a:lnTo>
                    <a:pt x="1016303" y="307262"/>
                  </a:lnTo>
                  <a:lnTo>
                    <a:pt x="1016490" y="308933"/>
                  </a:lnTo>
                  <a:lnTo>
                    <a:pt x="1016677" y="310068"/>
                  </a:lnTo>
                  <a:lnTo>
                    <a:pt x="1016864" y="310904"/>
                  </a:lnTo>
                  <a:lnTo>
                    <a:pt x="1017051" y="311537"/>
                  </a:lnTo>
                  <a:lnTo>
                    <a:pt x="1017238" y="311880"/>
                  </a:lnTo>
                  <a:lnTo>
                    <a:pt x="1017425" y="312056"/>
                  </a:lnTo>
                  <a:lnTo>
                    <a:pt x="1017612" y="312232"/>
                  </a:lnTo>
                  <a:lnTo>
                    <a:pt x="1017799" y="312408"/>
                  </a:lnTo>
                  <a:lnTo>
                    <a:pt x="1017986" y="312584"/>
                  </a:lnTo>
                  <a:lnTo>
                    <a:pt x="1018173" y="312760"/>
                  </a:lnTo>
                  <a:lnTo>
                    <a:pt x="1018360" y="312936"/>
                  </a:lnTo>
                  <a:lnTo>
                    <a:pt x="1018546" y="312909"/>
                  </a:lnTo>
                  <a:lnTo>
                    <a:pt x="1018733" y="312733"/>
                  </a:lnTo>
                  <a:lnTo>
                    <a:pt x="1018920" y="312418"/>
                  </a:lnTo>
                  <a:lnTo>
                    <a:pt x="1019107" y="312089"/>
                  </a:lnTo>
                  <a:lnTo>
                    <a:pt x="1019294" y="311723"/>
                  </a:lnTo>
                  <a:lnTo>
                    <a:pt x="1019481" y="311358"/>
                  </a:lnTo>
                  <a:lnTo>
                    <a:pt x="1019668" y="310993"/>
                  </a:lnTo>
                  <a:lnTo>
                    <a:pt x="1019855" y="310530"/>
                  </a:lnTo>
                  <a:lnTo>
                    <a:pt x="1020042" y="309989"/>
                  </a:lnTo>
                  <a:lnTo>
                    <a:pt x="1020229" y="309448"/>
                  </a:lnTo>
                  <a:lnTo>
                    <a:pt x="1020416" y="308914"/>
                  </a:lnTo>
                  <a:lnTo>
                    <a:pt x="1020603" y="308517"/>
                  </a:lnTo>
                  <a:lnTo>
                    <a:pt x="1020789" y="308120"/>
                  </a:lnTo>
                  <a:lnTo>
                    <a:pt x="1020976" y="307723"/>
                  </a:lnTo>
                  <a:lnTo>
                    <a:pt x="1021163" y="307456"/>
                  </a:lnTo>
                  <a:lnTo>
                    <a:pt x="1021350" y="307386"/>
                  </a:lnTo>
                  <a:lnTo>
                    <a:pt x="1021537" y="307605"/>
                  </a:lnTo>
                  <a:lnTo>
                    <a:pt x="1021724" y="308248"/>
                  </a:lnTo>
                  <a:lnTo>
                    <a:pt x="1021911" y="309060"/>
                  </a:lnTo>
                  <a:lnTo>
                    <a:pt x="1022098" y="310192"/>
                  </a:lnTo>
                  <a:lnTo>
                    <a:pt x="1022285" y="311357"/>
                  </a:lnTo>
                  <a:lnTo>
                    <a:pt x="1022472" y="312742"/>
                  </a:lnTo>
                  <a:lnTo>
                    <a:pt x="1022659" y="314250"/>
                  </a:lnTo>
                  <a:lnTo>
                    <a:pt x="1022846" y="315837"/>
                  </a:lnTo>
                  <a:lnTo>
                    <a:pt x="1023033" y="317492"/>
                  </a:lnTo>
                  <a:lnTo>
                    <a:pt x="1023219" y="319270"/>
                  </a:lnTo>
                  <a:lnTo>
                    <a:pt x="1023406" y="321110"/>
                  </a:lnTo>
                  <a:lnTo>
                    <a:pt x="1023593" y="323057"/>
                  </a:lnTo>
                  <a:lnTo>
                    <a:pt x="1023780" y="324943"/>
                  </a:lnTo>
                  <a:lnTo>
                    <a:pt x="1023967" y="326700"/>
                  </a:lnTo>
                  <a:lnTo>
                    <a:pt x="1024154" y="328411"/>
                  </a:lnTo>
                  <a:lnTo>
                    <a:pt x="1024341" y="329873"/>
                  </a:lnTo>
                  <a:lnTo>
                    <a:pt x="1024528" y="331070"/>
                  </a:lnTo>
                  <a:lnTo>
                    <a:pt x="1024715" y="332249"/>
                  </a:lnTo>
                  <a:lnTo>
                    <a:pt x="1024902" y="333165"/>
                  </a:lnTo>
                  <a:lnTo>
                    <a:pt x="1025089" y="334011"/>
                  </a:lnTo>
                  <a:lnTo>
                    <a:pt x="1025276" y="334359"/>
                  </a:lnTo>
                  <a:lnTo>
                    <a:pt x="1025462" y="334924"/>
                  </a:lnTo>
                  <a:lnTo>
                    <a:pt x="1025649" y="335741"/>
                  </a:lnTo>
                  <a:lnTo>
                    <a:pt x="1025836" y="336717"/>
                  </a:lnTo>
                  <a:lnTo>
                    <a:pt x="1026023" y="337722"/>
                  </a:lnTo>
                  <a:lnTo>
                    <a:pt x="1026210" y="338268"/>
                  </a:lnTo>
                  <a:lnTo>
                    <a:pt x="1026397" y="338738"/>
                  </a:lnTo>
                  <a:lnTo>
                    <a:pt x="1026584" y="339142"/>
                  </a:lnTo>
                  <a:lnTo>
                    <a:pt x="1026771" y="339487"/>
                  </a:lnTo>
                  <a:lnTo>
                    <a:pt x="1026958" y="339802"/>
                  </a:lnTo>
                  <a:lnTo>
                    <a:pt x="1027145" y="339835"/>
                  </a:lnTo>
                  <a:lnTo>
                    <a:pt x="1027332" y="339836"/>
                  </a:lnTo>
                  <a:lnTo>
                    <a:pt x="1027519" y="339820"/>
                  </a:lnTo>
                  <a:lnTo>
                    <a:pt x="1027706" y="339465"/>
                  </a:lnTo>
                  <a:lnTo>
                    <a:pt x="1027892" y="339249"/>
                  </a:lnTo>
                  <a:lnTo>
                    <a:pt x="1028079" y="339152"/>
                  </a:lnTo>
                  <a:lnTo>
                    <a:pt x="1028266" y="339141"/>
                  </a:lnTo>
                  <a:lnTo>
                    <a:pt x="1028453" y="338931"/>
                  </a:lnTo>
                  <a:lnTo>
                    <a:pt x="1028640" y="338524"/>
                  </a:lnTo>
                  <a:lnTo>
                    <a:pt x="1028827" y="337958"/>
                  </a:lnTo>
                  <a:lnTo>
                    <a:pt x="1029014" y="337169"/>
                  </a:lnTo>
                  <a:lnTo>
                    <a:pt x="1029201" y="336102"/>
                  </a:lnTo>
                  <a:lnTo>
                    <a:pt x="1029388" y="335219"/>
                  </a:lnTo>
                  <a:lnTo>
                    <a:pt x="1029575" y="334497"/>
                  </a:lnTo>
                  <a:lnTo>
                    <a:pt x="1029762" y="333914"/>
                  </a:lnTo>
                  <a:lnTo>
                    <a:pt x="1029949" y="333630"/>
                  </a:lnTo>
                  <a:lnTo>
                    <a:pt x="1030136" y="333391"/>
                  </a:lnTo>
                  <a:lnTo>
                    <a:pt x="1030322" y="333188"/>
                  </a:lnTo>
                  <a:lnTo>
                    <a:pt x="1030509" y="333215"/>
                  </a:lnTo>
                  <a:lnTo>
                    <a:pt x="1030696" y="333399"/>
                  </a:lnTo>
                  <a:lnTo>
                    <a:pt x="1030883" y="333549"/>
                  </a:lnTo>
                  <a:lnTo>
                    <a:pt x="1031070" y="333549"/>
                  </a:lnTo>
                  <a:lnTo>
                    <a:pt x="1031257" y="333549"/>
                  </a:lnTo>
                  <a:lnTo>
                    <a:pt x="1031444" y="333549"/>
                  </a:lnTo>
                  <a:lnTo>
                    <a:pt x="1031631" y="333496"/>
                  </a:lnTo>
                  <a:lnTo>
                    <a:pt x="1031818" y="333317"/>
                  </a:lnTo>
                  <a:lnTo>
                    <a:pt x="1032005" y="333424"/>
                  </a:lnTo>
                  <a:lnTo>
                    <a:pt x="1032192" y="333418"/>
                  </a:lnTo>
                  <a:lnTo>
                    <a:pt x="1032379" y="333083"/>
                  </a:lnTo>
                  <a:lnTo>
                    <a:pt x="1032565" y="332475"/>
                  </a:lnTo>
                  <a:lnTo>
                    <a:pt x="1032752" y="331769"/>
                  </a:lnTo>
                  <a:lnTo>
                    <a:pt x="1032939" y="331065"/>
                  </a:lnTo>
                  <a:lnTo>
                    <a:pt x="1033126" y="330088"/>
                  </a:lnTo>
                  <a:lnTo>
                    <a:pt x="1033313" y="329275"/>
                  </a:lnTo>
                  <a:lnTo>
                    <a:pt x="1033500" y="328300"/>
                  </a:lnTo>
                  <a:lnTo>
                    <a:pt x="1033687" y="326911"/>
                  </a:lnTo>
                  <a:lnTo>
                    <a:pt x="1033874" y="325506"/>
                  </a:lnTo>
                  <a:lnTo>
                    <a:pt x="1034061" y="324459"/>
                  </a:lnTo>
                  <a:lnTo>
                    <a:pt x="1034248" y="323452"/>
                  </a:lnTo>
                  <a:lnTo>
                    <a:pt x="1034435" y="322387"/>
                  </a:lnTo>
                  <a:lnTo>
                    <a:pt x="1034622" y="321381"/>
                  </a:lnTo>
                  <a:lnTo>
                    <a:pt x="1034809" y="320290"/>
                  </a:lnTo>
                  <a:lnTo>
                    <a:pt x="1034995" y="319168"/>
                  </a:lnTo>
                  <a:lnTo>
                    <a:pt x="1035182" y="318245"/>
                  </a:lnTo>
                  <a:lnTo>
                    <a:pt x="1035369" y="317461"/>
                  </a:lnTo>
                  <a:lnTo>
                    <a:pt x="1035556" y="316613"/>
                  </a:lnTo>
                  <a:lnTo>
                    <a:pt x="1035743" y="315743"/>
                  </a:lnTo>
                  <a:lnTo>
                    <a:pt x="1035930" y="314915"/>
                  </a:lnTo>
                  <a:lnTo>
                    <a:pt x="1036117" y="314203"/>
                  </a:lnTo>
                  <a:lnTo>
                    <a:pt x="1036304" y="313596"/>
                  </a:lnTo>
                  <a:lnTo>
                    <a:pt x="1036491" y="313329"/>
                  </a:lnTo>
                  <a:lnTo>
                    <a:pt x="1036678" y="313076"/>
                  </a:lnTo>
                  <a:lnTo>
                    <a:pt x="1036865" y="312775"/>
                  </a:lnTo>
                  <a:lnTo>
                    <a:pt x="1037052" y="312471"/>
                  </a:lnTo>
                  <a:lnTo>
                    <a:pt x="1037239" y="312151"/>
                  </a:lnTo>
                  <a:lnTo>
                    <a:pt x="1037425" y="311931"/>
                  </a:lnTo>
                  <a:lnTo>
                    <a:pt x="1037612" y="311787"/>
                  </a:lnTo>
                  <a:lnTo>
                    <a:pt x="1037799" y="311791"/>
                  </a:lnTo>
                  <a:lnTo>
                    <a:pt x="1037986" y="311644"/>
                  </a:lnTo>
                  <a:lnTo>
                    <a:pt x="1038173" y="311533"/>
                  </a:lnTo>
                  <a:lnTo>
                    <a:pt x="1038360" y="311434"/>
                  </a:lnTo>
                  <a:lnTo>
                    <a:pt x="1038547" y="311334"/>
                  </a:lnTo>
                  <a:lnTo>
                    <a:pt x="1038734" y="311235"/>
                  </a:lnTo>
                  <a:lnTo>
                    <a:pt x="1038921" y="311136"/>
                  </a:lnTo>
                  <a:lnTo>
                    <a:pt x="1039108" y="311037"/>
                  </a:lnTo>
                  <a:lnTo>
                    <a:pt x="1039295" y="310938"/>
                  </a:lnTo>
                  <a:lnTo>
                    <a:pt x="1039482" y="310838"/>
                  </a:lnTo>
                  <a:lnTo>
                    <a:pt x="1039668" y="310739"/>
                  </a:lnTo>
                  <a:lnTo>
                    <a:pt x="1039855" y="310640"/>
                  </a:lnTo>
                  <a:lnTo>
                    <a:pt x="1040042" y="310541"/>
                  </a:lnTo>
                  <a:lnTo>
                    <a:pt x="1040229" y="310478"/>
                  </a:lnTo>
                  <a:lnTo>
                    <a:pt x="1040416" y="310358"/>
                  </a:lnTo>
                  <a:lnTo>
                    <a:pt x="1040603" y="310208"/>
                  </a:lnTo>
                  <a:lnTo>
                    <a:pt x="1040790" y="310208"/>
                  </a:lnTo>
                  <a:lnTo>
                    <a:pt x="1040977" y="310158"/>
                  </a:lnTo>
                  <a:lnTo>
                    <a:pt x="1041164" y="309968"/>
                  </a:lnTo>
                  <a:lnTo>
                    <a:pt x="1041351" y="309779"/>
                  </a:lnTo>
                  <a:lnTo>
                    <a:pt x="1041538" y="309604"/>
                  </a:lnTo>
                  <a:lnTo>
                    <a:pt x="1041725" y="309558"/>
                  </a:lnTo>
                  <a:lnTo>
                    <a:pt x="1041912" y="309513"/>
                  </a:lnTo>
                  <a:lnTo>
                    <a:pt x="1042098" y="309605"/>
                  </a:lnTo>
                  <a:lnTo>
                    <a:pt x="1042285" y="309704"/>
                  </a:lnTo>
                  <a:lnTo>
                    <a:pt x="1042472" y="309804"/>
                  </a:lnTo>
                  <a:lnTo>
                    <a:pt x="1042659" y="309903"/>
                  </a:lnTo>
                  <a:lnTo>
                    <a:pt x="1042846" y="310002"/>
                  </a:lnTo>
                  <a:lnTo>
                    <a:pt x="1043033" y="310101"/>
                  </a:lnTo>
                  <a:lnTo>
                    <a:pt x="1043220" y="310248"/>
                  </a:lnTo>
                  <a:lnTo>
                    <a:pt x="1043407" y="310395"/>
                  </a:lnTo>
                  <a:lnTo>
                    <a:pt x="1043594" y="310555"/>
                  </a:lnTo>
                  <a:lnTo>
                    <a:pt x="1043781" y="310907"/>
                  </a:lnTo>
                  <a:lnTo>
                    <a:pt x="1043968" y="311258"/>
                  </a:lnTo>
                  <a:lnTo>
                    <a:pt x="1044155" y="311610"/>
                  </a:lnTo>
                  <a:lnTo>
                    <a:pt x="1044341" y="311945"/>
                  </a:lnTo>
                  <a:lnTo>
                    <a:pt x="1044528" y="312120"/>
                  </a:lnTo>
                  <a:lnTo>
                    <a:pt x="1044715" y="312296"/>
                  </a:lnTo>
                  <a:lnTo>
                    <a:pt x="1044902" y="312305"/>
                  </a:lnTo>
                  <a:lnTo>
                    <a:pt x="1045089" y="312305"/>
                  </a:lnTo>
                  <a:lnTo>
                    <a:pt x="1045276" y="312305"/>
                  </a:lnTo>
                  <a:lnTo>
                    <a:pt x="1045463" y="312305"/>
                  </a:lnTo>
                  <a:lnTo>
                    <a:pt x="1045650" y="312305"/>
                  </a:lnTo>
                  <a:lnTo>
                    <a:pt x="1045837" y="312305"/>
                  </a:lnTo>
                  <a:lnTo>
                    <a:pt x="1046024" y="312305"/>
                  </a:lnTo>
                  <a:lnTo>
                    <a:pt x="1046211" y="312305"/>
                  </a:lnTo>
                  <a:lnTo>
                    <a:pt x="1046398" y="312305"/>
                  </a:lnTo>
                  <a:lnTo>
                    <a:pt x="1046585" y="312446"/>
                  </a:lnTo>
                  <a:lnTo>
                    <a:pt x="1046771" y="312622"/>
                  </a:lnTo>
                  <a:lnTo>
                    <a:pt x="1046958" y="312798"/>
                  </a:lnTo>
                  <a:lnTo>
                    <a:pt x="1047145" y="313141"/>
                  </a:lnTo>
                  <a:lnTo>
                    <a:pt x="1047332" y="313493"/>
                  </a:lnTo>
                  <a:lnTo>
                    <a:pt x="1047519" y="313844"/>
                  </a:lnTo>
                  <a:lnTo>
                    <a:pt x="1047706" y="314196"/>
                  </a:lnTo>
                  <a:lnTo>
                    <a:pt x="1047893" y="314548"/>
                  </a:lnTo>
                  <a:lnTo>
                    <a:pt x="1048080" y="314900"/>
                  </a:lnTo>
                  <a:lnTo>
                    <a:pt x="1048267" y="315252"/>
                  </a:lnTo>
                  <a:lnTo>
                    <a:pt x="1048454" y="315604"/>
                  </a:lnTo>
                  <a:lnTo>
                    <a:pt x="1048641" y="315955"/>
                  </a:lnTo>
                  <a:lnTo>
                    <a:pt x="1048828" y="316131"/>
                  </a:lnTo>
                  <a:lnTo>
                    <a:pt x="1049015" y="316307"/>
                  </a:lnTo>
                  <a:lnTo>
                    <a:pt x="1049201" y="316499"/>
                  </a:lnTo>
                  <a:lnTo>
                    <a:pt x="1049388" y="316383"/>
                  </a:lnTo>
                  <a:lnTo>
                    <a:pt x="1049575" y="316027"/>
                  </a:lnTo>
                  <a:lnTo>
                    <a:pt x="1049762" y="315613"/>
                  </a:lnTo>
                  <a:lnTo>
                    <a:pt x="1049949" y="314816"/>
                  </a:lnTo>
                  <a:lnTo>
                    <a:pt x="1050136" y="313925"/>
                  </a:lnTo>
                  <a:lnTo>
                    <a:pt x="1050323" y="313014"/>
                  </a:lnTo>
                  <a:lnTo>
                    <a:pt x="1050510" y="312367"/>
                  </a:lnTo>
                  <a:lnTo>
                    <a:pt x="1050697" y="311817"/>
                  </a:lnTo>
                  <a:lnTo>
                    <a:pt x="1050884" y="311266"/>
                  </a:lnTo>
                  <a:lnTo>
                    <a:pt x="1051071" y="310659"/>
                  </a:lnTo>
                  <a:lnTo>
                    <a:pt x="1051258" y="309964"/>
                  </a:lnTo>
                  <a:lnTo>
                    <a:pt x="1051444" y="309269"/>
                  </a:lnTo>
                  <a:lnTo>
                    <a:pt x="1051631" y="308719"/>
                  </a:lnTo>
                  <a:lnTo>
                    <a:pt x="1051818" y="308169"/>
                  </a:lnTo>
                  <a:lnTo>
                    <a:pt x="1052005" y="307674"/>
                  </a:lnTo>
                  <a:lnTo>
                    <a:pt x="1052192" y="307336"/>
                  </a:lnTo>
                  <a:lnTo>
                    <a:pt x="1052379" y="306984"/>
                  </a:lnTo>
                  <a:lnTo>
                    <a:pt x="1052566" y="306703"/>
                  </a:lnTo>
                  <a:lnTo>
                    <a:pt x="1052753" y="306694"/>
                  </a:lnTo>
                  <a:lnTo>
                    <a:pt x="1052940" y="306817"/>
                  </a:lnTo>
                  <a:lnTo>
                    <a:pt x="1053127" y="306993"/>
                  </a:lnTo>
                  <a:lnTo>
                    <a:pt x="1053314" y="306914"/>
                  </a:lnTo>
                  <a:lnTo>
                    <a:pt x="1053501" y="306738"/>
                  </a:lnTo>
                  <a:lnTo>
                    <a:pt x="1053688" y="306730"/>
                  </a:lnTo>
                  <a:lnTo>
                    <a:pt x="1053874" y="306684"/>
                  </a:lnTo>
                  <a:lnTo>
                    <a:pt x="1054061" y="306671"/>
                  </a:lnTo>
                  <a:lnTo>
                    <a:pt x="1054248" y="306572"/>
                  </a:lnTo>
                  <a:lnTo>
                    <a:pt x="1054435" y="306473"/>
                  </a:lnTo>
                  <a:lnTo>
                    <a:pt x="1054622" y="306374"/>
                  </a:lnTo>
                  <a:lnTo>
                    <a:pt x="1054809" y="306275"/>
                  </a:lnTo>
                  <a:lnTo>
                    <a:pt x="1054996" y="306175"/>
                  </a:lnTo>
                  <a:lnTo>
                    <a:pt x="1055183" y="306076"/>
                  </a:lnTo>
                  <a:lnTo>
                    <a:pt x="1055370" y="305977"/>
                  </a:lnTo>
                  <a:lnTo>
                    <a:pt x="1055557" y="305878"/>
                  </a:lnTo>
                  <a:lnTo>
                    <a:pt x="1055744" y="305779"/>
                  </a:lnTo>
                  <a:lnTo>
                    <a:pt x="1055931" y="305855"/>
                  </a:lnTo>
                  <a:lnTo>
                    <a:pt x="1056118" y="305932"/>
                  </a:lnTo>
                  <a:lnTo>
                    <a:pt x="1056304" y="306009"/>
                  </a:lnTo>
                  <a:lnTo>
                    <a:pt x="1056491" y="306038"/>
                  </a:lnTo>
                  <a:lnTo>
                    <a:pt x="1056678" y="306186"/>
                  </a:lnTo>
                  <a:lnTo>
                    <a:pt x="1056865" y="306256"/>
                  </a:lnTo>
                  <a:lnTo>
                    <a:pt x="1057052" y="306432"/>
                  </a:lnTo>
                  <a:lnTo>
                    <a:pt x="1057239" y="306705"/>
                  </a:lnTo>
                  <a:lnTo>
                    <a:pt x="1057426" y="307057"/>
                  </a:lnTo>
                  <a:lnTo>
                    <a:pt x="1057613" y="307409"/>
                  </a:lnTo>
                  <a:lnTo>
                    <a:pt x="1057800" y="307760"/>
                  </a:lnTo>
                  <a:lnTo>
                    <a:pt x="1057987" y="308112"/>
                  </a:lnTo>
                  <a:lnTo>
                    <a:pt x="1058174" y="308464"/>
                  </a:lnTo>
                  <a:lnTo>
                    <a:pt x="1058361" y="308816"/>
                  </a:lnTo>
                  <a:lnTo>
                    <a:pt x="1058547" y="309168"/>
                  </a:lnTo>
                  <a:lnTo>
                    <a:pt x="1058734" y="309344"/>
                  </a:lnTo>
                  <a:lnTo>
                    <a:pt x="1058921" y="309520"/>
                  </a:lnTo>
                  <a:lnTo>
                    <a:pt x="1059108" y="309696"/>
                  </a:lnTo>
                  <a:lnTo>
                    <a:pt x="1059295" y="309757"/>
                  </a:lnTo>
                  <a:lnTo>
                    <a:pt x="1059482" y="309757"/>
                  </a:lnTo>
                  <a:lnTo>
                    <a:pt x="1059669" y="309678"/>
                  </a:lnTo>
                  <a:lnTo>
                    <a:pt x="1059856" y="309502"/>
                  </a:lnTo>
                  <a:lnTo>
                    <a:pt x="1060043" y="309229"/>
                  </a:lnTo>
                  <a:lnTo>
                    <a:pt x="1060230" y="308878"/>
                  </a:lnTo>
                  <a:lnTo>
                    <a:pt x="1060417" y="308526"/>
                  </a:lnTo>
                  <a:lnTo>
                    <a:pt x="1060604" y="308174"/>
                  </a:lnTo>
                  <a:lnTo>
                    <a:pt x="1060791" y="307822"/>
                  </a:lnTo>
                  <a:lnTo>
                    <a:pt x="1060977" y="307470"/>
                  </a:lnTo>
                  <a:lnTo>
                    <a:pt x="1061164" y="307224"/>
                  </a:lnTo>
                  <a:lnTo>
                    <a:pt x="1061351" y="306934"/>
                  </a:lnTo>
                  <a:lnTo>
                    <a:pt x="1061538" y="306705"/>
                  </a:lnTo>
                  <a:lnTo>
                    <a:pt x="1061725" y="306654"/>
                  </a:lnTo>
                  <a:lnTo>
                    <a:pt x="1061912" y="306618"/>
                  </a:lnTo>
                  <a:lnTo>
                    <a:pt x="1062099" y="306770"/>
                  </a:lnTo>
                  <a:lnTo>
                    <a:pt x="1062286" y="307096"/>
                  </a:lnTo>
                  <a:lnTo>
                    <a:pt x="1062473" y="307439"/>
                  </a:lnTo>
                  <a:lnTo>
                    <a:pt x="1062660" y="307935"/>
                  </a:lnTo>
                  <a:lnTo>
                    <a:pt x="1062847" y="308299"/>
                  </a:lnTo>
                  <a:lnTo>
                    <a:pt x="1063034" y="308442"/>
                  </a:lnTo>
                  <a:lnTo>
                    <a:pt x="1063220" y="308253"/>
                  </a:lnTo>
                  <a:lnTo>
                    <a:pt x="1063407" y="308001"/>
                  </a:lnTo>
                  <a:lnTo>
                    <a:pt x="1063594" y="307636"/>
                  </a:lnTo>
                  <a:lnTo>
                    <a:pt x="1063781" y="307258"/>
                  </a:lnTo>
                  <a:lnTo>
                    <a:pt x="1063968" y="306866"/>
                  </a:lnTo>
                  <a:lnTo>
                    <a:pt x="1064155" y="306552"/>
                  </a:lnTo>
                  <a:lnTo>
                    <a:pt x="1064342" y="306074"/>
                  </a:lnTo>
                  <a:lnTo>
                    <a:pt x="1064529" y="305628"/>
                  </a:lnTo>
                  <a:lnTo>
                    <a:pt x="1064716" y="304934"/>
                  </a:lnTo>
                  <a:lnTo>
                    <a:pt x="1064903" y="303817"/>
                  </a:lnTo>
                  <a:lnTo>
                    <a:pt x="1065090" y="302735"/>
                  </a:lnTo>
                  <a:lnTo>
                    <a:pt x="1065277" y="301767"/>
                  </a:lnTo>
                  <a:lnTo>
                    <a:pt x="1065464" y="300720"/>
                  </a:lnTo>
                  <a:lnTo>
                    <a:pt x="1065650" y="299779"/>
                  </a:lnTo>
                  <a:lnTo>
                    <a:pt x="1065837" y="298733"/>
                  </a:lnTo>
                  <a:lnTo>
                    <a:pt x="1066024" y="298090"/>
                  </a:lnTo>
                  <a:lnTo>
                    <a:pt x="1066211" y="297352"/>
                  </a:lnTo>
                  <a:lnTo>
                    <a:pt x="1066398" y="296710"/>
                  </a:lnTo>
                  <a:lnTo>
                    <a:pt x="1066585" y="296399"/>
                  </a:lnTo>
                  <a:lnTo>
                    <a:pt x="1066772" y="296159"/>
                  </a:lnTo>
                  <a:lnTo>
                    <a:pt x="1066959" y="295789"/>
                  </a:lnTo>
                  <a:lnTo>
                    <a:pt x="1067146" y="295378"/>
                  </a:lnTo>
                  <a:lnTo>
                    <a:pt x="1067333" y="295192"/>
                  </a:lnTo>
                  <a:lnTo>
                    <a:pt x="1067520" y="294981"/>
                  </a:lnTo>
                  <a:lnTo>
                    <a:pt x="1067707" y="294729"/>
                  </a:lnTo>
                  <a:lnTo>
                    <a:pt x="1067894" y="294400"/>
                  </a:lnTo>
                  <a:lnTo>
                    <a:pt x="1068080" y="294136"/>
                  </a:lnTo>
                  <a:lnTo>
                    <a:pt x="1068267" y="293860"/>
                  </a:lnTo>
                  <a:lnTo>
                    <a:pt x="1068454" y="293685"/>
                  </a:lnTo>
                  <a:lnTo>
                    <a:pt x="1068641" y="293732"/>
                  </a:lnTo>
                  <a:lnTo>
                    <a:pt x="1068828" y="293816"/>
                  </a:lnTo>
                  <a:lnTo>
                    <a:pt x="1069015" y="294063"/>
                  </a:lnTo>
                  <a:lnTo>
                    <a:pt x="1069202" y="294408"/>
                  </a:lnTo>
                  <a:lnTo>
                    <a:pt x="1069389" y="294668"/>
                  </a:lnTo>
                  <a:lnTo>
                    <a:pt x="1069576" y="294983"/>
                  </a:lnTo>
                  <a:lnTo>
                    <a:pt x="1069763" y="295608"/>
                  </a:lnTo>
                  <a:lnTo>
                    <a:pt x="1069950" y="296588"/>
                  </a:lnTo>
                  <a:lnTo>
                    <a:pt x="1070137" y="297566"/>
                  </a:lnTo>
                  <a:lnTo>
                    <a:pt x="1070323" y="298606"/>
                  </a:lnTo>
                  <a:lnTo>
                    <a:pt x="1070510" y="299585"/>
                  </a:lnTo>
                  <a:lnTo>
                    <a:pt x="1070697" y="300492"/>
                  </a:lnTo>
                  <a:lnTo>
                    <a:pt x="1070884" y="301618"/>
                  </a:lnTo>
                  <a:lnTo>
                    <a:pt x="1071071" y="303042"/>
                  </a:lnTo>
                  <a:lnTo>
                    <a:pt x="1071258" y="304406"/>
                  </a:lnTo>
                  <a:lnTo>
                    <a:pt x="1071445" y="305454"/>
                  </a:lnTo>
                  <a:lnTo>
                    <a:pt x="1071632" y="306463"/>
                  </a:lnTo>
                  <a:lnTo>
                    <a:pt x="1071819" y="307459"/>
                  </a:lnTo>
                  <a:lnTo>
                    <a:pt x="1072006" y="308248"/>
                  </a:lnTo>
                  <a:lnTo>
                    <a:pt x="1072193" y="309059"/>
                  </a:lnTo>
                  <a:lnTo>
                    <a:pt x="1072380" y="309787"/>
                  </a:lnTo>
                  <a:lnTo>
                    <a:pt x="1072567" y="310147"/>
                  </a:lnTo>
                  <a:lnTo>
                    <a:pt x="1072753" y="310328"/>
                  </a:lnTo>
                  <a:lnTo>
                    <a:pt x="1072940" y="310693"/>
                  </a:lnTo>
                  <a:lnTo>
                    <a:pt x="1073127" y="311079"/>
                  </a:lnTo>
                  <a:lnTo>
                    <a:pt x="1073314" y="311512"/>
                  </a:lnTo>
                  <a:lnTo>
                    <a:pt x="1073501" y="311945"/>
                  </a:lnTo>
                  <a:lnTo>
                    <a:pt x="1073688" y="312298"/>
                  </a:lnTo>
                  <a:lnTo>
                    <a:pt x="1073875" y="312313"/>
                  </a:lnTo>
                  <a:lnTo>
                    <a:pt x="1074062" y="312313"/>
                  </a:lnTo>
                  <a:lnTo>
                    <a:pt x="1074249" y="312360"/>
                  </a:lnTo>
                  <a:lnTo>
                    <a:pt x="1074436" y="312412"/>
                  </a:lnTo>
                  <a:lnTo>
                    <a:pt x="1074623" y="312547"/>
                  </a:lnTo>
                  <a:lnTo>
                    <a:pt x="1074810" y="312812"/>
                  </a:lnTo>
                  <a:lnTo>
                    <a:pt x="1074997" y="313000"/>
                  </a:lnTo>
                  <a:lnTo>
                    <a:pt x="1075183" y="313093"/>
                  </a:lnTo>
                  <a:lnTo>
                    <a:pt x="1075370" y="313429"/>
                  </a:lnTo>
                  <a:lnTo>
                    <a:pt x="1075557" y="313730"/>
                  </a:lnTo>
                  <a:lnTo>
                    <a:pt x="1075744" y="313983"/>
                  </a:lnTo>
                  <a:lnTo>
                    <a:pt x="1075931" y="314221"/>
                  </a:lnTo>
                  <a:lnTo>
                    <a:pt x="1076118" y="314320"/>
                  </a:lnTo>
                  <a:lnTo>
                    <a:pt x="1076305" y="314419"/>
                  </a:lnTo>
                  <a:lnTo>
                    <a:pt x="1076492" y="314518"/>
                  </a:lnTo>
                  <a:lnTo>
                    <a:pt x="1076679" y="314618"/>
                  </a:lnTo>
                  <a:lnTo>
                    <a:pt x="1076866" y="314717"/>
                  </a:lnTo>
                  <a:lnTo>
                    <a:pt x="1077053" y="314816"/>
                  </a:lnTo>
                  <a:lnTo>
                    <a:pt x="1077240" y="314915"/>
                  </a:lnTo>
                  <a:lnTo>
                    <a:pt x="1077426" y="315014"/>
                  </a:lnTo>
                  <a:lnTo>
                    <a:pt x="1077613" y="314946"/>
                  </a:lnTo>
                  <a:lnTo>
                    <a:pt x="1077800" y="314735"/>
                  </a:lnTo>
                  <a:lnTo>
                    <a:pt x="1077987" y="314556"/>
                  </a:lnTo>
                  <a:lnTo>
                    <a:pt x="1078174" y="314226"/>
                  </a:lnTo>
                  <a:lnTo>
                    <a:pt x="1078361" y="313911"/>
                  </a:lnTo>
                  <a:lnTo>
                    <a:pt x="1078548" y="313559"/>
                  </a:lnTo>
                  <a:lnTo>
                    <a:pt x="1078735" y="313208"/>
                  </a:lnTo>
                  <a:lnTo>
                    <a:pt x="1078922" y="312856"/>
                  </a:lnTo>
                  <a:lnTo>
                    <a:pt x="1079109" y="312504"/>
                  </a:lnTo>
                  <a:lnTo>
                    <a:pt x="1079296" y="312152"/>
                  </a:lnTo>
                  <a:lnTo>
                    <a:pt x="1079483" y="311800"/>
                  </a:lnTo>
                  <a:lnTo>
                    <a:pt x="1079670" y="311448"/>
                  </a:lnTo>
                  <a:lnTo>
                    <a:pt x="1079856" y="311097"/>
                  </a:lnTo>
                  <a:lnTo>
                    <a:pt x="1080043" y="310745"/>
                  </a:lnTo>
                  <a:lnTo>
                    <a:pt x="1080230" y="310393"/>
                  </a:lnTo>
                  <a:lnTo>
                    <a:pt x="1080417" y="310173"/>
                  </a:lnTo>
                  <a:lnTo>
                    <a:pt x="1080604" y="309997"/>
                  </a:lnTo>
                  <a:lnTo>
                    <a:pt x="1080791" y="309821"/>
                  </a:lnTo>
                  <a:lnTo>
                    <a:pt x="1080978" y="309645"/>
                  </a:lnTo>
                  <a:lnTo>
                    <a:pt x="1081165" y="309469"/>
                  </a:lnTo>
                  <a:lnTo>
                    <a:pt x="1081352" y="309469"/>
                  </a:lnTo>
                  <a:lnTo>
                    <a:pt x="1081539" y="309469"/>
                  </a:lnTo>
                  <a:lnTo>
                    <a:pt x="1081726" y="309469"/>
                  </a:lnTo>
                  <a:lnTo>
                    <a:pt x="1081913" y="309603"/>
                  </a:lnTo>
                  <a:lnTo>
                    <a:pt x="1082099" y="309757"/>
                  </a:lnTo>
                  <a:lnTo>
                    <a:pt x="1082286" y="309946"/>
                  </a:lnTo>
                  <a:lnTo>
                    <a:pt x="1082473" y="310136"/>
                  </a:lnTo>
                  <a:lnTo>
                    <a:pt x="1082660" y="310325"/>
                  </a:lnTo>
                  <a:lnTo>
                    <a:pt x="1082847" y="310457"/>
                  </a:lnTo>
                  <a:lnTo>
                    <a:pt x="1083034" y="310502"/>
                  </a:lnTo>
                  <a:lnTo>
                    <a:pt x="1083221" y="310547"/>
                  </a:lnTo>
                  <a:lnTo>
                    <a:pt x="1083408" y="310578"/>
                  </a:lnTo>
                  <a:lnTo>
                    <a:pt x="1083595" y="310479"/>
                  </a:lnTo>
                  <a:lnTo>
                    <a:pt x="1083782" y="310379"/>
                  </a:lnTo>
                  <a:lnTo>
                    <a:pt x="1083969" y="310280"/>
                  </a:lnTo>
                  <a:lnTo>
                    <a:pt x="1084156" y="310181"/>
                  </a:lnTo>
                  <a:lnTo>
                    <a:pt x="1084343" y="310082"/>
                  </a:lnTo>
                  <a:lnTo>
                    <a:pt x="1084529" y="309983"/>
                  </a:lnTo>
                  <a:lnTo>
                    <a:pt x="1084716" y="309871"/>
                  </a:lnTo>
                  <a:lnTo>
                    <a:pt x="1084903" y="309711"/>
                  </a:lnTo>
                  <a:lnTo>
                    <a:pt x="1085090" y="309359"/>
                  </a:lnTo>
                  <a:lnTo>
                    <a:pt x="1085277" y="309007"/>
                  </a:lnTo>
                  <a:lnTo>
                    <a:pt x="1085464" y="308655"/>
                  </a:lnTo>
                  <a:lnTo>
                    <a:pt x="1085651" y="308374"/>
                  </a:lnTo>
                  <a:lnTo>
                    <a:pt x="1085838" y="308137"/>
                  </a:lnTo>
                  <a:lnTo>
                    <a:pt x="1086025" y="307785"/>
                  </a:lnTo>
                  <a:lnTo>
                    <a:pt x="1086212" y="307626"/>
                  </a:lnTo>
                  <a:lnTo>
                    <a:pt x="1086399" y="307626"/>
                  </a:lnTo>
                  <a:lnTo>
                    <a:pt x="1086586" y="307584"/>
                  </a:lnTo>
                  <a:lnTo>
                    <a:pt x="1086773" y="307559"/>
                  </a:lnTo>
                  <a:lnTo>
                    <a:pt x="1086959" y="307661"/>
                  </a:lnTo>
                  <a:lnTo>
                    <a:pt x="1087146" y="307714"/>
                  </a:lnTo>
                  <a:lnTo>
                    <a:pt x="1087333" y="307860"/>
                  </a:lnTo>
                  <a:lnTo>
                    <a:pt x="1087520" y="308223"/>
                  </a:lnTo>
                  <a:lnTo>
                    <a:pt x="1087707" y="308730"/>
                  </a:lnTo>
                  <a:lnTo>
                    <a:pt x="1087894" y="309280"/>
                  </a:lnTo>
                  <a:lnTo>
                    <a:pt x="1088081" y="309830"/>
                  </a:lnTo>
                  <a:lnTo>
                    <a:pt x="1088268" y="310380"/>
                  </a:lnTo>
                  <a:lnTo>
                    <a:pt x="1088455" y="310988"/>
                  </a:lnTo>
                  <a:lnTo>
                    <a:pt x="1088642" y="311744"/>
                  </a:lnTo>
                  <a:lnTo>
                    <a:pt x="1088829" y="312615"/>
                  </a:lnTo>
                  <a:lnTo>
                    <a:pt x="1089016" y="313341"/>
                  </a:lnTo>
                  <a:lnTo>
                    <a:pt x="1089202" y="314067"/>
                  </a:lnTo>
                  <a:lnTo>
                    <a:pt x="1089389" y="314764"/>
                  </a:lnTo>
                  <a:lnTo>
                    <a:pt x="1089576" y="315659"/>
                  </a:lnTo>
                  <a:lnTo>
                    <a:pt x="1089763" y="316636"/>
                  </a:lnTo>
                  <a:lnTo>
                    <a:pt x="1089950" y="317662"/>
                  </a:lnTo>
                  <a:lnTo>
                    <a:pt x="1090137" y="318626"/>
                  </a:lnTo>
                  <a:lnTo>
                    <a:pt x="1090324" y="319327"/>
                  </a:lnTo>
                  <a:lnTo>
                    <a:pt x="1090511" y="319831"/>
                  </a:lnTo>
                  <a:lnTo>
                    <a:pt x="1090698" y="320183"/>
                  </a:lnTo>
                  <a:lnTo>
                    <a:pt x="1090885" y="320534"/>
                  </a:lnTo>
                  <a:lnTo>
                    <a:pt x="1091072" y="320805"/>
                  </a:lnTo>
                  <a:lnTo>
                    <a:pt x="1091259" y="321112"/>
                  </a:lnTo>
                  <a:lnTo>
                    <a:pt x="1091446" y="321389"/>
                  </a:lnTo>
                  <a:lnTo>
                    <a:pt x="1091632" y="321752"/>
                  </a:lnTo>
                  <a:lnTo>
                    <a:pt x="1091819" y="322116"/>
                  </a:lnTo>
                  <a:lnTo>
                    <a:pt x="1092006" y="322479"/>
                  </a:lnTo>
                  <a:lnTo>
                    <a:pt x="1092193" y="322894"/>
                  </a:lnTo>
                  <a:lnTo>
                    <a:pt x="1092380" y="323197"/>
                  </a:lnTo>
                  <a:lnTo>
                    <a:pt x="1092567" y="323508"/>
                  </a:lnTo>
                  <a:lnTo>
                    <a:pt x="1092754" y="323874"/>
                  </a:lnTo>
                  <a:lnTo>
                    <a:pt x="1092941" y="324239"/>
                  </a:lnTo>
                  <a:lnTo>
                    <a:pt x="1093128" y="324604"/>
                  </a:lnTo>
                  <a:lnTo>
                    <a:pt x="1093315" y="324934"/>
                  </a:lnTo>
                  <a:lnTo>
                    <a:pt x="1093502" y="325264"/>
                  </a:lnTo>
                  <a:lnTo>
                    <a:pt x="1093689" y="325574"/>
                  </a:lnTo>
                  <a:lnTo>
                    <a:pt x="1093876" y="325933"/>
                  </a:lnTo>
                  <a:lnTo>
                    <a:pt x="1094062" y="326172"/>
                  </a:lnTo>
                  <a:lnTo>
                    <a:pt x="1094249" y="326437"/>
                  </a:lnTo>
                  <a:lnTo>
                    <a:pt x="1094436" y="326596"/>
                  </a:lnTo>
                  <a:lnTo>
                    <a:pt x="1094623" y="326755"/>
                  </a:lnTo>
                  <a:lnTo>
                    <a:pt x="1094810" y="326913"/>
                  </a:lnTo>
                  <a:lnTo>
                    <a:pt x="1094997" y="327072"/>
                  </a:lnTo>
                  <a:lnTo>
                    <a:pt x="1095184" y="327155"/>
                  </a:lnTo>
                  <a:lnTo>
                    <a:pt x="1095371" y="327142"/>
                  </a:lnTo>
                  <a:lnTo>
                    <a:pt x="1095558" y="326845"/>
                  </a:lnTo>
                  <a:lnTo>
                    <a:pt x="1095745" y="326318"/>
                  </a:lnTo>
                  <a:lnTo>
                    <a:pt x="1095932" y="325790"/>
                  </a:lnTo>
                  <a:lnTo>
                    <a:pt x="1096119" y="325262"/>
                  </a:lnTo>
                  <a:lnTo>
                    <a:pt x="1096305" y="324875"/>
                  </a:lnTo>
                  <a:lnTo>
                    <a:pt x="1096492" y="324523"/>
                  </a:lnTo>
                  <a:lnTo>
                    <a:pt x="1096679" y="324286"/>
                  </a:lnTo>
                  <a:lnTo>
                    <a:pt x="1096866" y="324110"/>
                  </a:lnTo>
                  <a:lnTo>
                    <a:pt x="1097053" y="324013"/>
                  </a:lnTo>
                  <a:lnTo>
                    <a:pt x="1097240" y="324013"/>
                  </a:lnTo>
                  <a:lnTo>
                    <a:pt x="1097427" y="324013"/>
                  </a:lnTo>
                  <a:lnTo>
                    <a:pt x="1097614" y="324013"/>
                  </a:lnTo>
                  <a:lnTo>
                    <a:pt x="1097801" y="324013"/>
                  </a:lnTo>
                  <a:lnTo>
                    <a:pt x="1097988" y="324128"/>
                  </a:lnTo>
                  <a:lnTo>
                    <a:pt x="1098175" y="324391"/>
                  </a:lnTo>
                  <a:lnTo>
                    <a:pt x="1098362" y="324743"/>
                  </a:lnTo>
                  <a:lnTo>
                    <a:pt x="1098549" y="325113"/>
                  </a:lnTo>
                  <a:lnTo>
                    <a:pt x="1098735" y="325640"/>
                  </a:lnTo>
                  <a:lnTo>
                    <a:pt x="1098922" y="326221"/>
                  </a:lnTo>
                  <a:lnTo>
                    <a:pt x="1099109" y="326624"/>
                  </a:lnTo>
                  <a:lnTo>
                    <a:pt x="1099296" y="327012"/>
                  </a:lnTo>
                  <a:lnTo>
                    <a:pt x="1099483" y="327220"/>
                  </a:lnTo>
                  <a:lnTo>
                    <a:pt x="1099670" y="327398"/>
                  </a:lnTo>
                  <a:lnTo>
                    <a:pt x="1099857" y="327704"/>
                  </a:lnTo>
                  <a:lnTo>
                    <a:pt x="1100044" y="327998"/>
                  </a:lnTo>
                  <a:lnTo>
                    <a:pt x="1100231" y="328371"/>
                  </a:lnTo>
                  <a:lnTo>
                    <a:pt x="1100418" y="328855"/>
                  </a:lnTo>
                  <a:lnTo>
                    <a:pt x="1100605" y="329673"/>
                  </a:lnTo>
                  <a:lnTo>
                    <a:pt x="1100792" y="330554"/>
                  </a:lnTo>
                  <a:lnTo>
                    <a:pt x="1100978" y="331548"/>
                  </a:lnTo>
                  <a:lnTo>
                    <a:pt x="1101165" y="332554"/>
                  </a:lnTo>
                  <a:lnTo>
                    <a:pt x="1101352" y="333548"/>
                  </a:lnTo>
                  <a:lnTo>
                    <a:pt x="1101539" y="334428"/>
                  </a:lnTo>
                  <a:lnTo>
                    <a:pt x="1101726" y="335403"/>
                  </a:lnTo>
                  <a:lnTo>
                    <a:pt x="1101913" y="336466"/>
                  </a:lnTo>
                  <a:lnTo>
                    <a:pt x="1102100" y="337676"/>
                  </a:lnTo>
                  <a:lnTo>
                    <a:pt x="1102287" y="339300"/>
                  </a:lnTo>
                  <a:lnTo>
                    <a:pt x="1102474" y="340864"/>
                  </a:lnTo>
                  <a:lnTo>
                    <a:pt x="1102661" y="342245"/>
                  </a:lnTo>
                  <a:lnTo>
                    <a:pt x="1102848" y="343455"/>
                  </a:lnTo>
                  <a:lnTo>
                    <a:pt x="1103035" y="344405"/>
                  </a:lnTo>
                  <a:lnTo>
                    <a:pt x="1103222" y="345627"/>
                  </a:lnTo>
                  <a:lnTo>
                    <a:pt x="1103408" y="346445"/>
                  </a:lnTo>
                  <a:lnTo>
                    <a:pt x="1103595" y="347360"/>
                  </a:lnTo>
                  <a:lnTo>
                    <a:pt x="1103782" y="348414"/>
                  </a:lnTo>
                  <a:lnTo>
                    <a:pt x="1103969" y="349405"/>
                  </a:lnTo>
                  <a:lnTo>
                    <a:pt x="1104156" y="350534"/>
                  </a:lnTo>
                  <a:lnTo>
                    <a:pt x="1104343" y="351708"/>
                  </a:lnTo>
                  <a:lnTo>
                    <a:pt x="1104530" y="352858"/>
                  </a:lnTo>
                  <a:lnTo>
                    <a:pt x="1104717" y="353459"/>
                  </a:lnTo>
                  <a:lnTo>
                    <a:pt x="1104904" y="354033"/>
                  </a:lnTo>
                  <a:lnTo>
                    <a:pt x="1105091" y="354550"/>
                  </a:lnTo>
                  <a:lnTo>
                    <a:pt x="1105278" y="355196"/>
                  </a:lnTo>
                  <a:lnTo>
                    <a:pt x="1105465" y="355805"/>
                  </a:lnTo>
                  <a:lnTo>
                    <a:pt x="1105652" y="356306"/>
                  </a:lnTo>
                  <a:lnTo>
                    <a:pt x="1105838" y="356646"/>
                  </a:lnTo>
                  <a:lnTo>
                    <a:pt x="1106025" y="356765"/>
                  </a:lnTo>
                  <a:lnTo>
                    <a:pt x="1106212" y="356846"/>
                  </a:lnTo>
                  <a:lnTo>
                    <a:pt x="1106399" y="356816"/>
                  </a:lnTo>
                  <a:lnTo>
                    <a:pt x="1106586" y="356729"/>
                  </a:lnTo>
                  <a:lnTo>
                    <a:pt x="1106773" y="356514"/>
                  </a:lnTo>
                  <a:lnTo>
                    <a:pt x="1106960" y="356194"/>
                  </a:lnTo>
                  <a:lnTo>
                    <a:pt x="1107147" y="355877"/>
                  </a:lnTo>
                  <a:lnTo>
                    <a:pt x="1107334" y="355523"/>
                  </a:lnTo>
                  <a:lnTo>
                    <a:pt x="1107521" y="355481"/>
                  </a:lnTo>
                  <a:lnTo>
                    <a:pt x="1107708" y="355534"/>
                  </a:lnTo>
                  <a:lnTo>
                    <a:pt x="1107895" y="355761"/>
                  </a:lnTo>
                  <a:lnTo>
                    <a:pt x="1108081" y="355893"/>
                  </a:lnTo>
                  <a:lnTo>
                    <a:pt x="1108268" y="355917"/>
                  </a:lnTo>
                  <a:lnTo>
                    <a:pt x="1108455" y="356192"/>
                  </a:lnTo>
                  <a:lnTo>
                    <a:pt x="1108642" y="356613"/>
                  </a:lnTo>
                  <a:lnTo>
                    <a:pt x="1108829" y="356990"/>
                  </a:lnTo>
                  <a:lnTo>
                    <a:pt x="1109016" y="357367"/>
                  </a:lnTo>
                  <a:lnTo>
                    <a:pt x="1109203" y="357815"/>
                  </a:lnTo>
                  <a:lnTo>
                    <a:pt x="1109390" y="358368"/>
                  </a:lnTo>
                  <a:lnTo>
                    <a:pt x="1109577" y="358919"/>
                  </a:lnTo>
                  <a:lnTo>
                    <a:pt x="1109764" y="359458"/>
                  </a:lnTo>
                  <a:lnTo>
                    <a:pt x="1109951" y="360105"/>
                  </a:lnTo>
                  <a:lnTo>
                    <a:pt x="1110138" y="360734"/>
                  </a:lnTo>
                  <a:lnTo>
                    <a:pt x="1110325" y="360901"/>
                  </a:lnTo>
                  <a:lnTo>
                    <a:pt x="1110511" y="361048"/>
                  </a:lnTo>
                  <a:lnTo>
                    <a:pt x="1110698" y="361147"/>
                  </a:lnTo>
                  <a:lnTo>
                    <a:pt x="1110885" y="361246"/>
                  </a:lnTo>
                  <a:lnTo>
                    <a:pt x="1111072" y="361345"/>
                  </a:lnTo>
                  <a:lnTo>
                    <a:pt x="1111259" y="361445"/>
                  </a:lnTo>
                  <a:lnTo>
                    <a:pt x="1111446" y="361544"/>
                  </a:lnTo>
                  <a:lnTo>
                    <a:pt x="1111633" y="361643"/>
                  </a:lnTo>
                  <a:lnTo>
                    <a:pt x="1111820" y="361742"/>
                  </a:lnTo>
                  <a:lnTo>
                    <a:pt x="1112007" y="361784"/>
                  </a:lnTo>
                  <a:lnTo>
                    <a:pt x="1112194" y="361809"/>
                  </a:lnTo>
                  <a:lnTo>
                    <a:pt x="1112381" y="361767"/>
                  </a:lnTo>
                  <a:lnTo>
                    <a:pt x="1112568" y="361675"/>
                  </a:lnTo>
                  <a:lnTo>
                    <a:pt x="1112755" y="361489"/>
                  </a:lnTo>
                  <a:lnTo>
                    <a:pt x="1112941" y="361303"/>
                  </a:lnTo>
                  <a:lnTo>
                    <a:pt x="1113128" y="361194"/>
                  </a:lnTo>
                  <a:lnTo>
                    <a:pt x="1113315" y="361101"/>
                  </a:lnTo>
                  <a:lnTo>
                    <a:pt x="1113502" y="361030"/>
                  </a:lnTo>
                  <a:lnTo>
                    <a:pt x="1113689" y="360823"/>
                  </a:lnTo>
                  <a:lnTo>
                    <a:pt x="1113876" y="360550"/>
                  </a:lnTo>
                  <a:lnTo>
                    <a:pt x="1114063" y="360163"/>
                  </a:lnTo>
                  <a:lnTo>
                    <a:pt x="1114250" y="359775"/>
                  </a:lnTo>
                  <a:lnTo>
                    <a:pt x="1114437" y="359387"/>
                  </a:lnTo>
                  <a:lnTo>
                    <a:pt x="1114624" y="358999"/>
                  </a:lnTo>
                  <a:lnTo>
                    <a:pt x="1114811" y="358611"/>
                  </a:lnTo>
                  <a:lnTo>
                    <a:pt x="1114998" y="358405"/>
                  </a:lnTo>
                  <a:lnTo>
                    <a:pt x="1115184" y="358284"/>
                  </a:lnTo>
                  <a:lnTo>
                    <a:pt x="1115371" y="358163"/>
                  </a:lnTo>
                  <a:lnTo>
                    <a:pt x="1115558" y="358042"/>
                  </a:lnTo>
                  <a:lnTo>
                    <a:pt x="1115745" y="357921"/>
                  </a:lnTo>
                  <a:lnTo>
                    <a:pt x="1115932" y="357745"/>
                  </a:lnTo>
                  <a:lnTo>
                    <a:pt x="1116119" y="357569"/>
                  </a:lnTo>
                  <a:lnTo>
                    <a:pt x="1116306" y="357534"/>
                  </a:lnTo>
                  <a:lnTo>
                    <a:pt x="1116493" y="357666"/>
                  </a:lnTo>
                  <a:lnTo>
                    <a:pt x="1116680" y="357877"/>
                  </a:lnTo>
                  <a:lnTo>
                    <a:pt x="1116867" y="358229"/>
                  </a:lnTo>
                  <a:lnTo>
                    <a:pt x="1117054" y="358581"/>
                  </a:lnTo>
                  <a:lnTo>
                    <a:pt x="1117241" y="358933"/>
                  </a:lnTo>
                  <a:lnTo>
                    <a:pt x="1117428" y="359284"/>
                  </a:lnTo>
                  <a:lnTo>
                    <a:pt x="1117614" y="359636"/>
                  </a:lnTo>
                  <a:lnTo>
                    <a:pt x="1117801" y="359856"/>
                  </a:lnTo>
                  <a:lnTo>
                    <a:pt x="1117988" y="359882"/>
                  </a:lnTo>
                  <a:lnTo>
                    <a:pt x="1118175" y="359882"/>
                  </a:lnTo>
                  <a:lnTo>
                    <a:pt x="1118362" y="359882"/>
                  </a:lnTo>
                  <a:lnTo>
                    <a:pt x="1118549" y="359882"/>
                  </a:lnTo>
                  <a:lnTo>
                    <a:pt x="1118736" y="359707"/>
                  </a:lnTo>
                  <a:lnTo>
                    <a:pt x="1118923" y="359531"/>
                  </a:lnTo>
                  <a:lnTo>
                    <a:pt x="1119110" y="359355"/>
                  </a:lnTo>
                  <a:lnTo>
                    <a:pt x="1119297" y="359045"/>
                  </a:lnTo>
                  <a:lnTo>
                    <a:pt x="1119484" y="358592"/>
                  </a:lnTo>
                  <a:lnTo>
                    <a:pt x="1119671" y="358051"/>
                  </a:lnTo>
                  <a:lnTo>
                    <a:pt x="1119857" y="357510"/>
                  </a:lnTo>
                  <a:lnTo>
                    <a:pt x="1120044" y="356969"/>
                  </a:lnTo>
                  <a:lnTo>
                    <a:pt x="1120231" y="356485"/>
                  </a:lnTo>
                  <a:lnTo>
                    <a:pt x="1120418" y="356088"/>
                  </a:lnTo>
                  <a:lnTo>
                    <a:pt x="1120605" y="355691"/>
                  </a:lnTo>
                  <a:lnTo>
                    <a:pt x="1120792" y="355458"/>
                  </a:lnTo>
                  <a:lnTo>
                    <a:pt x="1120979" y="355381"/>
                  </a:lnTo>
                  <a:lnTo>
                    <a:pt x="1121166" y="355305"/>
                  </a:lnTo>
                  <a:lnTo>
                    <a:pt x="1121353" y="355228"/>
                  </a:lnTo>
                  <a:lnTo>
                    <a:pt x="1121540" y="355151"/>
                  </a:lnTo>
                  <a:lnTo>
                    <a:pt x="1121727" y="355074"/>
                  </a:lnTo>
                  <a:lnTo>
                    <a:pt x="1121914" y="354998"/>
                  </a:lnTo>
                  <a:lnTo>
                    <a:pt x="1122101" y="354933"/>
                  </a:lnTo>
                  <a:lnTo>
                    <a:pt x="1122287" y="355041"/>
                  </a:lnTo>
                  <a:lnTo>
                    <a:pt x="1122474" y="355392"/>
                  </a:lnTo>
                  <a:lnTo>
                    <a:pt x="1122661" y="355744"/>
                  </a:lnTo>
                  <a:lnTo>
                    <a:pt x="1122848" y="356096"/>
                  </a:lnTo>
                  <a:lnTo>
                    <a:pt x="1123035" y="356378"/>
                  </a:lnTo>
                  <a:lnTo>
                    <a:pt x="1123222" y="356615"/>
                  </a:lnTo>
                  <a:lnTo>
                    <a:pt x="1123409" y="356967"/>
                  </a:lnTo>
                  <a:lnTo>
                    <a:pt x="1123596" y="357301"/>
                  </a:lnTo>
                  <a:lnTo>
                    <a:pt x="1123783" y="357477"/>
                  </a:lnTo>
                  <a:lnTo>
                    <a:pt x="1123970" y="357679"/>
                  </a:lnTo>
                  <a:lnTo>
                    <a:pt x="1124157" y="358031"/>
                  </a:lnTo>
                  <a:lnTo>
                    <a:pt x="1124344" y="358462"/>
                  </a:lnTo>
                  <a:lnTo>
                    <a:pt x="1124531" y="358999"/>
                  </a:lnTo>
                  <a:lnTo>
                    <a:pt x="1124717" y="359702"/>
                  </a:lnTo>
                  <a:lnTo>
                    <a:pt x="1124904" y="360406"/>
                  </a:lnTo>
                  <a:lnTo>
                    <a:pt x="1125091" y="361110"/>
                  </a:lnTo>
                  <a:lnTo>
                    <a:pt x="1125278" y="361813"/>
                  </a:lnTo>
                  <a:lnTo>
                    <a:pt x="1125465" y="362517"/>
                  </a:lnTo>
                  <a:lnTo>
                    <a:pt x="1125652" y="363221"/>
                  </a:lnTo>
                  <a:lnTo>
                    <a:pt x="1125839" y="363924"/>
                  </a:lnTo>
                  <a:lnTo>
                    <a:pt x="1126026" y="364566"/>
                  </a:lnTo>
                  <a:lnTo>
                    <a:pt x="1126213" y="365094"/>
                  </a:lnTo>
                  <a:lnTo>
                    <a:pt x="1126400" y="365622"/>
                  </a:lnTo>
                  <a:lnTo>
                    <a:pt x="1126587" y="366150"/>
                  </a:lnTo>
                  <a:lnTo>
                    <a:pt x="1126774" y="366651"/>
                  </a:lnTo>
                  <a:lnTo>
                    <a:pt x="1126960" y="366798"/>
                  </a:lnTo>
                  <a:lnTo>
                    <a:pt x="1127147" y="366877"/>
                  </a:lnTo>
                  <a:lnTo>
                    <a:pt x="1127334" y="366835"/>
                  </a:lnTo>
                  <a:lnTo>
                    <a:pt x="1127521" y="366540"/>
                  </a:lnTo>
                  <a:lnTo>
                    <a:pt x="1127708" y="366244"/>
                  </a:lnTo>
                  <a:lnTo>
                    <a:pt x="1127895" y="365968"/>
                  </a:lnTo>
                  <a:lnTo>
                    <a:pt x="1128082" y="365792"/>
                  </a:lnTo>
                  <a:lnTo>
                    <a:pt x="1128269" y="365617"/>
                  </a:lnTo>
                  <a:lnTo>
                    <a:pt x="1128456" y="365355"/>
                  </a:lnTo>
                  <a:lnTo>
                    <a:pt x="1128643" y="365093"/>
                  </a:lnTo>
                  <a:lnTo>
                    <a:pt x="1128830" y="364829"/>
                  </a:lnTo>
                  <a:lnTo>
                    <a:pt x="1129017" y="364565"/>
                  </a:lnTo>
                  <a:lnTo>
                    <a:pt x="1129204" y="364301"/>
                  </a:lnTo>
                  <a:lnTo>
                    <a:pt x="1129390" y="364037"/>
                  </a:lnTo>
                  <a:lnTo>
                    <a:pt x="1129577" y="363721"/>
                  </a:lnTo>
                  <a:lnTo>
                    <a:pt x="1129764" y="363516"/>
                  </a:lnTo>
                  <a:lnTo>
                    <a:pt x="1129951" y="363305"/>
                  </a:lnTo>
                  <a:lnTo>
                    <a:pt x="1130138" y="363039"/>
                  </a:lnTo>
                  <a:lnTo>
                    <a:pt x="1130325" y="362911"/>
                  </a:lnTo>
                  <a:lnTo>
                    <a:pt x="1130512" y="362799"/>
                  </a:lnTo>
                  <a:lnTo>
                    <a:pt x="1130699" y="362722"/>
                  </a:lnTo>
                  <a:lnTo>
                    <a:pt x="1130886" y="362646"/>
                  </a:lnTo>
                  <a:lnTo>
                    <a:pt x="1131073" y="362588"/>
                  </a:lnTo>
                  <a:lnTo>
                    <a:pt x="1131260" y="362530"/>
                  </a:lnTo>
                  <a:lnTo>
                    <a:pt x="1131447" y="362472"/>
                  </a:lnTo>
                  <a:lnTo>
                    <a:pt x="1131633" y="362467"/>
                  </a:lnTo>
                  <a:lnTo>
                    <a:pt x="1131820" y="362462"/>
                  </a:lnTo>
                  <a:lnTo>
                    <a:pt x="1132007" y="362457"/>
                  </a:lnTo>
                  <a:lnTo>
                    <a:pt x="1132194" y="362452"/>
                  </a:lnTo>
                  <a:lnTo>
                    <a:pt x="1132381" y="362447"/>
                  </a:lnTo>
                  <a:lnTo>
                    <a:pt x="1132568" y="362518"/>
                  </a:lnTo>
                  <a:lnTo>
                    <a:pt x="1132755" y="362684"/>
                  </a:lnTo>
                  <a:lnTo>
                    <a:pt x="1132942" y="363171"/>
                  </a:lnTo>
                  <a:lnTo>
                    <a:pt x="1133129" y="363864"/>
                  </a:lnTo>
                  <a:lnTo>
                    <a:pt x="1133316" y="364540"/>
                  </a:lnTo>
                  <a:lnTo>
                    <a:pt x="1133503" y="365243"/>
                  </a:lnTo>
                  <a:lnTo>
                    <a:pt x="1133690" y="365813"/>
                  </a:lnTo>
                  <a:lnTo>
                    <a:pt x="1133877" y="366257"/>
                  </a:lnTo>
                  <a:lnTo>
                    <a:pt x="1134063" y="366553"/>
                  </a:lnTo>
                  <a:lnTo>
                    <a:pt x="1134250" y="366827"/>
                  </a:lnTo>
                  <a:lnTo>
                    <a:pt x="1134437" y="367101"/>
                  </a:lnTo>
                  <a:lnTo>
                    <a:pt x="1134624" y="367375"/>
                  </a:lnTo>
                  <a:lnTo>
                    <a:pt x="1134811" y="367649"/>
                  </a:lnTo>
                  <a:lnTo>
                    <a:pt x="1134998" y="367923"/>
                  </a:lnTo>
                  <a:lnTo>
                    <a:pt x="1135185" y="368197"/>
                  </a:lnTo>
                  <a:lnTo>
                    <a:pt x="1135372" y="368356"/>
                  </a:lnTo>
                  <a:lnTo>
                    <a:pt x="1135559" y="368366"/>
                  </a:lnTo>
                  <a:lnTo>
                    <a:pt x="1135746" y="368165"/>
                  </a:lnTo>
                  <a:lnTo>
                    <a:pt x="1135933" y="367976"/>
                  </a:lnTo>
                  <a:lnTo>
                    <a:pt x="1136120" y="367864"/>
                  </a:lnTo>
                  <a:lnTo>
                    <a:pt x="1136307" y="367567"/>
                  </a:lnTo>
                  <a:lnTo>
                    <a:pt x="1136493" y="367162"/>
                  </a:lnTo>
                  <a:lnTo>
                    <a:pt x="1136680" y="366898"/>
                  </a:lnTo>
                  <a:lnTo>
                    <a:pt x="1136867" y="366863"/>
                  </a:lnTo>
                  <a:lnTo>
                    <a:pt x="1137054" y="366887"/>
                  </a:lnTo>
                  <a:lnTo>
                    <a:pt x="1137241" y="366845"/>
                  </a:lnTo>
                  <a:lnTo>
                    <a:pt x="1137428" y="366758"/>
                  </a:lnTo>
                  <a:lnTo>
                    <a:pt x="1137615" y="366726"/>
                  </a:lnTo>
                  <a:lnTo>
                    <a:pt x="1137802" y="366801"/>
                  </a:lnTo>
                  <a:lnTo>
                    <a:pt x="1137989" y="366876"/>
                  </a:lnTo>
                  <a:lnTo>
                    <a:pt x="1138176" y="366952"/>
                  </a:lnTo>
                  <a:lnTo>
                    <a:pt x="1138363" y="367027"/>
                  </a:lnTo>
                  <a:lnTo>
                    <a:pt x="1138550" y="367102"/>
                  </a:lnTo>
                  <a:lnTo>
                    <a:pt x="1138736" y="367177"/>
                  </a:lnTo>
                  <a:lnTo>
                    <a:pt x="1138923" y="367252"/>
                  </a:lnTo>
                  <a:lnTo>
                    <a:pt x="1139110" y="367327"/>
                  </a:lnTo>
                  <a:lnTo>
                    <a:pt x="1139297" y="367414"/>
                  </a:lnTo>
                  <a:lnTo>
                    <a:pt x="1139484" y="367602"/>
                  </a:lnTo>
                  <a:lnTo>
                    <a:pt x="1139671" y="367790"/>
                  </a:lnTo>
                  <a:lnTo>
                    <a:pt x="1139858" y="367986"/>
                  </a:lnTo>
                  <a:lnTo>
                    <a:pt x="1140045" y="368197"/>
                  </a:lnTo>
                  <a:lnTo>
                    <a:pt x="1140232" y="368561"/>
                  </a:lnTo>
                  <a:lnTo>
                    <a:pt x="1140419" y="368904"/>
                  </a:lnTo>
                  <a:lnTo>
                    <a:pt x="1140606" y="369080"/>
                  </a:lnTo>
                  <a:lnTo>
                    <a:pt x="1140793" y="369256"/>
                  </a:lnTo>
                  <a:lnTo>
                    <a:pt x="1140980" y="369432"/>
                  </a:lnTo>
                  <a:lnTo>
                    <a:pt x="1141166" y="369530"/>
                  </a:lnTo>
                  <a:lnTo>
                    <a:pt x="1141353" y="369598"/>
                  </a:lnTo>
                  <a:lnTo>
                    <a:pt x="1141540" y="369492"/>
                  </a:lnTo>
                  <a:lnTo>
                    <a:pt x="1141727" y="369268"/>
                  </a:lnTo>
                  <a:lnTo>
                    <a:pt x="1141914" y="369013"/>
                  </a:lnTo>
                  <a:lnTo>
                    <a:pt x="1142101" y="368950"/>
                  </a:lnTo>
                  <a:lnTo>
                    <a:pt x="1142288" y="368938"/>
                  </a:lnTo>
                  <a:lnTo>
                    <a:pt x="1142475" y="369025"/>
                  </a:lnTo>
                  <a:lnTo>
                    <a:pt x="1142662" y="369077"/>
                  </a:lnTo>
                  <a:lnTo>
                    <a:pt x="1142849" y="369084"/>
                  </a:lnTo>
                  <a:lnTo>
                    <a:pt x="1143036" y="369211"/>
                  </a:lnTo>
                  <a:lnTo>
                    <a:pt x="1143223" y="369574"/>
                  </a:lnTo>
                  <a:lnTo>
                    <a:pt x="1143410" y="370044"/>
                  </a:lnTo>
                  <a:lnTo>
                    <a:pt x="1143596" y="370625"/>
                  </a:lnTo>
                  <a:lnTo>
                    <a:pt x="1143783" y="371213"/>
                  </a:lnTo>
                  <a:lnTo>
                    <a:pt x="1143970" y="371601"/>
                  </a:lnTo>
                  <a:lnTo>
                    <a:pt x="1144157" y="371964"/>
                  </a:lnTo>
                  <a:lnTo>
                    <a:pt x="1144344" y="372422"/>
                  </a:lnTo>
                  <a:lnTo>
                    <a:pt x="1144531" y="372961"/>
                  </a:lnTo>
                  <a:lnTo>
                    <a:pt x="1144718" y="373440"/>
                  </a:lnTo>
                  <a:lnTo>
                    <a:pt x="1144905" y="373610"/>
                  </a:lnTo>
                  <a:lnTo>
                    <a:pt x="1145092" y="373622"/>
                  </a:lnTo>
                  <a:lnTo>
                    <a:pt x="1145279" y="373521"/>
                  </a:lnTo>
                  <a:lnTo>
                    <a:pt x="1145466" y="373420"/>
                  </a:lnTo>
                  <a:lnTo>
                    <a:pt x="1145653" y="373296"/>
                  </a:lnTo>
                  <a:lnTo>
                    <a:pt x="1145839" y="373005"/>
                  </a:lnTo>
                  <a:lnTo>
                    <a:pt x="1146026" y="372546"/>
                  </a:lnTo>
                  <a:lnTo>
                    <a:pt x="1146213" y="371882"/>
                  </a:lnTo>
                  <a:lnTo>
                    <a:pt x="1146400" y="371186"/>
                  </a:lnTo>
                  <a:lnTo>
                    <a:pt x="1146587" y="370281"/>
                  </a:lnTo>
                  <a:lnTo>
                    <a:pt x="1146774" y="369552"/>
                  </a:lnTo>
                  <a:lnTo>
                    <a:pt x="1146961" y="368825"/>
                  </a:lnTo>
                  <a:lnTo>
                    <a:pt x="1147148" y="368172"/>
                  </a:lnTo>
                  <a:lnTo>
                    <a:pt x="1147335" y="367524"/>
                  </a:lnTo>
                  <a:lnTo>
                    <a:pt x="1147522" y="366895"/>
                  </a:lnTo>
                  <a:lnTo>
                    <a:pt x="1147709" y="366729"/>
                  </a:lnTo>
                  <a:lnTo>
                    <a:pt x="1147896" y="366582"/>
                  </a:lnTo>
                  <a:lnTo>
                    <a:pt x="1148083" y="366483"/>
                  </a:lnTo>
                  <a:lnTo>
                    <a:pt x="1148269" y="366501"/>
                  </a:lnTo>
                  <a:lnTo>
                    <a:pt x="1148456" y="366543"/>
                  </a:lnTo>
                  <a:lnTo>
                    <a:pt x="1148643" y="366624"/>
                  </a:lnTo>
                  <a:lnTo>
                    <a:pt x="1148830" y="366806"/>
                  </a:lnTo>
                  <a:lnTo>
                    <a:pt x="1149017" y="367107"/>
                  </a:lnTo>
                  <a:lnTo>
                    <a:pt x="1149204" y="367408"/>
                  </a:lnTo>
                  <a:lnTo>
                    <a:pt x="1149391" y="367710"/>
                  </a:lnTo>
                  <a:lnTo>
                    <a:pt x="1149578" y="368015"/>
                  </a:lnTo>
                  <a:lnTo>
                    <a:pt x="1149765" y="368388"/>
                  </a:lnTo>
                  <a:lnTo>
                    <a:pt x="1149952" y="368806"/>
                  </a:lnTo>
                  <a:lnTo>
                    <a:pt x="1150139" y="369224"/>
                  </a:lnTo>
                  <a:lnTo>
                    <a:pt x="1150326" y="369642"/>
                  </a:lnTo>
                  <a:lnTo>
                    <a:pt x="1150512" y="370018"/>
                  </a:lnTo>
                  <a:lnTo>
                    <a:pt x="1150699" y="370344"/>
                  </a:lnTo>
                  <a:lnTo>
                    <a:pt x="1150886" y="370679"/>
                  </a:lnTo>
                  <a:lnTo>
                    <a:pt x="1151073" y="371148"/>
                  </a:lnTo>
                  <a:lnTo>
                    <a:pt x="1151260" y="371543"/>
                  </a:lnTo>
                  <a:lnTo>
                    <a:pt x="1151447" y="371944"/>
                  </a:lnTo>
                  <a:lnTo>
                    <a:pt x="1151634" y="372256"/>
                  </a:lnTo>
                  <a:lnTo>
                    <a:pt x="1151821" y="372569"/>
                  </a:lnTo>
                  <a:lnTo>
                    <a:pt x="1152008" y="372882"/>
                  </a:lnTo>
                  <a:lnTo>
                    <a:pt x="1152195" y="373192"/>
                  </a:lnTo>
                  <a:lnTo>
                    <a:pt x="1152382" y="373451"/>
                  </a:lnTo>
                  <a:lnTo>
                    <a:pt x="1152569" y="373547"/>
                  </a:lnTo>
                  <a:lnTo>
                    <a:pt x="1152756" y="373633"/>
                  </a:lnTo>
                  <a:lnTo>
                    <a:pt x="1152942" y="373542"/>
                  </a:lnTo>
                  <a:lnTo>
                    <a:pt x="1153129" y="373451"/>
                  </a:lnTo>
                  <a:lnTo>
                    <a:pt x="1153316" y="373591"/>
                  </a:lnTo>
                  <a:lnTo>
                    <a:pt x="1153503" y="373738"/>
                  </a:lnTo>
                  <a:lnTo>
                    <a:pt x="1153690" y="373882"/>
                  </a:lnTo>
                  <a:lnTo>
                    <a:pt x="1153877" y="373844"/>
                  </a:lnTo>
                  <a:lnTo>
                    <a:pt x="1154064" y="373876"/>
                  </a:lnTo>
                  <a:lnTo>
                    <a:pt x="1154251" y="373909"/>
                  </a:lnTo>
                  <a:lnTo>
                    <a:pt x="1154438" y="374043"/>
                  </a:lnTo>
                  <a:lnTo>
                    <a:pt x="1154625" y="374043"/>
                  </a:lnTo>
                  <a:lnTo>
                    <a:pt x="1154812" y="374043"/>
                  </a:lnTo>
                  <a:lnTo>
                    <a:pt x="1154999" y="374176"/>
                  </a:lnTo>
                  <a:lnTo>
                    <a:pt x="1155186" y="374366"/>
                  </a:lnTo>
                  <a:lnTo>
                    <a:pt x="1155372" y="374891"/>
                  </a:lnTo>
                  <a:lnTo>
                    <a:pt x="1155559" y="375488"/>
                  </a:lnTo>
                  <a:lnTo>
                    <a:pt x="1155746" y="376121"/>
                  </a:lnTo>
                  <a:lnTo>
                    <a:pt x="1155933" y="376755"/>
                  </a:lnTo>
                  <a:lnTo>
                    <a:pt x="1156120" y="377389"/>
                  </a:lnTo>
                  <a:lnTo>
                    <a:pt x="1156307" y="378022"/>
                  </a:lnTo>
                  <a:lnTo>
                    <a:pt x="1156494" y="378656"/>
                  </a:lnTo>
                  <a:lnTo>
                    <a:pt x="1156681" y="379290"/>
                  </a:lnTo>
                  <a:lnTo>
                    <a:pt x="1156868" y="380047"/>
                  </a:lnTo>
                  <a:lnTo>
                    <a:pt x="1157055" y="380856"/>
                  </a:lnTo>
                  <a:lnTo>
                    <a:pt x="1157242" y="381666"/>
                  </a:lnTo>
                  <a:lnTo>
                    <a:pt x="1157429" y="382475"/>
                  </a:lnTo>
                  <a:lnTo>
                    <a:pt x="1157615" y="383285"/>
                  </a:lnTo>
                  <a:lnTo>
                    <a:pt x="1157774" y="38397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755990" y="3220400"/>
              <a:ext cx="54859" cy="10761"/>
            </a:xfrm>
            <a:custGeom>
              <a:avLst/>
              <a:pathLst>
                <a:path w="54859" h="10761">
                  <a:moveTo>
                    <a:pt x="0" y="10761"/>
                  </a:moveTo>
                  <a:lnTo>
                    <a:pt x="69" y="10715"/>
                  </a:lnTo>
                  <a:lnTo>
                    <a:pt x="256" y="10715"/>
                  </a:lnTo>
                  <a:lnTo>
                    <a:pt x="443" y="10715"/>
                  </a:lnTo>
                  <a:lnTo>
                    <a:pt x="629" y="10715"/>
                  </a:lnTo>
                  <a:lnTo>
                    <a:pt x="816" y="10715"/>
                  </a:lnTo>
                  <a:lnTo>
                    <a:pt x="1003" y="10715"/>
                  </a:lnTo>
                  <a:lnTo>
                    <a:pt x="1190" y="10715"/>
                  </a:lnTo>
                  <a:lnTo>
                    <a:pt x="1377" y="10715"/>
                  </a:lnTo>
                  <a:lnTo>
                    <a:pt x="1564" y="10715"/>
                  </a:lnTo>
                  <a:lnTo>
                    <a:pt x="1751" y="10715"/>
                  </a:lnTo>
                  <a:lnTo>
                    <a:pt x="1938" y="10715"/>
                  </a:lnTo>
                  <a:lnTo>
                    <a:pt x="2125" y="10715"/>
                  </a:lnTo>
                  <a:lnTo>
                    <a:pt x="2312" y="10715"/>
                  </a:lnTo>
                  <a:lnTo>
                    <a:pt x="2499" y="10715"/>
                  </a:lnTo>
                  <a:lnTo>
                    <a:pt x="2686" y="10715"/>
                  </a:lnTo>
                  <a:lnTo>
                    <a:pt x="2873" y="10715"/>
                  </a:lnTo>
                  <a:lnTo>
                    <a:pt x="3059" y="10715"/>
                  </a:lnTo>
                  <a:lnTo>
                    <a:pt x="3246" y="10715"/>
                  </a:lnTo>
                  <a:lnTo>
                    <a:pt x="3433" y="10715"/>
                  </a:lnTo>
                  <a:lnTo>
                    <a:pt x="3620" y="10715"/>
                  </a:lnTo>
                  <a:lnTo>
                    <a:pt x="3807" y="10715"/>
                  </a:lnTo>
                  <a:lnTo>
                    <a:pt x="3994" y="10715"/>
                  </a:lnTo>
                  <a:lnTo>
                    <a:pt x="4181" y="10715"/>
                  </a:lnTo>
                  <a:lnTo>
                    <a:pt x="4368" y="10715"/>
                  </a:lnTo>
                  <a:lnTo>
                    <a:pt x="4555" y="10715"/>
                  </a:lnTo>
                  <a:lnTo>
                    <a:pt x="4742" y="10715"/>
                  </a:lnTo>
                  <a:lnTo>
                    <a:pt x="4929" y="10715"/>
                  </a:lnTo>
                  <a:lnTo>
                    <a:pt x="5116" y="10715"/>
                  </a:lnTo>
                  <a:lnTo>
                    <a:pt x="5303" y="10715"/>
                  </a:lnTo>
                  <a:lnTo>
                    <a:pt x="5489" y="10715"/>
                  </a:lnTo>
                  <a:lnTo>
                    <a:pt x="5676" y="10715"/>
                  </a:lnTo>
                  <a:lnTo>
                    <a:pt x="5863" y="10715"/>
                  </a:lnTo>
                  <a:lnTo>
                    <a:pt x="6050" y="10715"/>
                  </a:lnTo>
                  <a:lnTo>
                    <a:pt x="6237" y="10715"/>
                  </a:lnTo>
                  <a:lnTo>
                    <a:pt x="6424" y="10715"/>
                  </a:lnTo>
                  <a:lnTo>
                    <a:pt x="6611" y="10715"/>
                  </a:lnTo>
                  <a:lnTo>
                    <a:pt x="6798" y="10715"/>
                  </a:lnTo>
                  <a:lnTo>
                    <a:pt x="6985" y="10715"/>
                  </a:lnTo>
                  <a:lnTo>
                    <a:pt x="7172" y="10715"/>
                  </a:lnTo>
                  <a:lnTo>
                    <a:pt x="7359" y="10715"/>
                  </a:lnTo>
                  <a:lnTo>
                    <a:pt x="7546" y="10715"/>
                  </a:lnTo>
                  <a:lnTo>
                    <a:pt x="7732" y="10715"/>
                  </a:lnTo>
                  <a:lnTo>
                    <a:pt x="7919" y="10715"/>
                  </a:lnTo>
                  <a:lnTo>
                    <a:pt x="8106" y="10715"/>
                  </a:lnTo>
                  <a:lnTo>
                    <a:pt x="8293" y="10715"/>
                  </a:lnTo>
                  <a:lnTo>
                    <a:pt x="8480" y="10715"/>
                  </a:lnTo>
                  <a:lnTo>
                    <a:pt x="8667" y="10715"/>
                  </a:lnTo>
                  <a:lnTo>
                    <a:pt x="8854" y="10715"/>
                  </a:lnTo>
                  <a:lnTo>
                    <a:pt x="9041" y="10715"/>
                  </a:lnTo>
                  <a:lnTo>
                    <a:pt x="9228" y="10715"/>
                  </a:lnTo>
                  <a:lnTo>
                    <a:pt x="9415" y="10715"/>
                  </a:lnTo>
                  <a:lnTo>
                    <a:pt x="9602" y="10715"/>
                  </a:lnTo>
                  <a:lnTo>
                    <a:pt x="9789" y="10715"/>
                  </a:lnTo>
                  <a:lnTo>
                    <a:pt x="9976" y="10715"/>
                  </a:lnTo>
                  <a:lnTo>
                    <a:pt x="10162" y="10715"/>
                  </a:lnTo>
                  <a:lnTo>
                    <a:pt x="10349" y="10715"/>
                  </a:lnTo>
                  <a:lnTo>
                    <a:pt x="10536" y="10715"/>
                  </a:lnTo>
                  <a:lnTo>
                    <a:pt x="10723" y="10715"/>
                  </a:lnTo>
                  <a:lnTo>
                    <a:pt x="10910" y="10715"/>
                  </a:lnTo>
                  <a:lnTo>
                    <a:pt x="11097" y="10715"/>
                  </a:lnTo>
                  <a:lnTo>
                    <a:pt x="11284" y="10715"/>
                  </a:lnTo>
                  <a:lnTo>
                    <a:pt x="11471" y="10715"/>
                  </a:lnTo>
                  <a:lnTo>
                    <a:pt x="11658" y="10715"/>
                  </a:lnTo>
                  <a:lnTo>
                    <a:pt x="11845" y="10715"/>
                  </a:lnTo>
                  <a:lnTo>
                    <a:pt x="12032" y="10715"/>
                  </a:lnTo>
                  <a:lnTo>
                    <a:pt x="12219" y="10715"/>
                  </a:lnTo>
                  <a:lnTo>
                    <a:pt x="12406" y="10715"/>
                  </a:lnTo>
                  <a:lnTo>
                    <a:pt x="12592" y="10715"/>
                  </a:lnTo>
                  <a:lnTo>
                    <a:pt x="12779" y="10715"/>
                  </a:lnTo>
                  <a:lnTo>
                    <a:pt x="12966" y="10715"/>
                  </a:lnTo>
                  <a:lnTo>
                    <a:pt x="13153" y="10715"/>
                  </a:lnTo>
                  <a:lnTo>
                    <a:pt x="13340" y="10715"/>
                  </a:lnTo>
                  <a:lnTo>
                    <a:pt x="13527" y="10715"/>
                  </a:lnTo>
                  <a:lnTo>
                    <a:pt x="13714" y="10715"/>
                  </a:lnTo>
                  <a:lnTo>
                    <a:pt x="13901" y="10715"/>
                  </a:lnTo>
                  <a:lnTo>
                    <a:pt x="14088" y="10715"/>
                  </a:lnTo>
                  <a:lnTo>
                    <a:pt x="14275" y="10715"/>
                  </a:lnTo>
                  <a:lnTo>
                    <a:pt x="14462" y="10715"/>
                  </a:lnTo>
                  <a:lnTo>
                    <a:pt x="14649" y="10715"/>
                  </a:lnTo>
                  <a:lnTo>
                    <a:pt x="14835" y="10715"/>
                  </a:lnTo>
                  <a:lnTo>
                    <a:pt x="15022" y="10715"/>
                  </a:lnTo>
                  <a:lnTo>
                    <a:pt x="15209" y="10715"/>
                  </a:lnTo>
                  <a:lnTo>
                    <a:pt x="15396" y="10715"/>
                  </a:lnTo>
                  <a:lnTo>
                    <a:pt x="15583" y="10715"/>
                  </a:lnTo>
                  <a:lnTo>
                    <a:pt x="15770" y="10715"/>
                  </a:lnTo>
                  <a:lnTo>
                    <a:pt x="15957" y="10715"/>
                  </a:lnTo>
                  <a:lnTo>
                    <a:pt x="16144" y="10715"/>
                  </a:lnTo>
                  <a:lnTo>
                    <a:pt x="16331" y="10715"/>
                  </a:lnTo>
                  <a:lnTo>
                    <a:pt x="16518" y="10715"/>
                  </a:lnTo>
                  <a:lnTo>
                    <a:pt x="16705" y="10715"/>
                  </a:lnTo>
                  <a:lnTo>
                    <a:pt x="16892" y="10715"/>
                  </a:lnTo>
                  <a:lnTo>
                    <a:pt x="17079" y="10715"/>
                  </a:lnTo>
                  <a:lnTo>
                    <a:pt x="17265" y="10715"/>
                  </a:lnTo>
                  <a:lnTo>
                    <a:pt x="17452" y="10715"/>
                  </a:lnTo>
                  <a:lnTo>
                    <a:pt x="17639" y="10715"/>
                  </a:lnTo>
                  <a:lnTo>
                    <a:pt x="17826" y="10715"/>
                  </a:lnTo>
                  <a:lnTo>
                    <a:pt x="18013" y="10715"/>
                  </a:lnTo>
                  <a:lnTo>
                    <a:pt x="18200" y="10715"/>
                  </a:lnTo>
                  <a:lnTo>
                    <a:pt x="18387" y="10715"/>
                  </a:lnTo>
                  <a:lnTo>
                    <a:pt x="18574" y="10671"/>
                  </a:lnTo>
                  <a:lnTo>
                    <a:pt x="18761" y="10496"/>
                  </a:lnTo>
                  <a:lnTo>
                    <a:pt x="18948" y="10214"/>
                  </a:lnTo>
                  <a:lnTo>
                    <a:pt x="19135" y="9862"/>
                  </a:lnTo>
                  <a:lnTo>
                    <a:pt x="19322" y="9510"/>
                  </a:lnTo>
                  <a:lnTo>
                    <a:pt x="19508" y="9159"/>
                  </a:lnTo>
                  <a:lnTo>
                    <a:pt x="19695" y="8807"/>
                  </a:lnTo>
                  <a:lnTo>
                    <a:pt x="19882" y="8455"/>
                  </a:lnTo>
                  <a:lnTo>
                    <a:pt x="20069" y="8103"/>
                  </a:lnTo>
                  <a:lnTo>
                    <a:pt x="20256" y="7751"/>
                  </a:lnTo>
                  <a:lnTo>
                    <a:pt x="20443" y="7399"/>
                  </a:lnTo>
                  <a:lnTo>
                    <a:pt x="20630" y="7048"/>
                  </a:lnTo>
                  <a:lnTo>
                    <a:pt x="20817" y="6696"/>
                  </a:lnTo>
                  <a:lnTo>
                    <a:pt x="21004" y="6344"/>
                  </a:lnTo>
                  <a:lnTo>
                    <a:pt x="21191" y="5992"/>
                  </a:lnTo>
                  <a:lnTo>
                    <a:pt x="21378" y="5684"/>
                  </a:lnTo>
                  <a:lnTo>
                    <a:pt x="21565" y="5508"/>
                  </a:lnTo>
                  <a:lnTo>
                    <a:pt x="21752" y="5438"/>
                  </a:lnTo>
                  <a:lnTo>
                    <a:pt x="21938" y="5592"/>
                  </a:lnTo>
                  <a:lnTo>
                    <a:pt x="22125" y="5746"/>
                  </a:lnTo>
                  <a:lnTo>
                    <a:pt x="22312" y="5935"/>
                  </a:lnTo>
                  <a:lnTo>
                    <a:pt x="22499" y="6125"/>
                  </a:lnTo>
                  <a:lnTo>
                    <a:pt x="22686" y="6314"/>
                  </a:lnTo>
                  <a:lnTo>
                    <a:pt x="22873" y="6503"/>
                  </a:lnTo>
                  <a:lnTo>
                    <a:pt x="23060" y="6693"/>
                  </a:lnTo>
                  <a:lnTo>
                    <a:pt x="23247" y="6882"/>
                  </a:lnTo>
                  <a:lnTo>
                    <a:pt x="23434" y="7072"/>
                  </a:lnTo>
                  <a:lnTo>
                    <a:pt x="23621" y="7261"/>
                  </a:lnTo>
                  <a:lnTo>
                    <a:pt x="23808" y="7451"/>
                  </a:lnTo>
                  <a:lnTo>
                    <a:pt x="23995" y="7640"/>
                  </a:lnTo>
                  <a:lnTo>
                    <a:pt x="24182" y="7830"/>
                  </a:lnTo>
                  <a:lnTo>
                    <a:pt x="24368" y="8019"/>
                  </a:lnTo>
                  <a:lnTo>
                    <a:pt x="24555" y="8209"/>
                  </a:lnTo>
                  <a:lnTo>
                    <a:pt x="24742" y="8363"/>
                  </a:lnTo>
                  <a:lnTo>
                    <a:pt x="24929" y="8517"/>
                  </a:lnTo>
                  <a:lnTo>
                    <a:pt x="25116" y="8517"/>
                  </a:lnTo>
                  <a:lnTo>
                    <a:pt x="25303" y="8517"/>
                  </a:lnTo>
                  <a:lnTo>
                    <a:pt x="25490" y="8517"/>
                  </a:lnTo>
                  <a:lnTo>
                    <a:pt x="25677" y="8517"/>
                  </a:lnTo>
                  <a:lnTo>
                    <a:pt x="25864" y="8517"/>
                  </a:lnTo>
                  <a:lnTo>
                    <a:pt x="26051" y="8517"/>
                  </a:lnTo>
                  <a:lnTo>
                    <a:pt x="26238" y="8517"/>
                  </a:lnTo>
                  <a:lnTo>
                    <a:pt x="26425" y="8517"/>
                  </a:lnTo>
                  <a:lnTo>
                    <a:pt x="26611" y="8517"/>
                  </a:lnTo>
                  <a:lnTo>
                    <a:pt x="26798" y="8517"/>
                  </a:lnTo>
                  <a:lnTo>
                    <a:pt x="26985" y="8517"/>
                  </a:lnTo>
                  <a:lnTo>
                    <a:pt x="27172" y="8517"/>
                  </a:lnTo>
                  <a:lnTo>
                    <a:pt x="27359" y="8517"/>
                  </a:lnTo>
                  <a:lnTo>
                    <a:pt x="27546" y="8517"/>
                  </a:lnTo>
                  <a:lnTo>
                    <a:pt x="27733" y="8517"/>
                  </a:lnTo>
                  <a:lnTo>
                    <a:pt x="27920" y="8517"/>
                  </a:lnTo>
                  <a:lnTo>
                    <a:pt x="28107" y="8517"/>
                  </a:lnTo>
                  <a:lnTo>
                    <a:pt x="28294" y="8655"/>
                  </a:lnTo>
                  <a:lnTo>
                    <a:pt x="28481" y="8809"/>
                  </a:lnTo>
                  <a:lnTo>
                    <a:pt x="28668" y="8933"/>
                  </a:lnTo>
                  <a:lnTo>
                    <a:pt x="28855" y="8978"/>
                  </a:lnTo>
                  <a:lnTo>
                    <a:pt x="29041" y="9023"/>
                  </a:lnTo>
                  <a:lnTo>
                    <a:pt x="29228" y="9068"/>
                  </a:lnTo>
                  <a:lnTo>
                    <a:pt x="29415" y="9114"/>
                  </a:lnTo>
                  <a:lnTo>
                    <a:pt x="29602" y="9159"/>
                  </a:lnTo>
                  <a:lnTo>
                    <a:pt x="29789" y="9146"/>
                  </a:lnTo>
                  <a:lnTo>
                    <a:pt x="29976" y="9164"/>
                  </a:lnTo>
                  <a:lnTo>
                    <a:pt x="30163" y="9206"/>
                  </a:lnTo>
                  <a:lnTo>
                    <a:pt x="30350" y="9162"/>
                  </a:lnTo>
                  <a:lnTo>
                    <a:pt x="30537" y="9004"/>
                  </a:lnTo>
                  <a:lnTo>
                    <a:pt x="30724" y="8803"/>
                  </a:lnTo>
                  <a:lnTo>
                    <a:pt x="30911" y="8601"/>
                  </a:lnTo>
                  <a:lnTo>
                    <a:pt x="31098" y="8390"/>
                  </a:lnTo>
                  <a:lnTo>
                    <a:pt x="31284" y="8179"/>
                  </a:lnTo>
                  <a:lnTo>
                    <a:pt x="31471" y="7963"/>
                  </a:lnTo>
                  <a:lnTo>
                    <a:pt x="31658" y="7720"/>
                  </a:lnTo>
                  <a:lnTo>
                    <a:pt x="31845" y="7476"/>
                  </a:lnTo>
                  <a:lnTo>
                    <a:pt x="32032" y="7233"/>
                  </a:lnTo>
                  <a:lnTo>
                    <a:pt x="32219" y="6989"/>
                  </a:lnTo>
                  <a:lnTo>
                    <a:pt x="32406" y="6746"/>
                  </a:lnTo>
                  <a:lnTo>
                    <a:pt x="32593" y="6560"/>
                  </a:lnTo>
                  <a:lnTo>
                    <a:pt x="32780" y="6413"/>
                  </a:lnTo>
                  <a:lnTo>
                    <a:pt x="32967" y="6267"/>
                  </a:lnTo>
                  <a:lnTo>
                    <a:pt x="33154" y="6047"/>
                  </a:lnTo>
                  <a:lnTo>
                    <a:pt x="33341" y="5985"/>
                  </a:lnTo>
                  <a:lnTo>
                    <a:pt x="33528" y="5985"/>
                  </a:lnTo>
                  <a:lnTo>
                    <a:pt x="33714" y="5985"/>
                  </a:lnTo>
                  <a:lnTo>
                    <a:pt x="33901" y="5985"/>
                  </a:lnTo>
                  <a:lnTo>
                    <a:pt x="34088" y="5985"/>
                  </a:lnTo>
                  <a:lnTo>
                    <a:pt x="34275" y="5985"/>
                  </a:lnTo>
                  <a:lnTo>
                    <a:pt x="34462" y="5985"/>
                  </a:lnTo>
                  <a:lnTo>
                    <a:pt x="34649" y="5985"/>
                  </a:lnTo>
                  <a:lnTo>
                    <a:pt x="34836" y="5985"/>
                  </a:lnTo>
                  <a:lnTo>
                    <a:pt x="35023" y="5985"/>
                  </a:lnTo>
                  <a:lnTo>
                    <a:pt x="35210" y="5985"/>
                  </a:lnTo>
                  <a:lnTo>
                    <a:pt x="35397" y="5985"/>
                  </a:lnTo>
                  <a:lnTo>
                    <a:pt x="35584" y="5985"/>
                  </a:lnTo>
                  <a:lnTo>
                    <a:pt x="35771" y="5985"/>
                  </a:lnTo>
                  <a:lnTo>
                    <a:pt x="35958" y="5985"/>
                  </a:lnTo>
                  <a:lnTo>
                    <a:pt x="36144" y="6124"/>
                  </a:lnTo>
                  <a:lnTo>
                    <a:pt x="36331" y="6306"/>
                  </a:lnTo>
                  <a:lnTo>
                    <a:pt x="36518" y="6475"/>
                  </a:lnTo>
                  <a:lnTo>
                    <a:pt x="36705" y="6651"/>
                  </a:lnTo>
                  <a:lnTo>
                    <a:pt x="36892" y="6913"/>
                  </a:lnTo>
                  <a:lnTo>
                    <a:pt x="37079" y="7175"/>
                  </a:lnTo>
                  <a:lnTo>
                    <a:pt x="37266" y="7439"/>
                  </a:lnTo>
                  <a:lnTo>
                    <a:pt x="37453" y="7703"/>
                  </a:lnTo>
                  <a:lnTo>
                    <a:pt x="37640" y="7854"/>
                  </a:lnTo>
                  <a:lnTo>
                    <a:pt x="37827" y="7965"/>
                  </a:lnTo>
                  <a:lnTo>
                    <a:pt x="38014" y="8003"/>
                  </a:lnTo>
                  <a:lnTo>
                    <a:pt x="38201" y="8041"/>
                  </a:lnTo>
                  <a:lnTo>
                    <a:pt x="38387" y="8079"/>
                  </a:lnTo>
                  <a:lnTo>
                    <a:pt x="38574" y="8038"/>
                  </a:lnTo>
                  <a:lnTo>
                    <a:pt x="38761" y="7963"/>
                  </a:lnTo>
                  <a:lnTo>
                    <a:pt x="38948" y="7885"/>
                  </a:lnTo>
                  <a:lnTo>
                    <a:pt x="39135" y="7689"/>
                  </a:lnTo>
                  <a:lnTo>
                    <a:pt x="39322" y="7605"/>
                  </a:lnTo>
                  <a:lnTo>
                    <a:pt x="39509" y="7361"/>
                  </a:lnTo>
                  <a:lnTo>
                    <a:pt x="39696" y="6997"/>
                  </a:lnTo>
                  <a:lnTo>
                    <a:pt x="39883" y="6533"/>
                  </a:lnTo>
                  <a:lnTo>
                    <a:pt x="40070" y="5829"/>
                  </a:lnTo>
                  <a:lnTo>
                    <a:pt x="40257" y="4993"/>
                  </a:lnTo>
                  <a:lnTo>
                    <a:pt x="40444" y="4290"/>
                  </a:lnTo>
                  <a:lnTo>
                    <a:pt x="40631" y="3648"/>
                  </a:lnTo>
                  <a:lnTo>
                    <a:pt x="40817" y="3120"/>
                  </a:lnTo>
                  <a:lnTo>
                    <a:pt x="41004" y="2592"/>
                  </a:lnTo>
                  <a:lnTo>
                    <a:pt x="41191" y="2064"/>
                  </a:lnTo>
                  <a:lnTo>
                    <a:pt x="41378" y="1660"/>
                  </a:lnTo>
                  <a:lnTo>
                    <a:pt x="41565" y="1308"/>
                  </a:lnTo>
                  <a:lnTo>
                    <a:pt x="41752" y="956"/>
                  </a:lnTo>
                  <a:lnTo>
                    <a:pt x="41939" y="604"/>
                  </a:lnTo>
                  <a:lnTo>
                    <a:pt x="42126" y="253"/>
                  </a:lnTo>
                  <a:lnTo>
                    <a:pt x="42313" y="79"/>
                  </a:lnTo>
                  <a:lnTo>
                    <a:pt x="42500" y="0"/>
                  </a:lnTo>
                  <a:lnTo>
                    <a:pt x="42687" y="3"/>
                  </a:lnTo>
                  <a:lnTo>
                    <a:pt x="42874" y="172"/>
                  </a:lnTo>
                  <a:lnTo>
                    <a:pt x="43061" y="519"/>
                  </a:lnTo>
                  <a:lnTo>
                    <a:pt x="43247" y="894"/>
                  </a:lnTo>
                  <a:lnTo>
                    <a:pt x="43434" y="1272"/>
                  </a:lnTo>
                  <a:lnTo>
                    <a:pt x="43621" y="1693"/>
                  </a:lnTo>
                  <a:lnTo>
                    <a:pt x="43808" y="2151"/>
                  </a:lnTo>
                  <a:lnTo>
                    <a:pt x="43995" y="2608"/>
                  </a:lnTo>
                  <a:lnTo>
                    <a:pt x="44182" y="3066"/>
                  </a:lnTo>
                  <a:lnTo>
                    <a:pt x="44369" y="3524"/>
                  </a:lnTo>
                  <a:lnTo>
                    <a:pt x="44556" y="3982"/>
                  </a:lnTo>
                  <a:lnTo>
                    <a:pt x="44743" y="4439"/>
                  </a:lnTo>
                  <a:lnTo>
                    <a:pt x="44930" y="4897"/>
                  </a:lnTo>
                  <a:lnTo>
                    <a:pt x="45117" y="5355"/>
                  </a:lnTo>
                  <a:lnTo>
                    <a:pt x="45304" y="5813"/>
                  </a:lnTo>
                  <a:lnTo>
                    <a:pt x="45490" y="6270"/>
                  </a:lnTo>
                  <a:lnTo>
                    <a:pt x="45677" y="6647"/>
                  </a:lnTo>
                  <a:lnTo>
                    <a:pt x="45864" y="6944"/>
                  </a:lnTo>
                  <a:lnTo>
                    <a:pt x="46051" y="7206"/>
                  </a:lnTo>
                  <a:lnTo>
                    <a:pt x="46238" y="7381"/>
                  </a:lnTo>
                  <a:lnTo>
                    <a:pt x="46425" y="7416"/>
                  </a:lnTo>
                  <a:lnTo>
                    <a:pt x="46612" y="7407"/>
                  </a:lnTo>
                  <a:lnTo>
                    <a:pt x="46799" y="7231"/>
                  </a:lnTo>
                  <a:lnTo>
                    <a:pt x="46986" y="7056"/>
                  </a:lnTo>
                  <a:lnTo>
                    <a:pt x="47173" y="6880"/>
                  </a:lnTo>
                  <a:lnTo>
                    <a:pt x="47360" y="6704"/>
                  </a:lnTo>
                  <a:lnTo>
                    <a:pt x="47547" y="6528"/>
                  </a:lnTo>
                  <a:lnTo>
                    <a:pt x="47734" y="6299"/>
                  </a:lnTo>
                  <a:lnTo>
                    <a:pt x="47920" y="6086"/>
                  </a:lnTo>
                  <a:lnTo>
                    <a:pt x="48107" y="5828"/>
                  </a:lnTo>
                  <a:lnTo>
                    <a:pt x="48294" y="5744"/>
                  </a:lnTo>
                  <a:lnTo>
                    <a:pt x="48481" y="5782"/>
                  </a:lnTo>
                  <a:lnTo>
                    <a:pt x="48668" y="5960"/>
                  </a:lnTo>
                  <a:lnTo>
                    <a:pt x="48855" y="6219"/>
                  </a:lnTo>
                  <a:lnTo>
                    <a:pt x="49042" y="6477"/>
                  </a:lnTo>
                  <a:lnTo>
                    <a:pt x="49229" y="6736"/>
                  </a:lnTo>
                  <a:lnTo>
                    <a:pt x="49416" y="6914"/>
                  </a:lnTo>
                  <a:lnTo>
                    <a:pt x="49603" y="7073"/>
                  </a:lnTo>
                  <a:lnTo>
                    <a:pt x="49790" y="7232"/>
                  </a:lnTo>
                  <a:lnTo>
                    <a:pt x="49977" y="7391"/>
                  </a:lnTo>
                  <a:lnTo>
                    <a:pt x="50163" y="7550"/>
                  </a:lnTo>
                  <a:lnTo>
                    <a:pt x="50350" y="7709"/>
                  </a:lnTo>
                  <a:lnTo>
                    <a:pt x="50537" y="7897"/>
                  </a:lnTo>
                  <a:lnTo>
                    <a:pt x="50724" y="8191"/>
                  </a:lnTo>
                  <a:lnTo>
                    <a:pt x="50911" y="8506"/>
                  </a:lnTo>
                  <a:lnTo>
                    <a:pt x="51098" y="8770"/>
                  </a:lnTo>
                  <a:lnTo>
                    <a:pt x="51285" y="8946"/>
                  </a:lnTo>
                  <a:lnTo>
                    <a:pt x="51472" y="8991"/>
                  </a:lnTo>
                  <a:lnTo>
                    <a:pt x="51659" y="8995"/>
                  </a:lnTo>
                  <a:lnTo>
                    <a:pt x="51846" y="8819"/>
                  </a:lnTo>
                  <a:lnTo>
                    <a:pt x="52033" y="8643"/>
                  </a:lnTo>
                  <a:lnTo>
                    <a:pt x="52220" y="8608"/>
                  </a:lnTo>
                  <a:lnTo>
                    <a:pt x="52407" y="8608"/>
                  </a:lnTo>
                  <a:lnTo>
                    <a:pt x="52593" y="8608"/>
                  </a:lnTo>
                  <a:lnTo>
                    <a:pt x="52780" y="8762"/>
                  </a:lnTo>
                  <a:lnTo>
                    <a:pt x="52967" y="8915"/>
                  </a:lnTo>
                  <a:lnTo>
                    <a:pt x="53154" y="9069"/>
                  </a:lnTo>
                  <a:lnTo>
                    <a:pt x="53341" y="9223"/>
                  </a:lnTo>
                  <a:lnTo>
                    <a:pt x="53528" y="9412"/>
                  </a:lnTo>
                  <a:lnTo>
                    <a:pt x="53715" y="9602"/>
                  </a:lnTo>
                  <a:lnTo>
                    <a:pt x="53902" y="9791"/>
                  </a:lnTo>
                  <a:lnTo>
                    <a:pt x="54089" y="9981"/>
                  </a:lnTo>
                  <a:lnTo>
                    <a:pt x="54276" y="10170"/>
                  </a:lnTo>
                  <a:lnTo>
                    <a:pt x="54463" y="10360"/>
                  </a:lnTo>
                  <a:lnTo>
                    <a:pt x="54650" y="10549"/>
                  </a:lnTo>
                  <a:lnTo>
                    <a:pt x="54837" y="10739"/>
                  </a:lnTo>
                  <a:lnTo>
                    <a:pt x="54859" y="1076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820177" y="3228545"/>
              <a:ext cx="5366" cy="2617"/>
            </a:xfrm>
            <a:custGeom>
              <a:avLst/>
              <a:pathLst>
                <a:path w="5366" h="2617">
                  <a:moveTo>
                    <a:pt x="0" y="2617"/>
                  </a:moveTo>
                  <a:lnTo>
                    <a:pt x="182" y="2273"/>
                  </a:lnTo>
                  <a:lnTo>
                    <a:pt x="369" y="1921"/>
                  </a:lnTo>
                  <a:lnTo>
                    <a:pt x="556" y="1569"/>
                  </a:lnTo>
                  <a:lnTo>
                    <a:pt x="743" y="1217"/>
                  </a:lnTo>
                  <a:lnTo>
                    <a:pt x="930" y="971"/>
                  </a:lnTo>
                  <a:lnTo>
                    <a:pt x="1117" y="795"/>
                  </a:lnTo>
                  <a:lnTo>
                    <a:pt x="1304" y="689"/>
                  </a:lnTo>
                  <a:lnTo>
                    <a:pt x="1491" y="550"/>
                  </a:lnTo>
                  <a:lnTo>
                    <a:pt x="1678" y="397"/>
                  </a:lnTo>
                  <a:lnTo>
                    <a:pt x="1865" y="273"/>
                  </a:lnTo>
                  <a:lnTo>
                    <a:pt x="2051" y="228"/>
                  </a:lnTo>
                  <a:lnTo>
                    <a:pt x="2238" y="183"/>
                  </a:lnTo>
                  <a:lnTo>
                    <a:pt x="2425" y="137"/>
                  </a:lnTo>
                  <a:lnTo>
                    <a:pt x="2612" y="92"/>
                  </a:lnTo>
                  <a:lnTo>
                    <a:pt x="2799" y="47"/>
                  </a:lnTo>
                  <a:lnTo>
                    <a:pt x="2986" y="60"/>
                  </a:lnTo>
                  <a:lnTo>
                    <a:pt x="3173" y="42"/>
                  </a:lnTo>
                  <a:lnTo>
                    <a:pt x="3360" y="0"/>
                  </a:lnTo>
                  <a:lnTo>
                    <a:pt x="3547" y="44"/>
                  </a:lnTo>
                  <a:lnTo>
                    <a:pt x="3734" y="202"/>
                  </a:lnTo>
                  <a:lnTo>
                    <a:pt x="3921" y="403"/>
                  </a:lnTo>
                  <a:lnTo>
                    <a:pt x="4108" y="605"/>
                  </a:lnTo>
                  <a:lnTo>
                    <a:pt x="4295" y="816"/>
                  </a:lnTo>
                  <a:lnTo>
                    <a:pt x="4481" y="1027"/>
                  </a:lnTo>
                  <a:lnTo>
                    <a:pt x="4668" y="1242"/>
                  </a:lnTo>
                  <a:lnTo>
                    <a:pt x="4855" y="1486"/>
                  </a:lnTo>
                  <a:lnTo>
                    <a:pt x="5042" y="1729"/>
                  </a:lnTo>
                  <a:lnTo>
                    <a:pt x="5229" y="2162"/>
                  </a:lnTo>
                  <a:lnTo>
                    <a:pt x="5366" y="26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865666" y="3189307"/>
              <a:ext cx="114159" cy="41854"/>
            </a:xfrm>
            <a:custGeom>
              <a:avLst/>
              <a:pathLst>
                <a:path w="114159" h="41854">
                  <a:moveTo>
                    <a:pt x="0" y="41854"/>
                  </a:moveTo>
                  <a:lnTo>
                    <a:pt x="115" y="41572"/>
                  </a:lnTo>
                  <a:lnTo>
                    <a:pt x="302" y="41196"/>
                  </a:lnTo>
                  <a:lnTo>
                    <a:pt x="489" y="40901"/>
                  </a:lnTo>
                  <a:lnTo>
                    <a:pt x="676" y="40711"/>
                  </a:lnTo>
                  <a:lnTo>
                    <a:pt x="862" y="40572"/>
                  </a:lnTo>
                  <a:lnTo>
                    <a:pt x="1049" y="40572"/>
                  </a:lnTo>
                  <a:lnTo>
                    <a:pt x="1236" y="40572"/>
                  </a:lnTo>
                  <a:lnTo>
                    <a:pt x="1423" y="40572"/>
                  </a:lnTo>
                  <a:lnTo>
                    <a:pt x="1610" y="40572"/>
                  </a:lnTo>
                  <a:lnTo>
                    <a:pt x="1797" y="40572"/>
                  </a:lnTo>
                  <a:lnTo>
                    <a:pt x="1984" y="40429"/>
                  </a:lnTo>
                  <a:lnTo>
                    <a:pt x="2171" y="40239"/>
                  </a:lnTo>
                  <a:lnTo>
                    <a:pt x="2358" y="40039"/>
                  </a:lnTo>
                  <a:lnTo>
                    <a:pt x="2545" y="39863"/>
                  </a:lnTo>
                  <a:lnTo>
                    <a:pt x="2732" y="39732"/>
                  </a:lnTo>
                  <a:lnTo>
                    <a:pt x="2919" y="39682"/>
                  </a:lnTo>
                  <a:lnTo>
                    <a:pt x="3105" y="39632"/>
                  </a:lnTo>
                  <a:lnTo>
                    <a:pt x="3292" y="39582"/>
                  </a:lnTo>
                  <a:lnTo>
                    <a:pt x="3479" y="39532"/>
                  </a:lnTo>
                  <a:lnTo>
                    <a:pt x="3666" y="39482"/>
                  </a:lnTo>
                  <a:lnTo>
                    <a:pt x="3853" y="39433"/>
                  </a:lnTo>
                  <a:lnTo>
                    <a:pt x="4040" y="39383"/>
                  </a:lnTo>
                  <a:lnTo>
                    <a:pt x="4227" y="39333"/>
                  </a:lnTo>
                  <a:lnTo>
                    <a:pt x="4414" y="39283"/>
                  </a:lnTo>
                  <a:lnTo>
                    <a:pt x="4601" y="39057"/>
                  </a:lnTo>
                  <a:lnTo>
                    <a:pt x="4788" y="38822"/>
                  </a:lnTo>
                  <a:lnTo>
                    <a:pt x="4975" y="38543"/>
                  </a:lnTo>
                  <a:lnTo>
                    <a:pt x="5162" y="38261"/>
                  </a:lnTo>
                  <a:lnTo>
                    <a:pt x="5349" y="38140"/>
                  </a:lnTo>
                  <a:lnTo>
                    <a:pt x="5535" y="37957"/>
                  </a:lnTo>
                  <a:lnTo>
                    <a:pt x="5722" y="37714"/>
                  </a:lnTo>
                  <a:lnTo>
                    <a:pt x="5909" y="37470"/>
                  </a:lnTo>
                  <a:lnTo>
                    <a:pt x="6096" y="37227"/>
                  </a:lnTo>
                  <a:lnTo>
                    <a:pt x="6283" y="36983"/>
                  </a:lnTo>
                  <a:lnTo>
                    <a:pt x="6470" y="36682"/>
                  </a:lnTo>
                  <a:lnTo>
                    <a:pt x="6657" y="36294"/>
                  </a:lnTo>
                  <a:lnTo>
                    <a:pt x="6844" y="35776"/>
                  </a:lnTo>
                  <a:lnTo>
                    <a:pt x="7031" y="35244"/>
                  </a:lnTo>
                  <a:lnTo>
                    <a:pt x="7218" y="34712"/>
                  </a:lnTo>
                  <a:lnTo>
                    <a:pt x="7405" y="34238"/>
                  </a:lnTo>
                  <a:lnTo>
                    <a:pt x="7592" y="33720"/>
                  </a:lnTo>
                  <a:lnTo>
                    <a:pt x="7778" y="33354"/>
                  </a:lnTo>
                  <a:lnTo>
                    <a:pt x="7965" y="33096"/>
                  </a:lnTo>
                  <a:lnTo>
                    <a:pt x="8152" y="32799"/>
                  </a:lnTo>
                  <a:lnTo>
                    <a:pt x="8339" y="32487"/>
                  </a:lnTo>
                  <a:lnTo>
                    <a:pt x="8526" y="31959"/>
                  </a:lnTo>
                  <a:lnTo>
                    <a:pt x="8713" y="31432"/>
                  </a:lnTo>
                  <a:lnTo>
                    <a:pt x="8900" y="30904"/>
                  </a:lnTo>
                  <a:lnTo>
                    <a:pt x="9087" y="30376"/>
                  </a:lnTo>
                  <a:lnTo>
                    <a:pt x="9274" y="29919"/>
                  </a:lnTo>
                  <a:lnTo>
                    <a:pt x="9461" y="29567"/>
                  </a:lnTo>
                  <a:lnTo>
                    <a:pt x="9648" y="29373"/>
                  </a:lnTo>
                  <a:lnTo>
                    <a:pt x="9835" y="29197"/>
                  </a:lnTo>
                  <a:lnTo>
                    <a:pt x="10022" y="29022"/>
                  </a:lnTo>
                  <a:lnTo>
                    <a:pt x="10208" y="28951"/>
                  </a:lnTo>
                  <a:lnTo>
                    <a:pt x="10395" y="28951"/>
                  </a:lnTo>
                  <a:lnTo>
                    <a:pt x="10582" y="28951"/>
                  </a:lnTo>
                  <a:lnTo>
                    <a:pt x="10769" y="28951"/>
                  </a:lnTo>
                  <a:lnTo>
                    <a:pt x="10956" y="28951"/>
                  </a:lnTo>
                  <a:lnTo>
                    <a:pt x="11143" y="28951"/>
                  </a:lnTo>
                  <a:lnTo>
                    <a:pt x="11330" y="28951"/>
                  </a:lnTo>
                  <a:lnTo>
                    <a:pt x="11517" y="28951"/>
                  </a:lnTo>
                  <a:lnTo>
                    <a:pt x="11704" y="28951"/>
                  </a:lnTo>
                  <a:lnTo>
                    <a:pt x="11891" y="28951"/>
                  </a:lnTo>
                  <a:lnTo>
                    <a:pt x="12078" y="28951"/>
                  </a:lnTo>
                  <a:lnTo>
                    <a:pt x="12265" y="28951"/>
                  </a:lnTo>
                  <a:lnTo>
                    <a:pt x="12452" y="28951"/>
                  </a:lnTo>
                  <a:lnTo>
                    <a:pt x="12638" y="28951"/>
                  </a:lnTo>
                  <a:lnTo>
                    <a:pt x="12825" y="28951"/>
                  </a:lnTo>
                  <a:lnTo>
                    <a:pt x="13012" y="28951"/>
                  </a:lnTo>
                  <a:lnTo>
                    <a:pt x="13199" y="28951"/>
                  </a:lnTo>
                  <a:lnTo>
                    <a:pt x="13386" y="28951"/>
                  </a:lnTo>
                  <a:lnTo>
                    <a:pt x="13573" y="28951"/>
                  </a:lnTo>
                  <a:lnTo>
                    <a:pt x="13760" y="28951"/>
                  </a:lnTo>
                  <a:lnTo>
                    <a:pt x="13947" y="28951"/>
                  </a:lnTo>
                  <a:lnTo>
                    <a:pt x="14134" y="28951"/>
                  </a:lnTo>
                  <a:lnTo>
                    <a:pt x="14321" y="28951"/>
                  </a:lnTo>
                  <a:lnTo>
                    <a:pt x="14508" y="28951"/>
                  </a:lnTo>
                  <a:lnTo>
                    <a:pt x="14695" y="28951"/>
                  </a:lnTo>
                  <a:lnTo>
                    <a:pt x="14881" y="28951"/>
                  </a:lnTo>
                  <a:lnTo>
                    <a:pt x="15068" y="28951"/>
                  </a:lnTo>
                  <a:lnTo>
                    <a:pt x="15255" y="28951"/>
                  </a:lnTo>
                  <a:lnTo>
                    <a:pt x="15442" y="28951"/>
                  </a:lnTo>
                  <a:lnTo>
                    <a:pt x="15629" y="28951"/>
                  </a:lnTo>
                  <a:lnTo>
                    <a:pt x="15816" y="28951"/>
                  </a:lnTo>
                  <a:lnTo>
                    <a:pt x="16003" y="28818"/>
                  </a:lnTo>
                  <a:lnTo>
                    <a:pt x="16190" y="28585"/>
                  </a:lnTo>
                  <a:lnTo>
                    <a:pt x="16377" y="28255"/>
                  </a:lnTo>
                  <a:lnTo>
                    <a:pt x="16564" y="27793"/>
                  </a:lnTo>
                  <a:lnTo>
                    <a:pt x="16751" y="27420"/>
                  </a:lnTo>
                  <a:lnTo>
                    <a:pt x="16938" y="26933"/>
                  </a:lnTo>
                  <a:lnTo>
                    <a:pt x="17125" y="26447"/>
                  </a:lnTo>
                  <a:lnTo>
                    <a:pt x="17311" y="25992"/>
                  </a:lnTo>
                  <a:lnTo>
                    <a:pt x="17498" y="25648"/>
                  </a:lnTo>
                  <a:lnTo>
                    <a:pt x="17685" y="25392"/>
                  </a:lnTo>
                  <a:lnTo>
                    <a:pt x="17872" y="25091"/>
                  </a:lnTo>
                  <a:lnTo>
                    <a:pt x="18059" y="24889"/>
                  </a:lnTo>
                  <a:lnTo>
                    <a:pt x="18246" y="24775"/>
                  </a:lnTo>
                  <a:lnTo>
                    <a:pt x="18433" y="24600"/>
                  </a:lnTo>
                  <a:lnTo>
                    <a:pt x="18620" y="24100"/>
                  </a:lnTo>
                  <a:lnTo>
                    <a:pt x="18807" y="23464"/>
                  </a:lnTo>
                  <a:lnTo>
                    <a:pt x="18994" y="22875"/>
                  </a:lnTo>
                  <a:lnTo>
                    <a:pt x="19181" y="22480"/>
                  </a:lnTo>
                  <a:lnTo>
                    <a:pt x="19368" y="22211"/>
                  </a:lnTo>
                  <a:lnTo>
                    <a:pt x="19555" y="22091"/>
                  </a:lnTo>
                  <a:lnTo>
                    <a:pt x="19741" y="22064"/>
                  </a:lnTo>
                  <a:lnTo>
                    <a:pt x="19928" y="22149"/>
                  </a:lnTo>
                  <a:lnTo>
                    <a:pt x="20115" y="22165"/>
                  </a:lnTo>
                  <a:lnTo>
                    <a:pt x="20302" y="22066"/>
                  </a:lnTo>
                  <a:lnTo>
                    <a:pt x="20489" y="21666"/>
                  </a:lnTo>
                  <a:lnTo>
                    <a:pt x="20676" y="21180"/>
                  </a:lnTo>
                  <a:lnTo>
                    <a:pt x="20863" y="20666"/>
                  </a:lnTo>
                  <a:lnTo>
                    <a:pt x="21050" y="19999"/>
                  </a:lnTo>
                  <a:lnTo>
                    <a:pt x="21237" y="19417"/>
                  </a:lnTo>
                  <a:lnTo>
                    <a:pt x="21424" y="19111"/>
                  </a:lnTo>
                  <a:lnTo>
                    <a:pt x="21611" y="18895"/>
                  </a:lnTo>
                  <a:lnTo>
                    <a:pt x="21798" y="18780"/>
                  </a:lnTo>
                  <a:lnTo>
                    <a:pt x="21984" y="18581"/>
                  </a:lnTo>
                  <a:lnTo>
                    <a:pt x="22171" y="18346"/>
                  </a:lnTo>
                  <a:lnTo>
                    <a:pt x="22358" y="18164"/>
                  </a:lnTo>
                  <a:lnTo>
                    <a:pt x="22545" y="18041"/>
                  </a:lnTo>
                  <a:lnTo>
                    <a:pt x="22732" y="17850"/>
                  </a:lnTo>
                  <a:lnTo>
                    <a:pt x="22919" y="17607"/>
                  </a:lnTo>
                  <a:lnTo>
                    <a:pt x="23106" y="17481"/>
                  </a:lnTo>
                  <a:lnTo>
                    <a:pt x="23293" y="17437"/>
                  </a:lnTo>
                  <a:lnTo>
                    <a:pt x="23480" y="17483"/>
                  </a:lnTo>
                  <a:lnTo>
                    <a:pt x="23667" y="17673"/>
                  </a:lnTo>
                  <a:lnTo>
                    <a:pt x="23854" y="17862"/>
                  </a:lnTo>
                  <a:lnTo>
                    <a:pt x="24041" y="17993"/>
                  </a:lnTo>
                  <a:lnTo>
                    <a:pt x="24228" y="17818"/>
                  </a:lnTo>
                  <a:lnTo>
                    <a:pt x="24414" y="17483"/>
                  </a:lnTo>
                  <a:lnTo>
                    <a:pt x="24601" y="17131"/>
                  </a:lnTo>
                  <a:lnTo>
                    <a:pt x="24788" y="16780"/>
                  </a:lnTo>
                  <a:lnTo>
                    <a:pt x="24975" y="16428"/>
                  </a:lnTo>
                  <a:lnTo>
                    <a:pt x="25162" y="16076"/>
                  </a:lnTo>
                  <a:lnTo>
                    <a:pt x="25349" y="15724"/>
                  </a:lnTo>
                  <a:lnTo>
                    <a:pt x="25536" y="15372"/>
                  </a:lnTo>
                  <a:lnTo>
                    <a:pt x="25723" y="15020"/>
                  </a:lnTo>
                  <a:lnTo>
                    <a:pt x="25910" y="14669"/>
                  </a:lnTo>
                  <a:lnTo>
                    <a:pt x="26097" y="14317"/>
                  </a:lnTo>
                  <a:lnTo>
                    <a:pt x="26284" y="13965"/>
                  </a:lnTo>
                  <a:lnTo>
                    <a:pt x="26471" y="13613"/>
                  </a:lnTo>
                  <a:lnTo>
                    <a:pt x="26657" y="13261"/>
                  </a:lnTo>
                  <a:lnTo>
                    <a:pt x="26844" y="12936"/>
                  </a:lnTo>
                  <a:lnTo>
                    <a:pt x="27031" y="12606"/>
                  </a:lnTo>
                  <a:lnTo>
                    <a:pt x="27218" y="12408"/>
                  </a:lnTo>
                  <a:lnTo>
                    <a:pt x="27405" y="12219"/>
                  </a:lnTo>
                  <a:lnTo>
                    <a:pt x="27592" y="12058"/>
                  </a:lnTo>
                  <a:lnTo>
                    <a:pt x="27779" y="11936"/>
                  </a:lnTo>
                  <a:lnTo>
                    <a:pt x="27966" y="11894"/>
                  </a:lnTo>
                  <a:lnTo>
                    <a:pt x="28153" y="11844"/>
                  </a:lnTo>
                  <a:lnTo>
                    <a:pt x="28340" y="11795"/>
                  </a:lnTo>
                  <a:lnTo>
                    <a:pt x="28527" y="11745"/>
                  </a:lnTo>
                  <a:lnTo>
                    <a:pt x="28714" y="11695"/>
                  </a:lnTo>
                  <a:lnTo>
                    <a:pt x="28901" y="11645"/>
                  </a:lnTo>
                  <a:lnTo>
                    <a:pt x="29087" y="11595"/>
                  </a:lnTo>
                  <a:lnTo>
                    <a:pt x="29274" y="11545"/>
                  </a:lnTo>
                  <a:lnTo>
                    <a:pt x="29461" y="11496"/>
                  </a:lnTo>
                  <a:lnTo>
                    <a:pt x="29648" y="11446"/>
                  </a:lnTo>
                  <a:lnTo>
                    <a:pt x="29835" y="11404"/>
                  </a:lnTo>
                  <a:lnTo>
                    <a:pt x="30022" y="11503"/>
                  </a:lnTo>
                  <a:lnTo>
                    <a:pt x="30209" y="11426"/>
                  </a:lnTo>
                  <a:lnTo>
                    <a:pt x="30396" y="11320"/>
                  </a:lnTo>
                  <a:lnTo>
                    <a:pt x="30583" y="11111"/>
                  </a:lnTo>
                  <a:lnTo>
                    <a:pt x="30770" y="10658"/>
                  </a:lnTo>
                  <a:lnTo>
                    <a:pt x="30957" y="10364"/>
                  </a:lnTo>
                  <a:lnTo>
                    <a:pt x="31144" y="10253"/>
                  </a:lnTo>
                  <a:lnTo>
                    <a:pt x="31331" y="10154"/>
                  </a:lnTo>
                  <a:lnTo>
                    <a:pt x="31517" y="10055"/>
                  </a:lnTo>
                  <a:lnTo>
                    <a:pt x="31704" y="9955"/>
                  </a:lnTo>
                  <a:lnTo>
                    <a:pt x="31891" y="9856"/>
                  </a:lnTo>
                  <a:lnTo>
                    <a:pt x="32078" y="9757"/>
                  </a:lnTo>
                  <a:lnTo>
                    <a:pt x="32265" y="9658"/>
                  </a:lnTo>
                  <a:lnTo>
                    <a:pt x="32452" y="9559"/>
                  </a:lnTo>
                  <a:lnTo>
                    <a:pt x="32639" y="9459"/>
                  </a:lnTo>
                  <a:lnTo>
                    <a:pt x="32826" y="9354"/>
                  </a:lnTo>
                  <a:lnTo>
                    <a:pt x="33013" y="9280"/>
                  </a:lnTo>
                  <a:lnTo>
                    <a:pt x="33200" y="9068"/>
                  </a:lnTo>
                  <a:lnTo>
                    <a:pt x="33387" y="8747"/>
                  </a:lnTo>
                  <a:lnTo>
                    <a:pt x="33574" y="8492"/>
                  </a:lnTo>
                  <a:lnTo>
                    <a:pt x="33760" y="8221"/>
                  </a:lnTo>
                  <a:lnTo>
                    <a:pt x="33947" y="7925"/>
                  </a:lnTo>
                  <a:lnTo>
                    <a:pt x="34134" y="7397"/>
                  </a:lnTo>
                  <a:lnTo>
                    <a:pt x="34321" y="6948"/>
                  </a:lnTo>
                  <a:lnTo>
                    <a:pt x="34508" y="6596"/>
                  </a:lnTo>
                  <a:lnTo>
                    <a:pt x="34695" y="6245"/>
                  </a:lnTo>
                  <a:lnTo>
                    <a:pt x="34882" y="5893"/>
                  </a:lnTo>
                  <a:lnTo>
                    <a:pt x="35069" y="5409"/>
                  </a:lnTo>
                  <a:lnTo>
                    <a:pt x="35256" y="4881"/>
                  </a:lnTo>
                  <a:lnTo>
                    <a:pt x="35443" y="4309"/>
                  </a:lnTo>
                  <a:lnTo>
                    <a:pt x="35630" y="3632"/>
                  </a:lnTo>
                  <a:lnTo>
                    <a:pt x="35817" y="3113"/>
                  </a:lnTo>
                  <a:lnTo>
                    <a:pt x="36004" y="2761"/>
                  </a:lnTo>
                  <a:lnTo>
                    <a:pt x="36190" y="2541"/>
                  </a:lnTo>
                  <a:lnTo>
                    <a:pt x="36377" y="2366"/>
                  </a:lnTo>
                  <a:lnTo>
                    <a:pt x="36564" y="2190"/>
                  </a:lnTo>
                  <a:lnTo>
                    <a:pt x="36751" y="2014"/>
                  </a:lnTo>
                  <a:lnTo>
                    <a:pt x="36938" y="1838"/>
                  </a:lnTo>
                  <a:lnTo>
                    <a:pt x="37125" y="1583"/>
                  </a:lnTo>
                  <a:lnTo>
                    <a:pt x="37312" y="1231"/>
                  </a:lnTo>
                  <a:lnTo>
                    <a:pt x="37499" y="879"/>
                  </a:lnTo>
                  <a:lnTo>
                    <a:pt x="37686" y="527"/>
                  </a:lnTo>
                  <a:lnTo>
                    <a:pt x="37873" y="307"/>
                  </a:lnTo>
                  <a:lnTo>
                    <a:pt x="38060" y="131"/>
                  </a:lnTo>
                  <a:lnTo>
                    <a:pt x="38247" y="0"/>
                  </a:lnTo>
                  <a:lnTo>
                    <a:pt x="38433" y="0"/>
                  </a:lnTo>
                  <a:lnTo>
                    <a:pt x="38620" y="0"/>
                  </a:lnTo>
                  <a:lnTo>
                    <a:pt x="38807" y="0"/>
                  </a:lnTo>
                  <a:lnTo>
                    <a:pt x="38994" y="0"/>
                  </a:lnTo>
                  <a:lnTo>
                    <a:pt x="39181" y="0"/>
                  </a:lnTo>
                  <a:lnTo>
                    <a:pt x="39368" y="0"/>
                  </a:lnTo>
                  <a:lnTo>
                    <a:pt x="39555" y="0"/>
                  </a:lnTo>
                  <a:lnTo>
                    <a:pt x="39742" y="0"/>
                  </a:lnTo>
                  <a:lnTo>
                    <a:pt x="39929" y="133"/>
                  </a:lnTo>
                  <a:lnTo>
                    <a:pt x="40116" y="287"/>
                  </a:lnTo>
                  <a:lnTo>
                    <a:pt x="40303" y="582"/>
                  </a:lnTo>
                  <a:lnTo>
                    <a:pt x="40490" y="958"/>
                  </a:lnTo>
                  <a:lnTo>
                    <a:pt x="40677" y="1379"/>
                  </a:lnTo>
                  <a:lnTo>
                    <a:pt x="40863" y="1837"/>
                  </a:lnTo>
                  <a:lnTo>
                    <a:pt x="41050" y="2295"/>
                  </a:lnTo>
                  <a:lnTo>
                    <a:pt x="41237" y="2752"/>
                  </a:lnTo>
                  <a:lnTo>
                    <a:pt x="41424" y="3210"/>
                  </a:lnTo>
                  <a:lnTo>
                    <a:pt x="41611" y="3668"/>
                  </a:lnTo>
                  <a:lnTo>
                    <a:pt x="41798" y="4126"/>
                  </a:lnTo>
                  <a:lnTo>
                    <a:pt x="41985" y="4759"/>
                  </a:lnTo>
                  <a:lnTo>
                    <a:pt x="42172" y="5410"/>
                  </a:lnTo>
                  <a:lnTo>
                    <a:pt x="42359" y="6246"/>
                  </a:lnTo>
                  <a:lnTo>
                    <a:pt x="42546" y="7032"/>
                  </a:lnTo>
                  <a:lnTo>
                    <a:pt x="42733" y="7787"/>
                  </a:lnTo>
                  <a:lnTo>
                    <a:pt x="42920" y="8541"/>
                  </a:lnTo>
                  <a:lnTo>
                    <a:pt x="43107" y="9162"/>
                  </a:lnTo>
                  <a:lnTo>
                    <a:pt x="43293" y="9707"/>
                  </a:lnTo>
                  <a:lnTo>
                    <a:pt x="43480" y="10140"/>
                  </a:lnTo>
                  <a:lnTo>
                    <a:pt x="43667" y="10537"/>
                  </a:lnTo>
                  <a:lnTo>
                    <a:pt x="43854" y="10972"/>
                  </a:lnTo>
                  <a:lnTo>
                    <a:pt x="44041" y="11360"/>
                  </a:lnTo>
                  <a:lnTo>
                    <a:pt x="44228" y="11877"/>
                  </a:lnTo>
                  <a:lnTo>
                    <a:pt x="44415" y="12410"/>
                  </a:lnTo>
                  <a:lnTo>
                    <a:pt x="44602" y="12942"/>
                  </a:lnTo>
                  <a:lnTo>
                    <a:pt x="44789" y="13416"/>
                  </a:lnTo>
                  <a:lnTo>
                    <a:pt x="44976" y="13934"/>
                  </a:lnTo>
                  <a:lnTo>
                    <a:pt x="45163" y="14300"/>
                  </a:lnTo>
                  <a:lnTo>
                    <a:pt x="45350" y="14558"/>
                  </a:lnTo>
                  <a:lnTo>
                    <a:pt x="45536" y="14855"/>
                  </a:lnTo>
                  <a:lnTo>
                    <a:pt x="45723" y="15167"/>
                  </a:lnTo>
                  <a:lnTo>
                    <a:pt x="45910" y="15694"/>
                  </a:lnTo>
                  <a:lnTo>
                    <a:pt x="46097" y="16222"/>
                  </a:lnTo>
                  <a:lnTo>
                    <a:pt x="46284" y="16750"/>
                  </a:lnTo>
                  <a:lnTo>
                    <a:pt x="46471" y="17278"/>
                  </a:lnTo>
                  <a:lnTo>
                    <a:pt x="46658" y="17735"/>
                  </a:lnTo>
                  <a:lnTo>
                    <a:pt x="46845" y="18087"/>
                  </a:lnTo>
                  <a:lnTo>
                    <a:pt x="47032" y="18280"/>
                  </a:lnTo>
                  <a:lnTo>
                    <a:pt x="47219" y="18456"/>
                  </a:lnTo>
                  <a:lnTo>
                    <a:pt x="47406" y="18632"/>
                  </a:lnTo>
                  <a:lnTo>
                    <a:pt x="47593" y="18703"/>
                  </a:lnTo>
                  <a:lnTo>
                    <a:pt x="47780" y="18703"/>
                  </a:lnTo>
                  <a:lnTo>
                    <a:pt x="47966" y="18703"/>
                  </a:lnTo>
                  <a:lnTo>
                    <a:pt x="48153" y="18703"/>
                  </a:lnTo>
                  <a:lnTo>
                    <a:pt x="48340" y="18703"/>
                  </a:lnTo>
                  <a:lnTo>
                    <a:pt x="48527" y="18703"/>
                  </a:lnTo>
                  <a:lnTo>
                    <a:pt x="48714" y="18703"/>
                  </a:lnTo>
                  <a:lnTo>
                    <a:pt x="48901" y="18703"/>
                  </a:lnTo>
                  <a:lnTo>
                    <a:pt x="49088" y="18703"/>
                  </a:lnTo>
                  <a:lnTo>
                    <a:pt x="49275" y="18703"/>
                  </a:lnTo>
                  <a:lnTo>
                    <a:pt x="49462" y="18703"/>
                  </a:lnTo>
                  <a:lnTo>
                    <a:pt x="49649" y="18703"/>
                  </a:lnTo>
                  <a:lnTo>
                    <a:pt x="49836" y="18703"/>
                  </a:lnTo>
                  <a:lnTo>
                    <a:pt x="50023" y="18703"/>
                  </a:lnTo>
                  <a:lnTo>
                    <a:pt x="50210" y="18703"/>
                  </a:lnTo>
                  <a:lnTo>
                    <a:pt x="50396" y="18703"/>
                  </a:lnTo>
                  <a:lnTo>
                    <a:pt x="50583" y="18703"/>
                  </a:lnTo>
                  <a:lnTo>
                    <a:pt x="50770" y="18703"/>
                  </a:lnTo>
                  <a:lnTo>
                    <a:pt x="50957" y="18703"/>
                  </a:lnTo>
                  <a:lnTo>
                    <a:pt x="51144" y="18703"/>
                  </a:lnTo>
                  <a:lnTo>
                    <a:pt x="51331" y="18842"/>
                  </a:lnTo>
                  <a:lnTo>
                    <a:pt x="51518" y="18995"/>
                  </a:lnTo>
                  <a:lnTo>
                    <a:pt x="51705" y="19149"/>
                  </a:lnTo>
                  <a:lnTo>
                    <a:pt x="51892" y="19339"/>
                  </a:lnTo>
                  <a:lnTo>
                    <a:pt x="52079" y="19634"/>
                  </a:lnTo>
                  <a:lnTo>
                    <a:pt x="52266" y="20010"/>
                  </a:lnTo>
                  <a:lnTo>
                    <a:pt x="52453" y="20385"/>
                  </a:lnTo>
                  <a:lnTo>
                    <a:pt x="52639" y="20762"/>
                  </a:lnTo>
                  <a:lnTo>
                    <a:pt x="52826" y="21139"/>
                  </a:lnTo>
                  <a:lnTo>
                    <a:pt x="53013" y="21516"/>
                  </a:lnTo>
                  <a:lnTo>
                    <a:pt x="53200" y="21894"/>
                  </a:lnTo>
                  <a:lnTo>
                    <a:pt x="53387" y="22271"/>
                  </a:lnTo>
                  <a:lnTo>
                    <a:pt x="53574" y="22727"/>
                  </a:lnTo>
                  <a:lnTo>
                    <a:pt x="53761" y="23280"/>
                  </a:lnTo>
                  <a:lnTo>
                    <a:pt x="53948" y="23903"/>
                  </a:lnTo>
                  <a:lnTo>
                    <a:pt x="54135" y="24338"/>
                  </a:lnTo>
                  <a:lnTo>
                    <a:pt x="54322" y="24784"/>
                  </a:lnTo>
                  <a:lnTo>
                    <a:pt x="54509" y="24904"/>
                  </a:lnTo>
                  <a:lnTo>
                    <a:pt x="54696" y="24958"/>
                  </a:lnTo>
                  <a:lnTo>
                    <a:pt x="54883" y="24958"/>
                  </a:lnTo>
                  <a:lnTo>
                    <a:pt x="55069" y="24721"/>
                  </a:lnTo>
                  <a:lnTo>
                    <a:pt x="55256" y="24621"/>
                  </a:lnTo>
                  <a:lnTo>
                    <a:pt x="55443" y="24218"/>
                  </a:lnTo>
                  <a:lnTo>
                    <a:pt x="55630" y="23727"/>
                  </a:lnTo>
                  <a:lnTo>
                    <a:pt x="55817" y="23298"/>
                  </a:lnTo>
                  <a:lnTo>
                    <a:pt x="56004" y="23194"/>
                  </a:lnTo>
                  <a:lnTo>
                    <a:pt x="56191" y="23237"/>
                  </a:lnTo>
                  <a:lnTo>
                    <a:pt x="56378" y="23270"/>
                  </a:lnTo>
                  <a:lnTo>
                    <a:pt x="56565" y="23107"/>
                  </a:lnTo>
                  <a:lnTo>
                    <a:pt x="56752" y="22916"/>
                  </a:lnTo>
                  <a:lnTo>
                    <a:pt x="56939" y="22878"/>
                  </a:lnTo>
                  <a:lnTo>
                    <a:pt x="57126" y="22905"/>
                  </a:lnTo>
                  <a:lnTo>
                    <a:pt x="57312" y="23137"/>
                  </a:lnTo>
                  <a:lnTo>
                    <a:pt x="57499" y="23473"/>
                  </a:lnTo>
                  <a:lnTo>
                    <a:pt x="57686" y="23818"/>
                  </a:lnTo>
                  <a:lnTo>
                    <a:pt x="57873" y="24226"/>
                  </a:lnTo>
                  <a:lnTo>
                    <a:pt x="58060" y="24588"/>
                  </a:lnTo>
                  <a:lnTo>
                    <a:pt x="58247" y="24913"/>
                  </a:lnTo>
                  <a:lnTo>
                    <a:pt x="58434" y="25391"/>
                  </a:lnTo>
                  <a:lnTo>
                    <a:pt x="58621" y="25782"/>
                  </a:lnTo>
                  <a:lnTo>
                    <a:pt x="58808" y="25899"/>
                  </a:lnTo>
                  <a:lnTo>
                    <a:pt x="58995" y="25926"/>
                  </a:lnTo>
                  <a:lnTo>
                    <a:pt x="59182" y="25852"/>
                  </a:lnTo>
                  <a:lnTo>
                    <a:pt x="59369" y="25817"/>
                  </a:lnTo>
                  <a:lnTo>
                    <a:pt x="59556" y="25660"/>
                  </a:lnTo>
                  <a:lnTo>
                    <a:pt x="59742" y="25301"/>
                  </a:lnTo>
                  <a:lnTo>
                    <a:pt x="59929" y="24707"/>
                  </a:lnTo>
                  <a:lnTo>
                    <a:pt x="60116" y="24181"/>
                  </a:lnTo>
                  <a:lnTo>
                    <a:pt x="60303" y="23706"/>
                  </a:lnTo>
                  <a:lnTo>
                    <a:pt x="60490" y="23115"/>
                  </a:lnTo>
                  <a:lnTo>
                    <a:pt x="60677" y="22477"/>
                  </a:lnTo>
                  <a:lnTo>
                    <a:pt x="60864" y="21760"/>
                  </a:lnTo>
                  <a:lnTo>
                    <a:pt x="61051" y="20998"/>
                  </a:lnTo>
                  <a:lnTo>
                    <a:pt x="61238" y="20105"/>
                  </a:lnTo>
                  <a:lnTo>
                    <a:pt x="61425" y="19270"/>
                  </a:lnTo>
                  <a:lnTo>
                    <a:pt x="61612" y="18742"/>
                  </a:lnTo>
                  <a:lnTo>
                    <a:pt x="61799" y="18373"/>
                  </a:lnTo>
                  <a:lnTo>
                    <a:pt x="61986" y="18021"/>
                  </a:lnTo>
                  <a:lnTo>
                    <a:pt x="62172" y="17713"/>
                  </a:lnTo>
                  <a:lnTo>
                    <a:pt x="62359" y="17564"/>
                  </a:lnTo>
                  <a:lnTo>
                    <a:pt x="62546" y="17564"/>
                  </a:lnTo>
                  <a:lnTo>
                    <a:pt x="62733" y="17740"/>
                  </a:lnTo>
                  <a:lnTo>
                    <a:pt x="62920" y="17916"/>
                  </a:lnTo>
                  <a:lnTo>
                    <a:pt x="63107" y="18021"/>
                  </a:lnTo>
                  <a:lnTo>
                    <a:pt x="63294" y="18021"/>
                  </a:lnTo>
                  <a:lnTo>
                    <a:pt x="63481" y="18021"/>
                  </a:lnTo>
                  <a:lnTo>
                    <a:pt x="63668" y="18021"/>
                  </a:lnTo>
                  <a:lnTo>
                    <a:pt x="63855" y="18065"/>
                  </a:lnTo>
                  <a:lnTo>
                    <a:pt x="64042" y="18004"/>
                  </a:lnTo>
                  <a:lnTo>
                    <a:pt x="64229" y="17801"/>
                  </a:lnTo>
                  <a:lnTo>
                    <a:pt x="64415" y="17449"/>
                  </a:lnTo>
                  <a:lnTo>
                    <a:pt x="64602" y="16939"/>
                  </a:lnTo>
                  <a:lnTo>
                    <a:pt x="64789" y="16412"/>
                  </a:lnTo>
                  <a:lnTo>
                    <a:pt x="64976" y="15884"/>
                  </a:lnTo>
                  <a:lnTo>
                    <a:pt x="65163" y="15233"/>
                  </a:lnTo>
                  <a:lnTo>
                    <a:pt x="65350" y="14529"/>
                  </a:lnTo>
                  <a:lnTo>
                    <a:pt x="65537" y="13826"/>
                  </a:lnTo>
                  <a:lnTo>
                    <a:pt x="65724" y="13122"/>
                  </a:lnTo>
                  <a:lnTo>
                    <a:pt x="65911" y="12489"/>
                  </a:lnTo>
                  <a:lnTo>
                    <a:pt x="66098" y="11961"/>
                  </a:lnTo>
                  <a:lnTo>
                    <a:pt x="66285" y="11433"/>
                  </a:lnTo>
                  <a:lnTo>
                    <a:pt x="66472" y="10905"/>
                  </a:lnTo>
                  <a:lnTo>
                    <a:pt x="66659" y="10378"/>
                  </a:lnTo>
                  <a:lnTo>
                    <a:pt x="66845" y="10087"/>
                  </a:lnTo>
                  <a:lnTo>
                    <a:pt x="67032" y="9911"/>
                  </a:lnTo>
                  <a:lnTo>
                    <a:pt x="67219" y="9736"/>
                  </a:lnTo>
                  <a:lnTo>
                    <a:pt x="67406" y="9560"/>
                  </a:lnTo>
                  <a:lnTo>
                    <a:pt x="67593" y="9560"/>
                  </a:lnTo>
                  <a:lnTo>
                    <a:pt x="67780" y="9560"/>
                  </a:lnTo>
                  <a:lnTo>
                    <a:pt x="67967" y="9683"/>
                  </a:lnTo>
                  <a:lnTo>
                    <a:pt x="68154" y="9982"/>
                  </a:lnTo>
                  <a:lnTo>
                    <a:pt x="68341" y="10142"/>
                  </a:lnTo>
                  <a:lnTo>
                    <a:pt x="68528" y="10253"/>
                  </a:lnTo>
                  <a:lnTo>
                    <a:pt x="68715" y="10353"/>
                  </a:lnTo>
                  <a:lnTo>
                    <a:pt x="68902" y="10452"/>
                  </a:lnTo>
                  <a:lnTo>
                    <a:pt x="69089" y="10551"/>
                  </a:lnTo>
                  <a:lnTo>
                    <a:pt x="69275" y="10650"/>
                  </a:lnTo>
                  <a:lnTo>
                    <a:pt x="69462" y="10749"/>
                  </a:lnTo>
                  <a:lnTo>
                    <a:pt x="69649" y="10849"/>
                  </a:lnTo>
                  <a:lnTo>
                    <a:pt x="69836" y="10948"/>
                  </a:lnTo>
                  <a:lnTo>
                    <a:pt x="70023" y="11047"/>
                  </a:lnTo>
                  <a:lnTo>
                    <a:pt x="70210" y="11240"/>
                  </a:lnTo>
                  <a:lnTo>
                    <a:pt x="70397" y="11491"/>
                  </a:lnTo>
                  <a:lnTo>
                    <a:pt x="70584" y="11879"/>
                  </a:lnTo>
                  <a:lnTo>
                    <a:pt x="70771" y="12375"/>
                  </a:lnTo>
                  <a:lnTo>
                    <a:pt x="70958" y="12806"/>
                  </a:lnTo>
                  <a:lnTo>
                    <a:pt x="71145" y="13253"/>
                  </a:lnTo>
                  <a:lnTo>
                    <a:pt x="71332" y="13725"/>
                  </a:lnTo>
                  <a:lnTo>
                    <a:pt x="71518" y="14429"/>
                  </a:lnTo>
                  <a:lnTo>
                    <a:pt x="71705" y="15133"/>
                  </a:lnTo>
                  <a:lnTo>
                    <a:pt x="71892" y="15836"/>
                  </a:lnTo>
                  <a:lnTo>
                    <a:pt x="72079" y="16694"/>
                  </a:lnTo>
                  <a:lnTo>
                    <a:pt x="72266" y="17551"/>
                  </a:lnTo>
                  <a:lnTo>
                    <a:pt x="72453" y="18541"/>
                  </a:lnTo>
                  <a:lnTo>
                    <a:pt x="72640" y="19610"/>
                  </a:lnTo>
                  <a:lnTo>
                    <a:pt x="72827" y="20723"/>
                  </a:lnTo>
                  <a:lnTo>
                    <a:pt x="73014" y="21853"/>
                  </a:lnTo>
                  <a:lnTo>
                    <a:pt x="73201" y="22738"/>
                  </a:lnTo>
                  <a:lnTo>
                    <a:pt x="73388" y="23455"/>
                  </a:lnTo>
                  <a:lnTo>
                    <a:pt x="73575" y="24040"/>
                  </a:lnTo>
                  <a:lnTo>
                    <a:pt x="73762" y="24582"/>
                  </a:lnTo>
                  <a:lnTo>
                    <a:pt x="73948" y="25123"/>
                  </a:lnTo>
                  <a:lnTo>
                    <a:pt x="74135" y="25664"/>
                  </a:lnTo>
                  <a:lnTo>
                    <a:pt x="74322" y="26206"/>
                  </a:lnTo>
                  <a:lnTo>
                    <a:pt x="74509" y="26747"/>
                  </a:lnTo>
                  <a:lnTo>
                    <a:pt x="74696" y="27288"/>
                  </a:lnTo>
                  <a:lnTo>
                    <a:pt x="74883" y="27794"/>
                  </a:lnTo>
                  <a:lnTo>
                    <a:pt x="75070" y="28300"/>
                  </a:lnTo>
                  <a:lnTo>
                    <a:pt x="75257" y="28663"/>
                  </a:lnTo>
                  <a:lnTo>
                    <a:pt x="75444" y="28839"/>
                  </a:lnTo>
                  <a:lnTo>
                    <a:pt x="75631" y="28971"/>
                  </a:lnTo>
                  <a:lnTo>
                    <a:pt x="75818" y="28971"/>
                  </a:lnTo>
                  <a:lnTo>
                    <a:pt x="76005" y="28971"/>
                  </a:lnTo>
                  <a:lnTo>
                    <a:pt x="76191" y="28971"/>
                  </a:lnTo>
                  <a:lnTo>
                    <a:pt x="76378" y="28971"/>
                  </a:lnTo>
                  <a:lnTo>
                    <a:pt x="76565" y="28971"/>
                  </a:lnTo>
                  <a:lnTo>
                    <a:pt x="76752" y="28971"/>
                  </a:lnTo>
                  <a:lnTo>
                    <a:pt x="76939" y="28971"/>
                  </a:lnTo>
                  <a:lnTo>
                    <a:pt x="77126" y="28971"/>
                  </a:lnTo>
                  <a:lnTo>
                    <a:pt x="77313" y="28838"/>
                  </a:lnTo>
                  <a:lnTo>
                    <a:pt x="77500" y="28684"/>
                  </a:lnTo>
                  <a:lnTo>
                    <a:pt x="77687" y="28388"/>
                  </a:lnTo>
                  <a:lnTo>
                    <a:pt x="77874" y="28013"/>
                  </a:lnTo>
                  <a:lnTo>
                    <a:pt x="78061" y="27591"/>
                  </a:lnTo>
                  <a:lnTo>
                    <a:pt x="78248" y="27134"/>
                  </a:lnTo>
                  <a:lnTo>
                    <a:pt x="78435" y="26676"/>
                  </a:lnTo>
                  <a:lnTo>
                    <a:pt x="78621" y="26218"/>
                  </a:lnTo>
                  <a:lnTo>
                    <a:pt x="78808" y="25760"/>
                  </a:lnTo>
                  <a:lnTo>
                    <a:pt x="78995" y="25303"/>
                  </a:lnTo>
                  <a:lnTo>
                    <a:pt x="79182" y="24845"/>
                  </a:lnTo>
                  <a:lnTo>
                    <a:pt x="79369" y="24387"/>
                  </a:lnTo>
                  <a:lnTo>
                    <a:pt x="79556" y="23929"/>
                  </a:lnTo>
                  <a:lnTo>
                    <a:pt x="79743" y="23472"/>
                  </a:lnTo>
                  <a:lnTo>
                    <a:pt x="79930" y="23014"/>
                  </a:lnTo>
                  <a:lnTo>
                    <a:pt x="80117" y="22556"/>
                  </a:lnTo>
                  <a:lnTo>
                    <a:pt x="80304" y="22098"/>
                  </a:lnTo>
                  <a:lnTo>
                    <a:pt x="80491" y="21721"/>
                  </a:lnTo>
                  <a:lnTo>
                    <a:pt x="80678" y="21420"/>
                  </a:lnTo>
                  <a:lnTo>
                    <a:pt x="80865" y="21231"/>
                  </a:lnTo>
                  <a:lnTo>
                    <a:pt x="81051" y="21077"/>
                  </a:lnTo>
                  <a:lnTo>
                    <a:pt x="81238" y="20943"/>
                  </a:lnTo>
                  <a:lnTo>
                    <a:pt x="81425" y="20943"/>
                  </a:lnTo>
                  <a:lnTo>
                    <a:pt x="81612" y="20943"/>
                  </a:lnTo>
                  <a:lnTo>
                    <a:pt x="81799" y="20794"/>
                  </a:lnTo>
                  <a:lnTo>
                    <a:pt x="81986" y="20618"/>
                  </a:lnTo>
                  <a:lnTo>
                    <a:pt x="82173" y="20442"/>
                  </a:lnTo>
                  <a:lnTo>
                    <a:pt x="82360" y="20266"/>
                  </a:lnTo>
                  <a:lnTo>
                    <a:pt x="82547" y="20090"/>
                  </a:lnTo>
                  <a:lnTo>
                    <a:pt x="82734" y="19914"/>
                  </a:lnTo>
                  <a:lnTo>
                    <a:pt x="82921" y="19738"/>
                  </a:lnTo>
                  <a:lnTo>
                    <a:pt x="83108" y="19474"/>
                  </a:lnTo>
                  <a:lnTo>
                    <a:pt x="83294" y="19123"/>
                  </a:lnTo>
                  <a:lnTo>
                    <a:pt x="83481" y="18771"/>
                  </a:lnTo>
                  <a:lnTo>
                    <a:pt x="83668" y="18419"/>
                  </a:lnTo>
                  <a:lnTo>
                    <a:pt x="83855" y="18067"/>
                  </a:lnTo>
                  <a:lnTo>
                    <a:pt x="84042" y="17715"/>
                  </a:lnTo>
                  <a:lnTo>
                    <a:pt x="84229" y="17363"/>
                  </a:lnTo>
                  <a:lnTo>
                    <a:pt x="84416" y="17012"/>
                  </a:lnTo>
                  <a:lnTo>
                    <a:pt x="84603" y="16809"/>
                  </a:lnTo>
                  <a:lnTo>
                    <a:pt x="84790" y="16633"/>
                  </a:lnTo>
                  <a:lnTo>
                    <a:pt x="84977" y="16457"/>
                  </a:lnTo>
                  <a:lnTo>
                    <a:pt x="85164" y="16282"/>
                  </a:lnTo>
                  <a:lnTo>
                    <a:pt x="85351" y="16106"/>
                  </a:lnTo>
                  <a:lnTo>
                    <a:pt x="85538" y="15930"/>
                  </a:lnTo>
                  <a:lnTo>
                    <a:pt x="85724" y="15754"/>
                  </a:lnTo>
                  <a:lnTo>
                    <a:pt x="85911" y="15666"/>
                  </a:lnTo>
                  <a:lnTo>
                    <a:pt x="86098" y="15666"/>
                  </a:lnTo>
                  <a:lnTo>
                    <a:pt x="86285" y="15666"/>
                  </a:lnTo>
                  <a:lnTo>
                    <a:pt x="86472" y="15666"/>
                  </a:lnTo>
                  <a:lnTo>
                    <a:pt x="86659" y="15622"/>
                  </a:lnTo>
                  <a:lnTo>
                    <a:pt x="86846" y="15446"/>
                  </a:lnTo>
                  <a:lnTo>
                    <a:pt x="87033" y="15182"/>
                  </a:lnTo>
                  <a:lnTo>
                    <a:pt x="87220" y="14830"/>
                  </a:lnTo>
                  <a:lnTo>
                    <a:pt x="87407" y="14478"/>
                  </a:lnTo>
                  <a:lnTo>
                    <a:pt x="87594" y="14127"/>
                  </a:lnTo>
                  <a:lnTo>
                    <a:pt x="87781" y="13775"/>
                  </a:lnTo>
                  <a:lnTo>
                    <a:pt x="87968" y="13423"/>
                  </a:lnTo>
                  <a:lnTo>
                    <a:pt x="88154" y="13071"/>
                  </a:lnTo>
                  <a:lnTo>
                    <a:pt x="88341" y="12719"/>
                  </a:lnTo>
                  <a:lnTo>
                    <a:pt x="88528" y="12367"/>
                  </a:lnTo>
                  <a:lnTo>
                    <a:pt x="88715" y="11877"/>
                  </a:lnTo>
                  <a:lnTo>
                    <a:pt x="88902" y="11371"/>
                  </a:lnTo>
                  <a:lnTo>
                    <a:pt x="89089" y="10865"/>
                  </a:lnTo>
                  <a:lnTo>
                    <a:pt x="89276" y="10324"/>
                  </a:lnTo>
                  <a:lnTo>
                    <a:pt x="89463" y="9721"/>
                  </a:lnTo>
                  <a:lnTo>
                    <a:pt x="89650" y="9169"/>
                  </a:lnTo>
                  <a:lnTo>
                    <a:pt x="89837" y="8706"/>
                  </a:lnTo>
                  <a:lnTo>
                    <a:pt x="90024" y="8329"/>
                  </a:lnTo>
                  <a:lnTo>
                    <a:pt x="90211" y="7952"/>
                  </a:lnTo>
                  <a:lnTo>
                    <a:pt x="90397" y="7575"/>
                  </a:lnTo>
                  <a:lnTo>
                    <a:pt x="90584" y="7197"/>
                  </a:lnTo>
                  <a:lnTo>
                    <a:pt x="90771" y="6820"/>
                  </a:lnTo>
                  <a:lnTo>
                    <a:pt x="90958" y="6443"/>
                  </a:lnTo>
                  <a:lnTo>
                    <a:pt x="91145" y="6066"/>
                  </a:lnTo>
                  <a:lnTo>
                    <a:pt x="91332" y="6047"/>
                  </a:lnTo>
                  <a:lnTo>
                    <a:pt x="91519" y="6139"/>
                  </a:lnTo>
                  <a:lnTo>
                    <a:pt x="91706" y="6306"/>
                  </a:lnTo>
                  <a:lnTo>
                    <a:pt x="91893" y="6858"/>
                  </a:lnTo>
                  <a:lnTo>
                    <a:pt x="92080" y="7248"/>
                  </a:lnTo>
                  <a:lnTo>
                    <a:pt x="92267" y="7580"/>
                  </a:lnTo>
                  <a:lnTo>
                    <a:pt x="92454" y="7919"/>
                  </a:lnTo>
                  <a:lnTo>
                    <a:pt x="92641" y="8283"/>
                  </a:lnTo>
                  <a:lnTo>
                    <a:pt x="92827" y="8978"/>
                  </a:lnTo>
                  <a:lnTo>
                    <a:pt x="93014" y="9672"/>
                  </a:lnTo>
                  <a:lnTo>
                    <a:pt x="93201" y="10367"/>
                  </a:lnTo>
                  <a:lnTo>
                    <a:pt x="93388" y="11062"/>
                  </a:lnTo>
                  <a:lnTo>
                    <a:pt x="93575" y="11756"/>
                  </a:lnTo>
                  <a:lnTo>
                    <a:pt x="93762" y="12451"/>
                  </a:lnTo>
                  <a:lnTo>
                    <a:pt x="93949" y="13146"/>
                  </a:lnTo>
                  <a:lnTo>
                    <a:pt x="94136" y="13644"/>
                  </a:lnTo>
                  <a:lnTo>
                    <a:pt x="94323" y="14009"/>
                  </a:lnTo>
                  <a:lnTo>
                    <a:pt x="94510" y="14197"/>
                  </a:lnTo>
                  <a:lnTo>
                    <a:pt x="94697" y="13993"/>
                  </a:lnTo>
                  <a:lnTo>
                    <a:pt x="94884" y="13991"/>
                  </a:lnTo>
                  <a:lnTo>
                    <a:pt x="95070" y="14029"/>
                  </a:lnTo>
                  <a:lnTo>
                    <a:pt x="95257" y="14331"/>
                  </a:lnTo>
                  <a:lnTo>
                    <a:pt x="95444" y="14608"/>
                  </a:lnTo>
                  <a:lnTo>
                    <a:pt x="95631" y="14762"/>
                  </a:lnTo>
                  <a:lnTo>
                    <a:pt x="95818" y="14762"/>
                  </a:lnTo>
                  <a:lnTo>
                    <a:pt x="96005" y="14762"/>
                  </a:lnTo>
                  <a:lnTo>
                    <a:pt x="96192" y="14762"/>
                  </a:lnTo>
                  <a:lnTo>
                    <a:pt x="96379" y="14762"/>
                  </a:lnTo>
                  <a:lnTo>
                    <a:pt x="96566" y="14762"/>
                  </a:lnTo>
                  <a:lnTo>
                    <a:pt x="96753" y="14806"/>
                  </a:lnTo>
                  <a:lnTo>
                    <a:pt x="96940" y="15008"/>
                  </a:lnTo>
                  <a:lnTo>
                    <a:pt x="97127" y="15360"/>
                  </a:lnTo>
                  <a:lnTo>
                    <a:pt x="97314" y="15888"/>
                  </a:lnTo>
                  <a:lnTo>
                    <a:pt x="97500" y="16415"/>
                  </a:lnTo>
                  <a:lnTo>
                    <a:pt x="97687" y="16943"/>
                  </a:lnTo>
                  <a:lnTo>
                    <a:pt x="97874" y="17471"/>
                  </a:lnTo>
                  <a:lnTo>
                    <a:pt x="98061" y="17999"/>
                  </a:lnTo>
                  <a:lnTo>
                    <a:pt x="98248" y="18526"/>
                  </a:lnTo>
                  <a:lnTo>
                    <a:pt x="98435" y="19098"/>
                  </a:lnTo>
                  <a:lnTo>
                    <a:pt x="98622" y="19802"/>
                  </a:lnTo>
                  <a:lnTo>
                    <a:pt x="98809" y="20505"/>
                  </a:lnTo>
                  <a:lnTo>
                    <a:pt x="98996" y="21209"/>
                  </a:lnTo>
                  <a:lnTo>
                    <a:pt x="99183" y="21913"/>
                  </a:lnTo>
                  <a:lnTo>
                    <a:pt x="99370" y="22616"/>
                  </a:lnTo>
                  <a:lnTo>
                    <a:pt x="99557" y="23276"/>
                  </a:lnTo>
                  <a:lnTo>
                    <a:pt x="99744" y="23777"/>
                  </a:lnTo>
                  <a:lnTo>
                    <a:pt x="99930" y="24129"/>
                  </a:lnTo>
                  <a:lnTo>
                    <a:pt x="100117" y="24305"/>
                  </a:lnTo>
                  <a:lnTo>
                    <a:pt x="100304" y="24481"/>
                  </a:lnTo>
                  <a:lnTo>
                    <a:pt x="100491" y="24727"/>
                  </a:lnTo>
                  <a:lnTo>
                    <a:pt x="100678" y="24947"/>
                  </a:lnTo>
                  <a:lnTo>
                    <a:pt x="100865" y="25123"/>
                  </a:lnTo>
                  <a:lnTo>
                    <a:pt x="101052" y="25299"/>
                  </a:lnTo>
                  <a:lnTo>
                    <a:pt x="101239" y="25431"/>
                  </a:lnTo>
                  <a:lnTo>
                    <a:pt x="101426" y="25669"/>
                  </a:lnTo>
                  <a:lnTo>
                    <a:pt x="101613" y="26020"/>
                  </a:lnTo>
                  <a:lnTo>
                    <a:pt x="101800" y="26214"/>
                  </a:lnTo>
                  <a:lnTo>
                    <a:pt x="101987" y="26390"/>
                  </a:lnTo>
                  <a:lnTo>
                    <a:pt x="102173" y="26566"/>
                  </a:lnTo>
                  <a:lnTo>
                    <a:pt x="102360" y="26742"/>
                  </a:lnTo>
                  <a:lnTo>
                    <a:pt x="102547" y="27041"/>
                  </a:lnTo>
                  <a:lnTo>
                    <a:pt x="102734" y="27393"/>
                  </a:lnTo>
                  <a:lnTo>
                    <a:pt x="102921" y="27744"/>
                  </a:lnTo>
                  <a:lnTo>
                    <a:pt x="103108" y="28096"/>
                  </a:lnTo>
                  <a:lnTo>
                    <a:pt x="103295" y="28378"/>
                  </a:lnTo>
                  <a:lnTo>
                    <a:pt x="103482" y="28685"/>
                  </a:lnTo>
                  <a:lnTo>
                    <a:pt x="103669" y="29037"/>
                  </a:lnTo>
                  <a:lnTo>
                    <a:pt x="103856" y="29389"/>
                  </a:lnTo>
                  <a:lnTo>
                    <a:pt x="104043" y="29741"/>
                  </a:lnTo>
                  <a:lnTo>
                    <a:pt x="104230" y="29855"/>
                  </a:lnTo>
                  <a:lnTo>
                    <a:pt x="104417" y="29855"/>
                  </a:lnTo>
                  <a:lnTo>
                    <a:pt x="104603" y="30014"/>
                  </a:lnTo>
                  <a:lnTo>
                    <a:pt x="104790" y="30190"/>
                  </a:lnTo>
                  <a:lnTo>
                    <a:pt x="104977" y="30365"/>
                  </a:lnTo>
                  <a:lnTo>
                    <a:pt x="105164" y="30541"/>
                  </a:lnTo>
                  <a:lnTo>
                    <a:pt x="105351" y="30594"/>
                  </a:lnTo>
                  <a:lnTo>
                    <a:pt x="105538" y="30594"/>
                  </a:lnTo>
                  <a:lnTo>
                    <a:pt x="105725" y="30594"/>
                  </a:lnTo>
                  <a:lnTo>
                    <a:pt x="105912" y="30594"/>
                  </a:lnTo>
                  <a:lnTo>
                    <a:pt x="106099" y="30594"/>
                  </a:lnTo>
                  <a:lnTo>
                    <a:pt x="106286" y="30594"/>
                  </a:lnTo>
                  <a:lnTo>
                    <a:pt x="106473" y="30594"/>
                  </a:lnTo>
                  <a:lnTo>
                    <a:pt x="106660" y="30594"/>
                  </a:lnTo>
                  <a:lnTo>
                    <a:pt x="106847" y="30594"/>
                  </a:lnTo>
                  <a:lnTo>
                    <a:pt x="107033" y="30594"/>
                  </a:lnTo>
                  <a:lnTo>
                    <a:pt x="107220" y="30594"/>
                  </a:lnTo>
                  <a:lnTo>
                    <a:pt x="107407" y="30594"/>
                  </a:lnTo>
                  <a:lnTo>
                    <a:pt x="107594" y="30594"/>
                  </a:lnTo>
                  <a:lnTo>
                    <a:pt x="107781" y="30594"/>
                  </a:lnTo>
                  <a:lnTo>
                    <a:pt x="107968" y="30594"/>
                  </a:lnTo>
                  <a:lnTo>
                    <a:pt x="108155" y="30594"/>
                  </a:lnTo>
                  <a:lnTo>
                    <a:pt x="108342" y="30594"/>
                  </a:lnTo>
                  <a:lnTo>
                    <a:pt x="108529" y="30594"/>
                  </a:lnTo>
                  <a:lnTo>
                    <a:pt x="108716" y="30541"/>
                  </a:lnTo>
                  <a:lnTo>
                    <a:pt x="108903" y="30365"/>
                  </a:lnTo>
                  <a:lnTo>
                    <a:pt x="109090" y="30190"/>
                  </a:lnTo>
                  <a:lnTo>
                    <a:pt x="109276" y="30014"/>
                  </a:lnTo>
                  <a:lnTo>
                    <a:pt x="109463" y="29684"/>
                  </a:lnTo>
                  <a:lnTo>
                    <a:pt x="109650" y="29354"/>
                  </a:lnTo>
                  <a:lnTo>
                    <a:pt x="109837" y="29024"/>
                  </a:lnTo>
                  <a:lnTo>
                    <a:pt x="110024" y="28527"/>
                  </a:lnTo>
                  <a:lnTo>
                    <a:pt x="110211" y="27810"/>
                  </a:lnTo>
                  <a:lnTo>
                    <a:pt x="110398" y="26987"/>
                  </a:lnTo>
                  <a:lnTo>
                    <a:pt x="110585" y="26094"/>
                  </a:lnTo>
                  <a:lnTo>
                    <a:pt x="110772" y="25201"/>
                  </a:lnTo>
                  <a:lnTo>
                    <a:pt x="110959" y="24308"/>
                  </a:lnTo>
                  <a:lnTo>
                    <a:pt x="111146" y="23379"/>
                  </a:lnTo>
                  <a:lnTo>
                    <a:pt x="111333" y="22310"/>
                  </a:lnTo>
                  <a:lnTo>
                    <a:pt x="111520" y="21294"/>
                  </a:lnTo>
                  <a:lnTo>
                    <a:pt x="111706" y="20401"/>
                  </a:lnTo>
                  <a:lnTo>
                    <a:pt x="111893" y="19508"/>
                  </a:lnTo>
                  <a:lnTo>
                    <a:pt x="112080" y="18614"/>
                  </a:lnTo>
                  <a:lnTo>
                    <a:pt x="112267" y="17979"/>
                  </a:lnTo>
                  <a:lnTo>
                    <a:pt x="112454" y="17378"/>
                  </a:lnTo>
                  <a:lnTo>
                    <a:pt x="112641" y="16787"/>
                  </a:lnTo>
                  <a:lnTo>
                    <a:pt x="112828" y="16355"/>
                  </a:lnTo>
                  <a:lnTo>
                    <a:pt x="113015" y="15895"/>
                  </a:lnTo>
                  <a:lnTo>
                    <a:pt x="113202" y="15305"/>
                  </a:lnTo>
                  <a:lnTo>
                    <a:pt x="113389" y="14773"/>
                  </a:lnTo>
                  <a:lnTo>
                    <a:pt x="113576" y="14241"/>
                  </a:lnTo>
                  <a:lnTo>
                    <a:pt x="113763" y="13658"/>
                  </a:lnTo>
                  <a:lnTo>
                    <a:pt x="113949" y="13010"/>
                  </a:lnTo>
                  <a:lnTo>
                    <a:pt x="114136" y="12478"/>
                  </a:lnTo>
                  <a:lnTo>
                    <a:pt x="114159" y="418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05560" y="397479"/>
              <a:ext cx="8374265" cy="2833682"/>
            </a:xfrm>
            <a:custGeom>
              <a:avLst/>
              <a:pathLst>
                <a:path w="8374265" h="2833682">
                  <a:moveTo>
                    <a:pt x="0" y="2833682"/>
                  </a:moveTo>
                  <a:lnTo>
                    <a:pt x="5" y="2827481"/>
                  </a:lnTo>
                  <a:lnTo>
                    <a:pt x="192" y="2826852"/>
                  </a:lnTo>
                  <a:lnTo>
                    <a:pt x="379" y="2826244"/>
                  </a:lnTo>
                  <a:lnTo>
                    <a:pt x="566" y="2825843"/>
                  </a:lnTo>
                  <a:lnTo>
                    <a:pt x="753" y="2825655"/>
                  </a:lnTo>
                  <a:lnTo>
                    <a:pt x="939" y="2825402"/>
                  </a:lnTo>
                  <a:lnTo>
                    <a:pt x="1126" y="2825146"/>
                  </a:lnTo>
                  <a:lnTo>
                    <a:pt x="1313" y="2824969"/>
                  </a:lnTo>
                  <a:lnTo>
                    <a:pt x="1500" y="2824849"/>
                  </a:lnTo>
                  <a:lnTo>
                    <a:pt x="1687" y="2824725"/>
                  </a:lnTo>
                  <a:lnTo>
                    <a:pt x="1874" y="2824725"/>
                  </a:lnTo>
                  <a:lnTo>
                    <a:pt x="2061" y="2824739"/>
                  </a:lnTo>
                  <a:lnTo>
                    <a:pt x="2248" y="2824753"/>
                  </a:lnTo>
                  <a:lnTo>
                    <a:pt x="2435" y="2824767"/>
                  </a:lnTo>
                  <a:lnTo>
                    <a:pt x="2622" y="2824694"/>
                  </a:lnTo>
                  <a:lnTo>
                    <a:pt x="2809" y="2824778"/>
                  </a:lnTo>
                  <a:lnTo>
                    <a:pt x="2996" y="2824863"/>
                  </a:lnTo>
                  <a:lnTo>
                    <a:pt x="3182" y="2824975"/>
                  </a:lnTo>
                  <a:lnTo>
                    <a:pt x="3369" y="2825113"/>
                  </a:lnTo>
                  <a:lnTo>
                    <a:pt x="3556" y="2825231"/>
                  </a:lnTo>
                  <a:lnTo>
                    <a:pt x="3743" y="2825354"/>
                  </a:lnTo>
                  <a:lnTo>
                    <a:pt x="3930" y="2825399"/>
                  </a:lnTo>
                  <a:lnTo>
                    <a:pt x="4117" y="2825443"/>
                  </a:lnTo>
                  <a:lnTo>
                    <a:pt x="4304" y="2825458"/>
                  </a:lnTo>
                  <a:lnTo>
                    <a:pt x="4491" y="2825496"/>
                  </a:lnTo>
                  <a:lnTo>
                    <a:pt x="4678" y="2825737"/>
                  </a:lnTo>
                  <a:lnTo>
                    <a:pt x="4865" y="2826083"/>
                  </a:lnTo>
                  <a:lnTo>
                    <a:pt x="5052" y="2826546"/>
                  </a:lnTo>
                  <a:lnTo>
                    <a:pt x="5239" y="2827084"/>
                  </a:lnTo>
                  <a:lnTo>
                    <a:pt x="5426" y="2827736"/>
                  </a:lnTo>
                  <a:lnTo>
                    <a:pt x="5612" y="2828396"/>
                  </a:lnTo>
                  <a:lnTo>
                    <a:pt x="5799" y="2829014"/>
                  </a:lnTo>
                  <a:lnTo>
                    <a:pt x="5986" y="2829873"/>
                  </a:lnTo>
                  <a:lnTo>
                    <a:pt x="6173" y="2830764"/>
                  </a:lnTo>
                  <a:lnTo>
                    <a:pt x="6360" y="2831825"/>
                  </a:lnTo>
                  <a:lnTo>
                    <a:pt x="6547" y="2832884"/>
                  </a:lnTo>
                  <a:lnTo>
                    <a:pt x="6666" y="2833682"/>
                  </a:lnTo>
                  <a:lnTo>
                    <a:pt x="33277" y="2833626"/>
                  </a:lnTo>
                  <a:lnTo>
                    <a:pt x="33464" y="2833450"/>
                  </a:lnTo>
                  <a:lnTo>
                    <a:pt x="33651" y="2833274"/>
                  </a:lnTo>
                  <a:lnTo>
                    <a:pt x="33837" y="2833098"/>
                  </a:lnTo>
                  <a:lnTo>
                    <a:pt x="34024" y="2832922"/>
                  </a:lnTo>
                  <a:lnTo>
                    <a:pt x="34211" y="2832746"/>
                  </a:lnTo>
                  <a:lnTo>
                    <a:pt x="34398" y="2832606"/>
                  </a:lnTo>
                  <a:lnTo>
                    <a:pt x="34585" y="2832395"/>
                  </a:lnTo>
                  <a:lnTo>
                    <a:pt x="34772" y="2832007"/>
                  </a:lnTo>
                  <a:lnTo>
                    <a:pt x="34959" y="2831617"/>
                  </a:lnTo>
                  <a:lnTo>
                    <a:pt x="35146" y="2831223"/>
                  </a:lnTo>
                  <a:lnTo>
                    <a:pt x="35333" y="2831057"/>
                  </a:lnTo>
                  <a:lnTo>
                    <a:pt x="35520" y="2830907"/>
                  </a:lnTo>
                  <a:lnTo>
                    <a:pt x="35707" y="2830757"/>
                  </a:lnTo>
                  <a:lnTo>
                    <a:pt x="35894" y="2830568"/>
                  </a:lnTo>
                  <a:lnTo>
                    <a:pt x="36081" y="2830407"/>
                  </a:lnTo>
                  <a:lnTo>
                    <a:pt x="36267" y="2830376"/>
                  </a:lnTo>
                  <a:lnTo>
                    <a:pt x="36454" y="2830490"/>
                  </a:lnTo>
                  <a:lnTo>
                    <a:pt x="36641" y="2830615"/>
                  </a:lnTo>
                  <a:lnTo>
                    <a:pt x="36828" y="2830741"/>
                  </a:lnTo>
                  <a:lnTo>
                    <a:pt x="37015" y="2830866"/>
                  </a:lnTo>
                  <a:lnTo>
                    <a:pt x="37202" y="2830969"/>
                  </a:lnTo>
                  <a:lnTo>
                    <a:pt x="37389" y="2831120"/>
                  </a:lnTo>
                  <a:lnTo>
                    <a:pt x="37576" y="2831439"/>
                  </a:lnTo>
                  <a:lnTo>
                    <a:pt x="37763" y="2831770"/>
                  </a:lnTo>
                  <a:lnTo>
                    <a:pt x="37950" y="2831981"/>
                  </a:lnTo>
                  <a:lnTo>
                    <a:pt x="38137" y="2832122"/>
                  </a:lnTo>
                  <a:lnTo>
                    <a:pt x="38324" y="2832375"/>
                  </a:lnTo>
                  <a:lnTo>
                    <a:pt x="38511" y="2832676"/>
                  </a:lnTo>
                  <a:lnTo>
                    <a:pt x="38697" y="2832900"/>
                  </a:lnTo>
                  <a:lnTo>
                    <a:pt x="38884" y="2833055"/>
                  </a:lnTo>
                  <a:lnTo>
                    <a:pt x="39071" y="2833199"/>
                  </a:lnTo>
                  <a:lnTo>
                    <a:pt x="39258" y="2833214"/>
                  </a:lnTo>
                  <a:lnTo>
                    <a:pt x="39445" y="2833214"/>
                  </a:lnTo>
                  <a:lnTo>
                    <a:pt x="39632" y="2833214"/>
                  </a:lnTo>
                  <a:lnTo>
                    <a:pt x="39819" y="2833214"/>
                  </a:lnTo>
                  <a:lnTo>
                    <a:pt x="40006" y="2833214"/>
                  </a:lnTo>
                  <a:lnTo>
                    <a:pt x="40193" y="2833214"/>
                  </a:lnTo>
                  <a:lnTo>
                    <a:pt x="40380" y="2833214"/>
                  </a:lnTo>
                  <a:lnTo>
                    <a:pt x="40567" y="2833214"/>
                  </a:lnTo>
                  <a:lnTo>
                    <a:pt x="40754" y="2833214"/>
                  </a:lnTo>
                  <a:lnTo>
                    <a:pt x="40940" y="2833175"/>
                  </a:lnTo>
                  <a:lnTo>
                    <a:pt x="41127" y="2832894"/>
                  </a:lnTo>
                  <a:lnTo>
                    <a:pt x="41314" y="2832544"/>
                  </a:lnTo>
                  <a:lnTo>
                    <a:pt x="41501" y="2832208"/>
                  </a:lnTo>
                  <a:lnTo>
                    <a:pt x="41688" y="2831863"/>
                  </a:lnTo>
                  <a:lnTo>
                    <a:pt x="41875" y="2831422"/>
                  </a:lnTo>
                  <a:lnTo>
                    <a:pt x="42062" y="2830795"/>
                  </a:lnTo>
                  <a:lnTo>
                    <a:pt x="42249" y="2830112"/>
                  </a:lnTo>
                  <a:lnTo>
                    <a:pt x="42436" y="2829422"/>
                  </a:lnTo>
                  <a:lnTo>
                    <a:pt x="42623" y="2828733"/>
                  </a:lnTo>
                  <a:lnTo>
                    <a:pt x="42810" y="2828044"/>
                  </a:lnTo>
                  <a:lnTo>
                    <a:pt x="42997" y="2827355"/>
                  </a:lnTo>
                  <a:lnTo>
                    <a:pt x="43184" y="2826666"/>
                  </a:lnTo>
                  <a:lnTo>
                    <a:pt x="43370" y="2825977"/>
                  </a:lnTo>
                  <a:lnTo>
                    <a:pt x="43557" y="2825288"/>
                  </a:lnTo>
                  <a:lnTo>
                    <a:pt x="43744" y="2824628"/>
                  </a:lnTo>
                  <a:lnTo>
                    <a:pt x="43931" y="2824162"/>
                  </a:lnTo>
                  <a:lnTo>
                    <a:pt x="44118" y="2823714"/>
                  </a:lnTo>
                  <a:lnTo>
                    <a:pt x="44305" y="2823266"/>
                  </a:lnTo>
                  <a:lnTo>
                    <a:pt x="44492" y="2822863"/>
                  </a:lnTo>
                  <a:lnTo>
                    <a:pt x="44679" y="2822571"/>
                  </a:lnTo>
                  <a:lnTo>
                    <a:pt x="44866" y="2822436"/>
                  </a:lnTo>
                  <a:lnTo>
                    <a:pt x="45053" y="2822292"/>
                  </a:lnTo>
                  <a:lnTo>
                    <a:pt x="45240" y="2822292"/>
                  </a:lnTo>
                  <a:lnTo>
                    <a:pt x="45427" y="2822292"/>
                  </a:lnTo>
                  <a:lnTo>
                    <a:pt x="45614" y="2822292"/>
                  </a:lnTo>
                  <a:lnTo>
                    <a:pt x="45800" y="2822292"/>
                  </a:lnTo>
                  <a:lnTo>
                    <a:pt x="45987" y="2822292"/>
                  </a:lnTo>
                  <a:lnTo>
                    <a:pt x="46174" y="2822292"/>
                  </a:lnTo>
                  <a:lnTo>
                    <a:pt x="46361" y="2822292"/>
                  </a:lnTo>
                  <a:lnTo>
                    <a:pt x="46548" y="2822292"/>
                  </a:lnTo>
                  <a:lnTo>
                    <a:pt x="46735" y="2822292"/>
                  </a:lnTo>
                  <a:lnTo>
                    <a:pt x="46922" y="2822292"/>
                  </a:lnTo>
                  <a:lnTo>
                    <a:pt x="47109" y="2822292"/>
                  </a:lnTo>
                  <a:lnTo>
                    <a:pt x="47296" y="2822292"/>
                  </a:lnTo>
                  <a:lnTo>
                    <a:pt x="47483" y="2822292"/>
                  </a:lnTo>
                  <a:lnTo>
                    <a:pt x="47670" y="2822292"/>
                  </a:lnTo>
                  <a:lnTo>
                    <a:pt x="47857" y="2822292"/>
                  </a:lnTo>
                  <a:lnTo>
                    <a:pt x="48043" y="2822292"/>
                  </a:lnTo>
                  <a:lnTo>
                    <a:pt x="48230" y="2822292"/>
                  </a:lnTo>
                  <a:lnTo>
                    <a:pt x="48417" y="2822292"/>
                  </a:lnTo>
                  <a:lnTo>
                    <a:pt x="48604" y="2822292"/>
                  </a:lnTo>
                  <a:lnTo>
                    <a:pt x="48791" y="2822292"/>
                  </a:lnTo>
                  <a:lnTo>
                    <a:pt x="48978" y="2822292"/>
                  </a:lnTo>
                  <a:lnTo>
                    <a:pt x="49165" y="2822292"/>
                  </a:lnTo>
                  <a:lnTo>
                    <a:pt x="49352" y="2822446"/>
                  </a:lnTo>
                  <a:lnTo>
                    <a:pt x="49539" y="2822600"/>
                  </a:lnTo>
                  <a:lnTo>
                    <a:pt x="49726" y="2822753"/>
                  </a:lnTo>
                  <a:lnTo>
                    <a:pt x="49913" y="2822798"/>
                  </a:lnTo>
                  <a:lnTo>
                    <a:pt x="50100" y="2822844"/>
                  </a:lnTo>
                  <a:lnTo>
                    <a:pt x="50287" y="2822889"/>
                  </a:lnTo>
                  <a:lnTo>
                    <a:pt x="50473" y="2822934"/>
                  </a:lnTo>
                  <a:lnTo>
                    <a:pt x="50660" y="2822979"/>
                  </a:lnTo>
                  <a:lnTo>
                    <a:pt x="50847" y="2823024"/>
                  </a:lnTo>
                  <a:lnTo>
                    <a:pt x="51034" y="2823069"/>
                  </a:lnTo>
                  <a:lnTo>
                    <a:pt x="51221" y="2822956"/>
                  </a:lnTo>
                  <a:lnTo>
                    <a:pt x="51408" y="2822712"/>
                  </a:lnTo>
                  <a:lnTo>
                    <a:pt x="51595" y="2822469"/>
                  </a:lnTo>
                  <a:lnTo>
                    <a:pt x="51782" y="2822225"/>
                  </a:lnTo>
                  <a:lnTo>
                    <a:pt x="51969" y="2821982"/>
                  </a:lnTo>
                  <a:lnTo>
                    <a:pt x="52156" y="2821685"/>
                  </a:lnTo>
                  <a:lnTo>
                    <a:pt x="52343" y="2821372"/>
                  </a:lnTo>
                  <a:lnTo>
                    <a:pt x="52530" y="2820889"/>
                  </a:lnTo>
                  <a:lnTo>
                    <a:pt x="52716" y="2820537"/>
                  </a:lnTo>
                  <a:lnTo>
                    <a:pt x="52903" y="2820106"/>
                  </a:lnTo>
                  <a:lnTo>
                    <a:pt x="53090" y="2819578"/>
                  </a:lnTo>
                  <a:lnTo>
                    <a:pt x="53277" y="2819050"/>
                  </a:lnTo>
                  <a:lnTo>
                    <a:pt x="53464" y="2818523"/>
                  </a:lnTo>
                  <a:lnTo>
                    <a:pt x="53651" y="2817995"/>
                  </a:lnTo>
                  <a:lnTo>
                    <a:pt x="53838" y="2817467"/>
                  </a:lnTo>
                  <a:lnTo>
                    <a:pt x="54025" y="2817133"/>
                  </a:lnTo>
                  <a:lnTo>
                    <a:pt x="54212" y="2816957"/>
                  </a:lnTo>
                  <a:lnTo>
                    <a:pt x="54399" y="2816781"/>
                  </a:lnTo>
                  <a:lnTo>
                    <a:pt x="54586" y="2816466"/>
                  </a:lnTo>
                  <a:lnTo>
                    <a:pt x="54773" y="2816455"/>
                  </a:lnTo>
                  <a:lnTo>
                    <a:pt x="54960" y="2816335"/>
                  </a:lnTo>
                  <a:lnTo>
                    <a:pt x="55146" y="2816221"/>
                  </a:lnTo>
                  <a:lnTo>
                    <a:pt x="55333" y="2816160"/>
                  </a:lnTo>
                  <a:lnTo>
                    <a:pt x="55520" y="2816098"/>
                  </a:lnTo>
                  <a:lnTo>
                    <a:pt x="55707" y="2816085"/>
                  </a:lnTo>
                  <a:lnTo>
                    <a:pt x="55894" y="2816129"/>
                  </a:lnTo>
                  <a:lnTo>
                    <a:pt x="56081" y="2816173"/>
                  </a:lnTo>
                  <a:lnTo>
                    <a:pt x="56268" y="2816217"/>
                  </a:lnTo>
                  <a:lnTo>
                    <a:pt x="56455" y="2816261"/>
                  </a:lnTo>
                  <a:lnTo>
                    <a:pt x="56642" y="2816305"/>
                  </a:lnTo>
                  <a:lnTo>
                    <a:pt x="56829" y="2816350"/>
                  </a:lnTo>
                  <a:lnTo>
                    <a:pt x="57016" y="2816394"/>
                  </a:lnTo>
                  <a:lnTo>
                    <a:pt x="57203" y="2816438"/>
                  </a:lnTo>
                  <a:lnTo>
                    <a:pt x="57390" y="2816484"/>
                  </a:lnTo>
                  <a:lnTo>
                    <a:pt x="57576" y="2816558"/>
                  </a:lnTo>
                  <a:lnTo>
                    <a:pt x="57763" y="2816582"/>
                  </a:lnTo>
                  <a:lnTo>
                    <a:pt x="57950" y="2816720"/>
                  </a:lnTo>
                  <a:lnTo>
                    <a:pt x="58137" y="2816971"/>
                  </a:lnTo>
                  <a:lnTo>
                    <a:pt x="58324" y="2817291"/>
                  </a:lnTo>
                  <a:lnTo>
                    <a:pt x="58511" y="2817620"/>
                  </a:lnTo>
                  <a:lnTo>
                    <a:pt x="58698" y="2817986"/>
                  </a:lnTo>
                  <a:lnTo>
                    <a:pt x="58885" y="2818184"/>
                  </a:lnTo>
                  <a:lnTo>
                    <a:pt x="59072" y="2818328"/>
                  </a:lnTo>
                  <a:lnTo>
                    <a:pt x="59259" y="2818472"/>
                  </a:lnTo>
                  <a:lnTo>
                    <a:pt x="59446" y="2818493"/>
                  </a:lnTo>
                  <a:lnTo>
                    <a:pt x="59633" y="2818507"/>
                  </a:lnTo>
                  <a:lnTo>
                    <a:pt x="59819" y="2818521"/>
                  </a:lnTo>
                  <a:lnTo>
                    <a:pt x="60006" y="2818629"/>
                  </a:lnTo>
                  <a:lnTo>
                    <a:pt x="60193" y="2818769"/>
                  </a:lnTo>
                  <a:lnTo>
                    <a:pt x="60380" y="2818908"/>
                  </a:lnTo>
                  <a:lnTo>
                    <a:pt x="60567" y="2819048"/>
                  </a:lnTo>
                  <a:lnTo>
                    <a:pt x="60754" y="2819187"/>
                  </a:lnTo>
                  <a:lnTo>
                    <a:pt x="60941" y="2819258"/>
                  </a:lnTo>
                  <a:lnTo>
                    <a:pt x="61128" y="2819263"/>
                  </a:lnTo>
                  <a:lnTo>
                    <a:pt x="61315" y="2819231"/>
                  </a:lnTo>
                  <a:lnTo>
                    <a:pt x="61502" y="2819055"/>
                  </a:lnTo>
                  <a:lnTo>
                    <a:pt x="61689" y="2818886"/>
                  </a:lnTo>
                  <a:lnTo>
                    <a:pt x="61876" y="2818841"/>
                  </a:lnTo>
                  <a:lnTo>
                    <a:pt x="62063" y="2818796"/>
                  </a:lnTo>
                  <a:lnTo>
                    <a:pt x="62249" y="2818762"/>
                  </a:lnTo>
                  <a:lnTo>
                    <a:pt x="62436" y="2818758"/>
                  </a:lnTo>
                  <a:lnTo>
                    <a:pt x="62623" y="2818755"/>
                  </a:lnTo>
                  <a:lnTo>
                    <a:pt x="62810" y="2818638"/>
                  </a:lnTo>
                  <a:lnTo>
                    <a:pt x="62997" y="2818485"/>
                  </a:lnTo>
                  <a:lnTo>
                    <a:pt x="63184" y="2818331"/>
                  </a:lnTo>
                  <a:lnTo>
                    <a:pt x="63371" y="2818177"/>
                  </a:lnTo>
                  <a:lnTo>
                    <a:pt x="63558" y="2818023"/>
                  </a:lnTo>
                  <a:lnTo>
                    <a:pt x="63745" y="2817869"/>
                  </a:lnTo>
                  <a:lnTo>
                    <a:pt x="63932" y="2817716"/>
                  </a:lnTo>
                  <a:lnTo>
                    <a:pt x="64119" y="2817562"/>
                  </a:lnTo>
                  <a:lnTo>
                    <a:pt x="64306" y="2817372"/>
                  </a:lnTo>
                  <a:lnTo>
                    <a:pt x="64493" y="2817183"/>
                  </a:lnTo>
                  <a:lnTo>
                    <a:pt x="64679" y="2816993"/>
                  </a:lnTo>
                  <a:lnTo>
                    <a:pt x="64866" y="2816813"/>
                  </a:lnTo>
                  <a:lnTo>
                    <a:pt x="65053" y="2816727"/>
                  </a:lnTo>
                  <a:lnTo>
                    <a:pt x="65240" y="2816609"/>
                  </a:lnTo>
                  <a:lnTo>
                    <a:pt x="65427" y="2816429"/>
                  </a:lnTo>
                  <a:lnTo>
                    <a:pt x="65614" y="2816250"/>
                  </a:lnTo>
                  <a:lnTo>
                    <a:pt x="65801" y="2815895"/>
                  </a:lnTo>
                  <a:lnTo>
                    <a:pt x="65988" y="2815652"/>
                  </a:lnTo>
                  <a:lnTo>
                    <a:pt x="66175" y="2815530"/>
                  </a:lnTo>
                  <a:lnTo>
                    <a:pt x="66362" y="2815435"/>
                  </a:lnTo>
                  <a:lnTo>
                    <a:pt x="66549" y="2815384"/>
                  </a:lnTo>
                  <a:lnTo>
                    <a:pt x="66736" y="2815478"/>
                  </a:lnTo>
                  <a:lnTo>
                    <a:pt x="66922" y="2815627"/>
                  </a:lnTo>
                  <a:lnTo>
                    <a:pt x="67109" y="2816060"/>
                  </a:lnTo>
                  <a:lnTo>
                    <a:pt x="67296" y="2816529"/>
                  </a:lnTo>
                  <a:lnTo>
                    <a:pt x="67483" y="2816998"/>
                  </a:lnTo>
                  <a:lnTo>
                    <a:pt x="67670" y="2817467"/>
                  </a:lnTo>
                  <a:lnTo>
                    <a:pt x="67857" y="2817871"/>
                  </a:lnTo>
                  <a:lnTo>
                    <a:pt x="68044" y="2818419"/>
                  </a:lnTo>
                  <a:lnTo>
                    <a:pt x="68231" y="2819063"/>
                  </a:lnTo>
                  <a:lnTo>
                    <a:pt x="68418" y="2819708"/>
                  </a:lnTo>
                  <a:lnTo>
                    <a:pt x="68605" y="2820529"/>
                  </a:lnTo>
                  <a:lnTo>
                    <a:pt x="68792" y="2821242"/>
                  </a:lnTo>
                  <a:lnTo>
                    <a:pt x="68979" y="2821839"/>
                  </a:lnTo>
                  <a:lnTo>
                    <a:pt x="69166" y="2822437"/>
                  </a:lnTo>
                  <a:lnTo>
                    <a:pt x="69352" y="2822974"/>
                  </a:lnTo>
                  <a:lnTo>
                    <a:pt x="69539" y="2823352"/>
                  </a:lnTo>
                  <a:lnTo>
                    <a:pt x="69726" y="2823704"/>
                  </a:lnTo>
                  <a:lnTo>
                    <a:pt x="69913" y="2823924"/>
                  </a:lnTo>
                  <a:lnTo>
                    <a:pt x="70100" y="2823959"/>
                  </a:lnTo>
                  <a:lnTo>
                    <a:pt x="70287" y="2823959"/>
                  </a:lnTo>
                  <a:lnTo>
                    <a:pt x="70474" y="2823959"/>
                  </a:lnTo>
                  <a:lnTo>
                    <a:pt x="70661" y="2823959"/>
                  </a:lnTo>
                  <a:lnTo>
                    <a:pt x="70848" y="2823959"/>
                  </a:lnTo>
                  <a:lnTo>
                    <a:pt x="71035" y="2823959"/>
                  </a:lnTo>
                  <a:lnTo>
                    <a:pt x="71222" y="2823959"/>
                  </a:lnTo>
                  <a:lnTo>
                    <a:pt x="71409" y="2823950"/>
                  </a:lnTo>
                  <a:lnTo>
                    <a:pt x="71595" y="2823775"/>
                  </a:lnTo>
                  <a:lnTo>
                    <a:pt x="71782" y="2823599"/>
                  </a:lnTo>
                  <a:lnTo>
                    <a:pt x="71969" y="2823423"/>
                  </a:lnTo>
                  <a:lnTo>
                    <a:pt x="72156" y="2823414"/>
                  </a:lnTo>
                  <a:lnTo>
                    <a:pt x="72343" y="2823599"/>
                  </a:lnTo>
                  <a:lnTo>
                    <a:pt x="72530" y="2823804"/>
                  </a:lnTo>
                  <a:lnTo>
                    <a:pt x="72717" y="2824057"/>
                  </a:lnTo>
                  <a:lnTo>
                    <a:pt x="72904" y="2824425"/>
                  </a:lnTo>
                  <a:lnTo>
                    <a:pt x="73091" y="2824822"/>
                  </a:lnTo>
                  <a:lnTo>
                    <a:pt x="73278" y="2825321"/>
                  </a:lnTo>
                  <a:lnTo>
                    <a:pt x="73465" y="2825761"/>
                  </a:lnTo>
                  <a:lnTo>
                    <a:pt x="73652" y="2826047"/>
                  </a:lnTo>
                  <a:lnTo>
                    <a:pt x="73839" y="2826382"/>
                  </a:lnTo>
                  <a:lnTo>
                    <a:pt x="74025" y="2826769"/>
                  </a:lnTo>
                  <a:lnTo>
                    <a:pt x="74212" y="2827216"/>
                  </a:lnTo>
                  <a:lnTo>
                    <a:pt x="74399" y="2827746"/>
                  </a:lnTo>
                  <a:lnTo>
                    <a:pt x="74586" y="2828275"/>
                  </a:lnTo>
                  <a:lnTo>
                    <a:pt x="74773" y="2828805"/>
                  </a:lnTo>
                  <a:lnTo>
                    <a:pt x="74960" y="2829155"/>
                  </a:lnTo>
                  <a:lnTo>
                    <a:pt x="75147" y="2829421"/>
                  </a:lnTo>
                  <a:lnTo>
                    <a:pt x="75334" y="2829687"/>
                  </a:lnTo>
                  <a:lnTo>
                    <a:pt x="75521" y="2829648"/>
                  </a:lnTo>
                  <a:lnTo>
                    <a:pt x="75708" y="2829519"/>
                  </a:lnTo>
                  <a:lnTo>
                    <a:pt x="75895" y="2829353"/>
                  </a:lnTo>
                  <a:lnTo>
                    <a:pt x="76082" y="2829150"/>
                  </a:lnTo>
                  <a:lnTo>
                    <a:pt x="76269" y="2828891"/>
                  </a:lnTo>
                  <a:lnTo>
                    <a:pt x="76455" y="2828673"/>
                  </a:lnTo>
                  <a:lnTo>
                    <a:pt x="76642" y="2828406"/>
                  </a:lnTo>
                  <a:lnTo>
                    <a:pt x="76829" y="2827828"/>
                  </a:lnTo>
                  <a:lnTo>
                    <a:pt x="77016" y="2826935"/>
                  </a:lnTo>
                  <a:lnTo>
                    <a:pt x="77203" y="2826042"/>
                  </a:lnTo>
                  <a:lnTo>
                    <a:pt x="77390" y="2825389"/>
                  </a:lnTo>
                  <a:lnTo>
                    <a:pt x="77577" y="2824752"/>
                  </a:lnTo>
                  <a:lnTo>
                    <a:pt x="77764" y="2824196"/>
                  </a:lnTo>
                  <a:lnTo>
                    <a:pt x="77951" y="2823763"/>
                  </a:lnTo>
                  <a:lnTo>
                    <a:pt x="78138" y="2823330"/>
                  </a:lnTo>
                  <a:lnTo>
                    <a:pt x="78325" y="2823116"/>
                  </a:lnTo>
                  <a:lnTo>
                    <a:pt x="78512" y="2823159"/>
                  </a:lnTo>
                  <a:lnTo>
                    <a:pt x="78698" y="2823141"/>
                  </a:lnTo>
                  <a:lnTo>
                    <a:pt x="78885" y="2823102"/>
                  </a:lnTo>
                  <a:lnTo>
                    <a:pt x="79072" y="2823194"/>
                  </a:lnTo>
                  <a:lnTo>
                    <a:pt x="79259" y="2823392"/>
                  </a:lnTo>
                  <a:lnTo>
                    <a:pt x="79446" y="2823642"/>
                  </a:lnTo>
                  <a:lnTo>
                    <a:pt x="79633" y="2823931"/>
                  </a:lnTo>
                  <a:lnTo>
                    <a:pt x="79820" y="2824220"/>
                  </a:lnTo>
                  <a:lnTo>
                    <a:pt x="80007" y="2824508"/>
                  </a:lnTo>
                  <a:lnTo>
                    <a:pt x="80194" y="2824750"/>
                  </a:lnTo>
                  <a:lnTo>
                    <a:pt x="80381" y="2824977"/>
                  </a:lnTo>
                  <a:lnTo>
                    <a:pt x="80568" y="2825013"/>
                  </a:lnTo>
                  <a:lnTo>
                    <a:pt x="80755" y="2825049"/>
                  </a:lnTo>
                  <a:lnTo>
                    <a:pt x="80942" y="2825085"/>
                  </a:lnTo>
                  <a:lnTo>
                    <a:pt x="81128" y="2825092"/>
                  </a:lnTo>
                  <a:lnTo>
                    <a:pt x="81315" y="2825019"/>
                  </a:lnTo>
                  <a:lnTo>
                    <a:pt x="81502" y="2825087"/>
                  </a:lnTo>
                  <a:lnTo>
                    <a:pt x="81689" y="2825233"/>
                  </a:lnTo>
                  <a:lnTo>
                    <a:pt x="81876" y="2825335"/>
                  </a:lnTo>
                  <a:lnTo>
                    <a:pt x="82063" y="2825332"/>
                  </a:lnTo>
                  <a:lnTo>
                    <a:pt x="82250" y="2825287"/>
                  </a:lnTo>
                  <a:lnTo>
                    <a:pt x="82437" y="2825287"/>
                  </a:lnTo>
                  <a:lnTo>
                    <a:pt x="82624" y="2825287"/>
                  </a:lnTo>
                  <a:lnTo>
                    <a:pt x="82811" y="2825287"/>
                  </a:lnTo>
                  <a:lnTo>
                    <a:pt x="82998" y="2825287"/>
                  </a:lnTo>
                  <a:lnTo>
                    <a:pt x="83185" y="2825287"/>
                  </a:lnTo>
                  <a:lnTo>
                    <a:pt x="83372" y="2825287"/>
                  </a:lnTo>
                  <a:lnTo>
                    <a:pt x="83558" y="2825287"/>
                  </a:lnTo>
                  <a:lnTo>
                    <a:pt x="83745" y="2825287"/>
                  </a:lnTo>
                  <a:lnTo>
                    <a:pt x="83932" y="2825287"/>
                  </a:lnTo>
                  <a:lnTo>
                    <a:pt x="84119" y="2825287"/>
                  </a:lnTo>
                  <a:lnTo>
                    <a:pt x="84306" y="2825287"/>
                  </a:lnTo>
                  <a:lnTo>
                    <a:pt x="84493" y="2825287"/>
                  </a:lnTo>
                  <a:lnTo>
                    <a:pt x="84680" y="2825287"/>
                  </a:lnTo>
                  <a:lnTo>
                    <a:pt x="84867" y="2825287"/>
                  </a:lnTo>
                  <a:lnTo>
                    <a:pt x="85054" y="2825287"/>
                  </a:lnTo>
                  <a:lnTo>
                    <a:pt x="85241" y="2825287"/>
                  </a:lnTo>
                  <a:lnTo>
                    <a:pt x="85428" y="2825287"/>
                  </a:lnTo>
                  <a:lnTo>
                    <a:pt x="85615" y="2825287"/>
                  </a:lnTo>
                  <a:lnTo>
                    <a:pt x="85801" y="2825287"/>
                  </a:lnTo>
                  <a:lnTo>
                    <a:pt x="85988" y="2825287"/>
                  </a:lnTo>
                  <a:lnTo>
                    <a:pt x="86175" y="2825287"/>
                  </a:lnTo>
                  <a:lnTo>
                    <a:pt x="86362" y="2825287"/>
                  </a:lnTo>
                  <a:lnTo>
                    <a:pt x="86549" y="2825287"/>
                  </a:lnTo>
                  <a:lnTo>
                    <a:pt x="86736" y="2825272"/>
                  </a:lnTo>
                  <a:lnTo>
                    <a:pt x="86923" y="2825272"/>
                  </a:lnTo>
                  <a:lnTo>
                    <a:pt x="87110" y="2825308"/>
                  </a:lnTo>
                  <a:lnTo>
                    <a:pt x="87297" y="2825452"/>
                  </a:lnTo>
                  <a:lnTo>
                    <a:pt x="87484" y="2825684"/>
                  </a:lnTo>
                  <a:lnTo>
                    <a:pt x="87671" y="2825940"/>
                  </a:lnTo>
                  <a:lnTo>
                    <a:pt x="87858" y="2826196"/>
                  </a:lnTo>
                  <a:lnTo>
                    <a:pt x="88045" y="2826453"/>
                  </a:lnTo>
                  <a:lnTo>
                    <a:pt x="88231" y="2826709"/>
                  </a:lnTo>
                  <a:lnTo>
                    <a:pt x="88418" y="2826965"/>
                  </a:lnTo>
                  <a:lnTo>
                    <a:pt x="88605" y="2827380"/>
                  </a:lnTo>
                  <a:lnTo>
                    <a:pt x="88792" y="2827924"/>
                  </a:lnTo>
                  <a:lnTo>
                    <a:pt x="88979" y="2828469"/>
                  </a:lnTo>
                  <a:lnTo>
                    <a:pt x="89166" y="2829014"/>
                  </a:lnTo>
                  <a:lnTo>
                    <a:pt x="89353" y="2829559"/>
                  </a:lnTo>
                  <a:lnTo>
                    <a:pt x="89540" y="2830151"/>
                  </a:lnTo>
                  <a:lnTo>
                    <a:pt x="89727" y="2830741"/>
                  </a:lnTo>
                  <a:lnTo>
                    <a:pt x="89914" y="2831414"/>
                  </a:lnTo>
                  <a:lnTo>
                    <a:pt x="90101" y="2831955"/>
                  </a:lnTo>
                  <a:lnTo>
                    <a:pt x="90288" y="2832540"/>
                  </a:lnTo>
                  <a:lnTo>
                    <a:pt x="90474" y="2833068"/>
                  </a:lnTo>
                  <a:lnTo>
                    <a:pt x="90692" y="2833682"/>
                  </a:lnTo>
                  <a:lnTo>
                    <a:pt x="93465" y="2833597"/>
                  </a:lnTo>
                  <a:lnTo>
                    <a:pt x="93652" y="2833176"/>
                  </a:lnTo>
                  <a:lnTo>
                    <a:pt x="93839" y="2832755"/>
                  </a:lnTo>
                  <a:lnTo>
                    <a:pt x="94026" y="2832334"/>
                  </a:lnTo>
                  <a:lnTo>
                    <a:pt x="94213" y="2831912"/>
                  </a:lnTo>
                  <a:lnTo>
                    <a:pt x="94400" y="2831491"/>
                  </a:lnTo>
                  <a:lnTo>
                    <a:pt x="94587" y="2831070"/>
                  </a:lnTo>
                  <a:lnTo>
                    <a:pt x="94774" y="2830648"/>
                  </a:lnTo>
                  <a:lnTo>
                    <a:pt x="94961" y="2830273"/>
                  </a:lnTo>
                  <a:lnTo>
                    <a:pt x="95148" y="2829972"/>
                  </a:lnTo>
                  <a:lnTo>
                    <a:pt x="95334" y="2829694"/>
                  </a:lnTo>
                  <a:lnTo>
                    <a:pt x="95521" y="2829541"/>
                  </a:lnTo>
                  <a:lnTo>
                    <a:pt x="95708" y="2829397"/>
                  </a:lnTo>
                  <a:lnTo>
                    <a:pt x="95895" y="2829243"/>
                  </a:lnTo>
                  <a:lnTo>
                    <a:pt x="96082" y="2829053"/>
                  </a:lnTo>
                  <a:lnTo>
                    <a:pt x="96269" y="2828864"/>
                  </a:lnTo>
                  <a:lnTo>
                    <a:pt x="96456" y="2828674"/>
                  </a:lnTo>
                  <a:lnTo>
                    <a:pt x="96643" y="2828485"/>
                  </a:lnTo>
                  <a:lnTo>
                    <a:pt x="96830" y="2828296"/>
                  </a:lnTo>
                  <a:lnTo>
                    <a:pt x="97017" y="2828106"/>
                  </a:lnTo>
                  <a:lnTo>
                    <a:pt x="97204" y="2827917"/>
                  </a:lnTo>
                  <a:lnTo>
                    <a:pt x="97391" y="2827727"/>
                  </a:lnTo>
                  <a:lnTo>
                    <a:pt x="97577" y="2827538"/>
                  </a:lnTo>
                  <a:lnTo>
                    <a:pt x="97764" y="2827348"/>
                  </a:lnTo>
                  <a:lnTo>
                    <a:pt x="97951" y="2827159"/>
                  </a:lnTo>
                  <a:lnTo>
                    <a:pt x="98138" y="2826960"/>
                  </a:lnTo>
                  <a:lnTo>
                    <a:pt x="98325" y="2826751"/>
                  </a:lnTo>
                  <a:lnTo>
                    <a:pt x="98512" y="2826424"/>
                  </a:lnTo>
                  <a:lnTo>
                    <a:pt x="98699" y="2826133"/>
                  </a:lnTo>
                  <a:lnTo>
                    <a:pt x="98886" y="2826034"/>
                  </a:lnTo>
                  <a:lnTo>
                    <a:pt x="99073" y="2825935"/>
                  </a:lnTo>
                  <a:lnTo>
                    <a:pt x="99260" y="2825953"/>
                  </a:lnTo>
                  <a:lnTo>
                    <a:pt x="99447" y="2825995"/>
                  </a:lnTo>
                  <a:lnTo>
                    <a:pt x="99634" y="2826025"/>
                  </a:lnTo>
                  <a:lnTo>
                    <a:pt x="99821" y="2825949"/>
                  </a:lnTo>
                  <a:lnTo>
                    <a:pt x="100007" y="2825835"/>
                  </a:lnTo>
                  <a:lnTo>
                    <a:pt x="100194" y="2825633"/>
                  </a:lnTo>
                  <a:lnTo>
                    <a:pt x="100381" y="2825432"/>
                  </a:lnTo>
                  <a:lnTo>
                    <a:pt x="100568" y="2825230"/>
                  </a:lnTo>
                  <a:lnTo>
                    <a:pt x="100755" y="2825029"/>
                  </a:lnTo>
                  <a:lnTo>
                    <a:pt x="100942" y="2824833"/>
                  </a:lnTo>
                  <a:lnTo>
                    <a:pt x="101129" y="2824758"/>
                  </a:lnTo>
                  <a:lnTo>
                    <a:pt x="101316" y="2824800"/>
                  </a:lnTo>
                  <a:lnTo>
                    <a:pt x="101503" y="2824818"/>
                  </a:lnTo>
                  <a:lnTo>
                    <a:pt x="101690" y="2824836"/>
                  </a:lnTo>
                  <a:lnTo>
                    <a:pt x="101877" y="2824878"/>
                  </a:lnTo>
                  <a:lnTo>
                    <a:pt x="102064" y="2824920"/>
                  </a:lnTo>
                  <a:lnTo>
                    <a:pt x="102250" y="2824848"/>
                  </a:lnTo>
                  <a:lnTo>
                    <a:pt x="102437" y="2824750"/>
                  </a:lnTo>
                  <a:lnTo>
                    <a:pt x="102624" y="2824750"/>
                  </a:lnTo>
                  <a:lnTo>
                    <a:pt x="102811" y="2824726"/>
                  </a:lnTo>
                  <a:lnTo>
                    <a:pt x="102998" y="2824803"/>
                  </a:lnTo>
                  <a:lnTo>
                    <a:pt x="103185" y="2825055"/>
                  </a:lnTo>
                  <a:lnTo>
                    <a:pt x="103372" y="2825308"/>
                  </a:lnTo>
                  <a:lnTo>
                    <a:pt x="103559" y="2825561"/>
                  </a:lnTo>
                  <a:lnTo>
                    <a:pt x="103746" y="2825813"/>
                  </a:lnTo>
                  <a:lnTo>
                    <a:pt x="103933" y="2826066"/>
                  </a:lnTo>
                  <a:lnTo>
                    <a:pt x="104120" y="2826319"/>
                  </a:lnTo>
                  <a:lnTo>
                    <a:pt x="104307" y="2826571"/>
                  </a:lnTo>
                  <a:lnTo>
                    <a:pt x="104494" y="2826812"/>
                  </a:lnTo>
                  <a:lnTo>
                    <a:pt x="104680" y="2827017"/>
                  </a:lnTo>
                  <a:lnTo>
                    <a:pt x="104867" y="2827195"/>
                  </a:lnTo>
                  <a:lnTo>
                    <a:pt x="105054" y="2827353"/>
                  </a:lnTo>
                  <a:lnTo>
                    <a:pt x="105241" y="2827529"/>
                  </a:lnTo>
                  <a:lnTo>
                    <a:pt x="105428" y="2827608"/>
                  </a:lnTo>
                  <a:lnTo>
                    <a:pt x="105615" y="2827784"/>
                  </a:lnTo>
                  <a:lnTo>
                    <a:pt x="105802" y="2827960"/>
                  </a:lnTo>
                  <a:lnTo>
                    <a:pt x="105989" y="2827960"/>
                  </a:lnTo>
                  <a:lnTo>
                    <a:pt x="106176" y="2827960"/>
                  </a:lnTo>
                  <a:lnTo>
                    <a:pt x="106363" y="2827960"/>
                  </a:lnTo>
                  <a:lnTo>
                    <a:pt x="106550" y="2827960"/>
                  </a:lnTo>
                  <a:lnTo>
                    <a:pt x="106737" y="2827960"/>
                  </a:lnTo>
                  <a:lnTo>
                    <a:pt x="106924" y="2827960"/>
                  </a:lnTo>
                  <a:lnTo>
                    <a:pt x="107110" y="2827942"/>
                  </a:lnTo>
                  <a:lnTo>
                    <a:pt x="107297" y="2827617"/>
                  </a:lnTo>
                  <a:lnTo>
                    <a:pt x="107484" y="2827406"/>
                  </a:lnTo>
                  <a:lnTo>
                    <a:pt x="107671" y="2827107"/>
                  </a:lnTo>
                  <a:lnTo>
                    <a:pt x="107858" y="2826755"/>
                  </a:lnTo>
                  <a:lnTo>
                    <a:pt x="108045" y="2826403"/>
                  </a:lnTo>
                  <a:lnTo>
                    <a:pt x="108232" y="2826051"/>
                  </a:lnTo>
                  <a:lnTo>
                    <a:pt x="108419" y="2825699"/>
                  </a:lnTo>
                  <a:lnTo>
                    <a:pt x="108606" y="2825347"/>
                  </a:lnTo>
                  <a:lnTo>
                    <a:pt x="108793" y="2824987"/>
                  </a:lnTo>
                  <a:lnTo>
                    <a:pt x="108980" y="2824635"/>
                  </a:lnTo>
                  <a:lnTo>
                    <a:pt x="109167" y="2824283"/>
                  </a:lnTo>
                  <a:lnTo>
                    <a:pt x="109353" y="2823931"/>
                  </a:lnTo>
                  <a:lnTo>
                    <a:pt x="109540" y="2823579"/>
                  </a:lnTo>
                  <a:lnTo>
                    <a:pt x="109727" y="2823042"/>
                  </a:lnTo>
                  <a:lnTo>
                    <a:pt x="109914" y="2822723"/>
                  </a:lnTo>
                  <a:lnTo>
                    <a:pt x="110101" y="2822653"/>
                  </a:lnTo>
                  <a:lnTo>
                    <a:pt x="110288" y="2822525"/>
                  </a:lnTo>
                  <a:lnTo>
                    <a:pt x="110475" y="2822482"/>
                  </a:lnTo>
                  <a:lnTo>
                    <a:pt x="110662" y="2822380"/>
                  </a:lnTo>
                  <a:lnTo>
                    <a:pt x="110849" y="2822337"/>
                  </a:lnTo>
                  <a:lnTo>
                    <a:pt x="111036" y="2822316"/>
                  </a:lnTo>
                  <a:lnTo>
                    <a:pt x="111223" y="2822202"/>
                  </a:lnTo>
                  <a:lnTo>
                    <a:pt x="111410" y="2822036"/>
                  </a:lnTo>
                  <a:lnTo>
                    <a:pt x="111597" y="2821825"/>
                  </a:lnTo>
                  <a:lnTo>
                    <a:pt x="111783" y="2821661"/>
                  </a:lnTo>
                  <a:lnTo>
                    <a:pt x="111970" y="2821496"/>
                  </a:lnTo>
                  <a:lnTo>
                    <a:pt x="112157" y="2821332"/>
                  </a:lnTo>
                  <a:lnTo>
                    <a:pt x="112344" y="2821180"/>
                  </a:lnTo>
                  <a:lnTo>
                    <a:pt x="112531" y="2821104"/>
                  </a:lnTo>
                  <a:lnTo>
                    <a:pt x="112718" y="2821018"/>
                  </a:lnTo>
                  <a:lnTo>
                    <a:pt x="112905" y="2821077"/>
                  </a:lnTo>
                  <a:lnTo>
                    <a:pt x="113092" y="2821186"/>
                  </a:lnTo>
                  <a:lnTo>
                    <a:pt x="113279" y="2821162"/>
                  </a:lnTo>
                  <a:lnTo>
                    <a:pt x="113466" y="2821176"/>
                  </a:lnTo>
                  <a:lnTo>
                    <a:pt x="113653" y="2821246"/>
                  </a:lnTo>
                  <a:lnTo>
                    <a:pt x="113840" y="2821274"/>
                  </a:lnTo>
                  <a:lnTo>
                    <a:pt x="114027" y="2821352"/>
                  </a:lnTo>
                  <a:lnTo>
                    <a:pt x="114213" y="2821740"/>
                  </a:lnTo>
                  <a:lnTo>
                    <a:pt x="114400" y="2822443"/>
                  </a:lnTo>
                  <a:lnTo>
                    <a:pt x="114587" y="2823147"/>
                  </a:lnTo>
                  <a:lnTo>
                    <a:pt x="114774" y="2823611"/>
                  </a:lnTo>
                  <a:lnTo>
                    <a:pt x="114961" y="2824058"/>
                  </a:lnTo>
                  <a:lnTo>
                    <a:pt x="115148" y="2824424"/>
                  </a:lnTo>
                  <a:lnTo>
                    <a:pt x="115335" y="2824668"/>
                  </a:lnTo>
                  <a:lnTo>
                    <a:pt x="115522" y="2824912"/>
                  </a:lnTo>
                  <a:lnTo>
                    <a:pt x="115709" y="2824975"/>
                  </a:lnTo>
                  <a:lnTo>
                    <a:pt x="115896" y="2825023"/>
                  </a:lnTo>
                  <a:lnTo>
                    <a:pt x="116083" y="2825202"/>
                  </a:lnTo>
                  <a:lnTo>
                    <a:pt x="116270" y="2825388"/>
                  </a:lnTo>
                  <a:lnTo>
                    <a:pt x="116456" y="2825487"/>
                  </a:lnTo>
                  <a:lnTo>
                    <a:pt x="116643" y="2825586"/>
                  </a:lnTo>
                  <a:lnTo>
                    <a:pt x="116830" y="2825571"/>
                  </a:lnTo>
                  <a:lnTo>
                    <a:pt x="117017" y="2825468"/>
                  </a:lnTo>
                  <a:lnTo>
                    <a:pt x="117204" y="2825215"/>
                  </a:lnTo>
                  <a:lnTo>
                    <a:pt x="117391" y="2824962"/>
                  </a:lnTo>
                  <a:lnTo>
                    <a:pt x="117578" y="2824757"/>
                  </a:lnTo>
                  <a:lnTo>
                    <a:pt x="117765" y="2824566"/>
                  </a:lnTo>
                  <a:lnTo>
                    <a:pt x="117952" y="2824566"/>
                  </a:lnTo>
                  <a:lnTo>
                    <a:pt x="118139" y="2824566"/>
                  </a:lnTo>
                  <a:lnTo>
                    <a:pt x="118326" y="2824566"/>
                  </a:lnTo>
                  <a:lnTo>
                    <a:pt x="118513" y="2824504"/>
                  </a:lnTo>
                  <a:lnTo>
                    <a:pt x="118700" y="2824214"/>
                  </a:lnTo>
                  <a:lnTo>
                    <a:pt x="118886" y="2823765"/>
                  </a:lnTo>
                  <a:lnTo>
                    <a:pt x="119073" y="2823238"/>
                  </a:lnTo>
                  <a:lnTo>
                    <a:pt x="119260" y="2822578"/>
                  </a:lnTo>
                  <a:lnTo>
                    <a:pt x="119447" y="2821874"/>
                  </a:lnTo>
                  <a:lnTo>
                    <a:pt x="119634" y="2821285"/>
                  </a:lnTo>
                  <a:lnTo>
                    <a:pt x="119821" y="2820643"/>
                  </a:lnTo>
                  <a:lnTo>
                    <a:pt x="120008" y="2820115"/>
                  </a:lnTo>
                  <a:lnTo>
                    <a:pt x="120195" y="2819464"/>
                  </a:lnTo>
                  <a:lnTo>
                    <a:pt x="120382" y="2818760"/>
                  </a:lnTo>
                  <a:lnTo>
                    <a:pt x="120569" y="2818057"/>
                  </a:lnTo>
                  <a:lnTo>
                    <a:pt x="120756" y="2817353"/>
                  </a:lnTo>
                  <a:lnTo>
                    <a:pt x="120943" y="2816649"/>
                  </a:lnTo>
                  <a:lnTo>
                    <a:pt x="121129" y="2815946"/>
                  </a:lnTo>
                  <a:lnTo>
                    <a:pt x="121316" y="2815304"/>
                  </a:lnTo>
                  <a:lnTo>
                    <a:pt x="121503" y="2814776"/>
                  </a:lnTo>
                  <a:lnTo>
                    <a:pt x="121690" y="2814248"/>
                  </a:lnTo>
                  <a:lnTo>
                    <a:pt x="121877" y="2813720"/>
                  </a:lnTo>
                  <a:lnTo>
                    <a:pt x="122064" y="2813325"/>
                  </a:lnTo>
                  <a:lnTo>
                    <a:pt x="122251" y="2812973"/>
                  </a:lnTo>
                  <a:lnTo>
                    <a:pt x="122438" y="2812621"/>
                  </a:lnTo>
                  <a:lnTo>
                    <a:pt x="122625" y="2812410"/>
                  </a:lnTo>
                  <a:lnTo>
                    <a:pt x="122812" y="2812234"/>
                  </a:lnTo>
                  <a:lnTo>
                    <a:pt x="122999" y="2812181"/>
                  </a:lnTo>
                  <a:lnTo>
                    <a:pt x="123186" y="2812181"/>
                  </a:lnTo>
                  <a:lnTo>
                    <a:pt x="123373" y="2812459"/>
                  </a:lnTo>
                  <a:lnTo>
                    <a:pt x="123559" y="2812867"/>
                  </a:lnTo>
                  <a:lnTo>
                    <a:pt x="123746" y="2813311"/>
                  </a:lnTo>
                  <a:lnTo>
                    <a:pt x="123933" y="2813595"/>
                  </a:lnTo>
                  <a:lnTo>
                    <a:pt x="124120" y="2813830"/>
                  </a:lnTo>
                  <a:lnTo>
                    <a:pt x="124307" y="2814042"/>
                  </a:lnTo>
                  <a:lnTo>
                    <a:pt x="124494" y="2814218"/>
                  </a:lnTo>
                  <a:lnTo>
                    <a:pt x="124681" y="2814394"/>
                  </a:lnTo>
                  <a:lnTo>
                    <a:pt x="124868" y="2814482"/>
                  </a:lnTo>
                  <a:lnTo>
                    <a:pt x="125055" y="2814546"/>
                  </a:lnTo>
                  <a:lnTo>
                    <a:pt x="125242" y="2814610"/>
                  </a:lnTo>
                  <a:lnTo>
                    <a:pt x="125429" y="2814674"/>
                  </a:lnTo>
                  <a:lnTo>
                    <a:pt x="125616" y="2814738"/>
                  </a:lnTo>
                  <a:lnTo>
                    <a:pt x="125803" y="2814803"/>
                  </a:lnTo>
                  <a:lnTo>
                    <a:pt x="125989" y="2814867"/>
                  </a:lnTo>
                  <a:lnTo>
                    <a:pt x="126176" y="2814931"/>
                  </a:lnTo>
                  <a:lnTo>
                    <a:pt x="126363" y="2814976"/>
                  </a:lnTo>
                  <a:lnTo>
                    <a:pt x="126550" y="2814974"/>
                  </a:lnTo>
                  <a:lnTo>
                    <a:pt x="126737" y="2815114"/>
                  </a:lnTo>
                  <a:lnTo>
                    <a:pt x="126924" y="2815177"/>
                  </a:lnTo>
                  <a:lnTo>
                    <a:pt x="127111" y="2815053"/>
                  </a:lnTo>
                  <a:lnTo>
                    <a:pt x="127298" y="2815018"/>
                  </a:lnTo>
                  <a:lnTo>
                    <a:pt x="127485" y="2814982"/>
                  </a:lnTo>
                  <a:lnTo>
                    <a:pt x="127672" y="2814982"/>
                  </a:lnTo>
                  <a:lnTo>
                    <a:pt x="127859" y="2815136"/>
                  </a:lnTo>
                  <a:lnTo>
                    <a:pt x="128046" y="2815290"/>
                  </a:lnTo>
                  <a:lnTo>
                    <a:pt x="128232" y="2815443"/>
                  </a:lnTo>
                  <a:lnTo>
                    <a:pt x="128419" y="2815597"/>
                  </a:lnTo>
                  <a:lnTo>
                    <a:pt x="128606" y="2815751"/>
                  </a:lnTo>
                  <a:lnTo>
                    <a:pt x="128793" y="2815905"/>
                  </a:lnTo>
                  <a:lnTo>
                    <a:pt x="128980" y="2816044"/>
                  </a:lnTo>
                  <a:lnTo>
                    <a:pt x="129167" y="2816044"/>
                  </a:lnTo>
                  <a:lnTo>
                    <a:pt x="129354" y="2816044"/>
                  </a:lnTo>
                  <a:lnTo>
                    <a:pt x="129541" y="2816044"/>
                  </a:lnTo>
                  <a:lnTo>
                    <a:pt x="129728" y="2816044"/>
                  </a:lnTo>
                  <a:lnTo>
                    <a:pt x="129915" y="2816044"/>
                  </a:lnTo>
                  <a:lnTo>
                    <a:pt x="130102" y="2816044"/>
                  </a:lnTo>
                  <a:lnTo>
                    <a:pt x="130289" y="2816044"/>
                  </a:lnTo>
                  <a:lnTo>
                    <a:pt x="130476" y="2816044"/>
                  </a:lnTo>
                  <a:lnTo>
                    <a:pt x="130662" y="2816044"/>
                  </a:lnTo>
                  <a:lnTo>
                    <a:pt x="130849" y="2816044"/>
                  </a:lnTo>
                  <a:lnTo>
                    <a:pt x="131036" y="2816044"/>
                  </a:lnTo>
                  <a:lnTo>
                    <a:pt x="131223" y="2816044"/>
                  </a:lnTo>
                  <a:lnTo>
                    <a:pt x="131410" y="2816044"/>
                  </a:lnTo>
                  <a:lnTo>
                    <a:pt x="131597" y="2816044"/>
                  </a:lnTo>
                  <a:lnTo>
                    <a:pt x="131784" y="2816044"/>
                  </a:lnTo>
                  <a:lnTo>
                    <a:pt x="131971" y="2816044"/>
                  </a:lnTo>
                  <a:lnTo>
                    <a:pt x="132158" y="2816044"/>
                  </a:lnTo>
                  <a:lnTo>
                    <a:pt x="132345" y="2816044"/>
                  </a:lnTo>
                  <a:lnTo>
                    <a:pt x="132532" y="2816044"/>
                  </a:lnTo>
                  <a:lnTo>
                    <a:pt x="132719" y="2816044"/>
                  </a:lnTo>
                  <a:lnTo>
                    <a:pt x="132906" y="2816044"/>
                  </a:lnTo>
                  <a:lnTo>
                    <a:pt x="133092" y="2816044"/>
                  </a:lnTo>
                  <a:lnTo>
                    <a:pt x="133279" y="2816044"/>
                  </a:lnTo>
                  <a:lnTo>
                    <a:pt x="133466" y="2816044"/>
                  </a:lnTo>
                  <a:lnTo>
                    <a:pt x="133653" y="2816044"/>
                  </a:lnTo>
                  <a:lnTo>
                    <a:pt x="133840" y="2816044"/>
                  </a:lnTo>
                  <a:lnTo>
                    <a:pt x="134027" y="2816044"/>
                  </a:lnTo>
                  <a:lnTo>
                    <a:pt x="134214" y="2816031"/>
                  </a:lnTo>
                  <a:lnTo>
                    <a:pt x="134401" y="2816035"/>
                  </a:lnTo>
                  <a:lnTo>
                    <a:pt x="134588" y="2815982"/>
                  </a:lnTo>
                  <a:lnTo>
                    <a:pt x="134775" y="2815883"/>
                  </a:lnTo>
                  <a:lnTo>
                    <a:pt x="134962" y="2815783"/>
                  </a:lnTo>
                  <a:lnTo>
                    <a:pt x="135149" y="2815684"/>
                  </a:lnTo>
                  <a:lnTo>
                    <a:pt x="135335" y="2815585"/>
                  </a:lnTo>
                  <a:lnTo>
                    <a:pt x="135522" y="2815495"/>
                  </a:lnTo>
                  <a:lnTo>
                    <a:pt x="135709" y="2815416"/>
                  </a:lnTo>
                  <a:lnTo>
                    <a:pt x="135896" y="2815463"/>
                  </a:lnTo>
                  <a:lnTo>
                    <a:pt x="136083" y="2815511"/>
                  </a:lnTo>
                  <a:lnTo>
                    <a:pt x="136270" y="2815511"/>
                  </a:lnTo>
                  <a:lnTo>
                    <a:pt x="136457" y="2815511"/>
                  </a:lnTo>
                  <a:lnTo>
                    <a:pt x="136644" y="2815394"/>
                  </a:lnTo>
                  <a:lnTo>
                    <a:pt x="136831" y="2815252"/>
                  </a:lnTo>
                  <a:lnTo>
                    <a:pt x="137018" y="2815250"/>
                  </a:lnTo>
                  <a:lnTo>
                    <a:pt x="137205" y="2815329"/>
                  </a:lnTo>
                  <a:lnTo>
                    <a:pt x="137392" y="2815515"/>
                  </a:lnTo>
                  <a:lnTo>
                    <a:pt x="137579" y="2815716"/>
                  </a:lnTo>
                  <a:lnTo>
                    <a:pt x="137765" y="2815918"/>
                  </a:lnTo>
                  <a:lnTo>
                    <a:pt x="137952" y="2816119"/>
                  </a:lnTo>
                  <a:lnTo>
                    <a:pt x="138139" y="2816321"/>
                  </a:lnTo>
                  <a:lnTo>
                    <a:pt x="138326" y="2816516"/>
                  </a:lnTo>
                  <a:lnTo>
                    <a:pt x="138513" y="2816592"/>
                  </a:lnTo>
                  <a:lnTo>
                    <a:pt x="138700" y="2816550"/>
                  </a:lnTo>
                  <a:lnTo>
                    <a:pt x="138887" y="2816532"/>
                  </a:lnTo>
                  <a:lnTo>
                    <a:pt x="139074" y="2816453"/>
                  </a:lnTo>
                  <a:lnTo>
                    <a:pt x="139261" y="2816234"/>
                  </a:lnTo>
                  <a:lnTo>
                    <a:pt x="139448" y="2816016"/>
                  </a:lnTo>
                  <a:lnTo>
                    <a:pt x="139635" y="2815912"/>
                  </a:lnTo>
                  <a:lnTo>
                    <a:pt x="139822" y="2815712"/>
                  </a:lnTo>
                  <a:lnTo>
                    <a:pt x="140008" y="2815474"/>
                  </a:lnTo>
                  <a:lnTo>
                    <a:pt x="140195" y="2815322"/>
                  </a:lnTo>
                  <a:lnTo>
                    <a:pt x="140382" y="2815069"/>
                  </a:lnTo>
                  <a:lnTo>
                    <a:pt x="140569" y="2814817"/>
                  </a:lnTo>
                  <a:lnTo>
                    <a:pt x="140756" y="2814564"/>
                  </a:lnTo>
                  <a:lnTo>
                    <a:pt x="140943" y="2814311"/>
                  </a:lnTo>
                  <a:lnTo>
                    <a:pt x="141130" y="2814059"/>
                  </a:lnTo>
                  <a:lnTo>
                    <a:pt x="141317" y="2813806"/>
                  </a:lnTo>
                  <a:lnTo>
                    <a:pt x="141504" y="2813553"/>
                  </a:lnTo>
                  <a:lnTo>
                    <a:pt x="141691" y="2813541"/>
                  </a:lnTo>
                  <a:lnTo>
                    <a:pt x="141878" y="2813604"/>
                  </a:lnTo>
                  <a:lnTo>
                    <a:pt x="142065" y="2813898"/>
                  </a:lnTo>
                  <a:lnTo>
                    <a:pt x="142252" y="2814241"/>
                  </a:lnTo>
                  <a:lnTo>
                    <a:pt x="142438" y="2814610"/>
                  </a:lnTo>
                  <a:lnTo>
                    <a:pt x="142625" y="2815050"/>
                  </a:lnTo>
                  <a:lnTo>
                    <a:pt x="142812" y="2815509"/>
                  </a:lnTo>
                  <a:lnTo>
                    <a:pt x="142999" y="2815810"/>
                  </a:lnTo>
                  <a:lnTo>
                    <a:pt x="143186" y="2816112"/>
                  </a:lnTo>
                  <a:lnTo>
                    <a:pt x="143373" y="2816413"/>
                  </a:lnTo>
                  <a:lnTo>
                    <a:pt x="143560" y="2816714"/>
                  </a:lnTo>
                  <a:lnTo>
                    <a:pt x="143747" y="2817015"/>
                  </a:lnTo>
                  <a:lnTo>
                    <a:pt x="143934" y="2817317"/>
                  </a:lnTo>
                  <a:lnTo>
                    <a:pt x="144121" y="2817618"/>
                  </a:lnTo>
                  <a:lnTo>
                    <a:pt x="144308" y="2817919"/>
                  </a:lnTo>
                  <a:lnTo>
                    <a:pt x="144495" y="2818214"/>
                  </a:lnTo>
                  <a:lnTo>
                    <a:pt x="144682" y="2818729"/>
                  </a:lnTo>
                  <a:lnTo>
                    <a:pt x="144868" y="2819235"/>
                  </a:lnTo>
                  <a:lnTo>
                    <a:pt x="145055" y="2819843"/>
                  </a:lnTo>
                  <a:lnTo>
                    <a:pt x="145242" y="2820371"/>
                  </a:lnTo>
                  <a:lnTo>
                    <a:pt x="145429" y="2820899"/>
                  </a:lnTo>
                  <a:lnTo>
                    <a:pt x="145616" y="2821426"/>
                  </a:lnTo>
                  <a:lnTo>
                    <a:pt x="145803" y="2821945"/>
                  </a:lnTo>
                  <a:lnTo>
                    <a:pt x="145990" y="2822477"/>
                  </a:lnTo>
                  <a:lnTo>
                    <a:pt x="146177" y="2823025"/>
                  </a:lnTo>
                  <a:lnTo>
                    <a:pt x="146364" y="2823764"/>
                  </a:lnTo>
                  <a:lnTo>
                    <a:pt x="146551" y="2824512"/>
                  </a:lnTo>
                  <a:lnTo>
                    <a:pt x="146738" y="2825261"/>
                  </a:lnTo>
                  <a:lnTo>
                    <a:pt x="146925" y="2826010"/>
                  </a:lnTo>
                  <a:lnTo>
                    <a:pt x="147111" y="2826759"/>
                  </a:lnTo>
                  <a:lnTo>
                    <a:pt x="147298" y="2827234"/>
                  </a:lnTo>
                  <a:lnTo>
                    <a:pt x="147485" y="2827304"/>
                  </a:lnTo>
                  <a:lnTo>
                    <a:pt x="147672" y="2827316"/>
                  </a:lnTo>
                  <a:lnTo>
                    <a:pt x="147859" y="2827215"/>
                  </a:lnTo>
                  <a:lnTo>
                    <a:pt x="148046" y="2827071"/>
                  </a:lnTo>
                  <a:lnTo>
                    <a:pt x="148233" y="2826926"/>
                  </a:lnTo>
                  <a:lnTo>
                    <a:pt x="148420" y="2826782"/>
                  </a:lnTo>
                  <a:lnTo>
                    <a:pt x="148607" y="2826645"/>
                  </a:lnTo>
                  <a:lnTo>
                    <a:pt x="148794" y="2826603"/>
                  </a:lnTo>
                  <a:lnTo>
                    <a:pt x="148981" y="2826547"/>
                  </a:lnTo>
                  <a:lnTo>
                    <a:pt x="149168" y="2826338"/>
                  </a:lnTo>
                  <a:lnTo>
                    <a:pt x="149355" y="2825972"/>
                  </a:lnTo>
                  <a:lnTo>
                    <a:pt x="149541" y="2825607"/>
                  </a:lnTo>
                  <a:lnTo>
                    <a:pt x="149728" y="2825241"/>
                  </a:lnTo>
                  <a:lnTo>
                    <a:pt x="149915" y="2824876"/>
                  </a:lnTo>
                  <a:lnTo>
                    <a:pt x="150102" y="2824564"/>
                  </a:lnTo>
                  <a:lnTo>
                    <a:pt x="150289" y="2824410"/>
                  </a:lnTo>
                  <a:lnTo>
                    <a:pt x="150476" y="2824277"/>
                  </a:lnTo>
                  <a:lnTo>
                    <a:pt x="150663" y="2824277"/>
                  </a:lnTo>
                  <a:lnTo>
                    <a:pt x="150850" y="2824277"/>
                  </a:lnTo>
                  <a:lnTo>
                    <a:pt x="151037" y="2824277"/>
                  </a:lnTo>
                  <a:lnTo>
                    <a:pt x="151224" y="2824277"/>
                  </a:lnTo>
                  <a:lnTo>
                    <a:pt x="151411" y="2824277"/>
                  </a:lnTo>
                  <a:lnTo>
                    <a:pt x="151598" y="2824277"/>
                  </a:lnTo>
                  <a:lnTo>
                    <a:pt x="151785" y="2824277"/>
                  </a:lnTo>
                  <a:lnTo>
                    <a:pt x="151971" y="2824277"/>
                  </a:lnTo>
                  <a:lnTo>
                    <a:pt x="152158" y="2824277"/>
                  </a:lnTo>
                  <a:lnTo>
                    <a:pt x="152345" y="2824277"/>
                  </a:lnTo>
                  <a:lnTo>
                    <a:pt x="152532" y="2824277"/>
                  </a:lnTo>
                  <a:lnTo>
                    <a:pt x="152719" y="2824277"/>
                  </a:lnTo>
                  <a:lnTo>
                    <a:pt x="152906" y="2824277"/>
                  </a:lnTo>
                  <a:lnTo>
                    <a:pt x="153093" y="2824277"/>
                  </a:lnTo>
                  <a:lnTo>
                    <a:pt x="153280" y="2824277"/>
                  </a:lnTo>
                  <a:lnTo>
                    <a:pt x="153467" y="2824277"/>
                  </a:lnTo>
                  <a:lnTo>
                    <a:pt x="153654" y="2824277"/>
                  </a:lnTo>
                  <a:lnTo>
                    <a:pt x="153841" y="2824277"/>
                  </a:lnTo>
                  <a:lnTo>
                    <a:pt x="154028" y="2824277"/>
                  </a:lnTo>
                  <a:lnTo>
                    <a:pt x="154214" y="2824391"/>
                  </a:lnTo>
                  <a:lnTo>
                    <a:pt x="154401" y="2824593"/>
                  </a:lnTo>
                  <a:lnTo>
                    <a:pt x="154588" y="2824945"/>
                  </a:lnTo>
                  <a:lnTo>
                    <a:pt x="154775" y="2825297"/>
                  </a:lnTo>
                  <a:lnTo>
                    <a:pt x="154962" y="2825649"/>
                  </a:lnTo>
                  <a:lnTo>
                    <a:pt x="155149" y="2826001"/>
                  </a:lnTo>
                  <a:lnTo>
                    <a:pt x="155336" y="2826352"/>
                  </a:lnTo>
                  <a:lnTo>
                    <a:pt x="155523" y="2826572"/>
                  </a:lnTo>
                  <a:lnTo>
                    <a:pt x="155710" y="2826748"/>
                  </a:lnTo>
                  <a:lnTo>
                    <a:pt x="155897" y="2826986"/>
                  </a:lnTo>
                  <a:lnTo>
                    <a:pt x="156084" y="2827338"/>
                  </a:lnTo>
                  <a:lnTo>
                    <a:pt x="156271" y="2827689"/>
                  </a:lnTo>
                  <a:lnTo>
                    <a:pt x="156458" y="2828041"/>
                  </a:lnTo>
                  <a:lnTo>
                    <a:pt x="156644" y="2828419"/>
                  </a:lnTo>
                  <a:lnTo>
                    <a:pt x="156831" y="2828771"/>
                  </a:lnTo>
                  <a:lnTo>
                    <a:pt x="157018" y="2829009"/>
                  </a:lnTo>
                  <a:lnTo>
                    <a:pt x="157205" y="2829299"/>
                  </a:lnTo>
                  <a:lnTo>
                    <a:pt x="157392" y="2829475"/>
                  </a:lnTo>
                  <a:lnTo>
                    <a:pt x="157579" y="2829774"/>
                  </a:lnTo>
                  <a:lnTo>
                    <a:pt x="157766" y="2830126"/>
                  </a:lnTo>
                  <a:lnTo>
                    <a:pt x="157953" y="2830478"/>
                  </a:lnTo>
                  <a:lnTo>
                    <a:pt x="158140" y="2830829"/>
                  </a:lnTo>
                  <a:lnTo>
                    <a:pt x="158327" y="2831313"/>
                  </a:lnTo>
                  <a:lnTo>
                    <a:pt x="158514" y="2831841"/>
                  </a:lnTo>
                  <a:lnTo>
                    <a:pt x="158701" y="2832307"/>
                  </a:lnTo>
                  <a:lnTo>
                    <a:pt x="158887" y="2832659"/>
                  </a:lnTo>
                  <a:lnTo>
                    <a:pt x="159074" y="2833011"/>
                  </a:lnTo>
                  <a:lnTo>
                    <a:pt x="159261" y="2833363"/>
                  </a:lnTo>
                  <a:lnTo>
                    <a:pt x="159445" y="2833682"/>
                  </a:lnTo>
                  <a:lnTo>
                    <a:pt x="199502" y="2833682"/>
                  </a:lnTo>
                  <a:lnTo>
                    <a:pt x="199636" y="2833192"/>
                  </a:lnTo>
                  <a:lnTo>
                    <a:pt x="199823" y="2832522"/>
                  </a:lnTo>
                  <a:lnTo>
                    <a:pt x="200010" y="2831900"/>
                  </a:lnTo>
                  <a:lnTo>
                    <a:pt x="200197" y="2831278"/>
                  </a:lnTo>
                  <a:lnTo>
                    <a:pt x="200384" y="2830771"/>
                  </a:lnTo>
                  <a:lnTo>
                    <a:pt x="200571" y="2830368"/>
                  </a:lnTo>
                  <a:lnTo>
                    <a:pt x="200758" y="2829919"/>
                  </a:lnTo>
                  <a:lnTo>
                    <a:pt x="200945" y="2829517"/>
                  </a:lnTo>
                  <a:lnTo>
                    <a:pt x="201132" y="2829171"/>
                  </a:lnTo>
                  <a:lnTo>
                    <a:pt x="201319" y="2828805"/>
                  </a:lnTo>
                  <a:lnTo>
                    <a:pt x="201505" y="2828451"/>
                  </a:lnTo>
                  <a:lnTo>
                    <a:pt x="201692" y="2828196"/>
                  </a:lnTo>
                  <a:lnTo>
                    <a:pt x="201879" y="2828070"/>
                  </a:lnTo>
                  <a:lnTo>
                    <a:pt x="202066" y="2827995"/>
                  </a:lnTo>
                  <a:lnTo>
                    <a:pt x="202253" y="2828037"/>
                  </a:lnTo>
                  <a:lnTo>
                    <a:pt x="202440" y="2828182"/>
                  </a:lnTo>
                  <a:lnTo>
                    <a:pt x="202627" y="2828326"/>
                  </a:lnTo>
                  <a:lnTo>
                    <a:pt x="202814" y="2828381"/>
                  </a:lnTo>
                  <a:lnTo>
                    <a:pt x="203001" y="2828391"/>
                  </a:lnTo>
                  <a:lnTo>
                    <a:pt x="203188" y="2828290"/>
                  </a:lnTo>
                  <a:lnTo>
                    <a:pt x="203375" y="2828182"/>
                  </a:lnTo>
                  <a:lnTo>
                    <a:pt x="203562" y="2828227"/>
                  </a:lnTo>
                  <a:lnTo>
                    <a:pt x="203748" y="2828149"/>
                  </a:lnTo>
                  <a:lnTo>
                    <a:pt x="203935" y="2828050"/>
                  </a:lnTo>
                  <a:lnTo>
                    <a:pt x="204122" y="2827951"/>
                  </a:lnTo>
                  <a:lnTo>
                    <a:pt x="204309" y="2827852"/>
                  </a:lnTo>
                  <a:lnTo>
                    <a:pt x="204496" y="2827753"/>
                  </a:lnTo>
                  <a:lnTo>
                    <a:pt x="204683" y="2827653"/>
                  </a:lnTo>
                  <a:lnTo>
                    <a:pt x="204870" y="2827554"/>
                  </a:lnTo>
                  <a:lnTo>
                    <a:pt x="205057" y="2827455"/>
                  </a:lnTo>
                  <a:lnTo>
                    <a:pt x="205244" y="2827356"/>
                  </a:lnTo>
                  <a:lnTo>
                    <a:pt x="205431" y="2827257"/>
                  </a:lnTo>
                  <a:lnTo>
                    <a:pt x="205618" y="2827281"/>
                  </a:lnTo>
                  <a:lnTo>
                    <a:pt x="205805" y="2827146"/>
                  </a:lnTo>
                  <a:lnTo>
                    <a:pt x="205992" y="2826902"/>
                  </a:lnTo>
                  <a:lnTo>
                    <a:pt x="206178" y="2826659"/>
                  </a:lnTo>
                  <a:lnTo>
                    <a:pt x="206365" y="2826415"/>
                  </a:lnTo>
                  <a:lnTo>
                    <a:pt x="206552" y="2826294"/>
                  </a:lnTo>
                  <a:lnTo>
                    <a:pt x="206739" y="2826195"/>
                  </a:lnTo>
                  <a:lnTo>
                    <a:pt x="206926" y="2826096"/>
                  </a:lnTo>
                  <a:lnTo>
                    <a:pt x="207113" y="2825997"/>
                  </a:lnTo>
                  <a:lnTo>
                    <a:pt x="207300" y="2825898"/>
                  </a:lnTo>
                  <a:lnTo>
                    <a:pt x="207487" y="2825798"/>
                  </a:lnTo>
                  <a:lnTo>
                    <a:pt x="207674" y="2825699"/>
                  </a:lnTo>
                  <a:lnTo>
                    <a:pt x="207861" y="2825600"/>
                  </a:lnTo>
                  <a:lnTo>
                    <a:pt x="208048" y="2825489"/>
                  </a:lnTo>
                  <a:lnTo>
                    <a:pt x="208235" y="2825342"/>
                  </a:lnTo>
                  <a:lnTo>
                    <a:pt x="208421" y="2825245"/>
                  </a:lnTo>
                  <a:lnTo>
                    <a:pt x="208608" y="2825113"/>
                  </a:lnTo>
                  <a:lnTo>
                    <a:pt x="208795" y="2825113"/>
                  </a:lnTo>
                  <a:lnTo>
                    <a:pt x="208982" y="2825113"/>
                  </a:lnTo>
                  <a:lnTo>
                    <a:pt x="209169" y="2825113"/>
                  </a:lnTo>
                  <a:lnTo>
                    <a:pt x="209356" y="2825113"/>
                  </a:lnTo>
                  <a:lnTo>
                    <a:pt x="209543" y="2825113"/>
                  </a:lnTo>
                  <a:lnTo>
                    <a:pt x="209730" y="2825113"/>
                  </a:lnTo>
                  <a:lnTo>
                    <a:pt x="209917" y="2825113"/>
                  </a:lnTo>
                  <a:lnTo>
                    <a:pt x="210104" y="2825113"/>
                  </a:lnTo>
                  <a:lnTo>
                    <a:pt x="210291" y="2825113"/>
                  </a:lnTo>
                  <a:lnTo>
                    <a:pt x="210478" y="2825113"/>
                  </a:lnTo>
                  <a:lnTo>
                    <a:pt x="210665" y="2825113"/>
                  </a:lnTo>
                  <a:lnTo>
                    <a:pt x="210851" y="2825113"/>
                  </a:lnTo>
                  <a:lnTo>
                    <a:pt x="211038" y="2825113"/>
                  </a:lnTo>
                  <a:lnTo>
                    <a:pt x="211225" y="2825113"/>
                  </a:lnTo>
                  <a:lnTo>
                    <a:pt x="211412" y="2825113"/>
                  </a:lnTo>
                  <a:lnTo>
                    <a:pt x="211599" y="2825113"/>
                  </a:lnTo>
                  <a:lnTo>
                    <a:pt x="211786" y="2825166"/>
                  </a:lnTo>
                  <a:lnTo>
                    <a:pt x="211973" y="2825341"/>
                  </a:lnTo>
                  <a:lnTo>
                    <a:pt x="212160" y="2825517"/>
                  </a:lnTo>
                  <a:lnTo>
                    <a:pt x="212347" y="2825693"/>
                  </a:lnTo>
                  <a:lnTo>
                    <a:pt x="212534" y="2826023"/>
                  </a:lnTo>
                  <a:lnTo>
                    <a:pt x="212721" y="2826226"/>
                  </a:lnTo>
                  <a:lnTo>
                    <a:pt x="212908" y="2826524"/>
                  </a:lnTo>
                  <a:lnTo>
                    <a:pt x="213095" y="2826678"/>
                  </a:lnTo>
                  <a:lnTo>
                    <a:pt x="213281" y="2826873"/>
                  </a:lnTo>
                  <a:lnTo>
                    <a:pt x="213468" y="2827199"/>
                  </a:lnTo>
                  <a:lnTo>
                    <a:pt x="213655" y="2827526"/>
                  </a:lnTo>
                  <a:lnTo>
                    <a:pt x="213842" y="2827854"/>
                  </a:lnTo>
                  <a:lnTo>
                    <a:pt x="214029" y="2828181"/>
                  </a:lnTo>
                  <a:lnTo>
                    <a:pt x="214216" y="2828508"/>
                  </a:lnTo>
                  <a:lnTo>
                    <a:pt x="214403" y="2828835"/>
                  </a:lnTo>
                  <a:lnTo>
                    <a:pt x="214590" y="2829125"/>
                  </a:lnTo>
                  <a:lnTo>
                    <a:pt x="214777" y="2829326"/>
                  </a:lnTo>
                  <a:lnTo>
                    <a:pt x="214964" y="2829528"/>
                  </a:lnTo>
                  <a:lnTo>
                    <a:pt x="215151" y="2829730"/>
                  </a:lnTo>
                  <a:lnTo>
                    <a:pt x="215338" y="2829769"/>
                  </a:lnTo>
                  <a:lnTo>
                    <a:pt x="215524" y="2829802"/>
                  </a:lnTo>
                  <a:lnTo>
                    <a:pt x="215711" y="2829730"/>
                  </a:lnTo>
                  <a:lnTo>
                    <a:pt x="215898" y="2829750"/>
                  </a:lnTo>
                  <a:lnTo>
                    <a:pt x="216085" y="2829707"/>
                  </a:lnTo>
                  <a:lnTo>
                    <a:pt x="216272" y="2829662"/>
                  </a:lnTo>
                  <a:lnTo>
                    <a:pt x="216459" y="2829472"/>
                  </a:lnTo>
                  <a:lnTo>
                    <a:pt x="216646" y="2829283"/>
                  </a:lnTo>
                  <a:lnTo>
                    <a:pt x="216833" y="2829093"/>
                  </a:lnTo>
                  <a:lnTo>
                    <a:pt x="217020" y="2828904"/>
                  </a:lnTo>
                  <a:lnTo>
                    <a:pt x="217207" y="2828853"/>
                  </a:lnTo>
                  <a:lnTo>
                    <a:pt x="217394" y="2828818"/>
                  </a:lnTo>
                  <a:lnTo>
                    <a:pt x="217581" y="2828808"/>
                  </a:lnTo>
                  <a:lnTo>
                    <a:pt x="217768" y="2828808"/>
                  </a:lnTo>
                  <a:lnTo>
                    <a:pt x="217954" y="2828803"/>
                  </a:lnTo>
                  <a:lnTo>
                    <a:pt x="218141" y="2828694"/>
                  </a:lnTo>
                  <a:lnTo>
                    <a:pt x="218328" y="2828668"/>
                  </a:lnTo>
                  <a:lnTo>
                    <a:pt x="218515" y="2828916"/>
                  </a:lnTo>
                  <a:lnTo>
                    <a:pt x="218702" y="2829168"/>
                  </a:lnTo>
                  <a:lnTo>
                    <a:pt x="218889" y="2829556"/>
                  </a:lnTo>
                  <a:lnTo>
                    <a:pt x="219076" y="2829920"/>
                  </a:lnTo>
                  <a:lnTo>
                    <a:pt x="219263" y="2830283"/>
                  </a:lnTo>
                  <a:lnTo>
                    <a:pt x="219450" y="2830647"/>
                  </a:lnTo>
                  <a:lnTo>
                    <a:pt x="219637" y="2830938"/>
                  </a:lnTo>
                  <a:lnTo>
                    <a:pt x="219824" y="2831229"/>
                  </a:lnTo>
                  <a:lnTo>
                    <a:pt x="220011" y="2831518"/>
                  </a:lnTo>
                  <a:lnTo>
                    <a:pt x="220198" y="2831807"/>
                  </a:lnTo>
                  <a:lnTo>
                    <a:pt x="220384" y="2831997"/>
                  </a:lnTo>
                  <a:lnTo>
                    <a:pt x="220571" y="2832186"/>
                  </a:lnTo>
                  <a:lnTo>
                    <a:pt x="220758" y="2832389"/>
                  </a:lnTo>
                  <a:lnTo>
                    <a:pt x="220945" y="2832677"/>
                  </a:lnTo>
                  <a:lnTo>
                    <a:pt x="221132" y="2832994"/>
                  </a:lnTo>
                  <a:lnTo>
                    <a:pt x="221319" y="2833044"/>
                  </a:lnTo>
                  <a:lnTo>
                    <a:pt x="221506" y="2833085"/>
                  </a:lnTo>
                  <a:lnTo>
                    <a:pt x="221693" y="2832991"/>
                  </a:lnTo>
                  <a:lnTo>
                    <a:pt x="221880" y="2832696"/>
                  </a:lnTo>
                  <a:lnTo>
                    <a:pt x="222067" y="2832506"/>
                  </a:lnTo>
                  <a:lnTo>
                    <a:pt x="222254" y="2832326"/>
                  </a:lnTo>
                  <a:lnTo>
                    <a:pt x="222441" y="2832182"/>
                  </a:lnTo>
                  <a:lnTo>
                    <a:pt x="222627" y="2832182"/>
                  </a:lnTo>
                  <a:lnTo>
                    <a:pt x="222814" y="2832182"/>
                  </a:lnTo>
                  <a:lnTo>
                    <a:pt x="223001" y="2832182"/>
                  </a:lnTo>
                  <a:lnTo>
                    <a:pt x="223188" y="2832182"/>
                  </a:lnTo>
                  <a:lnTo>
                    <a:pt x="223375" y="2832182"/>
                  </a:lnTo>
                  <a:lnTo>
                    <a:pt x="223562" y="2832182"/>
                  </a:lnTo>
                  <a:lnTo>
                    <a:pt x="223749" y="2832182"/>
                  </a:lnTo>
                  <a:lnTo>
                    <a:pt x="223936" y="2832182"/>
                  </a:lnTo>
                  <a:lnTo>
                    <a:pt x="224123" y="2832182"/>
                  </a:lnTo>
                  <a:lnTo>
                    <a:pt x="224310" y="2832182"/>
                  </a:lnTo>
                  <a:lnTo>
                    <a:pt x="224497" y="2832326"/>
                  </a:lnTo>
                  <a:lnTo>
                    <a:pt x="224684" y="2832480"/>
                  </a:lnTo>
                  <a:lnTo>
                    <a:pt x="224871" y="2832634"/>
                  </a:lnTo>
                  <a:lnTo>
                    <a:pt x="225057" y="2832823"/>
                  </a:lnTo>
                  <a:lnTo>
                    <a:pt x="225244" y="2833013"/>
                  </a:lnTo>
                  <a:lnTo>
                    <a:pt x="225431" y="2833202"/>
                  </a:lnTo>
                  <a:lnTo>
                    <a:pt x="225618" y="2833392"/>
                  </a:lnTo>
                  <a:lnTo>
                    <a:pt x="225905" y="2833682"/>
                  </a:lnTo>
                  <a:lnTo>
                    <a:pt x="254778" y="2833583"/>
                  </a:lnTo>
                  <a:lnTo>
                    <a:pt x="254965" y="2833403"/>
                  </a:lnTo>
                  <a:lnTo>
                    <a:pt x="255152" y="2833214"/>
                  </a:lnTo>
                  <a:lnTo>
                    <a:pt x="255339" y="2833038"/>
                  </a:lnTo>
                  <a:lnTo>
                    <a:pt x="255526" y="2832993"/>
                  </a:lnTo>
                  <a:lnTo>
                    <a:pt x="255712" y="2832969"/>
                  </a:lnTo>
                  <a:lnTo>
                    <a:pt x="255899" y="2832919"/>
                  </a:lnTo>
                  <a:lnTo>
                    <a:pt x="256086" y="2832869"/>
                  </a:lnTo>
                  <a:lnTo>
                    <a:pt x="256273" y="2832720"/>
                  </a:lnTo>
                  <a:lnTo>
                    <a:pt x="256460" y="2832570"/>
                  </a:lnTo>
                  <a:lnTo>
                    <a:pt x="256647" y="2832419"/>
                  </a:lnTo>
                  <a:lnTo>
                    <a:pt x="256834" y="2832268"/>
                  </a:lnTo>
                  <a:lnTo>
                    <a:pt x="257021" y="2832117"/>
                  </a:lnTo>
                  <a:lnTo>
                    <a:pt x="257208" y="2832119"/>
                  </a:lnTo>
                  <a:lnTo>
                    <a:pt x="257395" y="2832125"/>
                  </a:lnTo>
                  <a:lnTo>
                    <a:pt x="257582" y="2832130"/>
                  </a:lnTo>
                  <a:lnTo>
                    <a:pt x="257769" y="2832269"/>
                  </a:lnTo>
                  <a:lnTo>
                    <a:pt x="257956" y="2832409"/>
                  </a:lnTo>
                  <a:lnTo>
                    <a:pt x="258142" y="2832536"/>
                  </a:lnTo>
                  <a:lnTo>
                    <a:pt x="258329" y="2832550"/>
                  </a:lnTo>
                  <a:lnTo>
                    <a:pt x="258516" y="2832450"/>
                  </a:lnTo>
                  <a:lnTo>
                    <a:pt x="258703" y="2832450"/>
                  </a:lnTo>
                  <a:lnTo>
                    <a:pt x="258890" y="2832450"/>
                  </a:lnTo>
                  <a:lnTo>
                    <a:pt x="259077" y="2832501"/>
                  </a:lnTo>
                  <a:lnTo>
                    <a:pt x="259264" y="2832796"/>
                  </a:lnTo>
                  <a:lnTo>
                    <a:pt x="259451" y="2833098"/>
                  </a:lnTo>
                  <a:lnTo>
                    <a:pt x="259638" y="2833399"/>
                  </a:lnTo>
                  <a:lnTo>
                    <a:pt x="259814" y="2833682"/>
                  </a:lnTo>
                  <a:lnTo>
                    <a:pt x="264339" y="2833682"/>
                  </a:lnTo>
                  <a:lnTo>
                    <a:pt x="264498" y="2833522"/>
                  </a:lnTo>
                  <a:lnTo>
                    <a:pt x="264685" y="2833368"/>
                  </a:lnTo>
                  <a:lnTo>
                    <a:pt x="264872" y="2833214"/>
                  </a:lnTo>
                  <a:lnTo>
                    <a:pt x="265058" y="2833071"/>
                  </a:lnTo>
                  <a:lnTo>
                    <a:pt x="265245" y="2833071"/>
                  </a:lnTo>
                  <a:lnTo>
                    <a:pt x="265432" y="2833071"/>
                  </a:lnTo>
                  <a:lnTo>
                    <a:pt x="265619" y="2833071"/>
                  </a:lnTo>
                  <a:lnTo>
                    <a:pt x="265806" y="2833035"/>
                  </a:lnTo>
                  <a:lnTo>
                    <a:pt x="265993" y="2833015"/>
                  </a:lnTo>
                  <a:lnTo>
                    <a:pt x="266180" y="2833019"/>
                  </a:lnTo>
                  <a:lnTo>
                    <a:pt x="266367" y="2833022"/>
                  </a:lnTo>
                  <a:lnTo>
                    <a:pt x="266554" y="2832966"/>
                  </a:lnTo>
                  <a:lnTo>
                    <a:pt x="266741" y="2832867"/>
                  </a:lnTo>
                  <a:lnTo>
                    <a:pt x="266928" y="2832909"/>
                  </a:lnTo>
                  <a:lnTo>
                    <a:pt x="267115" y="2832951"/>
                  </a:lnTo>
                  <a:lnTo>
                    <a:pt x="267302" y="2833001"/>
                  </a:lnTo>
                  <a:lnTo>
                    <a:pt x="267488" y="2833051"/>
                  </a:lnTo>
                  <a:lnTo>
                    <a:pt x="267675" y="2833101"/>
                  </a:lnTo>
                  <a:lnTo>
                    <a:pt x="267862" y="2833150"/>
                  </a:lnTo>
                  <a:lnTo>
                    <a:pt x="268049" y="2833200"/>
                  </a:lnTo>
                  <a:lnTo>
                    <a:pt x="268236" y="2833250"/>
                  </a:lnTo>
                  <a:lnTo>
                    <a:pt x="268423" y="2833300"/>
                  </a:lnTo>
                  <a:lnTo>
                    <a:pt x="268610" y="2833375"/>
                  </a:lnTo>
                  <a:lnTo>
                    <a:pt x="268797" y="2833550"/>
                  </a:lnTo>
                  <a:lnTo>
                    <a:pt x="268943" y="2833682"/>
                  </a:lnTo>
                  <a:lnTo>
                    <a:pt x="280239" y="2833682"/>
                  </a:lnTo>
                  <a:lnTo>
                    <a:pt x="280386" y="2833232"/>
                  </a:lnTo>
                  <a:lnTo>
                    <a:pt x="280573" y="2832888"/>
                  </a:lnTo>
                  <a:lnTo>
                    <a:pt x="280760" y="2832429"/>
                  </a:lnTo>
                  <a:lnTo>
                    <a:pt x="280947" y="2831846"/>
                  </a:lnTo>
                  <a:lnTo>
                    <a:pt x="281134" y="2831508"/>
                  </a:lnTo>
                  <a:lnTo>
                    <a:pt x="281321" y="2831290"/>
                  </a:lnTo>
                  <a:lnTo>
                    <a:pt x="281508" y="2831086"/>
                  </a:lnTo>
                  <a:lnTo>
                    <a:pt x="281694" y="2830942"/>
                  </a:lnTo>
                  <a:lnTo>
                    <a:pt x="281881" y="2830797"/>
                  </a:lnTo>
                  <a:lnTo>
                    <a:pt x="282068" y="2830566"/>
                  </a:lnTo>
                  <a:lnTo>
                    <a:pt x="282255" y="2830330"/>
                  </a:lnTo>
                  <a:lnTo>
                    <a:pt x="282442" y="2830196"/>
                  </a:lnTo>
                  <a:lnTo>
                    <a:pt x="282629" y="2830166"/>
                  </a:lnTo>
                  <a:lnTo>
                    <a:pt x="282816" y="2830120"/>
                  </a:lnTo>
                  <a:lnTo>
                    <a:pt x="283003" y="2830043"/>
                  </a:lnTo>
                  <a:lnTo>
                    <a:pt x="283190" y="2830217"/>
                  </a:lnTo>
                  <a:lnTo>
                    <a:pt x="283377" y="2830122"/>
                  </a:lnTo>
                  <a:lnTo>
                    <a:pt x="283564" y="2830021"/>
                  </a:lnTo>
                  <a:lnTo>
                    <a:pt x="283751" y="2829880"/>
                  </a:lnTo>
                  <a:lnTo>
                    <a:pt x="283937" y="2829728"/>
                  </a:lnTo>
                  <a:lnTo>
                    <a:pt x="284124" y="2829530"/>
                  </a:lnTo>
                  <a:lnTo>
                    <a:pt x="284311" y="2829317"/>
                  </a:lnTo>
                  <a:lnTo>
                    <a:pt x="284498" y="2828889"/>
                  </a:lnTo>
                  <a:lnTo>
                    <a:pt x="284685" y="2828460"/>
                  </a:lnTo>
                  <a:lnTo>
                    <a:pt x="284872" y="2828155"/>
                  </a:lnTo>
                  <a:lnTo>
                    <a:pt x="285059" y="2827902"/>
                  </a:lnTo>
                  <a:lnTo>
                    <a:pt x="285246" y="2827483"/>
                  </a:lnTo>
                  <a:lnTo>
                    <a:pt x="285433" y="2826864"/>
                  </a:lnTo>
                  <a:lnTo>
                    <a:pt x="285620" y="2826115"/>
                  </a:lnTo>
                  <a:lnTo>
                    <a:pt x="285807" y="2825367"/>
                  </a:lnTo>
                  <a:lnTo>
                    <a:pt x="285994" y="2824502"/>
                  </a:lnTo>
                  <a:lnTo>
                    <a:pt x="286181" y="2823689"/>
                  </a:lnTo>
                  <a:lnTo>
                    <a:pt x="286367" y="2823017"/>
                  </a:lnTo>
                  <a:lnTo>
                    <a:pt x="286554" y="2822490"/>
                  </a:lnTo>
                  <a:lnTo>
                    <a:pt x="286741" y="2821988"/>
                  </a:lnTo>
                  <a:lnTo>
                    <a:pt x="286928" y="2821636"/>
                  </a:lnTo>
                  <a:lnTo>
                    <a:pt x="287115" y="2821285"/>
                  </a:lnTo>
                  <a:lnTo>
                    <a:pt x="287302" y="2820933"/>
                  </a:lnTo>
                  <a:lnTo>
                    <a:pt x="287489" y="2820581"/>
                  </a:lnTo>
                  <a:lnTo>
                    <a:pt x="287676" y="2820229"/>
                  </a:lnTo>
                  <a:lnTo>
                    <a:pt x="287863" y="2819877"/>
                  </a:lnTo>
                  <a:lnTo>
                    <a:pt x="288050" y="2819693"/>
                  </a:lnTo>
                  <a:lnTo>
                    <a:pt x="288237" y="2819649"/>
                  </a:lnTo>
                  <a:lnTo>
                    <a:pt x="288424" y="2819649"/>
                  </a:lnTo>
                  <a:lnTo>
                    <a:pt x="288611" y="2819649"/>
                  </a:lnTo>
                  <a:lnTo>
                    <a:pt x="288797" y="2819649"/>
                  </a:lnTo>
                  <a:lnTo>
                    <a:pt x="288984" y="2819649"/>
                  </a:lnTo>
                  <a:lnTo>
                    <a:pt x="289171" y="2819787"/>
                  </a:lnTo>
                  <a:lnTo>
                    <a:pt x="289358" y="2819941"/>
                  </a:lnTo>
                  <a:lnTo>
                    <a:pt x="289545" y="2820095"/>
                  </a:lnTo>
                  <a:lnTo>
                    <a:pt x="289732" y="2820275"/>
                  </a:lnTo>
                  <a:lnTo>
                    <a:pt x="289919" y="2820465"/>
                  </a:lnTo>
                  <a:lnTo>
                    <a:pt x="290106" y="2820654"/>
                  </a:lnTo>
                  <a:lnTo>
                    <a:pt x="290293" y="2820844"/>
                  </a:lnTo>
                  <a:lnTo>
                    <a:pt x="290480" y="2821033"/>
                  </a:lnTo>
                  <a:lnTo>
                    <a:pt x="290667" y="2821223"/>
                  </a:lnTo>
                  <a:lnTo>
                    <a:pt x="290854" y="2821412"/>
                  </a:lnTo>
                  <a:lnTo>
                    <a:pt x="291040" y="2821602"/>
                  </a:lnTo>
                  <a:lnTo>
                    <a:pt x="291227" y="2821791"/>
                  </a:lnTo>
                  <a:lnTo>
                    <a:pt x="291414" y="2821981"/>
                  </a:lnTo>
                  <a:lnTo>
                    <a:pt x="291601" y="2822170"/>
                  </a:lnTo>
                  <a:lnTo>
                    <a:pt x="291788" y="2822360"/>
                  </a:lnTo>
                  <a:lnTo>
                    <a:pt x="291975" y="2822540"/>
                  </a:lnTo>
                  <a:lnTo>
                    <a:pt x="292162" y="2822694"/>
                  </a:lnTo>
                  <a:lnTo>
                    <a:pt x="292349" y="2822848"/>
                  </a:lnTo>
                  <a:lnTo>
                    <a:pt x="292536" y="2822981"/>
                  </a:lnTo>
                  <a:lnTo>
                    <a:pt x="292723" y="2822981"/>
                  </a:lnTo>
                  <a:lnTo>
                    <a:pt x="292910" y="2822946"/>
                  </a:lnTo>
                  <a:lnTo>
                    <a:pt x="293097" y="2822770"/>
                  </a:lnTo>
                  <a:lnTo>
                    <a:pt x="293284" y="2822594"/>
                  </a:lnTo>
                  <a:lnTo>
                    <a:pt x="293470" y="2822418"/>
                  </a:lnTo>
                  <a:lnTo>
                    <a:pt x="293657" y="2822242"/>
                  </a:lnTo>
                  <a:lnTo>
                    <a:pt x="293844" y="2822066"/>
                  </a:lnTo>
                  <a:lnTo>
                    <a:pt x="294031" y="2821890"/>
                  </a:lnTo>
                  <a:lnTo>
                    <a:pt x="294218" y="2821714"/>
                  </a:lnTo>
                  <a:lnTo>
                    <a:pt x="294405" y="2821539"/>
                  </a:lnTo>
                  <a:lnTo>
                    <a:pt x="294592" y="2821209"/>
                  </a:lnTo>
                  <a:lnTo>
                    <a:pt x="294779" y="2821035"/>
                  </a:lnTo>
                  <a:lnTo>
                    <a:pt x="294966" y="2820884"/>
                  </a:lnTo>
                  <a:lnTo>
                    <a:pt x="295153" y="2820613"/>
                  </a:lnTo>
                  <a:lnTo>
                    <a:pt x="295340" y="2820252"/>
                  </a:lnTo>
                  <a:lnTo>
                    <a:pt x="295527" y="2819754"/>
                  </a:lnTo>
                  <a:lnTo>
                    <a:pt x="295714" y="2819205"/>
                  </a:lnTo>
                  <a:lnTo>
                    <a:pt x="295900" y="2818772"/>
                  </a:lnTo>
                  <a:lnTo>
                    <a:pt x="296087" y="2818339"/>
                  </a:lnTo>
                  <a:lnTo>
                    <a:pt x="296274" y="2817906"/>
                  </a:lnTo>
                  <a:lnTo>
                    <a:pt x="296461" y="2817473"/>
                  </a:lnTo>
                  <a:lnTo>
                    <a:pt x="296648" y="2816934"/>
                  </a:lnTo>
                  <a:lnTo>
                    <a:pt x="296835" y="2816390"/>
                  </a:lnTo>
                  <a:lnTo>
                    <a:pt x="297022" y="2815845"/>
                  </a:lnTo>
                  <a:lnTo>
                    <a:pt x="297209" y="2815300"/>
                  </a:lnTo>
                  <a:lnTo>
                    <a:pt x="297396" y="2814761"/>
                  </a:lnTo>
                  <a:lnTo>
                    <a:pt x="297583" y="2814208"/>
                  </a:lnTo>
                  <a:lnTo>
                    <a:pt x="297770" y="2813615"/>
                  </a:lnTo>
                  <a:lnTo>
                    <a:pt x="297957" y="2813221"/>
                  </a:lnTo>
                  <a:lnTo>
                    <a:pt x="298143" y="2812768"/>
                  </a:lnTo>
                  <a:lnTo>
                    <a:pt x="298330" y="2812482"/>
                  </a:lnTo>
                  <a:lnTo>
                    <a:pt x="298517" y="2812292"/>
                  </a:lnTo>
                  <a:lnTo>
                    <a:pt x="298704" y="2812103"/>
                  </a:lnTo>
                  <a:lnTo>
                    <a:pt x="298891" y="2811913"/>
                  </a:lnTo>
                  <a:lnTo>
                    <a:pt x="299078" y="2811724"/>
                  </a:lnTo>
                  <a:lnTo>
                    <a:pt x="299265" y="2811543"/>
                  </a:lnTo>
                  <a:lnTo>
                    <a:pt x="299452" y="2811390"/>
                  </a:lnTo>
                  <a:lnTo>
                    <a:pt x="299639" y="2811390"/>
                  </a:lnTo>
                  <a:lnTo>
                    <a:pt x="299826" y="2811390"/>
                  </a:lnTo>
                  <a:lnTo>
                    <a:pt x="300013" y="2811390"/>
                  </a:lnTo>
                  <a:lnTo>
                    <a:pt x="300200" y="2811390"/>
                  </a:lnTo>
                  <a:lnTo>
                    <a:pt x="300387" y="2811390"/>
                  </a:lnTo>
                  <a:lnTo>
                    <a:pt x="300573" y="2811390"/>
                  </a:lnTo>
                  <a:lnTo>
                    <a:pt x="300760" y="2811390"/>
                  </a:lnTo>
                  <a:lnTo>
                    <a:pt x="300947" y="2811390"/>
                  </a:lnTo>
                  <a:lnTo>
                    <a:pt x="301134" y="2811390"/>
                  </a:lnTo>
                  <a:lnTo>
                    <a:pt x="301321" y="2811390"/>
                  </a:lnTo>
                  <a:lnTo>
                    <a:pt x="301508" y="2811390"/>
                  </a:lnTo>
                  <a:lnTo>
                    <a:pt x="301695" y="2811390"/>
                  </a:lnTo>
                  <a:lnTo>
                    <a:pt x="301882" y="2811390"/>
                  </a:lnTo>
                  <a:lnTo>
                    <a:pt x="302069" y="2811390"/>
                  </a:lnTo>
                  <a:lnTo>
                    <a:pt x="302256" y="2811390"/>
                  </a:lnTo>
                  <a:lnTo>
                    <a:pt x="302443" y="2811284"/>
                  </a:lnTo>
                  <a:lnTo>
                    <a:pt x="302630" y="2811108"/>
                  </a:lnTo>
                  <a:lnTo>
                    <a:pt x="302816" y="2810932"/>
                  </a:lnTo>
                  <a:lnTo>
                    <a:pt x="303003" y="2810756"/>
                  </a:lnTo>
                  <a:lnTo>
                    <a:pt x="303190" y="2810616"/>
                  </a:lnTo>
                  <a:lnTo>
                    <a:pt x="303377" y="2810460"/>
                  </a:lnTo>
                  <a:lnTo>
                    <a:pt x="303564" y="2810280"/>
                  </a:lnTo>
                  <a:lnTo>
                    <a:pt x="303751" y="2810101"/>
                  </a:lnTo>
                  <a:lnTo>
                    <a:pt x="303938" y="2809982"/>
                  </a:lnTo>
                  <a:lnTo>
                    <a:pt x="304125" y="2810073"/>
                  </a:lnTo>
                  <a:lnTo>
                    <a:pt x="304312" y="2810034"/>
                  </a:lnTo>
                  <a:lnTo>
                    <a:pt x="304499" y="2810087"/>
                  </a:lnTo>
                  <a:lnTo>
                    <a:pt x="304686" y="2810087"/>
                  </a:lnTo>
                  <a:lnTo>
                    <a:pt x="304873" y="2810087"/>
                  </a:lnTo>
                  <a:lnTo>
                    <a:pt x="305060" y="2810186"/>
                  </a:lnTo>
                  <a:lnTo>
                    <a:pt x="305246" y="2810355"/>
                  </a:lnTo>
                  <a:lnTo>
                    <a:pt x="305433" y="2810570"/>
                  </a:lnTo>
                  <a:lnTo>
                    <a:pt x="305620" y="2810784"/>
                  </a:lnTo>
                  <a:lnTo>
                    <a:pt x="305807" y="2810998"/>
                  </a:lnTo>
                  <a:lnTo>
                    <a:pt x="305994" y="2811187"/>
                  </a:lnTo>
                  <a:lnTo>
                    <a:pt x="306181" y="2811276"/>
                  </a:lnTo>
                  <a:lnTo>
                    <a:pt x="306368" y="2811371"/>
                  </a:lnTo>
                  <a:lnTo>
                    <a:pt x="306555" y="2811466"/>
                  </a:lnTo>
                  <a:lnTo>
                    <a:pt x="306742" y="2811510"/>
                  </a:lnTo>
                  <a:lnTo>
                    <a:pt x="306929" y="2811585"/>
                  </a:lnTo>
                  <a:lnTo>
                    <a:pt x="307116" y="2811695"/>
                  </a:lnTo>
                  <a:lnTo>
                    <a:pt x="307303" y="2811849"/>
                  </a:lnTo>
                  <a:lnTo>
                    <a:pt x="307490" y="2812150"/>
                  </a:lnTo>
                  <a:lnTo>
                    <a:pt x="307676" y="2812451"/>
                  </a:lnTo>
                  <a:lnTo>
                    <a:pt x="307863" y="2812728"/>
                  </a:lnTo>
                  <a:lnTo>
                    <a:pt x="308050" y="2812918"/>
                  </a:lnTo>
                  <a:lnTo>
                    <a:pt x="308237" y="2813107"/>
                  </a:lnTo>
                  <a:lnTo>
                    <a:pt x="308424" y="2813297"/>
                  </a:lnTo>
                  <a:lnTo>
                    <a:pt x="308611" y="2813486"/>
                  </a:lnTo>
                  <a:lnTo>
                    <a:pt x="308798" y="2813676"/>
                  </a:lnTo>
                  <a:lnTo>
                    <a:pt x="308985" y="2813865"/>
                  </a:lnTo>
                  <a:lnTo>
                    <a:pt x="309172" y="2814055"/>
                  </a:lnTo>
                  <a:lnTo>
                    <a:pt x="309359" y="2814244"/>
                  </a:lnTo>
                  <a:lnTo>
                    <a:pt x="309546" y="2814434"/>
                  </a:lnTo>
                  <a:lnTo>
                    <a:pt x="309733" y="2814512"/>
                  </a:lnTo>
                  <a:lnTo>
                    <a:pt x="309919" y="2814492"/>
                  </a:lnTo>
                  <a:lnTo>
                    <a:pt x="310106" y="2814316"/>
                  </a:lnTo>
                  <a:lnTo>
                    <a:pt x="310293" y="2814079"/>
                  </a:lnTo>
                  <a:lnTo>
                    <a:pt x="310480" y="2813727"/>
                  </a:lnTo>
                  <a:lnTo>
                    <a:pt x="310667" y="2813375"/>
                  </a:lnTo>
                  <a:lnTo>
                    <a:pt x="310854" y="2813023"/>
                  </a:lnTo>
                  <a:lnTo>
                    <a:pt x="311041" y="2812672"/>
                  </a:lnTo>
                  <a:lnTo>
                    <a:pt x="311228" y="2812320"/>
                  </a:lnTo>
                  <a:lnTo>
                    <a:pt x="311415" y="2811968"/>
                  </a:lnTo>
                  <a:lnTo>
                    <a:pt x="311602" y="2811616"/>
                  </a:lnTo>
                  <a:lnTo>
                    <a:pt x="311789" y="2811264"/>
                  </a:lnTo>
                  <a:lnTo>
                    <a:pt x="311976" y="2810912"/>
                  </a:lnTo>
                  <a:lnTo>
                    <a:pt x="312163" y="2810561"/>
                  </a:lnTo>
                  <a:lnTo>
                    <a:pt x="312349" y="2810209"/>
                  </a:lnTo>
                  <a:lnTo>
                    <a:pt x="312536" y="2809945"/>
                  </a:lnTo>
                  <a:lnTo>
                    <a:pt x="312723" y="2809769"/>
                  </a:lnTo>
                  <a:lnTo>
                    <a:pt x="312910" y="2809593"/>
                  </a:lnTo>
                  <a:lnTo>
                    <a:pt x="313097" y="2809479"/>
                  </a:lnTo>
                  <a:lnTo>
                    <a:pt x="313284" y="2809479"/>
                  </a:lnTo>
                  <a:lnTo>
                    <a:pt x="313471" y="2809479"/>
                  </a:lnTo>
                  <a:lnTo>
                    <a:pt x="313658" y="2809479"/>
                  </a:lnTo>
                  <a:lnTo>
                    <a:pt x="313845" y="2809479"/>
                  </a:lnTo>
                  <a:lnTo>
                    <a:pt x="314032" y="2809479"/>
                  </a:lnTo>
                  <a:lnTo>
                    <a:pt x="314219" y="2809479"/>
                  </a:lnTo>
                  <a:lnTo>
                    <a:pt x="314406" y="2809479"/>
                  </a:lnTo>
                  <a:lnTo>
                    <a:pt x="314592" y="2809479"/>
                  </a:lnTo>
                  <a:lnTo>
                    <a:pt x="314779" y="2809479"/>
                  </a:lnTo>
                  <a:lnTo>
                    <a:pt x="314966" y="2809479"/>
                  </a:lnTo>
                  <a:lnTo>
                    <a:pt x="315153" y="2809479"/>
                  </a:lnTo>
                  <a:lnTo>
                    <a:pt x="315340" y="2809479"/>
                  </a:lnTo>
                  <a:lnTo>
                    <a:pt x="315527" y="2809479"/>
                  </a:lnTo>
                  <a:lnTo>
                    <a:pt x="315714" y="2809479"/>
                  </a:lnTo>
                  <a:lnTo>
                    <a:pt x="315901" y="2809776"/>
                  </a:lnTo>
                  <a:lnTo>
                    <a:pt x="316088" y="2809997"/>
                  </a:lnTo>
                  <a:lnTo>
                    <a:pt x="316275" y="2810146"/>
                  </a:lnTo>
                  <a:lnTo>
                    <a:pt x="316462" y="2810222"/>
                  </a:lnTo>
                  <a:lnTo>
                    <a:pt x="316649" y="2810299"/>
                  </a:lnTo>
                  <a:lnTo>
                    <a:pt x="316836" y="2810376"/>
                  </a:lnTo>
                  <a:lnTo>
                    <a:pt x="317022" y="2810576"/>
                  </a:lnTo>
                  <a:lnTo>
                    <a:pt x="317209" y="2810970"/>
                  </a:lnTo>
                  <a:lnTo>
                    <a:pt x="317396" y="2811364"/>
                  </a:lnTo>
                  <a:lnTo>
                    <a:pt x="317583" y="2811783"/>
                  </a:lnTo>
                  <a:lnTo>
                    <a:pt x="317770" y="2812361"/>
                  </a:lnTo>
                  <a:lnTo>
                    <a:pt x="317957" y="2812938"/>
                  </a:lnTo>
                  <a:lnTo>
                    <a:pt x="318144" y="2813745"/>
                  </a:lnTo>
                  <a:lnTo>
                    <a:pt x="318331" y="2814674"/>
                  </a:lnTo>
                  <a:lnTo>
                    <a:pt x="318518" y="2815359"/>
                  </a:lnTo>
                  <a:lnTo>
                    <a:pt x="318705" y="2815876"/>
                  </a:lnTo>
                  <a:lnTo>
                    <a:pt x="318892" y="2816368"/>
                  </a:lnTo>
                  <a:lnTo>
                    <a:pt x="319079" y="2816874"/>
                  </a:lnTo>
                  <a:lnTo>
                    <a:pt x="319266" y="2817451"/>
                  </a:lnTo>
                  <a:lnTo>
                    <a:pt x="319452" y="2818129"/>
                  </a:lnTo>
                  <a:lnTo>
                    <a:pt x="319639" y="2818851"/>
                  </a:lnTo>
                  <a:lnTo>
                    <a:pt x="319826" y="2819472"/>
                  </a:lnTo>
                  <a:lnTo>
                    <a:pt x="320013" y="2820013"/>
                  </a:lnTo>
                  <a:lnTo>
                    <a:pt x="320200" y="2820545"/>
                  </a:lnTo>
                  <a:lnTo>
                    <a:pt x="320387" y="2820918"/>
                  </a:lnTo>
                  <a:lnTo>
                    <a:pt x="320574" y="2821162"/>
                  </a:lnTo>
                  <a:lnTo>
                    <a:pt x="320761" y="2821442"/>
                  </a:lnTo>
                  <a:lnTo>
                    <a:pt x="320948" y="2821642"/>
                  </a:lnTo>
                  <a:lnTo>
                    <a:pt x="321135" y="2821741"/>
                  </a:lnTo>
                  <a:lnTo>
                    <a:pt x="321322" y="2821874"/>
                  </a:lnTo>
                  <a:lnTo>
                    <a:pt x="321509" y="2822171"/>
                  </a:lnTo>
                  <a:lnTo>
                    <a:pt x="321695" y="2822483"/>
                  </a:lnTo>
                  <a:lnTo>
                    <a:pt x="321882" y="2823011"/>
                  </a:lnTo>
                  <a:lnTo>
                    <a:pt x="322069" y="2823539"/>
                  </a:lnTo>
                  <a:lnTo>
                    <a:pt x="322256" y="2823944"/>
                  </a:lnTo>
                  <a:lnTo>
                    <a:pt x="322443" y="2824295"/>
                  </a:lnTo>
                  <a:lnTo>
                    <a:pt x="322630" y="2824814"/>
                  </a:lnTo>
                  <a:lnTo>
                    <a:pt x="322817" y="2825474"/>
                  </a:lnTo>
                  <a:lnTo>
                    <a:pt x="323004" y="2826178"/>
                  </a:lnTo>
                  <a:lnTo>
                    <a:pt x="323191" y="2826881"/>
                  </a:lnTo>
                  <a:lnTo>
                    <a:pt x="323378" y="2827585"/>
                  </a:lnTo>
                  <a:lnTo>
                    <a:pt x="323565" y="2828245"/>
                  </a:lnTo>
                  <a:lnTo>
                    <a:pt x="323752" y="2828772"/>
                  </a:lnTo>
                  <a:lnTo>
                    <a:pt x="323939" y="2829300"/>
                  </a:lnTo>
                  <a:lnTo>
                    <a:pt x="324125" y="2829802"/>
                  </a:lnTo>
                  <a:lnTo>
                    <a:pt x="324312" y="2830153"/>
                  </a:lnTo>
                  <a:lnTo>
                    <a:pt x="324499" y="2830505"/>
                  </a:lnTo>
                  <a:lnTo>
                    <a:pt x="324686" y="2830857"/>
                  </a:lnTo>
                  <a:lnTo>
                    <a:pt x="324873" y="2831209"/>
                  </a:lnTo>
                  <a:lnTo>
                    <a:pt x="325060" y="2831561"/>
                  </a:lnTo>
                  <a:lnTo>
                    <a:pt x="325247" y="2831913"/>
                  </a:lnTo>
                  <a:lnTo>
                    <a:pt x="325434" y="2832097"/>
                  </a:lnTo>
                  <a:lnTo>
                    <a:pt x="325621" y="2832141"/>
                  </a:lnTo>
                  <a:lnTo>
                    <a:pt x="325808" y="2832141"/>
                  </a:lnTo>
                  <a:lnTo>
                    <a:pt x="325995" y="2832141"/>
                  </a:lnTo>
                  <a:lnTo>
                    <a:pt x="326182" y="2832141"/>
                  </a:lnTo>
                  <a:lnTo>
                    <a:pt x="326369" y="2832141"/>
                  </a:lnTo>
                  <a:lnTo>
                    <a:pt x="326555" y="2832002"/>
                  </a:lnTo>
                  <a:lnTo>
                    <a:pt x="326742" y="2831849"/>
                  </a:lnTo>
                  <a:lnTo>
                    <a:pt x="326929" y="2831695"/>
                  </a:lnTo>
                  <a:lnTo>
                    <a:pt x="327116" y="2831514"/>
                  </a:lnTo>
                  <a:lnTo>
                    <a:pt x="327303" y="2831325"/>
                  </a:lnTo>
                  <a:lnTo>
                    <a:pt x="327490" y="2831135"/>
                  </a:lnTo>
                  <a:lnTo>
                    <a:pt x="327677" y="2830946"/>
                  </a:lnTo>
                  <a:lnTo>
                    <a:pt x="327864" y="2830756"/>
                  </a:lnTo>
                  <a:lnTo>
                    <a:pt x="328051" y="2830567"/>
                  </a:lnTo>
                  <a:lnTo>
                    <a:pt x="328238" y="2830378"/>
                  </a:lnTo>
                  <a:lnTo>
                    <a:pt x="328425" y="2830188"/>
                  </a:lnTo>
                  <a:lnTo>
                    <a:pt x="328612" y="2829999"/>
                  </a:lnTo>
                  <a:lnTo>
                    <a:pt x="328798" y="2829809"/>
                  </a:lnTo>
                  <a:lnTo>
                    <a:pt x="328985" y="2829620"/>
                  </a:lnTo>
                  <a:lnTo>
                    <a:pt x="329172" y="2829430"/>
                  </a:lnTo>
                  <a:lnTo>
                    <a:pt x="329359" y="2829250"/>
                  </a:lnTo>
                  <a:lnTo>
                    <a:pt x="329546" y="2829096"/>
                  </a:lnTo>
                  <a:lnTo>
                    <a:pt x="329733" y="2828942"/>
                  </a:lnTo>
                  <a:lnTo>
                    <a:pt x="329920" y="2828809"/>
                  </a:lnTo>
                  <a:lnTo>
                    <a:pt x="330107" y="2828809"/>
                  </a:lnTo>
                  <a:lnTo>
                    <a:pt x="330294" y="2828844"/>
                  </a:lnTo>
                  <a:lnTo>
                    <a:pt x="330481" y="2829020"/>
                  </a:lnTo>
                  <a:lnTo>
                    <a:pt x="330668" y="2829196"/>
                  </a:lnTo>
                  <a:lnTo>
                    <a:pt x="330855" y="2829372"/>
                  </a:lnTo>
                  <a:lnTo>
                    <a:pt x="331042" y="2829548"/>
                  </a:lnTo>
                  <a:lnTo>
                    <a:pt x="331228" y="2829724"/>
                  </a:lnTo>
                  <a:lnTo>
                    <a:pt x="331415" y="2829899"/>
                  </a:lnTo>
                  <a:lnTo>
                    <a:pt x="331602" y="2830075"/>
                  </a:lnTo>
                  <a:lnTo>
                    <a:pt x="331789" y="2830251"/>
                  </a:lnTo>
                  <a:lnTo>
                    <a:pt x="331976" y="2830427"/>
                  </a:lnTo>
                  <a:lnTo>
                    <a:pt x="332163" y="2830447"/>
                  </a:lnTo>
                  <a:lnTo>
                    <a:pt x="332350" y="2830444"/>
                  </a:lnTo>
                  <a:lnTo>
                    <a:pt x="332537" y="2830526"/>
                  </a:lnTo>
                  <a:lnTo>
                    <a:pt x="332724" y="2830698"/>
                  </a:lnTo>
                  <a:lnTo>
                    <a:pt x="332911" y="2831006"/>
                  </a:lnTo>
                  <a:lnTo>
                    <a:pt x="333098" y="2831365"/>
                  </a:lnTo>
                  <a:lnTo>
                    <a:pt x="333285" y="2831609"/>
                  </a:lnTo>
                  <a:lnTo>
                    <a:pt x="333471" y="2831852"/>
                  </a:lnTo>
                  <a:lnTo>
                    <a:pt x="333658" y="2832096"/>
                  </a:lnTo>
                  <a:lnTo>
                    <a:pt x="333845" y="2832198"/>
                  </a:lnTo>
                  <a:lnTo>
                    <a:pt x="334032" y="2832152"/>
                  </a:lnTo>
                  <a:lnTo>
                    <a:pt x="334219" y="2832043"/>
                  </a:lnTo>
                  <a:lnTo>
                    <a:pt x="334406" y="2831935"/>
                  </a:lnTo>
                  <a:lnTo>
                    <a:pt x="334593" y="2831827"/>
                  </a:lnTo>
                  <a:lnTo>
                    <a:pt x="334780" y="2831718"/>
                  </a:lnTo>
                  <a:lnTo>
                    <a:pt x="334967" y="2831624"/>
                  </a:lnTo>
                  <a:lnTo>
                    <a:pt x="335154" y="2831569"/>
                  </a:lnTo>
                  <a:lnTo>
                    <a:pt x="335341" y="2831422"/>
                  </a:lnTo>
                  <a:lnTo>
                    <a:pt x="335528" y="2831334"/>
                  </a:lnTo>
                  <a:lnTo>
                    <a:pt x="335715" y="2831079"/>
                  </a:lnTo>
                  <a:lnTo>
                    <a:pt x="335901" y="2830727"/>
                  </a:lnTo>
                  <a:lnTo>
                    <a:pt x="336088" y="2830375"/>
                  </a:lnTo>
                  <a:lnTo>
                    <a:pt x="336275" y="2830023"/>
                  </a:lnTo>
                  <a:lnTo>
                    <a:pt x="336462" y="2829672"/>
                  </a:lnTo>
                  <a:lnTo>
                    <a:pt x="336649" y="2829460"/>
                  </a:lnTo>
                  <a:lnTo>
                    <a:pt x="336836" y="2829399"/>
                  </a:lnTo>
                  <a:lnTo>
                    <a:pt x="337023" y="2829399"/>
                  </a:lnTo>
                  <a:lnTo>
                    <a:pt x="337210" y="2829399"/>
                  </a:lnTo>
                  <a:lnTo>
                    <a:pt x="337397" y="2829399"/>
                  </a:lnTo>
                  <a:lnTo>
                    <a:pt x="337584" y="2829399"/>
                  </a:lnTo>
                  <a:lnTo>
                    <a:pt x="337771" y="2829399"/>
                  </a:lnTo>
                  <a:lnTo>
                    <a:pt x="337958" y="2829399"/>
                  </a:lnTo>
                  <a:lnTo>
                    <a:pt x="338145" y="2829399"/>
                  </a:lnTo>
                  <a:lnTo>
                    <a:pt x="338331" y="2829399"/>
                  </a:lnTo>
                  <a:lnTo>
                    <a:pt x="338518" y="2829399"/>
                  </a:lnTo>
                  <a:lnTo>
                    <a:pt x="338705" y="2829399"/>
                  </a:lnTo>
                  <a:lnTo>
                    <a:pt x="338892" y="2829399"/>
                  </a:lnTo>
                  <a:lnTo>
                    <a:pt x="339079" y="2829532"/>
                  </a:lnTo>
                  <a:lnTo>
                    <a:pt x="339266" y="2829686"/>
                  </a:lnTo>
                  <a:lnTo>
                    <a:pt x="339453" y="2829866"/>
                  </a:lnTo>
                  <a:lnTo>
                    <a:pt x="339640" y="2830056"/>
                  </a:lnTo>
                  <a:lnTo>
                    <a:pt x="339827" y="2830351"/>
                  </a:lnTo>
                  <a:lnTo>
                    <a:pt x="340014" y="2830716"/>
                  </a:lnTo>
                  <a:lnTo>
                    <a:pt x="340201" y="2831038"/>
                  </a:lnTo>
                  <a:lnTo>
                    <a:pt x="340388" y="2831259"/>
                  </a:lnTo>
                  <a:lnTo>
                    <a:pt x="340574" y="2831604"/>
                  </a:lnTo>
                  <a:lnTo>
                    <a:pt x="340761" y="2831956"/>
                  </a:lnTo>
                  <a:lnTo>
                    <a:pt x="340948" y="2832396"/>
                  </a:lnTo>
                  <a:lnTo>
                    <a:pt x="341135" y="2832836"/>
                  </a:lnTo>
                  <a:lnTo>
                    <a:pt x="341322" y="2833327"/>
                  </a:lnTo>
                  <a:lnTo>
                    <a:pt x="341528" y="2833682"/>
                  </a:lnTo>
                  <a:lnTo>
                    <a:pt x="343830" y="2833682"/>
                  </a:lnTo>
                  <a:lnTo>
                    <a:pt x="343939" y="2833555"/>
                  </a:lnTo>
                  <a:lnTo>
                    <a:pt x="344126" y="2833277"/>
                  </a:lnTo>
                  <a:lnTo>
                    <a:pt x="344313" y="2832837"/>
                  </a:lnTo>
                  <a:lnTo>
                    <a:pt x="344500" y="2832397"/>
                  </a:lnTo>
                  <a:lnTo>
                    <a:pt x="344687" y="2831984"/>
                  </a:lnTo>
                  <a:lnTo>
                    <a:pt x="344874" y="2831683"/>
                  </a:lnTo>
                  <a:lnTo>
                    <a:pt x="345061" y="2831382"/>
                  </a:lnTo>
                  <a:lnTo>
                    <a:pt x="345248" y="2831104"/>
                  </a:lnTo>
                  <a:lnTo>
                    <a:pt x="345434" y="2830915"/>
                  </a:lnTo>
                  <a:lnTo>
                    <a:pt x="345621" y="2830725"/>
                  </a:lnTo>
                  <a:lnTo>
                    <a:pt x="345808" y="2830536"/>
                  </a:lnTo>
                  <a:lnTo>
                    <a:pt x="345995" y="2830346"/>
                  </a:lnTo>
                  <a:lnTo>
                    <a:pt x="346182" y="2830157"/>
                  </a:lnTo>
                  <a:lnTo>
                    <a:pt x="346369" y="2829967"/>
                  </a:lnTo>
                  <a:lnTo>
                    <a:pt x="346556" y="2829778"/>
                  </a:lnTo>
                  <a:lnTo>
                    <a:pt x="346743" y="2829588"/>
                  </a:lnTo>
                  <a:lnTo>
                    <a:pt x="346930" y="2829399"/>
                  </a:lnTo>
                  <a:lnTo>
                    <a:pt x="347117" y="2829320"/>
                  </a:lnTo>
                  <a:lnTo>
                    <a:pt x="347304" y="2829341"/>
                  </a:lnTo>
                  <a:lnTo>
                    <a:pt x="347491" y="2829516"/>
                  </a:lnTo>
                  <a:lnTo>
                    <a:pt x="347677" y="2829754"/>
                  </a:lnTo>
                  <a:lnTo>
                    <a:pt x="347864" y="2830106"/>
                  </a:lnTo>
                  <a:lnTo>
                    <a:pt x="348051" y="2830458"/>
                  </a:lnTo>
                  <a:lnTo>
                    <a:pt x="348238" y="2830809"/>
                  </a:lnTo>
                  <a:lnTo>
                    <a:pt x="348425" y="2831161"/>
                  </a:lnTo>
                  <a:lnTo>
                    <a:pt x="348612" y="2831513"/>
                  </a:lnTo>
                  <a:lnTo>
                    <a:pt x="348799" y="2831865"/>
                  </a:lnTo>
                  <a:lnTo>
                    <a:pt x="348986" y="2832217"/>
                  </a:lnTo>
                  <a:lnTo>
                    <a:pt x="349173" y="2832569"/>
                  </a:lnTo>
                  <a:lnTo>
                    <a:pt x="349360" y="2832920"/>
                  </a:lnTo>
                  <a:lnTo>
                    <a:pt x="349547" y="2833272"/>
                  </a:lnTo>
                  <a:lnTo>
                    <a:pt x="349775" y="2833682"/>
                  </a:lnTo>
                  <a:lnTo>
                    <a:pt x="356837" y="2833614"/>
                  </a:lnTo>
                  <a:lnTo>
                    <a:pt x="357024" y="2833425"/>
                  </a:lnTo>
                  <a:lnTo>
                    <a:pt x="357210" y="2833374"/>
                  </a:lnTo>
                  <a:lnTo>
                    <a:pt x="357397" y="2833374"/>
                  </a:lnTo>
                  <a:lnTo>
                    <a:pt x="357584" y="2833384"/>
                  </a:lnTo>
                  <a:lnTo>
                    <a:pt x="357771" y="2833538"/>
                  </a:lnTo>
                  <a:lnTo>
                    <a:pt x="357914" y="2833682"/>
                  </a:lnTo>
                  <a:lnTo>
                    <a:pt x="405095" y="2833682"/>
                  </a:lnTo>
                  <a:lnTo>
                    <a:pt x="405249" y="2833585"/>
                  </a:lnTo>
                  <a:lnTo>
                    <a:pt x="405436" y="2833467"/>
                  </a:lnTo>
                  <a:lnTo>
                    <a:pt x="405623" y="2833350"/>
                  </a:lnTo>
                  <a:lnTo>
                    <a:pt x="405810" y="2833218"/>
                  </a:lnTo>
                  <a:lnTo>
                    <a:pt x="405997" y="2832992"/>
                  </a:lnTo>
                  <a:lnTo>
                    <a:pt x="406184" y="2832833"/>
                  </a:lnTo>
                  <a:lnTo>
                    <a:pt x="406371" y="2832814"/>
                  </a:lnTo>
                  <a:lnTo>
                    <a:pt x="406558" y="2832758"/>
                  </a:lnTo>
                  <a:lnTo>
                    <a:pt x="406744" y="2832799"/>
                  </a:lnTo>
                  <a:lnTo>
                    <a:pt x="406931" y="2832928"/>
                  </a:lnTo>
                  <a:lnTo>
                    <a:pt x="407118" y="2833074"/>
                  </a:lnTo>
                  <a:lnTo>
                    <a:pt x="407305" y="2833320"/>
                  </a:lnTo>
                  <a:lnTo>
                    <a:pt x="407492" y="2833535"/>
                  </a:lnTo>
                  <a:lnTo>
                    <a:pt x="407692" y="2833682"/>
                  </a:lnTo>
                  <a:lnTo>
                    <a:pt x="420016" y="2833644"/>
                  </a:lnTo>
                  <a:lnTo>
                    <a:pt x="420203" y="2833292"/>
                  </a:lnTo>
                  <a:lnTo>
                    <a:pt x="420390" y="2832940"/>
                  </a:lnTo>
                  <a:lnTo>
                    <a:pt x="420577" y="2832588"/>
                  </a:lnTo>
                  <a:lnTo>
                    <a:pt x="420763" y="2832236"/>
                  </a:lnTo>
                  <a:lnTo>
                    <a:pt x="420950" y="2831884"/>
                  </a:lnTo>
                  <a:lnTo>
                    <a:pt x="421137" y="2831533"/>
                  </a:lnTo>
                  <a:lnTo>
                    <a:pt x="421324" y="2831181"/>
                  </a:lnTo>
                  <a:lnTo>
                    <a:pt x="421511" y="2830829"/>
                  </a:lnTo>
                  <a:lnTo>
                    <a:pt x="421698" y="2830477"/>
                  </a:lnTo>
                  <a:lnTo>
                    <a:pt x="421885" y="2830125"/>
                  </a:lnTo>
                  <a:lnTo>
                    <a:pt x="422072" y="2829773"/>
                  </a:lnTo>
                  <a:lnTo>
                    <a:pt x="422259" y="2829422"/>
                  </a:lnTo>
                  <a:lnTo>
                    <a:pt x="422446" y="2829070"/>
                  </a:lnTo>
                  <a:lnTo>
                    <a:pt x="422633" y="2828999"/>
                  </a:lnTo>
                  <a:lnTo>
                    <a:pt x="422820" y="2829070"/>
                  </a:lnTo>
                  <a:lnTo>
                    <a:pt x="423007" y="2829389"/>
                  </a:lnTo>
                  <a:lnTo>
                    <a:pt x="423193" y="2829667"/>
                  </a:lnTo>
                  <a:lnTo>
                    <a:pt x="423380" y="2829968"/>
                  </a:lnTo>
                  <a:lnTo>
                    <a:pt x="423567" y="2830208"/>
                  </a:lnTo>
                  <a:lnTo>
                    <a:pt x="423754" y="2830461"/>
                  </a:lnTo>
                  <a:lnTo>
                    <a:pt x="423941" y="2830831"/>
                  </a:lnTo>
                  <a:lnTo>
                    <a:pt x="424128" y="2831225"/>
                  </a:lnTo>
                  <a:lnTo>
                    <a:pt x="424315" y="2831619"/>
                  </a:lnTo>
                  <a:lnTo>
                    <a:pt x="424502" y="2832021"/>
                  </a:lnTo>
                  <a:lnTo>
                    <a:pt x="424689" y="2832297"/>
                  </a:lnTo>
                  <a:lnTo>
                    <a:pt x="424876" y="2832686"/>
                  </a:lnTo>
                  <a:lnTo>
                    <a:pt x="425063" y="2833182"/>
                  </a:lnTo>
                  <a:lnTo>
                    <a:pt x="425264" y="2833682"/>
                  </a:lnTo>
                  <a:lnTo>
                    <a:pt x="447340" y="2833682"/>
                  </a:lnTo>
                  <a:lnTo>
                    <a:pt x="447493" y="2833373"/>
                  </a:lnTo>
                  <a:lnTo>
                    <a:pt x="447680" y="2833085"/>
                  </a:lnTo>
                  <a:lnTo>
                    <a:pt x="447867" y="2832805"/>
                  </a:lnTo>
                  <a:lnTo>
                    <a:pt x="448054" y="2832682"/>
                  </a:lnTo>
                  <a:lnTo>
                    <a:pt x="448241" y="2832552"/>
                  </a:lnTo>
                  <a:lnTo>
                    <a:pt x="448428" y="2832646"/>
                  </a:lnTo>
                  <a:lnTo>
                    <a:pt x="448615" y="2832779"/>
                  </a:lnTo>
                  <a:lnTo>
                    <a:pt x="448802" y="2832779"/>
                  </a:lnTo>
                  <a:lnTo>
                    <a:pt x="448989" y="2832779"/>
                  </a:lnTo>
                  <a:lnTo>
                    <a:pt x="449175" y="2832779"/>
                  </a:lnTo>
                  <a:lnTo>
                    <a:pt x="449362" y="2832779"/>
                  </a:lnTo>
                  <a:lnTo>
                    <a:pt x="449549" y="2832779"/>
                  </a:lnTo>
                  <a:lnTo>
                    <a:pt x="449736" y="2832779"/>
                  </a:lnTo>
                  <a:lnTo>
                    <a:pt x="449923" y="2832779"/>
                  </a:lnTo>
                  <a:lnTo>
                    <a:pt x="450110" y="2832779"/>
                  </a:lnTo>
                  <a:lnTo>
                    <a:pt x="450297" y="2832779"/>
                  </a:lnTo>
                  <a:lnTo>
                    <a:pt x="450484" y="2832779"/>
                  </a:lnTo>
                  <a:lnTo>
                    <a:pt x="450671" y="2832779"/>
                  </a:lnTo>
                  <a:lnTo>
                    <a:pt x="450858" y="2832779"/>
                  </a:lnTo>
                  <a:lnTo>
                    <a:pt x="451045" y="2832779"/>
                  </a:lnTo>
                  <a:lnTo>
                    <a:pt x="451232" y="2832779"/>
                  </a:lnTo>
                  <a:lnTo>
                    <a:pt x="451419" y="2832779"/>
                  </a:lnTo>
                  <a:lnTo>
                    <a:pt x="451605" y="2832779"/>
                  </a:lnTo>
                  <a:lnTo>
                    <a:pt x="451792" y="2832779"/>
                  </a:lnTo>
                  <a:lnTo>
                    <a:pt x="451979" y="2832779"/>
                  </a:lnTo>
                  <a:lnTo>
                    <a:pt x="452166" y="2832779"/>
                  </a:lnTo>
                  <a:lnTo>
                    <a:pt x="452353" y="2832779"/>
                  </a:lnTo>
                  <a:lnTo>
                    <a:pt x="452540" y="2832779"/>
                  </a:lnTo>
                  <a:lnTo>
                    <a:pt x="452727" y="2832779"/>
                  </a:lnTo>
                  <a:lnTo>
                    <a:pt x="452914" y="2832779"/>
                  </a:lnTo>
                  <a:lnTo>
                    <a:pt x="453101" y="2832779"/>
                  </a:lnTo>
                  <a:lnTo>
                    <a:pt x="453288" y="2832779"/>
                  </a:lnTo>
                  <a:lnTo>
                    <a:pt x="453475" y="2832779"/>
                  </a:lnTo>
                  <a:lnTo>
                    <a:pt x="453662" y="2832779"/>
                  </a:lnTo>
                  <a:lnTo>
                    <a:pt x="453848" y="2832691"/>
                  </a:lnTo>
                  <a:lnTo>
                    <a:pt x="454035" y="2832515"/>
                  </a:lnTo>
                  <a:lnTo>
                    <a:pt x="454222" y="2832339"/>
                  </a:lnTo>
                  <a:lnTo>
                    <a:pt x="454409" y="2832164"/>
                  </a:lnTo>
                  <a:lnTo>
                    <a:pt x="454596" y="2831820"/>
                  </a:lnTo>
                  <a:lnTo>
                    <a:pt x="454783" y="2831469"/>
                  </a:lnTo>
                  <a:lnTo>
                    <a:pt x="454970" y="2831117"/>
                  </a:lnTo>
                  <a:lnTo>
                    <a:pt x="455157" y="2830765"/>
                  </a:lnTo>
                  <a:lnTo>
                    <a:pt x="455344" y="2830413"/>
                  </a:lnTo>
                  <a:lnTo>
                    <a:pt x="455531" y="2830061"/>
                  </a:lnTo>
                  <a:lnTo>
                    <a:pt x="455718" y="2829709"/>
                  </a:lnTo>
                  <a:lnTo>
                    <a:pt x="455905" y="2829358"/>
                  </a:lnTo>
                  <a:lnTo>
                    <a:pt x="456092" y="2829006"/>
                  </a:lnTo>
                  <a:lnTo>
                    <a:pt x="456278" y="2828654"/>
                  </a:lnTo>
                  <a:lnTo>
                    <a:pt x="456465" y="2828302"/>
                  </a:lnTo>
                  <a:lnTo>
                    <a:pt x="456652" y="2828038"/>
                  </a:lnTo>
                  <a:lnTo>
                    <a:pt x="456839" y="2827862"/>
                  </a:lnTo>
                  <a:lnTo>
                    <a:pt x="457026" y="2827686"/>
                  </a:lnTo>
                  <a:lnTo>
                    <a:pt x="457213" y="2827616"/>
                  </a:lnTo>
                  <a:lnTo>
                    <a:pt x="457400" y="2827854"/>
                  </a:lnTo>
                  <a:lnTo>
                    <a:pt x="457587" y="2828205"/>
                  </a:lnTo>
                  <a:lnTo>
                    <a:pt x="457774" y="2828557"/>
                  </a:lnTo>
                  <a:lnTo>
                    <a:pt x="457961" y="2828909"/>
                  </a:lnTo>
                  <a:lnTo>
                    <a:pt x="458148" y="2829261"/>
                  </a:lnTo>
                  <a:lnTo>
                    <a:pt x="458335" y="2829613"/>
                  </a:lnTo>
                  <a:lnTo>
                    <a:pt x="458521" y="2829965"/>
                  </a:lnTo>
                  <a:lnTo>
                    <a:pt x="458708" y="2830316"/>
                  </a:lnTo>
                  <a:lnTo>
                    <a:pt x="458895" y="2830668"/>
                  </a:lnTo>
                  <a:lnTo>
                    <a:pt x="459082" y="2831020"/>
                  </a:lnTo>
                  <a:lnTo>
                    <a:pt x="459269" y="2831372"/>
                  </a:lnTo>
                  <a:lnTo>
                    <a:pt x="459456" y="2831557"/>
                  </a:lnTo>
                  <a:lnTo>
                    <a:pt x="459643" y="2831733"/>
                  </a:lnTo>
                  <a:lnTo>
                    <a:pt x="459830" y="2831838"/>
                  </a:lnTo>
                  <a:lnTo>
                    <a:pt x="460017" y="2831733"/>
                  </a:lnTo>
                  <a:lnTo>
                    <a:pt x="460204" y="2831486"/>
                  </a:lnTo>
                  <a:lnTo>
                    <a:pt x="460391" y="2830991"/>
                  </a:lnTo>
                  <a:lnTo>
                    <a:pt x="460578" y="2830716"/>
                  </a:lnTo>
                  <a:lnTo>
                    <a:pt x="460765" y="2830595"/>
                  </a:lnTo>
                  <a:lnTo>
                    <a:pt x="460951" y="2830463"/>
                  </a:lnTo>
                  <a:lnTo>
                    <a:pt x="461138" y="2830240"/>
                  </a:lnTo>
                  <a:lnTo>
                    <a:pt x="461325" y="2829834"/>
                  </a:lnTo>
                  <a:lnTo>
                    <a:pt x="461512" y="2829404"/>
                  </a:lnTo>
                  <a:lnTo>
                    <a:pt x="461699" y="2828974"/>
                  </a:lnTo>
                  <a:lnTo>
                    <a:pt x="461886" y="2828536"/>
                  </a:lnTo>
                  <a:lnTo>
                    <a:pt x="462073" y="2828224"/>
                  </a:lnTo>
                  <a:lnTo>
                    <a:pt x="462260" y="2827935"/>
                  </a:lnTo>
                  <a:lnTo>
                    <a:pt x="462447" y="2827548"/>
                  </a:lnTo>
                  <a:lnTo>
                    <a:pt x="462634" y="2827244"/>
                  </a:lnTo>
                  <a:lnTo>
                    <a:pt x="462821" y="2826921"/>
                  </a:lnTo>
                  <a:lnTo>
                    <a:pt x="463008" y="2826598"/>
                  </a:lnTo>
                  <a:lnTo>
                    <a:pt x="463195" y="2826274"/>
                  </a:lnTo>
                  <a:lnTo>
                    <a:pt x="463381" y="2825841"/>
                  </a:lnTo>
                  <a:lnTo>
                    <a:pt x="463568" y="2825315"/>
                  </a:lnTo>
                  <a:lnTo>
                    <a:pt x="463755" y="2824692"/>
                  </a:lnTo>
                  <a:lnTo>
                    <a:pt x="463942" y="2824222"/>
                  </a:lnTo>
                  <a:lnTo>
                    <a:pt x="464129" y="2823832"/>
                  </a:lnTo>
                  <a:lnTo>
                    <a:pt x="464316" y="2823442"/>
                  </a:lnTo>
                  <a:lnTo>
                    <a:pt x="464503" y="2823051"/>
                  </a:lnTo>
                  <a:lnTo>
                    <a:pt x="464690" y="2822661"/>
                  </a:lnTo>
                  <a:lnTo>
                    <a:pt x="464877" y="2822187"/>
                  </a:lnTo>
                  <a:lnTo>
                    <a:pt x="465064" y="2821746"/>
                  </a:lnTo>
                  <a:lnTo>
                    <a:pt x="465251" y="2821333"/>
                  </a:lnTo>
                  <a:lnTo>
                    <a:pt x="465438" y="2820911"/>
                  </a:lnTo>
                  <a:lnTo>
                    <a:pt x="465624" y="2820536"/>
                  </a:lnTo>
                  <a:lnTo>
                    <a:pt x="465811" y="2820240"/>
                  </a:lnTo>
                  <a:lnTo>
                    <a:pt x="465998" y="2820051"/>
                  </a:lnTo>
                  <a:lnTo>
                    <a:pt x="466185" y="2819907"/>
                  </a:lnTo>
                  <a:lnTo>
                    <a:pt x="466372" y="2819907"/>
                  </a:lnTo>
                  <a:lnTo>
                    <a:pt x="466559" y="2819749"/>
                  </a:lnTo>
                  <a:lnTo>
                    <a:pt x="466746" y="2819728"/>
                  </a:lnTo>
                  <a:lnTo>
                    <a:pt x="466933" y="2819612"/>
                  </a:lnTo>
                  <a:lnTo>
                    <a:pt x="467120" y="2819513"/>
                  </a:lnTo>
                  <a:lnTo>
                    <a:pt x="467307" y="2819555"/>
                  </a:lnTo>
                  <a:lnTo>
                    <a:pt x="467494" y="2819605"/>
                  </a:lnTo>
                  <a:lnTo>
                    <a:pt x="467681" y="2819654"/>
                  </a:lnTo>
                  <a:lnTo>
                    <a:pt x="467868" y="2819704"/>
                  </a:lnTo>
                  <a:lnTo>
                    <a:pt x="468054" y="2819754"/>
                  </a:lnTo>
                  <a:lnTo>
                    <a:pt x="468241" y="2819804"/>
                  </a:lnTo>
                  <a:lnTo>
                    <a:pt x="468428" y="2819854"/>
                  </a:lnTo>
                  <a:lnTo>
                    <a:pt x="468615" y="2819904"/>
                  </a:lnTo>
                  <a:lnTo>
                    <a:pt x="468802" y="2819953"/>
                  </a:lnTo>
                  <a:lnTo>
                    <a:pt x="468989" y="2820003"/>
                  </a:lnTo>
                  <a:lnTo>
                    <a:pt x="469176" y="2820053"/>
                  </a:lnTo>
                  <a:lnTo>
                    <a:pt x="469363" y="2820216"/>
                  </a:lnTo>
                  <a:lnTo>
                    <a:pt x="469550" y="2820392"/>
                  </a:lnTo>
                  <a:lnTo>
                    <a:pt x="469737" y="2820662"/>
                  </a:lnTo>
                  <a:lnTo>
                    <a:pt x="469924" y="2820842"/>
                  </a:lnTo>
                  <a:lnTo>
                    <a:pt x="470111" y="2820996"/>
                  </a:lnTo>
                  <a:lnTo>
                    <a:pt x="470298" y="2821129"/>
                  </a:lnTo>
                  <a:lnTo>
                    <a:pt x="470484" y="2821129"/>
                  </a:lnTo>
                  <a:lnTo>
                    <a:pt x="470671" y="2821129"/>
                  </a:lnTo>
                  <a:lnTo>
                    <a:pt x="470858" y="2821129"/>
                  </a:lnTo>
                  <a:lnTo>
                    <a:pt x="471045" y="2821129"/>
                  </a:lnTo>
                  <a:lnTo>
                    <a:pt x="471232" y="2821129"/>
                  </a:lnTo>
                  <a:lnTo>
                    <a:pt x="471419" y="2821129"/>
                  </a:lnTo>
                  <a:lnTo>
                    <a:pt x="471606" y="2821129"/>
                  </a:lnTo>
                  <a:lnTo>
                    <a:pt x="471793" y="2821129"/>
                  </a:lnTo>
                  <a:lnTo>
                    <a:pt x="471980" y="2821129"/>
                  </a:lnTo>
                  <a:lnTo>
                    <a:pt x="472167" y="2821129"/>
                  </a:lnTo>
                  <a:lnTo>
                    <a:pt x="472354" y="2821129"/>
                  </a:lnTo>
                  <a:lnTo>
                    <a:pt x="472541" y="2821129"/>
                  </a:lnTo>
                  <a:lnTo>
                    <a:pt x="472727" y="2821129"/>
                  </a:lnTo>
                  <a:lnTo>
                    <a:pt x="472914" y="2821129"/>
                  </a:lnTo>
                  <a:lnTo>
                    <a:pt x="473101" y="2821226"/>
                  </a:lnTo>
                  <a:lnTo>
                    <a:pt x="473288" y="2821290"/>
                  </a:lnTo>
                  <a:lnTo>
                    <a:pt x="473475" y="2821437"/>
                  </a:lnTo>
                  <a:lnTo>
                    <a:pt x="473662" y="2821536"/>
                  </a:lnTo>
                  <a:lnTo>
                    <a:pt x="473849" y="2821635"/>
                  </a:lnTo>
                  <a:lnTo>
                    <a:pt x="474036" y="2821735"/>
                  </a:lnTo>
                  <a:lnTo>
                    <a:pt x="474223" y="2821834"/>
                  </a:lnTo>
                  <a:lnTo>
                    <a:pt x="474410" y="2821933"/>
                  </a:lnTo>
                  <a:lnTo>
                    <a:pt x="474597" y="2822032"/>
                  </a:lnTo>
                  <a:lnTo>
                    <a:pt x="474784" y="2822131"/>
                  </a:lnTo>
                  <a:lnTo>
                    <a:pt x="474971" y="2822230"/>
                  </a:lnTo>
                  <a:lnTo>
                    <a:pt x="475157" y="2822330"/>
                  </a:lnTo>
                  <a:lnTo>
                    <a:pt x="475344" y="2822429"/>
                  </a:lnTo>
                  <a:lnTo>
                    <a:pt x="475531" y="2822682"/>
                  </a:lnTo>
                  <a:lnTo>
                    <a:pt x="475718" y="2822935"/>
                  </a:lnTo>
                  <a:lnTo>
                    <a:pt x="475905" y="2823144"/>
                  </a:lnTo>
                  <a:lnTo>
                    <a:pt x="476092" y="2823262"/>
                  </a:lnTo>
                  <a:lnTo>
                    <a:pt x="476279" y="2823313"/>
                  </a:lnTo>
                  <a:lnTo>
                    <a:pt x="476466" y="2823502"/>
                  </a:lnTo>
                  <a:lnTo>
                    <a:pt x="476653" y="2823692"/>
                  </a:lnTo>
                  <a:lnTo>
                    <a:pt x="476840" y="2823881"/>
                  </a:lnTo>
                  <a:lnTo>
                    <a:pt x="477027" y="2824071"/>
                  </a:lnTo>
                  <a:lnTo>
                    <a:pt x="477214" y="2824260"/>
                  </a:lnTo>
                  <a:lnTo>
                    <a:pt x="477400" y="2824450"/>
                  </a:lnTo>
                  <a:lnTo>
                    <a:pt x="477587" y="2824639"/>
                  </a:lnTo>
                  <a:lnTo>
                    <a:pt x="477774" y="2824829"/>
                  </a:lnTo>
                  <a:lnTo>
                    <a:pt x="477961" y="2825018"/>
                  </a:lnTo>
                  <a:lnTo>
                    <a:pt x="478148" y="2825208"/>
                  </a:lnTo>
                  <a:lnTo>
                    <a:pt x="478335" y="2825362"/>
                  </a:lnTo>
                  <a:lnTo>
                    <a:pt x="478522" y="2825505"/>
                  </a:lnTo>
                  <a:lnTo>
                    <a:pt x="478709" y="2825505"/>
                  </a:lnTo>
                  <a:lnTo>
                    <a:pt x="478896" y="2825505"/>
                  </a:lnTo>
                  <a:lnTo>
                    <a:pt x="479083" y="2825505"/>
                  </a:lnTo>
                  <a:lnTo>
                    <a:pt x="479270" y="2825505"/>
                  </a:lnTo>
                  <a:lnTo>
                    <a:pt x="479457" y="2825505"/>
                  </a:lnTo>
                  <a:lnTo>
                    <a:pt x="479644" y="2825505"/>
                  </a:lnTo>
                  <a:lnTo>
                    <a:pt x="479830" y="2825505"/>
                  </a:lnTo>
                  <a:lnTo>
                    <a:pt x="480017" y="2825505"/>
                  </a:lnTo>
                  <a:lnTo>
                    <a:pt x="480204" y="2825505"/>
                  </a:lnTo>
                  <a:lnTo>
                    <a:pt x="480391" y="2825505"/>
                  </a:lnTo>
                  <a:lnTo>
                    <a:pt x="480578" y="2825505"/>
                  </a:lnTo>
                  <a:lnTo>
                    <a:pt x="480765" y="2825505"/>
                  </a:lnTo>
                  <a:lnTo>
                    <a:pt x="480952" y="2825505"/>
                  </a:lnTo>
                  <a:lnTo>
                    <a:pt x="481139" y="2825505"/>
                  </a:lnTo>
                  <a:lnTo>
                    <a:pt x="481326" y="2825505"/>
                  </a:lnTo>
                  <a:lnTo>
                    <a:pt x="481513" y="2825505"/>
                  </a:lnTo>
                  <a:lnTo>
                    <a:pt x="481700" y="2825505"/>
                  </a:lnTo>
                  <a:lnTo>
                    <a:pt x="481887" y="2825505"/>
                  </a:lnTo>
                  <a:lnTo>
                    <a:pt x="482074" y="2825505"/>
                  </a:lnTo>
                  <a:lnTo>
                    <a:pt x="482260" y="2825505"/>
                  </a:lnTo>
                  <a:lnTo>
                    <a:pt x="482447" y="2825505"/>
                  </a:lnTo>
                  <a:lnTo>
                    <a:pt x="482634" y="2825664"/>
                  </a:lnTo>
                  <a:lnTo>
                    <a:pt x="482821" y="2825660"/>
                  </a:lnTo>
                  <a:lnTo>
                    <a:pt x="483008" y="2825747"/>
                  </a:lnTo>
                  <a:lnTo>
                    <a:pt x="483195" y="2825858"/>
                  </a:lnTo>
                  <a:lnTo>
                    <a:pt x="483382" y="2825957"/>
                  </a:lnTo>
                  <a:lnTo>
                    <a:pt x="483569" y="2826057"/>
                  </a:lnTo>
                  <a:lnTo>
                    <a:pt x="483756" y="2826156"/>
                  </a:lnTo>
                  <a:lnTo>
                    <a:pt x="483943" y="2826255"/>
                  </a:lnTo>
                  <a:lnTo>
                    <a:pt x="484130" y="2826354"/>
                  </a:lnTo>
                  <a:lnTo>
                    <a:pt x="484317" y="2826453"/>
                  </a:lnTo>
                  <a:lnTo>
                    <a:pt x="484503" y="2826553"/>
                  </a:lnTo>
                  <a:lnTo>
                    <a:pt x="484690" y="2826652"/>
                  </a:lnTo>
                  <a:lnTo>
                    <a:pt x="484877" y="2826751"/>
                  </a:lnTo>
                  <a:lnTo>
                    <a:pt x="485064" y="2826850"/>
                  </a:lnTo>
                  <a:lnTo>
                    <a:pt x="485251" y="2826949"/>
                  </a:lnTo>
                  <a:lnTo>
                    <a:pt x="485438" y="2826919"/>
                  </a:lnTo>
                  <a:lnTo>
                    <a:pt x="485625" y="2826915"/>
                  </a:lnTo>
                  <a:lnTo>
                    <a:pt x="485812" y="2826795"/>
                  </a:lnTo>
                  <a:lnTo>
                    <a:pt x="485999" y="2826459"/>
                  </a:lnTo>
                  <a:lnTo>
                    <a:pt x="486186" y="2826037"/>
                  </a:lnTo>
                  <a:lnTo>
                    <a:pt x="486373" y="2825342"/>
                  </a:lnTo>
                  <a:lnTo>
                    <a:pt x="486560" y="2824639"/>
                  </a:lnTo>
                  <a:lnTo>
                    <a:pt x="486747" y="2823935"/>
                  </a:lnTo>
                  <a:lnTo>
                    <a:pt x="486933" y="2823231"/>
                  </a:lnTo>
                  <a:lnTo>
                    <a:pt x="487120" y="2822528"/>
                  </a:lnTo>
                  <a:lnTo>
                    <a:pt x="487307" y="2821824"/>
                  </a:lnTo>
                  <a:lnTo>
                    <a:pt x="487494" y="2821120"/>
                  </a:lnTo>
                  <a:lnTo>
                    <a:pt x="487681" y="2820417"/>
                  </a:lnTo>
                  <a:lnTo>
                    <a:pt x="487868" y="2819713"/>
                  </a:lnTo>
                  <a:lnTo>
                    <a:pt x="488055" y="2819009"/>
                  </a:lnTo>
                  <a:lnTo>
                    <a:pt x="488242" y="2818306"/>
                  </a:lnTo>
                  <a:lnTo>
                    <a:pt x="488429" y="2817602"/>
                  </a:lnTo>
                  <a:lnTo>
                    <a:pt x="488616" y="2816925"/>
                  </a:lnTo>
                  <a:lnTo>
                    <a:pt x="488803" y="2816423"/>
                  </a:lnTo>
                  <a:lnTo>
                    <a:pt x="488990" y="2816142"/>
                  </a:lnTo>
                  <a:lnTo>
                    <a:pt x="489177" y="2816133"/>
                  </a:lnTo>
                  <a:lnTo>
                    <a:pt x="489363" y="2816133"/>
                  </a:lnTo>
                  <a:lnTo>
                    <a:pt x="489550" y="2816133"/>
                  </a:lnTo>
                  <a:lnTo>
                    <a:pt x="489737" y="2816133"/>
                  </a:lnTo>
                  <a:lnTo>
                    <a:pt x="489924" y="2816133"/>
                  </a:lnTo>
                  <a:lnTo>
                    <a:pt x="490111" y="2816133"/>
                  </a:lnTo>
                  <a:lnTo>
                    <a:pt x="490298" y="2816133"/>
                  </a:lnTo>
                  <a:lnTo>
                    <a:pt x="490485" y="2816133"/>
                  </a:lnTo>
                  <a:lnTo>
                    <a:pt x="490672" y="2816133"/>
                  </a:lnTo>
                  <a:lnTo>
                    <a:pt x="490859" y="2816133"/>
                  </a:lnTo>
                  <a:lnTo>
                    <a:pt x="491046" y="2816133"/>
                  </a:lnTo>
                  <a:lnTo>
                    <a:pt x="491233" y="2816221"/>
                  </a:lnTo>
                  <a:lnTo>
                    <a:pt x="491420" y="2816397"/>
                  </a:lnTo>
                  <a:lnTo>
                    <a:pt x="491606" y="2816573"/>
                  </a:lnTo>
                  <a:lnTo>
                    <a:pt x="491793" y="2816749"/>
                  </a:lnTo>
                  <a:lnTo>
                    <a:pt x="491980" y="2817092"/>
                  </a:lnTo>
                  <a:lnTo>
                    <a:pt x="492167" y="2817444"/>
                  </a:lnTo>
                  <a:lnTo>
                    <a:pt x="492354" y="2817795"/>
                  </a:lnTo>
                  <a:lnTo>
                    <a:pt x="492541" y="2818147"/>
                  </a:lnTo>
                  <a:lnTo>
                    <a:pt x="492728" y="2818499"/>
                  </a:lnTo>
                  <a:lnTo>
                    <a:pt x="492915" y="2818851"/>
                  </a:lnTo>
                  <a:lnTo>
                    <a:pt x="493102" y="2819203"/>
                  </a:lnTo>
                  <a:lnTo>
                    <a:pt x="493289" y="2819555"/>
                  </a:lnTo>
                  <a:lnTo>
                    <a:pt x="493476" y="2819906"/>
                  </a:lnTo>
                  <a:lnTo>
                    <a:pt x="493663" y="2820258"/>
                  </a:lnTo>
                  <a:lnTo>
                    <a:pt x="493850" y="2820610"/>
                  </a:lnTo>
                  <a:lnTo>
                    <a:pt x="494036" y="2820874"/>
                  </a:lnTo>
                  <a:lnTo>
                    <a:pt x="494223" y="2821050"/>
                  </a:lnTo>
                  <a:lnTo>
                    <a:pt x="494410" y="2821226"/>
                  </a:lnTo>
                  <a:lnTo>
                    <a:pt x="494597" y="2821402"/>
                  </a:lnTo>
                  <a:lnTo>
                    <a:pt x="494784" y="2821410"/>
                  </a:lnTo>
                  <a:lnTo>
                    <a:pt x="494971" y="2821410"/>
                  </a:lnTo>
                  <a:lnTo>
                    <a:pt x="495158" y="2821410"/>
                  </a:lnTo>
                  <a:lnTo>
                    <a:pt x="495345" y="2821410"/>
                  </a:lnTo>
                  <a:lnTo>
                    <a:pt x="495532" y="2821410"/>
                  </a:lnTo>
                  <a:lnTo>
                    <a:pt x="495719" y="2821410"/>
                  </a:lnTo>
                  <a:lnTo>
                    <a:pt x="495906" y="2821410"/>
                  </a:lnTo>
                  <a:lnTo>
                    <a:pt x="496093" y="2821410"/>
                  </a:lnTo>
                  <a:lnTo>
                    <a:pt x="496279" y="2821410"/>
                  </a:lnTo>
                  <a:lnTo>
                    <a:pt x="496466" y="2821410"/>
                  </a:lnTo>
                  <a:lnTo>
                    <a:pt x="496653" y="2821410"/>
                  </a:lnTo>
                  <a:lnTo>
                    <a:pt x="496840" y="2821578"/>
                  </a:lnTo>
                  <a:lnTo>
                    <a:pt x="497027" y="2821754"/>
                  </a:lnTo>
                  <a:lnTo>
                    <a:pt x="497214" y="2822000"/>
                  </a:lnTo>
                  <a:lnTo>
                    <a:pt x="497401" y="2822352"/>
                  </a:lnTo>
                  <a:lnTo>
                    <a:pt x="497588" y="2822703"/>
                  </a:lnTo>
                  <a:lnTo>
                    <a:pt x="497775" y="2823055"/>
                  </a:lnTo>
                  <a:lnTo>
                    <a:pt x="497962" y="2823229"/>
                  </a:lnTo>
                  <a:lnTo>
                    <a:pt x="498149" y="2823391"/>
                  </a:lnTo>
                  <a:lnTo>
                    <a:pt x="498336" y="2823634"/>
                  </a:lnTo>
                  <a:lnTo>
                    <a:pt x="498523" y="2823957"/>
                  </a:lnTo>
                  <a:lnTo>
                    <a:pt x="498709" y="2824345"/>
                  </a:lnTo>
                  <a:lnTo>
                    <a:pt x="498896" y="2824733"/>
                  </a:lnTo>
                  <a:lnTo>
                    <a:pt x="499083" y="2825121"/>
                  </a:lnTo>
                  <a:lnTo>
                    <a:pt x="499270" y="2825509"/>
                  </a:lnTo>
                  <a:lnTo>
                    <a:pt x="499457" y="2825897"/>
                  </a:lnTo>
                  <a:lnTo>
                    <a:pt x="499644" y="2826147"/>
                  </a:lnTo>
                  <a:lnTo>
                    <a:pt x="499831" y="2826391"/>
                  </a:lnTo>
                  <a:lnTo>
                    <a:pt x="500018" y="2826577"/>
                  </a:lnTo>
                  <a:lnTo>
                    <a:pt x="500205" y="2826676"/>
                  </a:lnTo>
                  <a:lnTo>
                    <a:pt x="500392" y="2826775"/>
                  </a:lnTo>
                  <a:lnTo>
                    <a:pt x="500579" y="2826874"/>
                  </a:lnTo>
                  <a:lnTo>
                    <a:pt x="500766" y="2826986"/>
                  </a:lnTo>
                  <a:lnTo>
                    <a:pt x="500953" y="2827117"/>
                  </a:lnTo>
                  <a:lnTo>
                    <a:pt x="501139" y="2827293"/>
                  </a:lnTo>
                  <a:lnTo>
                    <a:pt x="501326" y="2827373"/>
                  </a:lnTo>
                  <a:lnTo>
                    <a:pt x="501513" y="2827373"/>
                  </a:lnTo>
                  <a:lnTo>
                    <a:pt x="501700" y="2827373"/>
                  </a:lnTo>
                  <a:lnTo>
                    <a:pt x="501887" y="2827373"/>
                  </a:lnTo>
                  <a:lnTo>
                    <a:pt x="502074" y="2827373"/>
                  </a:lnTo>
                  <a:lnTo>
                    <a:pt x="502261" y="2827373"/>
                  </a:lnTo>
                  <a:lnTo>
                    <a:pt x="502448" y="2827373"/>
                  </a:lnTo>
                  <a:lnTo>
                    <a:pt x="502635" y="2827373"/>
                  </a:lnTo>
                  <a:lnTo>
                    <a:pt x="502822" y="2827373"/>
                  </a:lnTo>
                  <a:lnTo>
                    <a:pt x="503009" y="2827373"/>
                  </a:lnTo>
                  <a:lnTo>
                    <a:pt x="503196" y="2827373"/>
                  </a:lnTo>
                  <a:lnTo>
                    <a:pt x="503382" y="2827373"/>
                  </a:lnTo>
                  <a:lnTo>
                    <a:pt x="503569" y="2827373"/>
                  </a:lnTo>
                  <a:lnTo>
                    <a:pt x="503756" y="2827373"/>
                  </a:lnTo>
                  <a:lnTo>
                    <a:pt x="503943" y="2827531"/>
                  </a:lnTo>
                  <a:lnTo>
                    <a:pt x="504130" y="2827551"/>
                  </a:lnTo>
                  <a:lnTo>
                    <a:pt x="504317" y="2827668"/>
                  </a:lnTo>
                  <a:lnTo>
                    <a:pt x="504504" y="2827767"/>
                  </a:lnTo>
                  <a:lnTo>
                    <a:pt x="504691" y="2827725"/>
                  </a:lnTo>
                  <a:lnTo>
                    <a:pt x="504878" y="2827675"/>
                  </a:lnTo>
                  <a:lnTo>
                    <a:pt x="505065" y="2827625"/>
                  </a:lnTo>
                  <a:lnTo>
                    <a:pt x="505252" y="2827575"/>
                  </a:lnTo>
                  <a:lnTo>
                    <a:pt x="505439" y="2827525"/>
                  </a:lnTo>
                  <a:lnTo>
                    <a:pt x="505626" y="2827476"/>
                  </a:lnTo>
                  <a:lnTo>
                    <a:pt x="505812" y="2827426"/>
                  </a:lnTo>
                  <a:lnTo>
                    <a:pt x="505999" y="2827376"/>
                  </a:lnTo>
                  <a:lnTo>
                    <a:pt x="506186" y="2827326"/>
                  </a:lnTo>
                  <a:lnTo>
                    <a:pt x="506373" y="2827276"/>
                  </a:lnTo>
                  <a:lnTo>
                    <a:pt x="506560" y="2827226"/>
                  </a:lnTo>
                  <a:lnTo>
                    <a:pt x="506747" y="2827063"/>
                  </a:lnTo>
                  <a:lnTo>
                    <a:pt x="506934" y="2826888"/>
                  </a:lnTo>
                  <a:lnTo>
                    <a:pt x="507121" y="2826618"/>
                  </a:lnTo>
                  <a:lnTo>
                    <a:pt x="507308" y="2826437"/>
                  </a:lnTo>
                  <a:lnTo>
                    <a:pt x="507495" y="2826284"/>
                  </a:lnTo>
                  <a:lnTo>
                    <a:pt x="507682" y="2826150"/>
                  </a:lnTo>
                  <a:lnTo>
                    <a:pt x="507869" y="2826150"/>
                  </a:lnTo>
                  <a:lnTo>
                    <a:pt x="508056" y="2826150"/>
                  </a:lnTo>
                  <a:lnTo>
                    <a:pt x="508242" y="2826150"/>
                  </a:lnTo>
                  <a:lnTo>
                    <a:pt x="508429" y="2826150"/>
                  </a:lnTo>
                  <a:lnTo>
                    <a:pt x="508616" y="2826150"/>
                  </a:lnTo>
                  <a:lnTo>
                    <a:pt x="508803" y="2826150"/>
                  </a:lnTo>
                  <a:lnTo>
                    <a:pt x="508990" y="2826150"/>
                  </a:lnTo>
                  <a:lnTo>
                    <a:pt x="509177" y="2826150"/>
                  </a:lnTo>
                  <a:lnTo>
                    <a:pt x="509364" y="2826150"/>
                  </a:lnTo>
                  <a:lnTo>
                    <a:pt x="509551" y="2826150"/>
                  </a:lnTo>
                  <a:lnTo>
                    <a:pt x="509738" y="2826150"/>
                  </a:lnTo>
                  <a:lnTo>
                    <a:pt x="509925" y="2826150"/>
                  </a:lnTo>
                  <a:lnTo>
                    <a:pt x="510112" y="2826150"/>
                  </a:lnTo>
                  <a:lnTo>
                    <a:pt x="510299" y="2826150"/>
                  </a:lnTo>
                  <a:lnTo>
                    <a:pt x="510485" y="2826150"/>
                  </a:lnTo>
                  <a:lnTo>
                    <a:pt x="510672" y="2826150"/>
                  </a:lnTo>
                  <a:lnTo>
                    <a:pt x="510859" y="2826150"/>
                  </a:lnTo>
                  <a:lnTo>
                    <a:pt x="511046" y="2826150"/>
                  </a:lnTo>
                  <a:lnTo>
                    <a:pt x="511233" y="2826150"/>
                  </a:lnTo>
                  <a:lnTo>
                    <a:pt x="511420" y="2826150"/>
                  </a:lnTo>
                  <a:lnTo>
                    <a:pt x="511607" y="2826150"/>
                  </a:lnTo>
                  <a:lnTo>
                    <a:pt x="511794" y="2826150"/>
                  </a:lnTo>
                  <a:lnTo>
                    <a:pt x="511981" y="2826150"/>
                  </a:lnTo>
                  <a:lnTo>
                    <a:pt x="512168" y="2826150"/>
                  </a:lnTo>
                  <a:lnTo>
                    <a:pt x="512355" y="2826150"/>
                  </a:lnTo>
                  <a:lnTo>
                    <a:pt x="512542" y="2826150"/>
                  </a:lnTo>
                  <a:lnTo>
                    <a:pt x="512729" y="2826150"/>
                  </a:lnTo>
                  <a:lnTo>
                    <a:pt x="512915" y="2825996"/>
                  </a:lnTo>
                  <a:lnTo>
                    <a:pt x="513102" y="2825843"/>
                  </a:lnTo>
                  <a:lnTo>
                    <a:pt x="513289" y="2825653"/>
                  </a:lnTo>
                  <a:lnTo>
                    <a:pt x="513476" y="2825464"/>
                  </a:lnTo>
                  <a:lnTo>
                    <a:pt x="513663" y="2825274"/>
                  </a:lnTo>
                  <a:lnTo>
                    <a:pt x="513850" y="2825085"/>
                  </a:lnTo>
                  <a:lnTo>
                    <a:pt x="514037" y="2824895"/>
                  </a:lnTo>
                  <a:lnTo>
                    <a:pt x="514224" y="2824706"/>
                  </a:lnTo>
                  <a:lnTo>
                    <a:pt x="514411" y="2824516"/>
                  </a:lnTo>
                  <a:lnTo>
                    <a:pt x="514598" y="2824327"/>
                  </a:lnTo>
                  <a:lnTo>
                    <a:pt x="514785" y="2824137"/>
                  </a:lnTo>
                  <a:lnTo>
                    <a:pt x="514972" y="2823948"/>
                  </a:lnTo>
                  <a:lnTo>
                    <a:pt x="515158" y="2823758"/>
                  </a:lnTo>
                  <a:lnTo>
                    <a:pt x="515345" y="2823569"/>
                  </a:lnTo>
                  <a:lnTo>
                    <a:pt x="515532" y="2823379"/>
                  </a:lnTo>
                  <a:lnTo>
                    <a:pt x="515719" y="2823225"/>
                  </a:lnTo>
                  <a:lnTo>
                    <a:pt x="515906" y="2823082"/>
                  </a:lnTo>
                  <a:lnTo>
                    <a:pt x="516093" y="2823082"/>
                  </a:lnTo>
                  <a:lnTo>
                    <a:pt x="516280" y="2823082"/>
                  </a:lnTo>
                  <a:lnTo>
                    <a:pt x="516467" y="2823082"/>
                  </a:lnTo>
                  <a:lnTo>
                    <a:pt x="516654" y="2823082"/>
                  </a:lnTo>
                  <a:lnTo>
                    <a:pt x="516841" y="2823082"/>
                  </a:lnTo>
                  <a:lnTo>
                    <a:pt x="517028" y="2823082"/>
                  </a:lnTo>
                  <a:lnTo>
                    <a:pt x="517215" y="2823082"/>
                  </a:lnTo>
                  <a:lnTo>
                    <a:pt x="517402" y="2823082"/>
                  </a:lnTo>
                  <a:lnTo>
                    <a:pt x="517588" y="2823082"/>
                  </a:lnTo>
                  <a:lnTo>
                    <a:pt x="517775" y="2823082"/>
                  </a:lnTo>
                  <a:lnTo>
                    <a:pt x="517962" y="2823082"/>
                  </a:lnTo>
                  <a:lnTo>
                    <a:pt x="518149" y="2823082"/>
                  </a:lnTo>
                  <a:lnTo>
                    <a:pt x="518336" y="2823082"/>
                  </a:lnTo>
                  <a:lnTo>
                    <a:pt x="518523" y="2823082"/>
                  </a:lnTo>
                  <a:lnTo>
                    <a:pt x="518710" y="2823082"/>
                  </a:lnTo>
                  <a:lnTo>
                    <a:pt x="518897" y="2823082"/>
                  </a:lnTo>
                  <a:lnTo>
                    <a:pt x="519084" y="2823082"/>
                  </a:lnTo>
                  <a:lnTo>
                    <a:pt x="519271" y="2823082"/>
                  </a:lnTo>
                  <a:lnTo>
                    <a:pt x="519458" y="2823082"/>
                  </a:lnTo>
                  <a:lnTo>
                    <a:pt x="519645" y="2823082"/>
                  </a:lnTo>
                  <a:lnTo>
                    <a:pt x="519832" y="2823082"/>
                  </a:lnTo>
                  <a:lnTo>
                    <a:pt x="520018" y="2823082"/>
                  </a:lnTo>
                  <a:lnTo>
                    <a:pt x="520205" y="2823082"/>
                  </a:lnTo>
                  <a:lnTo>
                    <a:pt x="520392" y="2823082"/>
                  </a:lnTo>
                  <a:lnTo>
                    <a:pt x="520579" y="2823082"/>
                  </a:lnTo>
                  <a:lnTo>
                    <a:pt x="520766" y="2823082"/>
                  </a:lnTo>
                  <a:lnTo>
                    <a:pt x="520953" y="2823082"/>
                  </a:lnTo>
                  <a:lnTo>
                    <a:pt x="521140" y="2823082"/>
                  </a:lnTo>
                  <a:lnTo>
                    <a:pt x="521327" y="2823082"/>
                  </a:lnTo>
                  <a:lnTo>
                    <a:pt x="521514" y="2823082"/>
                  </a:lnTo>
                  <a:lnTo>
                    <a:pt x="521701" y="2823082"/>
                  </a:lnTo>
                  <a:lnTo>
                    <a:pt x="521888" y="2823082"/>
                  </a:lnTo>
                  <a:lnTo>
                    <a:pt x="522075" y="2823082"/>
                  </a:lnTo>
                  <a:lnTo>
                    <a:pt x="522261" y="2823082"/>
                  </a:lnTo>
                  <a:lnTo>
                    <a:pt x="522448" y="2823082"/>
                  </a:lnTo>
                  <a:lnTo>
                    <a:pt x="522635" y="2823082"/>
                  </a:lnTo>
                  <a:lnTo>
                    <a:pt x="522822" y="2823082"/>
                  </a:lnTo>
                  <a:lnTo>
                    <a:pt x="523009" y="2823082"/>
                  </a:lnTo>
                  <a:lnTo>
                    <a:pt x="523196" y="2823108"/>
                  </a:lnTo>
                  <a:lnTo>
                    <a:pt x="523383" y="2823310"/>
                  </a:lnTo>
                  <a:lnTo>
                    <a:pt x="523570" y="2823733"/>
                  </a:lnTo>
                  <a:lnTo>
                    <a:pt x="523757" y="2824427"/>
                  </a:lnTo>
                  <a:lnTo>
                    <a:pt x="523944" y="2825131"/>
                  </a:lnTo>
                  <a:lnTo>
                    <a:pt x="524131" y="2825835"/>
                  </a:lnTo>
                  <a:lnTo>
                    <a:pt x="524318" y="2826538"/>
                  </a:lnTo>
                  <a:lnTo>
                    <a:pt x="524505" y="2827242"/>
                  </a:lnTo>
                  <a:lnTo>
                    <a:pt x="524691" y="2827946"/>
                  </a:lnTo>
                  <a:lnTo>
                    <a:pt x="524878" y="2828649"/>
                  </a:lnTo>
                  <a:lnTo>
                    <a:pt x="525065" y="2829353"/>
                  </a:lnTo>
                  <a:lnTo>
                    <a:pt x="525252" y="2830057"/>
                  </a:lnTo>
                  <a:lnTo>
                    <a:pt x="525439" y="2830760"/>
                  </a:lnTo>
                  <a:lnTo>
                    <a:pt x="525626" y="2831464"/>
                  </a:lnTo>
                  <a:lnTo>
                    <a:pt x="525813" y="2832168"/>
                  </a:lnTo>
                  <a:lnTo>
                    <a:pt x="526000" y="2832845"/>
                  </a:lnTo>
                  <a:lnTo>
                    <a:pt x="526187" y="2833346"/>
                  </a:lnTo>
                  <a:lnTo>
                    <a:pt x="526374" y="2833628"/>
                  </a:lnTo>
                  <a:lnTo>
                    <a:pt x="526561" y="2833637"/>
                  </a:lnTo>
                  <a:lnTo>
                    <a:pt x="526748" y="2833637"/>
                  </a:lnTo>
                  <a:lnTo>
                    <a:pt x="526934" y="2833637"/>
                  </a:lnTo>
                  <a:lnTo>
                    <a:pt x="527121" y="2833637"/>
                  </a:lnTo>
                  <a:lnTo>
                    <a:pt x="527308" y="2833637"/>
                  </a:lnTo>
                  <a:lnTo>
                    <a:pt x="527495" y="2833637"/>
                  </a:lnTo>
                  <a:lnTo>
                    <a:pt x="527682" y="2833637"/>
                  </a:lnTo>
                  <a:lnTo>
                    <a:pt x="527869" y="2833637"/>
                  </a:lnTo>
                  <a:lnTo>
                    <a:pt x="528056" y="2833637"/>
                  </a:lnTo>
                  <a:lnTo>
                    <a:pt x="528243" y="2833637"/>
                  </a:lnTo>
                  <a:lnTo>
                    <a:pt x="528430" y="2833637"/>
                  </a:lnTo>
                  <a:lnTo>
                    <a:pt x="528617" y="2833637"/>
                  </a:lnTo>
                  <a:lnTo>
                    <a:pt x="528804" y="2833637"/>
                  </a:lnTo>
                  <a:lnTo>
                    <a:pt x="528991" y="2833637"/>
                  </a:lnTo>
                  <a:lnTo>
                    <a:pt x="529178" y="2833637"/>
                  </a:lnTo>
                  <a:lnTo>
                    <a:pt x="529364" y="2833637"/>
                  </a:lnTo>
                  <a:lnTo>
                    <a:pt x="529551" y="2833637"/>
                  </a:lnTo>
                  <a:lnTo>
                    <a:pt x="529738" y="2833637"/>
                  </a:lnTo>
                  <a:lnTo>
                    <a:pt x="529925" y="2833637"/>
                  </a:lnTo>
                  <a:lnTo>
                    <a:pt x="530112" y="2833637"/>
                  </a:lnTo>
                  <a:lnTo>
                    <a:pt x="530299" y="2833637"/>
                  </a:lnTo>
                  <a:lnTo>
                    <a:pt x="530486" y="2833637"/>
                  </a:lnTo>
                  <a:lnTo>
                    <a:pt x="530673" y="2833637"/>
                  </a:lnTo>
                  <a:lnTo>
                    <a:pt x="530860" y="2833637"/>
                  </a:lnTo>
                  <a:lnTo>
                    <a:pt x="531047" y="2833637"/>
                  </a:lnTo>
                  <a:lnTo>
                    <a:pt x="531234" y="2833637"/>
                  </a:lnTo>
                  <a:lnTo>
                    <a:pt x="531421" y="2833637"/>
                  </a:lnTo>
                  <a:lnTo>
                    <a:pt x="531608" y="2833637"/>
                  </a:lnTo>
                  <a:lnTo>
                    <a:pt x="531794" y="2833637"/>
                  </a:lnTo>
                  <a:lnTo>
                    <a:pt x="531981" y="2833637"/>
                  </a:lnTo>
                  <a:lnTo>
                    <a:pt x="532168" y="2833637"/>
                  </a:lnTo>
                  <a:lnTo>
                    <a:pt x="532355" y="2833637"/>
                  </a:lnTo>
                  <a:lnTo>
                    <a:pt x="532542" y="2833637"/>
                  </a:lnTo>
                  <a:lnTo>
                    <a:pt x="532729" y="2833637"/>
                  </a:lnTo>
                  <a:lnTo>
                    <a:pt x="532916" y="2833637"/>
                  </a:lnTo>
                  <a:lnTo>
                    <a:pt x="533103" y="2833637"/>
                  </a:lnTo>
                  <a:lnTo>
                    <a:pt x="533290" y="2833637"/>
                  </a:lnTo>
                  <a:lnTo>
                    <a:pt x="533477" y="2833637"/>
                  </a:lnTo>
                  <a:lnTo>
                    <a:pt x="533664" y="2833637"/>
                  </a:lnTo>
                  <a:lnTo>
                    <a:pt x="533851" y="2833637"/>
                  </a:lnTo>
                  <a:lnTo>
                    <a:pt x="534037" y="2833637"/>
                  </a:lnTo>
                  <a:lnTo>
                    <a:pt x="534224" y="2833637"/>
                  </a:lnTo>
                  <a:lnTo>
                    <a:pt x="534411" y="2833637"/>
                  </a:lnTo>
                  <a:lnTo>
                    <a:pt x="534598" y="2833637"/>
                  </a:lnTo>
                  <a:lnTo>
                    <a:pt x="534785" y="2833637"/>
                  </a:lnTo>
                  <a:lnTo>
                    <a:pt x="534972" y="2833637"/>
                  </a:lnTo>
                  <a:lnTo>
                    <a:pt x="535159" y="2833637"/>
                  </a:lnTo>
                  <a:lnTo>
                    <a:pt x="535346" y="2833637"/>
                  </a:lnTo>
                  <a:lnTo>
                    <a:pt x="535533" y="2833637"/>
                  </a:lnTo>
                  <a:lnTo>
                    <a:pt x="535720" y="2833637"/>
                  </a:lnTo>
                  <a:lnTo>
                    <a:pt x="535907" y="2833637"/>
                  </a:lnTo>
                  <a:lnTo>
                    <a:pt x="536094" y="2833637"/>
                  </a:lnTo>
                  <a:lnTo>
                    <a:pt x="536281" y="2833637"/>
                  </a:lnTo>
                  <a:lnTo>
                    <a:pt x="536467" y="2833637"/>
                  </a:lnTo>
                  <a:lnTo>
                    <a:pt x="536654" y="2833637"/>
                  </a:lnTo>
                  <a:lnTo>
                    <a:pt x="536841" y="2833637"/>
                  </a:lnTo>
                  <a:lnTo>
                    <a:pt x="537028" y="2833637"/>
                  </a:lnTo>
                  <a:lnTo>
                    <a:pt x="537215" y="2833637"/>
                  </a:lnTo>
                  <a:lnTo>
                    <a:pt x="537402" y="2833637"/>
                  </a:lnTo>
                  <a:lnTo>
                    <a:pt x="537589" y="2833637"/>
                  </a:lnTo>
                  <a:lnTo>
                    <a:pt x="537776" y="2833637"/>
                  </a:lnTo>
                  <a:lnTo>
                    <a:pt x="537963" y="2833637"/>
                  </a:lnTo>
                  <a:lnTo>
                    <a:pt x="538150" y="2833637"/>
                  </a:lnTo>
                  <a:lnTo>
                    <a:pt x="538337" y="2833637"/>
                  </a:lnTo>
                  <a:lnTo>
                    <a:pt x="538524" y="2833637"/>
                  </a:lnTo>
                  <a:lnTo>
                    <a:pt x="538711" y="2833637"/>
                  </a:lnTo>
                  <a:lnTo>
                    <a:pt x="538897" y="2833637"/>
                  </a:lnTo>
                  <a:lnTo>
                    <a:pt x="539084" y="2833637"/>
                  </a:lnTo>
                  <a:lnTo>
                    <a:pt x="539271" y="2833637"/>
                  </a:lnTo>
                  <a:lnTo>
                    <a:pt x="539458" y="2833637"/>
                  </a:lnTo>
                  <a:lnTo>
                    <a:pt x="539645" y="2833637"/>
                  </a:lnTo>
                  <a:lnTo>
                    <a:pt x="539832" y="2833637"/>
                  </a:lnTo>
                  <a:lnTo>
                    <a:pt x="540019" y="2833637"/>
                  </a:lnTo>
                  <a:lnTo>
                    <a:pt x="540206" y="2833637"/>
                  </a:lnTo>
                  <a:lnTo>
                    <a:pt x="540393" y="2833637"/>
                  </a:lnTo>
                  <a:lnTo>
                    <a:pt x="540580" y="2833637"/>
                  </a:lnTo>
                  <a:lnTo>
                    <a:pt x="540767" y="2833637"/>
                  </a:lnTo>
                  <a:lnTo>
                    <a:pt x="540954" y="2833637"/>
                  </a:lnTo>
                  <a:lnTo>
                    <a:pt x="541140" y="2833637"/>
                  </a:lnTo>
                  <a:lnTo>
                    <a:pt x="541327" y="2833637"/>
                  </a:lnTo>
                  <a:lnTo>
                    <a:pt x="541514" y="2833637"/>
                  </a:lnTo>
                  <a:lnTo>
                    <a:pt x="541701" y="2833637"/>
                  </a:lnTo>
                  <a:lnTo>
                    <a:pt x="541888" y="2833637"/>
                  </a:lnTo>
                  <a:lnTo>
                    <a:pt x="542075" y="2833637"/>
                  </a:lnTo>
                  <a:lnTo>
                    <a:pt x="542262" y="2833637"/>
                  </a:lnTo>
                  <a:lnTo>
                    <a:pt x="542449" y="2833637"/>
                  </a:lnTo>
                  <a:lnTo>
                    <a:pt x="542636" y="2833637"/>
                  </a:lnTo>
                  <a:lnTo>
                    <a:pt x="542823" y="2833637"/>
                  </a:lnTo>
                  <a:lnTo>
                    <a:pt x="543010" y="2833637"/>
                  </a:lnTo>
                  <a:lnTo>
                    <a:pt x="543197" y="2833637"/>
                  </a:lnTo>
                  <a:lnTo>
                    <a:pt x="543384" y="2833637"/>
                  </a:lnTo>
                  <a:lnTo>
                    <a:pt x="543570" y="2833637"/>
                  </a:lnTo>
                  <a:lnTo>
                    <a:pt x="543757" y="2833637"/>
                  </a:lnTo>
                  <a:lnTo>
                    <a:pt x="543944" y="2833637"/>
                  </a:lnTo>
                  <a:lnTo>
                    <a:pt x="544131" y="2833637"/>
                  </a:lnTo>
                  <a:lnTo>
                    <a:pt x="544318" y="2833637"/>
                  </a:lnTo>
                  <a:lnTo>
                    <a:pt x="544505" y="2833637"/>
                  </a:lnTo>
                  <a:lnTo>
                    <a:pt x="544692" y="2833637"/>
                  </a:lnTo>
                  <a:lnTo>
                    <a:pt x="544879" y="2833637"/>
                  </a:lnTo>
                  <a:lnTo>
                    <a:pt x="545066" y="2833637"/>
                  </a:lnTo>
                  <a:lnTo>
                    <a:pt x="545253" y="2833637"/>
                  </a:lnTo>
                  <a:lnTo>
                    <a:pt x="545440" y="2833637"/>
                  </a:lnTo>
                  <a:lnTo>
                    <a:pt x="545627" y="2833637"/>
                  </a:lnTo>
                  <a:lnTo>
                    <a:pt x="545813" y="2833637"/>
                  </a:lnTo>
                  <a:lnTo>
                    <a:pt x="546000" y="2833637"/>
                  </a:lnTo>
                  <a:lnTo>
                    <a:pt x="546187" y="2833637"/>
                  </a:lnTo>
                  <a:lnTo>
                    <a:pt x="546374" y="2833637"/>
                  </a:lnTo>
                  <a:lnTo>
                    <a:pt x="546561" y="2833637"/>
                  </a:lnTo>
                  <a:lnTo>
                    <a:pt x="546748" y="2833637"/>
                  </a:lnTo>
                  <a:lnTo>
                    <a:pt x="546935" y="2833637"/>
                  </a:lnTo>
                  <a:lnTo>
                    <a:pt x="547122" y="2833637"/>
                  </a:lnTo>
                  <a:lnTo>
                    <a:pt x="547309" y="2833637"/>
                  </a:lnTo>
                  <a:lnTo>
                    <a:pt x="547496" y="2833637"/>
                  </a:lnTo>
                  <a:lnTo>
                    <a:pt x="547683" y="2833637"/>
                  </a:lnTo>
                  <a:lnTo>
                    <a:pt x="547870" y="2833637"/>
                  </a:lnTo>
                  <a:lnTo>
                    <a:pt x="548057" y="2833637"/>
                  </a:lnTo>
                  <a:lnTo>
                    <a:pt x="548243" y="2833637"/>
                  </a:lnTo>
                  <a:lnTo>
                    <a:pt x="548430" y="2833637"/>
                  </a:lnTo>
                  <a:lnTo>
                    <a:pt x="548617" y="2833637"/>
                  </a:lnTo>
                  <a:lnTo>
                    <a:pt x="548804" y="2833637"/>
                  </a:lnTo>
                  <a:lnTo>
                    <a:pt x="548991" y="2833637"/>
                  </a:lnTo>
                  <a:lnTo>
                    <a:pt x="549178" y="2833637"/>
                  </a:lnTo>
                  <a:lnTo>
                    <a:pt x="549365" y="2833637"/>
                  </a:lnTo>
                  <a:lnTo>
                    <a:pt x="549552" y="2833637"/>
                  </a:lnTo>
                  <a:lnTo>
                    <a:pt x="549739" y="2833637"/>
                  </a:lnTo>
                  <a:lnTo>
                    <a:pt x="549926" y="2833637"/>
                  </a:lnTo>
                  <a:lnTo>
                    <a:pt x="550113" y="2833637"/>
                  </a:lnTo>
                  <a:lnTo>
                    <a:pt x="550300" y="2833637"/>
                  </a:lnTo>
                  <a:lnTo>
                    <a:pt x="550487" y="2833637"/>
                  </a:lnTo>
                  <a:lnTo>
                    <a:pt x="550673" y="2833637"/>
                  </a:lnTo>
                  <a:lnTo>
                    <a:pt x="550860" y="2833637"/>
                  </a:lnTo>
                  <a:lnTo>
                    <a:pt x="551047" y="2833637"/>
                  </a:lnTo>
                  <a:lnTo>
                    <a:pt x="551234" y="2833637"/>
                  </a:lnTo>
                  <a:lnTo>
                    <a:pt x="551421" y="2833637"/>
                  </a:lnTo>
                  <a:lnTo>
                    <a:pt x="551608" y="2833637"/>
                  </a:lnTo>
                  <a:lnTo>
                    <a:pt x="551795" y="2833637"/>
                  </a:lnTo>
                  <a:lnTo>
                    <a:pt x="551982" y="2833637"/>
                  </a:lnTo>
                  <a:lnTo>
                    <a:pt x="552169" y="2833637"/>
                  </a:lnTo>
                  <a:lnTo>
                    <a:pt x="552356" y="2833637"/>
                  </a:lnTo>
                  <a:lnTo>
                    <a:pt x="552543" y="2833637"/>
                  </a:lnTo>
                  <a:lnTo>
                    <a:pt x="552730" y="2833637"/>
                  </a:lnTo>
                  <a:lnTo>
                    <a:pt x="552916" y="2833637"/>
                  </a:lnTo>
                  <a:lnTo>
                    <a:pt x="553103" y="2833637"/>
                  </a:lnTo>
                  <a:lnTo>
                    <a:pt x="553290" y="2833637"/>
                  </a:lnTo>
                  <a:lnTo>
                    <a:pt x="553477" y="2833637"/>
                  </a:lnTo>
                  <a:lnTo>
                    <a:pt x="553664" y="2833637"/>
                  </a:lnTo>
                  <a:lnTo>
                    <a:pt x="553851" y="2833637"/>
                  </a:lnTo>
                  <a:lnTo>
                    <a:pt x="554038" y="2833637"/>
                  </a:lnTo>
                  <a:lnTo>
                    <a:pt x="554225" y="2833637"/>
                  </a:lnTo>
                  <a:lnTo>
                    <a:pt x="554412" y="2833637"/>
                  </a:lnTo>
                  <a:lnTo>
                    <a:pt x="554599" y="2833637"/>
                  </a:lnTo>
                  <a:lnTo>
                    <a:pt x="554786" y="2833637"/>
                  </a:lnTo>
                  <a:lnTo>
                    <a:pt x="554973" y="2833637"/>
                  </a:lnTo>
                  <a:lnTo>
                    <a:pt x="555160" y="2833637"/>
                  </a:lnTo>
                  <a:lnTo>
                    <a:pt x="555346" y="2833637"/>
                  </a:lnTo>
                  <a:lnTo>
                    <a:pt x="555533" y="2833637"/>
                  </a:lnTo>
                  <a:lnTo>
                    <a:pt x="555720" y="2833637"/>
                  </a:lnTo>
                  <a:lnTo>
                    <a:pt x="555907" y="2833637"/>
                  </a:lnTo>
                  <a:lnTo>
                    <a:pt x="556094" y="2833637"/>
                  </a:lnTo>
                  <a:lnTo>
                    <a:pt x="556341" y="2833682"/>
                  </a:lnTo>
                  <a:lnTo>
                    <a:pt x="594816" y="2833682"/>
                  </a:lnTo>
                  <a:lnTo>
                    <a:pt x="594974" y="2832927"/>
                  </a:lnTo>
                  <a:lnTo>
                    <a:pt x="595161" y="2832034"/>
                  </a:lnTo>
                  <a:lnTo>
                    <a:pt x="595348" y="2831141"/>
                  </a:lnTo>
                  <a:lnTo>
                    <a:pt x="595534" y="2830397"/>
                  </a:lnTo>
                  <a:lnTo>
                    <a:pt x="595721" y="2829680"/>
                  </a:lnTo>
                  <a:lnTo>
                    <a:pt x="595908" y="2829121"/>
                  </a:lnTo>
                  <a:lnTo>
                    <a:pt x="596095" y="2828729"/>
                  </a:lnTo>
                  <a:lnTo>
                    <a:pt x="596282" y="2828276"/>
                  </a:lnTo>
                  <a:lnTo>
                    <a:pt x="596469" y="2827804"/>
                  </a:lnTo>
                  <a:lnTo>
                    <a:pt x="596656" y="2827333"/>
                  </a:lnTo>
                  <a:lnTo>
                    <a:pt x="596843" y="2826861"/>
                  </a:lnTo>
                  <a:lnTo>
                    <a:pt x="597030" y="2826496"/>
                  </a:lnTo>
                  <a:lnTo>
                    <a:pt x="597217" y="2826131"/>
                  </a:lnTo>
                  <a:lnTo>
                    <a:pt x="597404" y="2825836"/>
                  </a:lnTo>
                  <a:lnTo>
                    <a:pt x="597591" y="2825646"/>
                  </a:lnTo>
                  <a:lnTo>
                    <a:pt x="597777" y="2825457"/>
                  </a:lnTo>
                  <a:lnTo>
                    <a:pt x="597964" y="2825267"/>
                  </a:lnTo>
                  <a:lnTo>
                    <a:pt x="598151" y="2825078"/>
                  </a:lnTo>
                  <a:lnTo>
                    <a:pt x="598338" y="2824739"/>
                  </a:lnTo>
                  <a:lnTo>
                    <a:pt x="598525" y="2824373"/>
                  </a:lnTo>
                  <a:lnTo>
                    <a:pt x="598712" y="2824008"/>
                  </a:lnTo>
                  <a:lnTo>
                    <a:pt x="598899" y="2823642"/>
                  </a:lnTo>
                  <a:lnTo>
                    <a:pt x="599086" y="2823313"/>
                  </a:lnTo>
                  <a:lnTo>
                    <a:pt x="599273" y="2822993"/>
                  </a:lnTo>
                  <a:lnTo>
                    <a:pt x="599460" y="2822817"/>
                  </a:lnTo>
                  <a:lnTo>
                    <a:pt x="599647" y="2822806"/>
                  </a:lnTo>
                  <a:lnTo>
                    <a:pt x="599834" y="2822823"/>
                  </a:lnTo>
                  <a:lnTo>
                    <a:pt x="600021" y="2822848"/>
                  </a:lnTo>
                  <a:lnTo>
                    <a:pt x="600207" y="2822736"/>
                  </a:lnTo>
                  <a:lnTo>
                    <a:pt x="600394" y="2822497"/>
                  </a:lnTo>
                  <a:lnTo>
                    <a:pt x="600581" y="2822162"/>
                  </a:lnTo>
                  <a:lnTo>
                    <a:pt x="600768" y="2821981"/>
                  </a:lnTo>
                  <a:lnTo>
                    <a:pt x="600955" y="2821717"/>
                  </a:lnTo>
                  <a:lnTo>
                    <a:pt x="601142" y="2821444"/>
                  </a:lnTo>
                  <a:lnTo>
                    <a:pt x="601329" y="2821184"/>
                  </a:lnTo>
                  <a:lnTo>
                    <a:pt x="601516" y="2820924"/>
                  </a:lnTo>
                  <a:lnTo>
                    <a:pt x="601703" y="2820664"/>
                  </a:lnTo>
                  <a:lnTo>
                    <a:pt x="601890" y="2820404"/>
                  </a:lnTo>
                  <a:lnTo>
                    <a:pt x="602077" y="2820144"/>
                  </a:lnTo>
                  <a:lnTo>
                    <a:pt x="602264" y="2819884"/>
                  </a:lnTo>
                  <a:lnTo>
                    <a:pt x="602450" y="2819633"/>
                  </a:lnTo>
                  <a:lnTo>
                    <a:pt x="602637" y="2819376"/>
                  </a:lnTo>
                  <a:lnTo>
                    <a:pt x="602824" y="2819056"/>
                  </a:lnTo>
                  <a:lnTo>
                    <a:pt x="603011" y="2818946"/>
                  </a:lnTo>
                  <a:lnTo>
                    <a:pt x="603198" y="2818984"/>
                  </a:lnTo>
                  <a:lnTo>
                    <a:pt x="603385" y="2819127"/>
                  </a:lnTo>
                  <a:lnTo>
                    <a:pt x="603572" y="2819182"/>
                  </a:lnTo>
                  <a:lnTo>
                    <a:pt x="603759" y="2819235"/>
                  </a:lnTo>
                  <a:lnTo>
                    <a:pt x="603946" y="2819424"/>
                  </a:lnTo>
                  <a:lnTo>
                    <a:pt x="604133" y="2819613"/>
                  </a:lnTo>
                  <a:lnTo>
                    <a:pt x="604320" y="2819803"/>
                  </a:lnTo>
                  <a:lnTo>
                    <a:pt x="604507" y="2819992"/>
                  </a:lnTo>
                  <a:lnTo>
                    <a:pt x="604694" y="2820182"/>
                  </a:lnTo>
                  <a:lnTo>
                    <a:pt x="604880" y="2820477"/>
                  </a:lnTo>
                  <a:lnTo>
                    <a:pt x="605067" y="2820773"/>
                  </a:lnTo>
                  <a:lnTo>
                    <a:pt x="605254" y="2821069"/>
                  </a:lnTo>
                  <a:lnTo>
                    <a:pt x="605441" y="2821370"/>
                  </a:lnTo>
                  <a:lnTo>
                    <a:pt x="605628" y="2821671"/>
                  </a:lnTo>
                  <a:lnTo>
                    <a:pt x="605815" y="2821972"/>
                  </a:lnTo>
                  <a:lnTo>
                    <a:pt x="606002" y="2822268"/>
                  </a:lnTo>
                  <a:lnTo>
                    <a:pt x="606189" y="2822563"/>
                  </a:lnTo>
                  <a:lnTo>
                    <a:pt x="606376" y="2822659"/>
                  </a:lnTo>
                  <a:lnTo>
                    <a:pt x="606563" y="2822704"/>
                  </a:lnTo>
                  <a:lnTo>
                    <a:pt x="606750" y="2822627"/>
                  </a:lnTo>
                  <a:lnTo>
                    <a:pt x="606937" y="2822528"/>
                  </a:lnTo>
                  <a:lnTo>
                    <a:pt x="607124" y="2822428"/>
                  </a:lnTo>
                  <a:lnTo>
                    <a:pt x="607310" y="2822329"/>
                  </a:lnTo>
                  <a:lnTo>
                    <a:pt x="607497" y="2822218"/>
                  </a:lnTo>
                  <a:lnTo>
                    <a:pt x="607684" y="2822071"/>
                  </a:lnTo>
                  <a:lnTo>
                    <a:pt x="607871" y="2821924"/>
                  </a:lnTo>
                  <a:lnTo>
                    <a:pt x="608058" y="2821750"/>
                  </a:lnTo>
                  <a:lnTo>
                    <a:pt x="608245" y="2821398"/>
                  </a:lnTo>
                  <a:lnTo>
                    <a:pt x="608432" y="2821047"/>
                  </a:lnTo>
                  <a:lnTo>
                    <a:pt x="608619" y="2820695"/>
                  </a:lnTo>
                  <a:lnTo>
                    <a:pt x="608806" y="2820343"/>
                  </a:lnTo>
                  <a:lnTo>
                    <a:pt x="608993" y="2819991"/>
                  </a:lnTo>
                  <a:lnTo>
                    <a:pt x="609180" y="2819754"/>
                  </a:lnTo>
                  <a:lnTo>
                    <a:pt x="609367" y="2819578"/>
                  </a:lnTo>
                  <a:lnTo>
                    <a:pt x="609553" y="2819551"/>
                  </a:lnTo>
                  <a:lnTo>
                    <a:pt x="609740" y="2819551"/>
                  </a:lnTo>
                  <a:lnTo>
                    <a:pt x="609927" y="2819551"/>
                  </a:lnTo>
                  <a:lnTo>
                    <a:pt x="610114" y="2819551"/>
                  </a:lnTo>
                  <a:lnTo>
                    <a:pt x="610301" y="2819551"/>
                  </a:lnTo>
                  <a:lnTo>
                    <a:pt x="610488" y="2819551"/>
                  </a:lnTo>
                  <a:lnTo>
                    <a:pt x="610675" y="2819551"/>
                  </a:lnTo>
                  <a:lnTo>
                    <a:pt x="610862" y="2819551"/>
                  </a:lnTo>
                  <a:lnTo>
                    <a:pt x="611049" y="2819551"/>
                  </a:lnTo>
                  <a:lnTo>
                    <a:pt x="611236" y="2819551"/>
                  </a:lnTo>
                  <a:lnTo>
                    <a:pt x="611423" y="2819551"/>
                  </a:lnTo>
                  <a:lnTo>
                    <a:pt x="611610" y="2819551"/>
                  </a:lnTo>
                  <a:lnTo>
                    <a:pt x="611797" y="2819551"/>
                  </a:lnTo>
                  <a:lnTo>
                    <a:pt x="611983" y="2819551"/>
                  </a:lnTo>
                  <a:lnTo>
                    <a:pt x="612170" y="2819472"/>
                  </a:lnTo>
                  <a:lnTo>
                    <a:pt x="612357" y="2819296"/>
                  </a:lnTo>
                  <a:lnTo>
                    <a:pt x="612544" y="2819120"/>
                  </a:lnTo>
                  <a:lnTo>
                    <a:pt x="612731" y="2818944"/>
                  </a:lnTo>
                  <a:lnTo>
                    <a:pt x="612918" y="2818769"/>
                  </a:lnTo>
                  <a:lnTo>
                    <a:pt x="613105" y="2818593"/>
                  </a:lnTo>
                  <a:lnTo>
                    <a:pt x="613292" y="2818417"/>
                  </a:lnTo>
                  <a:lnTo>
                    <a:pt x="613479" y="2818241"/>
                  </a:lnTo>
                  <a:lnTo>
                    <a:pt x="613666" y="2817951"/>
                  </a:lnTo>
                  <a:lnTo>
                    <a:pt x="613853" y="2817599"/>
                  </a:lnTo>
                  <a:lnTo>
                    <a:pt x="614040" y="2817247"/>
                  </a:lnTo>
                  <a:lnTo>
                    <a:pt x="614227" y="2816895"/>
                  </a:lnTo>
                  <a:lnTo>
                    <a:pt x="614413" y="2816543"/>
                  </a:lnTo>
                  <a:lnTo>
                    <a:pt x="614600" y="2816191"/>
                  </a:lnTo>
                  <a:lnTo>
                    <a:pt x="614787" y="2815971"/>
                  </a:lnTo>
                  <a:lnTo>
                    <a:pt x="614974" y="2815963"/>
                  </a:lnTo>
                  <a:lnTo>
                    <a:pt x="615161" y="2816139"/>
                  </a:lnTo>
                  <a:lnTo>
                    <a:pt x="615348" y="2816314"/>
                  </a:lnTo>
                  <a:lnTo>
                    <a:pt x="615535" y="2816490"/>
                  </a:lnTo>
                  <a:lnTo>
                    <a:pt x="615722" y="2816666"/>
                  </a:lnTo>
                  <a:lnTo>
                    <a:pt x="615909" y="2816842"/>
                  </a:lnTo>
                  <a:lnTo>
                    <a:pt x="616096" y="2817174"/>
                  </a:lnTo>
                  <a:lnTo>
                    <a:pt x="616283" y="2817529"/>
                  </a:lnTo>
                  <a:lnTo>
                    <a:pt x="616470" y="2818010"/>
                  </a:lnTo>
                  <a:lnTo>
                    <a:pt x="616656" y="2818552"/>
                  </a:lnTo>
                  <a:lnTo>
                    <a:pt x="616843" y="2819093"/>
                  </a:lnTo>
                  <a:lnTo>
                    <a:pt x="617030" y="2819634"/>
                  </a:lnTo>
                  <a:lnTo>
                    <a:pt x="617217" y="2820176"/>
                  </a:lnTo>
                  <a:lnTo>
                    <a:pt x="617404" y="2820717"/>
                  </a:lnTo>
                  <a:lnTo>
                    <a:pt x="617591" y="2821126"/>
                  </a:lnTo>
                  <a:lnTo>
                    <a:pt x="617778" y="2821404"/>
                  </a:lnTo>
                  <a:lnTo>
                    <a:pt x="617965" y="2821593"/>
                  </a:lnTo>
                  <a:lnTo>
                    <a:pt x="618152" y="2821783"/>
                  </a:lnTo>
                  <a:lnTo>
                    <a:pt x="618339" y="2821972"/>
                  </a:lnTo>
                  <a:lnTo>
                    <a:pt x="618526" y="2822162"/>
                  </a:lnTo>
                  <a:lnTo>
                    <a:pt x="618713" y="2822351"/>
                  </a:lnTo>
                  <a:lnTo>
                    <a:pt x="618900" y="2822531"/>
                  </a:lnTo>
                  <a:lnTo>
                    <a:pt x="619086" y="2822685"/>
                  </a:lnTo>
                  <a:lnTo>
                    <a:pt x="619273" y="2822819"/>
                  </a:lnTo>
                  <a:lnTo>
                    <a:pt x="619460" y="2822819"/>
                  </a:lnTo>
                  <a:lnTo>
                    <a:pt x="619647" y="2822819"/>
                  </a:lnTo>
                  <a:lnTo>
                    <a:pt x="619834" y="2822819"/>
                  </a:lnTo>
                  <a:lnTo>
                    <a:pt x="620021" y="2822819"/>
                  </a:lnTo>
                  <a:lnTo>
                    <a:pt x="620208" y="2822819"/>
                  </a:lnTo>
                  <a:lnTo>
                    <a:pt x="620395" y="2822675"/>
                  </a:lnTo>
                  <a:lnTo>
                    <a:pt x="620582" y="2822485"/>
                  </a:lnTo>
                  <a:lnTo>
                    <a:pt x="620769" y="2822208"/>
                  </a:lnTo>
                  <a:lnTo>
                    <a:pt x="620956" y="2821907"/>
                  </a:lnTo>
                  <a:lnTo>
                    <a:pt x="621143" y="2821606"/>
                  </a:lnTo>
                  <a:lnTo>
                    <a:pt x="621329" y="2821304"/>
                  </a:lnTo>
                  <a:lnTo>
                    <a:pt x="621516" y="2820927"/>
                  </a:lnTo>
                  <a:lnTo>
                    <a:pt x="621703" y="2820553"/>
                  </a:lnTo>
                  <a:lnTo>
                    <a:pt x="621890" y="2820154"/>
                  </a:lnTo>
                  <a:lnTo>
                    <a:pt x="622077" y="2819825"/>
                  </a:lnTo>
                  <a:lnTo>
                    <a:pt x="622264" y="2819520"/>
                  </a:lnTo>
                  <a:lnTo>
                    <a:pt x="622451" y="2819215"/>
                  </a:lnTo>
                  <a:lnTo>
                    <a:pt x="622638" y="2818909"/>
                  </a:lnTo>
                  <a:lnTo>
                    <a:pt x="622825" y="2818604"/>
                  </a:lnTo>
                  <a:lnTo>
                    <a:pt x="623012" y="2818298"/>
                  </a:lnTo>
                  <a:lnTo>
                    <a:pt x="623199" y="2817993"/>
                  </a:lnTo>
                  <a:lnTo>
                    <a:pt x="623386" y="2817734"/>
                  </a:lnTo>
                  <a:lnTo>
                    <a:pt x="623573" y="2817476"/>
                  </a:lnTo>
                  <a:lnTo>
                    <a:pt x="623759" y="2817266"/>
                  </a:lnTo>
                  <a:lnTo>
                    <a:pt x="623946" y="2817056"/>
                  </a:lnTo>
                  <a:lnTo>
                    <a:pt x="624133" y="2816846"/>
                  </a:lnTo>
                  <a:lnTo>
                    <a:pt x="624320" y="2816697"/>
                  </a:lnTo>
                  <a:lnTo>
                    <a:pt x="624507" y="2816591"/>
                  </a:lnTo>
                  <a:lnTo>
                    <a:pt x="624694" y="2816557"/>
                  </a:lnTo>
                  <a:lnTo>
                    <a:pt x="624881" y="2816755"/>
                  </a:lnTo>
                  <a:lnTo>
                    <a:pt x="625068" y="2816908"/>
                  </a:lnTo>
                  <a:lnTo>
                    <a:pt x="625255" y="2817098"/>
                  </a:lnTo>
                  <a:lnTo>
                    <a:pt x="625442" y="2817287"/>
                  </a:lnTo>
                  <a:lnTo>
                    <a:pt x="625629" y="2817477"/>
                  </a:lnTo>
                  <a:lnTo>
                    <a:pt x="625816" y="2817666"/>
                  </a:lnTo>
                  <a:lnTo>
                    <a:pt x="626003" y="2817856"/>
                  </a:lnTo>
                  <a:lnTo>
                    <a:pt x="626189" y="2818045"/>
                  </a:lnTo>
                  <a:lnTo>
                    <a:pt x="626376" y="2818341"/>
                  </a:lnTo>
                  <a:lnTo>
                    <a:pt x="626563" y="2818642"/>
                  </a:lnTo>
                  <a:lnTo>
                    <a:pt x="626750" y="2819017"/>
                  </a:lnTo>
                  <a:lnTo>
                    <a:pt x="626937" y="2819393"/>
                  </a:lnTo>
                  <a:lnTo>
                    <a:pt x="627124" y="2819770"/>
                  </a:lnTo>
                  <a:lnTo>
                    <a:pt x="627311" y="2820191"/>
                  </a:lnTo>
                  <a:lnTo>
                    <a:pt x="627498" y="2820613"/>
                  </a:lnTo>
                  <a:lnTo>
                    <a:pt x="627685" y="2821034"/>
                  </a:lnTo>
                  <a:lnTo>
                    <a:pt x="627872" y="2821455"/>
                  </a:lnTo>
                  <a:lnTo>
                    <a:pt x="628059" y="2821877"/>
                  </a:lnTo>
                  <a:lnTo>
                    <a:pt x="628246" y="2822298"/>
                  </a:lnTo>
                  <a:lnTo>
                    <a:pt x="628432" y="2822756"/>
                  </a:lnTo>
                  <a:lnTo>
                    <a:pt x="628619" y="2823213"/>
                  </a:lnTo>
                  <a:lnTo>
                    <a:pt x="628806" y="2823671"/>
                  </a:lnTo>
                  <a:lnTo>
                    <a:pt x="628993" y="2824129"/>
                  </a:lnTo>
                  <a:lnTo>
                    <a:pt x="629180" y="2824587"/>
                  </a:lnTo>
                  <a:lnTo>
                    <a:pt x="629367" y="2825008"/>
                  </a:lnTo>
                  <a:lnTo>
                    <a:pt x="629554" y="2825429"/>
                  </a:lnTo>
                  <a:lnTo>
                    <a:pt x="629741" y="2825806"/>
                  </a:lnTo>
                  <a:lnTo>
                    <a:pt x="629928" y="2826183"/>
                  </a:lnTo>
                  <a:lnTo>
                    <a:pt x="630115" y="2826708"/>
                  </a:lnTo>
                  <a:lnTo>
                    <a:pt x="630302" y="2827180"/>
                  </a:lnTo>
                  <a:lnTo>
                    <a:pt x="630489" y="2827810"/>
                  </a:lnTo>
                  <a:lnTo>
                    <a:pt x="630676" y="2828500"/>
                  </a:lnTo>
                  <a:lnTo>
                    <a:pt x="630862" y="2829218"/>
                  </a:lnTo>
                  <a:lnTo>
                    <a:pt x="631049" y="2829935"/>
                  </a:lnTo>
                  <a:lnTo>
                    <a:pt x="631236" y="2830616"/>
                  </a:lnTo>
                  <a:lnTo>
                    <a:pt x="631423" y="2831288"/>
                  </a:lnTo>
                  <a:lnTo>
                    <a:pt x="631610" y="2831816"/>
                  </a:lnTo>
                  <a:lnTo>
                    <a:pt x="631797" y="2832343"/>
                  </a:lnTo>
                  <a:lnTo>
                    <a:pt x="631984" y="2832942"/>
                  </a:lnTo>
                  <a:lnTo>
                    <a:pt x="632181" y="2833682"/>
                  </a:lnTo>
                  <a:lnTo>
                    <a:pt x="698618" y="2833682"/>
                  </a:lnTo>
                  <a:lnTo>
                    <a:pt x="698715" y="2833472"/>
                  </a:lnTo>
                  <a:lnTo>
                    <a:pt x="698902" y="2832930"/>
                  </a:lnTo>
                  <a:lnTo>
                    <a:pt x="699089" y="2832389"/>
                  </a:lnTo>
                  <a:lnTo>
                    <a:pt x="699275" y="2831857"/>
                  </a:lnTo>
                  <a:lnTo>
                    <a:pt x="699462" y="2831366"/>
                  </a:lnTo>
                  <a:lnTo>
                    <a:pt x="699649" y="2831014"/>
                  </a:lnTo>
                  <a:lnTo>
                    <a:pt x="699836" y="2830663"/>
                  </a:lnTo>
                  <a:lnTo>
                    <a:pt x="700023" y="2830311"/>
                  </a:lnTo>
                  <a:lnTo>
                    <a:pt x="700210" y="2829959"/>
                  </a:lnTo>
                  <a:lnTo>
                    <a:pt x="700397" y="2829704"/>
                  </a:lnTo>
                  <a:lnTo>
                    <a:pt x="700584" y="2829528"/>
                  </a:lnTo>
                  <a:lnTo>
                    <a:pt x="700771" y="2829352"/>
                  </a:lnTo>
                  <a:lnTo>
                    <a:pt x="700958" y="2829176"/>
                  </a:lnTo>
                  <a:lnTo>
                    <a:pt x="701145" y="2829162"/>
                  </a:lnTo>
                  <a:lnTo>
                    <a:pt x="701332" y="2829166"/>
                  </a:lnTo>
                  <a:lnTo>
                    <a:pt x="701519" y="2829207"/>
                  </a:lnTo>
                  <a:lnTo>
                    <a:pt x="701705" y="2829361"/>
                  </a:lnTo>
                  <a:lnTo>
                    <a:pt x="701892" y="2829638"/>
                  </a:lnTo>
                  <a:lnTo>
                    <a:pt x="702079" y="2829921"/>
                  </a:lnTo>
                  <a:lnTo>
                    <a:pt x="702266" y="2830083"/>
                  </a:lnTo>
                  <a:lnTo>
                    <a:pt x="702453" y="2830232"/>
                  </a:lnTo>
                  <a:lnTo>
                    <a:pt x="702640" y="2830381"/>
                  </a:lnTo>
                  <a:lnTo>
                    <a:pt x="702827" y="2830507"/>
                  </a:lnTo>
                  <a:lnTo>
                    <a:pt x="703014" y="2830517"/>
                  </a:lnTo>
                  <a:lnTo>
                    <a:pt x="703201" y="2830473"/>
                  </a:lnTo>
                  <a:lnTo>
                    <a:pt x="703388" y="2830333"/>
                  </a:lnTo>
                  <a:lnTo>
                    <a:pt x="703575" y="2830297"/>
                  </a:lnTo>
                  <a:lnTo>
                    <a:pt x="703762" y="2830168"/>
                  </a:lnTo>
                  <a:lnTo>
                    <a:pt x="703948" y="2829977"/>
                  </a:lnTo>
                  <a:lnTo>
                    <a:pt x="704135" y="2829727"/>
                  </a:lnTo>
                  <a:lnTo>
                    <a:pt x="704322" y="2829452"/>
                  </a:lnTo>
                  <a:lnTo>
                    <a:pt x="704509" y="2828961"/>
                  </a:lnTo>
                  <a:lnTo>
                    <a:pt x="704696" y="2828459"/>
                  </a:lnTo>
                  <a:lnTo>
                    <a:pt x="704883" y="2827966"/>
                  </a:lnTo>
                  <a:lnTo>
                    <a:pt x="705070" y="2827521"/>
                  </a:lnTo>
                  <a:lnTo>
                    <a:pt x="705257" y="2827075"/>
                  </a:lnTo>
                  <a:lnTo>
                    <a:pt x="705444" y="2826628"/>
                  </a:lnTo>
                  <a:lnTo>
                    <a:pt x="705631" y="2826345"/>
                  </a:lnTo>
                  <a:lnTo>
                    <a:pt x="705818" y="2826229"/>
                  </a:lnTo>
                  <a:lnTo>
                    <a:pt x="706005" y="2826228"/>
                  </a:lnTo>
                  <a:lnTo>
                    <a:pt x="706192" y="2826252"/>
                  </a:lnTo>
                  <a:lnTo>
                    <a:pt x="706378" y="2826197"/>
                  </a:lnTo>
                  <a:lnTo>
                    <a:pt x="706565" y="2826060"/>
                  </a:lnTo>
                  <a:lnTo>
                    <a:pt x="706752" y="2825807"/>
                  </a:lnTo>
                  <a:lnTo>
                    <a:pt x="706939" y="2825511"/>
                  </a:lnTo>
                  <a:lnTo>
                    <a:pt x="707126" y="2825258"/>
                  </a:lnTo>
                  <a:lnTo>
                    <a:pt x="707313" y="2825053"/>
                  </a:lnTo>
                  <a:lnTo>
                    <a:pt x="707500" y="2824848"/>
                  </a:lnTo>
                  <a:lnTo>
                    <a:pt x="707687" y="2824643"/>
                  </a:lnTo>
                  <a:lnTo>
                    <a:pt x="707874" y="2824643"/>
                  </a:lnTo>
                  <a:lnTo>
                    <a:pt x="708061" y="2824643"/>
                  </a:lnTo>
                  <a:lnTo>
                    <a:pt x="708248" y="2824643"/>
                  </a:lnTo>
                  <a:lnTo>
                    <a:pt x="708435" y="2824467"/>
                  </a:lnTo>
                  <a:lnTo>
                    <a:pt x="708621" y="2824115"/>
                  </a:lnTo>
                  <a:lnTo>
                    <a:pt x="708808" y="2823869"/>
                  </a:lnTo>
                  <a:lnTo>
                    <a:pt x="708995" y="2823693"/>
                  </a:lnTo>
                  <a:lnTo>
                    <a:pt x="709182" y="2823517"/>
                  </a:lnTo>
                  <a:lnTo>
                    <a:pt x="709369" y="2823420"/>
                  </a:lnTo>
                  <a:lnTo>
                    <a:pt x="709556" y="2823420"/>
                  </a:lnTo>
                  <a:lnTo>
                    <a:pt x="709743" y="2823587"/>
                  </a:lnTo>
                  <a:lnTo>
                    <a:pt x="709930" y="2823763"/>
                  </a:lnTo>
                  <a:lnTo>
                    <a:pt x="710117" y="2823777"/>
                  </a:lnTo>
                  <a:lnTo>
                    <a:pt x="710304" y="2823786"/>
                  </a:lnTo>
                  <a:lnTo>
                    <a:pt x="710491" y="2824019"/>
                  </a:lnTo>
                  <a:lnTo>
                    <a:pt x="710678" y="2824272"/>
                  </a:lnTo>
                  <a:lnTo>
                    <a:pt x="710865" y="2824525"/>
                  </a:lnTo>
                  <a:lnTo>
                    <a:pt x="711051" y="2824814"/>
                  </a:lnTo>
                  <a:lnTo>
                    <a:pt x="711238" y="2825102"/>
                  </a:lnTo>
                  <a:lnTo>
                    <a:pt x="711425" y="2825391"/>
                  </a:lnTo>
                  <a:lnTo>
                    <a:pt x="711612" y="2825593"/>
                  </a:lnTo>
                  <a:lnTo>
                    <a:pt x="711799" y="2825738"/>
                  </a:lnTo>
                  <a:lnTo>
                    <a:pt x="711986" y="2825882"/>
                  </a:lnTo>
                  <a:lnTo>
                    <a:pt x="712173" y="2826026"/>
                  </a:lnTo>
                  <a:lnTo>
                    <a:pt x="712360" y="2826098"/>
                  </a:lnTo>
                  <a:lnTo>
                    <a:pt x="712547" y="2826098"/>
                  </a:lnTo>
                  <a:lnTo>
                    <a:pt x="712734" y="2826201"/>
                  </a:lnTo>
                  <a:lnTo>
                    <a:pt x="712921" y="2826335"/>
                  </a:lnTo>
                  <a:lnTo>
                    <a:pt x="713108" y="2826472"/>
                  </a:lnTo>
                  <a:lnTo>
                    <a:pt x="713295" y="2826734"/>
                  </a:lnTo>
                  <a:lnTo>
                    <a:pt x="713481" y="2826910"/>
                  </a:lnTo>
                  <a:lnTo>
                    <a:pt x="713668" y="2827172"/>
                  </a:lnTo>
                  <a:lnTo>
                    <a:pt x="713855" y="2827348"/>
                  </a:lnTo>
                  <a:lnTo>
                    <a:pt x="714042" y="2827517"/>
                  </a:lnTo>
                  <a:lnTo>
                    <a:pt x="714229" y="2827666"/>
                  </a:lnTo>
                  <a:lnTo>
                    <a:pt x="714416" y="2827817"/>
                  </a:lnTo>
                  <a:lnTo>
                    <a:pt x="714603" y="2827968"/>
                  </a:lnTo>
                  <a:lnTo>
                    <a:pt x="714790" y="2828118"/>
                  </a:lnTo>
                  <a:lnTo>
                    <a:pt x="714977" y="2828269"/>
                  </a:lnTo>
                  <a:lnTo>
                    <a:pt x="715164" y="2828338"/>
                  </a:lnTo>
                  <a:lnTo>
                    <a:pt x="715351" y="2828448"/>
                  </a:lnTo>
                  <a:lnTo>
                    <a:pt x="715538" y="2828530"/>
                  </a:lnTo>
                  <a:lnTo>
                    <a:pt x="715724" y="2828603"/>
                  </a:lnTo>
                  <a:lnTo>
                    <a:pt x="715911" y="2828589"/>
                  </a:lnTo>
                  <a:lnTo>
                    <a:pt x="716098" y="2828568"/>
                  </a:lnTo>
                  <a:lnTo>
                    <a:pt x="716285" y="2828548"/>
                  </a:lnTo>
                  <a:lnTo>
                    <a:pt x="716472" y="2828534"/>
                  </a:lnTo>
                  <a:lnTo>
                    <a:pt x="716659" y="2828606"/>
                  </a:lnTo>
                  <a:lnTo>
                    <a:pt x="716846" y="2828630"/>
                  </a:lnTo>
                  <a:lnTo>
                    <a:pt x="717033" y="2828704"/>
                  </a:lnTo>
                  <a:lnTo>
                    <a:pt x="717220" y="2828677"/>
                  </a:lnTo>
                  <a:lnTo>
                    <a:pt x="717407" y="2828639"/>
                  </a:lnTo>
                  <a:lnTo>
                    <a:pt x="717594" y="2828600"/>
                  </a:lnTo>
                  <a:lnTo>
                    <a:pt x="717781" y="2828562"/>
                  </a:lnTo>
                  <a:lnTo>
                    <a:pt x="717968" y="2828559"/>
                  </a:lnTo>
                  <a:lnTo>
                    <a:pt x="718154" y="2828556"/>
                  </a:lnTo>
                  <a:lnTo>
                    <a:pt x="718341" y="2828632"/>
                  </a:lnTo>
                  <a:lnTo>
                    <a:pt x="718528" y="2828842"/>
                  </a:lnTo>
                  <a:lnTo>
                    <a:pt x="718715" y="2829052"/>
                  </a:lnTo>
                  <a:lnTo>
                    <a:pt x="718902" y="2829262"/>
                  </a:lnTo>
                  <a:lnTo>
                    <a:pt x="719089" y="2829472"/>
                  </a:lnTo>
                  <a:lnTo>
                    <a:pt x="719276" y="2829623"/>
                  </a:lnTo>
                  <a:lnTo>
                    <a:pt x="719463" y="2829772"/>
                  </a:lnTo>
                  <a:lnTo>
                    <a:pt x="719650" y="2829877"/>
                  </a:lnTo>
                  <a:lnTo>
                    <a:pt x="719837" y="2830025"/>
                  </a:lnTo>
                  <a:lnTo>
                    <a:pt x="720024" y="2830200"/>
                  </a:lnTo>
                  <a:lnTo>
                    <a:pt x="720211" y="2830389"/>
                  </a:lnTo>
                  <a:lnTo>
                    <a:pt x="720398" y="2830579"/>
                  </a:lnTo>
                  <a:lnTo>
                    <a:pt x="720584" y="2830768"/>
                  </a:lnTo>
                  <a:lnTo>
                    <a:pt x="720771" y="2830958"/>
                  </a:lnTo>
                  <a:lnTo>
                    <a:pt x="720958" y="2831253"/>
                  </a:lnTo>
                  <a:lnTo>
                    <a:pt x="721145" y="2831531"/>
                  </a:lnTo>
                  <a:lnTo>
                    <a:pt x="721332" y="2831826"/>
                  </a:lnTo>
                  <a:lnTo>
                    <a:pt x="721519" y="2832122"/>
                  </a:lnTo>
                  <a:lnTo>
                    <a:pt x="721706" y="2832399"/>
                  </a:lnTo>
                  <a:lnTo>
                    <a:pt x="721893" y="2832589"/>
                  </a:lnTo>
                  <a:lnTo>
                    <a:pt x="722080" y="2832778"/>
                  </a:lnTo>
                  <a:lnTo>
                    <a:pt x="722267" y="2832968"/>
                  </a:lnTo>
                  <a:lnTo>
                    <a:pt x="722454" y="2833157"/>
                  </a:lnTo>
                  <a:lnTo>
                    <a:pt x="722641" y="2833347"/>
                  </a:lnTo>
                  <a:lnTo>
                    <a:pt x="722827" y="2833536"/>
                  </a:lnTo>
                  <a:lnTo>
                    <a:pt x="722972" y="2833682"/>
                  </a:lnTo>
                  <a:lnTo>
                    <a:pt x="724185" y="2833682"/>
                  </a:lnTo>
                  <a:lnTo>
                    <a:pt x="724323" y="2833292"/>
                  </a:lnTo>
                  <a:lnTo>
                    <a:pt x="724510" y="2832765"/>
                  </a:lnTo>
                  <a:lnTo>
                    <a:pt x="724697" y="2832445"/>
                  </a:lnTo>
                  <a:lnTo>
                    <a:pt x="724884" y="2832148"/>
                  </a:lnTo>
                  <a:lnTo>
                    <a:pt x="725071" y="2831851"/>
                  </a:lnTo>
                  <a:lnTo>
                    <a:pt x="725257" y="2831554"/>
                  </a:lnTo>
                  <a:lnTo>
                    <a:pt x="725444" y="2831311"/>
                  </a:lnTo>
                  <a:lnTo>
                    <a:pt x="725631" y="2830995"/>
                  </a:lnTo>
                  <a:lnTo>
                    <a:pt x="725818" y="2830607"/>
                  </a:lnTo>
                  <a:lnTo>
                    <a:pt x="726005" y="2830219"/>
                  </a:lnTo>
                  <a:lnTo>
                    <a:pt x="726192" y="2829831"/>
                  </a:lnTo>
                  <a:lnTo>
                    <a:pt x="726379" y="2829444"/>
                  </a:lnTo>
                  <a:lnTo>
                    <a:pt x="726566" y="2829142"/>
                  </a:lnTo>
                  <a:lnTo>
                    <a:pt x="726753" y="2828978"/>
                  </a:lnTo>
                  <a:lnTo>
                    <a:pt x="726940" y="2828951"/>
                  </a:lnTo>
                  <a:lnTo>
                    <a:pt x="727127" y="2828996"/>
                  </a:lnTo>
                  <a:lnTo>
                    <a:pt x="727314" y="2829041"/>
                  </a:lnTo>
                  <a:lnTo>
                    <a:pt x="727500" y="2829076"/>
                  </a:lnTo>
                  <a:lnTo>
                    <a:pt x="727687" y="2829079"/>
                  </a:lnTo>
                  <a:lnTo>
                    <a:pt x="727874" y="2829083"/>
                  </a:lnTo>
                  <a:lnTo>
                    <a:pt x="728061" y="2829086"/>
                  </a:lnTo>
                  <a:lnTo>
                    <a:pt x="728248" y="2828831"/>
                  </a:lnTo>
                  <a:lnTo>
                    <a:pt x="728435" y="2828567"/>
                  </a:lnTo>
                  <a:lnTo>
                    <a:pt x="728622" y="2828251"/>
                  </a:lnTo>
                  <a:lnTo>
                    <a:pt x="728809" y="2827899"/>
                  </a:lnTo>
                  <a:lnTo>
                    <a:pt x="728996" y="2827547"/>
                  </a:lnTo>
                  <a:lnTo>
                    <a:pt x="729183" y="2827195"/>
                  </a:lnTo>
                  <a:lnTo>
                    <a:pt x="729370" y="2827035"/>
                  </a:lnTo>
                  <a:lnTo>
                    <a:pt x="729557" y="2826888"/>
                  </a:lnTo>
                  <a:lnTo>
                    <a:pt x="729744" y="2826789"/>
                  </a:lnTo>
                  <a:lnTo>
                    <a:pt x="729930" y="2826690"/>
                  </a:lnTo>
                  <a:lnTo>
                    <a:pt x="730117" y="2826591"/>
                  </a:lnTo>
                  <a:lnTo>
                    <a:pt x="730304" y="2826492"/>
                  </a:lnTo>
                  <a:lnTo>
                    <a:pt x="730491" y="2826392"/>
                  </a:lnTo>
                  <a:lnTo>
                    <a:pt x="730678" y="2826293"/>
                  </a:lnTo>
                  <a:lnTo>
                    <a:pt x="730865" y="2826194"/>
                  </a:lnTo>
                  <a:lnTo>
                    <a:pt x="731052" y="2826160"/>
                  </a:lnTo>
                  <a:lnTo>
                    <a:pt x="731239" y="2826205"/>
                  </a:lnTo>
                  <a:lnTo>
                    <a:pt x="731426" y="2826366"/>
                  </a:lnTo>
                  <a:lnTo>
                    <a:pt x="731613" y="2826555"/>
                  </a:lnTo>
                  <a:lnTo>
                    <a:pt x="731800" y="2826745"/>
                  </a:lnTo>
                  <a:lnTo>
                    <a:pt x="731987" y="2826934"/>
                  </a:lnTo>
                  <a:lnTo>
                    <a:pt x="732174" y="2827088"/>
                  </a:lnTo>
                  <a:lnTo>
                    <a:pt x="732360" y="2827242"/>
                  </a:lnTo>
                  <a:lnTo>
                    <a:pt x="732547" y="2827242"/>
                  </a:lnTo>
                  <a:lnTo>
                    <a:pt x="732734" y="2827242"/>
                  </a:lnTo>
                  <a:lnTo>
                    <a:pt x="732921" y="2827242"/>
                  </a:lnTo>
                  <a:lnTo>
                    <a:pt x="733108" y="2827242"/>
                  </a:lnTo>
                  <a:lnTo>
                    <a:pt x="733295" y="2827242"/>
                  </a:lnTo>
                  <a:lnTo>
                    <a:pt x="733482" y="2827242"/>
                  </a:lnTo>
                  <a:lnTo>
                    <a:pt x="733669" y="2827242"/>
                  </a:lnTo>
                  <a:lnTo>
                    <a:pt x="733856" y="2827242"/>
                  </a:lnTo>
                  <a:lnTo>
                    <a:pt x="734043" y="2827242"/>
                  </a:lnTo>
                  <a:lnTo>
                    <a:pt x="734230" y="2827242"/>
                  </a:lnTo>
                  <a:lnTo>
                    <a:pt x="734417" y="2827242"/>
                  </a:lnTo>
                  <a:lnTo>
                    <a:pt x="734603" y="2827242"/>
                  </a:lnTo>
                  <a:lnTo>
                    <a:pt x="734790" y="2827242"/>
                  </a:lnTo>
                  <a:lnTo>
                    <a:pt x="734977" y="2827338"/>
                  </a:lnTo>
                  <a:lnTo>
                    <a:pt x="735164" y="2827514"/>
                  </a:lnTo>
                  <a:lnTo>
                    <a:pt x="735351" y="2827690"/>
                  </a:lnTo>
                  <a:lnTo>
                    <a:pt x="735538" y="2827866"/>
                  </a:lnTo>
                  <a:lnTo>
                    <a:pt x="735725" y="2828042"/>
                  </a:lnTo>
                  <a:lnTo>
                    <a:pt x="735912" y="2828218"/>
                  </a:lnTo>
                  <a:lnTo>
                    <a:pt x="736099" y="2828438"/>
                  </a:lnTo>
                  <a:lnTo>
                    <a:pt x="736286" y="2828790"/>
                  </a:lnTo>
                  <a:lnTo>
                    <a:pt x="736473" y="2829142"/>
                  </a:lnTo>
                  <a:lnTo>
                    <a:pt x="736660" y="2829493"/>
                  </a:lnTo>
                  <a:lnTo>
                    <a:pt x="736847" y="2829845"/>
                  </a:lnTo>
                  <a:lnTo>
                    <a:pt x="737033" y="2830197"/>
                  </a:lnTo>
                  <a:lnTo>
                    <a:pt x="737220" y="2830549"/>
                  </a:lnTo>
                  <a:lnTo>
                    <a:pt x="737407" y="2830901"/>
                  </a:lnTo>
                  <a:lnTo>
                    <a:pt x="737594" y="2831253"/>
                  </a:lnTo>
                  <a:lnTo>
                    <a:pt x="737781" y="2831508"/>
                  </a:lnTo>
                  <a:lnTo>
                    <a:pt x="737968" y="2831684"/>
                  </a:lnTo>
                  <a:lnTo>
                    <a:pt x="738155" y="2831860"/>
                  </a:lnTo>
                  <a:lnTo>
                    <a:pt x="738342" y="2832035"/>
                  </a:lnTo>
                  <a:lnTo>
                    <a:pt x="738529" y="2831953"/>
                  </a:lnTo>
                  <a:lnTo>
                    <a:pt x="738716" y="2831773"/>
                  </a:lnTo>
                  <a:lnTo>
                    <a:pt x="738903" y="2831556"/>
                  </a:lnTo>
                  <a:lnTo>
                    <a:pt x="739090" y="2831226"/>
                  </a:lnTo>
                  <a:lnTo>
                    <a:pt x="739276" y="2830632"/>
                  </a:lnTo>
                  <a:lnTo>
                    <a:pt x="739463" y="2829998"/>
                  </a:lnTo>
                  <a:lnTo>
                    <a:pt x="739650" y="2829483"/>
                  </a:lnTo>
                  <a:lnTo>
                    <a:pt x="739837" y="2828877"/>
                  </a:lnTo>
                  <a:lnTo>
                    <a:pt x="740024" y="2828201"/>
                  </a:lnTo>
                  <a:lnTo>
                    <a:pt x="740211" y="2827397"/>
                  </a:lnTo>
                  <a:lnTo>
                    <a:pt x="740398" y="2826684"/>
                  </a:lnTo>
                  <a:lnTo>
                    <a:pt x="740585" y="2826024"/>
                  </a:lnTo>
                  <a:lnTo>
                    <a:pt x="740772" y="2825460"/>
                  </a:lnTo>
                  <a:lnTo>
                    <a:pt x="740959" y="2824793"/>
                  </a:lnTo>
                  <a:lnTo>
                    <a:pt x="741146" y="2824218"/>
                  </a:lnTo>
                  <a:lnTo>
                    <a:pt x="741333" y="2824029"/>
                  </a:lnTo>
                  <a:lnTo>
                    <a:pt x="741520" y="2823982"/>
                  </a:lnTo>
                  <a:lnTo>
                    <a:pt x="741706" y="2823999"/>
                  </a:lnTo>
                  <a:lnTo>
                    <a:pt x="741893" y="2824103"/>
                  </a:lnTo>
                  <a:lnTo>
                    <a:pt x="742080" y="2824323"/>
                  </a:lnTo>
                  <a:lnTo>
                    <a:pt x="742267" y="2824562"/>
                  </a:lnTo>
                  <a:lnTo>
                    <a:pt x="742454" y="2824719"/>
                  </a:lnTo>
                  <a:lnTo>
                    <a:pt x="742641" y="2824963"/>
                  </a:lnTo>
                  <a:lnTo>
                    <a:pt x="742828" y="2825266"/>
                  </a:lnTo>
                  <a:lnTo>
                    <a:pt x="743015" y="2825672"/>
                  </a:lnTo>
                  <a:lnTo>
                    <a:pt x="743202" y="2826076"/>
                  </a:lnTo>
                  <a:lnTo>
                    <a:pt x="743389" y="2826366"/>
                  </a:lnTo>
                  <a:lnTo>
                    <a:pt x="743576" y="2826630"/>
                  </a:lnTo>
                  <a:lnTo>
                    <a:pt x="743763" y="2826974"/>
                  </a:lnTo>
                  <a:lnTo>
                    <a:pt x="743950" y="2827400"/>
                  </a:lnTo>
                  <a:lnTo>
                    <a:pt x="744136" y="2827905"/>
                  </a:lnTo>
                  <a:lnTo>
                    <a:pt x="744323" y="2828491"/>
                  </a:lnTo>
                  <a:lnTo>
                    <a:pt x="744510" y="2829023"/>
                  </a:lnTo>
                  <a:lnTo>
                    <a:pt x="744697" y="2829528"/>
                  </a:lnTo>
                  <a:lnTo>
                    <a:pt x="744884" y="2830034"/>
                  </a:lnTo>
                  <a:lnTo>
                    <a:pt x="745071" y="2830389"/>
                  </a:lnTo>
                  <a:lnTo>
                    <a:pt x="745258" y="2830467"/>
                  </a:lnTo>
                  <a:lnTo>
                    <a:pt x="745445" y="2830452"/>
                  </a:lnTo>
                  <a:lnTo>
                    <a:pt x="745632" y="2830200"/>
                  </a:lnTo>
                  <a:lnTo>
                    <a:pt x="745819" y="2829992"/>
                  </a:lnTo>
                  <a:lnTo>
                    <a:pt x="746006" y="2829926"/>
                  </a:lnTo>
                  <a:lnTo>
                    <a:pt x="746193" y="2829863"/>
                  </a:lnTo>
                  <a:lnTo>
                    <a:pt x="746379" y="2829801"/>
                  </a:lnTo>
                  <a:lnTo>
                    <a:pt x="746566" y="2829738"/>
                  </a:lnTo>
                  <a:lnTo>
                    <a:pt x="746753" y="2829596"/>
                  </a:lnTo>
                  <a:lnTo>
                    <a:pt x="746940" y="2829358"/>
                  </a:lnTo>
                  <a:lnTo>
                    <a:pt x="747127" y="2828915"/>
                  </a:lnTo>
                  <a:lnTo>
                    <a:pt x="747314" y="2828384"/>
                  </a:lnTo>
                  <a:lnTo>
                    <a:pt x="747501" y="2827852"/>
                  </a:lnTo>
                  <a:lnTo>
                    <a:pt x="747688" y="2827321"/>
                  </a:lnTo>
                  <a:lnTo>
                    <a:pt x="747875" y="2826764"/>
                  </a:lnTo>
                  <a:lnTo>
                    <a:pt x="748062" y="2826292"/>
                  </a:lnTo>
                  <a:lnTo>
                    <a:pt x="748249" y="2825920"/>
                  </a:lnTo>
                  <a:lnTo>
                    <a:pt x="748436" y="2825740"/>
                  </a:lnTo>
                  <a:lnTo>
                    <a:pt x="748623" y="2825694"/>
                  </a:lnTo>
                  <a:lnTo>
                    <a:pt x="748809" y="2825637"/>
                  </a:lnTo>
                  <a:lnTo>
                    <a:pt x="748996" y="2825565"/>
                  </a:lnTo>
                  <a:lnTo>
                    <a:pt x="749183" y="2825550"/>
                  </a:lnTo>
                  <a:lnTo>
                    <a:pt x="749370" y="2825451"/>
                  </a:lnTo>
                  <a:lnTo>
                    <a:pt x="749557" y="2825352"/>
                  </a:lnTo>
                  <a:lnTo>
                    <a:pt x="749744" y="2825376"/>
                  </a:lnTo>
                  <a:lnTo>
                    <a:pt x="749931" y="2825573"/>
                  </a:lnTo>
                  <a:lnTo>
                    <a:pt x="750118" y="2825842"/>
                  </a:lnTo>
                  <a:lnTo>
                    <a:pt x="750305" y="2826211"/>
                  </a:lnTo>
                  <a:lnTo>
                    <a:pt x="750492" y="2826531"/>
                  </a:lnTo>
                  <a:lnTo>
                    <a:pt x="750679" y="2826761"/>
                  </a:lnTo>
                  <a:lnTo>
                    <a:pt x="750866" y="2827048"/>
                  </a:lnTo>
                  <a:lnTo>
                    <a:pt x="751053" y="2827278"/>
                  </a:lnTo>
                  <a:lnTo>
                    <a:pt x="751239" y="2827555"/>
                  </a:lnTo>
                  <a:lnTo>
                    <a:pt x="751426" y="2827839"/>
                  </a:lnTo>
                  <a:lnTo>
                    <a:pt x="751613" y="2828138"/>
                  </a:lnTo>
                  <a:lnTo>
                    <a:pt x="751800" y="2828359"/>
                  </a:lnTo>
                  <a:lnTo>
                    <a:pt x="751987" y="2828520"/>
                  </a:lnTo>
                  <a:lnTo>
                    <a:pt x="752174" y="2828575"/>
                  </a:lnTo>
                  <a:lnTo>
                    <a:pt x="752361" y="2828349"/>
                  </a:lnTo>
                  <a:lnTo>
                    <a:pt x="752548" y="2827867"/>
                  </a:lnTo>
                  <a:lnTo>
                    <a:pt x="752735" y="2827190"/>
                  </a:lnTo>
                  <a:lnTo>
                    <a:pt x="752922" y="2826270"/>
                  </a:lnTo>
                  <a:lnTo>
                    <a:pt x="753109" y="2825299"/>
                  </a:lnTo>
                  <a:lnTo>
                    <a:pt x="753296" y="2824355"/>
                  </a:lnTo>
                  <a:lnTo>
                    <a:pt x="753482" y="2823340"/>
                  </a:lnTo>
                  <a:lnTo>
                    <a:pt x="753669" y="2822345"/>
                  </a:lnTo>
                  <a:lnTo>
                    <a:pt x="753856" y="2821219"/>
                  </a:lnTo>
                  <a:lnTo>
                    <a:pt x="754043" y="2819961"/>
                  </a:lnTo>
                  <a:lnTo>
                    <a:pt x="754230" y="2818652"/>
                  </a:lnTo>
                  <a:lnTo>
                    <a:pt x="754417" y="2817126"/>
                  </a:lnTo>
                  <a:lnTo>
                    <a:pt x="754604" y="2815764"/>
                  </a:lnTo>
                  <a:lnTo>
                    <a:pt x="754791" y="2814350"/>
                  </a:lnTo>
                  <a:lnTo>
                    <a:pt x="754978" y="2812926"/>
                  </a:lnTo>
                  <a:lnTo>
                    <a:pt x="755165" y="2811589"/>
                  </a:lnTo>
                  <a:lnTo>
                    <a:pt x="755352" y="2810310"/>
                  </a:lnTo>
                  <a:lnTo>
                    <a:pt x="755539" y="2809086"/>
                  </a:lnTo>
                  <a:lnTo>
                    <a:pt x="755726" y="2807881"/>
                  </a:lnTo>
                  <a:lnTo>
                    <a:pt x="755912" y="2806727"/>
                  </a:lnTo>
                  <a:lnTo>
                    <a:pt x="756099" y="2805459"/>
                  </a:lnTo>
                  <a:lnTo>
                    <a:pt x="756286" y="2804198"/>
                  </a:lnTo>
                  <a:lnTo>
                    <a:pt x="756473" y="2802952"/>
                  </a:lnTo>
                  <a:lnTo>
                    <a:pt x="756660" y="2801706"/>
                  </a:lnTo>
                  <a:lnTo>
                    <a:pt x="756847" y="2800585"/>
                  </a:lnTo>
                  <a:lnTo>
                    <a:pt x="757034" y="2799535"/>
                  </a:lnTo>
                  <a:lnTo>
                    <a:pt x="757221" y="2798452"/>
                  </a:lnTo>
                  <a:lnTo>
                    <a:pt x="757408" y="2797319"/>
                  </a:lnTo>
                  <a:lnTo>
                    <a:pt x="757595" y="2796142"/>
                  </a:lnTo>
                  <a:lnTo>
                    <a:pt x="757782" y="2794980"/>
                  </a:lnTo>
                  <a:lnTo>
                    <a:pt x="757969" y="2793834"/>
                  </a:lnTo>
                  <a:lnTo>
                    <a:pt x="758155" y="2792728"/>
                  </a:lnTo>
                  <a:lnTo>
                    <a:pt x="758342" y="2791529"/>
                  </a:lnTo>
                  <a:lnTo>
                    <a:pt x="758529" y="2790300"/>
                  </a:lnTo>
                  <a:lnTo>
                    <a:pt x="758716" y="2789120"/>
                  </a:lnTo>
                  <a:lnTo>
                    <a:pt x="758903" y="2788018"/>
                  </a:lnTo>
                  <a:lnTo>
                    <a:pt x="759090" y="2786778"/>
                  </a:lnTo>
                  <a:lnTo>
                    <a:pt x="759277" y="2785673"/>
                  </a:lnTo>
                  <a:lnTo>
                    <a:pt x="759464" y="2784682"/>
                  </a:lnTo>
                  <a:lnTo>
                    <a:pt x="759651" y="2783692"/>
                  </a:lnTo>
                  <a:lnTo>
                    <a:pt x="759838" y="2782733"/>
                  </a:lnTo>
                  <a:lnTo>
                    <a:pt x="760025" y="2781910"/>
                  </a:lnTo>
                  <a:lnTo>
                    <a:pt x="760212" y="2781149"/>
                  </a:lnTo>
                  <a:lnTo>
                    <a:pt x="760399" y="2780461"/>
                  </a:lnTo>
                  <a:lnTo>
                    <a:pt x="760585" y="2779639"/>
                  </a:lnTo>
                  <a:lnTo>
                    <a:pt x="760772" y="2778826"/>
                  </a:lnTo>
                  <a:lnTo>
                    <a:pt x="760959" y="2777961"/>
                  </a:lnTo>
                  <a:lnTo>
                    <a:pt x="761146" y="2777310"/>
                  </a:lnTo>
                  <a:lnTo>
                    <a:pt x="761333" y="2776960"/>
                  </a:lnTo>
                  <a:lnTo>
                    <a:pt x="761520" y="2776880"/>
                  </a:lnTo>
                  <a:lnTo>
                    <a:pt x="761707" y="2777024"/>
                  </a:lnTo>
                  <a:lnTo>
                    <a:pt x="761894" y="2777300"/>
                  </a:lnTo>
                  <a:lnTo>
                    <a:pt x="762081" y="2777481"/>
                  </a:lnTo>
                  <a:lnTo>
                    <a:pt x="762268" y="2777592"/>
                  </a:lnTo>
                  <a:lnTo>
                    <a:pt x="762455" y="2777759"/>
                  </a:lnTo>
                  <a:lnTo>
                    <a:pt x="762642" y="2778035"/>
                  </a:lnTo>
                  <a:lnTo>
                    <a:pt x="762829" y="2778304"/>
                  </a:lnTo>
                  <a:lnTo>
                    <a:pt x="763015" y="2778711"/>
                  </a:lnTo>
                  <a:lnTo>
                    <a:pt x="763202" y="2779187"/>
                  </a:lnTo>
                  <a:lnTo>
                    <a:pt x="763389" y="2779799"/>
                  </a:lnTo>
                  <a:lnTo>
                    <a:pt x="763576" y="2780457"/>
                  </a:lnTo>
                  <a:lnTo>
                    <a:pt x="763763" y="2781078"/>
                  </a:lnTo>
                  <a:lnTo>
                    <a:pt x="763950" y="2781644"/>
                  </a:lnTo>
                  <a:lnTo>
                    <a:pt x="764137" y="2781915"/>
                  </a:lnTo>
                  <a:lnTo>
                    <a:pt x="764324" y="2782017"/>
                  </a:lnTo>
                  <a:lnTo>
                    <a:pt x="764511" y="2782043"/>
                  </a:lnTo>
                  <a:lnTo>
                    <a:pt x="764698" y="2782084"/>
                  </a:lnTo>
                  <a:lnTo>
                    <a:pt x="764885" y="2782191"/>
                  </a:lnTo>
                  <a:lnTo>
                    <a:pt x="765072" y="2782300"/>
                  </a:lnTo>
                  <a:lnTo>
                    <a:pt x="765258" y="2782475"/>
                  </a:lnTo>
                  <a:lnTo>
                    <a:pt x="765445" y="2782590"/>
                  </a:lnTo>
                  <a:lnTo>
                    <a:pt x="765632" y="2782904"/>
                  </a:lnTo>
                  <a:lnTo>
                    <a:pt x="765819" y="2783227"/>
                  </a:lnTo>
                  <a:lnTo>
                    <a:pt x="766006" y="2783578"/>
                  </a:lnTo>
                  <a:lnTo>
                    <a:pt x="766193" y="2783989"/>
                  </a:lnTo>
                  <a:lnTo>
                    <a:pt x="766380" y="2784329"/>
                  </a:lnTo>
                  <a:lnTo>
                    <a:pt x="766567" y="2784603"/>
                  </a:lnTo>
                  <a:lnTo>
                    <a:pt x="766754" y="2784476"/>
                  </a:lnTo>
                  <a:lnTo>
                    <a:pt x="766941" y="2784431"/>
                  </a:lnTo>
                  <a:lnTo>
                    <a:pt x="767128" y="2784357"/>
                  </a:lnTo>
                  <a:lnTo>
                    <a:pt x="767315" y="2784104"/>
                  </a:lnTo>
                  <a:lnTo>
                    <a:pt x="767502" y="2783851"/>
                  </a:lnTo>
                  <a:lnTo>
                    <a:pt x="767688" y="2783599"/>
                  </a:lnTo>
                  <a:lnTo>
                    <a:pt x="767875" y="2783346"/>
                  </a:lnTo>
                  <a:lnTo>
                    <a:pt x="768062" y="2783093"/>
                  </a:lnTo>
                  <a:lnTo>
                    <a:pt x="768249" y="2782841"/>
                  </a:lnTo>
                  <a:lnTo>
                    <a:pt x="768436" y="2782523"/>
                  </a:lnTo>
                  <a:lnTo>
                    <a:pt x="768623" y="2782126"/>
                  </a:lnTo>
                  <a:lnTo>
                    <a:pt x="768810" y="2781781"/>
                  </a:lnTo>
                  <a:lnTo>
                    <a:pt x="768997" y="2781415"/>
                  </a:lnTo>
                  <a:lnTo>
                    <a:pt x="769184" y="2781156"/>
                  </a:lnTo>
                  <a:lnTo>
                    <a:pt x="769371" y="2780966"/>
                  </a:lnTo>
                  <a:lnTo>
                    <a:pt x="769558" y="2780812"/>
                  </a:lnTo>
                  <a:lnTo>
                    <a:pt x="769745" y="2780658"/>
                  </a:lnTo>
                  <a:lnTo>
                    <a:pt x="769932" y="2780658"/>
                  </a:lnTo>
                  <a:lnTo>
                    <a:pt x="770118" y="2780658"/>
                  </a:lnTo>
                  <a:lnTo>
                    <a:pt x="770305" y="2780658"/>
                  </a:lnTo>
                  <a:lnTo>
                    <a:pt x="770492" y="2780658"/>
                  </a:lnTo>
                  <a:lnTo>
                    <a:pt x="770679" y="2780658"/>
                  </a:lnTo>
                  <a:lnTo>
                    <a:pt x="770866" y="2780658"/>
                  </a:lnTo>
                  <a:lnTo>
                    <a:pt x="771053" y="2780658"/>
                  </a:lnTo>
                  <a:lnTo>
                    <a:pt x="771240" y="2780658"/>
                  </a:lnTo>
                  <a:lnTo>
                    <a:pt x="771427" y="2780658"/>
                  </a:lnTo>
                  <a:lnTo>
                    <a:pt x="771614" y="2780658"/>
                  </a:lnTo>
                  <a:lnTo>
                    <a:pt x="771801" y="2780658"/>
                  </a:lnTo>
                  <a:lnTo>
                    <a:pt x="771988" y="2780658"/>
                  </a:lnTo>
                  <a:lnTo>
                    <a:pt x="772175" y="2780658"/>
                  </a:lnTo>
                  <a:lnTo>
                    <a:pt x="772361" y="2780658"/>
                  </a:lnTo>
                  <a:lnTo>
                    <a:pt x="772548" y="2780658"/>
                  </a:lnTo>
                  <a:lnTo>
                    <a:pt x="772735" y="2780535"/>
                  </a:lnTo>
                  <a:lnTo>
                    <a:pt x="772922" y="2780359"/>
                  </a:lnTo>
                  <a:lnTo>
                    <a:pt x="773109" y="2780060"/>
                  </a:lnTo>
                  <a:lnTo>
                    <a:pt x="773296" y="2779647"/>
                  </a:lnTo>
                  <a:lnTo>
                    <a:pt x="773483" y="2779119"/>
                  </a:lnTo>
                  <a:lnTo>
                    <a:pt x="773670" y="2778591"/>
                  </a:lnTo>
                  <a:lnTo>
                    <a:pt x="773857" y="2777967"/>
                  </a:lnTo>
                  <a:lnTo>
                    <a:pt x="774044" y="2777263"/>
                  </a:lnTo>
                  <a:lnTo>
                    <a:pt x="774231" y="2776560"/>
                  </a:lnTo>
                  <a:lnTo>
                    <a:pt x="774418" y="2775856"/>
                  </a:lnTo>
                  <a:lnTo>
                    <a:pt x="774605" y="2775152"/>
                  </a:lnTo>
                  <a:lnTo>
                    <a:pt x="774791" y="2774449"/>
                  </a:lnTo>
                  <a:lnTo>
                    <a:pt x="774978" y="2773745"/>
                  </a:lnTo>
                  <a:lnTo>
                    <a:pt x="775165" y="2773041"/>
                  </a:lnTo>
                  <a:lnTo>
                    <a:pt x="775352" y="2772338"/>
                  </a:lnTo>
                  <a:lnTo>
                    <a:pt x="775539" y="2771757"/>
                  </a:lnTo>
                  <a:lnTo>
                    <a:pt x="775726" y="2771429"/>
                  </a:lnTo>
                  <a:lnTo>
                    <a:pt x="775913" y="2771237"/>
                  </a:lnTo>
                  <a:lnTo>
                    <a:pt x="776100" y="2771116"/>
                  </a:lnTo>
                  <a:lnTo>
                    <a:pt x="776287" y="2770762"/>
                  </a:lnTo>
                  <a:lnTo>
                    <a:pt x="776474" y="2770261"/>
                  </a:lnTo>
                  <a:lnTo>
                    <a:pt x="776661" y="2770139"/>
                  </a:lnTo>
                  <a:lnTo>
                    <a:pt x="776848" y="2769931"/>
                  </a:lnTo>
                  <a:lnTo>
                    <a:pt x="777034" y="2769864"/>
                  </a:lnTo>
                  <a:lnTo>
                    <a:pt x="777221" y="2769907"/>
                  </a:lnTo>
                  <a:lnTo>
                    <a:pt x="777408" y="2770021"/>
                  </a:lnTo>
                  <a:lnTo>
                    <a:pt x="777595" y="2770284"/>
                  </a:lnTo>
                  <a:lnTo>
                    <a:pt x="777782" y="2770573"/>
                  </a:lnTo>
                  <a:lnTo>
                    <a:pt x="777969" y="2770862"/>
                  </a:lnTo>
                  <a:lnTo>
                    <a:pt x="778156" y="2771152"/>
                  </a:lnTo>
                  <a:lnTo>
                    <a:pt x="778343" y="2771441"/>
                  </a:lnTo>
                  <a:lnTo>
                    <a:pt x="778530" y="2771826"/>
                  </a:lnTo>
                  <a:lnTo>
                    <a:pt x="778717" y="2771957"/>
                  </a:lnTo>
                  <a:lnTo>
                    <a:pt x="778904" y="2772078"/>
                  </a:lnTo>
                  <a:lnTo>
                    <a:pt x="779091" y="2772392"/>
                  </a:lnTo>
                  <a:lnTo>
                    <a:pt x="779278" y="2772786"/>
                  </a:lnTo>
                  <a:lnTo>
                    <a:pt x="779464" y="2773103"/>
                  </a:lnTo>
                  <a:lnTo>
                    <a:pt x="779651" y="2773396"/>
                  </a:lnTo>
                  <a:lnTo>
                    <a:pt x="779838" y="2773664"/>
                  </a:lnTo>
                  <a:lnTo>
                    <a:pt x="780025" y="2773484"/>
                  </a:lnTo>
                  <a:lnTo>
                    <a:pt x="780212" y="2773123"/>
                  </a:lnTo>
                  <a:lnTo>
                    <a:pt x="780399" y="2772567"/>
                  </a:lnTo>
                  <a:lnTo>
                    <a:pt x="780586" y="2771990"/>
                  </a:lnTo>
                  <a:lnTo>
                    <a:pt x="780773" y="2771413"/>
                  </a:lnTo>
                  <a:lnTo>
                    <a:pt x="780960" y="2770835"/>
                  </a:lnTo>
                  <a:lnTo>
                    <a:pt x="781147" y="2770198"/>
                  </a:lnTo>
                  <a:lnTo>
                    <a:pt x="781334" y="2769528"/>
                  </a:lnTo>
                  <a:lnTo>
                    <a:pt x="781521" y="2768670"/>
                  </a:lnTo>
                  <a:lnTo>
                    <a:pt x="781708" y="2767777"/>
                  </a:lnTo>
                  <a:lnTo>
                    <a:pt x="781894" y="2766893"/>
                  </a:lnTo>
                  <a:lnTo>
                    <a:pt x="782081" y="2766258"/>
                  </a:lnTo>
                  <a:lnTo>
                    <a:pt x="782268" y="2765657"/>
                  </a:lnTo>
                  <a:lnTo>
                    <a:pt x="782455" y="2765345"/>
                  </a:lnTo>
                  <a:lnTo>
                    <a:pt x="782642" y="2765376"/>
                  </a:lnTo>
                  <a:lnTo>
                    <a:pt x="782829" y="2765737"/>
                  </a:lnTo>
                  <a:lnTo>
                    <a:pt x="783016" y="2766458"/>
                  </a:lnTo>
                  <a:lnTo>
                    <a:pt x="783203" y="2767208"/>
                  </a:lnTo>
                  <a:lnTo>
                    <a:pt x="783390" y="2767815"/>
                  </a:lnTo>
                  <a:lnTo>
                    <a:pt x="783577" y="2768419"/>
                  </a:lnTo>
                  <a:lnTo>
                    <a:pt x="783764" y="2769023"/>
                  </a:lnTo>
                  <a:lnTo>
                    <a:pt x="783951" y="2769627"/>
                  </a:lnTo>
                  <a:lnTo>
                    <a:pt x="784137" y="2770231"/>
                  </a:lnTo>
                  <a:lnTo>
                    <a:pt x="784324" y="2770834"/>
                  </a:lnTo>
                  <a:lnTo>
                    <a:pt x="784511" y="2771476"/>
                  </a:lnTo>
                  <a:lnTo>
                    <a:pt x="784698" y="2772197"/>
                  </a:lnTo>
                  <a:lnTo>
                    <a:pt x="784885" y="2772908"/>
                  </a:lnTo>
                  <a:lnTo>
                    <a:pt x="785072" y="2773593"/>
                  </a:lnTo>
                  <a:lnTo>
                    <a:pt x="785259" y="2774150"/>
                  </a:lnTo>
                  <a:lnTo>
                    <a:pt x="785446" y="2774469"/>
                  </a:lnTo>
                  <a:lnTo>
                    <a:pt x="785633" y="2774687"/>
                  </a:lnTo>
                  <a:lnTo>
                    <a:pt x="785820" y="2774678"/>
                  </a:lnTo>
                  <a:lnTo>
                    <a:pt x="786007" y="2774534"/>
                  </a:lnTo>
                  <a:lnTo>
                    <a:pt x="786194" y="2774402"/>
                  </a:lnTo>
                  <a:lnTo>
                    <a:pt x="786381" y="2774284"/>
                  </a:lnTo>
                  <a:lnTo>
                    <a:pt x="786567" y="2774074"/>
                  </a:lnTo>
                  <a:lnTo>
                    <a:pt x="786754" y="2773808"/>
                  </a:lnTo>
                  <a:lnTo>
                    <a:pt x="786941" y="2773541"/>
                  </a:lnTo>
                  <a:lnTo>
                    <a:pt x="787128" y="2773224"/>
                  </a:lnTo>
                  <a:lnTo>
                    <a:pt x="787315" y="2772806"/>
                  </a:lnTo>
                  <a:lnTo>
                    <a:pt x="787502" y="2772214"/>
                  </a:lnTo>
                  <a:lnTo>
                    <a:pt x="787689" y="2771500"/>
                  </a:lnTo>
                  <a:lnTo>
                    <a:pt x="787876" y="2770747"/>
                  </a:lnTo>
                  <a:lnTo>
                    <a:pt x="788063" y="2769727"/>
                  </a:lnTo>
                  <a:lnTo>
                    <a:pt x="788250" y="2768561"/>
                  </a:lnTo>
                  <a:lnTo>
                    <a:pt x="788437" y="2767313"/>
                  </a:lnTo>
                  <a:lnTo>
                    <a:pt x="788624" y="2765980"/>
                  </a:lnTo>
                  <a:lnTo>
                    <a:pt x="788811" y="2764648"/>
                  </a:lnTo>
                  <a:lnTo>
                    <a:pt x="788997" y="2763320"/>
                  </a:lnTo>
                  <a:lnTo>
                    <a:pt x="789184" y="2762068"/>
                  </a:lnTo>
                  <a:lnTo>
                    <a:pt x="789371" y="2760912"/>
                  </a:lnTo>
                  <a:lnTo>
                    <a:pt x="789558" y="2760002"/>
                  </a:lnTo>
                  <a:lnTo>
                    <a:pt x="789745" y="2759128"/>
                  </a:lnTo>
                  <a:lnTo>
                    <a:pt x="789932" y="2758171"/>
                  </a:lnTo>
                  <a:lnTo>
                    <a:pt x="790119" y="2757352"/>
                  </a:lnTo>
                  <a:lnTo>
                    <a:pt x="790306" y="2756779"/>
                  </a:lnTo>
                  <a:lnTo>
                    <a:pt x="790493" y="2756256"/>
                  </a:lnTo>
                  <a:lnTo>
                    <a:pt x="790680" y="2755881"/>
                  </a:lnTo>
                  <a:lnTo>
                    <a:pt x="790867" y="2755848"/>
                  </a:lnTo>
                  <a:lnTo>
                    <a:pt x="791054" y="2755425"/>
                  </a:lnTo>
                  <a:lnTo>
                    <a:pt x="791240" y="2755021"/>
                  </a:lnTo>
                  <a:lnTo>
                    <a:pt x="791427" y="2754724"/>
                  </a:lnTo>
                  <a:lnTo>
                    <a:pt x="791614" y="2754280"/>
                  </a:lnTo>
                  <a:lnTo>
                    <a:pt x="791801" y="2753959"/>
                  </a:lnTo>
                  <a:lnTo>
                    <a:pt x="791988" y="2753575"/>
                  </a:lnTo>
                  <a:lnTo>
                    <a:pt x="792175" y="2753255"/>
                  </a:lnTo>
                  <a:lnTo>
                    <a:pt x="792362" y="2752945"/>
                  </a:lnTo>
                  <a:lnTo>
                    <a:pt x="792549" y="2752794"/>
                  </a:lnTo>
                  <a:lnTo>
                    <a:pt x="792736" y="2752866"/>
                  </a:lnTo>
                  <a:lnTo>
                    <a:pt x="792923" y="2752884"/>
                  </a:lnTo>
                  <a:lnTo>
                    <a:pt x="793110" y="2752823"/>
                  </a:lnTo>
                  <a:lnTo>
                    <a:pt x="793297" y="2752712"/>
                  </a:lnTo>
                  <a:lnTo>
                    <a:pt x="793484" y="2752715"/>
                  </a:lnTo>
                  <a:lnTo>
                    <a:pt x="793670" y="2752710"/>
                  </a:lnTo>
                  <a:lnTo>
                    <a:pt x="793857" y="2753237"/>
                  </a:lnTo>
                  <a:lnTo>
                    <a:pt x="794044" y="2753980"/>
                  </a:lnTo>
                  <a:lnTo>
                    <a:pt x="794231" y="2754662"/>
                  </a:lnTo>
                  <a:lnTo>
                    <a:pt x="794418" y="2755562"/>
                  </a:lnTo>
                  <a:lnTo>
                    <a:pt x="794605" y="2756498"/>
                  </a:lnTo>
                  <a:lnTo>
                    <a:pt x="794792" y="2757455"/>
                  </a:lnTo>
                  <a:lnTo>
                    <a:pt x="794979" y="2758443"/>
                  </a:lnTo>
                  <a:lnTo>
                    <a:pt x="795166" y="2759416"/>
                  </a:lnTo>
                  <a:lnTo>
                    <a:pt x="795353" y="2760267"/>
                  </a:lnTo>
                  <a:lnTo>
                    <a:pt x="795540" y="2761007"/>
                  </a:lnTo>
                  <a:lnTo>
                    <a:pt x="795727" y="2761734"/>
                  </a:lnTo>
                  <a:lnTo>
                    <a:pt x="795913" y="2762511"/>
                  </a:lnTo>
                  <a:lnTo>
                    <a:pt x="796100" y="2763218"/>
                  </a:lnTo>
                  <a:lnTo>
                    <a:pt x="796287" y="2763849"/>
                  </a:lnTo>
                  <a:lnTo>
                    <a:pt x="796474" y="2764636"/>
                  </a:lnTo>
                  <a:lnTo>
                    <a:pt x="796661" y="2765235"/>
                  </a:lnTo>
                  <a:lnTo>
                    <a:pt x="796848" y="2765685"/>
                  </a:lnTo>
                  <a:lnTo>
                    <a:pt x="797035" y="2766134"/>
                  </a:lnTo>
                  <a:lnTo>
                    <a:pt x="797222" y="2766743"/>
                  </a:lnTo>
                  <a:lnTo>
                    <a:pt x="797409" y="2767230"/>
                  </a:lnTo>
                  <a:lnTo>
                    <a:pt x="797596" y="2767701"/>
                  </a:lnTo>
                  <a:lnTo>
                    <a:pt x="797783" y="2768101"/>
                  </a:lnTo>
                  <a:lnTo>
                    <a:pt x="797970" y="2768634"/>
                  </a:lnTo>
                  <a:lnTo>
                    <a:pt x="798157" y="2769245"/>
                  </a:lnTo>
                  <a:lnTo>
                    <a:pt x="798343" y="2769966"/>
                  </a:lnTo>
                  <a:lnTo>
                    <a:pt x="798530" y="2770541"/>
                  </a:lnTo>
                  <a:lnTo>
                    <a:pt x="798717" y="2770890"/>
                  </a:lnTo>
                  <a:lnTo>
                    <a:pt x="798904" y="2771267"/>
                  </a:lnTo>
                  <a:lnTo>
                    <a:pt x="799091" y="2771407"/>
                  </a:lnTo>
                  <a:lnTo>
                    <a:pt x="799278" y="2771415"/>
                  </a:lnTo>
                  <a:lnTo>
                    <a:pt x="799465" y="2771426"/>
                  </a:lnTo>
                  <a:lnTo>
                    <a:pt x="799652" y="2771513"/>
                  </a:lnTo>
                  <a:lnTo>
                    <a:pt x="799839" y="2771543"/>
                  </a:lnTo>
                  <a:lnTo>
                    <a:pt x="800026" y="2771417"/>
                  </a:lnTo>
                  <a:lnTo>
                    <a:pt x="800213" y="2771232"/>
                  </a:lnTo>
                  <a:lnTo>
                    <a:pt x="800400" y="2770789"/>
                  </a:lnTo>
                  <a:lnTo>
                    <a:pt x="800587" y="2770349"/>
                  </a:lnTo>
                  <a:lnTo>
                    <a:pt x="800773" y="2769773"/>
                  </a:lnTo>
                  <a:lnTo>
                    <a:pt x="800960" y="2769151"/>
                  </a:lnTo>
                  <a:lnTo>
                    <a:pt x="801147" y="2768565"/>
                  </a:lnTo>
                  <a:lnTo>
                    <a:pt x="801334" y="2768019"/>
                  </a:lnTo>
                  <a:lnTo>
                    <a:pt x="801521" y="2767737"/>
                  </a:lnTo>
                  <a:lnTo>
                    <a:pt x="801708" y="2767539"/>
                  </a:lnTo>
                  <a:lnTo>
                    <a:pt x="801895" y="2767468"/>
                  </a:lnTo>
                  <a:lnTo>
                    <a:pt x="802082" y="2767381"/>
                  </a:lnTo>
                  <a:lnTo>
                    <a:pt x="802269" y="2767240"/>
                  </a:lnTo>
                  <a:lnTo>
                    <a:pt x="802456" y="2767167"/>
                  </a:lnTo>
                  <a:lnTo>
                    <a:pt x="802643" y="2767023"/>
                  </a:lnTo>
                  <a:lnTo>
                    <a:pt x="802830" y="2766950"/>
                  </a:lnTo>
                  <a:lnTo>
                    <a:pt x="803016" y="2766828"/>
                  </a:lnTo>
                  <a:lnTo>
                    <a:pt x="803203" y="2766669"/>
                  </a:lnTo>
                  <a:lnTo>
                    <a:pt x="803390" y="2766536"/>
                  </a:lnTo>
                  <a:lnTo>
                    <a:pt x="803577" y="2766377"/>
                  </a:lnTo>
                  <a:lnTo>
                    <a:pt x="803764" y="2766407"/>
                  </a:lnTo>
                  <a:lnTo>
                    <a:pt x="803951" y="2766401"/>
                  </a:lnTo>
                  <a:lnTo>
                    <a:pt x="804138" y="2766413"/>
                  </a:lnTo>
                  <a:lnTo>
                    <a:pt x="804325" y="2766277"/>
                  </a:lnTo>
                  <a:lnTo>
                    <a:pt x="804512" y="2766093"/>
                  </a:lnTo>
                  <a:lnTo>
                    <a:pt x="804699" y="2765991"/>
                  </a:lnTo>
                  <a:lnTo>
                    <a:pt x="804886" y="2765890"/>
                  </a:lnTo>
                  <a:lnTo>
                    <a:pt x="805073" y="2765789"/>
                  </a:lnTo>
                  <a:lnTo>
                    <a:pt x="805260" y="2765759"/>
                  </a:lnTo>
                  <a:lnTo>
                    <a:pt x="805446" y="2765739"/>
                  </a:lnTo>
                  <a:lnTo>
                    <a:pt x="805633" y="2765559"/>
                  </a:lnTo>
                  <a:lnTo>
                    <a:pt x="805820" y="2765487"/>
                  </a:lnTo>
                  <a:lnTo>
                    <a:pt x="806007" y="2765451"/>
                  </a:lnTo>
                  <a:lnTo>
                    <a:pt x="806194" y="2765248"/>
                  </a:lnTo>
                  <a:lnTo>
                    <a:pt x="806381" y="2765036"/>
                  </a:lnTo>
                  <a:lnTo>
                    <a:pt x="806568" y="2764659"/>
                  </a:lnTo>
                  <a:lnTo>
                    <a:pt x="806755" y="2764362"/>
                  </a:lnTo>
                  <a:lnTo>
                    <a:pt x="806942" y="2764265"/>
                  </a:lnTo>
                  <a:lnTo>
                    <a:pt x="807129" y="2764089"/>
                  </a:lnTo>
                  <a:lnTo>
                    <a:pt x="807316" y="2763957"/>
                  </a:lnTo>
                  <a:lnTo>
                    <a:pt x="807503" y="2763957"/>
                  </a:lnTo>
                  <a:lnTo>
                    <a:pt x="807690" y="2763957"/>
                  </a:lnTo>
                  <a:lnTo>
                    <a:pt x="807876" y="2763957"/>
                  </a:lnTo>
                  <a:lnTo>
                    <a:pt x="808063" y="2763957"/>
                  </a:lnTo>
                  <a:lnTo>
                    <a:pt x="808250" y="2763957"/>
                  </a:lnTo>
                  <a:lnTo>
                    <a:pt x="808437" y="2763957"/>
                  </a:lnTo>
                  <a:lnTo>
                    <a:pt x="808624" y="2763957"/>
                  </a:lnTo>
                  <a:lnTo>
                    <a:pt x="808811" y="2763957"/>
                  </a:lnTo>
                  <a:lnTo>
                    <a:pt x="808998" y="2763957"/>
                  </a:lnTo>
                  <a:lnTo>
                    <a:pt x="809185" y="2763957"/>
                  </a:lnTo>
                  <a:lnTo>
                    <a:pt x="809372" y="2763957"/>
                  </a:lnTo>
                  <a:lnTo>
                    <a:pt x="809559" y="2763957"/>
                  </a:lnTo>
                  <a:lnTo>
                    <a:pt x="809746" y="2763957"/>
                  </a:lnTo>
                  <a:lnTo>
                    <a:pt x="809933" y="2763957"/>
                  </a:lnTo>
                  <a:lnTo>
                    <a:pt x="810119" y="2764080"/>
                  </a:lnTo>
                  <a:lnTo>
                    <a:pt x="810306" y="2764395"/>
                  </a:lnTo>
                  <a:lnTo>
                    <a:pt x="810493" y="2764848"/>
                  </a:lnTo>
                  <a:lnTo>
                    <a:pt x="810680" y="2765442"/>
                  </a:lnTo>
                  <a:lnTo>
                    <a:pt x="810867" y="2766159"/>
                  </a:lnTo>
                  <a:lnTo>
                    <a:pt x="811054" y="2766876"/>
                  </a:lnTo>
                  <a:lnTo>
                    <a:pt x="811241" y="2767690"/>
                  </a:lnTo>
                  <a:lnTo>
                    <a:pt x="811428" y="2768583"/>
                  </a:lnTo>
                  <a:lnTo>
                    <a:pt x="811615" y="2769332"/>
                  </a:lnTo>
                  <a:lnTo>
                    <a:pt x="811802" y="2770081"/>
                  </a:lnTo>
                  <a:lnTo>
                    <a:pt x="811989" y="2770830"/>
                  </a:lnTo>
                  <a:lnTo>
                    <a:pt x="812176" y="2771578"/>
                  </a:lnTo>
                  <a:lnTo>
                    <a:pt x="812363" y="2772327"/>
                  </a:lnTo>
                  <a:lnTo>
                    <a:pt x="812549" y="2773076"/>
                  </a:lnTo>
                  <a:lnTo>
                    <a:pt x="812736" y="2773810"/>
                  </a:lnTo>
                  <a:lnTo>
                    <a:pt x="812923" y="2774292"/>
                  </a:lnTo>
                  <a:lnTo>
                    <a:pt x="813110" y="2774464"/>
                  </a:lnTo>
                  <a:lnTo>
                    <a:pt x="813297" y="2774457"/>
                  </a:lnTo>
                  <a:lnTo>
                    <a:pt x="813484" y="2774426"/>
                  </a:lnTo>
                  <a:lnTo>
                    <a:pt x="813671" y="2774428"/>
                  </a:lnTo>
                  <a:lnTo>
                    <a:pt x="813858" y="2774577"/>
                  </a:lnTo>
                  <a:lnTo>
                    <a:pt x="814045" y="2774488"/>
                  </a:lnTo>
                  <a:lnTo>
                    <a:pt x="814232" y="2774520"/>
                  </a:lnTo>
                  <a:lnTo>
                    <a:pt x="814419" y="2774586"/>
                  </a:lnTo>
                  <a:lnTo>
                    <a:pt x="814606" y="2774482"/>
                  </a:lnTo>
                  <a:lnTo>
                    <a:pt x="814792" y="2774210"/>
                  </a:lnTo>
                  <a:lnTo>
                    <a:pt x="814979" y="2773921"/>
                  </a:lnTo>
                  <a:lnTo>
                    <a:pt x="815166" y="2773632"/>
                  </a:lnTo>
                  <a:lnTo>
                    <a:pt x="815353" y="2773342"/>
                  </a:lnTo>
                  <a:lnTo>
                    <a:pt x="815540" y="2773071"/>
                  </a:lnTo>
                  <a:lnTo>
                    <a:pt x="815727" y="2772922"/>
                  </a:lnTo>
                  <a:lnTo>
                    <a:pt x="815914" y="2772590"/>
                  </a:lnTo>
                  <a:lnTo>
                    <a:pt x="816101" y="2772312"/>
                  </a:lnTo>
                  <a:lnTo>
                    <a:pt x="816288" y="2771960"/>
                  </a:lnTo>
                  <a:lnTo>
                    <a:pt x="816475" y="2771358"/>
                  </a:lnTo>
                  <a:lnTo>
                    <a:pt x="816662" y="2770503"/>
                  </a:lnTo>
                  <a:lnTo>
                    <a:pt x="816849" y="2769611"/>
                  </a:lnTo>
                  <a:lnTo>
                    <a:pt x="817036" y="2768713"/>
                  </a:lnTo>
                  <a:lnTo>
                    <a:pt x="817222" y="2767841"/>
                  </a:lnTo>
                  <a:lnTo>
                    <a:pt x="817409" y="2767453"/>
                  </a:lnTo>
                  <a:lnTo>
                    <a:pt x="817596" y="2767224"/>
                  </a:lnTo>
                  <a:lnTo>
                    <a:pt x="817783" y="2767084"/>
                  </a:lnTo>
                  <a:lnTo>
                    <a:pt x="817970" y="2766856"/>
                  </a:lnTo>
                  <a:lnTo>
                    <a:pt x="818157" y="2766540"/>
                  </a:lnTo>
                  <a:lnTo>
                    <a:pt x="818344" y="2765969"/>
                  </a:lnTo>
                  <a:lnTo>
                    <a:pt x="818531" y="2765220"/>
                  </a:lnTo>
                  <a:lnTo>
                    <a:pt x="818718" y="2764593"/>
                  </a:lnTo>
                  <a:lnTo>
                    <a:pt x="818905" y="2764066"/>
                  </a:lnTo>
                  <a:lnTo>
                    <a:pt x="819092" y="2763538"/>
                  </a:lnTo>
                  <a:lnTo>
                    <a:pt x="819279" y="2763028"/>
                  </a:lnTo>
                  <a:lnTo>
                    <a:pt x="819466" y="2762453"/>
                  </a:lnTo>
                  <a:lnTo>
                    <a:pt x="819652" y="2761748"/>
                  </a:lnTo>
                  <a:lnTo>
                    <a:pt x="819839" y="2760781"/>
                  </a:lnTo>
                  <a:lnTo>
                    <a:pt x="820026" y="2759618"/>
                  </a:lnTo>
                  <a:lnTo>
                    <a:pt x="820213" y="2758260"/>
                  </a:lnTo>
                  <a:lnTo>
                    <a:pt x="820400" y="2756568"/>
                  </a:lnTo>
                  <a:lnTo>
                    <a:pt x="820587" y="2754795"/>
                  </a:lnTo>
                  <a:lnTo>
                    <a:pt x="820774" y="2753110"/>
                  </a:lnTo>
                  <a:lnTo>
                    <a:pt x="820961" y="2751496"/>
                  </a:lnTo>
                  <a:lnTo>
                    <a:pt x="821148" y="2749978"/>
                  </a:lnTo>
                  <a:lnTo>
                    <a:pt x="821335" y="2748733"/>
                  </a:lnTo>
                  <a:lnTo>
                    <a:pt x="821522" y="2747541"/>
                  </a:lnTo>
                  <a:lnTo>
                    <a:pt x="821709" y="2746472"/>
                  </a:lnTo>
                  <a:lnTo>
                    <a:pt x="821895" y="2745403"/>
                  </a:lnTo>
                  <a:lnTo>
                    <a:pt x="822082" y="2744334"/>
                  </a:lnTo>
                  <a:lnTo>
                    <a:pt x="822269" y="2743107"/>
                  </a:lnTo>
                  <a:lnTo>
                    <a:pt x="822456" y="2741994"/>
                  </a:lnTo>
                  <a:lnTo>
                    <a:pt x="822643" y="2740911"/>
                  </a:lnTo>
                  <a:lnTo>
                    <a:pt x="822830" y="2740031"/>
                  </a:lnTo>
                  <a:lnTo>
                    <a:pt x="823017" y="2739152"/>
                  </a:lnTo>
                  <a:lnTo>
                    <a:pt x="823204" y="2738615"/>
                  </a:lnTo>
                  <a:lnTo>
                    <a:pt x="823391" y="2738088"/>
                  </a:lnTo>
                  <a:lnTo>
                    <a:pt x="823578" y="2737560"/>
                  </a:lnTo>
                  <a:lnTo>
                    <a:pt x="823765" y="2737050"/>
                  </a:lnTo>
                  <a:lnTo>
                    <a:pt x="823952" y="2736715"/>
                  </a:lnTo>
                  <a:lnTo>
                    <a:pt x="824139" y="2736364"/>
                  </a:lnTo>
                  <a:lnTo>
                    <a:pt x="824325" y="2736012"/>
                  </a:lnTo>
                  <a:lnTo>
                    <a:pt x="824512" y="2735660"/>
                  </a:lnTo>
                  <a:lnTo>
                    <a:pt x="824699" y="2735308"/>
                  </a:lnTo>
                  <a:lnTo>
                    <a:pt x="824886" y="2734956"/>
                  </a:lnTo>
                  <a:lnTo>
                    <a:pt x="825073" y="2734728"/>
                  </a:lnTo>
                  <a:lnTo>
                    <a:pt x="825260" y="2734464"/>
                  </a:lnTo>
                  <a:lnTo>
                    <a:pt x="825447" y="2734261"/>
                  </a:lnTo>
                  <a:lnTo>
                    <a:pt x="825634" y="2734085"/>
                  </a:lnTo>
                  <a:lnTo>
                    <a:pt x="825821" y="2733962"/>
                  </a:lnTo>
                  <a:lnTo>
                    <a:pt x="826008" y="2733962"/>
                  </a:lnTo>
                  <a:lnTo>
                    <a:pt x="826195" y="2733962"/>
                  </a:lnTo>
                  <a:lnTo>
                    <a:pt x="826382" y="2733962"/>
                  </a:lnTo>
                  <a:lnTo>
                    <a:pt x="826569" y="2733962"/>
                  </a:lnTo>
                  <a:lnTo>
                    <a:pt x="826755" y="2733857"/>
                  </a:lnTo>
                  <a:lnTo>
                    <a:pt x="826942" y="2733681"/>
                  </a:lnTo>
                  <a:lnTo>
                    <a:pt x="827129" y="2733654"/>
                  </a:lnTo>
                  <a:lnTo>
                    <a:pt x="827316" y="2733602"/>
                  </a:lnTo>
                  <a:lnTo>
                    <a:pt x="827503" y="2733259"/>
                  </a:lnTo>
                  <a:lnTo>
                    <a:pt x="827690" y="2732731"/>
                  </a:lnTo>
                  <a:lnTo>
                    <a:pt x="827877" y="2732247"/>
                  </a:lnTo>
                  <a:lnTo>
                    <a:pt x="828064" y="2731807"/>
                  </a:lnTo>
                  <a:lnTo>
                    <a:pt x="828251" y="2731420"/>
                  </a:lnTo>
                  <a:lnTo>
                    <a:pt x="828438" y="2731614"/>
                  </a:lnTo>
                  <a:lnTo>
                    <a:pt x="828625" y="2731913"/>
                  </a:lnTo>
                  <a:lnTo>
                    <a:pt x="828812" y="2732150"/>
                  </a:lnTo>
                  <a:lnTo>
                    <a:pt x="828998" y="2732634"/>
                  </a:lnTo>
                  <a:lnTo>
                    <a:pt x="829185" y="2733162"/>
                  </a:lnTo>
                  <a:lnTo>
                    <a:pt x="829372" y="2733690"/>
                  </a:lnTo>
                  <a:lnTo>
                    <a:pt x="829559" y="2734305"/>
                  </a:lnTo>
                  <a:lnTo>
                    <a:pt x="829746" y="2735009"/>
                  </a:lnTo>
                  <a:lnTo>
                    <a:pt x="829933" y="2735563"/>
                  </a:lnTo>
                  <a:lnTo>
                    <a:pt x="830120" y="2736144"/>
                  </a:lnTo>
                  <a:lnTo>
                    <a:pt x="830307" y="2737014"/>
                  </a:lnTo>
                  <a:lnTo>
                    <a:pt x="830494" y="2738070"/>
                  </a:lnTo>
                  <a:lnTo>
                    <a:pt x="830681" y="2739125"/>
                  </a:lnTo>
                  <a:lnTo>
                    <a:pt x="830868" y="2740181"/>
                  </a:lnTo>
                  <a:lnTo>
                    <a:pt x="831055" y="2741236"/>
                  </a:lnTo>
                  <a:lnTo>
                    <a:pt x="831242" y="2741641"/>
                  </a:lnTo>
                  <a:lnTo>
                    <a:pt x="831428" y="2741817"/>
                  </a:lnTo>
                  <a:lnTo>
                    <a:pt x="831615" y="2741931"/>
                  </a:lnTo>
                  <a:lnTo>
                    <a:pt x="831802" y="2741799"/>
                  </a:lnTo>
                  <a:lnTo>
                    <a:pt x="831989" y="2741623"/>
                  </a:lnTo>
                  <a:lnTo>
                    <a:pt x="832176" y="2741448"/>
                  </a:lnTo>
                  <a:lnTo>
                    <a:pt x="832363" y="2741272"/>
                  </a:lnTo>
                  <a:lnTo>
                    <a:pt x="832550" y="2741034"/>
                  </a:lnTo>
                  <a:lnTo>
                    <a:pt x="832737" y="2740788"/>
                  </a:lnTo>
                  <a:lnTo>
                    <a:pt x="832924" y="2740612"/>
                  </a:lnTo>
                  <a:lnTo>
                    <a:pt x="833111" y="2740436"/>
                  </a:lnTo>
                  <a:lnTo>
                    <a:pt x="833298" y="2740260"/>
                  </a:lnTo>
                  <a:lnTo>
                    <a:pt x="833485" y="2740084"/>
                  </a:lnTo>
                  <a:lnTo>
                    <a:pt x="833671" y="2739908"/>
                  </a:lnTo>
                  <a:lnTo>
                    <a:pt x="833858" y="2739732"/>
                  </a:lnTo>
                  <a:lnTo>
                    <a:pt x="834045" y="2739803"/>
                  </a:lnTo>
                  <a:lnTo>
                    <a:pt x="834232" y="2739979"/>
                  </a:lnTo>
                  <a:lnTo>
                    <a:pt x="834419" y="2740155"/>
                  </a:lnTo>
                  <a:lnTo>
                    <a:pt x="834606" y="2740139"/>
                  </a:lnTo>
                  <a:lnTo>
                    <a:pt x="834793" y="2740110"/>
                  </a:lnTo>
                  <a:lnTo>
                    <a:pt x="834980" y="2740033"/>
                  </a:lnTo>
                  <a:lnTo>
                    <a:pt x="835167" y="2739956"/>
                  </a:lnTo>
                  <a:lnTo>
                    <a:pt x="835354" y="2739941"/>
                  </a:lnTo>
                  <a:lnTo>
                    <a:pt x="835541" y="2739954"/>
                  </a:lnTo>
                  <a:lnTo>
                    <a:pt x="835728" y="2739908"/>
                  </a:lnTo>
                  <a:lnTo>
                    <a:pt x="835915" y="2739921"/>
                  </a:lnTo>
                  <a:lnTo>
                    <a:pt x="836101" y="2740020"/>
                  </a:lnTo>
                  <a:lnTo>
                    <a:pt x="836288" y="2740163"/>
                  </a:lnTo>
                  <a:lnTo>
                    <a:pt x="836475" y="2740406"/>
                  </a:lnTo>
                  <a:lnTo>
                    <a:pt x="836662" y="2740650"/>
                  </a:lnTo>
                  <a:lnTo>
                    <a:pt x="836849" y="2740778"/>
                  </a:lnTo>
                  <a:lnTo>
                    <a:pt x="837036" y="2740877"/>
                  </a:lnTo>
                  <a:lnTo>
                    <a:pt x="837223" y="2740976"/>
                  </a:lnTo>
                  <a:lnTo>
                    <a:pt x="837410" y="2741123"/>
                  </a:lnTo>
                  <a:lnTo>
                    <a:pt x="837597" y="2741283"/>
                  </a:lnTo>
                  <a:lnTo>
                    <a:pt x="837784" y="2741635"/>
                  </a:lnTo>
                  <a:lnTo>
                    <a:pt x="837971" y="2741811"/>
                  </a:lnTo>
                  <a:lnTo>
                    <a:pt x="838158" y="2741987"/>
                  </a:lnTo>
                  <a:lnTo>
                    <a:pt x="838345" y="2742163"/>
                  </a:lnTo>
                  <a:lnTo>
                    <a:pt x="838531" y="2742233"/>
                  </a:lnTo>
                  <a:lnTo>
                    <a:pt x="838718" y="2742101"/>
                  </a:lnTo>
                  <a:lnTo>
                    <a:pt x="838905" y="2741749"/>
                  </a:lnTo>
                  <a:lnTo>
                    <a:pt x="839092" y="2741345"/>
                  </a:lnTo>
                  <a:lnTo>
                    <a:pt x="839279" y="2740747"/>
                  </a:lnTo>
                  <a:lnTo>
                    <a:pt x="839466" y="2740043"/>
                  </a:lnTo>
                  <a:lnTo>
                    <a:pt x="839653" y="2739339"/>
                  </a:lnTo>
                  <a:lnTo>
                    <a:pt x="839840" y="2738596"/>
                  </a:lnTo>
                  <a:lnTo>
                    <a:pt x="840027" y="2737858"/>
                  </a:lnTo>
                  <a:lnTo>
                    <a:pt x="840214" y="2737109"/>
                  </a:lnTo>
                  <a:lnTo>
                    <a:pt x="840401" y="2736469"/>
                  </a:lnTo>
                  <a:lnTo>
                    <a:pt x="840588" y="2735864"/>
                  </a:lnTo>
                  <a:lnTo>
                    <a:pt x="840774" y="2735435"/>
                  </a:lnTo>
                  <a:lnTo>
                    <a:pt x="840961" y="2735007"/>
                  </a:lnTo>
                  <a:lnTo>
                    <a:pt x="841148" y="2734461"/>
                  </a:lnTo>
                  <a:lnTo>
                    <a:pt x="841335" y="2734053"/>
                  </a:lnTo>
                  <a:lnTo>
                    <a:pt x="841522" y="2733738"/>
                  </a:lnTo>
                  <a:lnTo>
                    <a:pt x="841709" y="2733379"/>
                  </a:lnTo>
                  <a:lnTo>
                    <a:pt x="841896" y="2732709"/>
                  </a:lnTo>
                  <a:lnTo>
                    <a:pt x="842083" y="2731869"/>
                  </a:lnTo>
                  <a:lnTo>
                    <a:pt x="842270" y="2731091"/>
                  </a:lnTo>
                  <a:lnTo>
                    <a:pt x="842457" y="2730312"/>
                  </a:lnTo>
                  <a:lnTo>
                    <a:pt x="842644" y="2729463"/>
                  </a:lnTo>
                  <a:lnTo>
                    <a:pt x="842831" y="2728506"/>
                  </a:lnTo>
                  <a:lnTo>
                    <a:pt x="843018" y="2727578"/>
                  </a:lnTo>
                  <a:lnTo>
                    <a:pt x="843204" y="2726419"/>
                  </a:lnTo>
                  <a:lnTo>
                    <a:pt x="843391" y="2725021"/>
                  </a:lnTo>
                  <a:lnTo>
                    <a:pt x="843578" y="2723474"/>
                  </a:lnTo>
                  <a:lnTo>
                    <a:pt x="843765" y="2721927"/>
                  </a:lnTo>
                  <a:lnTo>
                    <a:pt x="843952" y="2720439"/>
                  </a:lnTo>
                  <a:lnTo>
                    <a:pt x="844139" y="2718774"/>
                  </a:lnTo>
                  <a:lnTo>
                    <a:pt x="844326" y="2717059"/>
                  </a:lnTo>
                  <a:lnTo>
                    <a:pt x="844513" y="2715634"/>
                  </a:lnTo>
                  <a:lnTo>
                    <a:pt x="844700" y="2714438"/>
                  </a:lnTo>
                  <a:lnTo>
                    <a:pt x="844887" y="2713339"/>
                  </a:lnTo>
                  <a:lnTo>
                    <a:pt x="845074" y="2712134"/>
                  </a:lnTo>
                  <a:lnTo>
                    <a:pt x="845261" y="2710902"/>
                  </a:lnTo>
                  <a:lnTo>
                    <a:pt x="845447" y="2709671"/>
                  </a:lnTo>
                  <a:lnTo>
                    <a:pt x="845634" y="2708536"/>
                  </a:lnTo>
                  <a:lnTo>
                    <a:pt x="845821" y="2707534"/>
                  </a:lnTo>
                  <a:lnTo>
                    <a:pt x="846008" y="2706654"/>
                  </a:lnTo>
                  <a:lnTo>
                    <a:pt x="846195" y="2705977"/>
                  </a:lnTo>
                  <a:lnTo>
                    <a:pt x="846382" y="2705449"/>
                  </a:lnTo>
                  <a:lnTo>
                    <a:pt x="846569" y="2704745"/>
                  </a:lnTo>
                  <a:lnTo>
                    <a:pt x="846756" y="2704042"/>
                  </a:lnTo>
                  <a:lnTo>
                    <a:pt x="846943" y="2703435"/>
                  </a:lnTo>
                  <a:lnTo>
                    <a:pt x="847130" y="2702766"/>
                  </a:lnTo>
                  <a:lnTo>
                    <a:pt x="847317" y="2702063"/>
                  </a:lnTo>
                  <a:lnTo>
                    <a:pt x="847504" y="2701429"/>
                  </a:lnTo>
                  <a:lnTo>
                    <a:pt x="847691" y="2700763"/>
                  </a:lnTo>
                  <a:lnTo>
                    <a:pt x="847877" y="2700230"/>
                  </a:lnTo>
                  <a:lnTo>
                    <a:pt x="848064" y="2699698"/>
                  </a:lnTo>
                  <a:lnTo>
                    <a:pt x="848251" y="2699157"/>
                  </a:lnTo>
                  <a:lnTo>
                    <a:pt x="848438" y="2698616"/>
                  </a:lnTo>
                  <a:lnTo>
                    <a:pt x="848625" y="2698074"/>
                  </a:lnTo>
                  <a:lnTo>
                    <a:pt x="848812" y="2697533"/>
                  </a:lnTo>
                  <a:lnTo>
                    <a:pt x="848999" y="2697136"/>
                  </a:lnTo>
                  <a:lnTo>
                    <a:pt x="849186" y="2696651"/>
                  </a:lnTo>
                  <a:lnTo>
                    <a:pt x="849373" y="2696078"/>
                  </a:lnTo>
                  <a:lnTo>
                    <a:pt x="849560" y="2695329"/>
                  </a:lnTo>
                  <a:lnTo>
                    <a:pt x="849747" y="2694405"/>
                  </a:lnTo>
                  <a:lnTo>
                    <a:pt x="849934" y="2693621"/>
                  </a:lnTo>
                  <a:lnTo>
                    <a:pt x="850121" y="2692719"/>
                  </a:lnTo>
                  <a:lnTo>
                    <a:pt x="850307" y="2691895"/>
                  </a:lnTo>
                  <a:lnTo>
                    <a:pt x="850494" y="2690995"/>
                  </a:lnTo>
                  <a:lnTo>
                    <a:pt x="850681" y="2690236"/>
                  </a:lnTo>
                  <a:lnTo>
                    <a:pt x="850868" y="2689508"/>
                  </a:lnTo>
                  <a:lnTo>
                    <a:pt x="851055" y="2688980"/>
                  </a:lnTo>
                  <a:lnTo>
                    <a:pt x="851242" y="2688453"/>
                  </a:lnTo>
                  <a:lnTo>
                    <a:pt x="851429" y="2687855"/>
                  </a:lnTo>
                  <a:lnTo>
                    <a:pt x="851616" y="2687151"/>
                  </a:lnTo>
                  <a:lnTo>
                    <a:pt x="851803" y="2686271"/>
                  </a:lnTo>
                  <a:lnTo>
                    <a:pt x="851990" y="2685647"/>
                  </a:lnTo>
                  <a:lnTo>
                    <a:pt x="852177" y="2685453"/>
                  </a:lnTo>
                  <a:lnTo>
                    <a:pt x="852364" y="2685392"/>
                  </a:lnTo>
                  <a:lnTo>
                    <a:pt x="852550" y="2685339"/>
                  </a:lnTo>
                  <a:lnTo>
                    <a:pt x="852737" y="2685163"/>
                  </a:lnTo>
                  <a:lnTo>
                    <a:pt x="852924" y="2685137"/>
                  </a:lnTo>
                  <a:lnTo>
                    <a:pt x="853111" y="2685040"/>
                  </a:lnTo>
                  <a:lnTo>
                    <a:pt x="853298" y="2685163"/>
                  </a:lnTo>
                  <a:lnTo>
                    <a:pt x="853485" y="2685163"/>
                  </a:lnTo>
                  <a:lnTo>
                    <a:pt x="853672" y="2685163"/>
                  </a:lnTo>
                  <a:lnTo>
                    <a:pt x="853859" y="2685031"/>
                  </a:lnTo>
                  <a:lnTo>
                    <a:pt x="854046" y="2685109"/>
                  </a:lnTo>
                  <a:lnTo>
                    <a:pt x="854233" y="2684810"/>
                  </a:lnTo>
                  <a:lnTo>
                    <a:pt x="854420" y="2684193"/>
                  </a:lnTo>
                  <a:lnTo>
                    <a:pt x="854607" y="2683564"/>
                  </a:lnTo>
                  <a:lnTo>
                    <a:pt x="854794" y="2682811"/>
                  </a:lnTo>
                  <a:lnTo>
                    <a:pt x="854980" y="2682024"/>
                  </a:lnTo>
                  <a:lnTo>
                    <a:pt x="855167" y="2681250"/>
                  </a:lnTo>
                  <a:lnTo>
                    <a:pt x="855354" y="2680376"/>
                  </a:lnTo>
                  <a:lnTo>
                    <a:pt x="855541" y="2679451"/>
                  </a:lnTo>
                  <a:lnTo>
                    <a:pt x="855728" y="2678681"/>
                  </a:lnTo>
                  <a:lnTo>
                    <a:pt x="855915" y="2677658"/>
                  </a:lnTo>
                  <a:lnTo>
                    <a:pt x="856102" y="2676207"/>
                  </a:lnTo>
                  <a:lnTo>
                    <a:pt x="856289" y="2674723"/>
                  </a:lnTo>
                  <a:lnTo>
                    <a:pt x="856476" y="2673239"/>
                  </a:lnTo>
                  <a:lnTo>
                    <a:pt x="856663" y="2671705"/>
                  </a:lnTo>
                  <a:lnTo>
                    <a:pt x="856850" y="2669580"/>
                  </a:lnTo>
                  <a:lnTo>
                    <a:pt x="857037" y="2668128"/>
                  </a:lnTo>
                  <a:lnTo>
                    <a:pt x="857224" y="2666686"/>
                  </a:lnTo>
                  <a:lnTo>
                    <a:pt x="857410" y="2665279"/>
                  </a:lnTo>
                  <a:lnTo>
                    <a:pt x="857597" y="2663827"/>
                  </a:lnTo>
                  <a:lnTo>
                    <a:pt x="857784" y="2662587"/>
                  </a:lnTo>
                  <a:lnTo>
                    <a:pt x="857971" y="2661373"/>
                  </a:lnTo>
                  <a:lnTo>
                    <a:pt x="858158" y="2660502"/>
                  </a:lnTo>
                  <a:lnTo>
                    <a:pt x="858345" y="2659720"/>
                  </a:lnTo>
                  <a:lnTo>
                    <a:pt x="858532" y="2658796"/>
                  </a:lnTo>
                  <a:lnTo>
                    <a:pt x="858719" y="2658066"/>
                  </a:lnTo>
                  <a:lnTo>
                    <a:pt x="858906" y="2657617"/>
                  </a:lnTo>
                  <a:lnTo>
                    <a:pt x="859093" y="2657011"/>
                  </a:lnTo>
                  <a:lnTo>
                    <a:pt x="859280" y="2656307"/>
                  </a:lnTo>
                  <a:lnTo>
                    <a:pt x="859467" y="2655718"/>
                  </a:lnTo>
                  <a:lnTo>
                    <a:pt x="859653" y="2655357"/>
                  </a:lnTo>
                  <a:lnTo>
                    <a:pt x="859840" y="2654908"/>
                  </a:lnTo>
                  <a:lnTo>
                    <a:pt x="860027" y="2654513"/>
                  </a:lnTo>
                  <a:lnTo>
                    <a:pt x="860214" y="2654161"/>
                  </a:lnTo>
                  <a:lnTo>
                    <a:pt x="860401" y="2653809"/>
                  </a:lnTo>
                  <a:lnTo>
                    <a:pt x="860588" y="2653114"/>
                  </a:lnTo>
                  <a:lnTo>
                    <a:pt x="860775" y="2652340"/>
                  </a:lnTo>
                  <a:lnTo>
                    <a:pt x="860962" y="2651460"/>
                  </a:lnTo>
                  <a:lnTo>
                    <a:pt x="861149" y="2650510"/>
                  </a:lnTo>
                  <a:lnTo>
                    <a:pt x="861336" y="2649464"/>
                  </a:lnTo>
                  <a:lnTo>
                    <a:pt x="861523" y="2648795"/>
                  </a:lnTo>
                  <a:lnTo>
                    <a:pt x="861710" y="2648267"/>
                  </a:lnTo>
                  <a:lnTo>
                    <a:pt x="861897" y="2647995"/>
                  </a:lnTo>
                  <a:lnTo>
                    <a:pt x="862083" y="2647819"/>
                  </a:lnTo>
                  <a:lnTo>
                    <a:pt x="862270" y="2647564"/>
                  </a:lnTo>
                  <a:lnTo>
                    <a:pt x="862457" y="2647265"/>
                  </a:lnTo>
                  <a:lnTo>
                    <a:pt x="862644" y="2646948"/>
                  </a:lnTo>
                  <a:lnTo>
                    <a:pt x="862831" y="2646799"/>
                  </a:lnTo>
                  <a:lnTo>
                    <a:pt x="863018" y="2646799"/>
                  </a:lnTo>
                  <a:lnTo>
                    <a:pt x="863205" y="2646799"/>
                  </a:lnTo>
                  <a:lnTo>
                    <a:pt x="863392" y="2646799"/>
                  </a:lnTo>
                  <a:lnTo>
                    <a:pt x="863579" y="2646781"/>
                  </a:lnTo>
                  <a:lnTo>
                    <a:pt x="863766" y="2646781"/>
                  </a:lnTo>
                  <a:lnTo>
                    <a:pt x="863953" y="2646992"/>
                  </a:lnTo>
                  <a:lnTo>
                    <a:pt x="864140" y="2647414"/>
                  </a:lnTo>
                  <a:lnTo>
                    <a:pt x="864326" y="2647687"/>
                  </a:lnTo>
                  <a:lnTo>
                    <a:pt x="864513" y="2647924"/>
                  </a:lnTo>
                  <a:lnTo>
                    <a:pt x="864700" y="2648329"/>
                  </a:lnTo>
                  <a:lnTo>
                    <a:pt x="864887" y="2649024"/>
                  </a:lnTo>
                  <a:lnTo>
                    <a:pt x="865074" y="2650062"/>
                  </a:lnTo>
                  <a:lnTo>
                    <a:pt x="865261" y="2651073"/>
                  </a:lnTo>
                  <a:lnTo>
                    <a:pt x="865448" y="2652094"/>
                  </a:lnTo>
                  <a:lnTo>
                    <a:pt x="865635" y="2652674"/>
                  </a:lnTo>
                  <a:lnTo>
                    <a:pt x="865822" y="2652516"/>
                  </a:lnTo>
                  <a:lnTo>
                    <a:pt x="866009" y="2652164"/>
                  </a:lnTo>
                  <a:lnTo>
                    <a:pt x="866196" y="2651812"/>
                  </a:lnTo>
                  <a:lnTo>
                    <a:pt x="866383" y="2651548"/>
                  </a:lnTo>
                  <a:lnTo>
                    <a:pt x="866570" y="2651372"/>
                  </a:lnTo>
                  <a:lnTo>
                    <a:pt x="866756" y="2651196"/>
                  </a:lnTo>
                  <a:lnTo>
                    <a:pt x="866943" y="2650933"/>
                  </a:lnTo>
                  <a:lnTo>
                    <a:pt x="867130" y="2650660"/>
                  </a:lnTo>
                  <a:lnTo>
                    <a:pt x="867317" y="2650422"/>
                  </a:lnTo>
                  <a:lnTo>
                    <a:pt x="867504" y="2650018"/>
                  </a:lnTo>
                  <a:lnTo>
                    <a:pt x="867691" y="2649323"/>
                  </a:lnTo>
                  <a:lnTo>
                    <a:pt x="867878" y="2648443"/>
                  </a:lnTo>
                  <a:lnTo>
                    <a:pt x="868065" y="2647564"/>
                  </a:lnTo>
                  <a:lnTo>
                    <a:pt x="868252" y="2646684"/>
                  </a:lnTo>
                  <a:lnTo>
                    <a:pt x="868439" y="2645963"/>
                  </a:lnTo>
                  <a:lnTo>
                    <a:pt x="868626" y="2645875"/>
                  </a:lnTo>
                  <a:lnTo>
                    <a:pt x="868813" y="2646051"/>
                  </a:lnTo>
                  <a:lnTo>
                    <a:pt x="869000" y="2646227"/>
                  </a:lnTo>
                  <a:lnTo>
                    <a:pt x="869186" y="2646403"/>
                  </a:lnTo>
                  <a:lnTo>
                    <a:pt x="869373" y="2646579"/>
                  </a:lnTo>
                  <a:lnTo>
                    <a:pt x="869560" y="2646755"/>
                  </a:lnTo>
                  <a:lnTo>
                    <a:pt x="869747" y="2646931"/>
                  </a:lnTo>
                  <a:lnTo>
                    <a:pt x="869934" y="2647168"/>
                  </a:lnTo>
                  <a:lnTo>
                    <a:pt x="870121" y="2647520"/>
                  </a:lnTo>
                  <a:lnTo>
                    <a:pt x="870308" y="2647749"/>
                  </a:lnTo>
                  <a:lnTo>
                    <a:pt x="870495" y="2647924"/>
                  </a:lnTo>
                  <a:lnTo>
                    <a:pt x="870682" y="2648021"/>
                  </a:lnTo>
                  <a:lnTo>
                    <a:pt x="870869" y="2648021"/>
                  </a:lnTo>
                  <a:lnTo>
                    <a:pt x="871056" y="2648021"/>
                  </a:lnTo>
                  <a:lnTo>
                    <a:pt x="871243" y="2648021"/>
                  </a:lnTo>
                  <a:lnTo>
                    <a:pt x="871429" y="2648121"/>
                  </a:lnTo>
                  <a:lnTo>
                    <a:pt x="871616" y="2648154"/>
                  </a:lnTo>
                  <a:lnTo>
                    <a:pt x="871803" y="2647827"/>
                  </a:lnTo>
                  <a:lnTo>
                    <a:pt x="871990" y="2647081"/>
                  </a:lnTo>
                  <a:lnTo>
                    <a:pt x="872177" y="2646003"/>
                  </a:lnTo>
                  <a:lnTo>
                    <a:pt x="872364" y="2644860"/>
                  </a:lnTo>
                  <a:lnTo>
                    <a:pt x="872551" y="2643522"/>
                  </a:lnTo>
                  <a:lnTo>
                    <a:pt x="872738" y="2641892"/>
                  </a:lnTo>
                  <a:lnTo>
                    <a:pt x="872925" y="2639931"/>
                  </a:lnTo>
                  <a:lnTo>
                    <a:pt x="873112" y="2638056"/>
                  </a:lnTo>
                  <a:lnTo>
                    <a:pt x="873299" y="2636225"/>
                  </a:lnTo>
                  <a:lnTo>
                    <a:pt x="873486" y="2634459"/>
                  </a:lnTo>
                  <a:lnTo>
                    <a:pt x="873673" y="2632772"/>
                  </a:lnTo>
                  <a:lnTo>
                    <a:pt x="873859" y="2631085"/>
                  </a:lnTo>
                  <a:lnTo>
                    <a:pt x="874046" y="2629391"/>
                  </a:lnTo>
                  <a:lnTo>
                    <a:pt x="874233" y="2627441"/>
                  </a:lnTo>
                  <a:lnTo>
                    <a:pt x="874420" y="2624881"/>
                  </a:lnTo>
                  <a:lnTo>
                    <a:pt x="874607" y="2622735"/>
                  </a:lnTo>
                  <a:lnTo>
                    <a:pt x="874794" y="2621099"/>
                  </a:lnTo>
                  <a:lnTo>
                    <a:pt x="874981" y="2619868"/>
                  </a:lnTo>
                  <a:lnTo>
                    <a:pt x="875168" y="2618715"/>
                  </a:lnTo>
                  <a:lnTo>
                    <a:pt x="875355" y="2617976"/>
                  </a:lnTo>
                  <a:lnTo>
                    <a:pt x="875542" y="2617519"/>
                  </a:lnTo>
                  <a:lnTo>
                    <a:pt x="875729" y="2617317"/>
                  </a:lnTo>
                  <a:lnTo>
                    <a:pt x="875916" y="2616956"/>
                  </a:lnTo>
                  <a:lnTo>
                    <a:pt x="876103" y="2616666"/>
                  </a:lnTo>
                  <a:lnTo>
                    <a:pt x="876289" y="2616420"/>
                  </a:lnTo>
                  <a:lnTo>
                    <a:pt x="876476" y="2616068"/>
                  </a:lnTo>
                  <a:lnTo>
                    <a:pt x="876663" y="2615786"/>
                  </a:lnTo>
                  <a:lnTo>
                    <a:pt x="876850" y="2615619"/>
                  </a:lnTo>
                  <a:lnTo>
                    <a:pt x="877037" y="2615619"/>
                  </a:lnTo>
                  <a:lnTo>
                    <a:pt x="877224" y="2615769"/>
                  </a:lnTo>
                  <a:lnTo>
                    <a:pt x="877411" y="2615945"/>
                  </a:lnTo>
                  <a:lnTo>
                    <a:pt x="877598" y="2616121"/>
                  </a:lnTo>
                  <a:lnTo>
                    <a:pt x="877785" y="2616296"/>
                  </a:lnTo>
                  <a:lnTo>
                    <a:pt x="877972" y="2616411"/>
                  </a:lnTo>
                  <a:lnTo>
                    <a:pt x="878159" y="2616235"/>
                  </a:lnTo>
                  <a:lnTo>
                    <a:pt x="878346" y="2616059"/>
                  </a:lnTo>
                  <a:lnTo>
                    <a:pt x="878532" y="2615892"/>
                  </a:lnTo>
                  <a:lnTo>
                    <a:pt x="878719" y="2615971"/>
                  </a:lnTo>
                  <a:lnTo>
                    <a:pt x="878906" y="2616209"/>
                  </a:lnTo>
                  <a:lnTo>
                    <a:pt x="879093" y="2616613"/>
                  </a:lnTo>
                  <a:lnTo>
                    <a:pt x="879280" y="2617466"/>
                  </a:lnTo>
                  <a:lnTo>
                    <a:pt x="879467" y="2618583"/>
                  </a:lnTo>
                  <a:lnTo>
                    <a:pt x="879654" y="2619639"/>
                  </a:lnTo>
                  <a:lnTo>
                    <a:pt x="879841" y="2620694"/>
                  </a:lnTo>
                  <a:lnTo>
                    <a:pt x="880028" y="2621750"/>
                  </a:lnTo>
                  <a:lnTo>
                    <a:pt x="880215" y="2622902"/>
                  </a:lnTo>
                  <a:lnTo>
                    <a:pt x="880402" y="2624186"/>
                  </a:lnTo>
                  <a:lnTo>
                    <a:pt x="880589" y="2625594"/>
                  </a:lnTo>
                  <a:lnTo>
                    <a:pt x="880776" y="2627265"/>
                  </a:lnTo>
                  <a:lnTo>
                    <a:pt x="880962" y="2629200"/>
                  </a:lnTo>
                  <a:lnTo>
                    <a:pt x="881149" y="2630977"/>
                  </a:lnTo>
                  <a:lnTo>
                    <a:pt x="881336" y="2632560"/>
                  </a:lnTo>
                  <a:lnTo>
                    <a:pt x="881523" y="2634170"/>
                  </a:lnTo>
                  <a:lnTo>
                    <a:pt x="881710" y="2635630"/>
                  </a:lnTo>
                  <a:lnTo>
                    <a:pt x="881897" y="2636879"/>
                  </a:lnTo>
                  <a:lnTo>
                    <a:pt x="882084" y="2638047"/>
                  </a:lnTo>
                  <a:lnTo>
                    <a:pt x="882271" y="2639020"/>
                  </a:lnTo>
                  <a:lnTo>
                    <a:pt x="882458" y="2639982"/>
                  </a:lnTo>
                  <a:lnTo>
                    <a:pt x="882645" y="2640970"/>
                  </a:lnTo>
                  <a:lnTo>
                    <a:pt x="882832" y="2641957"/>
                  </a:lnTo>
                  <a:lnTo>
                    <a:pt x="883019" y="2642849"/>
                  </a:lnTo>
                  <a:lnTo>
                    <a:pt x="883205" y="2643608"/>
                  </a:lnTo>
                  <a:lnTo>
                    <a:pt x="883392" y="2644244"/>
                  </a:lnTo>
                  <a:lnTo>
                    <a:pt x="883579" y="2644678"/>
                  </a:lnTo>
                  <a:lnTo>
                    <a:pt x="883766" y="2644918"/>
                  </a:lnTo>
                  <a:lnTo>
                    <a:pt x="883953" y="2645364"/>
                  </a:lnTo>
                  <a:lnTo>
                    <a:pt x="884140" y="2645969"/>
                  </a:lnTo>
                  <a:lnTo>
                    <a:pt x="884327" y="2646476"/>
                  </a:lnTo>
                  <a:lnTo>
                    <a:pt x="884514" y="2647046"/>
                  </a:lnTo>
                  <a:lnTo>
                    <a:pt x="884701" y="2647520"/>
                  </a:lnTo>
                  <a:lnTo>
                    <a:pt x="884888" y="2647857"/>
                  </a:lnTo>
                  <a:lnTo>
                    <a:pt x="885075" y="2648080"/>
                  </a:lnTo>
                  <a:lnTo>
                    <a:pt x="885262" y="2648107"/>
                  </a:lnTo>
                  <a:lnTo>
                    <a:pt x="885449" y="2648107"/>
                  </a:lnTo>
                  <a:lnTo>
                    <a:pt x="885635" y="2648107"/>
                  </a:lnTo>
                  <a:lnTo>
                    <a:pt x="885822" y="2648107"/>
                  </a:lnTo>
                  <a:lnTo>
                    <a:pt x="886009" y="2648107"/>
                  </a:lnTo>
                  <a:lnTo>
                    <a:pt x="886196" y="2648107"/>
                  </a:lnTo>
                  <a:lnTo>
                    <a:pt x="886383" y="2648107"/>
                  </a:lnTo>
                  <a:lnTo>
                    <a:pt x="886570" y="2648247"/>
                  </a:lnTo>
                  <a:lnTo>
                    <a:pt x="886757" y="2648599"/>
                  </a:lnTo>
                  <a:lnTo>
                    <a:pt x="886944" y="2649127"/>
                  </a:lnTo>
                  <a:lnTo>
                    <a:pt x="887131" y="2649831"/>
                  </a:lnTo>
                  <a:lnTo>
                    <a:pt x="887318" y="2650394"/>
                  </a:lnTo>
                  <a:lnTo>
                    <a:pt x="887505" y="2651247"/>
                  </a:lnTo>
                  <a:lnTo>
                    <a:pt x="887692" y="2652170"/>
                  </a:lnTo>
                  <a:lnTo>
                    <a:pt x="887879" y="2653226"/>
                  </a:lnTo>
                  <a:lnTo>
                    <a:pt x="888065" y="2654281"/>
                  </a:lnTo>
                  <a:lnTo>
                    <a:pt x="888252" y="2655337"/>
                  </a:lnTo>
                  <a:lnTo>
                    <a:pt x="888439" y="2656392"/>
                  </a:lnTo>
                  <a:lnTo>
                    <a:pt x="888626" y="2657448"/>
                  </a:lnTo>
                  <a:lnTo>
                    <a:pt x="888813" y="2658574"/>
                  </a:lnTo>
                  <a:lnTo>
                    <a:pt x="889000" y="2659805"/>
                  </a:lnTo>
                  <a:lnTo>
                    <a:pt x="889187" y="2661036"/>
                  </a:lnTo>
                  <a:lnTo>
                    <a:pt x="889374" y="2662180"/>
                  </a:lnTo>
                  <a:lnTo>
                    <a:pt x="889561" y="2663060"/>
                  </a:lnTo>
                  <a:lnTo>
                    <a:pt x="889748" y="2663825"/>
                  </a:lnTo>
                  <a:lnTo>
                    <a:pt x="889935" y="2664581"/>
                  </a:lnTo>
                  <a:lnTo>
                    <a:pt x="890122" y="2665461"/>
                  </a:lnTo>
                  <a:lnTo>
                    <a:pt x="890308" y="2666173"/>
                  </a:lnTo>
                  <a:lnTo>
                    <a:pt x="890495" y="2666833"/>
                  </a:lnTo>
                  <a:lnTo>
                    <a:pt x="890682" y="2667361"/>
                  </a:lnTo>
                  <a:lnTo>
                    <a:pt x="890869" y="2667871"/>
                  </a:lnTo>
                  <a:lnTo>
                    <a:pt x="891056" y="2668223"/>
                  </a:lnTo>
                  <a:lnTo>
                    <a:pt x="891243" y="2668724"/>
                  </a:lnTo>
                  <a:lnTo>
                    <a:pt x="891430" y="2669174"/>
                  </a:lnTo>
                  <a:lnTo>
                    <a:pt x="891617" y="2670001"/>
                  </a:lnTo>
                  <a:lnTo>
                    <a:pt x="891804" y="2671049"/>
                  </a:lnTo>
                  <a:lnTo>
                    <a:pt x="891991" y="2671959"/>
                  </a:lnTo>
                  <a:lnTo>
                    <a:pt x="892178" y="2672765"/>
                  </a:lnTo>
                  <a:lnTo>
                    <a:pt x="892365" y="2673595"/>
                  </a:lnTo>
                  <a:lnTo>
                    <a:pt x="892552" y="2674246"/>
                  </a:lnTo>
                  <a:lnTo>
                    <a:pt x="892738" y="2675056"/>
                  </a:lnTo>
                  <a:lnTo>
                    <a:pt x="892925" y="2675790"/>
                  </a:lnTo>
                  <a:lnTo>
                    <a:pt x="893112" y="2676519"/>
                  </a:lnTo>
                  <a:lnTo>
                    <a:pt x="893299" y="2677612"/>
                  </a:lnTo>
                  <a:lnTo>
                    <a:pt x="893486" y="2678863"/>
                  </a:lnTo>
                  <a:lnTo>
                    <a:pt x="893673" y="2680227"/>
                  </a:lnTo>
                  <a:lnTo>
                    <a:pt x="893860" y="2681509"/>
                  </a:lnTo>
                  <a:lnTo>
                    <a:pt x="894047" y="2682515"/>
                  </a:lnTo>
                  <a:lnTo>
                    <a:pt x="894234" y="2683608"/>
                  </a:lnTo>
                  <a:lnTo>
                    <a:pt x="894421" y="2684125"/>
                  </a:lnTo>
                  <a:lnTo>
                    <a:pt x="894608" y="2684825"/>
                  </a:lnTo>
                  <a:lnTo>
                    <a:pt x="894795" y="2685728"/>
                  </a:lnTo>
                  <a:lnTo>
                    <a:pt x="894982" y="2686707"/>
                  </a:lnTo>
                  <a:lnTo>
                    <a:pt x="895168" y="2687747"/>
                  </a:lnTo>
                  <a:lnTo>
                    <a:pt x="895355" y="2688525"/>
                  </a:lnTo>
                  <a:lnTo>
                    <a:pt x="895542" y="2689046"/>
                  </a:lnTo>
                  <a:lnTo>
                    <a:pt x="895729" y="2689621"/>
                  </a:lnTo>
                  <a:lnTo>
                    <a:pt x="895916" y="2689999"/>
                  </a:lnTo>
                  <a:lnTo>
                    <a:pt x="896103" y="2690087"/>
                  </a:lnTo>
                  <a:lnTo>
                    <a:pt x="896290" y="2690096"/>
                  </a:lnTo>
                  <a:lnTo>
                    <a:pt x="896477" y="2690087"/>
                  </a:lnTo>
                  <a:lnTo>
                    <a:pt x="896664" y="2690272"/>
                  </a:lnTo>
                  <a:lnTo>
                    <a:pt x="896851" y="2690641"/>
                  </a:lnTo>
                  <a:lnTo>
                    <a:pt x="897038" y="2691169"/>
                  </a:lnTo>
                  <a:lnTo>
                    <a:pt x="897225" y="2691696"/>
                  </a:lnTo>
                  <a:lnTo>
                    <a:pt x="897411" y="2692013"/>
                  </a:lnTo>
                  <a:lnTo>
                    <a:pt x="897598" y="2692189"/>
                  </a:lnTo>
                  <a:lnTo>
                    <a:pt x="897785" y="2692365"/>
                  </a:lnTo>
                  <a:lnTo>
                    <a:pt x="897972" y="2692646"/>
                  </a:lnTo>
                  <a:lnTo>
                    <a:pt x="898159" y="2693069"/>
                  </a:lnTo>
                  <a:lnTo>
                    <a:pt x="898346" y="2693596"/>
                  </a:lnTo>
                  <a:lnTo>
                    <a:pt x="898533" y="2693851"/>
                  </a:lnTo>
                  <a:lnTo>
                    <a:pt x="898720" y="2693763"/>
                  </a:lnTo>
                  <a:lnTo>
                    <a:pt x="898907" y="2693376"/>
                  </a:lnTo>
                  <a:lnTo>
                    <a:pt x="899094" y="2692849"/>
                  </a:lnTo>
                  <a:lnTo>
                    <a:pt x="899281" y="2692198"/>
                  </a:lnTo>
                  <a:lnTo>
                    <a:pt x="899468" y="2691626"/>
                  </a:lnTo>
                  <a:lnTo>
                    <a:pt x="899655" y="2691265"/>
                  </a:lnTo>
                  <a:lnTo>
                    <a:pt x="899841" y="2690975"/>
                  </a:lnTo>
                  <a:lnTo>
                    <a:pt x="900028" y="2690764"/>
                  </a:lnTo>
                  <a:lnTo>
                    <a:pt x="900215" y="2690738"/>
                  </a:lnTo>
                  <a:lnTo>
                    <a:pt x="900402" y="2690738"/>
                  </a:lnTo>
                  <a:lnTo>
                    <a:pt x="900589" y="2690738"/>
                  </a:lnTo>
                  <a:lnTo>
                    <a:pt x="900776" y="2690738"/>
                  </a:lnTo>
                  <a:lnTo>
                    <a:pt x="900963" y="2690755"/>
                  </a:lnTo>
                  <a:lnTo>
                    <a:pt x="901150" y="2690755"/>
                  </a:lnTo>
                  <a:lnTo>
                    <a:pt x="901337" y="2690870"/>
                  </a:lnTo>
                  <a:lnTo>
                    <a:pt x="901524" y="2691142"/>
                  </a:lnTo>
                  <a:lnTo>
                    <a:pt x="901711" y="2691573"/>
                  </a:lnTo>
                  <a:lnTo>
                    <a:pt x="901898" y="2692136"/>
                  </a:lnTo>
                  <a:lnTo>
                    <a:pt x="902084" y="2692840"/>
                  </a:lnTo>
                  <a:lnTo>
                    <a:pt x="902271" y="2693544"/>
                  </a:lnTo>
                  <a:lnTo>
                    <a:pt x="902458" y="2694071"/>
                  </a:lnTo>
                  <a:lnTo>
                    <a:pt x="902645" y="2694538"/>
                  </a:lnTo>
                  <a:lnTo>
                    <a:pt x="902832" y="2694925"/>
                  </a:lnTo>
                  <a:lnTo>
                    <a:pt x="903019" y="2695435"/>
                  </a:lnTo>
                  <a:lnTo>
                    <a:pt x="903206" y="2696314"/>
                  </a:lnTo>
                  <a:lnTo>
                    <a:pt x="903393" y="2697370"/>
                  </a:lnTo>
                  <a:lnTo>
                    <a:pt x="903580" y="2698425"/>
                  </a:lnTo>
                  <a:lnTo>
                    <a:pt x="903767" y="2699393"/>
                  </a:lnTo>
                  <a:lnTo>
                    <a:pt x="903954" y="2700272"/>
                  </a:lnTo>
                  <a:lnTo>
                    <a:pt x="904141" y="2701152"/>
                  </a:lnTo>
                  <a:lnTo>
                    <a:pt x="904328" y="2702032"/>
                  </a:lnTo>
                  <a:lnTo>
                    <a:pt x="904514" y="2702832"/>
                  </a:lnTo>
                  <a:lnTo>
                    <a:pt x="904701" y="2703500"/>
                  </a:lnTo>
                  <a:lnTo>
                    <a:pt x="904888" y="2704028"/>
                  </a:lnTo>
                  <a:lnTo>
                    <a:pt x="905075" y="2704556"/>
                  </a:lnTo>
                  <a:lnTo>
                    <a:pt x="905262" y="2705101"/>
                  </a:lnTo>
                  <a:lnTo>
                    <a:pt x="905449" y="2705805"/>
                  </a:lnTo>
                  <a:lnTo>
                    <a:pt x="905636" y="2706509"/>
                  </a:lnTo>
                  <a:lnTo>
                    <a:pt x="905823" y="2707054"/>
                  </a:lnTo>
                  <a:lnTo>
                    <a:pt x="906010" y="2707230"/>
                  </a:lnTo>
                  <a:lnTo>
                    <a:pt x="906197" y="2707230"/>
                  </a:lnTo>
                  <a:lnTo>
                    <a:pt x="906384" y="2707230"/>
                  </a:lnTo>
                  <a:lnTo>
                    <a:pt x="906571" y="2707374"/>
                  </a:lnTo>
                  <a:lnTo>
                    <a:pt x="906758" y="2707377"/>
                  </a:lnTo>
                  <a:lnTo>
                    <a:pt x="906944" y="2707268"/>
                  </a:lnTo>
                  <a:lnTo>
                    <a:pt x="907131" y="2707169"/>
                  </a:lnTo>
                  <a:lnTo>
                    <a:pt x="907318" y="2707211"/>
                  </a:lnTo>
                  <a:lnTo>
                    <a:pt x="907505" y="2707253"/>
                  </a:lnTo>
                  <a:lnTo>
                    <a:pt x="907692" y="2707426"/>
                  </a:lnTo>
                  <a:lnTo>
                    <a:pt x="907879" y="2707652"/>
                  </a:lnTo>
                  <a:lnTo>
                    <a:pt x="908066" y="2707957"/>
                  </a:lnTo>
                  <a:lnTo>
                    <a:pt x="908253" y="2708359"/>
                  </a:lnTo>
                  <a:lnTo>
                    <a:pt x="908440" y="2708760"/>
                  </a:lnTo>
                  <a:lnTo>
                    <a:pt x="908627" y="2709162"/>
                  </a:lnTo>
                  <a:lnTo>
                    <a:pt x="908814" y="2709359"/>
                  </a:lnTo>
                  <a:lnTo>
                    <a:pt x="909001" y="2709551"/>
                  </a:lnTo>
                  <a:lnTo>
                    <a:pt x="909187" y="2710104"/>
                  </a:lnTo>
                  <a:lnTo>
                    <a:pt x="909374" y="2711068"/>
                  </a:lnTo>
                  <a:lnTo>
                    <a:pt x="909561" y="2712491"/>
                  </a:lnTo>
                  <a:lnTo>
                    <a:pt x="909748" y="2714074"/>
                  </a:lnTo>
                  <a:lnTo>
                    <a:pt x="909935" y="2715777"/>
                  </a:lnTo>
                  <a:lnTo>
                    <a:pt x="910122" y="2717675"/>
                  </a:lnTo>
                  <a:lnTo>
                    <a:pt x="910309" y="2719647"/>
                  </a:lnTo>
                  <a:lnTo>
                    <a:pt x="910496" y="2721319"/>
                  </a:lnTo>
                  <a:lnTo>
                    <a:pt x="910683" y="2722798"/>
                  </a:lnTo>
                  <a:lnTo>
                    <a:pt x="910870" y="2724213"/>
                  </a:lnTo>
                  <a:lnTo>
                    <a:pt x="911057" y="2725548"/>
                  </a:lnTo>
                  <a:lnTo>
                    <a:pt x="911244" y="2726883"/>
                  </a:lnTo>
                  <a:lnTo>
                    <a:pt x="911431" y="2728225"/>
                  </a:lnTo>
                  <a:lnTo>
                    <a:pt x="911617" y="2729824"/>
                  </a:lnTo>
                  <a:lnTo>
                    <a:pt x="911804" y="2732031"/>
                  </a:lnTo>
                  <a:lnTo>
                    <a:pt x="911991" y="2733826"/>
                  </a:lnTo>
                  <a:lnTo>
                    <a:pt x="912178" y="2735110"/>
                  </a:lnTo>
                  <a:lnTo>
                    <a:pt x="912365" y="2735989"/>
                  </a:lnTo>
                  <a:lnTo>
                    <a:pt x="912552" y="2736790"/>
                  </a:lnTo>
                  <a:lnTo>
                    <a:pt x="912739" y="2737353"/>
                  </a:lnTo>
                  <a:lnTo>
                    <a:pt x="912926" y="2737388"/>
                  </a:lnTo>
                  <a:lnTo>
                    <a:pt x="913113" y="2737150"/>
                  </a:lnTo>
                  <a:lnTo>
                    <a:pt x="913300" y="2737115"/>
                  </a:lnTo>
                  <a:lnTo>
                    <a:pt x="913487" y="2737291"/>
                  </a:lnTo>
                  <a:lnTo>
                    <a:pt x="913674" y="2737537"/>
                  </a:lnTo>
                  <a:lnTo>
                    <a:pt x="913861" y="2737889"/>
                  </a:lnTo>
                  <a:lnTo>
                    <a:pt x="914047" y="2738241"/>
                  </a:lnTo>
                  <a:lnTo>
                    <a:pt x="914234" y="2738800"/>
                  </a:lnTo>
                  <a:lnTo>
                    <a:pt x="914421" y="2739206"/>
                  </a:lnTo>
                  <a:lnTo>
                    <a:pt x="914608" y="2739517"/>
                  </a:lnTo>
                  <a:lnTo>
                    <a:pt x="914795" y="2739801"/>
                  </a:lnTo>
                  <a:lnTo>
                    <a:pt x="914982" y="2740085"/>
                  </a:lnTo>
                  <a:lnTo>
                    <a:pt x="915169" y="2740370"/>
                  </a:lnTo>
                  <a:lnTo>
                    <a:pt x="915356" y="2740716"/>
                  </a:lnTo>
                  <a:lnTo>
                    <a:pt x="915543" y="2741132"/>
                  </a:lnTo>
                  <a:lnTo>
                    <a:pt x="915730" y="2741650"/>
                  </a:lnTo>
                  <a:lnTo>
                    <a:pt x="915917" y="2742289"/>
                  </a:lnTo>
                  <a:lnTo>
                    <a:pt x="916104" y="2742748"/>
                  </a:lnTo>
                  <a:lnTo>
                    <a:pt x="916290" y="2743145"/>
                  </a:lnTo>
                  <a:lnTo>
                    <a:pt x="916477" y="2743471"/>
                  </a:lnTo>
                  <a:lnTo>
                    <a:pt x="916664" y="2743642"/>
                  </a:lnTo>
                  <a:lnTo>
                    <a:pt x="916851" y="2743719"/>
                  </a:lnTo>
                  <a:lnTo>
                    <a:pt x="917038" y="2743748"/>
                  </a:lnTo>
                  <a:lnTo>
                    <a:pt x="917225" y="2743777"/>
                  </a:lnTo>
                  <a:lnTo>
                    <a:pt x="917412" y="2743601"/>
                  </a:lnTo>
                  <a:lnTo>
                    <a:pt x="917599" y="2743425"/>
                  </a:lnTo>
                  <a:lnTo>
                    <a:pt x="917786" y="2743249"/>
                  </a:lnTo>
                  <a:lnTo>
                    <a:pt x="917973" y="2743073"/>
                  </a:lnTo>
                  <a:lnTo>
                    <a:pt x="918160" y="2742836"/>
                  </a:lnTo>
                  <a:lnTo>
                    <a:pt x="918347" y="2742537"/>
                  </a:lnTo>
                  <a:lnTo>
                    <a:pt x="918534" y="2742519"/>
                  </a:lnTo>
                  <a:lnTo>
                    <a:pt x="918720" y="2742695"/>
                  </a:lnTo>
                  <a:lnTo>
                    <a:pt x="918907" y="2742871"/>
                  </a:lnTo>
                  <a:lnTo>
                    <a:pt x="919094" y="2743047"/>
                  </a:lnTo>
                  <a:lnTo>
                    <a:pt x="919281" y="2743223"/>
                  </a:lnTo>
                  <a:lnTo>
                    <a:pt x="919468" y="2743269"/>
                  </a:lnTo>
                  <a:lnTo>
                    <a:pt x="919655" y="2743395"/>
                  </a:lnTo>
                  <a:lnTo>
                    <a:pt x="919842" y="2743638"/>
                  </a:lnTo>
                  <a:lnTo>
                    <a:pt x="920029" y="2743882"/>
                  </a:lnTo>
                  <a:lnTo>
                    <a:pt x="920216" y="2744125"/>
                  </a:lnTo>
                  <a:lnTo>
                    <a:pt x="920403" y="2744263"/>
                  </a:lnTo>
                  <a:lnTo>
                    <a:pt x="920590" y="2744331"/>
                  </a:lnTo>
                  <a:lnTo>
                    <a:pt x="920777" y="2744328"/>
                  </a:lnTo>
                  <a:lnTo>
                    <a:pt x="920963" y="2744389"/>
                  </a:lnTo>
                  <a:lnTo>
                    <a:pt x="921150" y="2744379"/>
                  </a:lnTo>
                  <a:lnTo>
                    <a:pt x="921337" y="2744365"/>
                  </a:lnTo>
                  <a:lnTo>
                    <a:pt x="921524" y="2744076"/>
                  </a:lnTo>
                  <a:lnTo>
                    <a:pt x="921711" y="2743650"/>
                  </a:lnTo>
                  <a:lnTo>
                    <a:pt x="921898" y="2743152"/>
                  </a:lnTo>
                  <a:lnTo>
                    <a:pt x="922085" y="2742705"/>
                  </a:lnTo>
                  <a:lnTo>
                    <a:pt x="922272" y="2742325"/>
                  </a:lnTo>
                  <a:lnTo>
                    <a:pt x="922459" y="2741953"/>
                  </a:lnTo>
                  <a:lnTo>
                    <a:pt x="922646" y="2741628"/>
                  </a:lnTo>
                  <a:lnTo>
                    <a:pt x="922833" y="2741303"/>
                  </a:lnTo>
                  <a:lnTo>
                    <a:pt x="923020" y="2740979"/>
                  </a:lnTo>
                  <a:lnTo>
                    <a:pt x="923207" y="2740741"/>
                  </a:lnTo>
                  <a:lnTo>
                    <a:pt x="923393" y="2740560"/>
                  </a:lnTo>
                  <a:lnTo>
                    <a:pt x="923580" y="2740438"/>
                  </a:lnTo>
                  <a:lnTo>
                    <a:pt x="923767" y="2740365"/>
                  </a:lnTo>
                  <a:lnTo>
                    <a:pt x="923954" y="2740367"/>
                  </a:lnTo>
                  <a:lnTo>
                    <a:pt x="924141" y="2740230"/>
                  </a:lnTo>
                  <a:lnTo>
                    <a:pt x="924328" y="2740054"/>
                  </a:lnTo>
                  <a:lnTo>
                    <a:pt x="924515" y="2740046"/>
                  </a:lnTo>
                  <a:lnTo>
                    <a:pt x="924702" y="2740125"/>
                  </a:lnTo>
                  <a:lnTo>
                    <a:pt x="924889" y="2740142"/>
                  </a:lnTo>
                  <a:lnTo>
                    <a:pt x="925076" y="2740142"/>
                  </a:lnTo>
                  <a:lnTo>
                    <a:pt x="925263" y="2740142"/>
                  </a:lnTo>
                  <a:lnTo>
                    <a:pt x="925450" y="2740142"/>
                  </a:lnTo>
                  <a:lnTo>
                    <a:pt x="925637" y="2740142"/>
                  </a:lnTo>
                  <a:lnTo>
                    <a:pt x="925823" y="2740142"/>
                  </a:lnTo>
                  <a:lnTo>
                    <a:pt x="926010" y="2740054"/>
                  </a:lnTo>
                  <a:lnTo>
                    <a:pt x="926197" y="2739879"/>
                  </a:lnTo>
                  <a:lnTo>
                    <a:pt x="926384" y="2739703"/>
                  </a:lnTo>
                  <a:lnTo>
                    <a:pt x="926571" y="2739439"/>
                  </a:lnTo>
                  <a:lnTo>
                    <a:pt x="926758" y="2738955"/>
                  </a:lnTo>
                  <a:lnTo>
                    <a:pt x="926945" y="2738427"/>
                  </a:lnTo>
                  <a:lnTo>
                    <a:pt x="927132" y="2737785"/>
                  </a:lnTo>
                  <a:lnTo>
                    <a:pt x="927319" y="2737081"/>
                  </a:lnTo>
                  <a:lnTo>
                    <a:pt x="927506" y="2736219"/>
                  </a:lnTo>
                  <a:lnTo>
                    <a:pt x="927693" y="2735340"/>
                  </a:lnTo>
                  <a:lnTo>
                    <a:pt x="927880" y="2734443"/>
                  </a:lnTo>
                  <a:lnTo>
                    <a:pt x="928066" y="2733387"/>
                  </a:lnTo>
                  <a:lnTo>
                    <a:pt x="928253" y="2732349"/>
                  </a:lnTo>
                  <a:lnTo>
                    <a:pt x="928440" y="2731470"/>
                  </a:lnTo>
                  <a:lnTo>
                    <a:pt x="928627" y="2730590"/>
                  </a:lnTo>
                  <a:lnTo>
                    <a:pt x="928814" y="2729798"/>
                  </a:lnTo>
                  <a:lnTo>
                    <a:pt x="929001" y="2729095"/>
                  </a:lnTo>
                  <a:lnTo>
                    <a:pt x="929188" y="2728488"/>
                  </a:lnTo>
                  <a:lnTo>
                    <a:pt x="929375" y="2728118"/>
                  </a:lnTo>
                  <a:lnTo>
                    <a:pt x="929562" y="2728075"/>
                  </a:lnTo>
                  <a:lnTo>
                    <a:pt x="929749" y="2728049"/>
                  </a:lnTo>
                  <a:lnTo>
                    <a:pt x="929936" y="2728287"/>
                  </a:lnTo>
                  <a:lnTo>
                    <a:pt x="930123" y="2728615"/>
                  </a:lnTo>
                  <a:lnTo>
                    <a:pt x="930310" y="2729316"/>
                  </a:lnTo>
                  <a:lnTo>
                    <a:pt x="930496" y="2730140"/>
                  </a:lnTo>
                  <a:lnTo>
                    <a:pt x="930683" y="2731107"/>
                  </a:lnTo>
                  <a:lnTo>
                    <a:pt x="930870" y="2732415"/>
                  </a:lnTo>
                  <a:lnTo>
                    <a:pt x="931057" y="2733767"/>
                  </a:lnTo>
                  <a:lnTo>
                    <a:pt x="931244" y="2735344"/>
                  </a:lnTo>
                  <a:lnTo>
                    <a:pt x="931431" y="2737149"/>
                  </a:lnTo>
                  <a:lnTo>
                    <a:pt x="931618" y="2739254"/>
                  </a:lnTo>
                  <a:lnTo>
                    <a:pt x="931805" y="2741439"/>
                  </a:lnTo>
                  <a:lnTo>
                    <a:pt x="931992" y="2743456"/>
                  </a:lnTo>
                  <a:lnTo>
                    <a:pt x="932179" y="2745426"/>
                  </a:lnTo>
                  <a:lnTo>
                    <a:pt x="932366" y="2747321"/>
                  </a:lnTo>
                  <a:lnTo>
                    <a:pt x="932553" y="2749156"/>
                  </a:lnTo>
                  <a:lnTo>
                    <a:pt x="932740" y="2751234"/>
                  </a:lnTo>
                  <a:lnTo>
                    <a:pt x="932926" y="2753138"/>
                  </a:lnTo>
                  <a:lnTo>
                    <a:pt x="933113" y="2754831"/>
                  </a:lnTo>
                  <a:lnTo>
                    <a:pt x="933300" y="2756704"/>
                  </a:lnTo>
                  <a:lnTo>
                    <a:pt x="933487" y="2758361"/>
                  </a:lnTo>
                  <a:lnTo>
                    <a:pt x="933674" y="2759771"/>
                  </a:lnTo>
                  <a:lnTo>
                    <a:pt x="933861" y="2761197"/>
                  </a:lnTo>
                  <a:lnTo>
                    <a:pt x="934048" y="2762526"/>
                  </a:lnTo>
                  <a:lnTo>
                    <a:pt x="934235" y="2763612"/>
                  </a:lnTo>
                  <a:lnTo>
                    <a:pt x="934422" y="2764551"/>
                  </a:lnTo>
                  <a:lnTo>
                    <a:pt x="934609" y="2765476"/>
                  </a:lnTo>
                  <a:lnTo>
                    <a:pt x="934796" y="2766549"/>
                  </a:lnTo>
                  <a:lnTo>
                    <a:pt x="934983" y="2767274"/>
                  </a:lnTo>
                  <a:lnTo>
                    <a:pt x="935169" y="2767942"/>
                  </a:lnTo>
                  <a:lnTo>
                    <a:pt x="935356" y="2768504"/>
                  </a:lnTo>
                  <a:lnTo>
                    <a:pt x="935543" y="2768888"/>
                  </a:lnTo>
                  <a:lnTo>
                    <a:pt x="935730" y="2769235"/>
                  </a:lnTo>
                  <a:lnTo>
                    <a:pt x="935917" y="2769908"/>
                  </a:lnTo>
                  <a:lnTo>
                    <a:pt x="936104" y="2770966"/>
                  </a:lnTo>
                  <a:lnTo>
                    <a:pt x="936291" y="2772162"/>
                  </a:lnTo>
                  <a:lnTo>
                    <a:pt x="936478" y="2773388"/>
                  </a:lnTo>
                  <a:lnTo>
                    <a:pt x="936665" y="2774375"/>
                  </a:lnTo>
                  <a:lnTo>
                    <a:pt x="936852" y="2774946"/>
                  </a:lnTo>
                  <a:lnTo>
                    <a:pt x="937039" y="2775386"/>
                  </a:lnTo>
                  <a:lnTo>
                    <a:pt x="937226" y="2775676"/>
                  </a:lnTo>
                  <a:lnTo>
                    <a:pt x="937413" y="2776028"/>
                  </a:lnTo>
                  <a:lnTo>
                    <a:pt x="937599" y="2776239"/>
                  </a:lnTo>
                  <a:lnTo>
                    <a:pt x="937786" y="2776697"/>
                  </a:lnTo>
                  <a:lnTo>
                    <a:pt x="937973" y="2777224"/>
                  </a:lnTo>
                  <a:lnTo>
                    <a:pt x="938160" y="2777752"/>
                  </a:lnTo>
                  <a:lnTo>
                    <a:pt x="938347" y="2778412"/>
                  </a:lnTo>
                  <a:lnTo>
                    <a:pt x="938534" y="2779116"/>
                  </a:lnTo>
                  <a:lnTo>
                    <a:pt x="938721" y="2779494"/>
                  </a:lnTo>
                  <a:lnTo>
                    <a:pt x="938908" y="2779573"/>
                  </a:lnTo>
                  <a:lnTo>
                    <a:pt x="939095" y="2779573"/>
                  </a:lnTo>
                  <a:lnTo>
                    <a:pt x="939282" y="2779573"/>
                  </a:lnTo>
                  <a:lnTo>
                    <a:pt x="939469" y="2779740"/>
                  </a:lnTo>
                  <a:lnTo>
                    <a:pt x="939656" y="2779916"/>
                  </a:lnTo>
                  <a:lnTo>
                    <a:pt x="939842" y="2780110"/>
                  </a:lnTo>
                  <a:lnTo>
                    <a:pt x="940029" y="2780347"/>
                  </a:lnTo>
                  <a:lnTo>
                    <a:pt x="940216" y="2780523"/>
                  </a:lnTo>
                  <a:lnTo>
                    <a:pt x="940403" y="2780699"/>
                  </a:lnTo>
                  <a:lnTo>
                    <a:pt x="940590" y="2781033"/>
                  </a:lnTo>
                  <a:lnTo>
                    <a:pt x="940777" y="2781385"/>
                  </a:lnTo>
                  <a:lnTo>
                    <a:pt x="940964" y="2781737"/>
                  </a:lnTo>
                  <a:lnTo>
                    <a:pt x="941151" y="2782089"/>
                  </a:lnTo>
                  <a:lnTo>
                    <a:pt x="941338" y="2782440"/>
                  </a:lnTo>
                  <a:lnTo>
                    <a:pt x="941525" y="2782792"/>
                  </a:lnTo>
                  <a:lnTo>
                    <a:pt x="941712" y="2783144"/>
                  </a:lnTo>
                  <a:lnTo>
                    <a:pt x="941899" y="2783496"/>
                  </a:lnTo>
                  <a:lnTo>
                    <a:pt x="942086" y="2783848"/>
                  </a:lnTo>
                  <a:lnTo>
                    <a:pt x="942272" y="2784200"/>
                  </a:lnTo>
                  <a:lnTo>
                    <a:pt x="942459" y="2784551"/>
                  </a:lnTo>
                  <a:lnTo>
                    <a:pt x="942646" y="2784886"/>
                  </a:lnTo>
                  <a:lnTo>
                    <a:pt x="942833" y="2785205"/>
                  </a:lnTo>
                  <a:lnTo>
                    <a:pt x="943020" y="2785571"/>
                  </a:lnTo>
                  <a:lnTo>
                    <a:pt x="943207" y="2785966"/>
                  </a:lnTo>
                  <a:lnTo>
                    <a:pt x="943394" y="2786167"/>
                  </a:lnTo>
                  <a:lnTo>
                    <a:pt x="943581" y="2786317"/>
                  </a:lnTo>
                  <a:lnTo>
                    <a:pt x="943768" y="2786468"/>
                  </a:lnTo>
                  <a:lnTo>
                    <a:pt x="943955" y="2786476"/>
                  </a:lnTo>
                  <a:lnTo>
                    <a:pt x="944142" y="2786623"/>
                  </a:lnTo>
                  <a:lnTo>
                    <a:pt x="944329" y="2786883"/>
                  </a:lnTo>
                  <a:lnTo>
                    <a:pt x="944516" y="2786998"/>
                  </a:lnTo>
                  <a:lnTo>
                    <a:pt x="944702" y="2786880"/>
                  </a:lnTo>
                  <a:lnTo>
                    <a:pt x="944889" y="2786763"/>
                  </a:lnTo>
                  <a:lnTo>
                    <a:pt x="945076" y="2786576"/>
                  </a:lnTo>
                  <a:lnTo>
                    <a:pt x="945263" y="2786338"/>
                  </a:lnTo>
                  <a:lnTo>
                    <a:pt x="945450" y="2786100"/>
                  </a:lnTo>
                  <a:lnTo>
                    <a:pt x="945637" y="2785858"/>
                  </a:lnTo>
                  <a:lnTo>
                    <a:pt x="945824" y="2785446"/>
                  </a:lnTo>
                  <a:lnTo>
                    <a:pt x="946011" y="2784796"/>
                  </a:lnTo>
                  <a:lnTo>
                    <a:pt x="946198" y="2784228"/>
                  </a:lnTo>
                  <a:lnTo>
                    <a:pt x="946385" y="2783474"/>
                  </a:lnTo>
                  <a:lnTo>
                    <a:pt x="946572" y="2782721"/>
                  </a:lnTo>
                  <a:lnTo>
                    <a:pt x="946759" y="2781975"/>
                  </a:lnTo>
                  <a:lnTo>
                    <a:pt x="946945" y="2781102"/>
                  </a:lnTo>
                  <a:lnTo>
                    <a:pt x="947132" y="2780135"/>
                  </a:lnTo>
                  <a:lnTo>
                    <a:pt x="947319" y="2779453"/>
                  </a:lnTo>
                  <a:lnTo>
                    <a:pt x="947506" y="2778947"/>
                  </a:lnTo>
                  <a:lnTo>
                    <a:pt x="947693" y="2778585"/>
                  </a:lnTo>
                  <a:lnTo>
                    <a:pt x="947880" y="2778532"/>
                  </a:lnTo>
                  <a:lnTo>
                    <a:pt x="948067" y="2778708"/>
                  </a:lnTo>
                  <a:lnTo>
                    <a:pt x="948254" y="2778884"/>
                  </a:lnTo>
                  <a:lnTo>
                    <a:pt x="948441" y="2779060"/>
                  </a:lnTo>
                  <a:lnTo>
                    <a:pt x="948628" y="2779271"/>
                  </a:lnTo>
                  <a:lnTo>
                    <a:pt x="948815" y="2779623"/>
                  </a:lnTo>
                  <a:lnTo>
                    <a:pt x="949002" y="2779974"/>
                  </a:lnTo>
                  <a:lnTo>
                    <a:pt x="949189" y="2780326"/>
                  </a:lnTo>
                  <a:lnTo>
                    <a:pt x="949375" y="2780643"/>
                  </a:lnTo>
                  <a:lnTo>
                    <a:pt x="949562" y="2780819"/>
                  </a:lnTo>
                  <a:lnTo>
                    <a:pt x="949749" y="2780880"/>
                  </a:lnTo>
                  <a:lnTo>
                    <a:pt x="949936" y="2780880"/>
                  </a:lnTo>
                  <a:lnTo>
                    <a:pt x="950123" y="2780880"/>
                  </a:lnTo>
                  <a:lnTo>
                    <a:pt x="950310" y="2781127"/>
                  </a:lnTo>
                  <a:lnTo>
                    <a:pt x="950497" y="2781391"/>
                  </a:lnTo>
                  <a:lnTo>
                    <a:pt x="950684" y="2781716"/>
                  </a:lnTo>
                  <a:lnTo>
                    <a:pt x="950871" y="2781892"/>
                  </a:lnTo>
                  <a:lnTo>
                    <a:pt x="951058" y="2782068"/>
                  </a:lnTo>
                  <a:lnTo>
                    <a:pt x="951245" y="2782244"/>
                  </a:lnTo>
                  <a:lnTo>
                    <a:pt x="951432" y="2782420"/>
                  </a:lnTo>
                  <a:lnTo>
                    <a:pt x="951618" y="2782380"/>
                  </a:lnTo>
                  <a:lnTo>
                    <a:pt x="951805" y="2782325"/>
                  </a:lnTo>
                  <a:lnTo>
                    <a:pt x="951992" y="2782217"/>
                  </a:lnTo>
                  <a:lnTo>
                    <a:pt x="952179" y="2782144"/>
                  </a:lnTo>
                  <a:lnTo>
                    <a:pt x="952366" y="2782211"/>
                  </a:lnTo>
                  <a:lnTo>
                    <a:pt x="952553" y="2782393"/>
                  </a:lnTo>
                  <a:lnTo>
                    <a:pt x="952740" y="2782637"/>
                  </a:lnTo>
                  <a:lnTo>
                    <a:pt x="952927" y="2782924"/>
                  </a:lnTo>
                  <a:lnTo>
                    <a:pt x="953114" y="2783109"/>
                  </a:lnTo>
                  <a:lnTo>
                    <a:pt x="953301" y="2783165"/>
                  </a:lnTo>
                  <a:lnTo>
                    <a:pt x="953488" y="2783120"/>
                  </a:lnTo>
                  <a:lnTo>
                    <a:pt x="953675" y="2783075"/>
                  </a:lnTo>
                  <a:lnTo>
                    <a:pt x="953862" y="2783021"/>
                  </a:lnTo>
                  <a:lnTo>
                    <a:pt x="954048" y="2782851"/>
                  </a:lnTo>
                  <a:lnTo>
                    <a:pt x="954235" y="2782930"/>
                  </a:lnTo>
                  <a:lnTo>
                    <a:pt x="954422" y="2783080"/>
                  </a:lnTo>
                  <a:lnTo>
                    <a:pt x="954609" y="2783230"/>
                  </a:lnTo>
                  <a:lnTo>
                    <a:pt x="954796" y="2783585"/>
                  </a:lnTo>
                  <a:lnTo>
                    <a:pt x="954983" y="2783941"/>
                  </a:lnTo>
                  <a:lnTo>
                    <a:pt x="955170" y="2784296"/>
                  </a:lnTo>
                  <a:lnTo>
                    <a:pt x="955357" y="2784509"/>
                  </a:lnTo>
                  <a:lnTo>
                    <a:pt x="955544" y="2784714"/>
                  </a:lnTo>
                  <a:lnTo>
                    <a:pt x="955731" y="2784866"/>
                  </a:lnTo>
                  <a:lnTo>
                    <a:pt x="955918" y="2784895"/>
                  </a:lnTo>
                  <a:lnTo>
                    <a:pt x="956105" y="2784925"/>
                  </a:lnTo>
                  <a:lnTo>
                    <a:pt x="956292" y="2785001"/>
                  </a:lnTo>
                  <a:lnTo>
                    <a:pt x="956478" y="2785143"/>
                  </a:lnTo>
                  <a:lnTo>
                    <a:pt x="956665" y="2785241"/>
                  </a:lnTo>
                  <a:lnTo>
                    <a:pt x="956852" y="2785317"/>
                  </a:lnTo>
                  <a:lnTo>
                    <a:pt x="957039" y="2785233"/>
                  </a:lnTo>
                  <a:lnTo>
                    <a:pt x="957226" y="2785129"/>
                  </a:lnTo>
                  <a:lnTo>
                    <a:pt x="957413" y="2784918"/>
                  </a:lnTo>
                  <a:lnTo>
                    <a:pt x="957600" y="2784701"/>
                  </a:lnTo>
                  <a:lnTo>
                    <a:pt x="957787" y="2784469"/>
                  </a:lnTo>
                  <a:lnTo>
                    <a:pt x="957974" y="2784263"/>
                  </a:lnTo>
                  <a:lnTo>
                    <a:pt x="958161" y="2784064"/>
                  </a:lnTo>
                  <a:lnTo>
                    <a:pt x="958348" y="2783681"/>
                  </a:lnTo>
                  <a:lnTo>
                    <a:pt x="958535" y="2783260"/>
                  </a:lnTo>
                  <a:lnTo>
                    <a:pt x="958721" y="2782808"/>
                  </a:lnTo>
                  <a:lnTo>
                    <a:pt x="958908" y="2782352"/>
                  </a:lnTo>
                  <a:lnTo>
                    <a:pt x="959095" y="2781623"/>
                  </a:lnTo>
                  <a:lnTo>
                    <a:pt x="959282" y="2780854"/>
                  </a:lnTo>
                  <a:lnTo>
                    <a:pt x="959469" y="2780073"/>
                  </a:lnTo>
                  <a:lnTo>
                    <a:pt x="959656" y="2778937"/>
                  </a:lnTo>
                  <a:lnTo>
                    <a:pt x="959843" y="2777855"/>
                  </a:lnTo>
                  <a:lnTo>
                    <a:pt x="960030" y="2776799"/>
                  </a:lnTo>
                  <a:lnTo>
                    <a:pt x="960217" y="2775892"/>
                  </a:lnTo>
                  <a:lnTo>
                    <a:pt x="960404" y="2774994"/>
                  </a:lnTo>
                  <a:lnTo>
                    <a:pt x="960591" y="2774177"/>
                  </a:lnTo>
                  <a:lnTo>
                    <a:pt x="960778" y="2773363"/>
                  </a:lnTo>
                  <a:lnTo>
                    <a:pt x="960965" y="2772747"/>
                  </a:lnTo>
                  <a:lnTo>
                    <a:pt x="961151" y="2772257"/>
                  </a:lnTo>
                  <a:lnTo>
                    <a:pt x="961338" y="2771850"/>
                  </a:lnTo>
                  <a:lnTo>
                    <a:pt x="961525" y="2771467"/>
                  </a:lnTo>
                  <a:lnTo>
                    <a:pt x="961712" y="2771292"/>
                  </a:lnTo>
                  <a:lnTo>
                    <a:pt x="961899" y="2771124"/>
                  </a:lnTo>
                  <a:lnTo>
                    <a:pt x="962086" y="2771045"/>
                  </a:lnTo>
                  <a:lnTo>
                    <a:pt x="962273" y="2770949"/>
                  </a:lnTo>
                  <a:lnTo>
                    <a:pt x="962460" y="2770949"/>
                  </a:lnTo>
                  <a:lnTo>
                    <a:pt x="962647" y="2770861"/>
                  </a:lnTo>
                  <a:lnTo>
                    <a:pt x="962834" y="2770685"/>
                  </a:lnTo>
                  <a:lnTo>
                    <a:pt x="963021" y="2770394"/>
                  </a:lnTo>
                  <a:lnTo>
                    <a:pt x="963208" y="2770043"/>
                  </a:lnTo>
                  <a:lnTo>
                    <a:pt x="963395" y="2769964"/>
                  </a:lnTo>
                  <a:lnTo>
                    <a:pt x="963581" y="2769993"/>
                  </a:lnTo>
                  <a:lnTo>
                    <a:pt x="963768" y="2770022"/>
                  </a:lnTo>
                  <a:lnTo>
                    <a:pt x="963955" y="2770139"/>
                  </a:lnTo>
                  <a:lnTo>
                    <a:pt x="964142" y="2770476"/>
                  </a:lnTo>
                  <a:lnTo>
                    <a:pt x="964329" y="2770857"/>
                  </a:lnTo>
                  <a:lnTo>
                    <a:pt x="964516" y="2771388"/>
                  </a:lnTo>
                  <a:lnTo>
                    <a:pt x="964703" y="2771993"/>
                  </a:lnTo>
                  <a:lnTo>
                    <a:pt x="964890" y="2772897"/>
                  </a:lnTo>
                  <a:lnTo>
                    <a:pt x="965077" y="2773724"/>
                  </a:lnTo>
                  <a:lnTo>
                    <a:pt x="965264" y="2774536"/>
                  </a:lnTo>
                  <a:lnTo>
                    <a:pt x="965451" y="2775571"/>
                  </a:lnTo>
                  <a:lnTo>
                    <a:pt x="965638" y="2776676"/>
                  </a:lnTo>
                  <a:lnTo>
                    <a:pt x="965824" y="2777954"/>
                  </a:lnTo>
                  <a:lnTo>
                    <a:pt x="966011" y="2779274"/>
                  </a:lnTo>
                  <a:lnTo>
                    <a:pt x="966198" y="2780401"/>
                  </a:lnTo>
                  <a:lnTo>
                    <a:pt x="966385" y="2781430"/>
                  </a:lnTo>
                  <a:lnTo>
                    <a:pt x="966572" y="2782458"/>
                  </a:lnTo>
                  <a:lnTo>
                    <a:pt x="966759" y="2783398"/>
                  </a:lnTo>
                  <a:lnTo>
                    <a:pt x="966946" y="2784119"/>
                  </a:lnTo>
                  <a:lnTo>
                    <a:pt x="967133" y="2784795"/>
                  </a:lnTo>
                  <a:lnTo>
                    <a:pt x="967320" y="2785258"/>
                  </a:lnTo>
                  <a:lnTo>
                    <a:pt x="967507" y="2785660"/>
                  </a:lnTo>
                  <a:lnTo>
                    <a:pt x="967694" y="2785820"/>
                  </a:lnTo>
                  <a:lnTo>
                    <a:pt x="967881" y="2785949"/>
                  </a:lnTo>
                  <a:lnTo>
                    <a:pt x="968068" y="2786032"/>
                  </a:lnTo>
                  <a:lnTo>
                    <a:pt x="968254" y="2785947"/>
                  </a:lnTo>
                  <a:lnTo>
                    <a:pt x="968441" y="2785863"/>
                  </a:lnTo>
                  <a:lnTo>
                    <a:pt x="968628" y="2785607"/>
                  </a:lnTo>
                  <a:lnTo>
                    <a:pt x="968815" y="2785300"/>
                  </a:lnTo>
                  <a:lnTo>
                    <a:pt x="969002" y="2785169"/>
                  </a:lnTo>
                  <a:lnTo>
                    <a:pt x="969189" y="2784972"/>
                  </a:lnTo>
                  <a:lnTo>
                    <a:pt x="969376" y="2784874"/>
                  </a:lnTo>
                  <a:lnTo>
                    <a:pt x="969563" y="2784716"/>
                  </a:lnTo>
                  <a:lnTo>
                    <a:pt x="969750" y="2784557"/>
                  </a:lnTo>
                  <a:lnTo>
                    <a:pt x="969937" y="2784399"/>
                  </a:lnTo>
                  <a:lnTo>
                    <a:pt x="970124" y="2784233"/>
                  </a:lnTo>
                  <a:lnTo>
                    <a:pt x="970311" y="2783930"/>
                  </a:lnTo>
                  <a:lnTo>
                    <a:pt x="970497" y="2783714"/>
                  </a:lnTo>
                  <a:lnTo>
                    <a:pt x="970684" y="2783680"/>
                  </a:lnTo>
                  <a:lnTo>
                    <a:pt x="970871" y="2783724"/>
                  </a:lnTo>
                  <a:lnTo>
                    <a:pt x="971058" y="2783760"/>
                  </a:lnTo>
                  <a:lnTo>
                    <a:pt x="971245" y="2783654"/>
                  </a:lnTo>
                  <a:lnTo>
                    <a:pt x="971432" y="2783433"/>
                  </a:lnTo>
                  <a:lnTo>
                    <a:pt x="971619" y="2782963"/>
                  </a:lnTo>
                  <a:lnTo>
                    <a:pt x="971806" y="2782235"/>
                  </a:lnTo>
                  <a:lnTo>
                    <a:pt x="971993" y="2781406"/>
                  </a:lnTo>
                  <a:lnTo>
                    <a:pt x="972180" y="2780483"/>
                  </a:lnTo>
                  <a:lnTo>
                    <a:pt x="972367" y="2779934"/>
                  </a:lnTo>
                  <a:lnTo>
                    <a:pt x="972554" y="2779442"/>
                  </a:lnTo>
                  <a:lnTo>
                    <a:pt x="972741" y="2778950"/>
                  </a:lnTo>
                  <a:lnTo>
                    <a:pt x="972927" y="2778575"/>
                  </a:lnTo>
                  <a:lnTo>
                    <a:pt x="973114" y="2778378"/>
                  </a:lnTo>
                  <a:lnTo>
                    <a:pt x="973301" y="2778030"/>
                  </a:lnTo>
                  <a:lnTo>
                    <a:pt x="973488" y="2777596"/>
                  </a:lnTo>
                  <a:lnTo>
                    <a:pt x="973675" y="2777104"/>
                  </a:lnTo>
                  <a:lnTo>
                    <a:pt x="973862" y="2776582"/>
                  </a:lnTo>
                  <a:lnTo>
                    <a:pt x="974049" y="2776167"/>
                  </a:lnTo>
                  <a:lnTo>
                    <a:pt x="974236" y="2776345"/>
                  </a:lnTo>
                  <a:lnTo>
                    <a:pt x="974423" y="2776714"/>
                  </a:lnTo>
                  <a:lnTo>
                    <a:pt x="974610" y="2777277"/>
                  </a:lnTo>
                  <a:lnTo>
                    <a:pt x="974797" y="2777946"/>
                  </a:lnTo>
                  <a:lnTo>
                    <a:pt x="974984" y="2778686"/>
                  </a:lnTo>
                  <a:lnTo>
                    <a:pt x="975171" y="2779154"/>
                  </a:lnTo>
                  <a:lnTo>
                    <a:pt x="975357" y="2779551"/>
                  </a:lnTo>
                  <a:lnTo>
                    <a:pt x="975544" y="2779948"/>
                  </a:lnTo>
                  <a:lnTo>
                    <a:pt x="975731" y="2780213"/>
                  </a:lnTo>
                  <a:lnTo>
                    <a:pt x="975918" y="2780456"/>
                  </a:lnTo>
                  <a:lnTo>
                    <a:pt x="976105" y="2780778"/>
                  </a:lnTo>
                  <a:lnTo>
                    <a:pt x="976292" y="2780999"/>
                  </a:lnTo>
                  <a:lnTo>
                    <a:pt x="976479" y="2781322"/>
                  </a:lnTo>
                  <a:lnTo>
                    <a:pt x="976666" y="2781667"/>
                  </a:lnTo>
                  <a:lnTo>
                    <a:pt x="976853" y="2781845"/>
                  </a:lnTo>
                  <a:lnTo>
                    <a:pt x="977040" y="2781811"/>
                  </a:lnTo>
                  <a:lnTo>
                    <a:pt x="977227" y="2781720"/>
                  </a:lnTo>
                  <a:lnTo>
                    <a:pt x="977414" y="2781420"/>
                  </a:lnTo>
                  <a:lnTo>
                    <a:pt x="977600" y="2781083"/>
                  </a:lnTo>
                  <a:lnTo>
                    <a:pt x="977787" y="2780745"/>
                  </a:lnTo>
                  <a:lnTo>
                    <a:pt x="977974" y="2780325"/>
                  </a:lnTo>
                  <a:lnTo>
                    <a:pt x="978161" y="2779746"/>
                  </a:lnTo>
                  <a:lnTo>
                    <a:pt x="978348" y="2779010"/>
                  </a:lnTo>
                  <a:lnTo>
                    <a:pt x="978535" y="2778180"/>
                  </a:lnTo>
                  <a:lnTo>
                    <a:pt x="978722" y="2777535"/>
                  </a:lnTo>
                  <a:lnTo>
                    <a:pt x="978909" y="2776925"/>
                  </a:lnTo>
                  <a:lnTo>
                    <a:pt x="979096" y="2776313"/>
                  </a:lnTo>
                  <a:lnTo>
                    <a:pt x="979283" y="2775668"/>
                  </a:lnTo>
                  <a:lnTo>
                    <a:pt x="979470" y="2775023"/>
                  </a:lnTo>
                  <a:lnTo>
                    <a:pt x="979657" y="2774379"/>
                  </a:lnTo>
                  <a:lnTo>
                    <a:pt x="979844" y="2773724"/>
                  </a:lnTo>
                  <a:lnTo>
                    <a:pt x="980030" y="2773152"/>
                  </a:lnTo>
                  <a:lnTo>
                    <a:pt x="980217" y="2772633"/>
                  </a:lnTo>
                  <a:lnTo>
                    <a:pt x="980404" y="2772105"/>
                  </a:lnTo>
                  <a:lnTo>
                    <a:pt x="980591" y="2771548"/>
                  </a:lnTo>
                  <a:lnTo>
                    <a:pt x="980778" y="2771078"/>
                  </a:lnTo>
                  <a:lnTo>
                    <a:pt x="980965" y="2770684"/>
                  </a:lnTo>
                  <a:lnTo>
                    <a:pt x="981152" y="2770470"/>
                  </a:lnTo>
                  <a:lnTo>
                    <a:pt x="981339" y="2770353"/>
                  </a:lnTo>
                  <a:lnTo>
                    <a:pt x="981526" y="2770056"/>
                  </a:lnTo>
                  <a:lnTo>
                    <a:pt x="981713" y="2769457"/>
                  </a:lnTo>
                  <a:lnTo>
                    <a:pt x="981900" y="2768769"/>
                  </a:lnTo>
                  <a:lnTo>
                    <a:pt x="982087" y="2768060"/>
                  </a:lnTo>
                  <a:lnTo>
                    <a:pt x="982274" y="2767300"/>
                  </a:lnTo>
                  <a:lnTo>
                    <a:pt x="982460" y="2766472"/>
                  </a:lnTo>
                  <a:lnTo>
                    <a:pt x="982647" y="2765695"/>
                  </a:lnTo>
                  <a:lnTo>
                    <a:pt x="982834" y="2764918"/>
                  </a:lnTo>
                  <a:lnTo>
                    <a:pt x="983021" y="2764144"/>
                  </a:lnTo>
                  <a:lnTo>
                    <a:pt x="983208" y="2763542"/>
                  </a:lnTo>
                  <a:lnTo>
                    <a:pt x="983395" y="2763177"/>
                  </a:lnTo>
                  <a:lnTo>
                    <a:pt x="983582" y="2762729"/>
                  </a:lnTo>
                  <a:lnTo>
                    <a:pt x="983769" y="2762374"/>
                  </a:lnTo>
                  <a:lnTo>
                    <a:pt x="983956" y="2762233"/>
                  </a:lnTo>
                  <a:lnTo>
                    <a:pt x="984143" y="2762107"/>
                  </a:lnTo>
                  <a:lnTo>
                    <a:pt x="984330" y="2762279"/>
                  </a:lnTo>
                  <a:lnTo>
                    <a:pt x="984517" y="2762530"/>
                  </a:lnTo>
                  <a:lnTo>
                    <a:pt x="984703" y="2762843"/>
                  </a:lnTo>
                  <a:lnTo>
                    <a:pt x="984890" y="2763180"/>
                  </a:lnTo>
                  <a:lnTo>
                    <a:pt x="985077" y="2763563"/>
                  </a:lnTo>
                  <a:lnTo>
                    <a:pt x="985264" y="2763946"/>
                  </a:lnTo>
                  <a:lnTo>
                    <a:pt x="985451" y="2764140"/>
                  </a:lnTo>
                  <a:lnTo>
                    <a:pt x="985638" y="2764358"/>
                  </a:lnTo>
                  <a:lnTo>
                    <a:pt x="985825" y="2764584"/>
                  </a:lnTo>
                  <a:lnTo>
                    <a:pt x="986012" y="2764775"/>
                  </a:lnTo>
                  <a:lnTo>
                    <a:pt x="986199" y="2764711"/>
                  </a:lnTo>
                  <a:lnTo>
                    <a:pt x="986386" y="2764554"/>
                  </a:lnTo>
                  <a:lnTo>
                    <a:pt x="986573" y="2764434"/>
                  </a:lnTo>
                  <a:lnTo>
                    <a:pt x="986760" y="2764385"/>
                  </a:lnTo>
                  <a:lnTo>
                    <a:pt x="986947" y="2764303"/>
                  </a:lnTo>
                  <a:lnTo>
                    <a:pt x="987133" y="2764297"/>
                  </a:lnTo>
                  <a:lnTo>
                    <a:pt x="987320" y="2764351"/>
                  </a:lnTo>
                  <a:lnTo>
                    <a:pt x="987507" y="2764406"/>
                  </a:lnTo>
                  <a:lnTo>
                    <a:pt x="987694" y="2764461"/>
                  </a:lnTo>
                  <a:lnTo>
                    <a:pt x="987881" y="2764516"/>
                  </a:lnTo>
                  <a:lnTo>
                    <a:pt x="988068" y="2764593"/>
                  </a:lnTo>
                  <a:lnTo>
                    <a:pt x="988255" y="2764798"/>
                  </a:lnTo>
                  <a:lnTo>
                    <a:pt x="988442" y="2764976"/>
                  </a:lnTo>
                  <a:lnTo>
                    <a:pt x="988629" y="2764976"/>
                  </a:lnTo>
                  <a:lnTo>
                    <a:pt x="988816" y="2764976"/>
                  </a:lnTo>
                  <a:lnTo>
                    <a:pt x="989003" y="2765134"/>
                  </a:lnTo>
                  <a:lnTo>
                    <a:pt x="989190" y="2765425"/>
                  </a:lnTo>
                  <a:lnTo>
                    <a:pt x="989376" y="2765777"/>
                  </a:lnTo>
                  <a:lnTo>
                    <a:pt x="989563" y="2766093"/>
                  </a:lnTo>
                  <a:lnTo>
                    <a:pt x="989750" y="2766269"/>
                  </a:lnTo>
                  <a:lnTo>
                    <a:pt x="989937" y="2766331"/>
                  </a:lnTo>
                  <a:lnTo>
                    <a:pt x="990124" y="2766331"/>
                  </a:lnTo>
                  <a:lnTo>
                    <a:pt x="990311" y="2766331"/>
                  </a:lnTo>
                  <a:lnTo>
                    <a:pt x="990498" y="2766331"/>
                  </a:lnTo>
                  <a:lnTo>
                    <a:pt x="990685" y="2766331"/>
                  </a:lnTo>
                  <a:lnTo>
                    <a:pt x="990872" y="2766313"/>
                  </a:lnTo>
                  <a:lnTo>
                    <a:pt x="991059" y="2766169"/>
                  </a:lnTo>
                  <a:lnTo>
                    <a:pt x="991246" y="2765874"/>
                  </a:lnTo>
                  <a:lnTo>
                    <a:pt x="991433" y="2765662"/>
                  </a:lnTo>
                  <a:lnTo>
                    <a:pt x="991620" y="2765294"/>
                  </a:lnTo>
                  <a:lnTo>
                    <a:pt x="991806" y="2764903"/>
                  </a:lnTo>
                  <a:lnTo>
                    <a:pt x="991993" y="2764511"/>
                  </a:lnTo>
                  <a:lnTo>
                    <a:pt x="992180" y="2764120"/>
                  </a:lnTo>
                  <a:lnTo>
                    <a:pt x="992367" y="2763729"/>
                  </a:lnTo>
                  <a:lnTo>
                    <a:pt x="992554" y="2763337"/>
                  </a:lnTo>
                  <a:lnTo>
                    <a:pt x="992741" y="2763088"/>
                  </a:lnTo>
                  <a:lnTo>
                    <a:pt x="992928" y="2762847"/>
                  </a:lnTo>
                  <a:lnTo>
                    <a:pt x="993115" y="2762606"/>
                  </a:lnTo>
                  <a:lnTo>
                    <a:pt x="993302" y="2762365"/>
                  </a:lnTo>
                  <a:lnTo>
                    <a:pt x="993489" y="2762124"/>
                  </a:lnTo>
                  <a:lnTo>
                    <a:pt x="993676" y="2761850"/>
                  </a:lnTo>
                  <a:lnTo>
                    <a:pt x="993863" y="2761750"/>
                  </a:lnTo>
                  <a:lnTo>
                    <a:pt x="994050" y="2761822"/>
                  </a:lnTo>
                  <a:lnTo>
                    <a:pt x="994236" y="2761852"/>
                  </a:lnTo>
                  <a:lnTo>
                    <a:pt x="994423" y="2761760"/>
                  </a:lnTo>
                  <a:lnTo>
                    <a:pt x="994610" y="2761573"/>
                  </a:lnTo>
                  <a:lnTo>
                    <a:pt x="994797" y="2761433"/>
                  </a:lnTo>
                  <a:lnTo>
                    <a:pt x="994984" y="2761298"/>
                  </a:lnTo>
                  <a:lnTo>
                    <a:pt x="995171" y="2761284"/>
                  </a:lnTo>
                  <a:lnTo>
                    <a:pt x="995358" y="2761314"/>
                  </a:lnTo>
                  <a:lnTo>
                    <a:pt x="995545" y="2761408"/>
                  </a:lnTo>
                  <a:lnTo>
                    <a:pt x="995732" y="2761622"/>
                  </a:lnTo>
                  <a:lnTo>
                    <a:pt x="995919" y="2761970"/>
                  </a:lnTo>
                  <a:lnTo>
                    <a:pt x="996106" y="2762166"/>
                  </a:lnTo>
                  <a:lnTo>
                    <a:pt x="996293" y="2762342"/>
                  </a:lnTo>
                  <a:lnTo>
                    <a:pt x="996479" y="2762848"/>
                  </a:lnTo>
                  <a:lnTo>
                    <a:pt x="996666" y="2763273"/>
                  </a:lnTo>
                  <a:lnTo>
                    <a:pt x="996853" y="2763953"/>
                  </a:lnTo>
                  <a:lnTo>
                    <a:pt x="997040" y="2764866"/>
                  </a:lnTo>
                  <a:lnTo>
                    <a:pt x="997227" y="2765994"/>
                  </a:lnTo>
                  <a:lnTo>
                    <a:pt x="997414" y="2767315"/>
                  </a:lnTo>
                  <a:lnTo>
                    <a:pt x="997601" y="2768484"/>
                  </a:lnTo>
                  <a:lnTo>
                    <a:pt x="997788" y="2769644"/>
                  </a:lnTo>
                  <a:lnTo>
                    <a:pt x="997975" y="2770706"/>
                  </a:lnTo>
                  <a:lnTo>
                    <a:pt x="998162" y="2771590"/>
                  </a:lnTo>
                  <a:lnTo>
                    <a:pt x="998349" y="2772151"/>
                  </a:lnTo>
                  <a:lnTo>
                    <a:pt x="998536" y="2772536"/>
                  </a:lnTo>
                  <a:lnTo>
                    <a:pt x="998723" y="2772720"/>
                  </a:lnTo>
                  <a:lnTo>
                    <a:pt x="998909" y="2772991"/>
                  </a:lnTo>
                  <a:lnTo>
                    <a:pt x="999096" y="2773179"/>
                  </a:lnTo>
                  <a:lnTo>
                    <a:pt x="999283" y="2773164"/>
                  </a:lnTo>
                  <a:lnTo>
                    <a:pt x="999470" y="2773059"/>
                  </a:lnTo>
                  <a:lnTo>
                    <a:pt x="999657" y="2772932"/>
                  </a:lnTo>
                  <a:lnTo>
                    <a:pt x="999844" y="2772682"/>
                  </a:lnTo>
                  <a:lnTo>
                    <a:pt x="1000031" y="2772578"/>
                  </a:lnTo>
                  <a:lnTo>
                    <a:pt x="1000218" y="2772492"/>
                  </a:lnTo>
                  <a:lnTo>
                    <a:pt x="1000405" y="2772395"/>
                  </a:lnTo>
                  <a:lnTo>
                    <a:pt x="1000592" y="2772299"/>
                  </a:lnTo>
                  <a:lnTo>
                    <a:pt x="1000779" y="2772056"/>
                  </a:lnTo>
                  <a:lnTo>
                    <a:pt x="1000966" y="2771929"/>
                  </a:lnTo>
                  <a:lnTo>
                    <a:pt x="1001153" y="2771724"/>
                  </a:lnTo>
                  <a:lnTo>
                    <a:pt x="1001339" y="2771519"/>
                  </a:lnTo>
                  <a:lnTo>
                    <a:pt x="1001526" y="2771314"/>
                  </a:lnTo>
                  <a:lnTo>
                    <a:pt x="1001713" y="2771109"/>
                  </a:lnTo>
                  <a:lnTo>
                    <a:pt x="1001900" y="2770868"/>
                  </a:lnTo>
                  <a:lnTo>
                    <a:pt x="1002087" y="2770739"/>
                  </a:lnTo>
                  <a:lnTo>
                    <a:pt x="1002274" y="2770521"/>
                  </a:lnTo>
                  <a:lnTo>
                    <a:pt x="1002461" y="2770415"/>
                  </a:lnTo>
                  <a:lnTo>
                    <a:pt x="1002648" y="2770500"/>
                  </a:lnTo>
                  <a:lnTo>
                    <a:pt x="1002835" y="2770521"/>
                  </a:lnTo>
                  <a:lnTo>
                    <a:pt x="1003022" y="2770471"/>
                  </a:lnTo>
                  <a:lnTo>
                    <a:pt x="1003209" y="2770248"/>
                  </a:lnTo>
                  <a:lnTo>
                    <a:pt x="1003396" y="2769984"/>
                  </a:lnTo>
                  <a:lnTo>
                    <a:pt x="1003582" y="2769824"/>
                  </a:lnTo>
                  <a:lnTo>
                    <a:pt x="1003769" y="2769676"/>
                  </a:lnTo>
                  <a:lnTo>
                    <a:pt x="1003956" y="2769527"/>
                  </a:lnTo>
                  <a:lnTo>
                    <a:pt x="1004143" y="2769378"/>
                  </a:lnTo>
                  <a:lnTo>
                    <a:pt x="1004330" y="2769229"/>
                  </a:lnTo>
                  <a:lnTo>
                    <a:pt x="1004517" y="2769081"/>
                  </a:lnTo>
                  <a:lnTo>
                    <a:pt x="1004704" y="2769185"/>
                  </a:lnTo>
                  <a:lnTo>
                    <a:pt x="1004891" y="2769324"/>
                  </a:lnTo>
                  <a:lnTo>
                    <a:pt x="1005078" y="2769635"/>
                  </a:lnTo>
                  <a:lnTo>
                    <a:pt x="1005265" y="2769977"/>
                  </a:lnTo>
                  <a:lnTo>
                    <a:pt x="1005452" y="2770349"/>
                  </a:lnTo>
                  <a:lnTo>
                    <a:pt x="1005639" y="2770734"/>
                  </a:lnTo>
                  <a:lnTo>
                    <a:pt x="1005826" y="2771132"/>
                  </a:lnTo>
                  <a:lnTo>
                    <a:pt x="1006012" y="2771508"/>
                  </a:lnTo>
                  <a:lnTo>
                    <a:pt x="1006199" y="2771970"/>
                  </a:lnTo>
                  <a:lnTo>
                    <a:pt x="1006386" y="2772235"/>
                  </a:lnTo>
                  <a:lnTo>
                    <a:pt x="1006573" y="2772592"/>
                  </a:lnTo>
                  <a:lnTo>
                    <a:pt x="1006760" y="2772950"/>
                  </a:lnTo>
                  <a:lnTo>
                    <a:pt x="1006947" y="2773308"/>
                  </a:lnTo>
                  <a:lnTo>
                    <a:pt x="1007134" y="2773665"/>
                  </a:lnTo>
                  <a:lnTo>
                    <a:pt x="1007321" y="2774023"/>
                  </a:lnTo>
                  <a:lnTo>
                    <a:pt x="1007508" y="2774388"/>
                  </a:lnTo>
                  <a:lnTo>
                    <a:pt x="1007695" y="2774841"/>
                  </a:lnTo>
                  <a:lnTo>
                    <a:pt x="1007882" y="2775208"/>
                  </a:lnTo>
                  <a:lnTo>
                    <a:pt x="1008069" y="2775452"/>
                  </a:lnTo>
                  <a:lnTo>
                    <a:pt x="1008255" y="2775600"/>
                  </a:lnTo>
                  <a:lnTo>
                    <a:pt x="1008442" y="2775745"/>
                  </a:lnTo>
                  <a:lnTo>
                    <a:pt x="1008629" y="2776132"/>
                  </a:lnTo>
                  <a:lnTo>
                    <a:pt x="1008816" y="2776598"/>
                  </a:lnTo>
                  <a:lnTo>
                    <a:pt x="1009003" y="2777307"/>
                  </a:lnTo>
                  <a:lnTo>
                    <a:pt x="1009190" y="2778271"/>
                  </a:lnTo>
                  <a:lnTo>
                    <a:pt x="1009377" y="2779208"/>
                  </a:lnTo>
                  <a:lnTo>
                    <a:pt x="1009564" y="2780241"/>
                  </a:lnTo>
                  <a:lnTo>
                    <a:pt x="1009751" y="2781275"/>
                  </a:lnTo>
                  <a:lnTo>
                    <a:pt x="1009938" y="2782293"/>
                  </a:lnTo>
                  <a:lnTo>
                    <a:pt x="1010125" y="2783173"/>
                  </a:lnTo>
                  <a:lnTo>
                    <a:pt x="1010312" y="2784044"/>
                  </a:lnTo>
                  <a:lnTo>
                    <a:pt x="1010499" y="2784774"/>
                  </a:lnTo>
                  <a:lnTo>
                    <a:pt x="1010685" y="2785653"/>
                  </a:lnTo>
                  <a:lnTo>
                    <a:pt x="1010872" y="2786533"/>
                  </a:lnTo>
                  <a:lnTo>
                    <a:pt x="1011059" y="2787412"/>
                  </a:lnTo>
                  <a:lnTo>
                    <a:pt x="1011246" y="2788292"/>
                  </a:lnTo>
                  <a:lnTo>
                    <a:pt x="1011433" y="2789172"/>
                  </a:lnTo>
                  <a:lnTo>
                    <a:pt x="1011620" y="2789697"/>
                  </a:lnTo>
                  <a:lnTo>
                    <a:pt x="1011807" y="2790032"/>
                  </a:lnTo>
                  <a:lnTo>
                    <a:pt x="1011994" y="2790172"/>
                  </a:lnTo>
                  <a:lnTo>
                    <a:pt x="1012181" y="2790207"/>
                  </a:lnTo>
                  <a:lnTo>
                    <a:pt x="1012368" y="2790162"/>
                  </a:lnTo>
                  <a:lnTo>
                    <a:pt x="1012555" y="2790116"/>
                  </a:lnTo>
                  <a:lnTo>
                    <a:pt x="1012742" y="2790071"/>
                  </a:lnTo>
                  <a:lnTo>
                    <a:pt x="1012929" y="2790026"/>
                  </a:lnTo>
                  <a:lnTo>
                    <a:pt x="1013115" y="2789981"/>
                  </a:lnTo>
                  <a:lnTo>
                    <a:pt x="1013302" y="2789914"/>
                  </a:lnTo>
                  <a:lnTo>
                    <a:pt x="1013489" y="2789768"/>
                  </a:lnTo>
                  <a:lnTo>
                    <a:pt x="1013676" y="2789723"/>
                  </a:lnTo>
                  <a:lnTo>
                    <a:pt x="1013863" y="2789575"/>
                  </a:lnTo>
                  <a:lnTo>
                    <a:pt x="1014050" y="2789545"/>
                  </a:lnTo>
                  <a:lnTo>
                    <a:pt x="1014237" y="2789436"/>
                  </a:lnTo>
                  <a:lnTo>
                    <a:pt x="1014424" y="2789585"/>
                  </a:lnTo>
                  <a:lnTo>
                    <a:pt x="1014611" y="2789631"/>
                  </a:lnTo>
                  <a:lnTo>
                    <a:pt x="1014798" y="2789855"/>
                  </a:lnTo>
                  <a:lnTo>
                    <a:pt x="1014985" y="2790117"/>
                  </a:lnTo>
                  <a:lnTo>
                    <a:pt x="1015172" y="2790379"/>
                  </a:lnTo>
                  <a:lnTo>
                    <a:pt x="1015358" y="2790723"/>
                  </a:lnTo>
                  <a:lnTo>
                    <a:pt x="1015545" y="2791226"/>
                  </a:lnTo>
                  <a:lnTo>
                    <a:pt x="1015732" y="2791886"/>
                  </a:lnTo>
                  <a:lnTo>
                    <a:pt x="1015919" y="2792640"/>
                  </a:lnTo>
                  <a:lnTo>
                    <a:pt x="1016106" y="2793209"/>
                  </a:lnTo>
                  <a:lnTo>
                    <a:pt x="1016293" y="2793744"/>
                  </a:lnTo>
                  <a:lnTo>
                    <a:pt x="1016480" y="2794280"/>
                  </a:lnTo>
                  <a:lnTo>
                    <a:pt x="1016667" y="2794849"/>
                  </a:lnTo>
                  <a:lnTo>
                    <a:pt x="1016854" y="2795371"/>
                  </a:lnTo>
                  <a:lnTo>
                    <a:pt x="1017041" y="2795758"/>
                  </a:lnTo>
                  <a:lnTo>
                    <a:pt x="1017228" y="2796152"/>
                  </a:lnTo>
                  <a:lnTo>
                    <a:pt x="1017415" y="2796505"/>
                  </a:lnTo>
                  <a:lnTo>
                    <a:pt x="1017602" y="2796705"/>
                  </a:lnTo>
                  <a:lnTo>
                    <a:pt x="1017788" y="2796867"/>
                  </a:lnTo>
                  <a:lnTo>
                    <a:pt x="1017975" y="2797028"/>
                  </a:lnTo>
                  <a:lnTo>
                    <a:pt x="1018162" y="2797139"/>
                  </a:lnTo>
                  <a:lnTo>
                    <a:pt x="1018349" y="2797207"/>
                  </a:lnTo>
                  <a:lnTo>
                    <a:pt x="1018536" y="2797041"/>
                  </a:lnTo>
                  <a:lnTo>
                    <a:pt x="1018723" y="2796655"/>
                  </a:lnTo>
                  <a:lnTo>
                    <a:pt x="1018910" y="2796450"/>
                  </a:lnTo>
                  <a:lnTo>
                    <a:pt x="1019097" y="2796546"/>
                  </a:lnTo>
                  <a:lnTo>
                    <a:pt x="1019284" y="2796866"/>
                  </a:lnTo>
                  <a:lnTo>
                    <a:pt x="1019471" y="2797299"/>
                  </a:lnTo>
                  <a:lnTo>
                    <a:pt x="1019658" y="2797836"/>
                  </a:lnTo>
                  <a:lnTo>
                    <a:pt x="1019845" y="2798625"/>
                  </a:lnTo>
                  <a:lnTo>
                    <a:pt x="1020032" y="2799414"/>
                  </a:lnTo>
                  <a:lnTo>
                    <a:pt x="1020218" y="2800204"/>
                  </a:lnTo>
                  <a:lnTo>
                    <a:pt x="1020405" y="2800993"/>
                  </a:lnTo>
                  <a:lnTo>
                    <a:pt x="1020592" y="2801782"/>
                  </a:lnTo>
                  <a:lnTo>
                    <a:pt x="1020779" y="2802571"/>
                  </a:lnTo>
                  <a:lnTo>
                    <a:pt x="1020966" y="2803361"/>
                  </a:lnTo>
                  <a:lnTo>
                    <a:pt x="1021153" y="2804244"/>
                  </a:lnTo>
                  <a:lnTo>
                    <a:pt x="1021340" y="2804965"/>
                  </a:lnTo>
                  <a:lnTo>
                    <a:pt x="1021527" y="2805795"/>
                  </a:lnTo>
                  <a:lnTo>
                    <a:pt x="1021714" y="2806326"/>
                  </a:lnTo>
                  <a:lnTo>
                    <a:pt x="1021901" y="2806779"/>
                  </a:lnTo>
                  <a:lnTo>
                    <a:pt x="1022088" y="2806959"/>
                  </a:lnTo>
                  <a:lnTo>
                    <a:pt x="1022275" y="2806973"/>
                  </a:lnTo>
                  <a:lnTo>
                    <a:pt x="1022461" y="2807086"/>
                  </a:lnTo>
                  <a:lnTo>
                    <a:pt x="1022648" y="2807112"/>
                  </a:lnTo>
                  <a:lnTo>
                    <a:pt x="1022835" y="2807248"/>
                  </a:lnTo>
                  <a:lnTo>
                    <a:pt x="1023022" y="2807386"/>
                  </a:lnTo>
                  <a:lnTo>
                    <a:pt x="1023209" y="2807525"/>
                  </a:lnTo>
                  <a:lnTo>
                    <a:pt x="1023396" y="2807665"/>
                  </a:lnTo>
                  <a:lnTo>
                    <a:pt x="1023583" y="2807918"/>
                  </a:lnTo>
                  <a:lnTo>
                    <a:pt x="1023770" y="2808265"/>
                  </a:lnTo>
                  <a:lnTo>
                    <a:pt x="1023957" y="2808574"/>
                  </a:lnTo>
                  <a:lnTo>
                    <a:pt x="1024144" y="2808848"/>
                  </a:lnTo>
                  <a:lnTo>
                    <a:pt x="1024331" y="2809295"/>
                  </a:lnTo>
                  <a:lnTo>
                    <a:pt x="1024518" y="2809782"/>
                  </a:lnTo>
                  <a:lnTo>
                    <a:pt x="1024705" y="2810268"/>
                  </a:lnTo>
                  <a:lnTo>
                    <a:pt x="1024891" y="2810755"/>
                  </a:lnTo>
                  <a:lnTo>
                    <a:pt x="1025078" y="2811241"/>
                  </a:lnTo>
                  <a:lnTo>
                    <a:pt x="1025265" y="2811692"/>
                  </a:lnTo>
                  <a:lnTo>
                    <a:pt x="1025452" y="2812120"/>
                  </a:lnTo>
                  <a:lnTo>
                    <a:pt x="1025639" y="2812421"/>
                  </a:lnTo>
                  <a:lnTo>
                    <a:pt x="1025826" y="2812728"/>
                  </a:lnTo>
                  <a:lnTo>
                    <a:pt x="1026013" y="2813080"/>
                  </a:lnTo>
                  <a:lnTo>
                    <a:pt x="1026200" y="2813432"/>
                  </a:lnTo>
                  <a:lnTo>
                    <a:pt x="1026387" y="2813625"/>
                  </a:lnTo>
                  <a:lnTo>
                    <a:pt x="1026574" y="2813687"/>
                  </a:lnTo>
                  <a:lnTo>
                    <a:pt x="1026761" y="2813687"/>
                  </a:lnTo>
                  <a:lnTo>
                    <a:pt x="1026948" y="2813687"/>
                  </a:lnTo>
                  <a:lnTo>
                    <a:pt x="1027134" y="2813687"/>
                  </a:lnTo>
                  <a:lnTo>
                    <a:pt x="1027321" y="2813687"/>
                  </a:lnTo>
                  <a:lnTo>
                    <a:pt x="1027508" y="2813687"/>
                  </a:lnTo>
                  <a:lnTo>
                    <a:pt x="1027695" y="2813687"/>
                  </a:lnTo>
                  <a:lnTo>
                    <a:pt x="1027882" y="2813687"/>
                  </a:lnTo>
                  <a:lnTo>
                    <a:pt x="1028069" y="2813687"/>
                  </a:lnTo>
                  <a:lnTo>
                    <a:pt x="1028256" y="2813704"/>
                  </a:lnTo>
                  <a:lnTo>
                    <a:pt x="1028443" y="2813848"/>
                  </a:lnTo>
                  <a:lnTo>
                    <a:pt x="1028630" y="2814153"/>
                  </a:lnTo>
                  <a:lnTo>
                    <a:pt x="1028817" y="2814541"/>
                  </a:lnTo>
                  <a:lnTo>
                    <a:pt x="1029004" y="2814928"/>
                  </a:lnTo>
                  <a:lnTo>
                    <a:pt x="1029191" y="2815316"/>
                  </a:lnTo>
                  <a:lnTo>
                    <a:pt x="1029378" y="2815704"/>
                  </a:lnTo>
                  <a:lnTo>
                    <a:pt x="1029564" y="2816092"/>
                  </a:lnTo>
                  <a:lnTo>
                    <a:pt x="1029751" y="2816480"/>
                  </a:lnTo>
                  <a:lnTo>
                    <a:pt x="1029938" y="2817011"/>
                  </a:lnTo>
                  <a:lnTo>
                    <a:pt x="1030125" y="2817553"/>
                  </a:lnTo>
                  <a:lnTo>
                    <a:pt x="1030312" y="2818130"/>
                  </a:lnTo>
                  <a:lnTo>
                    <a:pt x="1030499" y="2818708"/>
                  </a:lnTo>
                  <a:lnTo>
                    <a:pt x="1030686" y="2819285"/>
                  </a:lnTo>
                  <a:lnTo>
                    <a:pt x="1030873" y="2819862"/>
                  </a:lnTo>
                  <a:lnTo>
                    <a:pt x="1031060" y="2820425"/>
                  </a:lnTo>
                  <a:lnTo>
                    <a:pt x="1031247" y="2820748"/>
                  </a:lnTo>
                  <a:lnTo>
                    <a:pt x="1031434" y="2820944"/>
                  </a:lnTo>
                  <a:lnTo>
                    <a:pt x="1031621" y="2821142"/>
                  </a:lnTo>
                  <a:lnTo>
                    <a:pt x="1031808" y="2821508"/>
                  </a:lnTo>
                  <a:lnTo>
                    <a:pt x="1031994" y="2821915"/>
                  </a:lnTo>
                  <a:lnTo>
                    <a:pt x="1032181" y="2822312"/>
                  </a:lnTo>
                  <a:lnTo>
                    <a:pt x="1032368" y="2822709"/>
                  </a:lnTo>
                  <a:lnTo>
                    <a:pt x="1032555" y="2823106"/>
                  </a:lnTo>
                  <a:lnTo>
                    <a:pt x="1032742" y="2823462"/>
                  </a:lnTo>
                  <a:lnTo>
                    <a:pt x="1032929" y="2823799"/>
                  </a:lnTo>
                  <a:lnTo>
                    <a:pt x="1033116" y="2823975"/>
                  </a:lnTo>
                  <a:lnTo>
                    <a:pt x="1033303" y="2824169"/>
                  </a:lnTo>
                  <a:lnTo>
                    <a:pt x="1033490" y="2824398"/>
                  </a:lnTo>
                  <a:lnTo>
                    <a:pt x="1033677" y="2824714"/>
                  </a:lnTo>
                  <a:lnTo>
                    <a:pt x="1033864" y="2825110"/>
                  </a:lnTo>
                  <a:lnTo>
                    <a:pt x="1034051" y="2825699"/>
                  </a:lnTo>
                  <a:lnTo>
                    <a:pt x="1034237" y="2826125"/>
                  </a:lnTo>
                  <a:lnTo>
                    <a:pt x="1034424" y="2826673"/>
                  </a:lnTo>
                  <a:lnTo>
                    <a:pt x="1034611" y="2826951"/>
                  </a:lnTo>
                  <a:lnTo>
                    <a:pt x="1034798" y="2826933"/>
                  </a:lnTo>
                  <a:lnTo>
                    <a:pt x="1034985" y="2826995"/>
                  </a:lnTo>
                  <a:lnTo>
                    <a:pt x="1035172" y="2826996"/>
                  </a:lnTo>
                  <a:lnTo>
                    <a:pt x="1035359" y="2826813"/>
                  </a:lnTo>
                  <a:lnTo>
                    <a:pt x="1035546" y="2826747"/>
                  </a:lnTo>
                  <a:lnTo>
                    <a:pt x="1035733" y="2826740"/>
                  </a:lnTo>
                  <a:lnTo>
                    <a:pt x="1035920" y="2826567"/>
                  </a:lnTo>
                  <a:lnTo>
                    <a:pt x="1036107" y="2826383"/>
                  </a:lnTo>
                  <a:lnTo>
                    <a:pt x="1036294" y="2826226"/>
                  </a:lnTo>
                  <a:lnTo>
                    <a:pt x="1036481" y="2826238"/>
                  </a:lnTo>
                  <a:lnTo>
                    <a:pt x="1036667" y="2826308"/>
                  </a:lnTo>
                  <a:lnTo>
                    <a:pt x="1036854" y="2826208"/>
                  </a:lnTo>
                  <a:lnTo>
                    <a:pt x="1037041" y="2826100"/>
                  </a:lnTo>
                  <a:lnTo>
                    <a:pt x="1037228" y="2826013"/>
                  </a:lnTo>
                  <a:lnTo>
                    <a:pt x="1037415" y="2825877"/>
                  </a:lnTo>
                  <a:lnTo>
                    <a:pt x="1037602" y="2825931"/>
                  </a:lnTo>
                  <a:lnTo>
                    <a:pt x="1037789" y="2826240"/>
                  </a:lnTo>
                  <a:lnTo>
                    <a:pt x="1037976" y="2826638"/>
                  </a:lnTo>
                  <a:lnTo>
                    <a:pt x="1038163" y="2826973"/>
                  </a:lnTo>
                  <a:lnTo>
                    <a:pt x="1038350" y="2827171"/>
                  </a:lnTo>
                  <a:lnTo>
                    <a:pt x="1038537" y="2827454"/>
                  </a:lnTo>
                  <a:lnTo>
                    <a:pt x="1038724" y="2827843"/>
                  </a:lnTo>
                  <a:lnTo>
                    <a:pt x="1038911" y="2828233"/>
                  </a:lnTo>
                  <a:lnTo>
                    <a:pt x="1039097" y="2828623"/>
                  </a:lnTo>
                  <a:lnTo>
                    <a:pt x="1039284" y="2829010"/>
                  </a:lnTo>
                  <a:lnTo>
                    <a:pt x="1039471" y="2829274"/>
                  </a:lnTo>
                  <a:lnTo>
                    <a:pt x="1039658" y="2829481"/>
                  </a:lnTo>
                  <a:lnTo>
                    <a:pt x="1039845" y="2829802"/>
                  </a:lnTo>
                  <a:lnTo>
                    <a:pt x="1040032" y="2829847"/>
                  </a:lnTo>
                  <a:lnTo>
                    <a:pt x="1040219" y="2829892"/>
                  </a:lnTo>
                  <a:lnTo>
                    <a:pt x="1040406" y="2829937"/>
                  </a:lnTo>
                  <a:lnTo>
                    <a:pt x="1040593" y="2829941"/>
                  </a:lnTo>
                  <a:lnTo>
                    <a:pt x="1040780" y="2829864"/>
                  </a:lnTo>
                  <a:lnTo>
                    <a:pt x="1040967" y="2829688"/>
                  </a:lnTo>
                  <a:lnTo>
                    <a:pt x="1041154" y="2829451"/>
                  </a:lnTo>
                  <a:lnTo>
                    <a:pt x="1041340" y="2829099"/>
                  </a:lnTo>
                  <a:lnTo>
                    <a:pt x="1041527" y="2828747"/>
                  </a:lnTo>
                  <a:lnTo>
                    <a:pt x="1041714" y="2828395"/>
                  </a:lnTo>
                  <a:lnTo>
                    <a:pt x="1041901" y="2828044"/>
                  </a:lnTo>
                  <a:lnTo>
                    <a:pt x="1042088" y="2827538"/>
                  </a:lnTo>
                  <a:lnTo>
                    <a:pt x="1042275" y="2826997"/>
                  </a:lnTo>
                  <a:lnTo>
                    <a:pt x="1042462" y="2826368"/>
                  </a:lnTo>
                  <a:lnTo>
                    <a:pt x="1042649" y="2825720"/>
                  </a:lnTo>
                  <a:lnTo>
                    <a:pt x="1042836" y="2825073"/>
                  </a:lnTo>
                  <a:lnTo>
                    <a:pt x="1043023" y="2824420"/>
                  </a:lnTo>
                  <a:lnTo>
                    <a:pt x="1043210" y="2823755"/>
                  </a:lnTo>
                  <a:lnTo>
                    <a:pt x="1043397" y="2823139"/>
                  </a:lnTo>
                  <a:lnTo>
                    <a:pt x="1043584" y="2822665"/>
                  </a:lnTo>
                  <a:lnTo>
                    <a:pt x="1043770" y="2822250"/>
                  </a:lnTo>
                  <a:lnTo>
                    <a:pt x="1043957" y="2821525"/>
                  </a:lnTo>
                  <a:lnTo>
                    <a:pt x="1044144" y="2820774"/>
                  </a:lnTo>
                  <a:lnTo>
                    <a:pt x="1044331" y="2819988"/>
                  </a:lnTo>
                  <a:lnTo>
                    <a:pt x="1044518" y="2819417"/>
                  </a:lnTo>
                  <a:lnTo>
                    <a:pt x="1044705" y="2818862"/>
                  </a:lnTo>
                  <a:lnTo>
                    <a:pt x="1044892" y="2818360"/>
                  </a:lnTo>
                  <a:lnTo>
                    <a:pt x="1045079" y="2817907"/>
                  </a:lnTo>
                  <a:lnTo>
                    <a:pt x="1045266" y="2817530"/>
                  </a:lnTo>
                  <a:lnTo>
                    <a:pt x="1045453" y="2817109"/>
                  </a:lnTo>
                  <a:lnTo>
                    <a:pt x="1045640" y="2816747"/>
                  </a:lnTo>
                  <a:lnTo>
                    <a:pt x="1045827" y="2816397"/>
                  </a:lnTo>
                  <a:lnTo>
                    <a:pt x="1046013" y="2815984"/>
                  </a:lnTo>
                  <a:lnTo>
                    <a:pt x="1046200" y="2815607"/>
                  </a:lnTo>
                  <a:lnTo>
                    <a:pt x="1046387" y="2815303"/>
                  </a:lnTo>
                  <a:lnTo>
                    <a:pt x="1046574" y="2814986"/>
                  </a:lnTo>
                  <a:lnTo>
                    <a:pt x="1046761" y="2814983"/>
                  </a:lnTo>
                  <a:lnTo>
                    <a:pt x="1046948" y="2815071"/>
                  </a:lnTo>
                  <a:lnTo>
                    <a:pt x="1047135" y="2815181"/>
                  </a:lnTo>
                  <a:lnTo>
                    <a:pt x="1047322" y="2815304"/>
                  </a:lnTo>
                  <a:lnTo>
                    <a:pt x="1047509" y="2815566"/>
                  </a:lnTo>
                  <a:lnTo>
                    <a:pt x="1047696" y="2815742"/>
                  </a:lnTo>
                  <a:lnTo>
                    <a:pt x="1047883" y="2815917"/>
                  </a:lnTo>
                  <a:lnTo>
                    <a:pt x="1048070" y="2816169"/>
                  </a:lnTo>
                  <a:lnTo>
                    <a:pt x="1048257" y="2816464"/>
                  </a:lnTo>
                  <a:lnTo>
                    <a:pt x="1048443" y="2816760"/>
                  </a:lnTo>
                  <a:lnTo>
                    <a:pt x="1048630" y="2816954"/>
                  </a:lnTo>
                  <a:lnTo>
                    <a:pt x="1048817" y="2817040"/>
                  </a:lnTo>
                  <a:lnTo>
                    <a:pt x="1049004" y="2816965"/>
                  </a:lnTo>
                  <a:lnTo>
                    <a:pt x="1049191" y="2816723"/>
                  </a:lnTo>
                  <a:lnTo>
                    <a:pt x="1049378" y="2816422"/>
                  </a:lnTo>
                  <a:lnTo>
                    <a:pt x="1049565" y="2816120"/>
                  </a:lnTo>
                  <a:lnTo>
                    <a:pt x="1049752" y="2815876"/>
                  </a:lnTo>
                  <a:lnTo>
                    <a:pt x="1049939" y="2815478"/>
                  </a:lnTo>
                  <a:lnTo>
                    <a:pt x="1050126" y="2815043"/>
                  </a:lnTo>
                  <a:lnTo>
                    <a:pt x="1050313" y="2814471"/>
                  </a:lnTo>
                  <a:lnTo>
                    <a:pt x="1050500" y="2813835"/>
                  </a:lnTo>
                  <a:lnTo>
                    <a:pt x="1050687" y="2813199"/>
                  </a:lnTo>
                  <a:lnTo>
                    <a:pt x="1050873" y="2812564"/>
                  </a:lnTo>
                  <a:lnTo>
                    <a:pt x="1051060" y="2811928"/>
                  </a:lnTo>
                  <a:lnTo>
                    <a:pt x="1051247" y="2811292"/>
                  </a:lnTo>
                  <a:lnTo>
                    <a:pt x="1051434" y="2810602"/>
                  </a:lnTo>
                  <a:lnTo>
                    <a:pt x="1051621" y="2810077"/>
                  </a:lnTo>
                  <a:lnTo>
                    <a:pt x="1051808" y="2809661"/>
                  </a:lnTo>
                  <a:lnTo>
                    <a:pt x="1051995" y="2809557"/>
                  </a:lnTo>
                  <a:lnTo>
                    <a:pt x="1052182" y="2809345"/>
                  </a:lnTo>
                  <a:lnTo>
                    <a:pt x="1052369" y="2809001"/>
                  </a:lnTo>
                  <a:lnTo>
                    <a:pt x="1052556" y="2808579"/>
                  </a:lnTo>
                  <a:lnTo>
                    <a:pt x="1052743" y="2808322"/>
                  </a:lnTo>
                  <a:lnTo>
                    <a:pt x="1052930" y="2808105"/>
                  </a:lnTo>
                  <a:lnTo>
                    <a:pt x="1053116" y="2808035"/>
                  </a:lnTo>
                  <a:lnTo>
                    <a:pt x="1053303" y="2808033"/>
                  </a:lnTo>
                  <a:lnTo>
                    <a:pt x="1053490" y="2808031"/>
                  </a:lnTo>
                  <a:lnTo>
                    <a:pt x="1053677" y="2808029"/>
                  </a:lnTo>
                  <a:lnTo>
                    <a:pt x="1053864" y="2808027"/>
                  </a:lnTo>
                  <a:lnTo>
                    <a:pt x="1054051" y="2808024"/>
                  </a:lnTo>
                  <a:lnTo>
                    <a:pt x="1054238" y="2807945"/>
                  </a:lnTo>
                  <a:lnTo>
                    <a:pt x="1054425" y="2808002"/>
                  </a:lnTo>
                  <a:lnTo>
                    <a:pt x="1054612" y="2808060"/>
                  </a:lnTo>
                  <a:lnTo>
                    <a:pt x="1054799" y="2808090"/>
                  </a:lnTo>
                  <a:lnTo>
                    <a:pt x="1054986" y="2808290"/>
                  </a:lnTo>
                  <a:lnTo>
                    <a:pt x="1055173" y="2808507"/>
                  </a:lnTo>
                  <a:lnTo>
                    <a:pt x="1055360" y="2808837"/>
                  </a:lnTo>
                  <a:lnTo>
                    <a:pt x="1055546" y="2809167"/>
                  </a:lnTo>
                  <a:lnTo>
                    <a:pt x="1055733" y="2809496"/>
                  </a:lnTo>
                  <a:lnTo>
                    <a:pt x="1055920" y="2809879"/>
                  </a:lnTo>
                  <a:lnTo>
                    <a:pt x="1056107" y="2810385"/>
                  </a:lnTo>
                  <a:lnTo>
                    <a:pt x="1056294" y="2810890"/>
                  </a:lnTo>
                  <a:lnTo>
                    <a:pt x="1056481" y="2811396"/>
                  </a:lnTo>
                  <a:lnTo>
                    <a:pt x="1056668" y="2811901"/>
                  </a:lnTo>
                  <a:lnTo>
                    <a:pt x="1056855" y="2812407"/>
                  </a:lnTo>
                  <a:lnTo>
                    <a:pt x="1057042" y="2812860"/>
                  </a:lnTo>
                  <a:lnTo>
                    <a:pt x="1057229" y="2813180"/>
                  </a:lnTo>
                  <a:lnTo>
                    <a:pt x="1057416" y="2813356"/>
                  </a:lnTo>
                  <a:lnTo>
                    <a:pt x="1057603" y="2813532"/>
                  </a:lnTo>
                  <a:lnTo>
                    <a:pt x="1057789" y="2813655"/>
                  </a:lnTo>
                  <a:lnTo>
                    <a:pt x="1057976" y="2813655"/>
                  </a:lnTo>
                  <a:lnTo>
                    <a:pt x="1058163" y="2813655"/>
                  </a:lnTo>
                  <a:lnTo>
                    <a:pt x="1058350" y="2813655"/>
                  </a:lnTo>
                  <a:lnTo>
                    <a:pt x="1058537" y="2813655"/>
                  </a:lnTo>
                  <a:lnTo>
                    <a:pt x="1058724" y="2813602"/>
                  </a:lnTo>
                  <a:lnTo>
                    <a:pt x="1058911" y="2813426"/>
                  </a:lnTo>
                  <a:lnTo>
                    <a:pt x="1059098" y="2813250"/>
                  </a:lnTo>
                  <a:lnTo>
                    <a:pt x="1059285" y="2813074"/>
                  </a:lnTo>
                  <a:lnTo>
                    <a:pt x="1059472" y="2812775"/>
                  </a:lnTo>
                  <a:lnTo>
                    <a:pt x="1059659" y="2812133"/>
                  </a:lnTo>
                  <a:lnTo>
                    <a:pt x="1059846" y="2811328"/>
                  </a:lnTo>
                  <a:lnTo>
                    <a:pt x="1060033" y="2810351"/>
                  </a:lnTo>
                  <a:lnTo>
                    <a:pt x="1060219" y="2809376"/>
                  </a:lnTo>
                  <a:lnTo>
                    <a:pt x="1060406" y="2808252"/>
                  </a:lnTo>
                  <a:lnTo>
                    <a:pt x="1060593" y="2807275"/>
                  </a:lnTo>
                  <a:lnTo>
                    <a:pt x="1060780" y="2806382"/>
                  </a:lnTo>
                  <a:lnTo>
                    <a:pt x="1060967" y="2805665"/>
                  </a:lnTo>
                  <a:lnTo>
                    <a:pt x="1061154" y="2804948"/>
                  </a:lnTo>
                  <a:lnTo>
                    <a:pt x="1061341" y="2804219"/>
                  </a:lnTo>
                  <a:lnTo>
                    <a:pt x="1061528" y="2803390"/>
                  </a:lnTo>
                  <a:lnTo>
                    <a:pt x="1061715" y="2802560"/>
                  </a:lnTo>
                  <a:lnTo>
                    <a:pt x="1061902" y="2801730"/>
                  </a:lnTo>
                  <a:lnTo>
                    <a:pt x="1062089" y="2800900"/>
                  </a:lnTo>
                  <a:lnTo>
                    <a:pt x="1062276" y="2800149"/>
                  </a:lnTo>
                  <a:lnTo>
                    <a:pt x="1062463" y="2799618"/>
                  </a:lnTo>
                  <a:lnTo>
                    <a:pt x="1062649" y="2799307"/>
                  </a:lnTo>
                  <a:lnTo>
                    <a:pt x="1062836" y="2799030"/>
                  </a:lnTo>
                  <a:lnTo>
                    <a:pt x="1063023" y="2798675"/>
                  </a:lnTo>
                  <a:lnTo>
                    <a:pt x="1063210" y="2798447"/>
                  </a:lnTo>
                  <a:lnTo>
                    <a:pt x="1063397" y="2798445"/>
                  </a:lnTo>
                  <a:lnTo>
                    <a:pt x="1063584" y="2798346"/>
                  </a:lnTo>
                  <a:lnTo>
                    <a:pt x="1063771" y="2798101"/>
                  </a:lnTo>
                  <a:lnTo>
                    <a:pt x="1063958" y="2797804"/>
                  </a:lnTo>
                  <a:lnTo>
                    <a:pt x="1064145" y="2797522"/>
                  </a:lnTo>
                  <a:lnTo>
                    <a:pt x="1064332" y="2797376"/>
                  </a:lnTo>
                  <a:lnTo>
                    <a:pt x="1064519" y="2797229"/>
                  </a:lnTo>
                  <a:lnTo>
                    <a:pt x="1064706" y="2797082"/>
                  </a:lnTo>
                  <a:lnTo>
                    <a:pt x="1064892" y="2796936"/>
                  </a:lnTo>
                  <a:lnTo>
                    <a:pt x="1065079" y="2796789"/>
                  </a:lnTo>
                  <a:lnTo>
                    <a:pt x="1065266" y="2796768"/>
                  </a:lnTo>
                  <a:lnTo>
                    <a:pt x="1065453" y="2796692"/>
                  </a:lnTo>
                  <a:lnTo>
                    <a:pt x="1065640" y="2796729"/>
                  </a:lnTo>
                  <a:lnTo>
                    <a:pt x="1065827" y="2796779"/>
                  </a:lnTo>
                  <a:lnTo>
                    <a:pt x="1066014" y="2796829"/>
                  </a:lnTo>
                  <a:lnTo>
                    <a:pt x="1066201" y="2796879"/>
                  </a:lnTo>
                  <a:lnTo>
                    <a:pt x="1066388" y="2796921"/>
                  </a:lnTo>
                  <a:lnTo>
                    <a:pt x="1066575" y="2797045"/>
                  </a:lnTo>
                  <a:lnTo>
                    <a:pt x="1066762" y="2797214"/>
                  </a:lnTo>
                  <a:lnTo>
                    <a:pt x="1066949" y="2797383"/>
                  </a:lnTo>
                  <a:lnTo>
                    <a:pt x="1067136" y="2797552"/>
                  </a:lnTo>
                  <a:lnTo>
                    <a:pt x="1067322" y="2797584"/>
                  </a:lnTo>
                  <a:lnTo>
                    <a:pt x="1067509" y="2797606"/>
                  </a:lnTo>
                  <a:lnTo>
                    <a:pt x="1067696" y="2797592"/>
                  </a:lnTo>
                  <a:lnTo>
                    <a:pt x="1067883" y="2797578"/>
                  </a:lnTo>
                  <a:lnTo>
                    <a:pt x="1068070" y="2797595"/>
                  </a:lnTo>
                  <a:lnTo>
                    <a:pt x="1068257" y="2797595"/>
                  </a:lnTo>
                  <a:lnTo>
                    <a:pt x="1068444" y="2797595"/>
                  </a:lnTo>
                  <a:lnTo>
                    <a:pt x="1068631" y="2797595"/>
                  </a:lnTo>
                  <a:lnTo>
                    <a:pt x="1068818" y="2797595"/>
                  </a:lnTo>
                  <a:lnTo>
                    <a:pt x="1069005" y="2797595"/>
                  </a:lnTo>
                  <a:lnTo>
                    <a:pt x="1069192" y="2797595"/>
                  </a:lnTo>
                  <a:lnTo>
                    <a:pt x="1069379" y="2797667"/>
                  </a:lnTo>
                  <a:lnTo>
                    <a:pt x="1069566" y="2797812"/>
                  </a:lnTo>
                  <a:lnTo>
                    <a:pt x="1069752" y="2797956"/>
                  </a:lnTo>
                  <a:lnTo>
                    <a:pt x="1069939" y="2798091"/>
                  </a:lnTo>
                  <a:lnTo>
                    <a:pt x="1070126" y="2798241"/>
                  </a:lnTo>
                  <a:lnTo>
                    <a:pt x="1070313" y="2798409"/>
                  </a:lnTo>
                  <a:lnTo>
                    <a:pt x="1070500" y="2798739"/>
                  </a:lnTo>
                  <a:lnTo>
                    <a:pt x="1070687" y="2799040"/>
                  </a:lnTo>
                  <a:lnTo>
                    <a:pt x="1070874" y="2799164"/>
                  </a:lnTo>
                  <a:lnTo>
                    <a:pt x="1071061" y="2799243"/>
                  </a:lnTo>
                  <a:lnTo>
                    <a:pt x="1071248" y="2799243"/>
                  </a:lnTo>
                  <a:lnTo>
                    <a:pt x="1071435" y="2799111"/>
                  </a:lnTo>
                  <a:lnTo>
                    <a:pt x="1071622" y="2798935"/>
                  </a:lnTo>
                  <a:lnTo>
                    <a:pt x="1071809" y="2798759"/>
                  </a:lnTo>
                  <a:lnTo>
                    <a:pt x="1071995" y="2798583"/>
                  </a:lnTo>
                  <a:lnTo>
                    <a:pt x="1072182" y="2798486"/>
                  </a:lnTo>
                  <a:lnTo>
                    <a:pt x="1072369" y="2798310"/>
                  </a:lnTo>
                  <a:lnTo>
                    <a:pt x="1072556" y="2798196"/>
                  </a:lnTo>
                  <a:lnTo>
                    <a:pt x="1072743" y="2798196"/>
                  </a:lnTo>
                  <a:lnTo>
                    <a:pt x="1072930" y="2798196"/>
                  </a:lnTo>
                  <a:lnTo>
                    <a:pt x="1073117" y="2798205"/>
                  </a:lnTo>
                  <a:lnTo>
                    <a:pt x="1073304" y="2798381"/>
                  </a:lnTo>
                  <a:lnTo>
                    <a:pt x="1073491" y="2798566"/>
                  </a:lnTo>
                  <a:lnTo>
                    <a:pt x="1073678" y="2798794"/>
                  </a:lnTo>
                  <a:lnTo>
                    <a:pt x="1073865" y="2798867"/>
                  </a:lnTo>
                  <a:lnTo>
                    <a:pt x="1074052" y="2798988"/>
                  </a:lnTo>
                  <a:lnTo>
                    <a:pt x="1074239" y="2799325"/>
                  </a:lnTo>
                  <a:lnTo>
                    <a:pt x="1074425" y="2799657"/>
                  </a:lnTo>
                  <a:lnTo>
                    <a:pt x="1074612" y="2799994"/>
                  </a:lnTo>
                  <a:lnTo>
                    <a:pt x="1074799" y="2800225"/>
                  </a:lnTo>
                  <a:lnTo>
                    <a:pt x="1074986" y="2800257"/>
                  </a:lnTo>
                  <a:lnTo>
                    <a:pt x="1075173" y="2800159"/>
                  </a:lnTo>
                  <a:lnTo>
                    <a:pt x="1075360" y="2800033"/>
                  </a:lnTo>
                  <a:lnTo>
                    <a:pt x="1075547" y="2799932"/>
                  </a:lnTo>
                  <a:lnTo>
                    <a:pt x="1075734" y="2799831"/>
                  </a:lnTo>
                  <a:lnTo>
                    <a:pt x="1075921" y="2799725"/>
                  </a:lnTo>
                  <a:lnTo>
                    <a:pt x="1076108" y="2799511"/>
                  </a:lnTo>
                  <a:lnTo>
                    <a:pt x="1076295" y="2799436"/>
                  </a:lnTo>
                  <a:lnTo>
                    <a:pt x="1076482" y="2799161"/>
                  </a:lnTo>
                  <a:lnTo>
                    <a:pt x="1076668" y="2798829"/>
                  </a:lnTo>
                  <a:lnTo>
                    <a:pt x="1076855" y="2798496"/>
                  </a:lnTo>
                  <a:lnTo>
                    <a:pt x="1077042" y="2798168"/>
                  </a:lnTo>
                  <a:lnTo>
                    <a:pt x="1077229" y="2797705"/>
                  </a:lnTo>
                  <a:lnTo>
                    <a:pt x="1077416" y="2797418"/>
                  </a:lnTo>
                  <a:lnTo>
                    <a:pt x="1077603" y="2797194"/>
                  </a:lnTo>
                  <a:lnTo>
                    <a:pt x="1077790" y="2796922"/>
                  </a:lnTo>
                  <a:lnTo>
                    <a:pt x="1077977" y="2796484"/>
                  </a:lnTo>
                  <a:lnTo>
                    <a:pt x="1078164" y="2796108"/>
                  </a:lnTo>
                  <a:lnTo>
                    <a:pt x="1078351" y="2795831"/>
                  </a:lnTo>
                  <a:lnTo>
                    <a:pt x="1078538" y="2795615"/>
                  </a:lnTo>
                  <a:lnTo>
                    <a:pt x="1078725" y="2795514"/>
                  </a:lnTo>
                  <a:lnTo>
                    <a:pt x="1078912" y="2795413"/>
                  </a:lnTo>
                  <a:lnTo>
                    <a:pt x="1079098" y="2795319"/>
                  </a:lnTo>
                  <a:lnTo>
                    <a:pt x="1079285" y="2795409"/>
                  </a:lnTo>
                  <a:lnTo>
                    <a:pt x="1079472" y="2795550"/>
                  </a:lnTo>
                  <a:lnTo>
                    <a:pt x="1079659" y="2795691"/>
                  </a:lnTo>
                  <a:lnTo>
                    <a:pt x="1079846" y="2795832"/>
                  </a:lnTo>
                  <a:lnTo>
                    <a:pt x="1080033" y="2795981"/>
                  </a:lnTo>
                  <a:lnTo>
                    <a:pt x="1080220" y="2796036"/>
                  </a:lnTo>
                  <a:lnTo>
                    <a:pt x="1080407" y="2796121"/>
                  </a:lnTo>
                  <a:lnTo>
                    <a:pt x="1080594" y="2796540"/>
                  </a:lnTo>
                  <a:lnTo>
                    <a:pt x="1080781" y="2797252"/>
                  </a:lnTo>
                  <a:lnTo>
                    <a:pt x="1080968" y="2797965"/>
                  </a:lnTo>
                  <a:lnTo>
                    <a:pt x="1081155" y="2798687"/>
                  </a:lnTo>
                  <a:lnTo>
                    <a:pt x="1081342" y="2799611"/>
                  </a:lnTo>
                  <a:lnTo>
                    <a:pt x="1081528" y="2800561"/>
                  </a:lnTo>
                  <a:lnTo>
                    <a:pt x="1081715" y="2801546"/>
                  </a:lnTo>
                  <a:lnTo>
                    <a:pt x="1081902" y="2802352"/>
                  </a:lnTo>
                  <a:lnTo>
                    <a:pt x="1082089" y="2803178"/>
                  </a:lnTo>
                  <a:lnTo>
                    <a:pt x="1082276" y="2803951"/>
                  </a:lnTo>
                  <a:lnTo>
                    <a:pt x="1082463" y="2804724"/>
                  </a:lnTo>
                  <a:lnTo>
                    <a:pt x="1082650" y="2805420"/>
                  </a:lnTo>
                  <a:lnTo>
                    <a:pt x="1082837" y="2806160"/>
                  </a:lnTo>
                  <a:lnTo>
                    <a:pt x="1083024" y="2806900"/>
                  </a:lnTo>
                  <a:lnTo>
                    <a:pt x="1083211" y="2807631"/>
                  </a:lnTo>
                  <a:lnTo>
                    <a:pt x="1083398" y="2808326"/>
                  </a:lnTo>
                  <a:lnTo>
                    <a:pt x="1083585" y="2808949"/>
                  </a:lnTo>
                  <a:lnTo>
                    <a:pt x="1083771" y="2809402"/>
                  </a:lnTo>
                  <a:lnTo>
                    <a:pt x="1083958" y="2809799"/>
                  </a:lnTo>
                  <a:lnTo>
                    <a:pt x="1084145" y="2810025"/>
                  </a:lnTo>
                  <a:lnTo>
                    <a:pt x="1084332" y="2810205"/>
                  </a:lnTo>
                  <a:lnTo>
                    <a:pt x="1084519" y="2810398"/>
                  </a:lnTo>
                  <a:lnTo>
                    <a:pt x="1084706" y="2810558"/>
                  </a:lnTo>
                  <a:lnTo>
                    <a:pt x="1084893" y="2810717"/>
                  </a:lnTo>
                  <a:lnTo>
                    <a:pt x="1085080" y="2810963"/>
                  </a:lnTo>
                  <a:lnTo>
                    <a:pt x="1085267" y="2811164"/>
                  </a:lnTo>
                  <a:lnTo>
                    <a:pt x="1085454" y="2811290"/>
                  </a:lnTo>
                  <a:lnTo>
                    <a:pt x="1085641" y="2811416"/>
                  </a:lnTo>
                  <a:lnTo>
                    <a:pt x="1085828" y="2811542"/>
                  </a:lnTo>
                  <a:lnTo>
                    <a:pt x="1086015" y="2811805"/>
                  </a:lnTo>
                  <a:lnTo>
                    <a:pt x="1086201" y="2812176"/>
                  </a:lnTo>
                  <a:lnTo>
                    <a:pt x="1086388" y="2812709"/>
                  </a:lnTo>
                  <a:lnTo>
                    <a:pt x="1086575" y="2813409"/>
                  </a:lnTo>
                  <a:lnTo>
                    <a:pt x="1086762" y="2814132"/>
                  </a:lnTo>
                  <a:lnTo>
                    <a:pt x="1086949" y="2814855"/>
                  </a:lnTo>
                  <a:lnTo>
                    <a:pt x="1087136" y="2815475"/>
                  </a:lnTo>
                  <a:lnTo>
                    <a:pt x="1087323" y="2816248"/>
                  </a:lnTo>
                  <a:lnTo>
                    <a:pt x="1087510" y="2817060"/>
                  </a:lnTo>
                  <a:lnTo>
                    <a:pt x="1087697" y="2818053"/>
                  </a:lnTo>
                  <a:lnTo>
                    <a:pt x="1087884" y="2819147"/>
                  </a:lnTo>
                  <a:lnTo>
                    <a:pt x="1088071" y="2820276"/>
                  </a:lnTo>
                  <a:lnTo>
                    <a:pt x="1088258" y="2821404"/>
                  </a:lnTo>
                  <a:lnTo>
                    <a:pt x="1088445" y="2822498"/>
                  </a:lnTo>
                  <a:lnTo>
                    <a:pt x="1088631" y="2823591"/>
                  </a:lnTo>
                  <a:lnTo>
                    <a:pt x="1088818" y="2824600"/>
                  </a:lnTo>
                  <a:lnTo>
                    <a:pt x="1089005" y="2825523"/>
                  </a:lnTo>
                  <a:lnTo>
                    <a:pt x="1089192" y="2826232"/>
                  </a:lnTo>
                  <a:lnTo>
                    <a:pt x="1089379" y="2826739"/>
                  </a:lnTo>
                  <a:lnTo>
                    <a:pt x="1089566" y="2827385"/>
                  </a:lnTo>
                  <a:lnTo>
                    <a:pt x="1089753" y="2828078"/>
                  </a:lnTo>
                  <a:lnTo>
                    <a:pt x="1089940" y="2828834"/>
                  </a:lnTo>
                  <a:lnTo>
                    <a:pt x="1090127" y="2829377"/>
                  </a:lnTo>
                  <a:lnTo>
                    <a:pt x="1090314" y="2829821"/>
                  </a:lnTo>
                  <a:lnTo>
                    <a:pt x="1090501" y="2830017"/>
                  </a:lnTo>
                  <a:lnTo>
                    <a:pt x="1090688" y="2830113"/>
                  </a:lnTo>
                  <a:lnTo>
                    <a:pt x="1090874" y="2830044"/>
                  </a:lnTo>
                  <a:lnTo>
                    <a:pt x="1091061" y="2829962"/>
                  </a:lnTo>
                  <a:lnTo>
                    <a:pt x="1091248" y="2829688"/>
                  </a:lnTo>
                  <a:lnTo>
                    <a:pt x="1091435" y="2829414"/>
                  </a:lnTo>
                  <a:lnTo>
                    <a:pt x="1091622" y="2829264"/>
                  </a:lnTo>
                  <a:lnTo>
                    <a:pt x="1091809" y="2829043"/>
                  </a:lnTo>
                  <a:lnTo>
                    <a:pt x="1091996" y="2828805"/>
                  </a:lnTo>
                  <a:lnTo>
                    <a:pt x="1092183" y="2828642"/>
                  </a:lnTo>
                  <a:lnTo>
                    <a:pt x="1092370" y="2828267"/>
                  </a:lnTo>
                  <a:lnTo>
                    <a:pt x="1092557" y="2828023"/>
                  </a:lnTo>
                  <a:lnTo>
                    <a:pt x="1092744" y="2827693"/>
                  </a:lnTo>
                  <a:lnTo>
                    <a:pt x="1092931" y="2827214"/>
                  </a:lnTo>
                  <a:lnTo>
                    <a:pt x="1093118" y="2826708"/>
                  </a:lnTo>
                  <a:lnTo>
                    <a:pt x="1093304" y="2826203"/>
                  </a:lnTo>
                  <a:lnTo>
                    <a:pt x="1093491" y="2825697"/>
                  </a:lnTo>
                  <a:lnTo>
                    <a:pt x="1093678" y="2825191"/>
                  </a:lnTo>
                  <a:lnTo>
                    <a:pt x="1093865" y="2824686"/>
                  </a:lnTo>
                  <a:lnTo>
                    <a:pt x="1094052" y="2824180"/>
                  </a:lnTo>
                  <a:lnTo>
                    <a:pt x="1094239" y="2823674"/>
                  </a:lnTo>
                  <a:lnTo>
                    <a:pt x="1094426" y="2823169"/>
                  </a:lnTo>
                  <a:lnTo>
                    <a:pt x="1094613" y="2822744"/>
                  </a:lnTo>
                  <a:lnTo>
                    <a:pt x="1094800" y="2822568"/>
                  </a:lnTo>
                  <a:lnTo>
                    <a:pt x="1094987" y="2822392"/>
                  </a:lnTo>
                  <a:lnTo>
                    <a:pt x="1095174" y="2822269"/>
                  </a:lnTo>
                  <a:lnTo>
                    <a:pt x="1095361" y="2822269"/>
                  </a:lnTo>
                  <a:lnTo>
                    <a:pt x="1095547" y="2822269"/>
                  </a:lnTo>
                  <a:lnTo>
                    <a:pt x="1095734" y="2822418"/>
                  </a:lnTo>
                  <a:lnTo>
                    <a:pt x="1095921" y="2822594"/>
                  </a:lnTo>
                  <a:lnTo>
                    <a:pt x="1096108" y="2822770"/>
                  </a:lnTo>
                  <a:lnTo>
                    <a:pt x="1096295" y="2822946"/>
                  </a:lnTo>
                  <a:lnTo>
                    <a:pt x="1096482" y="2823122"/>
                  </a:lnTo>
                  <a:lnTo>
                    <a:pt x="1096669" y="2823298"/>
                  </a:lnTo>
                  <a:lnTo>
                    <a:pt x="1096856" y="2823597"/>
                  </a:lnTo>
                  <a:lnTo>
                    <a:pt x="1097043" y="2824239"/>
                  </a:lnTo>
                  <a:lnTo>
                    <a:pt x="1097230" y="2824901"/>
                  </a:lnTo>
                  <a:lnTo>
                    <a:pt x="1097417" y="2825724"/>
                  </a:lnTo>
                  <a:lnTo>
                    <a:pt x="1097604" y="2826544"/>
                  </a:lnTo>
                  <a:lnTo>
                    <a:pt x="1097791" y="2827435"/>
                  </a:lnTo>
                  <a:lnTo>
                    <a:pt x="1097977" y="2828047"/>
                  </a:lnTo>
                  <a:lnTo>
                    <a:pt x="1098164" y="2828540"/>
                  </a:lnTo>
                  <a:lnTo>
                    <a:pt x="1098351" y="2828601"/>
                  </a:lnTo>
                  <a:lnTo>
                    <a:pt x="1098538" y="2828601"/>
                  </a:lnTo>
                  <a:lnTo>
                    <a:pt x="1098725" y="2828612"/>
                  </a:lnTo>
                  <a:lnTo>
                    <a:pt x="1098912" y="2828725"/>
                  </a:lnTo>
                  <a:lnTo>
                    <a:pt x="1099099" y="2828837"/>
                  </a:lnTo>
                  <a:lnTo>
                    <a:pt x="1099286" y="2828950"/>
                  </a:lnTo>
                  <a:lnTo>
                    <a:pt x="1099473" y="2829063"/>
                  </a:lnTo>
                  <a:lnTo>
                    <a:pt x="1099660" y="2829096"/>
                  </a:lnTo>
                  <a:lnTo>
                    <a:pt x="1099847" y="2828910"/>
                  </a:lnTo>
                  <a:lnTo>
                    <a:pt x="1100034" y="2828293"/>
                  </a:lnTo>
                  <a:lnTo>
                    <a:pt x="1100221" y="2827536"/>
                  </a:lnTo>
                  <a:lnTo>
                    <a:pt x="1100407" y="2826858"/>
                  </a:lnTo>
                  <a:lnTo>
                    <a:pt x="1100594" y="2826126"/>
                  </a:lnTo>
                  <a:lnTo>
                    <a:pt x="1100781" y="2825424"/>
                  </a:lnTo>
                  <a:lnTo>
                    <a:pt x="1100968" y="2824714"/>
                  </a:lnTo>
                  <a:lnTo>
                    <a:pt x="1101155" y="2824369"/>
                  </a:lnTo>
                  <a:lnTo>
                    <a:pt x="1101342" y="2824139"/>
                  </a:lnTo>
                  <a:lnTo>
                    <a:pt x="1101529" y="2823893"/>
                  </a:lnTo>
                  <a:lnTo>
                    <a:pt x="1101716" y="2823512"/>
                  </a:lnTo>
                  <a:lnTo>
                    <a:pt x="1101903" y="2823131"/>
                  </a:lnTo>
                  <a:lnTo>
                    <a:pt x="1102090" y="2822679"/>
                  </a:lnTo>
                  <a:lnTo>
                    <a:pt x="1102277" y="2821973"/>
                  </a:lnTo>
                  <a:lnTo>
                    <a:pt x="1102464" y="2821117"/>
                  </a:lnTo>
                  <a:lnTo>
                    <a:pt x="1102650" y="2820082"/>
                  </a:lnTo>
                  <a:lnTo>
                    <a:pt x="1102837" y="2819349"/>
                  </a:lnTo>
                  <a:lnTo>
                    <a:pt x="1103024" y="2818608"/>
                  </a:lnTo>
                  <a:lnTo>
                    <a:pt x="1103211" y="2817855"/>
                  </a:lnTo>
                  <a:lnTo>
                    <a:pt x="1103398" y="2817101"/>
                  </a:lnTo>
                  <a:lnTo>
                    <a:pt x="1103585" y="2816348"/>
                  </a:lnTo>
                  <a:lnTo>
                    <a:pt x="1103772" y="2815743"/>
                  </a:lnTo>
                  <a:lnTo>
                    <a:pt x="1103959" y="2815090"/>
                  </a:lnTo>
                  <a:lnTo>
                    <a:pt x="1104146" y="2814394"/>
                  </a:lnTo>
                  <a:lnTo>
                    <a:pt x="1104333" y="2813697"/>
                  </a:lnTo>
                  <a:lnTo>
                    <a:pt x="1104520" y="2813000"/>
                  </a:lnTo>
                  <a:lnTo>
                    <a:pt x="1104707" y="2812262"/>
                  </a:lnTo>
                  <a:lnTo>
                    <a:pt x="1104894" y="2811453"/>
                  </a:lnTo>
                  <a:lnTo>
                    <a:pt x="1105080" y="2810802"/>
                  </a:lnTo>
                  <a:lnTo>
                    <a:pt x="1105267" y="2810222"/>
                  </a:lnTo>
                  <a:lnTo>
                    <a:pt x="1105454" y="2809664"/>
                  </a:lnTo>
                  <a:lnTo>
                    <a:pt x="1105641" y="2809122"/>
                  </a:lnTo>
                  <a:lnTo>
                    <a:pt x="1105828" y="2808581"/>
                  </a:lnTo>
                  <a:lnTo>
                    <a:pt x="1106015" y="2808040"/>
                  </a:lnTo>
                  <a:lnTo>
                    <a:pt x="1106202" y="2807498"/>
                  </a:lnTo>
                  <a:lnTo>
                    <a:pt x="1106389" y="2806957"/>
                  </a:lnTo>
                  <a:lnTo>
                    <a:pt x="1106576" y="2806416"/>
                  </a:lnTo>
                  <a:lnTo>
                    <a:pt x="1106763" y="2805874"/>
                  </a:lnTo>
                  <a:lnTo>
                    <a:pt x="1106950" y="2805333"/>
                  </a:lnTo>
                  <a:lnTo>
                    <a:pt x="1107137" y="2804792"/>
                  </a:lnTo>
                  <a:lnTo>
                    <a:pt x="1107324" y="2804260"/>
                  </a:lnTo>
                  <a:lnTo>
                    <a:pt x="1107510" y="2803789"/>
                  </a:lnTo>
                  <a:lnTo>
                    <a:pt x="1107697" y="2803459"/>
                  </a:lnTo>
                  <a:lnTo>
                    <a:pt x="1107884" y="2803226"/>
                  </a:lnTo>
                  <a:lnTo>
                    <a:pt x="1108071" y="2803101"/>
                  </a:lnTo>
                  <a:lnTo>
                    <a:pt x="1108258" y="2803277"/>
                  </a:lnTo>
                  <a:lnTo>
                    <a:pt x="1108445" y="2803549"/>
                  </a:lnTo>
                  <a:lnTo>
                    <a:pt x="1108632" y="2803901"/>
                  </a:lnTo>
                  <a:lnTo>
                    <a:pt x="1108819" y="2804385"/>
                  </a:lnTo>
                  <a:lnTo>
                    <a:pt x="1109006" y="2804877"/>
                  </a:lnTo>
                  <a:lnTo>
                    <a:pt x="1109193" y="2805229"/>
                  </a:lnTo>
                  <a:lnTo>
                    <a:pt x="1109380" y="2805414"/>
                  </a:lnTo>
                  <a:lnTo>
                    <a:pt x="1109567" y="2805590"/>
                  </a:lnTo>
                  <a:lnTo>
                    <a:pt x="1109753" y="2805766"/>
                  </a:lnTo>
                  <a:lnTo>
                    <a:pt x="1109940" y="2805942"/>
                  </a:lnTo>
                  <a:lnTo>
                    <a:pt x="1110127" y="2806118"/>
                  </a:lnTo>
                  <a:lnTo>
                    <a:pt x="1110314" y="2806294"/>
                  </a:lnTo>
                  <a:lnTo>
                    <a:pt x="1110501" y="2806469"/>
                  </a:lnTo>
                  <a:lnTo>
                    <a:pt x="1110688" y="2806645"/>
                  </a:lnTo>
                  <a:lnTo>
                    <a:pt x="1110875" y="2806795"/>
                  </a:lnTo>
                  <a:lnTo>
                    <a:pt x="1111062" y="2806619"/>
                  </a:lnTo>
                  <a:lnTo>
                    <a:pt x="1111249" y="2806179"/>
                  </a:lnTo>
                  <a:lnTo>
                    <a:pt x="1111436" y="2805651"/>
                  </a:lnTo>
                  <a:lnTo>
                    <a:pt x="1111623" y="2804992"/>
                  </a:lnTo>
                  <a:lnTo>
                    <a:pt x="1111810" y="2804323"/>
                  </a:lnTo>
                  <a:lnTo>
                    <a:pt x="1111997" y="2803681"/>
                  </a:lnTo>
                  <a:lnTo>
                    <a:pt x="1112183" y="2803065"/>
                  </a:lnTo>
                  <a:lnTo>
                    <a:pt x="1112370" y="2802538"/>
                  </a:lnTo>
                  <a:lnTo>
                    <a:pt x="1112557" y="2802010"/>
                  </a:lnTo>
                  <a:lnTo>
                    <a:pt x="1112744" y="2801482"/>
                  </a:lnTo>
                  <a:lnTo>
                    <a:pt x="1112931" y="2800954"/>
                  </a:lnTo>
                  <a:lnTo>
                    <a:pt x="1113118" y="2800427"/>
                  </a:lnTo>
                  <a:lnTo>
                    <a:pt x="1113305" y="2799899"/>
                  </a:lnTo>
                  <a:lnTo>
                    <a:pt x="1113492" y="2799371"/>
                  </a:lnTo>
                  <a:lnTo>
                    <a:pt x="1113679" y="2798722"/>
                  </a:lnTo>
                  <a:lnTo>
                    <a:pt x="1113866" y="2798431"/>
                  </a:lnTo>
                  <a:lnTo>
                    <a:pt x="1114053" y="2798367"/>
                  </a:lnTo>
                  <a:lnTo>
                    <a:pt x="1114240" y="2798313"/>
                  </a:lnTo>
                  <a:lnTo>
                    <a:pt x="1114426" y="2798258"/>
                  </a:lnTo>
                  <a:lnTo>
                    <a:pt x="1114613" y="2798207"/>
                  </a:lnTo>
                  <a:lnTo>
                    <a:pt x="1114800" y="2798211"/>
                  </a:lnTo>
                  <a:lnTo>
                    <a:pt x="1114987" y="2798391"/>
                  </a:lnTo>
                  <a:lnTo>
                    <a:pt x="1115174" y="2798617"/>
                  </a:lnTo>
                  <a:lnTo>
                    <a:pt x="1115361" y="2799051"/>
                  </a:lnTo>
                  <a:lnTo>
                    <a:pt x="1115548" y="2799504"/>
                  </a:lnTo>
                  <a:lnTo>
                    <a:pt x="1115735" y="2799957"/>
                  </a:lnTo>
                  <a:lnTo>
                    <a:pt x="1115922" y="2800410"/>
                  </a:lnTo>
                  <a:lnTo>
                    <a:pt x="1116109" y="2800863"/>
                  </a:lnTo>
                  <a:lnTo>
                    <a:pt x="1116296" y="2801316"/>
                  </a:lnTo>
                  <a:lnTo>
                    <a:pt x="1116483" y="2801753"/>
                  </a:lnTo>
                  <a:lnTo>
                    <a:pt x="1116670" y="2801839"/>
                  </a:lnTo>
                  <a:lnTo>
                    <a:pt x="1116856" y="2802042"/>
                  </a:lnTo>
                  <a:lnTo>
                    <a:pt x="1117043" y="2802233"/>
                  </a:lnTo>
                  <a:lnTo>
                    <a:pt x="1117230" y="2802330"/>
                  </a:lnTo>
                  <a:lnTo>
                    <a:pt x="1117417" y="2802289"/>
                  </a:lnTo>
                  <a:lnTo>
                    <a:pt x="1117604" y="2802213"/>
                  </a:lnTo>
                  <a:lnTo>
                    <a:pt x="1117791" y="2802238"/>
                  </a:lnTo>
                  <a:lnTo>
                    <a:pt x="1117978" y="2801959"/>
                  </a:lnTo>
                  <a:lnTo>
                    <a:pt x="1118165" y="2801398"/>
                  </a:lnTo>
                  <a:lnTo>
                    <a:pt x="1118352" y="2800738"/>
                  </a:lnTo>
                  <a:lnTo>
                    <a:pt x="1118539" y="2800079"/>
                  </a:lnTo>
                  <a:lnTo>
                    <a:pt x="1118726" y="2799420"/>
                  </a:lnTo>
                  <a:lnTo>
                    <a:pt x="1118913" y="2798760"/>
                  </a:lnTo>
                  <a:lnTo>
                    <a:pt x="1119100" y="2798101"/>
                  </a:lnTo>
                  <a:lnTo>
                    <a:pt x="1119286" y="2797413"/>
                  </a:lnTo>
                  <a:lnTo>
                    <a:pt x="1119473" y="2796808"/>
                  </a:lnTo>
                  <a:lnTo>
                    <a:pt x="1119660" y="2796194"/>
                  </a:lnTo>
                  <a:lnTo>
                    <a:pt x="1119847" y="2795486"/>
                  </a:lnTo>
                  <a:lnTo>
                    <a:pt x="1120034" y="2794872"/>
                  </a:lnTo>
                  <a:lnTo>
                    <a:pt x="1120221" y="2794388"/>
                  </a:lnTo>
                  <a:lnTo>
                    <a:pt x="1120408" y="2794034"/>
                  </a:lnTo>
                  <a:lnTo>
                    <a:pt x="1120595" y="2793658"/>
                  </a:lnTo>
                  <a:lnTo>
                    <a:pt x="1120782" y="2793304"/>
                  </a:lnTo>
                  <a:lnTo>
                    <a:pt x="1120969" y="2792883"/>
                  </a:lnTo>
                  <a:lnTo>
                    <a:pt x="1121156" y="2792507"/>
                  </a:lnTo>
                  <a:lnTo>
                    <a:pt x="1121343" y="2792132"/>
                  </a:lnTo>
                  <a:lnTo>
                    <a:pt x="1121529" y="2791755"/>
                  </a:lnTo>
                  <a:lnTo>
                    <a:pt x="1121716" y="2791333"/>
                  </a:lnTo>
                  <a:lnTo>
                    <a:pt x="1121903" y="2790876"/>
                  </a:lnTo>
                  <a:lnTo>
                    <a:pt x="1122090" y="2790454"/>
                  </a:lnTo>
                  <a:lnTo>
                    <a:pt x="1122277" y="2790033"/>
                  </a:lnTo>
                  <a:lnTo>
                    <a:pt x="1122464" y="2789612"/>
                  </a:lnTo>
                  <a:lnTo>
                    <a:pt x="1122651" y="2789235"/>
                  </a:lnTo>
                  <a:lnTo>
                    <a:pt x="1122838" y="2788858"/>
                  </a:lnTo>
                  <a:lnTo>
                    <a:pt x="1123025" y="2788436"/>
                  </a:lnTo>
                  <a:lnTo>
                    <a:pt x="1123212" y="2788015"/>
                  </a:lnTo>
                  <a:lnTo>
                    <a:pt x="1123399" y="2787557"/>
                  </a:lnTo>
                  <a:lnTo>
                    <a:pt x="1123586" y="2787100"/>
                  </a:lnTo>
                  <a:lnTo>
                    <a:pt x="1123773" y="2786642"/>
                  </a:lnTo>
                  <a:lnTo>
                    <a:pt x="1123959" y="2786184"/>
                  </a:lnTo>
                  <a:lnTo>
                    <a:pt x="1124146" y="2785763"/>
                  </a:lnTo>
                  <a:lnTo>
                    <a:pt x="1124333" y="2785341"/>
                  </a:lnTo>
                  <a:lnTo>
                    <a:pt x="1124520" y="2784966"/>
                  </a:lnTo>
                  <a:lnTo>
                    <a:pt x="1124707" y="2784591"/>
                  </a:lnTo>
                  <a:lnTo>
                    <a:pt x="1124894" y="2784213"/>
                  </a:lnTo>
                  <a:lnTo>
                    <a:pt x="1125081" y="2783792"/>
                  </a:lnTo>
                  <a:lnTo>
                    <a:pt x="1125268" y="2783334"/>
                  </a:lnTo>
                  <a:lnTo>
                    <a:pt x="1125455" y="2782841"/>
                  </a:lnTo>
                  <a:lnTo>
                    <a:pt x="1125642" y="2782349"/>
                  </a:lnTo>
                  <a:lnTo>
                    <a:pt x="1125829" y="2781891"/>
                  </a:lnTo>
                  <a:lnTo>
                    <a:pt x="1126016" y="2781433"/>
                  </a:lnTo>
                  <a:lnTo>
                    <a:pt x="1126203" y="2780975"/>
                  </a:lnTo>
                  <a:lnTo>
                    <a:pt x="1126389" y="2780518"/>
                  </a:lnTo>
                  <a:lnTo>
                    <a:pt x="1126576" y="2780110"/>
                  </a:lnTo>
                  <a:lnTo>
                    <a:pt x="1126763" y="2779751"/>
                  </a:lnTo>
                  <a:lnTo>
                    <a:pt x="1126950" y="2779393"/>
                  </a:lnTo>
                  <a:lnTo>
                    <a:pt x="1127137" y="2779120"/>
                  </a:lnTo>
                  <a:lnTo>
                    <a:pt x="1127324" y="2778861"/>
                  </a:lnTo>
                  <a:lnTo>
                    <a:pt x="1127511" y="2778651"/>
                  </a:lnTo>
                  <a:lnTo>
                    <a:pt x="1127698" y="2778501"/>
                  </a:lnTo>
                  <a:lnTo>
                    <a:pt x="1127885" y="2778451"/>
                  </a:lnTo>
                  <a:lnTo>
                    <a:pt x="1128072" y="2778433"/>
                  </a:lnTo>
                  <a:lnTo>
                    <a:pt x="1128259" y="2778580"/>
                  </a:lnTo>
                  <a:lnTo>
                    <a:pt x="1128446" y="2778740"/>
                  </a:lnTo>
                  <a:lnTo>
                    <a:pt x="1128632" y="2779092"/>
                  </a:lnTo>
                  <a:lnTo>
                    <a:pt x="1128819" y="2779443"/>
                  </a:lnTo>
                  <a:lnTo>
                    <a:pt x="1129006" y="2779795"/>
                  </a:lnTo>
                  <a:lnTo>
                    <a:pt x="1129193" y="2780217"/>
                  </a:lnTo>
                  <a:lnTo>
                    <a:pt x="1129380" y="2780657"/>
                  </a:lnTo>
                  <a:lnTo>
                    <a:pt x="1129567" y="2781009"/>
                  </a:lnTo>
                  <a:lnTo>
                    <a:pt x="1129754" y="2781361"/>
                  </a:lnTo>
                  <a:lnTo>
                    <a:pt x="1129941" y="2781563"/>
                  </a:lnTo>
                  <a:lnTo>
                    <a:pt x="1130128" y="2781739"/>
                  </a:lnTo>
                  <a:lnTo>
                    <a:pt x="1130315" y="2782208"/>
                  </a:lnTo>
                  <a:lnTo>
                    <a:pt x="1130502" y="2782714"/>
                  </a:lnTo>
                  <a:lnTo>
                    <a:pt x="1130689" y="2783220"/>
                  </a:lnTo>
                  <a:lnTo>
                    <a:pt x="1130876" y="2783613"/>
                  </a:lnTo>
                  <a:lnTo>
                    <a:pt x="1131062" y="2783968"/>
                  </a:lnTo>
                  <a:lnTo>
                    <a:pt x="1131249" y="2784323"/>
                  </a:lnTo>
                  <a:lnTo>
                    <a:pt x="1131436" y="2784513"/>
                  </a:lnTo>
                  <a:lnTo>
                    <a:pt x="1131623" y="2784725"/>
                  </a:lnTo>
                  <a:lnTo>
                    <a:pt x="1131810" y="2784833"/>
                  </a:lnTo>
                  <a:lnTo>
                    <a:pt x="1131997" y="2785016"/>
                  </a:lnTo>
                  <a:lnTo>
                    <a:pt x="1132184" y="2785045"/>
                  </a:lnTo>
                  <a:lnTo>
                    <a:pt x="1132371" y="2784875"/>
                  </a:lnTo>
                  <a:lnTo>
                    <a:pt x="1132558" y="2784585"/>
                  </a:lnTo>
                  <a:lnTo>
                    <a:pt x="1132745" y="2784336"/>
                  </a:lnTo>
                  <a:lnTo>
                    <a:pt x="1132932" y="2783938"/>
                  </a:lnTo>
                  <a:lnTo>
                    <a:pt x="1133119" y="2783378"/>
                  </a:lnTo>
                  <a:lnTo>
                    <a:pt x="1133305" y="2782690"/>
                  </a:lnTo>
                  <a:lnTo>
                    <a:pt x="1133492" y="2782023"/>
                  </a:lnTo>
                  <a:lnTo>
                    <a:pt x="1133679" y="2781321"/>
                  </a:lnTo>
                  <a:lnTo>
                    <a:pt x="1133866" y="2780617"/>
                  </a:lnTo>
                  <a:lnTo>
                    <a:pt x="1134053" y="2779867"/>
                  </a:lnTo>
                  <a:lnTo>
                    <a:pt x="1134240" y="2779093"/>
                  </a:lnTo>
                  <a:lnTo>
                    <a:pt x="1134427" y="2778337"/>
                  </a:lnTo>
                  <a:lnTo>
                    <a:pt x="1134614" y="2777683"/>
                  </a:lnTo>
                  <a:lnTo>
                    <a:pt x="1134801" y="2777080"/>
                  </a:lnTo>
                  <a:lnTo>
                    <a:pt x="1134988" y="2776520"/>
                  </a:lnTo>
                  <a:lnTo>
                    <a:pt x="1135175" y="2776243"/>
                  </a:lnTo>
                  <a:lnTo>
                    <a:pt x="1135362" y="2776203"/>
                  </a:lnTo>
                  <a:lnTo>
                    <a:pt x="1135549" y="2776199"/>
                  </a:lnTo>
                  <a:lnTo>
                    <a:pt x="1135735" y="2776542"/>
                  </a:lnTo>
                  <a:lnTo>
                    <a:pt x="1135922" y="2776936"/>
                  </a:lnTo>
                  <a:lnTo>
                    <a:pt x="1136109" y="2777308"/>
                  </a:lnTo>
                  <a:lnTo>
                    <a:pt x="1136296" y="2777633"/>
                  </a:lnTo>
                  <a:lnTo>
                    <a:pt x="1136483" y="2777962"/>
                  </a:lnTo>
                  <a:lnTo>
                    <a:pt x="1136670" y="2778237"/>
                  </a:lnTo>
                  <a:lnTo>
                    <a:pt x="1136857" y="2778552"/>
                  </a:lnTo>
                  <a:lnTo>
                    <a:pt x="1137044" y="2779042"/>
                  </a:lnTo>
                  <a:lnTo>
                    <a:pt x="1137231" y="2779783"/>
                  </a:lnTo>
                  <a:lnTo>
                    <a:pt x="1137418" y="2780934"/>
                  </a:lnTo>
                  <a:lnTo>
                    <a:pt x="1137605" y="2782190"/>
                  </a:lnTo>
                  <a:lnTo>
                    <a:pt x="1137792" y="2783447"/>
                  </a:lnTo>
                  <a:lnTo>
                    <a:pt x="1137979" y="2784651"/>
                  </a:lnTo>
                  <a:lnTo>
                    <a:pt x="1138165" y="2785732"/>
                  </a:lnTo>
                  <a:lnTo>
                    <a:pt x="1138352" y="2786918"/>
                  </a:lnTo>
                  <a:lnTo>
                    <a:pt x="1138539" y="2787885"/>
                  </a:lnTo>
                  <a:lnTo>
                    <a:pt x="1138726" y="2788788"/>
                  </a:lnTo>
                  <a:lnTo>
                    <a:pt x="1138913" y="2789691"/>
                  </a:lnTo>
                  <a:lnTo>
                    <a:pt x="1139100" y="2790520"/>
                  </a:lnTo>
                  <a:lnTo>
                    <a:pt x="1139287" y="2791349"/>
                  </a:lnTo>
                  <a:lnTo>
                    <a:pt x="1139474" y="2792248"/>
                  </a:lnTo>
                  <a:lnTo>
                    <a:pt x="1139661" y="2793379"/>
                  </a:lnTo>
                  <a:lnTo>
                    <a:pt x="1139848" y="2794571"/>
                  </a:lnTo>
                  <a:lnTo>
                    <a:pt x="1140035" y="2795627"/>
                  </a:lnTo>
                  <a:lnTo>
                    <a:pt x="1140222" y="2796436"/>
                  </a:lnTo>
                  <a:lnTo>
                    <a:pt x="1140408" y="2797139"/>
                  </a:lnTo>
                  <a:lnTo>
                    <a:pt x="1140595" y="2797843"/>
                  </a:lnTo>
                  <a:lnTo>
                    <a:pt x="1140782" y="2798547"/>
                  </a:lnTo>
                  <a:lnTo>
                    <a:pt x="1140969" y="2799250"/>
                  </a:lnTo>
                  <a:lnTo>
                    <a:pt x="1141156" y="2799787"/>
                  </a:lnTo>
                  <a:lnTo>
                    <a:pt x="1141343" y="2800139"/>
                  </a:lnTo>
                  <a:lnTo>
                    <a:pt x="1141530" y="2800394"/>
                  </a:lnTo>
                  <a:lnTo>
                    <a:pt x="1141717" y="2800570"/>
                  </a:lnTo>
                  <a:lnTo>
                    <a:pt x="1141904" y="2800605"/>
                  </a:lnTo>
                  <a:lnTo>
                    <a:pt x="1142091" y="2800640"/>
                  </a:lnTo>
                  <a:lnTo>
                    <a:pt x="1142278" y="2800746"/>
                  </a:lnTo>
                  <a:lnTo>
                    <a:pt x="1142465" y="2800693"/>
                  </a:lnTo>
                  <a:lnTo>
                    <a:pt x="1142652" y="2800570"/>
                  </a:lnTo>
                  <a:lnTo>
                    <a:pt x="1142838" y="2800394"/>
                  </a:lnTo>
                  <a:lnTo>
                    <a:pt x="1143025" y="2800218"/>
                  </a:lnTo>
                  <a:lnTo>
                    <a:pt x="1143212" y="2800042"/>
                  </a:lnTo>
                  <a:lnTo>
                    <a:pt x="1143399" y="2799866"/>
                  </a:lnTo>
                  <a:lnTo>
                    <a:pt x="1143586" y="2799690"/>
                  </a:lnTo>
                  <a:lnTo>
                    <a:pt x="1143773" y="2799497"/>
                  </a:lnTo>
                  <a:lnTo>
                    <a:pt x="1143960" y="2799267"/>
                  </a:lnTo>
                  <a:lnTo>
                    <a:pt x="1144147" y="2799022"/>
                  </a:lnTo>
                  <a:lnTo>
                    <a:pt x="1144334" y="2798791"/>
                  </a:lnTo>
                  <a:lnTo>
                    <a:pt x="1144521" y="2798611"/>
                  </a:lnTo>
                  <a:lnTo>
                    <a:pt x="1144708" y="2798546"/>
                  </a:lnTo>
                  <a:lnTo>
                    <a:pt x="1144895" y="2798474"/>
                  </a:lnTo>
                  <a:lnTo>
                    <a:pt x="1145082" y="2798263"/>
                  </a:lnTo>
                  <a:lnTo>
                    <a:pt x="1145268" y="2797954"/>
                  </a:lnTo>
                  <a:lnTo>
                    <a:pt x="1145455" y="2797501"/>
                  </a:lnTo>
                  <a:lnTo>
                    <a:pt x="1145642" y="2797130"/>
                  </a:lnTo>
                  <a:lnTo>
                    <a:pt x="1145829" y="2796792"/>
                  </a:lnTo>
                  <a:lnTo>
                    <a:pt x="1146016" y="2796454"/>
                  </a:lnTo>
                  <a:lnTo>
                    <a:pt x="1146203" y="2796117"/>
                  </a:lnTo>
                  <a:lnTo>
                    <a:pt x="1146390" y="2795814"/>
                  </a:lnTo>
                  <a:lnTo>
                    <a:pt x="1146577" y="2795665"/>
                  </a:lnTo>
                  <a:lnTo>
                    <a:pt x="1146764" y="2795898"/>
                  </a:lnTo>
                  <a:lnTo>
                    <a:pt x="1146951" y="2796292"/>
                  </a:lnTo>
                  <a:lnTo>
                    <a:pt x="1147138" y="2796720"/>
                  </a:lnTo>
                  <a:lnTo>
                    <a:pt x="1147325" y="2797117"/>
                  </a:lnTo>
                  <a:lnTo>
                    <a:pt x="1147511" y="2797514"/>
                  </a:lnTo>
                  <a:lnTo>
                    <a:pt x="1147698" y="2797911"/>
                  </a:lnTo>
                  <a:lnTo>
                    <a:pt x="1147885" y="2798308"/>
                  </a:lnTo>
                  <a:lnTo>
                    <a:pt x="1148072" y="2798705"/>
                  </a:lnTo>
                  <a:lnTo>
                    <a:pt x="1148259" y="2799156"/>
                  </a:lnTo>
                  <a:lnTo>
                    <a:pt x="1148446" y="2799718"/>
                  </a:lnTo>
                  <a:lnTo>
                    <a:pt x="1148633" y="2800417"/>
                  </a:lnTo>
                  <a:lnTo>
                    <a:pt x="1148820" y="2801124"/>
                  </a:lnTo>
                  <a:lnTo>
                    <a:pt x="1149007" y="2801831"/>
                  </a:lnTo>
                  <a:lnTo>
                    <a:pt x="1149194" y="2802503"/>
                  </a:lnTo>
                  <a:lnTo>
                    <a:pt x="1149381" y="2803126"/>
                  </a:lnTo>
                  <a:lnTo>
                    <a:pt x="1149568" y="2803665"/>
                  </a:lnTo>
                  <a:lnTo>
                    <a:pt x="1149755" y="2804110"/>
                  </a:lnTo>
                  <a:lnTo>
                    <a:pt x="1149941" y="2804366"/>
                  </a:lnTo>
                  <a:lnTo>
                    <a:pt x="1150128" y="2804682"/>
                  </a:lnTo>
                  <a:lnTo>
                    <a:pt x="1150315" y="2804998"/>
                  </a:lnTo>
                  <a:lnTo>
                    <a:pt x="1150502" y="2805314"/>
                  </a:lnTo>
                  <a:lnTo>
                    <a:pt x="1150689" y="2805629"/>
                  </a:lnTo>
                  <a:lnTo>
                    <a:pt x="1150876" y="2805945"/>
                  </a:lnTo>
                  <a:lnTo>
                    <a:pt x="1151063" y="2806272"/>
                  </a:lnTo>
                  <a:lnTo>
                    <a:pt x="1151250" y="2806557"/>
                  </a:lnTo>
                  <a:lnTo>
                    <a:pt x="1151437" y="2806674"/>
                  </a:lnTo>
                  <a:lnTo>
                    <a:pt x="1151624" y="2806782"/>
                  </a:lnTo>
                  <a:lnTo>
                    <a:pt x="1151811" y="2806890"/>
                  </a:lnTo>
                  <a:lnTo>
                    <a:pt x="1151998" y="2806999"/>
                  </a:lnTo>
                  <a:lnTo>
                    <a:pt x="1152184" y="2807014"/>
                  </a:lnTo>
                  <a:lnTo>
                    <a:pt x="1152371" y="2806915"/>
                  </a:lnTo>
                  <a:lnTo>
                    <a:pt x="1152558" y="2806884"/>
                  </a:lnTo>
                  <a:lnTo>
                    <a:pt x="1152745" y="2807038"/>
                  </a:lnTo>
                  <a:lnTo>
                    <a:pt x="1152932" y="2807038"/>
                  </a:lnTo>
                  <a:lnTo>
                    <a:pt x="1153119" y="2807038"/>
                  </a:lnTo>
                  <a:lnTo>
                    <a:pt x="1153306" y="2807029"/>
                  </a:lnTo>
                  <a:lnTo>
                    <a:pt x="1153493" y="2806853"/>
                  </a:lnTo>
                  <a:lnTo>
                    <a:pt x="1153680" y="2806677"/>
                  </a:lnTo>
                  <a:lnTo>
                    <a:pt x="1153867" y="2806678"/>
                  </a:lnTo>
                  <a:lnTo>
                    <a:pt x="1154054" y="2806857"/>
                  </a:lnTo>
                  <a:lnTo>
                    <a:pt x="1154241" y="2806910"/>
                  </a:lnTo>
                  <a:lnTo>
                    <a:pt x="1154428" y="2806975"/>
                  </a:lnTo>
                  <a:lnTo>
                    <a:pt x="1154614" y="2807134"/>
                  </a:lnTo>
                  <a:lnTo>
                    <a:pt x="1154801" y="2807414"/>
                  </a:lnTo>
                  <a:lnTo>
                    <a:pt x="1154988" y="2807703"/>
                  </a:lnTo>
                  <a:lnTo>
                    <a:pt x="1155175" y="2807790"/>
                  </a:lnTo>
                  <a:lnTo>
                    <a:pt x="1155362" y="2807799"/>
                  </a:lnTo>
                  <a:lnTo>
                    <a:pt x="1155549" y="2807755"/>
                  </a:lnTo>
                  <a:lnTo>
                    <a:pt x="1155736" y="2807630"/>
                  </a:lnTo>
                  <a:lnTo>
                    <a:pt x="1155923" y="2807504"/>
                  </a:lnTo>
                  <a:lnTo>
                    <a:pt x="1156110" y="2807385"/>
                  </a:lnTo>
                  <a:lnTo>
                    <a:pt x="1156297" y="2807309"/>
                  </a:lnTo>
                  <a:lnTo>
                    <a:pt x="1156484" y="2807183"/>
                  </a:lnTo>
                  <a:lnTo>
                    <a:pt x="1156671" y="2806914"/>
                  </a:lnTo>
                  <a:lnTo>
                    <a:pt x="1156858" y="2806360"/>
                  </a:lnTo>
                  <a:lnTo>
                    <a:pt x="1157044" y="2805623"/>
                  </a:lnTo>
                  <a:lnTo>
                    <a:pt x="1157231" y="2804981"/>
                  </a:lnTo>
                  <a:lnTo>
                    <a:pt x="1157418" y="2804225"/>
                  </a:lnTo>
                  <a:lnTo>
                    <a:pt x="1157605" y="2803439"/>
                  </a:lnTo>
                  <a:lnTo>
                    <a:pt x="1157792" y="2802667"/>
                  </a:lnTo>
                  <a:lnTo>
                    <a:pt x="1157979" y="2801972"/>
                  </a:lnTo>
                  <a:lnTo>
                    <a:pt x="1158166" y="2801129"/>
                  </a:lnTo>
                  <a:lnTo>
                    <a:pt x="1158353" y="2800487"/>
                  </a:lnTo>
                  <a:lnTo>
                    <a:pt x="1158540" y="2799960"/>
                  </a:lnTo>
                  <a:lnTo>
                    <a:pt x="1158727" y="2799432"/>
                  </a:lnTo>
                  <a:lnTo>
                    <a:pt x="1158914" y="2798904"/>
                  </a:lnTo>
                  <a:lnTo>
                    <a:pt x="1159101" y="2798482"/>
                  </a:lnTo>
                  <a:lnTo>
                    <a:pt x="1159287" y="2798130"/>
                  </a:lnTo>
                  <a:lnTo>
                    <a:pt x="1159474" y="2797954"/>
                  </a:lnTo>
                  <a:lnTo>
                    <a:pt x="1159661" y="2797954"/>
                  </a:lnTo>
                  <a:lnTo>
                    <a:pt x="1159848" y="2797954"/>
                  </a:lnTo>
                  <a:lnTo>
                    <a:pt x="1160035" y="2797954"/>
                  </a:lnTo>
                  <a:lnTo>
                    <a:pt x="1160222" y="2797954"/>
                  </a:lnTo>
                  <a:lnTo>
                    <a:pt x="1160409" y="2797954"/>
                  </a:lnTo>
                  <a:lnTo>
                    <a:pt x="1160596" y="2797954"/>
                  </a:lnTo>
                  <a:lnTo>
                    <a:pt x="1160783" y="2797954"/>
                  </a:lnTo>
                  <a:lnTo>
                    <a:pt x="1160970" y="2797954"/>
                  </a:lnTo>
                  <a:lnTo>
                    <a:pt x="1161157" y="2797893"/>
                  </a:lnTo>
                  <a:lnTo>
                    <a:pt x="1161344" y="2797717"/>
                  </a:lnTo>
                  <a:lnTo>
                    <a:pt x="1161531" y="2797541"/>
                  </a:lnTo>
                  <a:lnTo>
                    <a:pt x="1161717" y="2797365"/>
                  </a:lnTo>
                  <a:lnTo>
                    <a:pt x="1161904" y="2797110"/>
                  </a:lnTo>
                  <a:lnTo>
                    <a:pt x="1162091" y="2796758"/>
                  </a:lnTo>
                  <a:lnTo>
                    <a:pt x="1162278" y="2796598"/>
                  </a:lnTo>
                  <a:lnTo>
                    <a:pt x="1162465" y="2796486"/>
                  </a:lnTo>
                  <a:lnTo>
                    <a:pt x="1162652" y="2796387"/>
                  </a:lnTo>
                  <a:lnTo>
                    <a:pt x="1162839" y="2796288"/>
                  </a:lnTo>
                  <a:lnTo>
                    <a:pt x="1163026" y="2796189"/>
                  </a:lnTo>
                  <a:lnTo>
                    <a:pt x="1163213" y="2796090"/>
                  </a:lnTo>
                  <a:lnTo>
                    <a:pt x="1163400" y="2795990"/>
                  </a:lnTo>
                  <a:lnTo>
                    <a:pt x="1163587" y="2795891"/>
                  </a:lnTo>
                  <a:lnTo>
                    <a:pt x="1163774" y="2795792"/>
                  </a:lnTo>
                  <a:lnTo>
                    <a:pt x="1163960" y="2795743"/>
                  </a:lnTo>
                  <a:lnTo>
                    <a:pt x="1164147" y="2795788"/>
                  </a:lnTo>
                  <a:lnTo>
                    <a:pt x="1164334" y="2795834"/>
                  </a:lnTo>
                  <a:lnTo>
                    <a:pt x="1164521" y="2795879"/>
                  </a:lnTo>
                  <a:lnTo>
                    <a:pt x="1164708" y="2795852"/>
                  </a:lnTo>
                  <a:lnTo>
                    <a:pt x="1164895" y="2795659"/>
                  </a:lnTo>
                  <a:lnTo>
                    <a:pt x="1165082" y="2795256"/>
                  </a:lnTo>
                  <a:lnTo>
                    <a:pt x="1165269" y="2794775"/>
                  </a:lnTo>
                  <a:lnTo>
                    <a:pt x="1165456" y="2794072"/>
                  </a:lnTo>
                  <a:lnTo>
                    <a:pt x="1165643" y="2793368"/>
                  </a:lnTo>
                  <a:lnTo>
                    <a:pt x="1165830" y="2792904"/>
                  </a:lnTo>
                  <a:lnTo>
                    <a:pt x="1166017" y="2792457"/>
                  </a:lnTo>
                  <a:lnTo>
                    <a:pt x="1166204" y="2792069"/>
                  </a:lnTo>
                  <a:lnTo>
                    <a:pt x="1166390" y="2791681"/>
                  </a:lnTo>
                  <a:lnTo>
                    <a:pt x="1166577" y="2791293"/>
                  </a:lnTo>
                  <a:lnTo>
                    <a:pt x="1166764" y="2790905"/>
                  </a:lnTo>
                  <a:lnTo>
                    <a:pt x="1166951" y="2790517"/>
                  </a:lnTo>
                  <a:lnTo>
                    <a:pt x="1167138" y="2790129"/>
                  </a:lnTo>
                  <a:lnTo>
                    <a:pt x="1167325" y="2789741"/>
                  </a:lnTo>
                  <a:lnTo>
                    <a:pt x="1167512" y="2789491"/>
                  </a:lnTo>
                  <a:lnTo>
                    <a:pt x="1167699" y="2789334"/>
                  </a:lnTo>
                  <a:lnTo>
                    <a:pt x="1167886" y="2789182"/>
                  </a:lnTo>
                  <a:lnTo>
                    <a:pt x="1168073" y="2788944"/>
                  </a:lnTo>
                  <a:lnTo>
                    <a:pt x="1168260" y="2788804"/>
                  </a:lnTo>
                  <a:lnTo>
                    <a:pt x="1168447" y="2788701"/>
                  </a:lnTo>
                  <a:lnTo>
                    <a:pt x="1168634" y="2788551"/>
                  </a:lnTo>
                  <a:lnTo>
                    <a:pt x="1168820" y="2788566"/>
                  </a:lnTo>
                  <a:lnTo>
                    <a:pt x="1169007" y="2788594"/>
                  </a:lnTo>
                  <a:lnTo>
                    <a:pt x="1169194" y="2788817"/>
                  </a:lnTo>
                  <a:lnTo>
                    <a:pt x="1169381" y="2788917"/>
                  </a:lnTo>
                  <a:lnTo>
                    <a:pt x="1169568" y="2788988"/>
                  </a:lnTo>
                  <a:lnTo>
                    <a:pt x="1169755" y="2789259"/>
                  </a:lnTo>
                  <a:lnTo>
                    <a:pt x="1169942" y="2789685"/>
                  </a:lnTo>
                  <a:lnTo>
                    <a:pt x="1170129" y="2789974"/>
                  </a:lnTo>
                  <a:lnTo>
                    <a:pt x="1170316" y="2790408"/>
                  </a:lnTo>
                  <a:lnTo>
                    <a:pt x="1170503" y="2790860"/>
                  </a:lnTo>
                  <a:lnTo>
                    <a:pt x="1170690" y="2791507"/>
                  </a:lnTo>
                  <a:lnTo>
                    <a:pt x="1170877" y="2792223"/>
                  </a:lnTo>
                  <a:lnTo>
                    <a:pt x="1171063" y="2792985"/>
                  </a:lnTo>
                  <a:lnTo>
                    <a:pt x="1171250" y="2793748"/>
                  </a:lnTo>
                  <a:lnTo>
                    <a:pt x="1171437" y="2794569"/>
                  </a:lnTo>
                  <a:lnTo>
                    <a:pt x="1171624" y="2795367"/>
                  </a:lnTo>
                  <a:lnTo>
                    <a:pt x="1171811" y="2796048"/>
                  </a:lnTo>
                  <a:lnTo>
                    <a:pt x="1171998" y="2796612"/>
                  </a:lnTo>
                  <a:lnTo>
                    <a:pt x="1172185" y="2797061"/>
                  </a:lnTo>
                  <a:lnTo>
                    <a:pt x="1172372" y="2797545"/>
                  </a:lnTo>
                  <a:lnTo>
                    <a:pt x="1172559" y="2797761"/>
                  </a:lnTo>
                  <a:lnTo>
                    <a:pt x="1172746" y="2797893"/>
                  </a:lnTo>
                  <a:lnTo>
                    <a:pt x="1172933" y="2798119"/>
                  </a:lnTo>
                  <a:lnTo>
                    <a:pt x="1173120" y="2798143"/>
                  </a:lnTo>
                  <a:lnTo>
                    <a:pt x="1173307" y="2798179"/>
                  </a:lnTo>
                  <a:lnTo>
                    <a:pt x="1173493" y="2798235"/>
                  </a:lnTo>
                  <a:lnTo>
                    <a:pt x="1173680" y="2798338"/>
                  </a:lnTo>
                  <a:lnTo>
                    <a:pt x="1173867" y="2798438"/>
                  </a:lnTo>
                  <a:lnTo>
                    <a:pt x="1174054" y="2798591"/>
                  </a:lnTo>
                  <a:lnTo>
                    <a:pt x="1174241" y="2798887"/>
                  </a:lnTo>
                  <a:lnTo>
                    <a:pt x="1174428" y="2798970"/>
                  </a:lnTo>
                  <a:lnTo>
                    <a:pt x="1174615" y="2798950"/>
                  </a:lnTo>
                  <a:lnTo>
                    <a:pt x="1174802" y="2798762"/>
                  </a:lnTo>
                  <a:lnTo>
                    <a:pt x="1174989" y="2798575"/>
                  </a:lnTo>
                  <a:lnTo>
                    <a:pt x="1175176" y="2798475"/>
                  </a:lnTo>
                  <a:lnTo>
                    <a:pt x="1175363" y="2798393"/>
                  </a:lnTo>
                  <a:lnTo>
                    <a:pt x="1175550" y="2798318"/>
                  </a:lnTo>
                  <a:lnTo>
                    <a:pt x="1175737" y="2798242"/>
                  </a:lnTo>
                  <a:lnTo>
                    <a:pt x="1175923" y="2798166"/>
                  </a:lnTo>
                  <a:lnTo>
                    <a:pt x="1176110" y="2798092"/>
                  </a:lnTo>
                  <a:lnTo>
                    <a:pt x="1176297" y="2798017"/>
                  </a:lnTo>
                  <a:lnTo>
                    <a:pt x="1176484" y="2798001"/>
                  </a:lnTo>
                  <a:lnTo>
                    <a:pt x="1176671" y="2797939"/>
                  </a:lnTo>
                  <a:lnTo>
                    <a:pt x="1176858" y="2797906"/>
                  </a:lnTo>
                  <a:lnTo>
                    <a:pt x="1177045" y="2797794"/>
                  </a:lnTo>
                  <a:lnTo>
                    <a:pt x="1177232" y="2797824"/>
                  </a:lnTo>
                  <a:lnTo>
                    <a:pt x="1177419" y="2798043"/>
                  </a:lnTo>
                  <a:lnTo>
                    <a:pt x="1177606" y="2798190"/>
                  </a:lnTo>
                  <a:lnTo>
                    <a:pt x="1177793" y="2798404"/>
                  </a:lnTo>
                  <a:lnTo>
                    <a:pt x="1177980" y="2798548"/>
                  </a:lnTo>
                  <a:lnTo>
                    <a:pt x="1178166" y="2798762"/>
                  </a:lnTo>
                  <a:lnTo>
                    <a:pt x="1178353" y="2798905"/>
                  </a:lnTo>
                  <a:lnTo>
                    <a:pt x="1178540" y="2799075"/>
                  </a:lnTo>
                  <a:lnTo>
                    <a:pt x="1178727" y="2799390"/>
                  </a:lnTo>
                  <a:lnTo>
                    <a:pt x="1178914" y="2799804"/>
                  </a:lnTo>
                  <a:lnTo>
                    <a:pt x="1179101" y="2800108"/>
                  </a:lnTo>
                  <a:lnTo>
                    <a:pt x="1179288" y="2800591"/>
                  </a:lnTo>
                  <a:lnTo>
                    <a:pt x="1179475" y="2801074"/>
                  </a:lnTo>
                  <a:lnTo>
                    <a:pt x="1179662" y="2801384"/>
                  </a:lnTo>
                  <a:lnTo>
                    <a:pt x="1179849" y="2801587"/>
                  </a:lnTo>
                  <a:lnTo>
                    <a:pt x="1180036" y="2801759"/>
                  </a:lnTo>
                  <a:lnTo>
                    <a:pt x="1180223" y="2802034"/>
                  </a:lnTo>
                  <a:lnTo>
                    <a:pt x="1180410" y="2802301"/>
                  </a:lnTo>
                  <a:lnTo>
                    <a:pt x="1180596" y="2802412"/>
                  </a:lnTo>
                  <a:lnTo>
                    <a:pt x="1180783" y="2802571"/>
                  </a:lnTo>
                  <a:lnTo>
                    <a:pt x="1180970" y="2802669"/>
                  </a:lnTo>
                  <a:lnTo>
                    <a:pt x="1181157" y="2802882"/>
                  </a:lnTo>
                  <a:lnTo>
                    <a:pt x="1181344" y="2803099"/>
                  </a:lnTo>
                  <a:lnTo>
                    <a:pt x="1181531" y="2803305"/>
                  </a:lnTo>
                  <a:lnTo>
                    <a:pt x="1181718" y="2803539"/>
                  </a:lnTo>
                  <a:lnTo>
                    <a:pt x="1181905" y="2803872"/>
                  </a:lnTo>
                  <a:lnTo>
                    <a:pt x="1182092" y="2803968"/>
                  </a:lnTo>
                  <a:lnTo>
                    <a:pt x="1182279" y="2803932"/>
                  </a:lnTo>
                  <a:lnTo>
                    <a:pt x="1182466" y="2803793"/>
                  </a:lnTo>
                  <a:lnTo>
                    <a:pt x="1182653" y="2803578"/>
                  </a:lnTo>
                  <a:lnTo>
                    <a:pt x="1182839" y="2803206"/>
                  </a:lnTo>
                  <a:lnTo>
                    <a:pt x="1183026" y="2802803"/>
                  </a:lnTo>
                  <a:lnTo>
                    <a:pt x="1183213" y="2802334"/>
                  </a:lnTo>
                  <a:lnTo>
                    <a:pt x="1183400" y="2801912"/>
                  </a:lnTo>
                  <a:lnTo>
                    <a:pt x="1183587" y="2801463"/>
                  </a:lnTo>
                  <a:lnTo>
                    <a:pt x="1183774" y="2800840"/>
                  </a:lnTo>
                  <a:lnTo>
                    <a:pt x="1183961" y="2800123"/>
                  </a:lnTo>
                  <a:lnTo>
                    <a:pt x="1184148" y="2799098"/>
                  </a:lnTo>
                  <a:lnTo>
                    <a:pt x="1184335" y="2797800"/>
                  </a:lnTo>
                  <a:lnTo>
                    <a:pt x="1184522" y="2796456"/>
                  </a:lnTo>
                  <a:lnTo>
                    <a:pt x="1184709" y="2795205"/>
                  </a:lnTo>
                  <a:lnTo>
                    <a:pt x="1184896" y="2794049"/>
                  </a:lnTo>
                  <a:lnTo>
                    <a:pt x="1185083" y="2792870"/>
                  </a:lnTo>
                  <a:lnTo>
                    <a:pt x="1185269" y="2791822"/>
                  </a:lnTo>
                  <a:lnTo>
                    <a:pt x="1185456" y="2790905"/>
                  </a:lnTo>
                  <a:lnTo>
                    <a:pt x="1185643" y="2790093"/>
                  </a:lnTo>
                  <a:lnTo>
                    <a:pt x="1185830" y="2789398"/>
                  </a:lnTo>
                  <a:lnTo>
                    <a:pt x="1186017" y="2788871"/>
                  </a:lnTo>
                  <a:lnTo>
                    <a:pt x="1186204" y="2788435"/>
                  </a:lnTo>
                  <a:lnTo>
                    <a:pt x="1186391" y="2788044"/>
                  </a:lnTo>
                  <a:lnTo>
                    <a:pt x="1186578" y="2787804"/>
                  </a:lnTo>
                  <a:lnTo>
                    <a:pt x="1186765" y="2787811"/>
                  </a:lnTo>
                  <a:lnTo>
                    <a:pt x="1186952" y="2788101"/>
                  </a:lnTo>
                  <a:lnTo>
                    <a:pt x="1187139" y="2788401"/>
                  </a:lnTo>
                  <a:lnTo>
                    <a:pt x="1187326" y="2788863"/>
                  </a:lnTo>
                  <a:lnTo>
                    <a:pt x="1187513" y="2789155"/>
                  </a:lnTo>
                  <a:lnTo>
                    <a:pt x="1187699" y="2789454"/>
                  </a:lnTo>
                  <a:lnTo>
                    <a:pt x="1187886" y="2789872"/>
                  </a:lnTo>
                  <a:lnTo>
                    <a:pt x="1188073" y="2790258"/>
                  </a:lnTo>
                  <a:lnTo>
                    <a:pt x="1188260" y="2790644"/>
                  </a:lnTo>
                  <a:lnTo>
                    <a:pt x="1188447" y="2790975"/>
                  </a:lnTo>
                  <a:lnTo>
                    <a:pt x="1188634" y="2791084"/>
                  </a:lnTo>
                  <a:lnTo>
                    <a:pt x="1188821" y="2791141"/>
                  </a:lnTo>
                  <a:lnTo>
                    <a:pt x="1189008" y="2791102"/>
                  </a:lnTo>
                  <a:lnTo>
                    <a:pt x="1189195" y="2791166"/>
                  </a:lnTo>
                  <a:lnTo>
                    <a:pt x="1189382" y="2791210"/>
                  </a:lnTo>
                  <a:lnTo>
                    <a:pt x="1189569" y="2791297"/>
                  </a:lnTo>
                  <a:lnTo>
                    <a:pt x="1189756" y="2791255"/>
                  </a:lnTo>
                  <a:lnTo>
                    <a:pt x="1189942" y="2791118"/>
                  </a:lnTo>
                  <a:lnTo>
                    <a:pt x="1190129" y="2790905"/>
                  </a:lnTo>
                  <a:lnTo>
                    <a:pt x="1190316" y="2790855"/>
                  </a:lnTo>
                  <a:lnTo>
                    <a:pt x="1190503" y="2790739"/>
                  </a:lnTo>
                  <a:lnTo>
                    <a:pt x="1190690" y="2790583"/>
                  </a:lnTo>
                  <a:lnTo>
                    <a:pt x="1190877" y="2790561"/>
                  </a:lnTo>
                  <a:lnTo>
                    <a:pt x="1191064" y="2790441"/>
                  </a:lnTo>
                  <a:lnTo>
                    <a:pt x="1191251" y="2790164"/>
                  </a:lnTo>
                  <a:lnTo>
                    <a:pt x="1191438" y="2789832"/>
                  </a:lnTo>
                  <a:lnTo>
                    <a:pt x="1191625" y="2789424"/>
                  </a:lnTo>
                  <a:lnTo>
                    <a:pt x="1191812" y="2789028"/>
                  </a:lnTo>
                  <a:lnTo>
                    <a:pt x="1191999" y="2788662"/>
                  </a:lnTo>
                  <a:lnTo>
                    <a:pt x="1192186" y="2788321"/>
                  </a:lnTo>
                  <a:lnTo>
                    <a:pt x="1192372" y="2788091"/>
                  </a:lnTo>
                  <a:lnTo>
                    <a:pt x="1192559" y="2787982"/>
                  </a:lnTo>
                  <a:lnTo>
                    <a:pt x="1192746" y="2787916"/>
                  </a:lnTo>
                  <a:lnTo>
                    <a:pt x="1192933" y="2787965"/>
                  </a:lnTo>
                  <a:lnTo>
                    <a:pt x="1193120" y="2788156"/>
                  </a:lnTo>
                  <a:lnTo>
                    <a:pt x="1193307" y="2788471"/>
                  </a:lnTo>
                  <a:lnTo>
                    <a:pt x="1193494" y="2788911"/>
                  </a:lnTo>
                  <a:lnTo>
                    <a:pt x="1193681" y="2789243"/>
                  </a:lnTo>
                  <a:lnTo>
                    <a:pt x="1193868" y="2789490"/>
                  </a:lnTo>
                  <a:lnTo>
                    <a:pt x="1194055" y="2789655"/>
                  </a:lnTo>
                  <a:lnTo>
                    <a:pt x="1194242" y="2789772"/>
                  </a:lnTo>
                  <a:lnTo>
                    <a:pt x="1194429" y="2790253"/>
                  </a:lnTo>
                  <a:lnTo>
                    <a:pt x="1194616" y="2790716"/>
                  </a:lnTo>
                  <a:lnTo>
                    <a:pt x="1194802" y="2791199"/>
                  </a:lnTo>
                  <a:lnTo>
                    <a:pt x="1194989" y="2791594"/>
                  </a:lnTo>
                  <a:lnTo>
                    <a:pt x="1195176" y="2791996"/>
                  </a:lnTo>
                  <a:lnTo>
                    <a:pt x="1195363" y="2792435"/>
                  </a:lnTo>
                  <a:lnTo>
                    <a:pt x="1195550" y="2793055"/>
                  </a:lnTo>
                  <a:lnTo>
                    <a:pt x="1195737" y="2793457"/>
                  </a:lnTo>
                  <a:lnTo>
                    <a:pt x="1195924" y="2793772"/>
                  </a:lnTo>
                  <a:lnTo>
                    <a:pt x="1196111" y="2793987"/>
                  </a:lnTo>
                  <a:lnTo>
                    <a:pt x="1196298" y="2794260"/>
                  </a:lnTo>
                  <a:lnTo>
                    <a:pt x="1196485" y="2794557"/>
                  </a:lnTo>
                  <a:lnTo>
                    <a:pt x="1196672" y="2794764"/>
                  </a:lnTo>
                  <a:lnTo>
                    <a:pt x="1196859" y="2794727"/>
                  </a:lnTo>
                  <a:lnTo>
                    <a:pt x="1197045" y="2794562"/>
                  </a:lnTo>
                  <a:lnTo>
                    <a:pt x="1197232" y="2794252"/>
                  </a:lnTo>
                  <a:lnTo>
                    <a:pt x="1197419" y="2793908"/>
                  </a:lnTo>
                  <a:lnTo>
                    <a:pt x="1197606" y="2793469"/>
                  </a:lnTo>
                  <a:lnTo>
                    <a:pt x="1197793" y="2792946"/>
                  </a:lnTo>
                  <a:lnTo>
                    <a:pt x="1197980" y="2792343"/>
                  </a:lnTo>
                  <a:lnTo>
                    <a:pt x="1198167" y="2791656"/>
                  </a:lnTo>
                  <a:lnTo>
                    <a:pt x="1198354" y="2791016"/>
                  </a:lnTo>
                  <a:lnTo>
                    <a:pt x="1198541" y="2790434"/>
                  </a:lnTo>
                  <a:lnTo>
                    <a:pt x="1198728" y="2789921"/>
                  </a:lnTo>
                  <a:lnTo>
                    <a:pt x="1198915" y="2789357"/>
                  </a:lnTo>
                  <a:lnTo>
                    <a:pt x="1199102" y="2788547"/>
                  </a:lnTo>
                  <a:lnTo>
                    <a:pt x="1199289" y="2787850"/>
                  </a:lnTo>
                  <a:lnTo>
                    <a:pt x="1199475" y="2787345"/>
                  </a:lnTo>
                  <a:lnTo>
                    <a:pt x="1199662" y="2786669"/>
                  </a:lnTo>
                  <a:lnTo>
                    <a:pt x="1199849" y="2785870"/>
                  </a:lnTo>
                  <a:lnTo>
                    <a:pt x="1200036" y="2785112"/>
                  </a:lnTo>
                  <a:lnTo>
                    <a:pt x="1200223" y="2784316"/>
                  </a:lnTo>
                  <a:lnTo>
                    <a:pt x="1200410" y="2783565"/>
                  </a:lnTo>
                  <a:lnTo>
                    <a:pt x="1200597" y="2782818"/>
                  </a:lnTo>
                  <a:lnTo>
                    <a:pt x="1200784" y="2781965"/>
                  </a:lnTo>
                  <a:lnTo>
                    <a:pt x="1200971" y="2780958"/>
                  </a:lnTo>
                  <a:lnTo>
                    <a:pt x="1201158" y="2779783"/>
                  </a:lnTo>
                  <a:lnTo>
                    <a:pt x="1201345" y="2778621"/>
                  </a:lnTo>
                  <a:lnTo>
                    <a:pt x="1201532" y="2777549"/>
                  </a:lnTo>
                  <a:lnTo>
                    <a:pt x="1201718" y="2776529"/>
                  </a:lnTo>
                  <a:lnTo>
                    <a:pt x="1201905" y="2775674"/>
                  </a:lnTo>
                  <a:lnTo>
                    <a:pt x="1202092" y="2774948"/>
                  </a:lnTo>
                  <a:lnTo>
                    <a:pt x="1202279" y="2774568"/>
                  </a:lnTo>
                  <a:lnTo>
                    <a:pt x="1202466" y="2774441"/>
                  </a:lnTo>
                  <a:lnTo>
                    <a:pt x="1202653" y="2774529"/>
                  </a:lnTo>
                  <a:lnTo>
                    <a:pt x="1202840" y="2774914"/>
                  </a:lnTo>
                  <a:lnTo>
                    <a:pt x="1203027" y="2775394"/>
                  </a:lnTo>
                  <a:lnTo>
                    <a:pt x="1203214" y="2775667"/>
                  </a:lnTo>
                  <a:lnTo>
                    <a:pt x="1203401" y="2776007"/>
                  </a:lnTo>
                  <a:lnTo>
                    <a:pt x="1203588" y="2776531"/>
                  </a:lnTo>
                  <a:lnTo>
                    <a:pt x="1203775" y="2777229"/>
                  </a:lnTo>
                  <a:lnTo>
                    <a:pt x="1203962" y="2777964"/>
                  </a:lnTo>
                  <a:lnTo>
                    <a:pt x="1204148" y="2778729"/>
                  </a:lnTo>
                  <a:lnTo>
                    <a:pt x="1204335" y="2779418"/>
                  </a:lnTo>
                  <a:lnTo>
                    <a:pt x="1204522" y="2780101"/>
                  </a:lnTo>
                  <a:lnTo>
                    <a:pt x="1204709" y="2780785"/>
                  </a:lnTo>
                  <a:lnTo>
                    <a:pt x="1204896" y="2781261"/>
                  </a:lnTo>
                  <a:lnTo>
                    <a:pt x="1205083" y="2781319"/>
                  </a:lnTo>
                  <a:lnTo>
                    <a:pt x="1205270" y="2781351"/>
                  </a:lnTo>
                  <a:lnTo>
                    <a:pt x="1205457" y="2781440"/>
                  </a:lnTo>
                  <a:lnTo>
                    <a:pt x="1205644" y="2781542"/>
                  </a:lnTo>
                  <a:lnTo>
                    <a:pt x="1205831" y="2781645"/>
                  </a:lnTo>
                  <a:lnTo>
                    <a:pt x="1206018" y="2781772"/>
                  </a:lnTo>
                  <a:lnTo>
                    <a:pt x="1206205" y="2781889"/>
                  </a:lnTo>
                  <a:lnTo>
                    <a:pt x="1206392" y="2781810"/>
                  </a:lnTo>
                  <a:lnTo>
                    <a:pt x="1206578" y="2781782"/>
                  </a:lnTo>
                  <a:lnTo>
                    <a:pt x="1206765" y="2781719"/>
                  </a:lnTo>
                  <a:lnTo>
                    <a:pt x="1206952" y="2781730"/>
                  </a:lnTo>
                  <a:lnTo>
                    <a:pt x="1207139" y="2781708"/>
                  </a:lnTo>
                  <a:lnTo>
                    <a:pt x="1207326" y="2781621"/>
                  </a:lnTo>
                  <a:lnTo>
                    <a:pt x="1207513" y="2781549"/>
                  </a:lnTo>
                  <a:lnTo>
                    <a:pt x="1207700" y="2781533"/>
                  </a:lnTo>
                  <a:lnTo>
                    <a:pt x="1207887" y="2781378"/>
                  </a:lnTo>
                  <a:lnTo>
                    <a:pt x="1208074" y="2780980"/>
                  </a:lnTo>
                  <a:lnTo>
                    <a:pt x="1208261" y="2780416"/>
                  </a:lnTo>
                  <a:lnTo>
                    <a:pt x="1208448" y="2779716"/>
                  </a:lnTo>
                  <a:lnTo>
                    <a:pt x="1208635" y="2778927"/>
                  </a:lnTo>
                  <a:lnTo>
                    <a:pt x="1208821" y="2778080"/>
                  </a:lnTo>
                  <a:lnTo>
                    <a:pt x="1209008" y="2777239"/>
                  </a:lnTo>
                  <a:lnTo>
                    <a:pt x="1209195" y="2776585"/>
                  </a:lnTo>
                  <a:lnTo>
                    <a:pt x="1209382" y="2775864"/>
                  </a:lnTo>
                  <a:lnTo>
                    <a:pt x="1209569" y="2775365"/>
                  </a:lnTo>
                  <a:lnTo>
                    <a:pt x="1209756" y="2774849"/>
                  </a:lnTo>
                  <a:lnTo>
                    <a:pt x="1209943" y="2774433"/>
                  </a:lnTo>
                  <a:lnTo>
                    <a:pt x="1210130" y="2774052"/>
                  </a:lnTo>
                  <a:lnTo>
                    <a:pt x="1210317" y="2773503"/>
                  </a:lnTo>
                  <a:lnTo>
                    <a:pt x="1210504" y="2772950"/>
                  </a:lnTo>
                  <a:lnTo>
                    <a:pt x="1210691" y="2772451"/>
                  </a:lnTo>
                  <a:lnTo>
                    <a:pt x="1210878" y="2771787"/>
                  </a:lnTo>
                  <a:lnTo>
                    <a:pt x="1211065" y="2771102"/>
                  </a:lnTo>
                  <a:lnTo>
                    <a:pt x="1211251" y="2770551"/>
                  </a:lnTo>
                  <a:lnTo>
                    <a:pt x="1211438" y="2770135"/>
                  </a:lnTo>
                  <a:lnTo>
                    <a:pt x="1211625" y="2769480"/>
                  </a:lnTo>
                  <a:lnTo>
                    <a:pt x="1211812" y="2768845"/>
                  </a:lnTo>
                  <a:lnTo>
                    <a:pt x="1211999" y="2768092"/>
                  </a:lnTo>
                  <a:lnTo>
                    <a:pt x="1212186" y="2767591"/>
                  </a:lnTo>
                  <a:lnTo>
                    <a:pt x="1212373" y="2767104"/>
                  </a:lnTo>
                  <a:lnTo>
                    <a:pt x="1212560" y="2766530"/>
                  </a:lnTo>
                  <a:lnTo>
                    <a:pt x="1212747" y="2766028"/>
                  </a:lnTo>
                  <a:lnTo>
                    <a:pt x="1212934" y="2765730"/>
                  </a:lnTo>
                  <a:lnTo>
                    <a:pt x="1213121" y="2765508"/>
                  </a:lnTo>
                  <a:lnTo>
                    <a:pt x="1213308" y="2765207"/>
                  </a:lnTo>
                  <a:lnTo>
                    <a:pt x="1213495" y="2764906"/>
                  </a:lnTo>
                  <a:lnTo>
                    <a:pt x="1213681" y="2764605"/>
                  </a:lnTo>
                  <a:lnTo>
                    <a:pt x="1213868" y="2764320"/>
                  </a:lnTo>
                  <a:lnTo>
                    <a:pt x="1214055" y="2764080"/>
                  </a:lnTo>
                  <a:lnTo>
                    <a:pt x="1214242" y="2763812"/>
                  </a:lnTo>
                  <a:lnTo>
                    <a:pt x="1214429" y="2763647"/>
                  </a:lnTo>
                  <a:lnTo>
                    <a:pt x="1214616" y="2763428"/>
                  </a:lnTo>
                  <a:lnTo>
                    <a:pt x="1214803" y="2763209"/>
                  </a:lnTo>
                  <a:lnTo>
                    <a:pt x="1214990" y="2763062"/>
                  </a:lnTo>
                  <a:lnTo>
                    <a:pt x="1215177" y="2762847"/>
                  </a:lnTo>
                  <a:lnTo>
                    <a:pt x="1215364" y="2762704"/>
                  </a:lnTo>
                  <a:lnTo>
                    <a:pt x="1215551" y="2762489"/>
                  </a:lnTo>
                  <a:lnTo>
                    <a:pt x="1215738" y="2762346"/>
                  </a:lnTo>
                  <a:lnTo>
                    <a:pt x="1215924" y="2762203"/>
                  </a:lnTo>
                  <a:lnTo>
                    <a:pt x="1216111" y="2762064"/>
                  </a:lnTo>
                  <a:lnTo>
                    <a:pt x="1216298" y="2761922"/>
                  </a:lnTo>
                  <a:lnTo>
                    <a:pt x="1216485" y="2761970"/>
                  </a:lnTo>
                  <a:lnTo>
                    <a:pt x="1216672" y="2761980"/>
                  </a:lnTo>
                  <a:lnTo>
                    <a:pt x="1216859" y="2762024"/>
                  </a:lnTo>
                  <a:lnTo>
                    <a:pt x="1217046" y="2762242"/>
                  </a:lnTo>
                  <a:lnTo>
                    <a:pt x="1217233" y="2762567"/>
                  </a:lnTo>
                  <a:lnTo>
                    <a:pt x="1217420" y="2762923"/>
                  </a:lnTo>
                  <a:lnTo>
                    <a:pt x="1217607" y="2763176"/>
                  </a:lnTo>
                  <a:lnTo>
                    <a:pt x="1217794" y="2763437"/>
                  </a:lnTo>
                  <a:lnTo>
                    <a:pt x="1217981" y="2763997"/>
                  </a:lnTo>
                  <a:lnTo>
                    <a:pt x="1218168" y="2764519"/>
                  </a:lnTo>
                  <a:lnTo>
                    <a:pt x="1218354" y="2765103"/>
                  </a:lnTo>
                  <a:lnTo>
                    <a:pt x="1218541" y="2765625"/>
                  </a:lnTo>
                  <a:lnTo>
                    <a:pt x="1218728" y="2766178"/>
                  </a:lnTo>
                  <a:lnTo>
                    <a:pt x="1218915" y="2766759"/>
                  </a:lnTo>
                  <a:lnTo>
                    <a:pt x="1219102" y="2767297"/>
                  </a:lnTo>
                  <a:lnTo>
                    <a:pt x="1219289" y="2767686"/>
                  </a:lnTo>
                  <a:lnTo>
                    <a:pt x="1219476" y="2768196"/>
                  </a:lnTo>
                  <a:lnTo>
                    <a:pt x="1219663" y="2768810"/>
                  </a:lnTo>
                  <a:lnTo>
                    <a:pt x="1219850" y="2769527"/>
                  </a:lnTo>
                  <a:lnTo>
                    <a:pt x="1220037" y="2770318"/>
                  </a:lnTo>
                  <a:lnTo>
                    <a:pt x="1220224" y="2771332"/>
                  </a:lnTo>
                  <a:lnTo>
                    <a:pt x="1220411" y="2772297"/>
                  </a:lnTo>
                  <a:lnTo>
                    <a:pt x="1220597" y="2773293"/>
                  </a:lnTo>
                  <a:lnTo>
                    <a:pt x="1220784" y="2774206"/>
                  </a:lnTo>
                  <a:lnTo>
                    <a:pt x="1220971" y="2775147"/>
                  </a:lnTo>
                  <a:lnTo>
                    <a:pt x="1221158" y="2776251"/>
                  </a:lnTo>
                  <a:lnTo>
                    <a:pt x="1221345" y="2777293"/>
                  </a:lnTo>
                  <a:lnTo>
                    <a:pt x="1221532" y="2778428"/>
                  </a:lnTo>
                  <a:lnTo>
                    <a:pt x="1221719" y="2779683"/>
                  </a:lnTo>
                  <a:lnTo>
                    <a:pt x="1221906" y="2780952"/>
                  </a:lnTo>
                  <a:lnTo>
                    <a:pt x="1222093" y="2782158"/>
                  </a:lnTo>
                  <a:lnTo>
                    <a:pt x="1222280" y="2783268"/>
                  </a:lnTo>
                  <a:lnTo>
                    <a:pt x="1222467" y="2784402"/>
                  </a:lnTo>
                  <a:lnTo>
                    <a:pt x="1222654" y="2785405"/>
                  </a:lnTo>
                  <a:lnTo>
                    <a:pt x="1222841" y="2786277"/>
                  </a:lnTo>
                  <a:lnTo>
                    <a:pt x="1223027" y="2787008"/>
                  </a:lnTo>
                  <a:lnTo>
                    <a:pt x="1223214" y="2787668"/>
                  </a:lnTo>
                  <a:lnTo>
                    <a:pt x="1223401" y="2788192"/>
                  </a:lnTo>
                  <a:lnTo>
                    <a:pt x="1223588" y="2788624"/>
                  </a:lnTo>
                  <a:lnTo>
                    <a:pt x="1223775" y="2789012"/>
                  </a:lnTo>
                  <a:lnTo>
                    <a:pt x="1223962" y="2789248"/>
                  </a:lnTo>
                  <a:lnTo>
                    <a:pt x="1224149" y="2789260"/>
                  </a:lnTo>
                  <a:lnTo>
                    <a:pt x="1224336" y="2789143"/>
                  </a:lnTo>
                  <a:lnTo>
                    <a:pt x="1224523" y="2789102"/>
                  </a:lnTo>
                  <a:lnTo>
                    <a:pt x="1224710" y="2789087"/>
                  </a:lnTo>
                  <a:lnTo>
                    <a:pt x="1224897" y="2789184"/>
                  </a:lnTo>
                  <a:lnTo>
                    <a:pt x="1225084" y="2789272"/>
                  </a:lnTo>
                  <a:lnTo>
                    <a:pt x="1225271" y="2789243"/>
                  </a:lnTo>
                  <a:lnTo>
                    <a:pt x="1225457" y="2789244"/>
                  </a:lnTo>
                  <a:lnTo>
                    <a:pt x="1225644" y="2789246"/>
                  </a:lnTo>
                  <a:lnTo>
                    <a:pt x="1225831" y="2789274"/>
                  </a:lnTo>
                  <a:lnTo>
                    <a:pt x="1226018" y="2789409"/>
                  </a:lnTo>
                  <a:lnTo>
                    <a:pt x="1226205" y="2789595"/>
                  </a:lnTo>
                  <a:lnTo>
                    <a:pt x="1226392" y="2789877"/>
                  </a:lnTo>
                  <a:lnTo>
                    <a:pt x="1226579" y="2790057"/>
                  </a:lnTo>
                  <a:lnTo>
                    <a:pt x="1226766" y="2790256"/>
                  </a:lnTo>
                  <a:lnTo>
                    <a:pt x="1226953" y="2790392"/>
                  </a:lnTo>
                  <a:lnTo>
                    <a:pt x="1227140" y="2790533"/>
                  </a:lnTo>
                  <a:lnTo>
                    <a:pt x="1227327" y="2790701"/>
                  </a:lnTo>
                  <a:lnTo>
                    <a:pt x="1227514" y="2790760"/>
                  </a:lnTo>
                  <a:lnTo>
                    <a:pt x="1227700" y="2790810"/>
                  </a:lnTo>
                  <a:lnTo>
                    <a:pt x="1227887" y="2790926"/>
                  </a:lnTo>
                  <a:lnTo>
                    <a:pt x="1228074" y="2791091"/>
                  </a:lnTo>
                  <a:lnTo>
                    <a:pt x="1228261" y="2791289"/>
                  </a:lnTo>
                  <a:lnTo>
                    <a:pt x="1228448" y="2791584"/>
                  </a:lnTo>
                  <a:lnTo>
                    <a:pt x="1228635" y="2791870"/>
                  </a:lnTo>
                  <a:lnTo>
                    <a:pt x="1228822" y="2792198"/>
                  </a:lnTo>
                  <a:lnTo>
                    <a:pt x="1229009" y="2792562"/>
                  </a:lnTo>
                  <a:lnTo>
                    <a:pt x="1229196" y="2792911"/>
                  </a:lnTo>
                  <a:lnTo>
                    <a:pt x="1229383" y="2793233"/>
                  </a:lnTo>
                  <a:lnTo>
                    <a:pt x="1229570" y="2793538"/>
                  </a:lnTo>
                  <a:lnTo>
                    <a:pt x="1229757" y="2793852"/>
                  </a:lnTo>
                  <a:lnTo>
                    <a:pt x="1229944" y="2794115"/>
                  </a:lnTo>
                  <a:lnTo>
                    <a:pt x="1230130" y="2794383"/>
                  </a:lnTo>
                  <a:lnTo>
                    <a:pt x="1230317" y="2794580"/>
                  </a:lnTo>
                  <a:lnTo>
                    <a:pt x="1230504" y="2794716"/>
                  </a:lnTo>
                  <a:lnTo>
                    <a:pt x="1230691" y="2794728"/>
                  </a:lnTo>
                  <a:lnTo>
                    <a:pt x="1230878" y="2794609"/>
                  </a:lnTo>
                  <a:lnTo>
                    <a:pt x="1231065" y="2794484"/>
                  </a:lnTo>
                  <a:lnTo>
                    <a:pt x="1231252" y="2794503"/>
                  </a:lnTo>
                  <a:lnTo>
                    <a:pt x="1231439" y="2794690"/>
                  </a:lnTo>
                  <a:lnTo>
                    <a:pt x="1231626" y="2795105"/>
                  </a:lnTo>
                  <a:lnTo>
                    <a:pt x="1231813" y="2795345"/>
                  </a:lnTo>
                  <a:lnTo>
                    <a:pt x="1232000" y="2795604"/>
                  </a:lnTo>
                  <a:lnTo>
                    <a:pt x="1232187" y="2795863"/>
                  </a:lnTo>
                  <a:lnTo>
                    <a:pt x="1232374" y="2796109"/>
                  </a:lnTo>
                  <a:lnTo>
                    <a:pt x="1232560" y="2796206"/>
                  </a:lnTo>
                  <a:lnTo>
                    <a:pt x="1232747" y="2796208"/>
                  </a:lnTo>
                  <a:lnTo>
                    <a:pt x="1232934" y="2796171"/>
                  </a:lnTo>
                  <a:lnTo>
                    <a:pt x="1233121" y="2796167"/>
                  </a:lnTo>
                  <a:lnTo>
                    <a:pt x="1233308" y="2796137"/>
                  </a:lnTo>
                  <a:lnTo>
                    <a:pt x="1233495" y="2796192"/>
                  </a:lnTo>
                  <a:lnTo>
                    <a:pt x="1233682" y="2795874"/>
                  </a:lnTo>
                  <a:lnTo>
                    <a:pt x="1233869" y="2795346"/>
                  </a:lnTo>
                  <a:lnTo>
                    <a:pt x="1234056" y="2794629"/>
                  </a:lnTo>
                  <a:lnTo>
                    <a:pt x="1234243" y="2794126"/>
                  </a:lnTo>
                  <a:lnTo>
                    <a:pt x="1234430" y="2793417"/>
                  </a:lnTo>
                  <a:lnTo>
                    <a:pt x="1234617" y="2792852"/>
                  </a:lnTo>
                  <a:lnTo>
                    <a:pt x="1234803" y="2792323"/>
                  </a:lnTo>
                  <a:lnTo>
                    <a:pt x="1234990" y="2791888"/>
                  </a:lnTo>
                  <a:lnTo>
                    <a:pt x="1235177" y="2791538"/>
                  </a:lnTo>
                  <a:lnTo>
                    <a:pt x="1235364" y="2791267"/>
                  </a:lnTo>
                  <a:lnTo>
                    <a:pt x="1235551" y="2791079"/>
                  </a:lnTo>
                  <a:lnTo>
                    <a:pt x="1235738" y="2790859"/>
                  </a:lnTo>
                  <a:lnTo>
                    <a:pt x="1235925" y="2790716"/>
                  </a:lnTo>
                  <a:lnTo>
                    <a:pt x="1236112" y="2790619"/>
                  </a:lnTo>
                  <a:lnTo>
                    <a:pt x="1236299" y="2790581"/>
                  </a:lnTo>
                  <a:lnTo>
                    <a:pt x="1236486" y="2791069"/>
                  </a:lnTo>
                  <a:lnTo>
                    <a:pt x="1236673" y="2791669"/>
                  </a:lnTo>
                  <a:lnTo>
                    <a:pt x="1236860" y="2792551"/>
                  </a:lnTo>
                  <a:lnTo>
                    <a:pt x="1237047" y="2793251"/>
                  </a:lnTo>
                  <a:lnTo>
                    <a:pt x="1237233" y="2794160"/>
                  </a:lnTo>
                  <a:lnTo>
                    <a:pt x="1237420" y="2795161"/>
                  </a:lnTo>
                  <a:lnTo>
                    <a:pt x="1237607" y="2796138"/>
                  </a:lnTo>
                  <a:lnTo>
                    <a:pt x="1237794" y="2797145"/>
                  </a:lnTo>
                  <a:lnTo>
                    <a:pt x="1237981" y="2798140"/>
                  </a:lnTo>
                  <a:lnTo>
                    <a:pt x="1238168" y="2799243"/>
                  </a:lnTo>
                  <a:lnTo>
                    <a:pt x="1238355" y="2800559"/>
                  </a:lnTo>
                  <a:lnTo>
                    <a:pt x="1238542" y="2802043"/>
                  </a:lnTo>
                  <a:lnTo>
                    <a:pt x="1238729" y="2803464"/>
                  </a:lnTo>
                  <a:lnTo>
                    <a:pt x="1238916" y="2804701"/>
                  </a:lnTo>
                  <a:lnTo>
                    <a:pt x="1239103" y="2805885"/>
                  </a:lnTo>
                  <a:lnTo>
                    <a:pt x="1239290" y="2806904"/>
                  </a:lnTo>
                  <a:lnTo>
                    <a:pt x="1239476" y="2807868"/>
                  </a:lnTo>
                  <a:lnTo>
                    <a:pt x="1239663" y="2808650"/>
                  </a:lnTo>
                  <a:lnTo>
                    <a:pt x="1239850" y="2809390"/>
                  </a:lnTo>
                  <a:lnTo>
                    <a:pt x="1240037" y="2809993"/>
                  </a:lnTo>
                  <a:lnTo>
                    <a:pt x="1240224" y="2810521"/>
                  </a:lnTo>
                  <a:lnTo>
                    <a:pt x="1240411" y="2810980"/>
                  </a:lnTo>
                  <a:lnTo>
                    <a:pt x="1240598" y="2811360"/>
                  </a:lnTo>
                  <a:lnTo>
                    <a:pt x="1240785" y="2811745"/>
                  </a:lnTo>
                  <a:lnTo>
                    <a:pt x="1240972" y="2811886"/>
                  </a:lnTo>
                  <a:lnTo>
                    <a:pt x="1241159" y="2811765"/>
                  </a:lnTo>
                  <a:lnTo>
                    <a:pt x="1241346" y="2811607"/>
                  </a:lnTo>
                  <a:lnTo>
                    <a:pt x="1241533" y="2811508"/>
                  </a:lnTo>
                  <a:lnTo>
                    <a:pt x="1241720" y="2811502"/>
                  </a:lnTo>
                  <a:lnTo>
                    <a:pt x="1241906" y="2811502"/>
                  </a:lnTo>
                  <a:lnTo>
                    <a:pt x="1242093" y="2811508"/>
                  </a:lnTo>
                  <a:lnTo>
                    <a:pt x="1242280" y="2811583"/>
                  </a:lnTo>
                  <a:lnTo>
                    <a:pt x="1242467" y="2811840"/>
                  </a:lnTo>
                  <a:lnTo>
                    <a:pt x="1242654" y="2812106"/>
                  </a:lnTo>
                  <a:lnTo>
                    <a:pt x="1242841" y="2812404"/>
                  </a:lnTo>
                  <a:lnTo>
                    <a:pt x="1243028" y="2812689"/>
                  </a:lnTo>
                  <a:lnTo>
                    <a:pt x="1243215" y="2812861"/>
                  </a:lnTo>
                  <a:lnTo>
                    <a:pt x="1243402" y="2813057"/>
                  </a:lnTo>
                  <a:lnTo>
                    <a:pt x="1243589" y="2813262"/>
                  </a:lnTo>
                  <a:lnTo>
                    <a:pt x="1243776" y="2813576"/>
                  </a:lnTo>
                  <a:lnTo>
                    <a:pt x="1243963" y="2813644"/>
                  </a:lnTo>
                  <a:lnTo>
                    <a:pt x="1244150" y="2813607"/>
                  </a:lnTo>
                  <a:lnTo>
                    <a:pt x="1244336" y="2813523"/>
                  </a:lnTo>
                  <a:lnTo>
                    <a:pt x="1244523" y="2813474"/>
                  </a:lnTo>
                  <a:lnTo>
                    <a:pt x="1244710" y="2813442"/>
                  </a:lnTo>
                  <a:lnTo>
                    <a:pt x="1244897" y="2813297"/>
                  </a:lnTo>
                  <a:lnTo>
                    <a:pt x="1245084" y="2813101"/>
                  </a:lnTo>
                  <a:lnTo>
                    <a:pt x="1245271" y="2813039"/>
                  </a:lnTo>
                  <a:lnTo>
                    <a:pt x="1245458" y="2813125"/>
                  </a:lnTo>
                  <a:lnTo>
                    <a:pt x="1245645" y="2813289"/>
                  </a:lnTo>
                  <a:lnTo>
                    <a:pt x="1245832" y="2813595"/>
                  </a:lnTo>
                  <a:lnTo>
                    <a:pt x="1246019" y="2814149"/>
                  </a:lnTo>
                  <a:lnTo>
                    <a:pt x="1246206" y="2814749"/>
                  </a:lnTo>
                  <a:lnTo>
                    <a:pt x="1246393" y="2815390"/>
                  </a:lnTo>
                  <a:lnTo>
                    <a:pt x="1246579" y="2816005"/>
                  </a:lnTo>
                  <a:lnTo>
                    <a:pt x="1246766" y="2816816"/>
                  </a:lnTo>
                  <a:lnTo>
                    <a:pt x="1246953" y="2817470"/>
                  </a:lnTo>
                  <a:lnTo>
                    <a:pt x="1247140" y="2818061"/>
                  </a:lnTo>
                  <a:lnTo>
                    <a:pt x="1247327" y="2818590"/>
                  </a:lnTo>
                  <a:lnTo>
                    <a:pt x="1247514" y="2819055"/>
                  </a:lnTo>
                  <a:lnTo>
                    <a:pt x="1247701" y="2819593"/>
                  </a:lnTo>
                  <a:lnTo>
                    <a:pt x="1247888" y="2820245"/>
                  </a:lnTo>
                  <a:lnTo>
                    <a:pt x="1248075" y="2820843"/>
                  </a:lnTo>
                  <a:lnTo>
                    <a:pt x="1248262" y="2821606"/>
                  </a:lnTo>
                  <a:lnTo>
                    <a:pt x="1248449" y="2822391"/>
                  </a:lnTo>
                  <a:lnTo>
                    <a:pt x="1248636" y="2823041"/>
                  </a:lnTo>
                  <a:lnTo>
                    <a:pt x="1248823" y="2823556"/>
                  </a:lnTo>
                  <a:lnTo>
                    <a:pt x="1249009" y="2824128"/>
                  </a:lnTo>
                  <a:lnTo>
                    <a:pt x="1249196" y="2824718"/>
                  </a:lnTo>
                  <a:lnTo>
                    <a:pt x="1249383" y="2825278"/>
                  </a:lnTo>
                  <a:lnTo>
                    <a:pt x="1249570" y="2825590"/>
                  </a:lnTo>
                  <a:lnTo>
                    <a:pt x="1249757" y="2825887"/>
                  </a:lnTo>
                  <a:lnTo>
                    <a:pt x="1249944" y="2826184"/>
                  </a:lnTo>
                  <a:lnTo>
                    <a:pt x="1250131" y="2826423"/>
                  </a:lnTo>
                  <a:lnTo>
                    <a:pt x="1250318" y="2826288"/>
                  </a:lnTo>
                  <a:lnTo>
                    <a:pt x="1250505" y="2826097"/>
                  </a:lnTo>
                  <a:lnTo>
                    <a:pt x="1250692" y="2825997"/>
                  </a:lnTo>
                  <a:lnTo>
                    <a:pt x="1250879" y="2825898"/>
                  </a:lnTo>
                  <a:lnTo>
                    <a:pt x="1251066" y="2825799"/>
                  </a:lnTo>
                  <a:lnTo>
                    <a:pt x="1251253" y="2825700"/>
                  </a:lnTo>
                  <a:lnTo>
                    <a:pt x="1251439" y="2825601"/>
                  </a:lnTo>
                  <a:lnTo>
                    <a:pt x="1251626" y="2825501"/>
                  </a:lnTo>
                  <a:lnTo>
                    <a:pt x="1251813" y="2825402"/>
                  </a:lnTo>
                  <a:lnTo>
                    <a:pt x="1252000" y="2825303"/>
                  </a:lnTo>
                  <a:lnTo>
                    <a:pt x="1252187" y="2825204"/>
                  </a:lnTo>
                  <a:lnTo>
                    <a:pt x="1252374" y="2825105"/>
                  </a:lnTo>
                  <a:lnTo>
                    <a:pt x="1252561" y="2825005"/>
                  </a:lnTo>
                  <a:lnTo>
                    <a:pt x="1252748" y="2824906"/>
                  </a:lnTo>
                  <a:lnTo>
                    <a:pt x="1252935" y="2824865"/>
                  </a:lnTo>
                  <a:lnTo>
                    <a:pt x="1253122" y="2825004"/>
                  </a:lnTo>
                  <a:lnTo>
                    <a:pt x="1253309" y="2825137"/>
                  </a:lnTo>
                  <a:lnTo>
                    <a:pt x="1253496" y="2825137"/>
                  </a:lnTo>
                  <a:lnTo>
                    <a:pt x="1253682" y="2825137"/>
                  </a:lnTo>
                  <a:lnTo>
                    <a:pt x="1253869" y="2825137"/>
                  </a:lnTo>
                  <a:lnTo>
                    <a:pt x="1254056" y="2825137"/>
                  </a:lnTo>
                  <a:lnTo>
                    <a:pt x="1254243" y="2825137"/>
                  </a:lnTo>
                  <a:lnTo>
                    <a:pt x="1254430" y="2825137"/>
                  </a:lnTo>
                  <a:lnTo>
                    <a:pt x="1254617" y="2825137"/>
                  </a:lnTo>
                  <a:lnTo>
                    <a:pt x="1254804" y="2825137"/>
                  </a:lnTo>
                  <a:lnTo>
                    <a:pt x="1254991" y="2825137"/>
                  </a:lnTo>
                  <a:lnTo>
                    <a:pt x="1255178" y="2825137"/>
                  </a:lnTo>
                  <a:lnTo>
                    <a:pt x="1255365" y="2824993"/>
                  </a:lnTo>
                  <a:lnTo>
                    <a:pt x="1255552" y="2824839"/>
                  </a:lnTo>
                  <a:lnTo>
                    <a:pt x="1255739" y="2824686"/>
                  </a:lnTo>
                  <a:lnTo>
                    <a:pt x="1255926" y="2824496"/>
                  </a:lnTo>
                  <a:lnTo>
                    <a:pt x="1256112" y="2824307"/>
                  </a:lnTo>
                  <a:lnTo>
                    <a:pt x="1256299" y="2824117"/>
                  </a:lnTo>
                  <a:lnTo>
                    <a:pt x="1256486" y="2823928"/>
                  </a:lnTo>
                  <a:lnTo>
                    <a:pt x="1256673" y="2823738"/>
                  </a:lnTo>
                  <a:lnTo>
                    <a:pt x="1256860" y="2823549"/>
                  </a:lnTo>
                  <a:lnTo>
                    <a:pt x="1257047" y="2823359"/>
                  </a:lnTo>
                  <a:lnTo>
                    <a:pt x="1257234" y="2823170"/>
                  </a:lnTo>
                  <a:lnTo>
                    <a:pt x="1257421" y="2822980"/>
                  </a:lnTo>
                  <a:lnTo>
                    <a:pt x="1257608" y="2822791"/>
                  </a:lnTo>
                  <a:lnTo>
                    <a:pt x="1257795" y="2822601"/>
                  </a:lnTo>
                  <a:lnTo>
                    <a:pt x="1257982" y="2822412"/>
                  </a:lnTo>
                  <a:lnTo>
                    <a:pt x="1258169" y="2822258"/>
                  </a:lnTo>
                  <a:lnTo>
                    <a:pt x="1258355" y="2822104"/>
                  </a:lnTo>
                  <a:lnTo>
                    <a:pt x="1258542" y="2821960"/>
                  </a:lnTo>
                  <a:lnTo>
                    <a:pt x="1258729" y="2821960"/>
                  </a:lnTo>
                  <a:lnTo>
                    <a:pt x="1258916" y="2821960"/>
                  </a:lnTo>
                  <a:lnTo>
                    <a:pt x="1259103" y="2821960"/>
                  </a:lnTo>
                  <a:lnTo>
                    <a:pt x="1259290" y="2821960"/>
                  </a:lnTo>
                  <a:lnTo>
                    <a:pt x="1259477" y="2821960"/>
                  </a:lnTo>
                  <a:lnTo>
                    <a:pt x="1259664" y="2821960"/>
                  </a:lnTo>
                  <a:lnTo>
                    <a:pt x="1259851" y="2821960"/>
                  </a:lnTo>
                  <a:lnTo>
                    <a:pt x="1260038" y="2821960"/>
                  </a:lnTo>
                  <a:lnTo>
                    <a:pt x="1260225" y="2821960"/>
                  </a:lnTo>
                  <a:lnTo>
                    <a:pt x="1260412" y="2821899"/>
                  </a:lnTo>
                  <a:lnTo>
                    <a:pt x="1260599" y="2821723"/>
                  </a:lnTo>
                  <a:lnTo>
                    <a:pt x="1260785" y="2821424"/>
                  </a:lnTo>
                  <a:lnTo>
                    <a:pt x="1260972" y="2821072"/>
                  </a:lnTo>
                  <a:lnTo>
                    <a:pt x="1261159" y="2820720"/>
                  </a:lnTo>
                  <a:lnTo>
                    <a:pt x="1261346" y="2820368"/>
                  </a:lnTo>
                  <a:lnTo>
                    <a:pt x="1261533" y="2820017"/>
                  </a:lnTo>
                  <a:lnTo>
                    <a:pt x="1261720" y="2819665"/>
                  </a:lnTo>
                  <a:lnTo>
                    <a:pt x="1261907" y="2819313"/>
                  </a:lnTo>
                  <a:lnTo>
                    <a:pt x="1262094" y="2818961"/>
                  </a:lnTo>
                  <a:lnTo>
                    <a:pt x="1262281" y="2818717"/>
                  </a:lnTo>
                  <a:lnTo>
                    <a:pt x="1262468" y="2818338"/>
                  </a:lnTo>
                  <a:lnTo>
                    <a:pt x="1262655" y="2817950"/>
                  </a:lnTo>
                  <a:lnTo>
                    <a:pt x="1262842" y="2817562"/>
                  </a:lnTo>
                  <a:lnTo>
                    <a:pt x="1263029" y="2817174"/>
                  </a:lnTo>
                  <a:lnTo>
                    <a:pt x="1263215" y="2816765"/>
                  </a:lnTo>
                  <a:lnTo>
                    <a:pt x="1263402" y="2816377"/>
                  </a:lnTo>
                  <a:lnTo>
                    <a:pt x="1263589" y="2815982"/>
                  </a:lnTo>
                  <a:lnTo>
                    <a:pt x="1263776" y="2815384"/>
                  </a:lnTo>
                  <a:lnTo>
                    <a:pt x="1263963" y="2814564"/>
                  </a:lnTo>
                  <a:lnTo>
                    <a:pt x="1264150" y="2813743"/>
                  </a:lnTo>
                  <a:lnTo>
                    <a:pt x="1264337" y="2812922"/>
                  </a:lnTo>
                  <a:lnTo>
                    <a:pt x="1264524" y="2812101"/>
                  </a:lnTo>
                  <a:lnTo>
                    <a:pt x="1264711" y="2811280"/>
                  </a:lnTo>
                  <a:lnTo>
                    <a:pt x="1264898" y="2810459"/>
                  </a:lnTo>
                  <a:lnTo>
                    <a:pt x="1265085" y="2809569"/>
                  </a:lnTo>
                  <a:lnTo>
                    <a:pt x="1265272" y="2808649"/>
                  </a:lnTo>
                  <a:lnTo>
                    <a:pt x="1265458" y="2807356"/>
                  </a:lnTo>
                  <a:lnTo>
                    <a:pt x="1265645" y="2805948"/>
                  </a:lnTo>
                  <a:lnTo>
                    <a:pt x="1265832" y="2804541"/>
                  </a:lnTo>
                  <a:lnTo>
                    <a:pt x="1266019" y="2803222"/>
                  </a:lnTo>
                  <a:lnTo>
                    <a:pt x="1266206" y="2801990"/>
                  </a:lnTo>
                  <a:lnTo>
                    <a:pt x="1266393" y="2800891"/>
                  </a:lnTo>
                  <a:lnTo>
                    <a:pt x="1266580" y="2800090"/>
                  </a:lnTo>
                  <a:lnTo>
                    <a:pt x="1266767" y="2799563"/>
                  </a:lnTo>
                  <a:lnTo>
                    <a:pt x="1266954" y="2799035"/>
                  </a:lnTo>
                  <a:lnTo>
                    <a:pt x="1267141" y="2798507"/>
                  </a:lnTo>
                  <a:lnTo>
                    <a:pt x="1267328" y="2797979"/>
                  </a:lnTo>
                  <a:lnTo>
                    <a:pt x="1267515" y="2797452"/>
                  </a:lnTo>
                  <a:lnTo>
                    <a:pt x="1267702" y="2796924"/>
                  </a:lnTo>
                  <a:lnTo>
                    <a:pt x="1267888" y="2796484"/>
                  </a:lnTo>
                  <a:lnTo>
                    <a:pt x="1268075" y="2796229"/>
                  </a:lnTo>
                  <a:lnTo>
                    <a:pt x="1268262" y="2796115"/>
                  </a:lnTo>
                  <a:lnTo>
                    <a:pt x="1268449" y="2796185"/>
                  </a:lnTo>
                  <a:lnTo>
                    <a:pt x="1268636" y="2796246"/>
                  </a:lnTo>
                  <a:lnTo>
                    <a:pt x="1268823" y="2796358"/>
                  </a:lnTo>
                  <a:lnTo>
                    <a:pt x="1269010" y="2796449"/>
                  </a:lnTo>
                  <a:lnTo>
                    <a:pt x="1269197" y="2796439"/>
                  </a:lnTo>
                  <a:lnTo>
                    <a:pt x="1269384" y="2796188"/>
                  </a:lnTo>
                  <a:lnTo>
                    <a:pt x="1269571" y="2795900"/>
                  </a:lnTo>
                  <a:lnTo>
                    <a:pt x="1269758" y="2795611"/>
                  </a:lnTo>
                  <a:lnTo>
                    <a:pt x="1269945" y="2795322"/>
                  </a:lnTo>
                  <a:lnTo>
                    <a:pt x="1270131" y="2795034"/>
                  </a:lnTo>
                  <a:lnTo>
                    <a:pt x="1270318" y="2794521"/>
                  </a:lnTo>
                  <a:lnTo>
                    <a:pt x="1270505" y="2793814"/>
                  </a:lnTo>
                  <a:lnTo>
                    <a:pt x="1270692" y="2792739"/>
                  </a:lnTo>
                  <a:lnTo>
                    <a:pt x="1270879" y="2791375"/>
                  </a:lnTo>
                  <a:lnTo>
                    <a:pt x="1271066" y="2790160"/>
                  </a:lnTo>
                  <a:lnTo>
                    <a:pt x="1271253" y="2788909"/>
                  </a:lnTo>
                  <a:lnTo>
                    <a:pt x="1271440" y="2787796"/>
                  </a:lnTo>
                  <a:lnTo>
                    <a:pt x="1271627" y="2786435"/>
                  </a:lnTo>
                  <a:lnTo>
                    <a:pt x="1271814" y="2784998"/>
                  </a:lnTo>
                  <a:lnTo>
                    <a:pt x="1272001" y="2783584"/>
                  </a:lnTo>
                  <a:lnTo>
                    <a:pt x="1272188" y="2782410"/>
                  </a:lnTo>
                  <a:lnTo>
                    <a:pt x="1272375" y="2780821"/>
                  </a:lnTo>
                  <a:lnTo>
                    <a:pt x="1272561" y="2779232"/>
                  </a:lnTo>
                  <a:lnTo>
                    <a:pt x="1272748" y="2777643"/>
                  </a:lnTo>
                  <a:lnTo>
                    <a:pt x="1272935" y="2776054"/>
                  </a:lnTo>
                  <a:lnTo>
                    <a:pt x="1273122" y="2774733"/>
                  </a:lnTo>
                  <a:lnTo>
                    <a:pt x="1273309" y="2773479"/>
                  </a:lnTo>
                  <a:lnTo>
                    <a:pt x="1273496" y="2772453"/>
                  </a:lnTo>
                  <a:lnTo>
                    <a:pt x="1273683" y="2771543"/>
                  </a:lnTo>
                  <a:lnTo>
                    <a:pt x="1273870" y="2770355"/>
                  </a:lnTo>
                  <a:lnTo>
                    <a:pt x="1274057" y="2769363"/>
                  </a:lnTo>
                  <a:lnTo>
                    <a:pt x="1274244" y="2768025"/>
                  </a:lnTo>
                  <a:lnTo>
                    <a:pt x="1274431" y="2766916"/>
                  </a:lnTo>
                  <a:lnTo>
                    <a:pt x="1274618" y="2765778"/>
                  </a:lnTo>
                  <a:lnTo>
                    <a:pt x="1274805" y="2764553"/>
                  </a:lnTo>
                  <a:lnTo>
                    <a:pt x="1274991" y="2763334"/>
                  </a:lnTo>
                  <a:lnTo>
                    <a:pt x="1275178" y="2761857"/>
                  </a:lnTo>
                  <a:lnTo>
                    <a:pt x="1275365" y="2760168"/>
                  </a:lnTo>
                  <a:lnTo>
                    <a:pt x="1275552" y="2758068"/>
                  </a:lnTo>
                  <a:lnTo>
                    <a:pt x="1275739" y="2755652"/>
                  </a:lnTo>
                  <a:lnTo>
                    <a:pt x="1275926" y="2753072"/>
                  </a:lnTo>
                  <a:lnTo>
                    <a:pt x="1276113" y="2750517"/>
                  </a:lnTo>
                  <a:lnTo>
                    <a:pt x="1276300" y="2748063"/>
                  </a:lnTo>
                  <a:lnTo>
                    <a:pt x="1276487" y="2745957"/>
                  </a:lnTo>
                  <a:lnTo>
                    <a:pt x="1276674" y="2743930"/>
                  </a:lnTo>
                  <a:lnTo>
                    <a:pt x="1276861" y="2741244"/>
                  </a:lnTo>
                  <a:lnTo>
                    <a:pt x="1277048" y="2738625"/>
                  </a:lnTo>
                  <a:lnTo>
                    <a:pt x="1277234" y="2735686"/>
                  </a:lnTo>
                  <a:lnTo>
                    <a:pt x="1277421" y="2732396"/>
                  </a:lnTo>
                  <a:lnTo>
                    <a:pt x="1277608" y="2728940"/>
                  </a:lnTo>
                  <a:lnTo>
                    <a:pt x="1277795" y="2725112"/>
                  </a:lnTo>
                  <a:lnTo>
                    <a:pt x="1277982" y="2721015"/>
                  </a:lnTo>
                  <a:lnTo>
                    <a:pt x="1278169" y="2716842"/>
                  </a:lnTo>
                  <a:lnTo>
                    <a:pt x="1278356" y="2712929"/>
                  </a:lnTo>
                  <a:lnTo>
                    <a:pt x="1278543" y="2709263"/>
                  </a:lnTo>
                  <a:lnTo>
                    <a:pt x="1278730" y="2705705"/>
                  </a:lnTo>
                  <a:lnTo>
                    <a:pt x="1278917" y="2702233"/>
                  </a:lnTo>
                  <a:lnTo>
                    <a:pt x="1279104" y="2698721"/>
                  </a:lnTo>
                  <a:lnTo>
                    <a:pt x="1279291" y="2695028"/>
                  </a:lnTo>
                  <a:lnTo>
                    <a:pt x="1279478" y="2691178"/>
                  </a:lnTo>
                  <a:lnTo>
                    <a:pt x="1279664" y="2687674"/>
                  </a:lnTo>
                  <a:lnTo>
                    <a:pt x="1279851" y="2684175"/>
                  </a:lnTo>
                  <a:lnTo>
                    <a:pt x="1280038" y="2680926"/>
                  </a:lnTo>
                  <a:lnTo>
                    <a:pt x="1280225" y="2677722"/>
                  </a:lnTo>
                  <a:lnTo>
                    <a:pt x="1280412" y="2674760"/>
                  </a:lnTo>
                  <a:lnTo>
                    <a:pt x="1280599" y="2672412"/>
                  </a:lnTo>
                  <a:lnTo>
                    <a:pt x="1280786" y="2670706"/>
                  </a:lnTo>
                  <a:lnTo>
                    <a:pt x="1280973" y="2669290"/>
                  </a:lnTo>
                  <a:lnTo>
                    <a:pt x="1281160" y="2668180"/>
                  </a:lnTo>
                  <a:lnTo>
                    <a:pt x="1281347" y="2667221"/>
                  </a:lnTo>
                  <a:lnTo>
                    <a:pt x="1281534" y="2666283"/>
                  </a:lnTo>
                  <a:lnTo>
                    <a:pt x="1281721" y="2665198"/>
                  </a:lnTo>
                  <a:lnTo>
                    <a:pt x="1281908" y="2664192"/>
                  </a:lnTo>
                  <a:lnTo>
                    <a:pt x="1282094" y="2663429"/>
                  </a:lnTo>
                  <a:lnTo>
                    <a:pt x="1282281" y="2663077"/>
                  </a:lnTo>
                  <a:lnTo>
                    <a:pt x="1282468" y="2662725"/>
                  </a:lnTo>
                  <a:lnTo>
                    <a:pt x="1282655" y="2662268"/>
                  </a:lnTo>
                  <a:lnTo>
                    <a:pt x="1282842" y="2661740"/>
                  </a:lnTo>
                  <a:lnTo>
                    <a:pt x="1283029" y="2661195"/>
                  </a:lnTo>
                  <a:lnTo>
                    <a:pt x="1283216" y="2660474"/>
                  </a:lnTo>
                  <a:lnTo>
                    <a:pt x="1283403" y="2659594"/>
                  </a:lnTo>
                  <a:lnTo>
                    <a:pt x="1283590" y="2658714"/>
                  </a:lnTo>
                  <a:lnTo>
                    <a:pt x="1283777" y="2657615"/>
                  </a:lnTo>
                  <a:lnTo>
                    <a:pt x="1283964" y="2656260"/>
                  </a:lnTo>
                  <a:lnTo>
                    <a:pt x="1284151" y="2654774"/>
                  </a:lnTo>
                  <a:lnTo>
                    <a:pt x="1284337" y="2653349"/>
                  </a:lnTo>
                  <a:lnTo>
                    <a:pt x="1284524" y="2652117"/>
                  </a:lnTo>
                  <a:lnTo>
                    <a:pt x="1284711" y="2650912"/>
                  </a:lnTo>
                  <a:lnTo>
                    <a:pt x="1284898" y="2649857"/>
                  </a:lnTo>
                  <a:lnTo>
                    <a:pt x="1285085" y="2648801"/>
                  </a:lnTo>
                  <a:lnTo>
                    <a:pt x="1285272" y="2647746"/>
                  </a:lnTo>
                  <a:lnTo>
                    <a:pt x="1285459" y="2646796"/>
                  </a:lnTo>
                  <a:lnTo>
                    <a:pt x="1285646" y="2645916"/>
                  </a:lnTo>
                  <a:lnTo>
                    <a:pt x="1285833" y="2645054"/>
                  </a:lnTo>
                  <a:lnTo>
                    <a:pt x="1286020" y="2644175"/>
                  </a:lnTo>
                  <a:lnTo>
                    <a:pt x="1286207" y="2643254"/>
                  </a:lnTo>
                  <a:lnTo>
                    <a:pt x="1286394" y="2642384"/>
                  </a:lnTo>
                  <a:lnTo>
                    <a:pt x="1286581" y="2641700"/>
                  </a:lnTo>
                  <a:lnTo>
                    <a:pt x="1286767" y="2640675"/>
                  </a:lnTo>
                  <a:lnTo>
                    <a:pt x="1286954" y="2639738"/>
                  </a:lnTo>
                  <a:lnTo>
                    <a:pt x="1287141" y="2638891"/>
                  </a:lnTo>
                  <a:lnTo>
                    <a:pt x="1287328" y="2637880"/>
                  </a:lnTo>
                  <a:lnTo>
                    <a:pt x="1287515" y="2636557"/>
                  </a:lnTo>
                  <a:lnTo>
                    <a:pt x="1287702" y="2635223"/>
                  </a:lnTo>
                  <a:lnTo>
                    <a:pt x="1287889" y="2633764"/>
                  </a:lnTo>
                  <a:lnTo>
                    <a:pt x="1288076" y="2632065"/>
                  </a:lnTo>
                  <a:lnTo>
                    <a:pt x="1288263" y="2630365"/>
                  </a:lnTo>
                  <a:lnTo>
                    <a:pt x="1288450" y="2628666"/>
                  </a:lnTo>
                  <a:lnTo>
                    <a:pt x="1288637" y="2626967"/>
                  </a:lnTo>
                  <a:lnTo>
                    <a:pt x="1288824" y="2625373"/>
                  </a:lnTo>
                  <a:lnTo>
                    <a:pt x="1289010" y="2623831"/>
                  </a:lnTo>
                  <a:lnTo>
                    <a:pt x="1289197" y="2622189"/>
                  </a:lnTo>
                  <a:lnTo>
                    <a:pt x="1289384" y="2620255"/>
                  </a:lnTo>
                  <a:lnTo>
                    <a:pt x="1289571" y="2618817"/>
                  </a:lnTo>
                  <a:lnTo>
                    <a:pt x="1289758" y="2617122"/>
                  </a:lnTo>
                  <a:lnTo>
                    <a:pt x="1289945" y="2615181"/>
                  </a:lnTo>
                  <a:lnTo>
                    <a:pt x="1290132" y="2613442"/>
                  </a:lnTo>
                  <a:lnTo>
                    <a:pt x="1290319" y="2611979"/>
                  </a:lnTo>
                  <a:lnTo>
                    <a:pt x="1290506" y="2610582"/>
                  </a:lnTo>
                  <a:lnTo>
                    <a:pt x="1290693" y="2609367"/>
                  </a:lnTo>
                  <a:lnTo>
                    <a:pt x="1290880" y="2608663"/>
                  </a:lnTo>
                  <a:lnTo>
                    <a:pt x="1291067" y="2607960"/>
                  </a:lnTo>
                  <a:lnTo>
                    <a:pt x="1291254" y="2607230"/>
                  </a:lnTo>
                  <a:lnTo>
                    <a:pt x="1291440" y="2606595"/>
                  </a:lnTo>
                  <a:lnTo>
                    <a:pt x="1291627" y="2605997"/>
                  </a:lnTo>
                  <a:lnTo>
                    <a:pt x="1291814" y="2605448"/>
                  </a:lnTo>
                  <a:lnTo>
                    <a:pt x="1292001" y="2604887"/>
                  </a:lnTo>
                  <a:lnTo>
                    <a:pt x="1292188" y="2604232"/>
                  </a:lnTo>
                  <a:lnTo>
                    <a:pt x="1292375" y="2603419"/>
                  </a:lnTo>
                  <a:lnTo>
                    <a:pt x="1292562" y="2602627"/>
                  </a:lnTo>
                  <a:lnTo>
                    <a:pt x="1292749" y="2602037"/>
                  </a:lnTo>
                  <a:lnTo>
                    <a:pt x="1292936" y="2601504"/>
                  </a:lnTo>
                  <a:lnTo>
                    <a:pt x="1293123" y="2601080"/>
                  </a:lnTo>
                  <a:lnTo>
                    <a:pt x="1293310" y="2600693"/>
                  </a:lnTo>
                  <a:lnTo>
                    <a:pt x="1293497" y="2600305"/>
                  </a:lnTo>
                  <a:lnTo>
                    <a:pt x="1293684" y="2599874"/>
                  </a:lnTo>
                  <a:lnTo>
                    <a:pt x="1293870" y="2599233"/>
                  </a:lnTo>
                  <a:lnTo>
                    <a:pt x="1294057" y="2598456"/>
                  </a:lnTo>
                  <a:lnTo>
                    <a:pt x="1294244" y="2597469"/>
                  </a:lnTo>
                  <a:lnTo>
                    <a:pt x="1294431" y="2596210"/>
                  </a:lnTo>
                  <a:lnTo>
                    <a:pt x="1294618" y="2594807"/>
                  </a:lnTo>
                  <a:lnTo>
                    <a:pt x="1294805" y="2593039"/>
                  </a:lnTo>
                  <a:lnTo>
                    <a:pt x="1294992" y="2591429"/>
                  </a:lnTo>
                  <a:lnTo>
                    <a:pt x="1295179" y="2590013"/>
                  </a:lnTo>
                  <a:lnTo>
                    <a:pt x="1295366" y="2588606"/>
                  </a:lnTo>
                  <a:lnTo>
                    <a:pt x="1295553" y="2587198"/>
                  </a:lnTo>
                  <a:lnTo>
                    <a:pt x="1295740" y="2585659"/>
                  </a:lnTo>
                  <a:lnTo>
                    <a:pt x="1295927" y="2583838"/>
                  </a:lnTo>
                  <a:lnTo>
                    <a:pt x="1296113" y="2581745"/>
                  </a:lnTo>
                  <a:lnTo>
                    <a:pt x="1296300" y="2579537"/>
                  </a:lnTo>
                  <a:lnTo>
                    <a:pt x="1296487" y="2577303"/>
                  </a:lnTo>
                  <a:lnTo>
                    <a:pt x="1296674" y="2575324"/>
                  </a:lnTo>
                  <a:lnTo>
                    <a:pt x="1296861" y="2573380"/>
                  </a:lnTo>
                  <a:lnTo>
                    <a:pt x="1297048" y="2571463"/>
                  </a:lnTo>
                  <a:lnTo>
                    <a:pt x="1297235" y="2569774"/>
                  </a:lnTo>
                  <a:lnTo>
                    <a:pt x="1297422" y="2568191"/>
                  </a:lnTo>
                  <a:lnTo>
                    <a:pt x="1297609" y="2566730"/>
                  </a:lnTo>
                  <a:lnTo>
                    <a:pt x="1297796" y="2565349"/>
                  </a:lnTo>
                  <a:lnTo>
                    <a:pt x="1297983" y="2563942"/>
                  </a:lnTo>
                  <a:lnTo>
                    <a:pt x="1298170" y="2562658"/>
                  </a:lnTo>
                  <a:lnTo>
                    <a:pt x="1298357" y="2561268"/>
                  </a:lnTo>
                  <a:lnTo>
                    <a:pt x="1298543" y="2559922"/>
                  </a:lnTo>
                  <a:lnTo>
                    <a:pt x="1298730" y="2558603"/>
                  </a:lnTo>
                  <a:lnTo>
                    <a:pt x="1298917" y="2557486"/>
                  </a:lnTo>
                  <a:lnTo>
                    <a:pt x="1299104" y="2556351"/>
                  </a:lnTo>
                  <a:lnTo>
                    <a:pt x="1299291" y="2555269"/>
                  </a:lnTo>
                  <a:lnTo>
                    <a:pt x="1299478" y="2553880"/>
                  </a:lnTo>
                  <a:lnTo>
                    <a:pt x="1299665" y="2552268"/>
                  </a:lnTo>
                  <a:lnTo>
                    <a:pt x="1299852" y="2550846"/>
                  </a:lnTo>
                  <a:lnTo>
                    <a:pt x="1300039" y="2549237"/>
                  </a:lnTo>
                  <a:lnTo>
                    <a:pt x="1300226" y="2547310"/>
                  </a:lnTo>
                  <a:lnTo>
                    <a:pt x="1300413" y="2545289"/>
                  </a:lnTo>
                  <a:lnTo>
                    <a:pt x="1300600" y="2543283"/>
                  </a:lnTo>
                  <a:lnTo>
                    <a:pt x="1300787" y="2541262"/>
                  </a:lnTo>
                  <a:lnTo>
                    <a:pt x="1300973" y="2539451"/>
                  </a:lnTo>
                  <a:lnTo>
                    <a:pt x="1301160" y="2537980"/>
                  </a:lnTo>
                  <a:lnTo>
                    <a:pt x="1301347" y="2537093"/>
                  </a:lnTo>
                  <a:lnTo>
                    <a:pt x="1301534" y="2536441"/>
                  </a:lnTo>
                  <a:lnTo>
                    <a:pt x="1301721" y="2535763"/>
                  </a:lnTo>
                  <a:lnTo>
                    <a:pt x="1301908" y="2535033"/>
                  </a:lnTo>
                  <a:lnTo>
                    <a:pt x="1302095" y="2533769"/>
                  </a:lnTo>
                  <a:lnTo>
                    <a:pt x="1302282" y="2532409"/>
                  </a:lnTo>
                  <a:lnTo>
                    <a:pt x="1302469" y="2531123"/>
                  </a:lnTo>
                  <a:lnTo>
                    <a:pt x="1302656" y="2529692"/>
                  </a:lnTo>
                  <a:lnTo>
                    <a:pt x="1302843" y="2528650"/>
                  </a:lnTo>
                  <a:lnTo>
                    <a:pt x="1303030" y="2527595"/>
                  </a:lnTo>
                  <a:lnTo>
                    <a:pt x="1303216" y="2526507"/>
                  </a:lnTo>
                  <a:lnTo>
                    <a:pt x="1303403" y="2525331"/>
                  </a:lnTo>
                  <a:lnTo>
                    <a:pt x="1303590" y="2524085"/>
                  </a:lnTo>
                  <a:lnTo>
                    <a:pt x="1303777" y="2522713"/>
                  </a:lnTo>
                  <a:lnTo>
                    <a:pt x="1303964" y="2521132"/>
                  </a:lnTo>
                  <a:lnTo>
                    <a:pt x="1304151" y="2519237"/>
                  </a:lnTo>
                  <a:lnTo>
                    <a:pt x="1304338" y="2517246"/>
                  </a:lnTo>
                  <a:lnTo>
                    <a:pt x="1304525" y="2515134"/>
                  </a:lnTo>
                  <a:lnTo>
                    <a:pt x="1304712" y="2513248"/>
                  </a:lnTo>
                  <a:lnTo>
                    <a:pt x="1304899" y="2511952"/>
                  </a:lnTo>
                  <a:lnTo>
                    <a:pt x="1305086" y="2510985"/>
                  </a:lnTo>
                  <a:lnTo>
                    <a:pt x="1305273" y="2509698"/>
                  </a:lnTo>
                  <a:lnTo>
                    <a:pt x="1305460" y="2508484"/>
                  </a:lnTo>
                  <a:lnTo>
                    <a:pt x="1305646" y="2507343"/>
                  </a:lnTo>
                  <a:lnTo>
                    <a:pt x="1305833" y="2506568"/>
                  </a:lnTo>
                  <a:lnTo>
                    <a:pt x="1306020" y="2505567"/>
                  </a:lnTo>
                  <a:lnTo>
                    <a:pt x="1306207" y="2504602"/>
                  </a:lnTo>
                  <a:lnTo>
                    <a:pt x="1306394" y="2503652"/>
                  </a:lnTo>
                  <a:lnTo>
                    <a:pt x="1306581" y="2502940"/>
                  </a:lnTo>
                  <a:lnTo>
                    <a:pt x="1306768" y="2502736"/>
                  </a:lnTo>
                  <a:lnTo>
                    <a:pt x="1306955" y="2502664"/>
                  </a:lnTo>
                  <a:lnTo>
                    <a:pt x="1307142" y="2502794"/>
                  </a:lnTo>
                  <a:lnTo>
                    <a:pt x="1307329" y="2502938"/>
                  </a:lnTo>
                  <a:lnTo>
                    <a:pt x="1307516" y="2503104"/>
                  </a:lnTo>
                  <a:lnTo>
                    <a:pt x="1307703" y="2503767"/>
                  </a:lnTo>
                  <a:lnTo>
                    <a:pt x="1307889" y="2504718"/>
                  </a:lnTo>
                  <a:lnTo>
                    <a:pt x="1308076" y="2506036"/>
                  </a:lnTo>
                  <a:lnTo>
                    <a:pt x="1308263" y="2507658"/>
                  </a:lnTo>
                  <a:lnTo>
                    <a:pt x="1308450" y="2509446"/>
                  </a:lnTo>
                  <a:lnTo>
                    <a:pt x="1308637" y="2511306"/>
                  </a:lnTo>
                  <a:lnTo>
                    <a:pt x="1308824" y="2513273"/>
                  </a:lnTo>
                  <a:lnTo>
                    <a:pt x="1309011" y="2515353"/>
                  </a:lnTo>
                  <a:lnTo>
                    <a:pt x="1309198" y="2517618"/>
                  </a:lnTo>
                  <a:lnTo>
                    <a:pt x="1309385" y="2519807"/>
                  </a:lnTo>
                  <a:lnTo>
                    <a:pt x="1309572" y="2521756"/>
                  </a:lnTo>
                  <a:lnTo>
                    <a:pt x="1309759" y="2524119"/>
                  </a:lnTo>
                  <a:lnTo>
                    <a:pt x="1309946" y="2526483"/>
                  </a:lnTo>
                  <a:lnTo>
                    <a:pt x="1310133" y="2528847"/>
                  </a:lnTo>
                  <a:lnTo>
                    <a:pt x="1310319" y="2531095"/>
                  </a:lnTo>
                  <a:lnTo>
                    <a:pt x="1310506" y="2532982"/>
                  </a:lnTo>
                  <a:lnTo>
                    <a:pt x="1310693" y="2534556"/>
                  </a:lnTo>
                  <a:lnTo>
                    <a:pt x="1310880" y="2535835"/>
                  </a:lnTo>
                  <a:lnTo>
                    <a:pt x="1311067" y="2536990"/>
                  </a:lnTo>
                  <a:lnTo>
                    <a:pt x="1311254" y="2538145"/>
                  </a:lnTo>
                  <a:lnTo>
                    <a:pt x="1311441" y="2539183"/>
                  </a:lnTo>
                  <a:lnTo>
                    <a:pt x="1311628" y="2540108"/>
                  </a:lnTo>
                  <a:lnTo>
                    <a:pt x="1311815" y="2540965"/>
                  </a:lnTo>
                  <a:lnTo>
                    <a:pt x="1312002" y="2541739"/>
                  </a:lnTo>
                  <a:lnTo>
                    <a:pt x="1312189" y="2542523"/>
                  </a:lnTo>
                  <a:lnTo>
                    <a:pt x="1312376" y="2543365"/>
                  </a:lnTo>
                  <a:lnTo>
                    <a:pt x="1312563" y="2544441"/>
                  </a:lnTo>
                  <a:lnTo>
                    <a:pt x="1312749" y="2545738"/>
                  </a:lnTo>
                  <a:lnTo>
                    <a:pt x="1312936" y="2547206"/>
                  </a:lnTo>
                  <a:lnTo>
                    <a:pt x="1313123" y="2548829"/>
                  </a:lnTo>
                  <a:lnTo>
                    <a:pt x="1313310" y="2550574"/>
                  </a:lnTo>
                  <a:lnTo>
                    <a:pt x="1313497" y="2552466"/>
                  </a:lnTo>
                  <a:lnTo>
                    <a:pt x="1313684" y="2554322"/>
                  </a:lnTo>
                  <a:lnTo>
                    <a:pt x="1313871" y="2555976"/>
                  </a:lnTo>
                  <a:lnTo>
                    <a:pt x="1314058" y="2557552"/>
                  </a:lnTo>
                  <a:lnTo>
                    <a:pt x="1314245" y="2559619"/>
                  </a:lnTo>
                  <a:lnTo>
                    <a:pt x="1314432" y="2561315"/>
                  </a:lnTo>
                  <a:lnTo>
                    <a:pt x="1314619" y="2563384"/>
                  </a:lnTo>
                  <a:lnTo>
                    <a:pt x="1314806" y="2565768"/>
                  </a:lnTo>
                  <a:lnTo>
                    <a:pt x="1314992" y="2567989"/>
                  </a:lnTo>
                  <a:lnTo>
                    <a:pt x="1315179" y="2570422"/>
                  </a:lnTo>
                  <a:lnTo>
                    <a:pt x="1315366" y="2572887"/>
                  </a:lnTo>
                  <a:lnTo>
                    <a:pt x="1315553" y="2574783"/>
                  </a:lnTo>
                  <a:lnTo>
                    <a:pt x="1315740" y="2576440"/>
                  </a:lnTo>
                  <a:lnTo>
                    <a:pt x="1315927" y="2577939"/>
                  </a:lnTo>
                  <a:lnTo>
                    <a:pt x="1316114" y="2579040"/>
                  </a:lnTo>
                  <a:lnTo>
                    <a:pt x="1316301" y="2579749"/>
                  </a:lnTo>
                  <a:lnTo>
                    <a:pt x="1316488" y="2580390"/>
                  </a:lnTo>
                  <a:lnTo>
                    <a:pt x="1316675" y="2581414"/>
                  </a:lnTo>
                  <a:lnTo>
                    <a:pt x="1316862" y="2582489"/>
                  </a:lnTo>
                  <a:lnTo>
                    <a:pt x="1317049" y="2583269"/>
                  </a:lnTo>
                  <a:lnTo>
                    <a:pt x="1317236" y="2584316"/>
                  </a:lnTo>
                  <a:lnTo>
                    <a:pt x="1317422" y="2584716"/>
                  </a:lnTo>
                  <a:lnTo>
                    <a:pt x="1317609" y="2584834"/>
                  </a:lnTo>
                  <a:lnTo>
                    <a:pt x="1317796" y="2584595"/>
                  </a:lnTo>
                  <a:lnTo>
                    <a:pt x="1317983" y="2583388"/>
                  </a:lnTo>
                  <a:lnTo>
                    <a:pt x="1318170" y="2581655"/>
                  </a:lnTo>
                  <a:lnTo>
                    <a:pt x="1318357" y="2580244"/>
                  </a:lnTo>
                  <a:lnTo>
                    <a:pt x="1318544" y="2578605"/>
                  </a:lnTo>
                  <a:lnTo>
                    <a:pt x="1318731" y="2577073"/>
                  </a:lnTo>
                  <a:lnTo>
                    <a:pt x="1318918" y="2575863"/>
                  </a:lnTo>
                  <a:lnTo>
                    <a:pt x="1319105" y="2574847"/>
                  </a:lnTo>
                  <a:lnTo>
                    <a:pt x="1319292" y="2573774"/>
                  </a:lnTo>
                  <a:lnTo>
                    <a:pt x="1319479" y="2572253"/>
                  </a:lnTo>
                  <a:lnTo>
                    <a:pt x="1319666" y="2570670"/>
                  </a:lnTo>
                  <a:lnTo>
                    <a:pt x="1319852" y="2568810"/>
                  </a:lnTo>
                  <a:lnTo>
                    <a:pt x="1320039" y="2566988"/>
                  </a:lnTo>
                  <a:lnTo>
                    <a:pt x="1320226" y="2565531"/>
                  </a:lnTo>
                  <a:lnTo>
                    <a:pt x="1320413" y="2564590"/>
                  </a:lnTo>
                  <a:lnTo>
                    <a:pt x="1320600" y="2564122"/>
                  </a:lnTo>
                  <a:lnTo>
                    <a:pt x="1320787" y="2564130"/>
                  </a:lnTo>
                  <a:lnTo>
                    <a:pt x="1320974" y="2564032"/>
                  </a:lnTo>
                  <a:lnTo>
                    <a:pt x="1321161" y="2563995"/>
                  </a:lnTo>
                  <a:lnTo>
                    <a:pt x="1321348" y="2564110"/>
                  </a:lnTo>
                  <a:lnTo>
                    <a:pt x="1321535" y="2564355"/>
                  </a:lnTo>
                  <a:lnTo>
                    <a:pt x="1321722" y="2564362"/>
                  </a:lnTo>
                  <a:lnTo>
                    <a:pt x="1321909" y="2564379"/>
                  </a:lnTo>
                  <a:lnTo>
                    <a:pt x="1322095" y="2564505"/>
                  </a:lnTo>
                  <a:lnTo>
                    <a:pt x="1322282" y="2564504"/>
                  </a:lnTo>
                  <a:lnTo>
                    <a:pt x="1322469" y="2564614"/>
                  </a:lnTo>
                  <a:lnTo>
                    <a:pt x="1322656" y="2564695"/>
                  </a:lnTo>
                  <a:lnTo>
                    <a:pt x="1322843" y="2564515"/>
                  </a:lnTo>
                  <a:lnTo>
                    <a:pt x="1323030" y="2564121"/>
                  </a:lnTo>
                  <a:lnTo>
                    <a:pt x="1323217" y="2563623"/>
                  </a:lnTo>
                  <a:lnTo>
                    <a:pt x="1323404" y="2563002"/>
                  </a:lnTo>
                  <a:lnTo>
                    <a:pt x="1323591" y="2562249"/>
                  </a:lnTo>
                  <a:lnTo>
                    <a:pt x="1323778" y="2561397"/>
                  </a:lnTo>
                  <a:lnTo>
                    <a:pt x="1323965" y="2560402"/>
                  </a:lnTo>
                  <a:lnTo>
                    <a:pt x="1324152" y="2559700"/>
                  </a:lnTo>
                  <a:lnTo>
                    <a:pt x="1324339" y="2558753"/>
                  </a:lnTo>
                  <a:lnTo>
                    <a:pt x="1324525" y="2557732"/>
                  </a:lnTo>
                  <a:lnTo>
                    <a:pt x="1324712" y="2556852"/>
                  </a:lnTo>
                  <a:lnTo>
                    <a:pt x="1324899" y="2555816"/>
                  </a:lnTo>
                  <a:lnTo>
                    <a:pt x="1325086" y="2554352"/>
                  </a:lnTo>
                  <a:lnTo>
                    <a:pt x="1325273" y="2552858"/>
                  </a:lnTo>
                  <a:lnTo>
                    <a:pt x="1325460" y="2551701"/>
                  </a:lnTo>
                  <a:lnTo>
                    <a:pt x="1325647" y="2550685"/>
                  </a:lnTo>
                  <a:lnTo>
                    <a:pt x="1325834" y="2549968"/>
                  </a:lnTo>
                  <a:lnTo>
                    <a:pt x="1326021" y="2548802"/>
                  </a:lnTo>
                  <a:lnTo>
                    <a:pt x="1326208" y="2547724"/>
                  </a:lnTo>
                  <a:lnTo>
                    <a:pt x="1326395" y="2546770"/>
                  </a:lnTo>
                  <a:lnTo>
                    <a:pt x="1326582" y="2546190"/>
                  </a:lnTo>
                  <a:lnTo>
                    <a:pt x="1326768" y="2546182"/>
                  </a:lnTo>
                  <a:lnTo>
                    <a:pt x="1326955" y="2545511"/>
                  </a:lnTo>
                  <a:lnTo>
                    <a:pt x="1327142" y="2545337"/>
                  </a:lnTo>
                  <a:lnTo>
                    <a:pt x="1327329" y="2545413"/>
                  </a:lnTo>
                  <a:lnTo>
                    <a:pt x="1327516" y="2545095"/>
                  </a:lnTo>
                  <a:lnTo>
                    <a:pt x="1327703" y="2544191"/>
                  </a:lnTo>
                  <a:lnTo>
                    <a:pt x="1327890" y="2543177"/>
                  </a:lnTo>
                  <a:lnTo>
                    <a:pt x="1328077" y="2541872"/>
                  </a:lnTo>
                  <a:lnTo>
                    <a:pt x="1328264" y="2540557"/>
                  </a:lnTo>
                  <a:lnTo>
                    <a:pt x="1328451" y="2539416"/>
                  </a:lnTo>
                  <a:lnTo>
                    <a:pt x="1328638" y="2538515"/>
                  </a:lnTo>
                  <a:lnTo>
                    <a:pt x="1328825" y="2537441"/>
                  </a:lnTo>
                  <a:lnTo>
                    <a:pt x="1329012" y="2536251"/>
                  </a:lnTo>
                  <a:lnTo>
                    <a:pt x="1329198" y="2535102"/>
                  </a:lnTo>
                  <a:lnTo>
                    <a:pt x="1329385" y="2533779"/>
                  </a:lnTo>
                  <a:lnTo>
                    <a:pt x="1329572" y="2532685"/>
                  </a:lnTo>
                  <a:lnTo>
                    <a:pt x="1329759" y="2531903"/>
                  </a:lnTo>
                  <a:lnTo>
                    <a:pt x="1329946" y="2531263"/>
                  </a:lnTo>
                  <a:lnTo>
                    <a:pt x="1330133" y="2530539"/>
                  </a:lnTo>
                  <a:lnTo>
                    <a:pt x="1330320" y="2529770"/>
                  </a:lnTo>
                  <a:lnTo>
                    <a:pt x="1330507" y="2529112"/>
                  </a:lnTo>
                  <a:lnTo>
                    <a:pt x="1330694" y="2528419"/>
                  </a:lnTo>
                  <a:lnTo>
                    <a:pt x="1330881" y="2527832"/>
                  </a:lnTo>
                  <a:lnTo>
                    <a:pt x="1331068" y="2527419"/>
                  </a:lnTo>
                  <a:lnTo>
                    <a:pt x="1331255" y="2527253"/>
                  </a:lnTo>
                  <a:lnTo>
                    <a:pt x="1331442" y="2527055"/>
                  </a:lnTo>
                  <a:lnTo>
                    <a:pt x="1331628" y="2527039"/>
                  </a:lnTo>
                  <a:lnTo>
                    <a:pt x="1331815" y="2527655"/>
                  </a:lnTo>
                  <a:lnTo>
                    <a:pt x="1332002" y="2528698"/>
                  </a:lnTo>
                  <a:lnTo>
                    <a:pt x="1332189" y="2530404"/>
                  </a:lnTo>
                  <a:lnTo>
                    <a:pt x="1332376" y="2531803"/>
                  </a:lnTo>
                  <a:lnTo>
                    <a:pt x="1332563" y="2532867"/>
                  </a:lnTo>
                  <a:lnTo>
                    <a:pt x="1332750" y="2533923"/>
                  </a:lnTo>
                  <a:lnTo>
                    <a:pt x="1332937" y="2534978"/>
                  </a:lnTo>
                  <a:lnTo>
                    <a:pt x="1333124" y="2536166"/>
                  </a:lnTo>
                  <a:lnTo>
                    <a:pt x="1333311" y="2537635"/>
                  </a:lnTo>
                  <a:lnTo>
                    <a:pt x="1333498" y="2539236"/>
                  </a:lnTo>
                  <a:lnTo>
                    <a:pt x="1333685" y="2540872"/>
                  </a:lnTo>
                  <a:lnTo>
                    <a:pt x="1333871" y="2542402"/>
                  </a:lnTo>
                  <a:lnTo>
                    <a:pt x="1334058" y="2543677"/>
                  </a:lnTo>
                  <a:lnTo>
                    <a:pt x="1334245" y="2544918"/>
                  </a:lnTo>
                  <a:lnTo>
                    <a:pt x="1334432" y="2546131"/>
                  </a:lnTo>
                  <a:lnTo>
                    <a:pt x="1334619" y="2546756"/>
                  </a:lnTo>
                  <a:lnTo>
                    <a:pt x="1334806" y="2546914"/>
                  </a:lnTo>
                  <a:lnTo>
                    <a:pt x="1334993" y="2546800"/>
                  </a:lnTo>
                  <a:lnTo>
                    <a:pt x="1335180" y="2546457"/>
                  </a:lnTo>
                  <a:lnTo>
                    <a:pt x="1335367" y="2545868"/>
                  </a:lnTo>
                  <a:lnTo>
                    <a:pt x="1335554" y="2545067"/>
                  </a:lnTo>
                  <a:lnTo>
                    <a:pt x="1335741" y="2543994"/>
                  </a:lnTo>
                  <a:lnTo>
                    <a:pt x="1335928" y="2542543"/>
                  </a:lnTo>
                  <a:lnTo>
                    <a:pt x="1336115" y="2540485"/>
                  </a:lnTo>
                  <a:lnTo>
                    <a:pt x="1336301" y="2537758"/>
                  </a:lnTo>
                  <a:lnTo>
                    <a:pt x="1336488" y="2534732"/>
                  </a:lnTo>
                  <a:lnTo>
                    <a:pt x="1336675" y="2531451"/>
                  </a:lnTo>
                  <a:lnTo>
                    <a:pt x="1336862" y="2528267"/>
                  </a:lnTo>
                  <a:lnTo>
                    <a:pt x="1337049" y="2525021"/>
                  </a:lnTo>
                  <a:lnTo>
                    <a:pt x="1337236" y="2521396"/>
                  </a:lnTo>
                  <a:lnTo>
                    <a:pt x="1337423" y="2517904"/>
                  </a:lnTo>
                  <a:lnTo>
                    <a:pt x="1337610" y="2514897"/>
                  </a:lnTo>
                  <a:lnTo>
                    <a:pt x="1337797" y="2512081"/>
                  </a:lnTo>
                  <a:lnTo>
                    <a:pt x="1337984" y="2509466"/>
                  </a:lnTo>
                  <a:lnTo>
                    <a:pt x="1338171" y="2507997"/>
                  </a:lnTo>
                  <a:lnTo>
                    <a:pt x="1338358" y="2506533"/>
                  </a:lnTo>
                  <a:lnTo>
                    <a:pt x="1338545" y="2505396"/>
                  </a:lnTo>
                  <a:lnTo>
                    <a:pt x="1338731" y="2504104"/>
                  </a:lnTo>
                  <a:lnTo>
                    <a:pt x="1338918" y="2503052"/>
                  </a:lnTo>
                  <a:lnTo>
                    <a:pt x="1339105" y="2502525"/>
                  </a:lnTo>
                  <a:lnTo>
                    <a:pt x="1339292" y="2502375"/>
                  </a:lnTo>
                  <a:lnTo>
                    <a:pt x="1339479" y="2502969"/>
                  </a:lnTo>
                  <a:lnTo>
                    <a:pt x="1339666" y="2503715"/>
                  </a:lnTo>
                  <a:lnTo>
                    <a:pt x="1339853" y="2504277"/>
                  </a:lnTo>
                  <a:lnTo>
                    <a:pt x="1340040" y="2505064"/>
                  </a:lnTo>
                  <a:lnTo>
                    <a:pt x="1340227" y="2506029"/>
                  </a:lnTo>
                  <a:lnTo>
                    <a:pt x="1340414" y="2507000"/>
                  </a:lnTo>
                  <a:lnTo>
                    <a:pt x="1340601" y="2507859"/>
                  </a:lnTo>
                  <a:lnTo>
                    <a:pt x="1340788" y="2508588"/>
                  </a:lnTo>
                  <a:lnTo>
                    <a:pt x="1340974" y="2509123"/>
                  </a:lnTo>
                  <a:lnTo>
                    <a:pt x="1341161" y="2509881"/>
                  </a:lnTo>
                  <a:lnTo>
                    <a:pt x="1341348" y="2510410"/>
                  </a:lnTo>
                  <a:lnTo>
                    <a:pt x="1341535" y="2510802"/>
                  </a:lnTo>
                  <a:lnTo>
                    <a:pt x="1341722" y="2511115"/>
                  </a:lnTo>
                  <a:lnTo>
                    <a:pt x="1341909" y="2511309"/>
                  </a:lnTo>
                  <a:lnTo>
                    <a:pt x="1342096" y="2511014"/>
                  </a:lnTo>
                  <a:lnTo>
                    <a:pt x="1342283" y="2510178"/>
                  </a:lnTo>
                  <a:lnTo>
                    <a:pt x="1342470" y="2509114"/>
                  </a:lnTo>
                  <a:lnTo>
                    <a:pt x="1342657" y="2508502"/>
                  </a:lnTo>
                  <a:lnTo>
                    <a:pt x="1342844" y="2507847"/>
                  </a:lnTo>
                  <a:lnTo>
                    <a:pt x="1343031" y="2506781"/>
                  </a:lnTo>
                  <a:lnTo>
                    <a:pt x="1343218" y="2505067"/>
                  </a:lnTo>
                  <a:lnTo>
                    <a:pt x="1343404" y="2503522"/>
                  </a:lnTo>
                  <a:lnTo>
                    <a:pt x="1343591" y="2502010"/>
                  </a:lnTo>
                  <a:lnTo>
                    <a:pt x="1343778" y="2500518"/>
                  </a:lnTo>
                  <a:lnTo>
                    <a:pt x="1343965" y="2498667"/>
                  </a:lnTo>
                  <a:lnTo>
                    <a:pt x="1344152" y="2496553"/>
                  </a:lnTo>
                  <a:lnTo>
                    <a:pt x="1344339" y="2493818"/>
                  </a:lnTo>
                  <a:lnTo>
                    <a:pt x="1344526" y="2491075"/>
                  </a:lnTo>
                  <a:lnTo>
                    <a:pt x="1344713" y="2488304"/>
                  </a:lnTo>
                  <a:lnTo>
                    <a:pt x="1344900" y="2485677"/>
                  </a:lnTo>
                  <a:lnTo>
                    <a:pt x="1345087" y="2482770"/>
                  </a:lnTo>
                  <a:lnTo>
                    <a:pt x="1345274" y="2479553"/>
                  </a:lnTo>
                  <a:lnTo>
                    <a:pt x="1345461" y="2476210"/>
                  </a:lnTo>
                  <a:lnTo>
                    <a:pt x="1345647" y="2473065"/>
                  </a:lnTo>
                  <a:lnTo>
                    <a:pt x="1345834" y="2470256"/>
                  </a:lnTo>
                  <a:lnTo>
                    <a:pt x="1346021" y="2467547"/>
                  </a:lnTo>
                  <a:lnTo>
                    <a:pt x="1346208" y="2465013"/>
                  </a:lnTo>
                  <a:lnTo>
                    <a:pt x="1346395" y="2462608"/>
                  </a:lnTo>
                  <a:lnTo>
                    <a:pt x="1346582" y="2460670"/>
                  </a:lnTo>
                  <a:lnTo>
                    <a:pt x="1346769" y="2458594"/>
                  </a:lnTo>
                  <a:lnTo>
                    <a:pt x="1346956" y="2456797"/>
                  </a:lnTo>
                  <a:lnTo>
                    <a:pt x="1347143" y="2455260"/>
                  </a:lnTo>
                  <a:lnTo>
                    <a:pt x="1347330" y="2453550"/>
                  </a:lnTo>
                  <a:lnTo>
                    <a:pt x="1347517" y="2452113"/>
                  </a:lnTo>
                  <a:lnTo>
                    <a:pt x="1347704" y="2450930"/>
                  </a:lnTo>
                  <a:lnTo>
                    <a:pt x="1347891" y="2449862"/>
                  </a:lnTo>
                  <a:lnTo>
                    <a:pt x="1348077" y="2449176"/>
                  </a:lnTo>
                  <a:lnTo>
                    <a:pt x="1348264" y="2448693"/>
                  </a:lnTo>
                  <a:lnTo>
                    <a:pt x="1348451" y="2448238"/>
                  </a:lnTo>
                  <a:lnTo>
                    <a:pt x="1348638" y="2447661"/>
                  </a:lnTo>
                  <a:lnTo>
                    <a:pt x="1348825" y="2446857"/>
                  </a:lnTo>
                  <a:lnTo>
                    <a:pt x="1349012" y="2446273"/>
                  </a:lnTo>
                  <a:lnTo>
                    <a:pt x="1349199" y="2445753"/>
                  </a:lnTo>
                  <a:lnTo>
                    <a:pt x="1349386" y="2445370"/>
                  </a:lnTo>
                  <a:lnTo>
                    <a:pt x="1349573" y="2445127"/>
                  </a:lnTo>
                  <a:lnTo>
                    <a:pt x="1349760" y="2444720"/>
                  </a:lnTo>
                  <a:lnTo>
                    <a:pt x="1349947" y="2444374"/>
                  </a:lnTo>
                  <a:lnTo>
                    <a:pt x="1350134" y="2444248"/>
                  </a:lnTo>
                  <a:lnTo>
                    <a:pt x="1350321" y="2444378"/>
                  </a:lnTo>
                  <a:lnTo>
                    <a:pt x="1350507" y="2444530"/>
                  </a:lnTo>
                  <a:lnTo>
                    <a:pt x="1350694" y="2444549"/>
                  </a:lnTo>
                  <a:lnTo>
                    <a:pt x="1350881" y="2444298"/>
                  </a:lnTo>
                  <a:lnTo>
                    <a:pt x="1351068" y="2443798"/>
                  </a:lnTo>
                  <a:lnTo>
                    <a:pt x="1351255" y="2442992"/>
                  </a:lnTo>
                  <a:lnTo>
                    <a:pt x="1351442" y="2442178"/>
                  </a:lnTo>
                  <a:lnTo>
                    <a:pt x="1351629" y="2441286"/>
                  </a:lnTo>
                  <a:lnTo>
                    <a:pt x="1351816" y="2440591"/>
                  </a:lnTo>
                  <a:lnTo>
                    <a:pt x="1352003" y="2439845"/>
                  </a:lnTo>
                  <a:lnTo>
                    <a:pt x="1352190" y="2439133"/>
                  </a:lnTo>
                  <a:lnTo>
                    <a:pt x="1352377" y="2438751"/>
                  </a:lnTo>
                  <a:lnTo>
                    <a:pt x="1352564" y="2438502"/>
                  </a:lnTo>
                  <a:lnTo>
                    <a:pt x="1352750" y="2438381"/>
                  </a:lnTo>
                  <a:lnTo>
                    <a:pt x="1352937" y="2438709"/>
                  </a:lnTo>
                  <a:lnTo>
                    <a:pt x="1353124" y="2438752"/>
                  </a:lnTo>
                  <a:lnTo>
                    <a:pt x="1353311" y="2438584"/>
                  </a:lnTo>
                  <a:lnTo>
                    <a:pt x="1353498" y="2438793"/>
                  </a:lnTo>
                  <a:lnTo>
                    <a:pt x="1353685" y="2439326"/>
                  </a:lnTo>
                  <a:lnTo>
                    <a:pt x="1353872" y="2440152"/>
                  </a:lnTo>
                  <a:lnTo>
                    <a:pt x="1354059" y="2440959"/>
                  </a:lnTo>
                  <a:lnTo>
                    <a:pt x="1354246" y="2442026"/>
                  </a:lnTo>
                  <a:lnTo>
                    <a:pt x="1354433" y="2443288"/>
                  </a:lnTo>
                  <a:lnTo>
                    <a:pt x="1354620" y="2444382"/>
                  </a:lnTo>
                  <a:lnTo>
                    <a:pt x="1354807" y="2445875"/>
                  </a:lnTo>
                  <a:lnTo>
                    <a:pt x="1354994" y="2447401"/>
                  </a:lnTo>
                  <a:lnTo>
                    <a:pt x="1355180" y="2448907"/>
                  </a:lnTo>
                  <a:lnTo>
                    <a:pt x="1355367" y="2450836"/>
                  </a:lnTo>
                  <a:lnTo>
                    <a:pt x="1355554" y="2452674"/>
                  </a:lnTo>
                  <a:lnTo>
                    <a:pt x="1355741" y="2453848"/>
                  </a:lnTo>
                  <a:lnTo>
                    <a:pt x="1355928" y="2455161"/>
                  </a:lnTo>
                  <a:lnTo>
                    <a:pt x="1356115" y="2456306"/>
                  </a:lnTo>
                  <a:lnTo>
                    <a:pt x="1356302" y="2457094"/>
                  </a:lnTo>
                  <a:lnTo>
                    <a:pt x="1356489" y="2457934"/>
                  </a:lnTo>
                  <a:lnTo>
                    <a:pt x="1356676" y="2458585"/>
                  </a:lnTo>
                  <a:lnTo>
                    <a:pt x="1356863" y="2459446"/>
                  </a:lnTo>
                  <a:lnTo>
                    <a:pt x="1357050" y="2460150"/>
                  </a:lnTo>
                  <a:lnTo>
                    <a:pt x="1357237" y="2460866"/>
                  </a:lnTo>
                  <a:lnTo>
                    <a:pt x="1357423" y="2461228"/>
                  </a:lnTo>
                  <a:lnTo>
                    <a:pt x="1357610" y="2461626"/>
                  </a:lnTo>
                  <a:lnTo>
                    <a:pt x="1357797" y="2461605"/>
                  </a:lnTo>
                  <a:lnTo>
                    <a:pt x="1357984" y="2461291"/>
                  </a:lnTo>
                  <a:lnTo>
                    <a:pt x="1358171" y="2460348"/>
                  </a:lnTo>
                  <a:lnTo>
                    <a:pt x="1358358" y="2459230"/>
                  </a:lnTo>
                  <a:lnTo>
                    <a:pt x="1358545" y="2458047"/>
                  </a:lnTo>
                  <a:lnTo>
                    <a:pt x="1358732" y="2456581"/>
                  </a:lnTo>
                  <a:lnTo>
                    <a:pt x="1358919" y="2454664"/>
                  </a:lnTo>
                  <a:lnTo>
                    <a:pt x="1359106" y="2452851"/>
                  </a:lnTo>
                  <a:lnTo>
                    <a:pt x="1359293" y="2450639"/>
                  </a:lnTo>
                  <a:lnTo>
                    <a:pt x="1359480" y="2448796"/>
                  </a:lnTo>
                  <a:lnTo>
                    <a:pt x="1359667" y="2446798"/>
                  </a:lnTo>
                  <a:lnTo>
                    <a:pt x="1359853" y="2444506"/>
                  </a:lnTo>
                  <a:lnTo>
                    <a:pt x="1360040" y="2441963"/>
                  </a:lnTo>
                  <a:lnTo>
                    <a:pt x="1360227" y="2439355"/>
                  </a:lnTo>
                  <a:lnTo>
                    <a:pt x="1360414" y="2435947"/>
                  </a:lnTo>
                  <a:lnTo>
                    <a:pt x="1360601" y="2432524"/>
                  </a:lnTo>
                  <a:lnTo>
                    <a:pt x="1360788" y="2429281"/>
                  </a:lnTo>
                  <a:lnTo>
                    <a:pt x="1360975" y="2426352"/>
                  </a:lnTo>
                  <a:lnTo>
                    <a:pt x="1361162" y="2423825"/>
                  </a:lnTo>
                  <a:lnTo>
                    <a:pt x="1361349" y="2421398"/>
                  </a:lnTo>
                  <a:lnTo>
                    <a:pt x="1361536" y="2419026"/>
                  </a:lnTo>
                  <a:lnTo>
                    <a:pt x="1361723" y="2417208"/>
                  </a:lnTo>
                  <a:lnTo>
                    <a:pt x="1361910" y="2415496"/>
                  </a:lnTo>
                  <a:lnTo>
                    <a:pt x="1362097" y="2414043"/>
                  </a:lnTo>
                  <a:lnTo>
                    <a:pt x="1362283" y="2412561"/>
                  </a:lnTo>
                  <a:lnTo>
                    <a:pt x="1362470" y="2411621"/>
                  </a:lnTo>
                  <a:lnTo>
                    <a:pt x="1362657" y="2410798"/>
                  </a:lnTo>
                  <a:lnTo>
                    <a:pt x="1362844" y="2410991"/>
                  </a:lnTo>
                  <a:lnTo>
                    <a:pt x="1363031" y="2411464"/>
                  </a:lnTo>
                  <a:lnTo>
                    <a:pt x="1363218" y="2411812"/>
                  </a:lnTo>
                  <a:lnTo>
                    <a:pt x="1363405" y="2412758"/>
                  </a:lnTo>
                  <a:lnTo>
                    <a:pt x="1363592" y="2413271"/>
                  </a:lnTo>
                  <a:lnTo>
                    <a:pt x="1363779" y="2413239"/>
                  </a:lnTo>
                  <a:lnTo>
                    <a:pt x="1363966" y="2412356"/>
                  </a:lnTo>
                  <a:lnTo>
                    <a:pt x="1364153" y="2410959"/>
                  </a:lnTo>
                  <a:lnTo>
                    <a:pt x="1364340" y="2409691"/>
                  </a:lnTo>
                  <a:lnTo>
                    <a:pt x="1364526" y="2408252"/>
                  </a:lnTo>
                  <a:lnTo>
                    <a:pt x="1364713" y="2406915"/>
                  </a:lnTo>
                  <a:lnTo>
                    <a:pt x="1364900" y="2405542"/>
                  </a:lnTo>
                  <a:lnTo>
                    <a:pt x="1365087" y="2404198"/>
                  </a:lnTo>
                  <a:lnTo>
                    <a:pt x="1365274" y="2402618"/>
                  </a:lnTo>
                  <a:lnTo>
                    <a:pt x="1365461" y="2400725"/>
                  </a:lnTo>
                  <a:lnTo>
                    <a:pt x="1365648" y="2397903"/>
                  </a:lnTo>
                  <a:lnTo>
                    <a:pt x="1365835" y="2393978"/>
                  </a:lnTo>
                  <a:lnTo>
                    <a:pt x="1366022" y="2389707"/>
                  </a:lnTo>
                  <a:lnTo>
                    <a:pt x="1366209" y="2385206"/>
                  </a:lnTo>
                  <a:lnTo>
                    <a:pt x="1366396" y="2380775"/>
                  </a:lnTo>
                  <a:lnTo>
                    <a:pt x="1366583" y="2376386"/>
                  </a:lnTo>
                  <a:lnTo>
                    <a:pt x="1366770" y="2372527"/>
                  </a:lnTo>
                  <a:lnTo>
                    <a:pt x="1366956" y="2368769"/>
                  </a:lnTo>
                  <a:lnTo>
                    <a:pt x="1367143" y="2364885"/>
                  </a:lnTo>
                  <a:lnTo>
                    <a:pt x="1367330" y="2360996"/>
                  </a:lnTo>
                  <a:lnTo>
                    <a:pt x="1367517" y="2356988"/>
                  </a:lnTo>
                  <a:lnTo>
                    <a:pt x="1367704" y="2353100"/>
                  </a:lnTo>
                  <a:lnTo>
                    <a:pt x="1367891" y="2349168"/>
                  </a:lnTo>
                  <a:lnTo>
                    <a:pt x="1368078" y="2345122"/>
                  </a:lnTo>
                  <a:lnTo>
                    <a:pt x="1368265" y="2341435"/>
                  </a:lnTo>
                  <a:lnTo>
                    <a:pt x="1368452" y="2337960"/>
                  </a:lnTo>
                  <a:lnTo>
                    <a:pt x="1368639" y="2334746"/>
                  </a:lnTo>
                  <a:lnTo>
                    <a:pt x="1368826" y="2332107"/>
                  </a:lnTo>
                  <a:lnTo>
                    <a:pt x="1369013" y="2329750"/>
                  </a:lnTo>
                  <a:lnTo>
                    <a:pt x="1369200" y="2326443"/>
                  </a:lnTo>
                  <a:lnTo>
                    <a:pt x="1369386" y="2321807"/>
                  </a:lnTo>
                  <a:lnTo>
                    <a:pt x="1369573" y="2316117"/>
                  </a:lnTo>
                  <a:lnTo>
                    <a:pt x="1369760" y="2310654"/>
                  </a:lnTo>
                  <a:lnTo>
                    <a:pt x="1369947" y="2305430"/>
                  </a:lnTo>
                  <a:lnTo>
                    <a:pt x="1370134" y="2299985"/>
                  </a:lnTo>
                  <a:lnTo>
                    <a:pt x="1370321" y="2294224"/>
                  </a:lnTo>
                  <a:lnTo>
                    <a:pt x="1370508" y="2288111"/>
                  </a:lnTo>
                  <a:lnTo>
                    <a:pt x="1370695" y="2282148"/>
                  </a:lnTo>
                  <a:lnTo>
                    <a:pt x="1370882" y="2276167"/>
                  </a:lnTo>
                  <a:lnTo>
                    <a:pt x="1371069" y="2269912"/>
                  </a:lnTo>
                  <a:lnTo>
                    <a:pt x="1371256" y="2263567"/>
                  </a:lnTo>
                  <a:lnTo>
                    <a:pt x="1371443" y="2256962"/>
                  </a:lnTo>
                  <a:lnTo>
                    <a:pt x="1371629" y="2250277"/>
                  </a:lnTo>
                  <a:lnTo>
                    <a:pt x="1371816" y="2243246"/>
                  </a:lnTo>
                  <a:lnTo>
                    <a:pt x="1372003" y="2236713"/>
                  </a:lnTo>
                  <a:lnTo>
                    <a:pt x="1372190" y="2231399"/>
                  </a:lnTo>
                  <a:lnTo>
                    <a:pt x="1372377" y="2226777"/>
                  </a:lnTo>
                  <a:lnTo>
                    <a:pt x="1372564" y="2221520"/>
                  </a:lnTo>
                  <a:lnTo>
                    <a:pt x="1372751" y="2216543"/>
                  </a:lnTo>
                  <a:lnTo>
                    <a:pt x="1372938" y="2211766"/>
                  </a:lnTo>
                  <a:lnTo>
                    <a:pt x="1373125" y="2207131"/>
                  </a:lnTo>
                  <a:lnTo>
                    <a:pt x="1373312" y="2203133"/>
                  </a:lnTo>
                  <a:lnTo>
                    <a:pt x="1373499" y="2200426"/>
                  </a:lnTo>
                  <a:lnTo>
                    <a:pt x="1373686" y="2198304"/>
                  </a:lnTo>
                  <a:lnTo>
                    <a:pt x="1373873" y="2197360"/>
                  </a:lnTo>
                  <a:lnTo>
                    <a:pt x="1374059" y="2196348"/>
                  </a:lnTo>
                  <a:lnTo>
                    <a:pt x="1374246" y="2195352"/>
                  </a:lnTo>
                  <a:lnTo>
                    <a:pt x="1374433" y="2193980"/>
                  </a:lnTo>
                  <a:lnTo>
                    <a:pt x="1374620" y="2193152"/>
                  </a:lnTo>
                  <a:lnTo>
                    <a:pt x="1374807" y="2192701"/>
                  </a:lnTo>
                  <a:lnTo>
                    <a:pt x="1374994" y="2192277"/>
                  </a:lnTo>
                  <a:lnTo>
                    <a:pt x="1375181" y="2191180"/>
                  </a:lnTo>
                  <a:lnTo>
                    <a:pt x="1375368" y="2190158"/>
                  </a:lnTo>
                  <a:lnTo>
                    <a:pt x="1375555" y="2187750"/>
                  </a:lnTo>
                  <a:lnTo>
                    <a:pt x="1375742" y="2185398"/>
                  </a:lnTo>
                  <a:lnTo>
                    <a:pt x="1375929" y="2182245"/>
                  </a:lnTo>
                  <a:lnTo>
                    <a:pt x="1376116" y="2178281"/>
                  </a:lnTo>
                  <a:lnTo>
                    <a:pt x="1376302" y="2173238"/>
                  </a:lnTo>
                  <a:lnTo>
                    <a:pt x="1376489" y="2168158"/>
                  </a:lnTo>
                  <a:lnTo>
                    <a:pt x="1376676" y="2162495"/>
                  </a:lnTo>
                  <a:lnTo>
                    <a:pt x="1376863" y="2156126"/>
                  </a:lnTo>
                  <a:lnTo>
                    <a:pt x="1377050" y="2149953"/>
                  </a:lnTo>
                  <a:lnTo>
                    <a:pt x="1377237" y="2144189"/>
                  </a:lnTo>
                  <a:lnTo>
                    <a:pt x="1377424" y="2138754"/>
                  </a:lnTo>
                  <a:lnTo>
                    <a:pt x="1377611" y="2133045"/>
                  </a:lnTo>
                  <a:lnTo>
                    <a:pt x="1377798" y="2127993"/>
                  </a:lnTo>
                  <a:lnTo>
                    <a:pt x="1377985" y="2123751"/>
                  </a:lnTo>
                  <a:lnTo>
                    <a:pt x="1378172" y="2119327"/>
                  </a:lnTo>
                  <a:lnTo>
                    <a:pt x="1378359" y="2115337"/>
                  </a:lnTo>
                  <a:lnTo>
                    <a:pt x="1378546" y="2111867"/>
                  </a:lnTo>
                  <a:lnTo>
                    <a:pt x="1378732" y="2109104"/>
                  </a:lnTo>
                  <a:lnTo>
                    <a:pt x="1378919" y="2106660"/>
                  </a:lnTo>
                  <a:lnTo>
                    <a:pt x="1379106" y="2104924"/>
                  </a:lnTo>
                  <a:lnTo>
                    <a:pt x="1379293" y="2103268"/>
                  </a:lnTo>
                  <a:lnTo>
                    <a:pt x="1379480" y="2102134"/>
                  </a:lnTo>
                  <a:lnTo>
                    <a:pt x="1379667" y="2101306"/>
                  </a:lnTo>
                  <a:lnTo>
                    <a:pt x="1379854" y="2100012"/>
                  </a:lnTo>
                  <a:lnTo>
                    <a:pt x="1380041" y="2098411"/>
                  </a:lnTo>
                  <a:lnTo>
                    <a:pt x="1380228" y="2096627"/>
                  </a:lnTo>
                  <a:lnTo>
                    <a:pt x="1380415" y="2094901"/>
                  </a:lnTo>
                  <a:lnTo>
                    <a:pt x="1380602" y="2093115"/>
                  </a:lnTo>
                  <a:lnTo>
                    <a:pt x="1380789" y="2091331"/>
                  </a:lnTo>
                  <a:lnTo>
                    <a:pt x="1380976" y="2089116"/>
                  </a:lnTo>
                  <a:lnTo>
                    <a:pt x="1381162" y="2086315"/>
                  </a:lnTo>
                  <a:lnTo>
                    <a:pt x="1381349" y="2083545"/>
                  </a:lnTo>
                  <a:lnTo>
                    <a:pt x="1381536" y="2080634"/>
                  </a:lnTo>
                  <a:lnTo>
                    <a:pt x="1381723" y="2077768"/>
                  </a:lnTo>
                  <a:lnTo>
                    <a:pt x="1381910" y="2074563"/>
                  </a:lnTo>
                  <a:lnTo>
                    <a:pt x="1382097" y="2071953"/>
                  </a:lnTo>
                  <a:lnTo>
                    <a:pt x="1382284" y="2069083"/>
                  </a:lnTo>
                  <a:lnTo>
                    <a:pt x="1382471" y="2067055"/>
                  </a:lnTo>
                  <a:lnTo>
                    <a:pt x="1382658" y="2065682"/>
                  </a:lnTo>
                  <a:lnTo>
                    <a:pt x="1382845" y="2064750"/>
                  </a:lnTo>
                  <a:lnTo>
                    <a:pt x="1383032" y="2063690"/>
                  </a:lnTo>
                  <a:lnTo>
                    <a:pt x="1383219" y="2062099"/>
                  </a:lnTo>
                  <a:lnTo>
                    <a:pt x="1383405" y="2060327"/>
                  </a:lnTo>
                  <a:lnTo>
                    <a:pt x="1383592" y="2058311"/>
                  </a:lnTo>
                  <a:lnTo>
                    <a:pt x="1383779" y="2056350"/>
                  </a:lnTo>
                  <a:lnTo>
                    <a:pt x="1383966" y="2054210"/>
                  </a:lnTo>
                  <a:lnTo>
                    <a:pt x="1384153" y="2052374"/>
                  </a:lnTo>
                  <a:lnTo>
                    <a:pt x="1384340" y="2050275"/>
                  </a:lnTo>
                  <a:lnTo>
                    <a:pt x="1384527" y="2048066"/>
                  </a:lnTo>
                  <a:lnTo>
                    <a:pt x="1384714" y="2046558"/>
                  </a:lnTo>
                  <a:lnTo>
                    <a:pt x="1384901" y="2044997"/>
                  </a:lnTo>
                  <a:lnTo>
                    <a:pt x="1385088" y="2043634"/>
                  </a:lnTo>
                  <a:lnTo>
                    <a:pt x="1385275" y="2042279"/>
                  </a:lnTo>
                  <a:lnTo>
                    <a:pt x="1385462" y="2040654"/>
                  </a:lnTo>
                  <a:lnTo>
                    <a:pt x="1385649" y="2039029"/>
                  </a:lnTo>
                  <a:lnTo>
                    <a:pt x="1385835" y="2037687"/>
                  </a:lnTo>
                  <a:lnTo>
                    <a:pt x="1386022" y="2036600"/>
                  </a:lnTo>
                  <a:lnTo>
                    <a:pt x="1386209" y="2035449"/>
                  </a:lnTo>
                  <a:lnTo>
                    <a:pt x="1386396" y="2034406"/>
                  </a:lnTo>
                  <a:lnTo>
                    <a:pt x="1386583" y="2033528"/>
                  </a:lnTo>
                  <a:lnTo>
                    <a:pt x="1386770" y="2032541"/>
                  </a:lnTo>
                  <a:lnTo>
                    <a:pt x="1386957" y="2031479"/>
                  </a:lnTo>
                  <a:lnTo>
                    <a:pt x="1387144" y="2030663"/>
                  </a:lnTo>
                  <a:lnTo>
                    <a:pt x="1387331" y="2029922"/>
                  </a:lnTo>
                  <a:lnTo>
                    <a:pt x="1387518" y="2029301"/>
                  </a:lnTo>
                  <a:lnTo>
                    <a:pt x="1387705" y="2028705"/>
                  </a:lnTo>
                  <a:lnTo>
                    <a:pt x="1387892" y="2028341"/>
                  </a:lnTo>
                  <a:lnTo>
                    <a:pt x="1388079" y="2027954"/>
                  </a:lnTo>
                  <a:lnTo>
                    <a:pt x="1388265" y="2027543"/>
                  </a:lnTo>
                  <a:lnTo>
                    <a:pt x="1388452" y="2027131"/>
                  </a:lnTo>
                  <a:lnTo>
                    <a:pt x="1388639" y="2026745"/>
                  </a:lnTo>
                  <a:lnTo>
                    <a:pt x="1388826" y="2026131"/>
                  </a:lnTo>
                  <a:lnTo>
                    <a:pt x="1389013" y="2025618"/>
                  </a:lnTo>
                  <a:lnTo>
                    <a:pt x="1389200" y="2025302"/>
                  </a:lnTo>
                  <a:lnTo>
                    <a:pt x="1389387" y="2024857"/>
                  </a:lnTo>
                  <a:lnTo>
                    <a:pt x="1389574" y="2024337"/>
                  </a:lnTo>
                  <a:lnTo>
                    <a:pt x="1389761" y="2023786"/>
                  </a:lnTo>
                  <a:lnTo>
                    <a:pt x="1389948" y="2023268"/>
                  </a:lnTo>
                  <a:lnTo>
                    <a:pt x="1390135" y="2022980"/>
                  </a:lnTo>
                  <a:lnTo>
                    <a:pt x="1390322" y="2022902"/>
                  </a:lnTo>
                  <a:lnTo>
                    <a:pt x="1390508" y="2022865"/>
                  </a:lnTo>
                  <a:lnTo>
                    <a:pt x="1390695" y="2022968"/>
                  </a:lnTo>
                  <a:lnTo>
                    <a:pt x="1390882" y="2023151"/>
                  </a:lnTo>
                  <a:lnTo>
                    <a:pt x="1391069" y="2023154"/>
                  </a:lnTo>
                  <a:lnTo>
                    <a:pt x="1391256" y="2023138"/>
                  </a:lnTo>
                  <a:lnTo>
                    <a:pt x="1391443" y="2022921"/>
                  </a:lnTo>
                  <a:lnTo>
                    <a:pt x="1391630" y="2022712"/>
                  </a:lnTo>
                  <a:lnTo>
                    <a:pt x="1391817" y="2022520"/>
                  </a:lnTo>
                  <a:lnTo>
                    <a:pt x="1392004" y="2022150"/>
                  </a:lnTo>
                  <a:lnTo>
                    <a:pt x="1392191" y="2021725"/>
                  </a:lnTo>
                  <a:lnTo>
                    <a:pt x="1392378" y="2021088"/>
                  </a:lnTo>
                  <a:lnTo>
                    <a:pt x="1392565" y="2020465"/>
                  </a:lnTo>
                  <a:lnTo>
                    <a:pt x="1392752" y="2019934"/>
                  </a:lnTo>
                  <a:lnTo>
                    <a:pt x="1392938" y="2019388"/>
                  </a:lnTo>
                  <a:lnTo>
                    <a:pt x="1393125" y="2018715"/>
                  </a:lnTo>
                  <a:lnTo>
                    <a:pt x="1393312" y="2018235"/>
                  </a:lnTo>
                  <a:lnTo>
                    <a:pt x="1393499" y="2017712"/>
                  </a:lnTo>
                  <a:lnTo>
                    <a:pt x="1393686" y="2017343"/>
                  </a:lnTo>
                  <a:lnTo>
                    <a:pt x="1393873" y="2017025"/>
                  </a:lnTo>
                  <a:lnTo>
                    <a:pt x="1394060" y="2016779"/>
                  </a:lnTo>
                  <a:lnTo>
                    <a:pt x="1394247" y="2017151"/>
                  </a:lnTo>
                  <a:lnTo>
                    <a:pt x="1394434" y="2017483"/>
                  </a:lnTo>
                  <a:lnTo>
                    <a:pt x="1394621" y="2018227"/>
                  </a:lnTo>
                  <a:lnTo>
                    <a:pt x="1394808" y="2019705"/>
                  </a:lnTo>
                  <a:lnTo>
                    <a:pt x="1394995" y="2020479"/>
                  </a:lnTo>
                  <a:lnTo>
                    <a:pt x="1395181" y="2021106"/>
                  </a:lnTo>
                  <a:lnTo>
                    <a:pt x="1395368" y="2021684"/>
                  </a:lnTo>
                  <a:lnTo>
                    <a:pt x="1395555" y="2022185"/>
                  </a:lnTo>
                  <a:lnTo>
                    <a:pt x="1395742" y="2022935"/>
                  </a:lnTo>
                  <a:lnTo>
                    <a:pt x="1395929" y="2023701"/>
                  </a:lnTo>
                  <a:lnTo>
                    <a:pt x="1396116" y="2024549"/>
                  </a:lnTo>
                  <a:lnTo>
                    <a:pt x="1396303" y="2025614"/>
                  </a:lnTo>
                  <a:lnTo>
                    <a:pt x="1396490" y="2026583"/>
                  </a:lnTo>
                  <a:lnTo>
                    <a:pt x="1396677" y="2027649"/>
                  </a:lnTo>
                  <a:lnTo>
                    <a:pt x="1396864" y="2028105"/>
                  </a:lnTo>
                  <a:lnTo>
                    <a:pt x="1397051" y="2028790"/>
                  </a:lnTo>
                  <a:lnTo>
                    <a:pt x="1397238" y="2029691"/>
                  </a:lnTo>
                  <a:lnTo>
                    <a:pt x="1397425" y="2030907"/>
                  </a:lnTo>
                  <a:lnTo>
                    <a:pt x="1397611" y="2032245"/>
                  </a:lnTo>
                  <a:lnTo>
                    <a:pt x="1397798" y="2034667"/>
                  </a:lnTo>
                  <a:lnTo>
                    <a:pt x="1397985" y="2037007"/>
                  </a:lnTo>
                  <a:lnTo>
                    <a:pt x="1398172" y="2039097"/>
                  </a:lnTo>
                  <a:lnTo>
                    <a:pt x="1398359" y="2041063"/>
                  </a:lnTo>
                  <a:lnTo>
                    <a:pt x="1398546" y="2041320"/>
                  </a:lnTo>
                  <a:lnTo>
                    <a:pt x="1398733" y="2040837"/>
                  </a:lnTo>
                  <a:lnTo>
                    <a:pt x="1398920" y="2039771"/>
                  </a:lnTo>
                  <a:lnTo>
                    <a:pt x="1399107" y="2038429"/>
                  </a:lnTo>
                  <a:lnTo>
                    <a:pt x="1399294" y="2037486"/>
                  </a:lnTo>
                  <a:lnTo>
                    <a:pt x="1399481" y="2036471"/>
                  </a:lnTo>
                  <a:lnTo>
                    <a:pt x="1399668" y="2036167"/>
                  </a:lnTo>
                  <a:lnTo>
                    <a:pt x="1399855" y="2035678"/>
                  </a:lnTo>
                  <a:lnTo>
                    <a:pt x="1400041" y="2035555"/>
                  </a:lnTo>
                  <a:lnTo>
                    <a:pt x="1400228" y="2034228"/>
                  </a:lnTo>
                  <a:lnTo>
                    <a:pt x="1400415" y="2032797"/>
                  </a:lnTo>
                  <a:lnTo>
                    <a:pt x="1400602" y="2032040"/>
                  </a:lnTo>
                  <a:lnTo>
                    <a:pt x="1400789" y="2031495"/>
                  </a:lnTo>
                  <a:lnTo>
                    <a:pt x="1400976" y="2031307"/>
                  </a:lnTo>
                  <a:lnTo>
                    <a:pt x="1401163" y="2031803"/>
                  </a:lnTo>
                  <a:lnTo>
                    <a:pt x="1401350" y="2032890"/>
                  </a:lnTo>
                  <a:lnTo>
                    <a:pt x="1401537" y="2034108"/>
                  </a:lnTo>
                  <a:lnTo>
                    <a:pt x="1401724" y="2035528"/>
                  </a:lnTo>
                  <a:lnTo>
                    <a:pt x="1401911" y="2036748"/>
                  </a:lnTo>
                  <a:lnTo>
                    <a:pt x="1402098" y="2038136"/>
                  </a:lnTo>
                  <a:lnTo>
                    <a:pt x="1402284" y="2040040"/>
                  </a:lnTo>
                  <a:lnTo>
                    <a:pt x="1402471" y="2042310"/>
                  </a:lnTo>
                  <a:lnTo>
                    <a:pt x="1402658" y="2044979"/>
                  </a:lnTo>
                  <a:lnTo>
                    <a:pt x="1402845" y="2047702"/>
                  </a:lnTo>
                  <a:lnTo>
                    <a:pt x="1403032" y="2051166"/>
                  </a:lnTo>
                  <a:lnTo>
                    <a:pt x="1403219" y="2054990"/>
                  </a:lnTo>
                  <a:lnTo>
                    <a:pt x="1403406" y="2058289"/>
                  </a:lnTo>
                  <a:lnTo>
                    <a:pt x="1403593" y="2061497"/>
                  </a:lnTo>
                  <a:lnTo>
                    <a:pt x="1403780" y="2063931"/>
                  </a:lnTo>
                  <a:lnTo>
                    <a:pt x="1403967" y="2065878"/>
                  </a:lnTo>
                  <a:lnTo>
                    <a:pt x="1404154" y="2066599"/>
                  </a:lnTo>
                  <a:lnTo>
                    <a:pt x="1404341" y="2066523"/>
                  </a:lnTo>
                  <a:lnTo>
                    <a:pt x="1404528" y="2065543"/>
                  </a:lnTo>
                  <a:lnTo>
                    <a:pt x="1404714" y="2063831"/>
                  </a:lnTo>
                  <a:lnTo>
                    <a:pt x="1404901" y="2062149"/>
                  </a:lnTo>
                  <a:lnTo>
                    <a:pt x="1405088" y="2060077"/>
                  </a:lnTo>
                  <a:lnTo>
                    <a:pt x="1405275" y="2058179"/>
                  </a:lnTo>
                  <a:lnTo>
                    <a:pt x="1405462" y="2056498"/>
                  </a:lnTo>
                  <a:lnTo>
                    <a:pt x="1405649" y="2054246"/>
                  </a:lnTo>
                  <a:lnTo>
                    <a:pt x="1405836" y="2051510"/>
                  </a:lnTo>
                  <a:lnTo>
                    <a:pt x="1406023" y="2048550"/>
                  </a:lnTo>
                  <a:lnTo>
                    <a:pt x="1406210" y="2044828"/>
                  </a:lnTo>
                  <a:lnTo>
                    <a:pt x="1406397" y="2040871"/>
                  </a:lnTo>
                  <a:lnTo>
                    <a:pt x="1406584" y="2037562"/>
                  </a:lnTo>
                  <a:lnTo>
                    <a:pt x="1406771" y="2035570"/>
                  </a:lnTo>
                  <a:lnTo>
                    <a:pt x="1406958" y="2034688"/>
                  </a:lnTo>
                  <a:lnTo>
                    <a:pt x="1407144" y="2033905"/>
                  </a:lnTo>
                  <a:lnTo>
                    <a:pt x="1407331" y="2033429"/>
                  </a:lnTo>
                  <a:lnTo>
                    <a:pt x="1407518" y="2033638"/>
                  </a:lnTo>
                  <a:lnTo>
                    <a:pt x="1407705" y="2034663"/>
                  </a:lnTo>
                  <a:lnTo>
                    <a:pt x="1407892" y="2036264"/>
                  </a:lnTo>
                  <a:lnTo>
                    <a:pt x="1408079" y="2037118"/>
                  </a:lnTo>
                  <a:lnTo>
                    <a:pt x="1408266" y="2037643"/>
                  </a:lnTo>
                  <a:lnTo>
                    <a:pt x="1408453" y="2037379"/>
                  </a:lnTo>
                  <a:lnTo>
                    <a:pt x="1408640" y="2036608"/>
                  </a:lnTo>
                  <a:lnTo>
                    <a:pt x="1408827" y="2036305"/>
                  </a:lnTo>
                  <a:lnTo>
                    <a:pt x="1409014" y="2035857"/>
                  </a:lnTo>
                  <a:lnTo>
                    <a:pt x="1409201" y="2036608"/>
                  </a:lnTo>
                  <a:lnTo>
                    <a:pt x="1409387" y="2037986"/>
                  </a:lnTo>
                  <a:lnTo>
                    <a:pt x="1409574" y="2038679"/>
                  </a:lnTo>
                  <a:lnTo>
                    <a:pt x="1409761" y="2037891"/>
                  </a:lnTo>
                  <a:lnTo>
                    <a:pt x="1409948" y="2037813"/>
                  </a:lnTo>
                  <a:lnTo>
                    <a:pt x="1410135" y="2037828"/>
                  </a:lnTo>
                  <a:lnTo>
                    <a:pt x="1410322" y="2036944"/>
                  </a:lnTo>
                  <a:lnTo>
                    <a:pt x="1410509" y="2036117"/>
                  </a:lnTo>
                  <a:lnTo>
                    <a:pt x="1410696" y="2034758"/>
                  </a:lnTo>
                  <a:lnTo>
                    <a:pt x="1410883" y="2034422"/>
                  </a:lnTo>
                  <a:lnTo>
                    <a:pt x="1411070" y="2034290"/>
                  </a:lnTo>
                  <a:lnTo>
                    <a:pt x="1411257" y="2033247"/>
                  </a:lnTo>
                  <a:lnTo>
                    <a:pt x="1411444" y="2032235"/>
                  </a:lnTo>
                  <a:lnTo>
                    <a:pt x="1411631" y="2031330"/>
                  </a:lnTo>
                  <a:lnTo>
                    <a:pt x="1411817" y="2030613"/>
                  </a:lnTo>
                  <a:lnTo>
                    <a:pt x="1412004" y="2029275"/>
                  </a:lnTo>
                  <a:lnTo>
                    <a:pt x="1412191" y="2027584"/>
                  </a:lnTo>
                  <a:lnTo>
                    <a:pt x="1412378" y="2026253"/>
                  </a:lnTo>
                  <a:lnTo>
                    <a:pt x="1412565" y="2026905"/>
                  </a:lnTo>
                  <a:lnTo>
                    <a:pt x="1412752" y="2026876"/>
                  </a:lnTo>
                  <a:lnTo>
                    <a:pt x="1412939" y="2026964"/>
                  </a:lnTo>
                  <a:lnTo>
                    <a:pt x="1413126" y="2026364"/>
                  </a:lnTo>
                  <a:lnTo>
                    <a:pt x="1413313" y="2025953"/>
                  </a:lnTo>
                  <a:lnTo>
                    <a:pt x="1413500" y="2025862"/>
                  </a:lnTo>
                  <a:lnTo>
                    <a:pt x="1413687" y="2025633"/>
                  </a:lnTo>
                  <a:lnTo>
                    <a:pt x="1413874" y="2023521"/>
                  </a:lnTo>
                  <a:lnTo>
                    <a:pt x="1414060" y="2022758"/>
                  </a:lnTo>
                  <a:lnTo>
                    <a:pt x="1414247" y="2023424"/>
                  </a:lnTo>
                  <a:lnTo>
                    <a:pt x="1414434" y="2023749"/>
                  </a:lnTo>
                  <a:lnTo>
                    <a:pt x="1414621" y="2023501"/>
                  </a:lnTo>
                  <a:lnTo>
                    <a:pt x="1414808" y="2022145"/>
                  </a:lnTo>
                  <a:lnTo>
                    <a:pt x="1414995" y="2020788"/>
                  </a:lnTo>
                  <a:lnTo>
                    <a:pt x="1415182" y="2019055"/>
                  </a:lnTo>
                  <a:lnTo>
                    <a:pt x="1415369" y="2016146"/>
                  </a:lnTo>
                  <a:lnTo>
                    <a:pt x="1415556" y="2013268"/>
                  </a:lnTo>
                  <a:lnTo>
                    <a:pt x="1415743" y="2009489"/>
                  </a:lnTo>
                  <a:lnTo>
                    <a:pt x="1415930" y="2005906"/>
                  </a:lnTo>
                  <a:lnTo>
                    <a:pt x="1416117" y="2001019"/>
                  </a:lnTo>
                  <a:lnTo>
                    <a:pt x="1416304" y="1995442"/>
                  </a:lnTo>
                  <a:lnTo>
                    <a:pt x="1416490" y="1989793"/>
                  </a:lnTo>
                  <a:lnTo>
                    <a:pt x="1416677" y="1983950"/>
                  </a:lnTo>
                  <a:lnTo>
                    <a:pt x="1416864" y="1978339"/>
                  </a:lnTo>
                  <a:lnTo>
                    <a:pt x="1417051" y="1971558"/>
                  </a:lnTo>
                  <a:lnTo>
                    <a:pt x="1417238" y="1965786"/>
                  </a:lnTo>
                  <a:lnTo>
                    <a:pt x="1417425" y="1960469"/>
                  </a:lnTo>
                  <a:lnTo>
                    <a:pt x="1417612" y="1955613"/>
                  </a:lnTo>
                  <a:lnTo>
                    <a:pt x="1417799" y="1950892"/>
                  </a:lnTo>
                  <a:lnTo>
                    <a:pt x="1417986" y="1946176"/>
                  </a:lnTo>
                  <a:lnTo>
                    <a:pt x="1418173" y="1941144"/>
                  </a:lnTo>
                  <a:lnTo>
                    <a:pt x="1418360" y="1936480"/>
                  </a:lnTo>
                  <a:lnTo>
                    <a:pt x="1418547" y="1932381"/>
                  </a:lnTo>
                  <a:lnTo>
                    <a:pt x="1418734" y="1928461"/>
                  </a:lnTo>
                  <a:lnTo>
                    <a:pt x="1418920" y="1924320"/>
                  </a:lnTo>
                  <a:lnTo>
                    <a:pt x="1419107" y="1921397"/>
                  </a:lnTo>
                  <a:lnTo>
                    <a:pt x="1419294" y="1919268"/>
                  </a:lnTo>
                  <a:lnTo>
                    <a:pt x="1419481" y="1917230"/>
                  </a:lnTo>
                  <a:lnTo>
                    <a:pt x="1419668" y="1914482"/>
                  </a:lnTo>
                  <a:lnTo>
                    <a:pt x="1419855" y="1912039"/>
                  </a:lnTo>
                  <a:lnTo>
                    <a:pt x="1420042" y="1909184"/>
                  </a:lnTo>
                  <a:lnTo>
                    <a:pt x="1420229" y="1906189"/>
                  </a:lnTo>
                  <a:lnTo>
                    <a:pt x="1420416" y="1903020"/>
                  </a:lnTo>
                  <a:lnTo>
                    <a:pt x="1420603" y="1899601"/>
                  </a:lnTo>
                  <a:lnTo>
                    <a:pt x="1420790" y="1896953"/>
                  </a:lnTo>
                  <a:lnTo>
                    <a:pt x="1420977" y="1894233"/>
                  </a:lnTo>
                  <a:lnTo>
                    <a:pt x="1421163" y="1891560"/>
                  </a:lnTo>
                  <a:lnTo>
                    <a:pt x="1421350" y="1888904"/>
                  </a:lnTo>
                  <a:lnTo>
                    <a:pt x="1421537" y="1885746"/>
                  </a:lnTo>
                  <a:lnTo>
                    <a:pt x="1421724" y="1882130"/>
                  </a:lnTo>
                  <a:lnTo>
                    <a:pt x="1421911" y="1877991"/>
                  </a:lnTo>
                  <a:lnTo>
                    <a:pt x="1422098" y="1873399"/>
                  </a:lnTo>
                  <a:lnTo>
                    <a:pt x="1422285" y="1867456"/>
                  </a:lnTo>
                  <a:lnTo>
                    <a:pt x="1422472" y="1861398"/>
                  </a:lnTo>
                  <a:lnTo>
                    <a:pt x="1422659" y="1854130"/>
                  </a:lnTo>
                  <a:lnTo>
                    <a:pt x="1422846" y="1847737"/>
                  </a:lnTo>
                  <a:lnTo>
                    <a:pt x="1423033" y="1841481"/>
                  </a:lnTo>
                  <a:lnTo>
                    <a:pt x="1423220" y="1835022"/>
                  </a:lnTo>
                  <a:lnTo>
                    <a:pt x="1423407" y="1828998"/>
                  </a:lnTo>
                  <a:lnTo>
                    <a:pt x="1423593" y="1822110"/>
                  </a:lnTo>
                  <a:lnTo>
                    <a:pt x="1423780" y="1815189"/>
                  </a:lnTo>
                  <a:lnTo>
                    <a:pt x="1423967" y="1807923"/>
                  </a:lnTo>
                  <a:lnTo>
                    <a:pt x="1424154" y="1800906"/>
                  </a:lnTo>
                  <a:lnTo>
                    <a:pt x="1424341" y="1795269"/>
                  </a:lnTo>
                  <a:lnTo>
                    <a:pt x="1424528" y="1790861"/>
                  </a:lnTo>
                  <a:lnTo>
                    <a:pt x="1424715" y="1786641"/>
                  </a:lnTo>
                  <a:lnTo>
                    <a:pt x="1424902" y="1781667"/>
                  </a:lnTo>
                  <a:lnTo>
                    <a:pt x="1425089" y="1776037"/>
                  </a:lnTo>
                  <a:lnTo>
                    <a:pt x="1425276" y="1769241"/>
                  </a:lnTo>
                  <a:lnTo>
                    <a:pt x="1425463" y="1762398"/>
                  </a:lnTo>
                  <a:lnTo>
                    <a:pt x="1425650" y="1754690"/>
                  </a:lnTo>
                  <a:lnTo>
                    <a:pt x="1425837" y="1745664"/>
                  </a:lnTo>
                  <a:lnTo>
                    <a:pt x="1426023" y="1735680"/>
                  </a:lnTo>
                  <a:lnTo>
                    <a:pt x="1426210" y="1727177"/>
                  </a:lnTo>
                  <a:lnTo>
                    <a:pt x="1426397" y="1718385"/>
                  </a:lnTo>
                  <a:lnTo>
                    <a:pt x="1426584" y="1711028"/>
                  </a:lnTo>
                  <a:lnTo>
                    <a:pt x="1426771" y="1704082"/>
                  </a:lnTo>
                  <a:lnTo>
                    <a:pt x="1426958" y="1697505"/>
                  </a:lnTo>
                  <a:lnTo>
                    <a:pt x="1427145" y="1690359"/>
                  </a:lnTo>
                  <a:lnTo>
                    <a:pt x="1427332" y="1683409"/>
                  </a:lnTo>
                  <a:lnTo>
                    <a:pt x="1427519" y="1676774"/>
                  </a:lnTo>
                  <a:lnTo>
                    <a:pt x="1427706" y="1670526"/>
                  </a:lnTo>
                  <a:lnTo>
                    <a:pt x="1427893" y="1665128"/>
                  </a:lnTo>
                  <a:lnTo>
                    <a:pt x="1428080" y="1660611"/>
                  </a:lnTo>
                  <a:lnTo>
                    <a:pt x="1428266" y="1656413"/>
                  </a:lnTo>
                  <a:lnTo>
                    <a:pt x="1428453" y="1652764"/>
                  </a:lnTo>
                  <a:lnTo>
                    <a:pt x="1428640" y="1649767"/>
                  </a:lnTo>
                  <a:lnTo>
                    <a:pt x="1428827" y="1647463"/>
                  </a:lnTo>
                  <a:lnTo>
                    <a:pt x="1429014" y="1645431"/>
                  </a:lnTo>
                  <a:lnTo>
                    <a:pt x="1429201" y="1643272"/>
                  </a:lnTo>
                  <a:lnTo>
                    <a:pt x="1429388" y="1641361"/>
                  </a:lnTo>
                  <a:lnTo>
                    <a:pt x="1429575" y="1639371"/>
                  </a:lnTo>
                  <a:lnTo>
                    <a:pt x="1429762" y="1638800"/>
                  </a:lnTo>
                  <a:lnTo>
                    <a:pt x="1429949" y="1638801"/>
                  </a:lnTo>
                  <a:lnTo>
                    <a:pt x="1430136" y="1639487"/>
                  </a:lnTo>
                  <a:lnTo>
                    <a:pt x="1430323" y="1639875"/>
                  </a:lnTo>
                  <a:lnTo>
                    <a:pt x="1430510" y="1640311"/>
                  </a:lnTo>
                  <a:lnTo>
                    <a:pt x="1430696" y="1640280"/>
                  </a:lnTo>
                  <a:lnTo>
                    <a:pt x="1430883" y="1639968"/>
                  </a:lnTo>
                  <a:lnTo>
                    <a:pt x="1431070" y="1639686"/>
                  </a:lnTo>
                  <a:lnTo>
                    <a:pt x="1431257" y="1639493"/>
                  </a:lnTo>
                  <a:lnTo>
                    <a:pt x="1431444" y="1639608"/>
                  </a:lnTo>
                  <a:lnTo>
                    <a:pt x="1431631" y="1639174"/>
                  </a:lnTo>
                  <a:lnTo>
                    <a:pt x="1431818" y="1638491"/>
                  </a:lnTo>
                  <a:lnTo>
                    <a:pt x="1432005" y="1637605"/>
                  </a:lnTo>
                  <a:lnTo>
                    <a:pt x="1432192" y="1636207"/>
                  </a:lnTo>
                  <a:lnTo>
                    <a:pt x="1432379" y="1635022"/>
                  </a:lnTo>
                  <a:lnTo>
                    <a:pt x="1432566" y="1633696"/>
                  </a:lnTo>
                  <a:lnTo>
                    <a:pt x="1432753" y="1632264"/>
                  </a:lnTo>
                  <a:lnTo>
                    <a:pt x="1432939" y="1630938"/>
                  </a:lnTo>
                  <a:lnTo>
                    <a:pt x="1433126" y="1629812"/>
                  </a:lnTo>
                  <a:lnTo>
                    <a:pt x="1433313" y="1628938"/>
                  </a:lnTo>
                  <a:lnTo>
                    <a:pt x="1433500" y="1627989"/>
                  </a:lnTo>
                  <a:lnTo>
                    <a:pt x="1433687" y="1627418"/>
                  </a:lnTo>
                  <a:lnTo>
                    <a:pt x="1433874" y="1626883"/>
                  </a:lnTo>
                  <a:lnTo>
                    <a:pt x="1434061" y="1626428"/>
                  </a:lnTo>
                  <a:lnTo>
                    <a:pt x="1434248" y="1626079"/>
                  </a:lnTo>
                  <a:lnTo>
                    <a:pt x="1434435" y="1625697"/>
                  </a:lnTo>
                  <a:lnTo>
                    <a:pt x="1434622" y="1625571"/>
                  </a:lnTo>
                  <a:lnTo>
                    <a:pt x="1434809" y="1625757"/>
                  </a:lnTo>
                  <a:lnTo>
                    <a:pt x="1434996" y="1626038"/>
                  </a:lnTo>
                  <a:lnTo>
                    <a:pt x="1435183" y="1626053"/>
                  </a:lnTo>
                  <a:lnTo>
                    <a:pt x="1435369" y="1625990"/>
                  </a:lnTo>
                  <a:lnTo>
                    <a:pt x="1435556" y="1625755"/>
                  </a:lnTo>
                  <a:lnTo>
                    <a:pt x="1435743" y="1624801"/>
                  </a:lnTo>
                  <a:lnTo>
                    <a:pt x="1435930" y="1625218"/>
                  </a:lnTo>
                  <a:lnTo>
                    <a:pt x="1436117" y="1626018"/>
                  </a:lnTo>
                  <a:lnTo>
                    <a:pt x="1436304" y="1627428"/>
                  </a:lnTo>
                  <a:lnTo>
                    <a:pt x="1436491" y="1628568"/>
                  </a:lnTo>
                  <a:lnTo>
                    <a:pt x="1436678" y="1628868"/>
                  </a:lnTo>
                  <a:lnTo>
                    <a:pt x="1436865" y="1628297"/>
                  </a:lnTo>
                  <a:lnTo>
                    <a:pt x="1437052" y="1626980"/>
                  </a:lnTo>
                  <a:lnTo>
                    <a:pt x="1437239" y="1625935"/>
                  </a:lnTo>
                  <a:lnTo>
                    <a:pt x="1437426" y="1624196"/>
                  </a:lnTo>
                  <a:lnTo>
                    <a:pt x="1437613" y="1623995"/>
                  </a:lnTo>
                  <a:lnTo>
                    <a:pt x="1437799" y="1624269"/>
                  </a:lnTo>
                  <a:lnTo>
                    <a:pt x="1437986" y="1623467"/>
                  </a:lnTo>
                  <a:lnTo>
                    <a:pt x="1438173" y="1622260"/>
                  </a:lnTo>
                  <a:lnTo>
                    <a:pt x="1438360" y="1621422"/>
                  </a:lnTo>
                  <a:lnTo>
                    <a:pt x="1438547" y="1620571"/>
                  </a:lnTo>
                  <a:lnTo>
                    <a:pt x="1438734" y="1619497"/>
                  </a:lnTo>
                  <a:lnTo>
                    <a:pt x="1438921" y="1618429"/>
                  </a:lnTo>
                  <a:lnTo>
                    <a:pt x="1439108" y="1616993"/>
                  </a:lnTo>
                  <a:lnTo>
                    <a:pt x="1439295" y="1615610"/>
                  </a:lnTo>
                  <a:lnTo>
                    <a:pt x="1439482" y="1613976"/>
                  </a:lnTo>
                  <a:lnTo>
                    <a:pt x="1439669" y="1612238"/>
                  </a:lnTo>
                  <a:lnTo>
                    <a:pt x="1439856" y="1610618"/>
                  </a:lnTo>
                  <a:lnTo>
                    <a:pt x="1440042" y="1609043"/>
                  </a:lnTo>
                  <a:lnTo>
                    <a:pt x="1440229" y="1607817"/>
                  </a:lnTo>
                  <a:lnTo>
                    <a:pt x="1440416" y="1606303"/>
                  </a:lnTo>
                  <a:lnTo>
                    <a:pt x="1440603" y="1604667"/>
                  </a:lnTo>
                  <a:lnTo>
                    <a:pt x="1440790" y="1604056"/>
                  </a:lnTo>
                  <a:lnTo>
                    <a:pt x="1440977" y="1603673"/>
                  </a:lnTo>
                  <a:lnTo>
                    <a:pt x="1441164" y="1602571"/>
                  </a:lnTo>
                  <a:lnTo>
                    <a:pt x="1441351" y="1602071"/>
                  </a:lnTo>
                  <a:lnTo>
                    <a:pt x="1441538" y="1602808"/>
                  </a:lnTo>
                  <a:lnTo>
                    <a:pt x="1441725" y="1603683"/>
                  </a:lnTo>
                  <a:lnTo>
                    <a:pt x="1441912" y="1605443"/>
                  </a:lnTo>
                  <a:lnTo>
                    <a:pt x="1442099" y="1607987"/>
                  </a:lnTo>
                  <a:lnTo>
                    <a:pt x="1442286" y="1610777"/>
                  </a:lnTo>
                  <a:lnTo>
                    <a:pt x="1442472" y="1614110"/>
                  </a:lnTo>
                  <a:lnTo>
                    <a:pt x="1442659" y="1617014"/>
                  </a:lnTo>
                  <a:lnTo>
                    <a:pt x="1442846" y="1619900"/>
                  </a:lnTo>
                  <a:lnTo>
                    <a:pt x="1443033" y="1623065"/>
                  </a:lnTo>
                  <a:lnTo>
                    <a:pt x="1443220" y="1626619"/>
                  </a:lnTo>
                  <a:lnTo>
                    <a:pt x="1443407" y="1629940"/>
                  </a:lnTo>
                  <a:lnTo>
                    <a:pt x="1443594" y="1633635"/>
                  </a:lnTo>
                  <a:lnTo>
                    <a:pt x="1443781" y="1637275"/>
                  </a:lnTo>
                  <a:lnTo>
                    <a:pt x="1443968" y="1640654"/>
                  </a:lnTo>
                  <a:lnTo>
                    <a:pt x="1444155" y="1644089"/>
                  </a:lnTo>
                  <a:lnTo>
                    <a:pt x="1444342" y="1647296"/>
                  </a:lnTo>
                  <a:lnTo>
                    <a:pt x="1444529" y="1650710"/>
                  </a:lnTo>
                  <a:lnTo>
                    <a:pt x="1444716" y="1653590"/>
                  </a:lnTo>
                  <a:lnTo>
                    <a:pt x="1444902" y="1656004"/>
                  </a:lnTo>
                  <a:lnTo>
                    <a:pt x="1445089" y="1657929"/>
                  </a:lnTo>
                  <a:lnTo>
                    <a:pt x="1445276" y="1659283"/>
                  </a:lnTo>
                  <a:lnTo>
                    <a:pt x="1445463" y="1661219"/>
                  </a:lnTo>
                  <a:lnTo>
                    <a:pt x="1445650" y="1663830"/>
                  </a:lnTo>
                  <a:lnTo>
                    <a:pt x="1445837" y="1667473"/>
                  </a:lnTo>
                  <a:lnTo>
                    <a:pt x="1446024" y="1671910"/>
                  </a:lnTo>
                  <a:lnTo>
                    <a:pt x="1446211" y="1676379"/>
                  </a:lnTo>
                  <a:lnTo>
                    <a:pt x="1446398" y="1681290"/>
                  </a:lnTo>
                  <a:lnTo>
                    <a:pt x="1446585" y="1685763"/>
                  </a:lnTo>
                  <a:lnTo>
                    <a:pt x="1446772" y="1689575"/>
                  </a:lnTo>
                  <a:lnTo>
                    <a:pt x="1446959" y="1693056"/>
                  </a:lnTo>
                  <a:lnTo>
                    <a:pt x="1447145" y="1697666"/>
                  </a:lnTo>
                  <a:lnTo>
                    <a:pt x="1447332" y="1702252"/>
                  </a:lnTo>
                  <a:lnTo>
                    <a:pt x="1447519" y="1706618"/>
                  </a:lnTo>
                  <a:lnTo>
                    <a:pt x="1447706" y="1711937"/>
                  </a:lnTo>
                  <a:lnTo>
                    <a:pt x="1447893" y="1717964"/>
                  </a:lnTo>
                  <a:lnTo>
                    <a:pt x="1448080" y="1724537"/>
                  </a:lnTo>
                  <a:lnTo>
                    <a:pt x="1448267" y="1729242"/>
                  </a:lnTo>
                  <a:lnTo>
                    <a:pt x="1448454" y="1733167"/>
                  </a:lnTo>
                  <a:lnTo>
                    <a:pt x="1448641" y="1736852"/>
                  </a:lnTo>
                  <a:lnTo>
                    <a:pt x="1448828" y="1740538"/>
                  </a:lnTo>
                  <a:lnTo>
                    <a:pt x="1449015" y="1744128"/>
                  </a:lnTo>
                  <a:lnTo>
                    <a:pt x="1449202" y="1747580"/>
                  </a:lnTo>
                  <a:lnTo>
                    <a:pt x="1449389" y="1751259"/>
                  </a:lnTo>
                  <a:lnTo>
                    <a:pt x="1449575" y="1754589"/>
                  </a:lnTo>
                  <a:lnTo>
                    <a:pt x="1449762" y="1757144"/>
                  </a:lnTo>
                  <a:lnTo>
                    <a:pt x="1449949" y="1758064"/>
                  </a:lnTo>
                  <a:lnTo>
                    <a:pt x="1450136" y="1759194"/>
                  </a:lnTo>
                  <a:lnTo>
                    <a:pt x="1450323" y="1760167"/>
                  </a:lnTo>
                  <a:lnTo>
                    <a:pt x="1450510" y="1761785"/>
                  </a:lnTo>
                  <a:lnTo>
                    <a:pt x="1450697" y="1763609"/>
                  </a:lnTo>
                  <a:lnTo>
                    <a:pt x="1450884" y="1765563"/>
                  </a:lnTo>
                  <a:lnTo>
                    <a:pt x="1451071" y="1768152"/>
                  </a:lnTo>
                  <a:lnTo>
                    <a:pt x="1451258" y="1772330"/>
                  </a:lnTo>
                  <a:lnTo>
                    <a:pt x="1451445" y="1775708"/>
                  </a:lnTo>
                  <a:lnTo>
                    <a:pt x="1451632" y="1777977"/>
                  </a:lnTo>
                  <a:lnTo>
                    <a:pt x="1451818" y="1780378"/>
                  </a:lnTo>
                  <a:lnTo>
                    <a:pt x="1452005" y="1783474"/>
                  </a:lnTo>
                  <a:lnTo>
                    <a:pt x="1452192" y="1787274"/>
                  </a:lnTo>
                  <a:lnTo>
                    <a:pt x="1452379" y="1791232"/>
                  </a:lnTo>
                  <a:lnTo>
                    <a:pt x="1452566" y="1795375"/>
                  </a:lnTo>
                  <a:lnTo>
                    <a:pt x="1452753" y="1799940"/>
                  </a:lnTo>
                  <a:lnTo>
                    <a:pt x="1452940" y="1804945"/>
                  </a:lnTo>
                  <a:lnTo>
                    <a:pt x="1453127" y="1810240"/>
                  </a:lnTo>
                  <a:lnTo>
                    <a:pt x="1453314" y="1814292"/>
                  </a:lnTo>
                  <a:lnTo>
                    <a:pt x="1453501" y="1818939"/>
                  </a:lnTo>
                  <a:lnTo>
                    <a:pt x="1453688" y="1824064"/>
                  </a:lnTo>
                  <a:lnTo>
                    <a:pt x="1453875" y="1829783"/>
                  </a:lnTo>
                  <a:lnTo>
                    <a:pt x="1454062" y="1835996"/>
                  </a:lnTo>
                  <a:lnTo>
                    <a:pt x="1454248" y="1841838"/>
                  </a:lnTo>
                  <a:lnTo>
                    <a:pt x="1454435" y="1848839"/>
                  </a:lnTo>
                  <a:lnTo>
                    <a:pt x="1454622" y="1854879"/>
                  </a:lnTo>
                  <a:lnTo>
                    <a:pt x="1454809" y="1860572"/>
                  </a:lnTo>
                  <a:lnTo>
                    <a:pt x="1454996" y="1866423"/>
                  </a:lnTo>
                  <a:lnTo>
                    <a:pt x="1455183" y="1872752"/>
                  </a:lnTo>
                  <a:lnTo>
                    <a:pt x="1455370" y="1879727"/>
                  </a:lnTo>
                  <a:lnTo>
                    <a:pt x="1455557" y="1886887"/>
                  </a:lnTo>
                  <a:lnTo>
                    <a:pt x="1455744" y="1894239"/>
                  </a:lnTo>
                  <a:lnTo>
                    <a:pt x="1455931" y="1901992"/>
                  </a:lnTo>
                  <a:lnTo>
                    <a:pt x="1456118" y="1910015"/>
                  </a:lnTo>
                  <a:lnTo>
                    <a:pt x="1456305" y="1918227"/>
                  </a:lnTo>
                  <a:lnTo>
                    <a:pt x="1456492" y="1925730"/>
                  </a:lnTo>
                  <a:lnTo>
                    <a:pt x="1456678" y="1932430"/>
                  </a:lnTo>
                  <a:lnTo>
                    <a:pt x="1456865" y="1938325"/>
                  </a:lnTo>
                  <a:lnTo>
                    <a:pt x="1457052" y="1944751"/>
                  </a:lnTo>
                  <a:lnTo>
                    <a:pt x="1457239" y="1949693"/>
                  </a:lnTo>
                  <a:lnTo>
                    <a:pt x="1457426" y="1954722"/>
                  </a:lnTo>
                  <a:lnTo>
                    <a:pt x="1457613" y="1959376"/>
                  </a:lnTo>
                  <a:lnTo>
                    <a:pt x="1457800" y="1963551"/>
                  </a:lnTo>
                  <a:lnTo>
                    <a:pt x="1457987" y="1968045"/>
                  </a:lnTo>
                  <a:lnTo>
                    <a:pt x="1458174" y="1971560"/>
                  </a:lnTo>
                  <a:lnTo>
                    <a:pt x="1458361" y="1974691"/>
                  </a:lnTo>
                  <a:lnTo>
                    <a:pt x="1458548" y="1976672"/>
                  </a:lnTo>
                  <a:lnTo>
                    <a:pt x="1458735" y="1978436"/>
                  </a:lnTo>
                  <a:lnTo>
                    <a:pt x="1458921" y="1981068"/>
                  </a:lnTo>
                  <a:lnTo>
                    <a:pt x="1459108" y="1984084"/>
                  </a:lnTo>
                  <a:lnTo>
                    <a:pt x="1459295" y="1987351"/>
                  </a:lnTo>
                  <a:lnTo>
                    <a:pt x="1459482" y="1990423"/>
                  </a:lnTo>
                  <a:lnTo>
                    <a:pt x="1459669" y="1994669"/>
                  </a:lnTo>
                  <a:lnTo>
                    <a:pt x="1459856" y="1997956"/>
                  </a:lnTo>
                  <a:lnTo>
                    <a:pt x="1460043" y="2002505"/>
                  </a:lnTo>
                  <a:lnTo>
                    <a:pt x="1460230" y="2006722"/>
                  </a:lnTo>
                  <a:lnTo>
                    <a:pt x="1460417" y="2011335"/>
                  </a:lnTo>
                  <a:lnTo>
                    <a:pt x="1460604" y="2016271"/>
                  </a:lnTo>
                  <a:lnTo>
                    <a:pt x="1460791" y="2020128"/>
                  </a:lnTo>
                  <a:lnTo>
                    <a:pt x="1460978" y="2025409"/>
                  </a:lnTo>
                  <a:lnTo>
                    <a:pt x="1461165" y="2031187"/>
                  </a:lnTo>
                  <a:lnTo>
                    <a:pt x="1461351" y="2037541"/>
                  </a:lnTo>
                  <a:lnTo>
                    <a:pt x="1461538" y="2043768"/>
                  </a:lnTo>
                  <a:lnTo>
                    <a:pt x="1461725" y="2048651"/>
                  </a:lnTo>
                  <a:lnTo>
                    <a:pt x="1461912" y="2052710"/>
                  </a:lnTo>
                  <a:lnTo>
                    <a:pt x="1462099" y="2056158"/>
                  </a:lnTo>
                  <a:lnTo>
                    <a:pt x="1462286" y="2060442"/>
                  </a:lnTo>
                  <a:lnTo>
                    <a:pt x="1462473" y="2065640"/>
                  </a:lnTo>
                  <a:lnTo>
                    <a:pt x="1462660" y="2072395"/>
                  </a:lnTo>
                  <a:lnTo>
                    <a:pt x="1462847" y="2079793"/>
                  </a:lnTo>
                  <a:lnTo>
                    <a:pt x="1463034" y="2088087"/>
                  </a:lnTo>
                  <a:lnTo>
                    <a:pt x="1463221" y="2097824"/>
                  </a:lnTo>
                  <a:lnTo>
                    <a:pt x="1463408" y="2108397"/>
                  </a:lnTo>
                  <a:lnTo>
                    <a:pt x="1463594" y="2117514"/>
                  </a:lnTo>
                  <a:lnTo>
                    <a:pt x="1463781" y="2127064"/>
                  </a:lnTo>
                  <a:lnTo>
                    <a:pt x="1463968" y="2134737"/>
                  </a:lnTo>
                  <a:lnTo>
                    <a:pt x="1464155" y="2141953"/>
                  </a:lnTo>
                  <a:lnTo>
                    <a:pt x="1464342" y="2148725"/>
                  </a:lnTo>
                  <a:lnTo>
                    <a:pt x="1464529" y="2155893"/>
                  </a:lnTo>
                  <a:lnTo>
                    <a:pt x="1464716" y="2162745"/>
                  </a:lnTo>
                  <a:lnTo>
                    <a:pt x="1464903" y="2169115"/>
                  </a:lnTo>
                  <a:lnTo>
                    <a:pt x="1465090" y="2174826"/>
                  </a:lnTo>
                  <a:lnTo>
                    <a:pt x="1465277" y="2179723"/>
                  </a:lnTo>
                  <a:lnTo>
                    <a:pt x="1465464" y="2184054"/>
                  </a:lnTo>
                  <a:lnTo>
                    <a:pt x="1465651" y="2187953"/>
                  </a:lnTo>
                  <a:lnTo>
                    <a:pt x="1465838" y="2191451"/>
                  </a:lnTo>
                  <a:lnTo>
                    <a:pt x="1466024" y="2194166"/>
                  </a:lnTo>
                  <a:lnTo>
                    <a:pt x="1466211" y="2196423"/>
                  </a:lnTo>
                  <a:lnTo>
                    <a:pt x="1466398" y="2198256"/>
                  </a:lnTo>
                  <a:lnTo>
                    <a:pt x="1466585" y="2199819"/>
                  </a:lnTo>
                  <a:lnTo>
                    <a:pt x="1466772" y="2201506"/>
                  </a:lnTo>
                  <a:lnTo>
                    <a:pt x="1466959" y="2203341"/>
                  </a:lnTo>
                  <a:lnTo>
                    <a:pt x="1467146" y="2204285"/>
                  </a:lnTo>
                  <a:lnTo>
                    <a:pt x="1467333" y="2204966"/>
                  </a:lnTo>
                  <a:lnTo>
                    <a:pt x="1467520" y="2204995"/>
                  </a:lnTo>
                  <a:lnTo>
                    <a:pt x="1467707" y="2205523"/>
                  </a:lnTo>
                  <a:lnTo>
                    <a:pt x="1467894" y="2206164"/>
                  </a:lnTo>
                  <a:lnTo>
                    <a:pt x="1468081" y="2206731"/>
                  </a:lnTo>
                  <a:lnTo>
                    <a:pt x="1468268" y="2207646"/>
                  </a:lnTo>
                  <a:lnTo>
                    <a:pt x="1468454" y="2208137"/>
                  </a:lnTo>
                  <a:lnTo>
                    <a:pt x="1468641" y="2208187"/>
                  </a:lnTo>
                  <a:lnTo>
                    <a:pt x="1468828" y="2207944"/>
                  </a:lnTo>
                  <a:lnTo>
                    <a:pt x="1469015" y="2207638"/>
                  </a:lnTo>
                  <a:lnTo>
                    <a:pt x="1469202" y="2207736"/>
                  </a:lnTo>
                  <a:lnTo>
                    <a:pt x="1469389" y="2207924"/>
                  </a:lnTo>
                  <a:lnTo>
                    <a:pt x="1469576" y="2208194"/>
                  </a:lnTo>
                  <a:lnTo>
                    <a:pt x="1469763" y="2208382"/>
                  </a:lnTo>
                  <a:lnTo>
                    <a:pt x="1469950" y="2208578"/>
                  </a:lnTo>
                  <a:lnTo>
                    <a:pt x="1470137" y="2208869"/>
                  </a:lnTo>
                  <a:lnTo>
                    <a:pt x="1470324" y="2209162"/>
                  </a:lnTo>
                  <a:lnTo>
                    <a:pt x="1470511" y="2209234"/>
                  </a:lnTo>
                  <a:lnTo>
                    <a:pt x="1470697" y="2208979"/>
                  </a:lnTo>
                  <a:lnTo>
                    <a:pt x="1470884" y="2209889"/>
                  </a:lnTo>
                  <a:lnTo>
                    <a:pt x="1471071" y="2210844"/>
                  </a:lnTo>
                  <a:lnTo>
                    <a:pt x="1471258" y="2212333"/>
                  </a:lnTo>
                  <a:lnTo>
                    <a:pt x="1471445" y="2214053"/>
                  </a:lnTo>
                  <a:lnTo>
                    <a:pt x="1471632" y="2215715"/>
                  </a:lnTo>
                  <a:lnTo>
                    <a:pt x="1471819" y="2217214"/>
                  </a:lnTo>
                  <a:lnTo>
                    <a:pt x="1472006" y="2218459"/>
                  </a:lnTo>
                  <a:lnTo>
                    <a:pt x="1472193" y="2219247"/>
                  </a:lnTo>
                  <a:lnTo>
                    <a:pt x="1472380" y="2220085"/>
                  </a:lnTo>
                  <a:lnTo>
                    <a:pt x="1472567" y="2221407"/>
                  </a:lnTo>
                  <a:lnTo>
                    <a:pt x="1472754" y="2223201"/>
                  </a:lnTo>
                  <a:lnTo>
                    <a:pt x="1472941" y="2225412"/>
                  </a:lnTo>
                  <a:lnTo>
                    <a:pt x="1473127" y="2228441"/>
                  </a:lnTo>
                  <a:lnTo>
                    <a:pt x="1473314" y="2231484"/>
                  </a:lnTo>
                  <a:lnTo>
                    <a:pt x="1473501" y="2234741"/>
                  </a:lnTo>
                  <a:lnTo>
                    <a:pt x="1473688" y="2237939"/>
                  </a:lnTo>
                  <a:lnTo>
                    <a:pt x="1473875" y="2241118"/>
                  </a:lnTo>
                  <a:lnTo>
                    <a:pt x="1474062" y="2244507"/>
                  </a:lnTo>
                  <a:lnTo>
                    <a:pt x="1474249" y="2248267"/>
                  </a:lnTo>
                  <a:lnTo>
                    <a:pt x="1474436" y="2252694"/>
                  </a:lnTo>
                  <a:lnTo>
                    <a:pt x="1474623" y="2257104"/>
                  </a:lnTo>
                  <a:lnTo>
                    <a:pt x="1474810" y="2261815"/>
                  </a:lnTo>
                  <a:lnTo>
                    <a:pt x="1474997" y="2265315"/>
                  </a:lnTo>
                  <a:lnTo>
                    <a:pt x="1475184" y="2268110"/>
                  </a:lnTo>
                  <a:lnTo>
                    <a:pt x="1475371" y="2271133"/>
                  </a:lnTo>
                  <a:lnTo>
                    <a:pt x="1475557" y="2274199"/>
                  </a:lnTo>
                  <a:lnTo>
                    <a:pt x="1475744" y="2276779"/>
                  </a:lnTo>
                  <a:lnTo>
                    <a:pt x="1475931" y="2279057"/>
                  </a:lnTo>
                  <a:lnTo>
                    <a:pt x="1476118" y="2281545"/>
                  </a:lnTo>
                  <a:lnTo>
                    <a:pt x="1476305" y="2284130"/>
                  </a:lnTo>
                  <a:lnTo>
                    <a:pt x="1476492" y="2286927"/>
                  </a:lnTo>
                  <a:lnTo>
                    <a:pt x="1476679" y="2289969"/>
                  </a:lnTo>
                  <a:lnTo>
                    <a:pt x="1476866" y="2293219"/>
                  </a:lnTo>
                  <a:lnTo>
                    <a:pt x="1477053" y="2296404"/>
                  </a:lnTo>
                  <a:lnTo>
                    <a:pt x="1477240" y="2299500"/>
                  </a:lnTo>
                  <a:lnTo>
                    <a:pt x="1477427" y="2302329"/>
                  </a:lnTo>
                  <a:lnTo>
                    <a:pt x="1477614" y="2305055"/>
                  </a:lnTo>
                  <a:lnTo>
                    <a:pt x="1477800" y="2307846"/>
                  </a:lnTo>
                  <a:lnTo>
                    <a:pt x="1477987" y="2311257"/>
                  </a:lnTo>
                  <a:lnTo>
                    <a:pt x="1478174" y="2313946"/>
                  </a:lnTo>
                  <a:lnTo>
                    <a:pt x="1478361" y="2316683"/>
                  </a:lnTo>
                  <a:lnTo>
                    <a:pt x="1478548" y="2320676"/>
                  </a:lnTo>
                  <a:lnTo>
                    <a:pt x="1478735" y="2324271"/>
                  </a:lnTo>
                  <a:lnTo>
                    <a:pt x="1478922" y="2327418"/>
                  </a:lnTo>
                  <a:lnTo>
                    <a:pt x="1479109" y="2330872"/>
                  </a:lnTo>
                  <a:lnTo>
                    <a:pt x="1479296" y="2334318"/>
                  </a:lnTo>
                  <a:lnTo>
                    <a:pt x="1479483" y="2337554"/>
                  </a:lnTo>
                  <a:lnTo>
                    <a:pt x="1479670" y="2340514"/>
                  </a:lnTo>
                  <a:lnTo>
                    <a:pt x="1479857" y="2343167"/>
                  </a:lnTo>
                  <a:lnTo>
                    <a:pt x="1480044" y="2345645"/>
                  </a:lnTo>
                  <a:lnTo>
                    <a:pt x="1480230" y="2347660"/>
                  </a:lnTo>
                  <a:lnTo>
                    <a:pt x="1480417" y="2348893"/>
                  </a:lnTo>
                  <a:lnTo>
                    <a:pt x="1480604" y="2349807"/>
                  </a:lnTo>
                  <a:lnTo>
                    <a:pt x="1480791" y="2350916"/>
                  </a:lnTo>
                  <a:lnTo>
                    <a:pt x="1480978" y="2352439"/>
                  </a:lnTo>
                  <a:lnTo>
                    <a:pt x="1481165" y="2354145"/>
                  </a:lnTo>
                  <a:lnTo>
                    <a:pt x="1481352" y="2356353"/>
                  </a:lnTo>
                  <a:lnTo>
                    <a:pt x="1481539" y="2358420"/>
                  </a:lnTo>
                  <a:lnTo>
                    <a:pt x="1481726" y="2360299"/>
                  </a:lnTo>
                  <a:lnTo>
                    <a:pt x="1481913" y="2361811"/>
                  </a:lnTo>
                  <a:lnTo>
                    <a:pt x="1482100" y="2363198"/>
                  </a:lnTo>
                  <a:lnTo>
                    <a:pt x="1482287" y="2364668"/>
                  </a:lnTo>
                  <a:lnTo>
                    <a:pt x="1482473" y="2366182"/>
                  </a:lnTo>
                  <a:lnTo>
                    <a:pt x="1482660" y="2368144"/>
                  </a:lnTo>
                  <a:lnTo>
                    <a:pt x="1482847" y="2370299"/>
                  </a:lnTo>
                  <a:lnTo>
                    <a:pt x="1483034" y="2372628"/>
                  </a:lnTo>
                  <a:lnTo>
                    <a:pt x="1483221" y="2375399"/>
                  </a:lnTo>
                  <a:lnTo>
                    <a:pt x="1483408" y="2378091"/>
                  </a:lnTo>
                  <a:lnTo>
                    <a:pt x="1483595" y="2380558"/>
                  </a:lnTo>
                  <a:lnTo>
                    <a:pt x="1483782" y="2382981"/>
                  </a:lnTo>
                  <a:lnTo>
                    <a:pt x="1483969" y="2385028"/>
                  </a:lnTo>
                  <a:lnTo>
                    <a:pt x="1484156" y="2386982"/>
                  </a:lnTo>
                  <a:lnTo>
                    <a:pt x="1484343" y="2389075"/>
                  </a:lnTo>
                  <a:lnTo>
                    <a:pt x="1484530" y="2391123"/>
                  </a:lnTo>
                  <a:lnTo>
                    <a:pt x="1484717" y="2393318"/>
                  </a:lnTo>
                  <a:lnTo>
                    <a:pt x="1484903" y="2395916"/>
                  </a:lnTo>
                  <a:lnTo>
                    <a:pt x="1485090" y="2398672"/>
                  </a:lnTo>
                  <a:lnTo>
                    <a:pt x="1485277" y="2400956"/>
                  </a:lnTo>
                  <a:lnTo>
                    <a:pt x="1485464" y="2402814"/>
                  </a:lnTo>
                  <a:lnTo>
                    <a:pt x="1485651" y="2404805"/>
                  </a:lnTo>
                  <a:lnTo>
                    <a:pt x="1485838" y="2407228"/>
                  </a:lnTo>
                  <a:lnTo>
                    <a:pt x="1486025" y="2409841"/>
                  </a:lnTo>
                  <a:lnTo>
                    <a:pt x="1486212" y="2412792"/>
                  </a:lnTo>
                  <a:lnTo>
                    <a:pt x="1486399" y="2415953"/>
                  </a:lnTo>
                  <a:lnTo>
                    <a:pt x="1486586" y="2419607"/>
                  </a:lnTo>
                  <a:lnTo>
                    <a:pt x="1486773" y="2423437"/>
                  </a:lnTo>
                  <a:lnTo>
                    <a:pt x="1486960" y="2427495"/>
                  </a:lnTo>
                  <a:lnTo>
                    <a:pt x="1487147" y="2431743"/>
                  </a:lnTo>
                  <a:lnTo>
                    <a:pt x="1487333" y="2436158"/>
                  </a:lnTo>
                  <a:lnTo>
                    <a:pt x="1487520" y="2440629"/>
                  </a:lnTo>
                  <a:lnTo>
                    <a:pt x="1487707" y="2445080"/>
                  </a:lnTo>
                  <a:lnTo>
                    <a:pt x="1487894" y="2449205"/>
                  </a:lnTo>
                  <a:lnTo>
                    <a:pt x="1488081" y="2453269"/>
                  </a:lnTo>
                  <a:lnTo>
                    <a:pt x="1488268" y="2457491"/>
                  </a:lnTo>
                  <a:lnTo>
                    <a:pt x="1488455" y="2461818"/>
                  </a:lnTo>
                  <a:lnTo>
                    <a:pt x="1488642" y="2466014"/>
                  </a:lnTo>
                  <a:lnTo>
                    <a:pt x="1488829" y="2470060"/>
                  </a:lnTo>
                  <a:lnTo>
                    <a:pt x="1489016" y="2474282"/>
                  </a:lnTo>
                  <a:lnTo>
                    <a:pt x="1489203" y="2478460"/>
                  </a:lnTo>
                  <a:lnTo>
                    <a:pt x="1489390" y="2482286"/>
                  </a:lnTo>
                  <a:lnTo>
                    <a:pt x="1489576" y="2486139"/>
                  </a:lnTo>
                  <a:lnTo>
                    <a:pt x="1489763" y="2489912"/>
                  </a:lnTo>
                  <a:lnTo>
                    <a:pt x="1489950" y="2493404"/>
                  </a:lnTo>
                  <a:lnTo>
                    <a:pt x="1490137" y="2497178"/>
                  </a:lnTo>
                  <a:lnTo>
                    <a:pt x="1490324" y="2501065"/>
                  </a:lnTo>
                  <a:lnTo>
                    <a:pt x="1490511" y="2505358"/>
                  </a:lnTo>
                  <a:lnTo>
                    <a:pt x="1490698" y="2509896"/>
                  </a:lnTo>
                  <a:lnTo>
                    <a:pt x="1490885" y="2514576"/>
                  </a:lnTo>
                  <a:lnTo>
                    <a:pt x="1491072" y="2519325"/>
                  </a:lnTo>
                  <a:lnTo>
                    <a:pt x="1491259" y="2523023"/>
                  </a:lnTo>
                  <a:lnTo>
                    <a:pt x="1491446" y="2526578"/>
                  </a:lnTo>
                  <a:lnTo>
                    <a:pt x="1491633" y="2530182"/>
                  </a:lnTo>
                  <a:lnTo>
                    <a:pt x="1491820" y="2533453"/>
                  </a:lnTo>
                  <a:lnTo>
                    <a:pt x="1492006" y="2536975"/>
                  </a:lnTo>
                  <a:lnTo>
                    <a:pt x="1492193" y="2540439"/>
                  </a:lnTo>
                  <a:lnTo>
                    <a:pt x="1492380" y="2543253"/>
                  </a:lnTo>
                  <a:lnTo>
                    <a:pt x="1492567" y="2545594"/>
                  </a:lnTo>
                  <a:lnTo>
                    <a:pt x="1492754" y="2547511"/>
                  </a:lnTo>
                  <a:lnTo>
                    <a:pt x="1492941" y="2549613"/>
                  </a:lnTo>
                  <a:lnTo>
                    <a:pt x="1493128" y="2551518"/>
                  </a:lnTo>
                  <a:lnTo>
                    <a:pt x="1493315" y="2553031"/>
                  </a:lnTo>
                  <a:lnTo>
                    <a:pt x="1493502" y="2554415"/>
                  </a:lnTo>
                  <a:lnTo>
                    <a:pt x="1493689" y="2555968"/>
                  </a:lnTo>
                  <a:lnTo>
                    <a:pt x="1493876" y="2557321"/>
                  </a:lnTo>
                  <a:lnTo>
                    <a:pt x="1494063" y="2558712"/>
                  </a:lnTo>
                  <a:lnTo>
                    <a:pt x="1494250" y="2560112"/>
                  </a:lnTo>
                  <a:lnTo>
                    <a:pt x="1494436" y="2561444"/>
                  </a:lnTo>
                  <a:lnTo>
                    <a:pt x="1494623" y="2563072"/>
                  </a:lnTo>
                  <a:lnTo>
                    <a:pt x="1494810" y="2564565"/>
                  </a:lnTo>
                  <a:lnTo>
                    <a:pt x="1494997" y="2566302"/>
                  </a:lnTo>
                  <a:lnTo>
                    <a:pt x="1495184" y="2568621"/>
                  </a:lnTo>
                  <a:lnTo>
                    <a:pt x="1495371" y="2571067"/>
                  </a:lnTo>
                  <a:lnTo>
                    <a:pt x="1495558" y="2573838"/>
                  </a:lnTo>
                  <a:lnTo>
                    <a:pt x="1495745" y="2576928"/>
                  </a:lnTo>
                  <a:lnTo>
                    <a:pt x="1495932" y="2581051"/>
                  </a:lnTo>
                  <a:lnTo>
                    <a:pt x="1496119" y="2585169"/>
                  </a:lnTo>
                  <a:lnTo>
                    <a:pt x="1496306" y="2588742"/>
                  </a:lnTo>
                  <a:lnTo>
                    <a:pt x="1496493" y="2592372"/>
                  </a:lnTo>
                  <a:lnTo>
                    <a:pt x="1496679" y="2596296"/>
                  </a:lnTo>
                  <a:lnTo>
                    <a:pt x="1496866" y="2600458"/>
                  </a:lnTo>
                  <a:lnTo>
                    <a:pt x="1497053" y="2604697"/>
                  </a:lnTo>
                  <a:lnTo>
                    <a:pt x="1497240" y="2609949"/>
                  </a:lnTo>
                  <a:lnTo>
                    <a:pt x="1497427" y="2615143"/>
                  </a:lnTo>
                  <a:lnTo>
                    <a:pt x="1497614" y="2619853"/>
                  </a:lnTo>
                  <a:lnTo>
                    <a:pt x="1497801" y="2623756"/>
                  </a:lnTo>
                  <a:lnTo>
                    <a:pt x="1497988" y="2627198"/>
                  </a:lnTo>
                  <a:lnTo>
                    <a:pt x="1498175" y="2631023"/>
                  </a:lnTo>
                  <a:lnTo>
                    <a:pt x="1498362" y="2634220"/>
                  </a:lnTo>
                  <a:lnTo>
                    <a:pt x="1498549" y="2636624"/>
                  </a:lnTo>
                  <a:lnTo>
                    <a:pt x="1498736" y="2638543"/>
                  </a:lnTo>
                  <a:lnTo>
                    <a:pt x="1498923" y="2640158"/>
                  </a:lnTo>
                  <a:lnTo>
                    <a:pt x="1499109" y="2641438"/>
                  </a:lnTo>
                  <a:lnTo>
                    <a:pt x="1499296" y="2642047"/>
                  </a:lnTo>
                  <a:lnTo>
                    <a:pt x="1499483" y="2642966"/>
                  </a:lnTo>
                  <a:lnTo>
                    <a:pt x="1499670" y="2643186"/>
                  </a:lnTo>
                  <a:lnTo>
                    <a:pt x="1499857" y="2643051"/>
                  </a:lnTo>
                  <a:lnTo>
                    <a:pt x="1500044" y="2642239"/>
                  </a:lnTo>
                  <a:lnTo>
                    <a:pt x="1500231" y="2641210"/>
                  </a:lnTo>
                  <a:lnTo>
                    <a:pt x="1500418" y="2640200"/>
                  </a:lnTo>
                  <a:lnTo>
                    <a:pt x="1500605" y="2639208"/>
                  </a:lnTo>
                  <a:lnTo>
                    <a:pt x="1500792" y="2638393"/>
                  </a:lnTo>
                  <a:lnTo>
                    <a:pt x="1500979" y="2637810"/>
                  </a:lnTo>
                  <a:lnTo>
                    <a:pt x="1501166" y="2637199"/>
                  </a:lnTo>
                  <a:lnTo>
                    <a:pt x="1501352" y="2636970"/>
                  </a:lnTo>
                  <a:lnTo>
                    <a:pt x="1501539" y="2636966"/>
                  </a:lnTo>
                  <a:lnTo>
                    <a:pt x="1501726" y="2637128"/>
                  </a:lnTo>
                  <a:lnTo>
                    <a:pt x="1501913" y="2637349"/>
                  </a:lnTo>
                  <a:lnTo>
                    <a:pt x="1502100" y="2637794"/>
                  </a:lnTo>
                  <a:lnTo>
                    <a:pt x="1502287" y="2637974"/>
                  </a:lnTo>
                  <a:lnTo>
                    <a:pt x="1502474" y="2638260"/>
                  </a:lnTo>
                  <a:lnTo>
                    <a:pt x="1502661" y="2638476"/>
                  </a:lnTo>
                  <a:lnTo>
                    <a:pt x="1502848" y="2638447"/>
                  </a:lnTo>
                  <a:lnTo>
                    <a:pt x="1503035" y="2638286"/>
                  </a:lnTo>
                  <a:lnTo>
                    <a:pt x="1503222" y="2638124"/>
                  </a:lnTo>
                  <a:lnTo>
                    <a:pt x="1503409" y="2638193"/>
                  </a:lnTo>
                  <a:lnTo>
                    <a:pt x="1503596" y="2638050"/>
                  </a:lnTo>
                  <a:lnTo>
                    <a:pt x="1503782" y="2637802"/>
                  </a:lnTo>
                  <a:lnTo>
                    <a:pt x="1503969" y="2637644"/>
                  </a:lnTo>
                  <a:lnTo>
                    <a:pt x="1504156" y="2637371"/>
                  </a:lnTo>
                  <a:lnTo>
                    <a:pt x="1504343" y="2636882"/>
                  </a:lnTo>
                  <a:lnTo>
                    <a:pt x="1504530" y="2636311"/>
                  </a:lnTo>
                  <a:lnTo>
                    <a:pt x="1504717" y="2635633"/>
                  </a:lnTo>
                  <a:lnTo>
                    <a:pt x="1504904" y="2635078"/>
                  </a:lnTo>
                  <a:lnTo>
                    <a:pt x="1505091" y="2634434"/>
                  </a:lnTo>
                  <a:lnTo>
                    <a:pt x="1505278" y="2633857"/>
                  </a:lnTo>
                  <a:lnTo>
                    <a:pt x="1505465" y="2633406"/>
                  </a:lnTo>
                  <a:lnTo>
                    <a:pt x="1505652" y="2632797"/>
                  </a:lnTo>
                  <a:lnTo>
                    <a:pt x="1505839" y="2632772"/>
                  </a:lnTo>
                  <a:lnTo>
                    <a:pt x="1506026" y="2633011"/>
                  </a:lnTo>
                  <a:lnTo>
                    <a:pt x="1506212" y="2633421"/>
                  </a:lnTo>
                  <a:lnTo>
                    <a:pt x="1506399" y="2633724"/>
                  </a:lnTo>
                  <a:lnTo>
                    <a:pt x="1506586" y="2634177"/>
                  </a:lnTo>
                  <a:lnTo>
                    <a:pt x="1506773" y="2634805"/>
                  </a:lnTo>
                  <a:lnTo>
                    <a:pt x="1506960" y="2635507"/>
                  </a:lnTo>
                  <a:lnTo>
                    <a:pt x="1507147" y="2636618"/>
                  </a:lnTo>
                  <a:lnTo>
                    <a:pt x="1507334" y="2637949"/>
                  </a:lnTo>
                  <a:lnTo>
                    <a:pt x="1507521" y="2639292"/>
                  </a:lnTo>
                  <a:lnTo>
                    <a:pt x="1507708" y="2640754"/>
                  </a:lnTo>
                  <a:lnTo>
                    <a:pt x="1507895" y="2642499"/>
                  </a:lnTo>
                  <a:lnTo>
                    <a:pt x="1508082" y="2644735"/>
                  </a:lnTo>
                  <a:lnTo>
                    <a:pt x="1508269" y="2646433"/>
                  </a:lnTo>
                  <a:lnTo>
                    <a:pt x="1508455" y="2647957"/>
                  </a:lnTo>
                  <a:lnTo>
                    <a:pt x="1508642" y="2649174"/>
                  </a:lnTo>
                  <a:lnTo>
                    <a:pt x="1508829" y="2650093"/>
                  </a:lnTo>
                  <a:lnTo>
                    <a:pt x="1509016" y="2651070"/>
                  </a:lnTo>
                  <a:lnTo>
                    <a:pt x="1509203" y="2652148"/>
                  </a:lnTo>
                  <a:lnTo>
                    <a:pt x="1509390" y="2653190"/>
                  </a:lnTo>
                  <a:lnTo>
                    <a:pt x="1509577" y="2654261"/>
                  </a:lnTo>
                  <a:lnTo>
                    <a:pt x="1509764" y="2655016"/>
                  </a:lnTo>
                  <a:lnTo>
                    <a:pt x="1509951" y="2655718"/>
                  </a:lnTo>
                  <a:lnTo>
                    <a:pt x="1510138" y="2656284"/>
                  </a:lnTo>
                  <a:lnTo>
                    <a:pt x="1510325" y="2656686"/>
                  </a:lnTo>
                  <a:lnTo>
                    <a:pt x="1510512" y="2656799"/>
                  </a:lnTo>
                  <a:lnTo>
                    <a:pt x="1510699" y="2656674"/>
                  </a:lnTo>
                  <a:lnTo>
                    <a:pt x="1510885" y="2656241"/>
                  </a:lnTo>
                  <a:lnTo>
                    <a:pt x="1511072" y="2655450"/>
                  </a:lnTo>
                  <a:lnTo>
                    <a:pt x="1511259" y="2654777"/>
                  </a:lnTo>
                  <a:lnTo>
                    <a:pt x="1511446" y="2653990"/>
                  </a:lnTo>
                  <a:lnTo>
                    <a:pt x="1511633" y="2653112"/>
                  </a:lnTo>
                  <a:lnTo>
                    <a:pt x="1511820" y="2651706"/>
                  </a:lnTo>
                  <a:lnTo>
                    <a:pt x="1512007" y="2650147"/>
                  </a:lnTo>
                  <a:lnTo>
                    <a:pt x="1512194" y="2648998"/>
                  </a:lnTo>
                  <a:lnTo>
                    <a:pt x="1512381" y="2647736"/>
                  </a:lnTo>
                  <a:lnTo>
                    <a:pt x="1512568" y="2646888"/>
                  </a:lnTo>
                  <a:lnTo>
                    <a:pt x="1512755" y="2645674"/>
                  </a:lnTo>
                  <a:lnTo>
                    <a:pt x="1512942" y="2644720"/>
                  </a:lnTo>
                  <a:lnTo>
                    <a:pt x="1513129" y="2643629"/>
                  </a:lnTo>
                  <a:lnTo>
                    <a:pt x="1513315" y="2642646"/>
                  </a:lnTo>
                  <a:lnTo>
                    <a:pt x="1513502" y="2641510"/>
                  </a:lnTo>
                  <a:lnTo>
                    <a:pt x="1513689" y="2640669"/>
                  </a:lnTo>
                  <a:lnTo>
                    <a:pt x="1513876" y="2640118"/>
                  </a:lnTo>
                  <a:lnTo>
                    <a:pt x="1514063" y="2639440"/>
                  </a:lnTo>
                  <a:lnTo>
                    <a:pt x="1514250" y="2638765"/>
                  </a:lnTo>
                  <a:lnTo>
                    <a:pt x="1514437" y="2638242"/>
                  </a:lnTo>
                  <a:lnTo>
                    <a:pt x="1514624" y="2637636"/>
                  </a:lnTo>
                  <a:lnTo>
                    <a:pt x="1514811" y="2636929"/>
                  </a:lnTo>
                  <a:lnTo>
                    <a:pt x="1514998" y="2636124"/>
                  </a:lnTo>
                  <a:lnTo>
                    <a:pt x="1515185" y="2635300"/>
                  </a:lnTo>
                  <a:lnTo>
                    <a:pt x="1515372" y="2634487"/>
                  </a:lnTo>
                  <a:lnTo>
                    <a:pt x="1515558" y="2634010"/>
                  </a:lnTo>
                  <a:lnTo>
                    <a:pt x="1515745" y="2633433"/>
                  </a:lnTo>
                  <a:lnTo>
                    <a:pt x="1515932" y="2633080"/>
                  </a:lnTo>
                  <a:lnTo>
                    <a:pt x="1516119" y="2633044"/>
                  </a:lnTo>
                  <a:lnTo>
                    <a:pt x="1516306" y="2633217"/>
                  </a:lnTo>
                  <a:lnTo>
                    <a:pt x="1516493" y="2633505"/>
                  </a:lnTo>
                  <a:lnTo>
                    <a:pt x="1516680" y="2633794"/>
                  </a:lnTo>
                  <a:lnTo>
                    <a:pt x="1516867" y="2634061"/>
                  </a:lnTo>
                  <a:lnTo>
                    <a:pt x="1517054" y="2634379"/>
                  </a:lnTo>
                  <a:lnTo>
                    <a:pt x="1517241" y="2634757"/>
                  </a:lnTo>
                  <a:lnTo>
                    <a:pt x="1517428" y="2635508"/>
                  </a:lnTo>
                  <a:lnTo>
                    <a:pt x="1517615" y="2636818"/>
                  </a:lnTo>
                  <a:lnTo>
                    <a:pt x="1517802" y="2638879"/>
                  </a:lnTo>
                  <a:lnTo>
                    <a:pt x="1517988" y="2641061"/>
                  </a:lnTo>
                  <a:lnTo>
                    <a:pt x="1518175" y="2643013"/>
                  </a:lnTo>
                  <a:lnTo>
                    <a:pt x="1518362" y="2644570"/>
                  </a:lnTo>
                  <a:lnTo>
                    <a:pt x="1518549" y="2645969"/>
                  </a:lnTo>
                  <a:lnTo>
                    <a:pt x="1518736" y="2646787"/>
                  </a:lnTo>
                  <a:lnTo>
                    <a:pt x="1518923" y="2647526"/>
                  </a:lnTo>
                  <a:lnTo>
                    <a:pt x="1519110" y="2648370"/>
                  </a:lnTo>
                  <a:lnTo>
                    <a:pt x="1519297" y="2649197"/>
                  </a:lnTo>
                  <a:lnTo>
                    <a:pt x="1519484" y="2650279"/>
                  </a:lnTo>
                  <a:lnTo>
                    <a:pt x="1519671" y="2651278"/>
                  </a:lnTo>
                  <a:lnTo>
                    <a:pt x="1519858" y="2652224"/>
                  </a:lnTo>
                  <a:lnTo>
                    <a:pt x="1520045" y="2653086"/>
                  </a:lnTo>
                  <a:lnTo>
                    <a:pt x="1520231" y="2653928"/>
                  </a:lnTo>
                  <a:lnTo>
                    <a:pt x="1520418" y="2654408"/>
                  </a:lnTo>
                  <a:lnTo>
                    <a:pt x="1520605" y="2654557"/>
                  </a:lnTo>
                  <a:lnTo>
                    <a:pt x="1520792" y="2654720"/>
                  </a:lnTo>
                  <a:lnTo>
                    <a:pt x="1520979" y="2654940"/>
                  </a:lnTo>
                  <a:lnTo>
                    <a:pt x="1521166" y="2655089"/>
                  </a:lnTo>
                  <a:lnTo>
                    <a:pt x="1521353" y="2655245"/>
                  </a:lnTo>
                  <a:lnTo>
                    <a:pt x="1521540" y="2655672"/>
                  </a:lnTo>
                  <a:lnTo>
                    <a:pt x="1521727" y="2656144"/>
                  </a:lnTo>
                  <a:lnTo>
                    <a:pt x="1521914" y="2656471"/>
                  </a:lnTo>
                  <a:lnTo>
                    <a:pt x="1522101" y="2656695"/>
                  </a:lnTo>
                  <a:lnTo>
                    <a:pt x="1522288" y="2656691"/>
                  </a:lnTo>
                  <a:lnTo>
                    <a:pt x="1522475" y="2656485"/>
                  </a:lnTo>
                  <a:lnTo>
                    <a:pt x="1522661" y="2656274"/>
                  </a:lnTo>
                  <a:lnTo>
                    <a:pt x="1522848" y="2656174"/>
                  </a:lnTo>
                  <a:lnTo>
                    <a:pt x="1523035" y="2656074"/>
                  </a:lnTo>
                  <a:lnTo>
                    <a:pt x="1523222" y="2655919"/>
                  </a:lnTo>
                  <a:lnTo>
                    <a:pt x="1523409" y="2655637"/>
                  </a:lnTo>
                  <a:lnTo>
                    <a:pt x="1523596" y="2655070"/>
                  </a:lnTo>
                  <a:lnTo>
                    <a:pt x="1523783" y="2654398"/>
                  </a:lnTo>
                  <a:lnTo>
                    <a:pt x="1523970" y="2653603"/>
                  </a:lnTo>
                  <a:lnTo>
                    <a:pt x="1524157" y="2652808"/>
                  </a:lnTo>
                  <a:lnTo>
                    <a:pt x="1524344" y="2652172"/>
                  </a:lnTo>
                  <a:lnTo>
                    <a:pt x="1524531" y="2651564"/>
                  </a:lnTo>
                  <a:lnTo>
                    <a:pt x="1524718" y="2650896"/>
                  </a:lnTo>
                  <a:lnTo>
                    <a:pt x="1524905" y="2650436"/>
                  </a:lnTo>
                  <a:lnTo>
                    <a:pt x="1525091" y="2650120"/>
                  </a:lnTo>
                  <a:lnTo>
                    <a:pt x="1525278" y="2649627"/>
                  </a:lnTo>
                  <a:lnTo>
                    <a:pt x="1525465" y="2649099"/>
                  </a:lnTo>
                  <a:lnTo>
                    <a:pt x="1525652" y="2648572"/>
                  </a:lnTo>
                  <a:lnTo>
                    <a:pt x="1525839" y="2647982"/>
                  </a:lnTo>
                  <a:lnTo>
                    <a:pt x="1526026" y="2647323"/>
                  </a:lnTo>
                  <a:lnTo>
                    <a:pt x="1526213" y="2646751"/>
                  </a:lnTo>
                  <a:lnTo>
                    <a:pt x="1526400" y="2646364"/>
                  </a:lnTo>
                  <a:lnTo>
                    <a:pt x="1526587" y="2646248"/>
                  </a:lnTo>
                  <a:lnTo>
                    <a:pt x="1526774" y="2645873"/>
                  </a:lnTo>
                  <a:lnTo>
                    <a:pt x="1526961" y="2645445"/>
                  </a:lnTo>
                  <a:lnTo>
                    <a:pt x="1527148" y="2645039"/>
                  </a:lnTo>
                  <a:lnTo>
                    <a:pt x="1527334" y="2644535"/>
                  </a:lnTo>
                  <a:lnTo>
                    <a:pt x="1527521" y="2643831"/>
                  </a:lnTo>
                  <a:lnTo>
                    <a:pt x="1527708" y="2642897"/>
                  </a:lnTo>
                  <a:lnTo>
                    <a:pt x="1527895" y="2641983"/>
                  </a:lnTo>
                  <a:lnTo>
                    <a:pt x="1528082" y="2641035"/>
                  </a:lnTo>
                  <a:lnTo>
                    <a:pt x="1528269" y="2639596"/>
                  </a:lnTo>
                  <a:lnTo>
                    <a:pt x="1528456" y="2637926"/>
                  </a:lnTo>
                  <a:lnTo>
                    <a:pt x="1528643" y="2636415"/>
                  </a:lnTo>
                  <a:lnTo>
                    <a:pt x="1528830" y="2634847"/>
                  </a:lnTo>
                  <a:lnTo>
                    <a:pt x="1529017" y="2632799"/>
                  </a:lnTo>
                  <a:lnTo>
                    <a:pt x="1529204" y="2631018"/>
                  </a:lnTo>
                  <a:lnTo>
                    <a:pt x="1529391" y="2629050"/>
                  </a:lnTo>
                  <a:lnTo>
                    <a:pt x="1529578" y="2627465"/>
                  </a:lnTo>
                  <a:lnTo>
                    <a:pt x="1529764" y="2625744"/>
                  </a:lnTo>
                  <a:lnTo>
                    <a:pt x="1529951" y="2623882"/>
                  </a:lnTo>
                  <a:lnTo>
                    <a:pt x="1530138" y="2622345"/>
                  </a:lnTo>
                  <a:lnTo>
                    <a:pt x="1530325" y="2620910"/>
                  </a:lnTo>
                  <a:lnTo>
                    <a:pt x="1530512" y="2619474"/>
                  </a:lnTo>
                  <a:lnTo>
                    <a:pt x="1530699" y="2617755"/>
                  </a:lnTo>
                  <a:lnTo>
                    <a:pt x="1530886" y="2616023"/>
                  </a:lnTo>
                  <a:lnTo>
                    <a:pt x="1531073" y="2614451"/>
                  </a:lnTo>
                  <a:lnTo>
                    <a:pt x="1531260" y="2613012"/>
                  </a:lnTo>
                  <a:lnTo>
                    <a:pt x="1531447" y="2611724"/>
                  </a:lnTo>
                  <a:lnTo>
                    <a:pt x="1531634" y="2610673"/>
                  </a:lnTo>
                  <a:lnTo>
                    <a:pt x="1531821" y="2610131"/>
                  </a:lnTo>
                  <a:lnTo>
                    <a:pt x="1532008" y="2609455"/>
                  </a:lnTo>
                  <a:lnTo>
                    <a:pt x="1532194" y="2608597"/>
                  </a:lnTo>
                  <a:lnTo>
                    <a:pt x="1532381" y="2607590"/>
                  </a:lnTo>
                  <a:lnTo>
                    <a:pt x="1532568" y="2607107"/>
                  </a:lnTo>
                  <a:lnTo>
                    <a:pt x="1532755" y="2606604"/>
                  </a:lnTo>
                  <a:lnTo>
                    <a:pt x="1532942" y="2605982"/>
                  </a:lnTo>
                  <a:lnTo>
                    <a:pt x="1533129" y="2605498"/>
                  </a:lnTo>
                  <a:lnTo>
                    <a:pt x="1533316" y="2604888"/>
                  </a:lnTo>
                  <a:lnTo>
                    <a:pt x="1533503" y="2604287"/>
                  </a:lnTo>
                  <a:lnTo>
                    <a:pt x="1533690" y="2603743"/>
                  </a:lnTo>
                  <a:lnTo>
                    <a:pt x="1533877" y="2603251"/>
                  </a:lnTo>
                  <a:lnTo>
                    <a:pt x="1534064" y="2602587"/>
                  </a:lnTo>
                  <a:lnTo>
                    <a:pt x="1534251" y="2601795"/>
                  </a:lnTo>
                  <a:lnTo>
                    <a:pt x="1534437" y="2600868"/>
                  </a:lnTo>
                  <a:lnTo>
                    <a:pt x="1534624" y="2599669"/>
                  </a:lnTo>
                  <a:lnTo>
                    <a:pt x="1534811" y="2598544"/>
                  </a:lnTo>
                  <a:lnTo>
                    <a:pt x="1534998" y="2597615"/>
                  </a:lnTo>
                  <a:lnTo>
                    <a:pt x="1535185" y="2597040"/>
                  </a:lnTo>
                  <a:lnTo>
                    <a:pt x="1535372" y="2596538"/>
                  </a:lnTo>
                  <a:lnTo>
                    <a:pt x="1535559" y="2596148"/>
                  </a:lnTo>
                  <a:lnTo>
                    <a:pt x="1535746" y="2595955"/>
                  </a:lnTo>
                  <a:lnTo>
                    <a:pt x="1535933" y="2595829"/>
                  </a:lnTo>
                  <a:lnTo>
                    <a:pt x="1536120" y="2595420"/>
                  </a:lnTo>
                  <a:lnTo>
                    <a:pt x="1536307" y="2594753"/>
                  </a:lnTo>
                  <a:lnTo>
                    <a:pt x="1536494" y="2594297"/>
                  </a:lnTo>
                  <a:lnTo>
                    <a:pt x="1536681" y="2594111"/>
                  </a:lnTo>
                  <a:lnTo>
                    <a:pt x="1536867" y="2593814"/>
                  </a:lnTo>
                  <a:lnTo>
                    <a:pt x="1537054" y="2593877"/>
                  </a:lnTo>
                  <a:lnTo>
                    <a:pt x="1537241" y="2593861"/>
                  </a:lnTo>
                  <a:lnTo>
                    <a:pt x="1537428" y="2594008"/>
                  </a:lnTo>
                  <a:lnTo>
                    <a:pt x="1537615" y="2594076"/>
                  </a:lnTo>
                  <a:lnTo>
                    <a:pt x="1537802" y="2594049"/>
                  </a:lnTo>
                  <a:lnTo>
                    <a:pt x="1537989" y="2594071"/>
                  </a:lnTo>
                  <a:lnTo>
                    <a:pt x="1538176" y="2594191"/>
                  </a:lnTo>
                  <a:lnTo>
                    <a:pt x="1538363" y="2594623"/>
                  </a:lnTo>
                  <a:lnTo>
                    <a:pt x="1538550" y="2595321"/>
                  </a:lnTo>
                  <a:lnTo>
                    <a:pt x="1538737" y="2595920"/>
                  </a:lnTo>
                  <a:lnTo>
                    <a:pt x="1538924" y="2596431"/>
                  </a:lnTo>
                  <a:lnTo>
                    <a:pt x="1539110" y="2596797"/>
                  </a:lnTo>
                  <a:lnTo>
                    <a:pt x="1539297" y="2596816"/>
                  </a:lnTo>
                  <a:lnTo>
                    <a:pt x="1539484" y="2596897"/>
                  </a:lnTo>
                  <a:lnTo>
                    <a:pt x="1539671" y="2597608"/>
                  </a:lnTo>
                  <a:lnTo>
                    <a:pt x="1539858" y="2598507"/>
                  </a:lnTo>
                  <a:lnTo>
                    <a:pt x="1540045" y="2599660"/>
                  </a:lnTo>
                  <a:lnTo>
                    <a:pt x="1540232" y="2601301"/>
                  </a:lnTo>
                  <a:lnTo>
                    <a:pt x="1540419" y="2603059"/>
                  </a:lnTo>
                  <a:lnTo>
                    <a:pt x="1540606" y="2604864"/>
                  </a:lnTo>
                  <a:lnTo>
                    <a:pt x="1540793" y="2606332"/>
                  </a:lnTo>
                  <a:lnTo>
                    <a:pt x="1540980" y="2607778"/>
                  </a:lnTo>
                  <a:lnTo>
                    <a:pt x="1541167" y="2609416"/>
                  </a:lnTo>
                  <a:lnTo>
                    <a:pt x="1541354" y="2610995"/>
                  </a:lnTo>
                  <a:lnTo>
                    <a:pt x="1541540" y="2612477"/>
                  </a:lnTo>
                  <a:lnTo>
                    <a:pt x="1541727" y="2614303"/>
                  </a:lnTo>
                  <a:lnTo>
                    <a:pt x="1541914" y="2616278"/>
                  </a:lnTo>
                  <a:lnTo>
                    <a:pt x="1542101" y="2618023"/>
                  </a:lnTo>
                  <a:lnTo>
                    <a:pt x="1542288" y="2619436"/>
                  </a:lnTo>
                  <a:lnTo>
                    <a:pt x="1542475" y="2620606"/>
                  </a:lnTo>
                  <a:lnTo>
                    <a:pt x="1542662" y="2621626"/>
                  </a:lnTo>
                  <a:lnTo>
                    <a:pt x="1542849" y="2622695"/>
                  </a:lnTo>
                  <a:lnTo>
                    <a:pt x="1543036" y="2623918"/>
                  </a:lnTo>
                  <a:lnTo>
                    <a:pt x="1543223" y="2624926"/>
                  </a:lnTo>
                  <a:lnTo>
                    <a:pt x="1543410" y="2625841"/>
                  </a:lnTo>
                  <a:lnTo>
                    <a:pt x="1543597" y="2626754"/>
                  </a:lnTo>
                  <a:lnTo>
                    <a:pt x="1543784" y="2627756"/>
                  </a:lnTo>
                  <a:lnTo>
                    <a:pt x="1543970" y="2628310"/>
                  </a:lnTo>
                  <a:lnTo>
                    <a:pt x="1544157" y="2628778"/>
                  </a:lnTo>
                  <a:lnTo>
                    <a:pt x="1544344" y="2629292"/>
                  </a:lnTo>
                  <a:lnTo>
                    <a:pt x="1544531" y="2629637"/>
                  </a:lnTo>
                  <a:lnTo>
                    <a:pt x="1544718" y="2629970"/>
                  </a:lnTo>
                  <a:lnTo>
                    <a:pt x="1544905" y="2630520"/>
                  </a:lnTo>
                  <a:lnTo>
                    <a:pt x="1545092" y="2631336"/>
                  </a:lnTo>
                  <a:lnTo>
                    <a:pt x="1545279" y="2631924"/>
                  </a:lnTo>
                  <a:lnTo>
                    <a:pt x="1545466" y="2632362"/>
                  </a:lnTo>
                  <a:lnTo>
                    <a:pt x="1545653" y="2632483"/>
                  </a:lnTo>
                  <a:lnTo>
                    <a:pt x="1545840" y="2632341"/>
                  </a:lnTo>
                  <a:lnTo>
                    <a:pt x="1546027" y="2631904"/>
                  </a:lnTo>
                  <a:lnTo>
                    <a:pt x="1546213" y="2631552"/>
                  </a:lnTo>
                  <a:lnTo>
                    <a:pt x="1546400" y="2631270"/>
                  </a:lnTo>
                  <a:lnTo>
                    <a:pt x="1546587" y="2631095"/>
                  </a:lnTo>
                  <a:lnTo>
                    <a:pt x="1546774" y="2630919"/>
                  </a:lnTo>
                  <a:lnTo>
                    <a:pt x="1546961" y="2630822"/>
                  </a:lnTo>
                  <a:lnTo>
                    <a:pt x="1547148" y="2630998"/>
                  </a:lnTo>
                  <a:lnTo>
                    <a:pt x="1547335" y="2630804"/>
                  </a:lnTo>
                  <a:lnTo>
                    <a:pt x="1547522" y="2630423"/>
                  </a:lnTo>
                  <a:lnTo>
                    <a:pt x="1547709" y="2630126"/>
                  </a:lnTo>
                  <a:lnTo>
                    <a:pt x="1547896" y="2629870"/>
                  </a:lnTo>
                  <a:lnTo>
                    <a:pt x="1548083" y="2629824"/>
                  </a:lnTo>
                  <a:lnTo>
                    <a:pt x="1548270" y="2630041"/>
                  </a:lnTo>
                  <a:lnTo>
                    <a:pt x="1548457" y="2630738"/>
                  </a:lnTo>
                  <a:lnTo>
                    <a:pt x="1548643" y="2631809"/>
                  </a:lnTo>
                  <a:lnTo>
                    <a:pt x="1548830" y="2633134"/>
                  </a:lnTo>
                  <a:lnTo>
                    <a:pt x="1549017" y="2634884"/>
                  </a:lnTo>
                  <a:lnTo>
                    <a:pt x="1549204" y="2636898"/>
                  </a:lnTo>
                  <a:lnTo>
                    <a:pt x="1549391" y="2638933"/>
                  </a:lnTo>
                  <a:lnTo>
                    <a:pt x="1549578" y="2640749"/>
                  </a:lnTo>
                  <a:lnTo>
                    <a:pt x="1549765" y="2642465"/>
                  </a:lnTo>
                  <a:lnTo>
                    <a:pt x="1549952" y="2643679"/>
                  </a:lnTo>
                  <a:lnTo>
                    <a:pt x="1550139" y="2645303"/>
                  </a:lnTo>
                  <a:lnTo>
                    <a:pt x="1550326" y="2646750"/>
                  </a:lnTo>
                  <a:lnTo>
                    <a:pt x="1550513" y="2648219"/>
                  </a:lnTo>
                  <a:lnTo>
                    <a:pt x="1550700" y="2649423"/>
                  </a:lnTo>
                  <a:lnTo>
                    <a:pt x="1550887" y="2650601"/>
                  </a:lnTo>
                  <a:lnTo>
                    <a:pt x="1551073" y="2651373"/>
                  </a:lnTo>
                  <a:lnTo>
                    <a:pt x="1551260" y="2651788"/>
                  </a:lnTo>
                  <a:lnTo>
                    <a:pt x="1551447" y="2652164"/>
                  </a:lnTo>
                  <a:lnTo>
                    <a:pt x="1551634" y="2652293"/>
                  </a:lnTo>
                  <a:lnTo>
                    <a:pt x="1551821" y="2652148"/>
                  </a:lnTo>
                  <a:lnTo>
                    <a:pt x="1552008" y="2652001"/>
                  </a:lnTo>
                  <a:lnTo>
                    <a:pt x="1552195" y="2651801"/>
                  </a:lnTo>
                  <a:lnTo>
                    <a:pt x="1552382" y="2651764"/>
                  </a:lnTo>
                  <a:lnTo>
                    <a:pt x="1552569" y="2651706"/>
                  </a:lnTo>
                  <a:lnTo>
                    <a:pt x="1552756" y="2651492"/>
                  </a:lnTo>
                  <a:lnTo>
                    <a:pt x="1552943" y="2651295"/>
                  </a:lnTo>
                  <a:lnTo>
                    <a:pt x="1553130" y="2651321"/>
                  </a:lnTo>
                  <a:lnTo>
                    <a:pt x="1553316" y="2651542"/>
                  </a:lnTo>
                  <a:lnTo>
                    <a:pt x="1553503" y="2651857"/>
                  </a:lnTo>
                  <a:lnTo>
                    <a:pt x="1553690" y="2652057"/>
                  </a:lnTo>
                  <a:lnTo>
                    <a:pt x="1553877" y="2652538"/>
                  </a:lnTo>
                  <a:lnTo>
                    <a:pt x="1554064" y="2653055"/>
                  </a:lnTo>
                  <a:lnTo>
                    <a:pt x="1554251" y="2653435"/>
                  </a:lnTo>
                  <a:lnTo>
                    <a:pt x="1554438" y="2653667"/>
                  </a:lnTo>
                  <a:lnTo>
                    <a:pt x="1554625" y="2653773"/>
                  </a:lnTo>
                  <a:lnTo>
                    <a:pt x="1554812" y="2653672"/>
                  </a:lnTo>
                  <a:lnTo>
                    <a:pt x="1554999" y="2653390"/>
                  </a:lnTo>
                  <a:lnTo>
                    <a:pt x="1555186" y="2652886"/>
                  </a:lnTo>
                  <a:lnTo>
                    <a:pt x="1555373" y="2652199"/>
                  </a:lnTo>
                  <a:lnTo>
                    <a:pt x="1555560" y="2651804"/>
                  </a:lnTo>
                  <a:lnTo>
                    <a:pt x="1555746" y="2651402"/>
                  </a:lnTo>
                  <a:lnTo>
                    <a:pt x="1555933" y="2651109"/>
                  </a:lnTo>
                  <a:lnTo>
                    <a:pt x="1556120" y="2651171"/>
                  </a:lnTo>
                  <a:lnTo>
                    <a:pt x="1556307" y="2651135"/>
                  </a:lnTo>
                  <a:lnTo>
                    <a:pt x="1556494" y="2650896"/>
                  </a:lnTo>
                  <a:lnTo>
                    <a:pt x="1556681" y="2650762"/>
                  </a:lnTo>
                  <a:lnTo>
                    <a:pt x="1556868" y="2650683"/>
                  </a:lnTo>
                  <a:lnTo>
                    <a:pt x="1557055" y="2650694"/>
                  </a:lnTo>
                  <a:lnTo>
                    <a:pt x="1557242" y="2650859"/>
                  </a:lnTo>
                  <a:lnTo>
                    <a:pt x="1557429" y="2651054"/>
                  </a:lnTo>
                  <a:lnTo>
                    <a:pt x="1557616" y="2651234"/>
                  </a:lnTo>
                  <a:lnTo>
                    <a:pt x="1557803" y="2651318"/>
                  </a:lnTo>
                  <a:lnTo>
                    <a:pt x="1557989" y="2651362"/>
                  </a:lnTo>
                  <a:lnTo>
                    <a:pt x="1558176" y="2651520"/>
                  </a:lnTo>
                  <a:lnTo>
                    <a:pt x="1558363" y="2651687"/>
                  </a:lnTo>
                  <a:lnTo>
                    <a:pt x="1558550" y="2651861"/>
                  </a:lnTo>
                  <a:lnTo>
                    <a:pt x="1558737" y="2652043"/>
                  </a:lnTo>
                  <a:lnTo>
                    <a:pt x="1558924" y="2651860"/>
                  </a:lnTo>
                  <a:lnTo>
                    <a:pt x="1559111" y="2651604"/>
                  </a:lnTo>
                  <a:lnTo>
                    <a:pt x="1559298" y="2651429"/>
                  </a:lnTo>
                  <a:lnTo>
                    <a:pt x="1559485" y="2651091"/>
                  </a:lnTo>
                  <a:lnTo>
                    <a:pt x="1559672" y="2650814"/>
                  </a:lnTo>
                  <a:lnTo>
                    <a:pt x="1559859" y="2650525"/>
                  </a:lnTo>
                  <a:lnTo>
                    <a:pt x="1560046" y="2650237"/>
                  </a:lnTo>
                  <a:lnTo>
                    <a:pt x="1560233" y="2649948"/>
                  </a:lnTo>
                  <a:lnTo>
                    <a:pt x="1560419" y="2649671"/>
                  </a:lnTo>
                  <a:lnTo>
                    <a:pt x="1560606" y="2649601"/>
                  </a:lnTo>
                  <a:lnTo>
                    <a:pt x="1560793" y="2649883"/>
                  </a:lnTo>
                  <a:lnTo>
                    <a:pt x="1560980" y="2650262"/>
                  </a:lnTo>
                  <a:lnTo>
                    <a:pt x="1561167" y="2650557"/>
                  </a:lnTo>
                  <a:lnTo>
                    <a:pt x="1561354" y="2650983"/>
                  </a:lnTo>
                  <a:lnTo>
                    <a:pt x="1561541" y="2651397"/>
                  </a:lnTo>
                  <a:lnTo>
                    <a:pt x="1561728" y="2651950"/>
                  </a:lnTo>
                  <a:lnTo>
                    <a:pt x="1561915" y="2652483"/>
                  </a:lnTo>
                  <a:lnTo>
                    <a:pt x="1562102" y="2653127"/>
                  </a:lnTo>
                  <a:lnTo>
                    <a:pt x="1562289" y="2653867"/>
                  </a:lnTo>
                  <a:lnTo>
                    <a:pt x="1562476" y="2654879"/>
                  </a:lnTo>
                  <a:lnTo>
                    <a:pt x="1562663" y="2656174"/>
                  </a:lnTo>
                  <a:lnTo>
                    <a:pt x="1562849" y="2657503"/>
                  </a:lnTo>
                  <a:lnTo>
                    <a:pt x="1563036" y="2658832"/>
                  </a:lnTo>
                  <a:lnTo>
                    <a:pt x="1563223" y="2660090"/>
                  </a:lnTo>
                  <a:lnTo>
                    <a:pt x="1563410" y="2661301"/>
                  </a:lnTo>
                  <a:lnTo>
                    <a:pt x="1563597" y="2662044"/>
                  </a:lnTo>
                  <a:lnTo>
                    <a:pt x="1563784" y="2662574"/>
                  </a:lnTo>
                  <a:lnTo>
                    <a:pt x="1563971" y="2663106"/>
                  </a:lnTo>
                  <a:lnTo>
                    <a:pt x="1564158" y="2663982"/>
                  </a:lnTo>
                  <a:lnTo>
                    <a:pt x="1564345" y="2664954"/>
                  </a:lnTo>
                  <a:lnTo>
                    <a:pt x="1564532" y="2665949"/>
                  </a:lnTo>
                  <a:lnTo>
                    <a:pt x="1564719" y="2666945"/>
                  </a:lnTo>
                  <a:lnTo>
                    <a:pt x="1564906" y="2667957"/>
                  </a:lnTo>
                  <a:lnTo>
                    <a:pt x="1565092" y="2668927"/>
                  </a:lnTo>
                  <a:lnTo>
                    <a:pt x="1565279" y="2669824"/>
                  </a:lnTo>
                  <a:lnTo>
                    <a:pt x="1565466" y="2670735"/>
                  </a:lnTo>
                  <a:lnTo>
                    <a:pt x="1565653" y="2672137"/>
                  </a:lnTo>
                  <a:lnTo>
                    <a:pt x="1565840" y="2673611"/>
                  </a:lnTo>
                  <a:lnTo>
                    <a:pt x="1566027" y="2674875"/>
                  </a:lnTo>
                  <a:lnTo>
                    <a:pt x="1566214" y="2676236"/>
                  </a:lnTo>
                  <a:lnTo>
                    <a:pt x="1566401" y="2677973"/>
                  </a:lnTo>
                  <a:lnTo>
                    <a:pt x="1566588" y="2679528"/>
                  </a:lnTo>
                  <a:lnTo>
                    <a:pt x="1566775" y="2681325"/>
                  </a:lnTo>
                  <a:lnTo>
                    <a:pt x="1566962" y="2682830"/>
                  </a:lnTo>
                  <a:lnTo>
                    <a:pt x="1567149" y="2684262"/>
                  </a:lnTo>
                  <a:lnTo>
                    <a:pt x="1567336" y="2685889"/>
                  </a:lnTo>
                  <a:lnTo>
                    <a:pt x="1567522" y="2687251"/>
                  </a:lnTo>
                  <a:lnTo>
                    <a:pt x="1567709" y="2688434"/>
                  </a:lnTo>
                  <a:lnTo>
                    <a:pt x="1567896" y="2689802"/>
                  </a:lnTo>
                  <a:lnTo>
                    <a:pt x="1568083" y="2691331"/>
                  </a:lnTo>
                  <a:lnTo>
                    <a:pt x="1568270" y="2692721"/>
                  </a:lnTo>
                  <a:lnTo>
                    <a:pt x="1568457" y="2693816"/>
                  </a:lnTo>
                  <a:lnTo>
                    <a:pt x="1568644" y="2695148"/>
                  </a:lnTo>
                  <a:lnTo>
                    <a:pt x="1568831" y="2696436"/>
                  </a:lnTo>
                  <a:lnTo>
                    <a:pt x="1569018" y="2697663"/>
                  </a:lnTo>
                  <a:lnTo>
                    <a:pt x="1569205" y="2698723"/>
                  </a:lnTo>
                  <a:lnTo>
                    <a:pt x="1569392" y="2699926"/>
                  </a:lnTo>
                  <a:lnTo>
                    <a:pt x="1569579" y="2701333"/>
                  </a:lnTo>
                  <a:lnTo>
                    <a:pt x="1569765" y="2702799"/>
                  </a:lnTo>
                  <a:lnTo>
                    <a:pt x="1569952" y="2703635"/>
                  </a:lnTo>
                  <a:lnTo>
                    <a:pt x="1570139" y="2704490"/>
                  </a:lnTo>
                  <a:lnTo>
                    <a:pt x="1570326" y="2705473"/>
                  </a:lnTo>
                  <a:lnTo>
                    <a:pt x="1570513" y="2706485"/>
                  </a:lnTo>
                  <a:lnTo>
                    <a:pt x="1570700" y="2707483"/>
                  </a:lnTo>
                  <a:lnTo>
                    <a:pt x="1570887" y="2708434"/>
                  </a:lnTo>
                  <a:lnTo>
                    <a:pt x="1571074" y="2709411"/>
                  </a:lnTo>
                  <a:lnTo>
                    <a:pt x="1571261" y="2710439"/>
                  </a:lnTo>
                  <a:lnTo>
                    <a:pt x="1571448" y="2711488"/>
                  </a:lnTo>
                  <a:lnTo>
                    <a:pt x="1571635" y="2712618"/>
                  </a:lnTo>
                  <a:lnTo>
                    <a:pt x="1571822" y="2713651"/>
                  </a:lnTo>
                  <a:lnTo>
                    <a:pt x="1572009" y="2714666"/>
                  </a:lnTo>
                  <a:lnTo>
                    <a:pt x="1572195" y="2715428"/>
                  </a:lnTo>
                  <a:lnTo>
                    <a:pt x="1572382" y="2716187"/>
                  </a:lnTo>
                  <a:lnTo>
                    <a:pt x="1572569" y="2716799"/>
                  </a:lnTo>
                  <a:lnTo>
                    <a:pt x="1572756" y="2717500"/>
                  </a:lnTo>
                  <a:lnTo>
                    <a:pt x="1572943" y="2718077"/>
                  </a:lnTo>
                  <a:lnTo>
                    <a:pt x="1573130" y="2718588"/>
                  </a:lnTo>
                  <a:lnTo>
                    <a:pt x="1573317" y="2719117"/>
                  </a:lnTo>
                  <a:lnTo>
                    <a:pt x="1573504" y="2719970"/>
                  </a:lnTo>
                  <a:lnTo>
                    <a:pt x="1573691" y="2721229"/>
                  </a:lnTo>
                  <a:lnTo>
                    <a:pt x="1573878" y="2722409"/>
                  </a:lnTo>
                  <a:lnTo>
                    <a:pt x="1574065" y="2723504"/>
                  </a:lnTo>
                  <a:lnTo>
                    <a:pt x="1574252" y="2724633"/>
                  </a:lnTo>
                  <a:lnTo>
                    <a:pt x="1574439" y="2725678"/>
                  </a:lnTo>
                  <a:lnTo>
                    <a:pt x="1574625" y="2726858"/>
                  </a:lnTo>
                  <a:lnTo>
                    <a:pt x="1574812" y="2728007"/>
                  </a:lnTo>
                  <a:lnTo>
                    <a:pt x="1574999" y="2729055"/>
                  </a:lnTo>
                  <a:lnTo>
                    <a:pt x="1575186" y="2730268"/>
                  </a:lnTo>
                  <a:lnTo>
                    <a:pt x="1575373" y="2731476"/>
                  </a:lnTo>
                  <a:lnTo>
                    <a:pt x="1575560" y="2732620"/>
                  </a:lnTo>
                  <a:lnTo>
                    <a:pt x="1575747" y="2733474"/>
                  </a:lnTo>
                  <a:lnTo>
                    <a:pt x="1575934" y="2733977"/>
                  </a:lnTo>
                  <a:lnTo>
                    <a:pt x="1576121" y="2734486"/>
                  </a:lnTo>
                  <a:lnTo>
                    <a:pt x="1576308" y="2735035"/>
                  </a:lnTo>
                  <a:lnTo>
                    <a:pt x="1576495" y="2735853"/>
                  </a:lnTo>
                  <a:lnTo>
                    <a:pt x="1576682" y="2737195"/>
                  </a:lnTo>
                  <a:lnTo>
                    <a:pt x="1576868" y="2738341"/>
                  </a:lnTo>
                  <a:lnTo>
                    <a:pt x="1577055" y="2739165"/>
                  </a:lnTo>
                  <a:lnTo>
                    <a:pt x="1577242" y="2739948"/>
                  </a:lnTo>
                  <a:lnTo>
                    <a:pt x="1577429" y="2740753"/>
                  </a:lnTo>
                  <a:lnTo>
                    <a:pt x="1577616" y="2741126"/>
                  </a:lnTo>
                  <a:lnTo>
                    <a:pt x="1577803" y="2741461"/>
                  </a:lnTo>
                  <a:lnTo>
                    <a:pt x="1577990" y="2741517"/>
                  </a:lnTo>
                  <a:lnTo>
                    <a:pt x="1578177" y="2741495"/>
                  </a:lnTo>
                  <a:lnTo>
                    <a:pt x="1578364" y="2741490"/>
                  </a:lnTo>
                  <a:lnTo>
                    <a:pt x="1578551" y="2741339"/>
                  </a:lnTo>
                  <a:lnTo>
                    <a:pt x="1578738" y="2741286"/>
                  </a:lnTo>
                  <a:lnTo>
                    <a:pt x="1578925" y="2741194"/>
                  </a:lnTo>
                  <a:lnTo>
                    <a:pt x="1579112" y="2740960"/>
                  </a:lnTo>
                  <a:lnTo>
                    <a:pt x="1579298" y="2740545"/>
                  </a:lnTo>
                  <a:lnTo>
                    <a:pt x="1579485" y="2740295"/>
                  </a:lnTo>
                  <a:lnTo>
                    <a:pt x="1579672" y="2740084"/>
                  </a:lnTo>
                  <a:lnTo>
                    <a:pt x="1579859" y="2739981"/>
                  </a:lnTo>
                  <a:lnTo>
                    <a:pt x="1580046" y="2740062"/>
                  </a:lnTo>
                  <a:lnTo>
                    <a:pt x="1580233" y="2740082"/>
                  </a:lnTo>
                  <a:lnTo>
                    <a:pt x="1580420" y="2739838"/>
                  </a:lnTo>
                  <a:lnTo>
                    <a:pt x="1580607" y="2739594"/>
                  </a:lnTo>
                  <a:lnTo>
                    <a:pt x="1580794" y="2739622"/>
                  </a:lnTo>
                  <a:lnTo>
                    <a:pt x="1580981" y="2739722"/>
                  </a:lnTo>
                  <a:lnTo>
                    <a:pt x="1581168" y="2739918"/>
                  </a:lnTo>
                  <a:lnTo>
                    <a:pt x="1581355" y="2740449"/>
                  </a:lnTo>
                  <a:lnTo>
                    <a:pt x="1581542" y="2740978"/>
                  </a:lnTo>
                  <a:lnTo>
                    <a:pt x="1581728" y="2741506"/>
                  </a:lnTo>
                  <a:lnTo>
                    <a:pt x="1581915" y="2742035"/>
                  </a:lnTo>
                  <a:lnTo>
                    <a:pt x="1582102" y="2742557"/>
                  </a:lnTo>
                  <a:lnTo>
                    <a:pt x="1582289" y="2742890"/>
                  </a:lnTo>
                  <a:lnTo>
                    <a:pt x="1582476" y="2743062"/>
                  </a:lnTo>
                  <a:lnTo>
                    <a:pt x="1582663" y="2743086"/>
                  </a:lnTo>
                  <a:lnTo>
                    <a:pt x="1582850" y="2742760"/>
                  </a:lnTo>
                  <a:lnTo>
                    <a:pt x="1583037" y="2742318"/>
                  </a:lnTo>
                  <a:lnTo>
                    <a:pt x="1583224" y="2741942"/>
                  </a:lnTo>
                  <a:lnTo>
                    <a:pt x="1583411" y="2741766"/>
                  </a:lnTo>
                  <a:lnTo>
                    <a:pt x="1583598" y="2741590"/>
                  </a:lnTo>
                  <a:lnTo>
                    <a:pt x="1583785" y="2741344"/>
                  </a:lnTo>
                  <a:lnTo>
                    <a:pt x="1583971" y="2740992"/>
                  </a:lnTo>
                  <a:lnTo>
                    <a:pt x="1584158" y="2740641"/>
                  </a:lnTo>
                  <a:lnTo>
                    <a:pt x="1584345" y="2740289"/>
                  </a:lnTo>
                  <a:lnTo>
                    <a:pt x="1584532" y="2739831"/>
                  </a:lnTo>
                  <a:lnTo>
                    <a:pt x="1584719" y="2739620"/>
                  </a:lnTo>
                  <a:lnTo>
                    <a:pt x="1584906" y="2739437"/>
                  </a:lnTo>
                  <a:lnTo>
                    <a:pt x="1585093" y="2739261"/>
                  </a:lnTo>
                  <a:lnTo>
                    <a:pt x="1585280" y="2739288"/>
                  </a:lnTo>
                  <a:lnTo>
                    <a:pt x="1585467" y="2739653"/>
                  </a:lnTo>
                  <a:lnTo>
                    <a:pt x="1585654" y="2740304"/>
                  </a:lnTo>
                  <a:lnTo>
                    <a:pt x="1585841" y="2740946"/>
                  </a:lnTo>
                  <a:lnTo>
                    <a:pt x="1586028" y="2741324"/>
                  </a:lnTo>
                  <a:lnTo>
                    <a:pt x="1586215" y="2741671"/>
                  </a:lnTo>
                  <a:lnTo>
                    <a:pt x="1586401" y="2742017"/>
                  </a:lnTo>
                  <a:lnTo>
                    <a:pt x="1586588" y="2742462"/>
                  </a:lnTo>
                  <a:lnTo>
                    <a:pt x="1586775" y="2743030"/>
                  </a:lnTo>
                  <a:lnTo>
                    <a:pt x="1586962" y="2743394"/>
                  </a:lnTo>
                  <a:lnTo>
                    <a:pt x="1587149" y="2743656"/>
                  </a:lnTo>
                  <a:lnTo>
                    <a:pt x="1587336" y="2743993"/>
                  </a:lnTo>
                  <a:lnTo>
                    <a:pt x="1587523" y="2744329"/>
                  </a:lnTo>
                  <a:lnTo>
                    <a:pt x="1587710" y="2744677"/>
                  </a:lnTo>
                  <a:lnTo>
                    <a:pt x="1587897" y="2745150"/>
                  </a:lnTo>
                  <a:lnTo>
                    <a:pt x="1588084" y="2745678"/>
                  </a:lnTo>
                  <a:lnTo>
                    <a:pt x="1588271" y="2746373"/>
                  </a:lnTo>
                  <a:lnTo>
                    <a:pt x="1588458" y="2747150"/>
                  </a:lnTo>
                  <a:lnTo>
                    <a:pt x="1588644" y="2747972"/>
                  </a:lnTo>
                  <a:lnTo>
                    <a:pt x="1588831" y="2748626"/>
                  </a:lnTo>
                  <a:lnTo>
                    <a:pt x="1589018" y="2749286"/>
                  </a:lnTo>
                  <a:lnTo>
                    <a:pt x="1589205" y="2749778"/>
                  </a:lnTo>
                  <a:lnTo>
                    <a:pt x="1589392" y="2750189"/>
                  </a:lnTo>
                  <a:lnTo>
                    <a:pt x="1589579" y="2750672"/>
                  </a:lnTo>
                  <a:lnTo>
                    <a:pt x="1589766" y="2751298"/>
                  </a:lnTo>
                  <a:lnTo>
                    <a:pt x="1589953" y="2752102"/>
                  </a:lnTo>
                  <a:lnTo>
                    <a:pt x="1590140" y="2753125"/>
                  </a:lnTo>
                  <a:lnTo>
                    <a:pt x="1590327" y="2754148"/>
                  </a:lnTo>
                  <a:lnTo>
                    <a:pt x="1590514" y="2755171"/>
                  </a:lnTo>
                  <a:lnTo>
                    <a:pt x="1590701" y="2756021"/>
                  </a:lnTo>
                  <a:lnTo>
                    <a:pt x="1590888" y="2756610"/>
                  </a:lnTo>
                  <a:lnTo>
                    <a:pt x="1591074" y="2757200"/>
                  </a:lnTo>
                  <a:lnTo>
                    <a:pt x="1591261" y="2757508"/>
                  </a:lnTo>
                  <a:lnTo>
                    <a:pt x="1591448" y="2757780"/>
                  </a:lnTo>
                  <a:lnTo>
                    <a:pt x="1591635" y="2758211"/>
                  </a:lnTo>
                  <a:lnTo>
                    <a:pt x="1591822" y="2758651"/>
                  </a:lnTo>
                  <a:lnTo>
                    <a:pt x="1592009" y="2759267"/>
                  </a:lnTo>
                  <a:lnTo>
                    <a:pt x="1592196" y="2759970"/>
                  </a:lnTo>
                  <a:lnTo>
                    <a:pt x="1592383" y="2760674"/>
                  </a:lnTo>
                  <a:lnTo>
                    <a:pt x="1592570" y="2761457"/>
                  </a:lnTo>
                  <a:lnTo>
                    <a:pt x="1592757" y="2762372"/>
                  </a:lnTo>
                  <a:lnTo>
                    <a:pt x="1592944" y="2763190"/>
                  </a:lnTo>
                  <a:lnTo>
                    <a:pt x="1593131" y="2763952"/>
                  </a:lnTo>
                  <a:lnTo>
                    <a:pt x="1593318" y="2764464"/>
                  </a:lnTo>
                  <a:lnTo>
                    <a:pt x="1593504" y="2764905"/>
                  </a:lnTo>
                  <a:lnTo>
                    <a:pt x="1593691" y="2765336"/>
                  </a:lnTo>
                  <a:lnTo>
                    <a:pt x="1593878" y="2765927"/>
                  </a:lnTo>
                  <a:lnTo>
                    <a:pt x="1594065" y="2766412"/>
                  </a:lnTo>
                  <a:lnTo>
                    <a:pt x="1594252" y="2766843"/>
                  </a:lnTo>
                  <a:lnTo>
                    <a:pt x="1594439" y="2767184"/>
                  </a:lnTo>
                  <a:lnTo>
                    <a:pt x="1594626" y="2767468"/>
                  </a:lnTo>
                  <a:lnTo>
                    <a:pt x="1594813" y="2767783"/>
                  </a:lnTo>
                  <a:lnTo>
                    <a:pt x="1595000" y="2767955"/>
                  </a:lnTo>
                  <a:lnTo>
                    <a:pt x="1595187" y="2768170"/>
                  </a:lnTo>
                  <a:lnTo>
                    <a:pt x="1595374" y="2768302"/>
                  </a:lnTo>
                  <a:lnTo>
                    <a:pt x="1595561" y="2768320"/>
                  </a:lnTo>
                  <a:lnTo>
                    <a:pt x="1595747" y="2768180"/>
                  </a:lnTo>
                  <a:lnTo>
                    <a:pt x="1595934" y="2767856"/>
                  </a:lnTo>
                  <a:lnTo>
                    <a:pt x="1596121" y="2767630"/>
                  </a:lnTo>
                  <a:lnTo>
                    <a:pt x="1596308" y="2767488"/>
                  </a:lnTo>
                  <a:lnTo>
                    <a:pt x="1596495" y="2767392"/>
                  </a:lnTo>
                  <a:lnTo>
                    <a:pt x="1596682" y="2767214"/>
                  </a:lnTo>
                  <a:lnTo>
                    <a:pt x="1596869" y="2767315"/>
                  </a:lnTo>
                  <a:lnTo>
                    <a:pt x="1597056" y="2767417"/>
                  </a:lnTo>
                  <a:lnTo>
                    <a:pt x="1597243" y="2767529"/>
                  </a:lnTo>
                  <a:lnTo>
                    <a:pt x="1597430" y="2767642"/>
                  </a:lnTo>
                  <a:lnTo>
                    <a:pt x="1597617" y="2767754"/>
                  </a:lnTo>
                  <a:lnTo>
                    <a:pt x="1597804" y="2767855"/>
                  </a:lnTo>
                  <a:lnTo>
                    <a:pt x="1597991" y="2767881"/>
                  </a:lnTo>
                  <a:lnTo>
                    <a:pt x="1598177" y="2767854"/>
                  </a:lnTo>
                  <a:lnTo>
                    <a:pt x="1598364" y="2767809"/>
                  </a:lnTo>
                  <a:lnTo>
                    <a:pt x="1598551" y="2767882"/>
                  </a:lnTo>
                  <a:lnTo>
                    <a:pt x="1598738" y="2768165"/>
                  </a:lnTo>
                  <a:lnTo>
                    <a:pt x="1598925" y="2768429"/>
                  </a:lnTo>
                  <a:lnTo>
                    <a:pt x="1599112" y="2768576"/>
                  </a:lnTo>
                  <a:lnTo>
                    <a:pt x="1599299" y="2768598"/>
                  </a:lnTo>
                  <a:lnTo>
                    <a:pt x="1599486" y="2768639"/>
                  </a:lnTo>
                  <a:lnTo>
                    <a:pt x="1599673" y="2768521"/>
                  </a:lnTo>
                  <a:lnTo>
                    <a:pt x="1599860" y="2768230"/>
                  </a:lnTo>
                  <a:lnTo>
                    <a:pt x="1600047" y="2767751"/>
                  </a:lnTo>
                  <a:lnTo>
                    <a:pt x="1600234" y="2767122"/>
                  </a:lnTo>
                  <a:lnTo>
                    <a:pt x="1600421" y="2766532"/>
                  </a:lnTo>
                  <a:lnTo>
                    <a:pt x="1600607" y="2765983"/>
                  </a:lnTo>
                  <a:lnTo>
                    <a:pt x="1600794" y="2765490"/>
                  </a:lnTo>
                  <a:lnTo>
                    <a:pt x="1600981" y="2765215"/>
                  </a:lnTo>
                  <a:lnTo>
                    <a:pt x="1601168" y="2765152"/>
                  </a:lnTo>
                  <a:lnTo>
                    <a:pt x="1601355" y="2764690"/>
                  </a:lnTo>
                  <a:lnTo>
                    <a:pt x="1601542" y="2764073"/>
                  </a:lnTo>
                  <a:lnTo>
                    <a:pt x="1601729" y="2763325"/>
                  </a:lnTo>
                  <a:lnTo>
                    <a:pt x="1601916" y="2762433"/>
                  </a:lnTo>
                  <a:lnTo>
                    <a:pt x="1602103" y="2761662"/>
                  </a:lnTo>
                  <a:lnTo>
                    <a:pt x="1602290" y="2760805"/>
                  </a:lnTo>
                  <a:lnTo>
                    <a:pt x="1602477" y="2759940"/>
                  </a:lnTo>
                  <a:lnTo>
                    <a:pt x="1602664" y="2758989"/>
                  </a:lnTo>
                  <a:lnTo>
                    <a:pt x="1602850" y="2758253"/>
                  </a:lnTo>
                  <a:lnTo>
                    <a:pt x="1603037" y="2757500"/>
                  </a:lnTo>
                  <a:lnTo>
                    <a:pt x="1603224" y="2757052"/>
                  </a:lnTo>
                  <a:lnTo>
                    <a:pt x="1603411" y="2756695"/>
                  </a:lnTo>
                  <a:lnTo>
                    <a:pt x="1603598" y="2756280"/>
                  </a:lnTo>
                  <a:lnTo>
                    <a:pt x="1603785" y="2755660"/>
                  </a:lnTo>
                  <a:lnTo>
                    <a:pt x="1603972" y="2754995"/>
                  </a:lnTo>
                  <a:lnTo>
                    <a:pt x="1604159" y="2754512"/>
                  </a:lnTo>
                  <a:lnTo>
                    <a:pt x="1604346" y="2753964"/>
                  </a:lnTo>
                  <a:lnTo>
                    <a:pt x="1604533" y="2753432"/>
                  </a:lnTo>
                  <a:lnTo>
                    <a:pt x="1604720" y="2752962"/>
                  </a:lnTo>
                  <a:lnTo>
                    <a:pt x="1604907" y="2752598"/>
                  </a:lnTo>
                  <a:lnTo>
                    <a:pt x="1605094" y="2752458"/>
                  </a:lnTo>
                  <a:lnTo>
                    <a:pt x="1605280" y="2752331"/>
                  </a:lnTo>
                  <a:lnTo>
                    <a:pt x="1605467" y="2752352"/>
                  </a:lnTo>
                  <a:lnTo>
                    <a:pt x="1605654" y="2752355"/>
                  </a:lnTo>
                  <a:lnTo>
                    <a:pt x="1605841" y="2752488"/>
                  </a:lnTo>
                  <a:lnTo>
                    <a:pt x="1606028" y="2752301"/>
                  </a:lnTo>
                  <a:lnTo>
                    <a:pt x="1606215" y="2752033"/>
                  </a:lnTo>
                  <a:lnTo>
                    <a:pt x="1606402" y="2751689"/>
                  </a:lnTo>
                  <a:lnTo>
                    <a:pt x="1606589" y="2751244"/>
                  </a:lnTo>
                  <a:lnTo>
                    <a:pt x="1606776" y="2750795"/>
                  </a:lnTo>
                  <a:lnTo>
                    <a:pt x="1606963" y="2750440"/>
                  </a:lnTo>
                  <a:lnTo>
                    <a:pt x="1607150" y="2750122"/>
                  </a:lnTo>
                  <a:lnTo>
                    <a:pt x="1607337" y="2749944"/>
                  </a:lnTo>
                  <a:lnTo>
                    <a:pt x="1607523" y="2749641"/>
                  </a:lnTo>
                  <a:lnTo>
                    <a:pt x="1607710" y="2749371"/>
                  </a:lnTo>
                  <a:lnTo>
                    <a:pt x="1607897" y="2748940"/>
                  </a:lnTo>
                  <a:lnTo>
                    <a:pt x="1608084" y="2748344"/>
                  </a:lnTo>
                  <a:lnTo>
                    <a:pt x="1608271" y="2747734"/>
                  </a:lnTo>
                  <a:lnTo>
                    <a:pt x="1608458" y="2746892"/>
                  </a:lnTo>
                  <a:lnTo>
                    <a:pt x="1608645" y="2745991"/>
                  </a:lnTo>
                  <a:lnTo>
                    <a:pt x="1608832" y="2745118"/>
                  </a:lnTo>
                  <a:lnTo>
                    <a:pt x="1609019" y="2743943"/>
                  </a:lnTo>
                  <a:lnTo>
                    <a:pt x="1609206" y="2743088"/>
                  </a:lnTo>
                  <a:lnTo>
                    <a:pt x="1609393" y="2742525"/>
                  </a:lnTo>
                  <a:lnTo>
                    <a:pt x="1609580" y="2742226"/>
                  </a:lnTo>
                  <a:lnTo>
                    <a:pt x="1609767" y="2741770"/>
                  </a:lnTo>
                  <a:lnTo>
                    <a:pt x="1609953" y="2741314"/>
                  </a:lnTo>
                  <a:lnTo>
                    <a:pt x="1610140" y="2740839"/>
                  </a:lnTo>
                  <a:lnTo>
                    <a:pt x="1610327" y="2740684"/>
                  </a:lnTo>
                  <a:lnTo>
                    <a:pt x="1610514" y="2740607"/>
                  </a:lnTo>
                  <a:lnTo>
                    <a:pt x="1610701" y="2740585"/>
                  </a:lnTo>
                  <a:lnTo>
                    <a:pt x="1610888" y="2740681"/>
                  </a:lnTo>
                  <a:lnTo>
                    <a:pt x="1611075" y="2740672"/>
                  </a:lnTo>
                  <a:lnTo>
                    <a:pt x="1611262" y="2740764"/>
                  </a:lnTo>
                  <a:lnTo>
                    <a:pt x="1611449" y="2740856"/>
                  </a:lnTo>
                  <a:lnTo>
                    <a:pt x="1611636" y="2740948"/>
                  </a:lnTo>
                  <a:lnTo>
                    <a:pt x="1611823" y="2741066"/>
                  </a:lnTo>
                  <a:lnTo>
                    <a:pt x="1612010" y="2741245"/>
                  </a:lnTo>
                  <a:lnTo>
                    <a:pt x="1612197" y="2741425"/>
                  </a:lnTo>
                  <a:lnTo>
                    <a:pt x="1612383" y="2741657"/>
                  </a:lnTo>
                  <a:lnTo>
                    <a:pt x="1612570" y="2741937"/>
                  </a:lnTo>
                  <a:lnTo>
                    <a:pt x="1612757" y="2742220"/>
                  </a:lnTo>
                  <a:lnTo>
                    <a:pt x="1612944" y="2742515"/>
                  </a:lnTo>
                  <a:lnTo>
                    <a:pt x="1613131" y="2742660"/>
                  </a:lnTo>
                  <a:lnTo>
                    <a:pt x="1613318" y="2742909"/>
                  </a:lnTo>
                  <a:lnTo>
                    <a:pt x="1613505" y="2743149"/>
                  </a:lnTo>
                  <a:lnTo>
                    <a:pt x="1613692" y="2743432"/>
                  </a:lnTo>
                  <a:lnTo>
                    <a:pt x="1613879" y="2743635"/>
                  </a:lnTo>
                  <a:lnTo>
                    <a:pt x="1614066" y="2743540"/>
                  </a:lnTo>
                  <a:lnTo>
                    <a:pt x="1614253" y="2743420"/>
                  </a:lnTo>
                  <a:lnTo>
                    <a:pt x="1614440" y="2743121"/>
                  </a:lnTo>
                  <a:lnTo>
                    <a:pt x="1614626" y="2742736"/>
                  </a:lnTo>
                  <a:lnTo>
                    <a:pt x="1614813" y="2742330"/>
                  </a:lnTo>
                  <a:lnTo>
                    <a:pt x="1615000" y="2741869"/>
                  </a:lnTo>
                  <a:lnTo>
                    <a:pt x="1615187" y="2741409"/>
                  </a:lnTo>
                  <a:lnTo>
                    <a:pt x="1615374" y="2741108"/>
                  </a:lnTo>
                  <a:lnTo>
                    <a:pt x="1615561" y="2740937"/>
                  </a:lnTo>
                  <a:lnTo>
                    <a:pt x="1615748" y="2740827"/>
                  </a:lnTo>
                  <a:lnTo>
                    <a:pt x="1615935" y="2740874"/>
                  </a:lnTo>
                  <a:lnTo>
                    <a:pt x="1616122" y="2740815"/>
                  </a:lnTo>
                  <a:lnTo>
                    <a:pt x="1616309" y="2740819"/>
                  </a:lnTo>
                  <a:lnTo>
                    <a:pt x="1616496" y="2740841"/>
                  </a:lnTo>
                  <a:lnTo>
                    <a:pt x="1616683" y="2741022"/>
                  </a:lnTo>
                  <a:lnTo>
                    <a:pt x="1616870" y="2741361"/>
                  </a:lnTo>
                  <a:lnTo>
                    <a:pt x="1617056" y="2741627"/>
                  </a:lnTo>
                  <a:lnTo>
                    <a:pt x="1617243" y="2741803"/>
                  </a:lnTo>
                  <a:lnTo>
                    <a:pt x="1617430" y="2741640"/>
                  </a:lnTo>
                  <a:lnTo>
                    <a:pt x="1617617" y="2741297"/>
                  </a:lnTo>
                  <a:lnTo>
                    <a:pt x="1617804" y="2741121"/>
                  </a:lnTo>
                  <a:lnTo>
                    <a:pt x="1617991" y="2740945"/>
                  </a:lnTo>
                  <a:lnTo>
                    <a:pt x="1618178" y="2740550"/>
                  </a:lnTo>
                  <a:lnTo>
                    <a:pt x="1618365" y="2739846"/>
                  </a:lnTo>
                  <a:lnTo>
                    <a:pt x="1618552" y="2739063"/>
                  </a:lnTo>
                  <a:lnTo>
                    <a:pt x="1618739" y="2738131"/>
                  </a:lnTo>
                  <a:lnTo>
                    <a:pt x="1618926" y="2737234"/>
                  </a:lnTo>
                  <a:lnTo>
                    <a:pt x="1619113" y="2736354"/>
                  </a:lnTo>
                  <a:lnTo>
                    <a:pt x="1619300" y="2735474"/>
                  </a:lnTo>
                  <a:lnTo>
                    <a:pt x="1619486" y="2734568"/>
                  </a:lnTo>
                  <a:lnTo>
                    <a:pt x="1619673" y="2733531"/>
                  </a:lnTo>
                  <a:lnTo>
                    <a:pt x="1619860" y="2732545"/>
                  </a:lnTo>
                  <a:lnTo>
                    <a:pt x="1620047" y="2731771"/>
                  </a:lnTo>
                  <a:lnTo>
                    <a:pt x="1620234" y="2731411"/>
                  </a:lnTo>
                  <a:lnTo>
                    <a:pt x="1620421" y="2731367"/>
                  </a:lnTo>
                  <a:lnTo>
                    <a:pt x="1620608" y="2731244"/>
                  </a:lnTo>
                  <a:lnTo>
                    <a:pt x="1620795" y="2730989"/>
                  </a:lnTo>
                  <a:lnTo>
                    <a:pt x="1620982" y="2730364"/>
                  </a:lnTo>
                  <a:lnTo>
                    <a:pt x="1621169" y="2729836"/>
                  </a:lnTo>
                  <a:lnTo>
                    <a:pt x="1621356" y="2729177"/>
                  </a:lnTo>
                  <a:lnTo>
                    <a:pt x="1621543" y="2728473"/>
                  </a:lnTo>
                  <a:lnTo>
                    <a:pt x="1621729" y="2727769"/>
                  </a:lnTo>
                  <a:lnTo>
                    <a:pt x="1621916" y="2727004"/>
                  </a:lnTo>
                  <a:lnTo>
                    <a:pt x="1622103" y="2725879"/>
                  </a:lnTo>
                  <a:lnTo>
                    <a:pt x="1622290" y="2724856"/>
                  </a:lnTo>
                  <a:lnTo>
                    <a:pt x="1622477" y="2723942"/>
                  </a:lnTo>
                  <a:lnTo>
                    <a:pt x="1622664" y="2722859"/>
                  </a:lnTo>
                  <a:lnTo>
                    <a:pt x="1622851" y="2721482"/>
                  </a:lnTo>
                  <a:lnTo>
                    <a:pt x="1623038" y="2719996"/>
                  </a:lnTo>
                  <a:lnTo>
                    <a:pt x="1623225" y="2718474"/>
                  </a:lnTo>
                  <a:lnTo>
                    <a:pt x="1623412" y="2717140"/>
                  </a:lnTo>
                  <a:lnTo>
                    <a:pt x="1623599" y="2715938"/>
                  </a:lnTo>
                  <a:lnTo>
                    <a:pt x="1623786" y="2715132"/>
                  </a:lnTo>
                  <a:lnTo>
                    <a:pt x="1623973" y="2714361"/>
                  </a:lnTo>
                  <a:lnTo>
                    <a:pt x="1624159" y="2713563"/>
                  </a:lnTo>
                  <a:lnTo>
                    <a:pt x="1624346" y="2712866"/>
                  </a:lnTo>
                  <a:lnTo>
                    <a:pt x="1624533" y="2712239"/>
                  </a:lnTo>
                  <a:lnTo>
                    <a:pt x="1624720" y="2711702"/>
                  </a:lnTo>
                  <a:lnTo>
                    <a:pt x="1624907" y="2711300"/>
                  </a:lnTo>
                  <a:lnTo>
                    <a:pt x="1625094" y="2710811"/>
                  </a:lnTo>
                  <a:lnTo>
                    <a:pt x="1625281" y="2710390"/>
                  </a:lnTo>
                  <a:lnTo>
                    <a:pt x="1625468" y="2709993"/>
                  </a:lnTo>
                  <a:lnTo>
                    <a:pt x="1625655" y="2709607"/>
                  </a:lnTo>
                  <a:lnTo>
                    <a:pt x="1625842" y="2709252"/>
                  </a:lnTo>
                  <a:lnTo>
                    <a:pt x="1626029" y="2708908"/>
                  </a:lnTo>
                  <a:lnTo>
                    <a:pt x="1626216" y="2708732"/>
                  </a:lnTo>
                  <a:lnTo>
                    <a:pt x="1626402" y="2708565"/>
                  </a:lnTo>
                  <a:lnTo>
                    <a:pt x="1626589" y="2708734"/>
                  </a:lnTo>
                  <a:lnTo>
                    <a:pt x="1626776" y="2708843"/>
                  </a:lnTo>
                  <a:lnTo>
                    <a:pt x="1626963" y="2709206"/>
                  </a:lnTo>
                  <a:lnTo>
                    <a:pt x="1627150" y="2709403"/>
                  </a:lnTo>
                  <a:lnTo>
                    <a:pt x="1627337" y="2709450"/>
                  </a:lnTo>
                  <a:lnTo>
                    <a:pt x="1627524" y="2709438"/>
                  </a:lnTo>
                  <a:lnTo>
                    <a:pt x="1627711" y="2709341"/>
                  </a:lnTo>
                  <a:lnTo>
                    <a:pt x="1627898" y="2709215"/>
                  </a:lnTo>
                  <a:lnTo>
                    <a:pt x="1628085" y="2709090"/>
                  </a:lnTo>
                  <a:lnTo>
                    <a:pt x="1628272" y="2709077"/>
                  </a:lnTo>
                  <a:lnTo>
                    <a:pt x="1628459" y="2709065"/>
                  </a:lnTo>
                  <a:lnTo>
                    <a:pt x="1628646" y="2709053"/>
                  </a:lnTo>
                  <a:lnTo>
                    <a:pt x="1628832" y="2709041"/>
                  </a:lnTo>
                  <a:lnTo>
                    <a:pt x="1629019" y="2709028"/>
                  </a:lnTo>
                  <a:lnTo>
                    <a:pt x="1629206" y="2709047"/>
                  </a:lnTo>
                  <a:lnTo>
                    <a:pt x="1629393" y="2708936"/>
                  </a:lnTo>
                  <a:lnTo>
                    <a:pt x="1629580" y="2708784"/>
                  </a:lnTo>
                  <a:lnTo>
                    <a:pt x="1629767" y="2708629"/>
                  </a:lnTo>
                  <a:lnTo>
                    <a:pt x="1629954" y="2708417"/>
                  </a:lnTo>
                  <a:lnTo>
                    <a:pt x="1630141" y="2708334"/>
                  </a:lnTo>
                  <a:lnTo>
                    <a:pt x="1630328" y="2708150"/>
                  </a:lnTo>
                  <a:lnTo>
                    <a:pt x="1630515" y="2707956"/>
                  </a:lnTo>
                  <a:lnTo>
                    <a:pt x="1630702" y="2707956"/>
                  </a:lnTo>
                  <a:lnTo>
                    <a:pt x="1630889" y="2707798"/>
                  </a:lnTo>
                  <a:lnTo>
                    <a:pt x="1631076" y="2707428"/>
                  </a:lnTo>
                  <a:lnTo>
                    <a:pt x="1631262" y="2706901"/>
                  </a:lnTo>
                  <a:lnTo>
                    <a:pt x="1631449" y="2706373"/>
                  </a:lnTo>
                  <a:lnTo>
                    <a:pt x="1631636" y="2705845"/>
                  </a:lnTo>
                  <a:lnTo>
                    <a:pt x="1631823" y="2705317"/>
                  </a:lnTo>
                  <a:lnTo>
                    <a:pt x="1632010" y="2705050"/>
                  </a:lnTo>
                  <a:lnTo>
                    <a:pt x="1632197" y="2704715"/>
                  </a:lnTo>
                  <a:lnTo>
                    <a:pt x="1632384" y="2704309"/>
                  </a:lnTo>
                  <a:lnTo>
                    <a:pt x="1632571" y="2703861"/>
                  </a:lnTo>
                  <a:lnTo>
                    <a:pt x="1632758" y="2703536"/>
                  </a:lnTo>
                  <a:lnTo>
                    <a:pt x="1632945" y="2703211"/>
                  </a:lnTo>
                  <a:lnTo>
                    <a:pt x="1633132" y="2702973"/>
                  </a:lnTo>
                  <a:lnTo>
                    <a:pt x="1633319" y="2702942"/>
                  </a:lnTo>
                  <a:lnTo>
                    <a:pt x="1633505" y="2702762"/>
                  </a:lnTo>
                  <a:lnTo>
                    <a:pt x="1633692" y="2702711"/>
                  </a:lnTo>
                  <a:lnTo>
                    <a:pt x="1633879" y="2702834"/>
                  </a:lnTo>
                  <a:lnTo>
                    <a:pt x="1634066" y="2703087"/>
                  </a:lnTo>
                  <a:lnTo>
                    <a:pt x="1634253" y="2703339"/>
                  </a:lnTo>
                  <a:lnTo>
                    <a:pt x="1634440" y="2703592"/>
                  </a:lnTo>
                  <a:lnTo>
                    <a:pt x="1634627" y="2703845"/>
                  </a:lnTo>
                  <a:lnTo>
                    <a:pt x="1634814" y="2704050"/>
                  </a:lnTo>
                  <a:lnTo>
                    <a:pt x="1635001" y="2704199"/>
                  </a:lnTo>
                  <a:lnTo>
                    <a:pt x="1635188" y="2704437"/>
                  </a:lnTo>
                  <a:lnTo>
                    <a:pt x="1635375" y="2704718"/>
                  </a:lnTo>
                  <a:lnTo>
                    <a:pt x="1635562" y="2704771"/>
                  </a:lnTo>
                  <a:lnTo>
                    <a:pt x="1635749" y="2704930"/>
                  </a:lnTo>
                  <a:lnTo>
                    <a:pt x="1635935" y="2705134"/>
                  </a:lnTo>
                  <a:lnTo>
                    <a:pt x="1636122" y="2705128"/>
                  </a:lnTo>
                  <a:lnTo>
                    <a:pt x="1636309" y="2705154"/>
                  </a:lnTo>
                  <a:lnTo>
                    <a:pt x="1636496" y="2705000"/>
                  </a:lnTo>
                  <a:lnTo>
                    <a:pt x="1636683" y="2704972"/>
                  </a:lnTo>
                  <a:lnTo>
                    <a:pt x="1636870" y="2704941"/>
                  </a:lnTo>
                  <a:lnTo>
                    <a:pt x="1637057" y="2704737"/>
                  </a:lnTo>
                  <a:lnTo>
                    <a:pt x="1637244" y="2704574"/>
                  </a:lnTo>
                  <a:lnTo>
                    <a:pt x="1637431" y="2704599"/>
                  </a:lnTo>
                  <a:lnTo>
                    <a:pt x="1637618" y="2704774"/>
                  </a:lnTo>
                  <a:lnTo>
                    <a:pt x="1637805" y="2704714"/>
                  </a:lnTo>
                  <a:lnTo>
                    <a:pt x="1637992" y="2704653"/>
                  </a:lnTo>
                  <a:lnTo>
                    <a:pt x="1638179" y="2704575"/>
                  </a:lnTo>
                  <a:lnTo>
                    <a:pt x="1638365" y="2704562"/>
                  </a:lnTo>
                  <a:lnTo>
                    <a:pt x="1638552" y="2704366"/>
                  </a:lnTo>
                  <a:lnTo>
                    <a:pt x="1638739" y="2704293"/>
                  </a:lnTo>
                  <a:lnTo>
                    <a:pt x="1638926" y="2704292"/>
                  </a:lnTo>
                  <a:lnTo>
                    <a:pt x="1639113" y="2704380"/>
                  </a:lnTo>
                  <a:lnTo>
                    <a:pt x="1639300" y="2704695"/>
                  </a:lnTo>
                  <a:lnTo>
                    <a:pt x="1639487" y="2704940"/>
                  </a:lnTo>
                  <a:lnTo>
                    <a:pt x="1639674" y="2705417"/>
                  </a:lnTo>
                  <a:lnTo>
                    <a:pt x="1639861" y="2706049"/>
                  </a:lnTo>
                  <a:lnTo>
                    <a:pt x="1640048" y="2706614"/>
                  </a:lnTo>
                  <a:lnTo>
                    <a:pt x="1640235" y="2707034"/>
                  </a:lnTo>
                  <a:lnTo>
                    <a:pt x="1640422" y="2707472"/>
                  </a:lnTo>
                  <a:lnTo>
                    <a:pt x="1640608" y="2708002"/>
                  </a:lnTo>
                  <a:lnTo>
                    <a:pt x="1640795" y="2708607"/>
                  </a:lnTo>
                  <a:lnTo>
                    <a:pt x="1640982" y="2709299"/>
                  </a:lnTo>
                  <a:lnTo>
                    <a:pt x="1641169" y="2710237"/>
                  </a:lnTo>
                  <a:lnTo>
                    <a:pt x="1641356" y="2711037"/>
                  </a:lnTo>
                  <a:lnTo>
                    <a:pt x="1641543" y="2711579"/>
                  </a:lnTo>
                  <a:lnTo>
                    <a:pt x="1641730" y="2712130"/>
                  </a:lnTo>
                  <a:lnTo>
                    <a:pt x="1641917" y="2712690"/>
                  </a:lnTo>
                  <a:lnTo>
                    <a:pt x="1642104" y="2712966"/>
                  </a:lnTo>
                  <a:lnTo>
                    <a:pt x="1642291" y="2713076"/>
                  </a:lnTo>
                  <a:lnTo>
                    <a:pt x="1642478" y="2713041"/>
                  </a:lnTo>
                  <a:lnTo>
                    <a:pt x="1642665" y="2712806"/>
                  </a:lnTo>
                  <a:lnTo>
                    <a:pt x="1642852" y="2712533"/>
                  </a:lnTo>
                  <a:lnTo>
                    <a:pt x="1643038" y="2712298"/>
                  </a:lnTo>
                  <a:lnTo>
                    <a:pt x="1643225" y="2711973"/>
                  </a:lnTo>
                  <a:lnTo>
                    <a:pt x="1643412" y="2711692"/>
                  </a:lnTo>
                  <a:lnTo>
                    <a:pt x="1643599" y="2711499"/>
                  </a:lnTo>
                  <a:lnTo>
                    <a:pt x="1643786" y="2711330"/>
                  </a:lnTo>
                  <a:lnTo>
                    <a:pt x="1643973" y="2711263"/>
                  </a:lnTo>
                  <a:lnTo>
                    <a:pt x="1644160" y="2711574"/>
                  </a:lnTo>
                  <a:lnTo>
                    <a:pt x="1644347" y="2712007"/>
                  </a:lnTo>
                  <a:lnTo>
                    <a:pt x="1644534" y="2712448"/>
                  </a:lnTo>
                  <a:lnTo>
                    <a:pt x="1644721" y="2713133"/>
                  </a:lnTo>
                  <a:lnTo>
                    <a:pt x="1644908" y="2714005"/>
                  </a:lnTo>
                  <a:lnTo>
                    <a:pt x="1645095" y="2714853"/>
                  </a:lnTo>
                  <a:lnTo>
                    <a:pt x="1645281" y="2715860"/>
                  </a:lnTo>
                  <a:lnTo>
                    <a:pt x="1645468" y="2716936"/>
                  </a:lnTo>
                  <a:lnTo>
                    <a:pt x="1645655" y="2718018"/>
                  </a:lnTo>
                  <a:lnTo>
                    <a:pt x="1645842" y="2719315"/>
                  </a:lnTo>
                  <a:lnTo>
                    <a:pt x="1646029" y="2720744"/>
                  </a:lnTo>
                  <a:lnTo>
                    <a:pt x="1646216" y="2722173"/>
                  </a:lnTo>
                  <a:lnTo>
                    <a:pt x="1646403" y="2723725"/>
                  </a:lnTo>
                  <a:lnTo>
                    <a:pt x="1646590" y="2725019"/>
                  </a:lnTo>
                  <a:lnTo>
                    <a:pt x="1646777" y="2725971"/>
                  </a:lnTo>
                  <a:lnTo>
                    <a:pt x="1646964" y="2726800"/>
                  </a:lnTo>
                  <a:lnTo>
                    <a:pt x="1647151" y="2727591"/>
                  </a:lnTo>
                  <a:lnTo>
                    <a:pt x="1647338" y="2728312"/>
                  </a:lnTo>
                  <a:lnTo>
                    <a:pt x="1647525" y="2728831"/>
                  </a:lnTo>
                  <a:lnTo>
                    <a:pt x="1647711" y="2729227"/>
                  </a:lnTo>
                  <a:lnTo>
                    <a:pt x="1647898" y="2729412"/>
                  </a:lnTo>
                  <a:lnTo>
                    <a:pt x="1648085" y="2729542"/>
                  </a:lnTo>
                  <a:lnTo>
                    <a:pt x="1648272" y="2729616"/>
                  </a:lnTo>
                  <a:lnTo>
                    <a:pt x="1648459" y="2729698"/>
                  </a:lnTo>
                  <a:lnTo>
                    <a:pt x="1648646" y="2729701"/>
                  </a:lnTo>
                  <a:lnTo>
                    <a:pt x="1648833" y="2729521"/>
                  </a:lnTo>
                  <a:lnTo>
                    <a:pt x="1649020" y="2729215"/>
                  </a:lnTo>
                  <a:lnTo>
                    <a:pt x="1649207" y="2728657"/>
                  </a:lnTo>
                  <a:lnTo>
                    <a:pt x="1649394" y="2728020"/>
                  </a:lnTo>
                  <a:lnTo>
                    <a:pt x="1649581" y="2727489"/>
                  </a:lnTo>
                  <a:lnTo>
                    <a:pt x="1649768" y="2726905"/>
                  </a:lnTo>
                  <a:lnTo>
                    <a:pt x="1649955" y="2726238"/>
                  </a:lnTo>
                  <a:lnTo>
                    <a:pt x="1650141" y="2725428"/>
                  </a:lnTo>
                  <a:lnTo>
                    <a:pt x="1650328" y="2724631"/>
                  </a:lnTo>
                  <a:lnTo>
                    <a:pt x="1650515" y="2723996"/>
                  </a:lnTo>
                  <a:lnTo>
                    <a:pt x="1650702" y="2723146"/>
                  </a:lnTo>
                  <a:lnTo>
                    <a:pt x="1650889" y="2722478"/>
                  </a:lnTo>
                  <a:lnTo>
                    <a:pt x="1651076" y="2721885"/>
                  </a:lnTo>
                  <a:lnTo>
                    <a:pt x="1651263" y="2721152"/>
                  </a:lnTo>
                  <a:lnTo>
                    <a:pt x="1651450" y="2720762"/>
                  </a:lnTo>
                  <a:lnTo>
                    <a:pt x="1651637" y="2720372"/>
                  </a:lnTo>
                  <a:lnTo>
                    <a:pt x="1651824" y="2720308"/>
                  </a:lnTo>
                  <a:lnTo>
                    <a:pt x="1652011" y="2720332"/>
                  </a:lnTo>
                  <a:lnTo>
                    <a:pt x="1652198" y="2720404"/>
                  </a:lnTo>
                  <a:lnTo>
                    <a:pt x="1652384" y="2720475"/>
                  </a:lnTo>
                  <a:lnTo>
                    <a:pt x="1652571" y="2720547"/>
                  </a:lnTo>
                  <a:lnTo>
                    <a:pt x="1652758" y="2720637"/>
                  </a:lnTo>
                  <a:lnTo>
                    <a:pt x="1652945" y="2720802"/>
                  </a:lnTo>
                  <a:lnTo>
                    <a:pt x="1653132" y="2720915"/>
                  </a:lnTo>
                  <a:lnTo>
                    <a:pt x="1653319" y="2721031"/>
                  </a:lnTo>
                  <a:lnTo>
                    <a:pt x="1653506" y="2721482"/>
                  </a:lnTo>
                  <a:lnTo>
                    <a:pt x="1653693" y="2721870"/>
                  </a:lnTo>
                  <a:lnTo>
                    <a:pt x="1653880" y="2722203"/>
                  </a:lnTo>
                  <a:lnTo>
                    <a:pt x="1654067" y="2722664"/>
                  </a:lnTo>
                  <a:lnTo>
                    <a:pt x="1654254" y="2722907"/>
                  </a:lnTo>
                  <a:lnTo>
                    <a:pt x="1654441" y="2723453"/>
                  </a:lnTo>
                  <a:lnTo>
                    <a:pt x="1654628" y="2724100"/>
                  </a:lnTo>
                  <a:lnTo>
                    <a:pt x="1654814" y="2725002"/>
                  </a:lnTo>
                  <a:lnTo>
                    <a:pt x="1655001" y="2726046"/>
                  </a:lnTo>
                  <a:lnTo>
                    <a:pt x="1655188" y="2726902"/>
                  </a:lnTo>
                  <a:lnTo>
                    <a:pt x="1655375" y="2727578"/>
                  </a:lnTo>
                  <a:lnTo>
                    <a:pt x="1655562" y="2728213"/>
                  </a:lnTo>
                  <a:lnTo>
                    <a:pt x="1655749" y="2728862"/>
                  </a:lnTo>
                  <a:lnTo>
                    <a:pt x="1655936" y="2729495"/>
                  </a:lnTo>
                  <a:lnTo>
                    <a:pt x="1656123" y="2730195"/>
                  </a:lnTo>
                  <a:lnTo>
                    <a:pt x="1656310" y="2730719"/>
                  </a:lnTo>
                  <a:lnTo>
                    <a:pt x="1656497" y="2731177"/>
                  </a:lnTo>
                  <a:lnTo>
                    <a:pt x="1656684" y="2731634"/>
                  </a:lnTo>
                  <a:lnTo>
                    <a:pt x="1656871" y="2731976"/>
                  </a:lnTo>
                  <a:lnTo>
                    <a:pt x="1657058" y="2732292"/>
                  </a:lnTo>
                  <a:lnTo>
                    <a:pt x="1657244" y="2732171"/>
                  </a:lnTo>
                  <a:lnTo>
                    <a:pt x="1657431" y="2731816"/>
                  </a:lnTo>
                  <a:lnTo>
                    <a:pt x="1657618" y="2731293"/>
                  </a:lnTo>
                  <a:lnTo>
                    <a:pt x="1657805" y="2730268"/>
                  </a:lnTo>
                  <a:lnTo>
                    <a:pt x="1657992" y="2729498"/>
                  </a:lnTo>
                  <a:lnTo>
                    <a:pt x="1658179" y="2728852"/>
                  </a:lnTo>
                  <a:lnTo>
                    <a:pt x="1658366" y="2728537"/>
                  </a:lnTo>
                  <a:lnTo>
                    <a:pt x="1658553" y="2728531"/>
                  </a:lnTo>
                  <a:lnTo>
                    <a:pt x="1658740" y="2728779"/>
                  </a:lnTo>
                  <a:lnTo>
                    <a:pt x="1658927" y="2729119"/>
                  </a:lnTo>
                  <a:lnTo>
                    <a:pt x="1659114" y="2729627"/>
                  </a:lnTo>
                  <a:lnTo>
                    <a:pt x="1659301" y="2730328"/>
                  </a:lnTo>
                  <a:lnTo>
                    <a:pt x="1659487" y="2731358"/>
                  </a:lnTo>
                  <a:lnTo>
                    <a:pt x="1659674" y="2732463"/>
                  </a:lnTo>
                  <a:lnTo>
                    <a:pt x="1659861" y="2733416"/>
                  </a:lnTo>
                  <a:lnTo>
                    <a:pt x="1660048" y="2734442"/>
                  </a:lnTo>
                  <a:lnTo>
                    <a:pt x="1660235" y="2735238"/>
                  </a:lnTo>
                  <a:lnTo>
                    <a:pt x="1660422" y="2735781"/>
                  </a:lnTo>
                  <a:lnTo>
                    <a:pt x="1660609" y="2736258"/>
                  </a:lnTo>
                  <a:lnTo>
                    <a:pt x="1660796" y="2736265"/>
                  </a:lnTo>
                  <a:lnTo>
                    <a:pt x="1660983" y="2736001"/>
                  </a:lnTo>
                  <a:lnTo>
                    <a:pt x="1661170" y="2735283"/>
                  </a:lnTo>
                  <a:lnTo>
                    <a:pt x="1661357" y="2734472"/>
                  </a:lnTo>
                  <a:lnTo>
                    <a:pt x="1661544" y="2733493"/>
                  </a:lnTo>
                  <a:lnTo>
                    <a:pt x="1661731" y="2732539"/>
                  </a:lnTo>
                  <a:lnTo>
                    <a:pt x="1661917" y="2731478"/>
                  </a:lnTo>
                  <a:lnTo>
                    <a:pt x="1662104" y="2730173"/>
                  </a:lnTo>
                  <a:lnTo>
                    <a:pt x="1662291" y="2728603"/>
                  </a:lnTo>
                  <a:lnTo>
                    <a:pt x="1662478" y="2727105"/>
                  </a:lnTo>
                  <a:lnTo>
                    <a:pt x="1662665" y="2725654"/>
                  </a:lnTo>
                  <a:lnTo>
                    <a:pt x="1662852" y="2724221"/>
                  </a:lnTo>
                  <a:lnTo>
                    <a:pt x="1663039" y="2722969"/>
                  </a:lnTo>
                  <a:lnTo>
                    <a:pt x="1663226" y="2721728"/>
                  </a:lnTo>
                  <a:lnTo>
                    <a:pt x="1663413" y="2720734"/>
                  </a:lnTo>
                  <a:lnTo>
                    <a:pt x="1663600" y="2719675"/>
                  </a:lnTo>
                  <a:lnTo>
                    <a:pt x="1663787" y="2718705"/>
                  </a:lnTo>
                  <a:lnTo>
                    <a:pt x="1663974" y="2717708"/>
                  </a:lnTo>
                  <a:lnTo>
                    <a:pt x="1664160" y="2716883"/>
                  </a:lnTo>
                  <a:lnTo>
                    <a:pt x="1664347" y="2715797"/>
                  </a:lnTo>
                  <a:lnTo>
                    <a:pt x="1664534" y="2714908"/>
                  </a:lnTo>
                  <a:lnTo>
                    <a:pt x="1664721" y="2714039"/>
                  </a:lnTo>
                  <a:lnTo>
                    <a:pt x="1664908" y="2713040"/>
                  </a:lnTo>
                  <a:lnTo>
                    <a:pt x="1665095" y="2711905"/>
                  </a:lnTo>
                  <a:lnTo>
                    <a:pt x="1665282" y="2710505"/>
                  </a:lnTo>
                  <a:lnTo>
                    <a:pt x="1665469" y="2708923"/>
                  </a:lnTo>
                  <a:lnTo>
                    <a:pt x="1665656" y="2707377"/>
                  </a:lnTo>
                  <a:lnTo>
                    <a:pt x="1665843" y="2705666"/>
                  </a:lnTo>
                  <a:lnTo>
                    <a:pt x="1666030" y="2704280"/>
                  </a:lnTo>
                  <a:lnTo>
                    <a:pt x="1666217" y="2702866"/>
                  </a:lnTo>
                  <a:lnTo>
                    <a:pt x="1666404" y="2701750"/>
                  </a:lnTo>
                  <a:lnTo>
                    <a:pt x="1666590" y="2701051"/>
                  </a:lnTo>
                  <a:lnTo>
                    <a:pt x="1666777" y="2700665"/>
                  </a:lnTo>
                  <a:lnTo>
                    <a:pt x="1666964" y="2700609"/>
                  </a:lnTo>
                  <a:lnTo>
                    <a:pt x="1667151" y="2700729"/>
                  </a:lnTo>
                  <a:lnTo>
                    <a:pt x="1667338" y="2700905"/>
                  </a:lnTo>
                  <a:lnTo>
                    <a:pt x="1667525" y="2700816"/>
                  </a:lnTo>
                  <a:lnTo>
                    <a:pt x="1667712" y="2700829"/>
                  </a:lnTo>
                  <a:lnTo>
                    <a:pt x="1667899" y="2700877"/>
                  </a:lnTo>
                  <a:lnTo>
                    <a:pt x="1668086" y="2700890"/>
                  </a:lnTo>
                  <a:lnTo>
                    <a:pt x="1668273" y="2701140"/>
                  </a:lnTo>
                  <a:lnTo>
                    <a:pt x="1668460" y="2701602"/>
                  </a:lnTo>
                  <a:lnTo>
                    <a:pt x="1668647" y="2702304"/>
                  </a:lnTo>
                  <a:lnTo>
                    <a:pt x="1668834" y="2703072"/>
                  </a:lnTo>
                  <a:lnTo>
                    <a:pt x="1669020" y="2703821"/>
                  </a:lnTo>
                  <a:lnTo>
                    <a:pt x="1669207" y="2704594"/>
                  </a:lnTo>
                  <a:lnTo>
                    <a:pt x="1669394" y="2704808"/>
                  </a:lnTo>
                  <a:lnTo>
                    <a:pt x="1669581" y="2704904"/>
                  </a:lnTo>
                  <a:lnTo>
                    <a:pt x="1669768" y="2705069"/>
                  </a:lnTo>
                  <a:lnTo>
                    <a:pt x="1669955" y="2705281"/>
                  </a:lnTo>
                  <a:lnTo>
                    <a:pt x="1670142" y="2705582"/>
                  </a:lnTo>
                  <a:lnTo>
                    <a:pt x="1670329" y="2706017"/>
                  </a:lnTo>
                  <a:lnTo>
                    <a:pt x="1670516" y="2706190"/>
                  </a:lnTo>
                  <a:lnTo>
                    <a:pt x="1670703" y="2706190"/>
                  </a:lnTo>
                  <a:lnTo>
                    <a:pt x="1670890" y="2706190"/>
                  </a:lnTo>
                  <a:lnTo>
                    <a:pt x="1671077" y="2706060"/>
                  </a:lnTo>
                  <a:lnTo>
                    <a:pt x="1671263" y="2705757"/>
                  </a:lnTo>
                  <a:lnTo>
                    <a:pt x="1671450" y="2705324"/>
                  </a:lnTo>
                  <a:lnTo>
                    <a:pt x="1671637" y="2704891"/>
                  </a:lnTo>
                  <a:lnTo>
                    <a:pt x="1671824" y="2704543"/>
                  </a:lnTo>
                  <a:lnTo>
                    <a:pt x="1672011" y="2704231"/>
                  </a:lnTo>
                  <a:lnTo>
                    <a:pt x="1672198" y="2704000"/>
                  </a:lnTo>
                  <a:lnTo>
                    <a:pt x="1672385" y="2703850"/>
                  </a:lnTo>
                  <a:lnTo>
                    <a:pt x="1672572" y="2703613"/>
                  </a:lnTo>
                  <a:lnTo>
                    <a:pt x="1672759" y="2703279"/>
                  </a:lnTo>
                  <a:lnTo>
                    <a:pt x="1672946" y="2703191"/>
                  </a:lnTo>
                  <a:lnTo>
                    <a:pt x="1673133" y="2703103"/>
                  </a:lnTo>
                  <a:lnTo>
                    <a:pt x="1673320" y="2703006"/>
                  </a:lnTo>
                  <a:lnTo>
                    <a:pt x="1673507" y="2702830"/>
                  </a:lnTo>
                  <a:lnTo>
                    <a:pt x="1673693" y="2702846"/>
                  </a:lnTo>
                  <a:lnTo>
                    <a:pt x="1673880" y="2703033"/>
                  </a:lnTo>
                  <a:lnTo>
                    <a:pt x="1674067" y="2703274"/>
                  </a:lnTo>
                  <a:lnTo>
                    <a:pt x="1674254" y="2703524"/>
                  </a:lnTo>
                  <a:lnTo>
                    <a:pt x="1674441" y="2703947"/>
                  </a:lnTo>
                  <a:lnTo>
                    <a:pt x="1674628" y="2704381"/>
                  </a:lnTo>
                  <a:lnTo>
                    <a:pt x="1674815" y="2704814"/>
                  </a:lnTo>
                  <a:lnTo>
                    <a:pt x="1675002" y="2705247"/>
                  </a:lnTo>
                  <a:lnTo>
                    <a:pt x="1675189" y="2705874"/>
                  </a:lnTo>
                  <a:lnTo>
                    <a:pt x="1675376" y="2706596"/>
                  </a:lnTo>
                  <a:lnTo>
                    <a:pt x="1675563" y="2707361"/>
                  </a:lnTo>
                  <a:lnTo>
                    <a:pt x="1675750" y="2708083"/>
                  </a:lnTo>
                  <a:lnTo>
                    <a:pt x="1675936" y="2708877"/>
                  </a:lnTo>
                  <a:lnTo>
                    <a:pt x="1676123" y="2709786"/>
                  </a:lnTo>
                  <a:lnTo>
                    <a:pt x="1676310" y="2710652"/>
                  </a:lnTo>
                  <a:lnTo>
                    <a:pt x="1676497" y="2711476"/>
                  </a:lnTo>
                  <a:lnTo>
                    <a:pt x="1676684" y="2712171"/>
                  </a:lnTo>
                  <a:lnTo>
                    <a:pt x="1676871" y="2712719"/>
                  </a:lnTo>
                  <a:lnTo>
                    <a:pt x="1677058" y="2712911"/>
                  </a:lnTo>
                  <a:lnTo>
                    <a:pt x="1677245" y="2712986"/>
                  </a:lnTo>
                  <a:lnTo>
                    <a:pt x="1677432" y="2713067"/>
                  </a:lnTo>
                  <a:lnTo>
                    <a:pt x="1677619" y="2713191"/>
                  </a:lnTo>
                  <a:lnTo>
                    <a:pt x="1677806" y="2713331"/>
                  </a:lnTo>
                  <a:lnTo>
                    <a:pt x="1677993" y="2713234"/>
                  </a:lnTo>
                  <a:lnTo>
                    <a:pt x="1678180" y="2713022"/>
                  </a:lnTo>
                  <a:lnTo>
                    <a:pt x="1678366" y="2712739"/>
                  </a:lnTo>
                  <a:lnTo>
                    <a:pt x="1678553" y="2712352"/>
                  </a:lnTo>
                  <a:lnTo>
                    <a:pt x="1678740" y="2712052"/>
                  </a:lnTo>
                  <a:lnTo>
                    <a:pt x="1678927" y="2711840"/>
                  </a:lnTo>
                  <a:lnTo>
                    <a:pt x="1679114" y="2711772"/>
                  </a:lnTo>
                  <a:lnTo>
                    <a:pt x="1679301" y="2711889"/>
                  </a:lnTo>
                  <a:lnTo>
                    <a:pt x="1679488" y="2712173"/>
                  </a:lnTo>
                  <a:lnTo>
                    <a:pt x="1679675" y="2712712"/>
                  </a:lnTo>
                  <a:lnTo>
                    <a:pt x="1679862" y="2713264"/>
                  </a:lnTo>
                  <a:lnTo>
                    <a:pt x="1680049" y="2713745"/>
                  </a:lnTo>
                  <a:lnTo>
                    <a:pt x="1680236" y="2714188"/>
                  </a:lnTo>
                  <a:lnTo>
                    <a:pt x="1680423" y="2714415"/>
                  </a:lnTo>
                  <a:lnTo>
                    <a:pt x="1680610" y="2714651"/>
                  </a:lnTo>
                  <a:lnTo>
                    <a:pt x="1680796" y="2714866"/>
                  </a:lnTo>
                  <a:lnTo>
                    <a:pt x="1680983" y="2715016"/>
                  </a:lnTo>
                  <a:lnTo>
                    <a:pt x="1681170" y="2715043"/>
                  </a:lnTo>
                  <a:lnTo>
                    <a:pt x="1681357" y="2715070"/>
                  </a:lnTo>
                  <a:lnTo>
                    <a:pt x="1681544" y="2714782"/>
                  </a:lnTo>
                  <a:lnTo>
                    <a:pt x="1681731" y="2714402"/>
                  </a:lnTo>
                  <a:lnTo>
                    <a:pt x="1681918" y="2714023"/>
                  </a:lnTo>
                  <a:lnTo>
                    <a:pt x="1682105" y="2713367"/>
                  </a:lnTo>
                  <a:lnTo>
                    <a:pt x="1682292" y="2712648"/>
                  </a:lnTo>
                  <a:lnTo>
                    <a:pt x="1682479" y="2711851"/>
                  </a:lnTo>
                  <a:lnTo>
                    <a:pt x="1682666" y="2711196"/>
                  </a:lnTo>
                  <a:lnTo>
                    <a:pt x="1682853" y="2710467"/>
                  </a:lnTo>
                  <a:lnTo>
                    <a:pt x="1683039" y="2710016"/>
                  </a:lnTo>
                  <a:lnTo>
                    <a:pt x="1683226" y="2709634"/>
                  </a:lnTo>
                  <a:lnTo>
                    <a:pt x="1683413" y="2709184"/>
                  </a:lnTo>
                  <a:lnTo>
                    <a:pt x="1683600" y="2708807"/>
                  </a:lnTo>
                  <a:lnTo>
                    <a:pt x="1683787" y="2708620"/>
                  </a:lnTo>
                  <a:lnTo>
                    <a:pt x="1683974" y="2708627"/>
                  </a:lnTo>
                  <a:lnTo>
                    <a:pt x="1684161" y="2708702"/>
                  </a:lnTo>
                  <a:lnTo>
                    <a:pt x="1684348" y="2708780"/>
                  </a:lnTo>
                  <a:lnTo>
                    <a:pt x="1684535" y="2708991"/>
                  </a:lnTo>
                  <a:lnTo>
                    <a:pt x="1684722" y="2709223"/>
                  </a:lnTo>
                  <a:lnTo>
                    <a:pt x="1684909" y="2709544"/>
                  </a:lnTo>
                  <a:lnTo>
                    <a:pt x="1685096" y="2709845"/>
                  </a:lnTo>
                  <a:lnTo>
                    <a:pt x="1685283" y="2710278"/>
                  </a:lnTo>
                  <a:lnTo>
                    <a:pt x="1685469" y="2710711"/>
                  </a:lnTo>
                  <a:lnTo>
                    <a:pt x="1685656" y="2710942"/>
                  </a:lnTo>
                  <a:lnTo>
                    <a:pt x="1685843" y="2711231"/>
                  </a:lnTo>
                  <a:lnTo>
                    <a:pt x="1686030" y="2711490"/>
                  </a:lnTo>
                  <a:lnTo>
                    <a:pt x="1686217" y="2711954"/>
                  </a:lnTo>
                  <a:lnTo>
                    <a:pt x="1686404" y="2712330"/>
                  </a:lnTo>
                  <a:lnTo>
                    <a:pt x="1686591" y="2712535"/>
                  </a:lnTo>
                  <a:lnTo>
                    <a:pt x="1686778" y="2712450"/>
                  </a:lnTo>
                  <a:lnTo>
                    <a:pt x="1686965" y="2712079"/>
                  </a:lnTo>
                  <a:lnTo>
                    <a:pt x="1687152" y="2711502"/>
                  </a:lnTo>
                  <a:lnTo>
                    <a:pt x="1687339" y="2711076"/>
                  </a:lnTo>
                  <a:lnTo>
                    <a:pt x="1687526" y="2710605"/>
                  </a:lnTo>
                  <a:lnTo>
                    <a:pt x="1687713" y="2710024"/>
                  </a:lnTo>
                  <a:lnTo>
                    <a:pt x="1687899" y="2709207"/>
                  </a:lnTo>
                  <a:lnTo>
                    <a:pt x="1688086" y="2708444"/>
                  </a:lnTo>
                  <a:lnTo>
                    <a:pt x="1688273" y="2707452"/>
                  </a:lnTo>
                  <a:lnTo>
                    <a:pt x="1688460" y="2706244"/>
                  </a:lnTo>
                  <a:lnTo>
                    <a:pt x="1688647" y="2704934"/>
                  </a:lnTo>
                  <a:lnTo>
                    <a:pt x="1688834" y="2703739"/>
                  </a:lnTo>
                  <a:lnTo>
                    <a:pt x="1689021" y="2702421"/>
                  </a:lnTo>
                  <a:lnTo>
                    <a:pt x="1689208" y="2700941"/>
                  </a:lnTo>
                  <a:lnTo>
                    <a:pt x="1689395" y="2699372"/>
                  </a:lnTo>
                  <a:lnTo>
                    <a:pt x="1689582" y="2697742"/>
                  </a:lnTo>
                  <a:lnTo>
                    <a:pt x="1689769" y="2696132"/>
                  </a:lnTo>
                  <a:lnTo>
                    <a:pt x="1689956" y="2694571"/>
                  </a:lnTo>
                  <a:lnTo>
                    <a:pt x="1690142" y="2692928"/>
                  </a:lnTo>
                  <a:lnTo>
                    <a:pt x="1690329" y="2691090"/>
                  </a:lnTo>
                  <a:lnTo>
                    <a:pt x="1690516" y="2689469"/>
                  </a:lnTo>
                  <a:lnTo>
                    <a:pt x="1690703" y="2688053"/>
                  </a:lnTo>
                  <a:lnTo>
                    <a:pt x="1690890" y="2686717"/>
                  </a:lnTo>
                  <a:lnTo>
                    <a:pt x="1691077" y="2685538"/>
                  </a:lnTo>
                  <a:lnTo>
                    <a:pt x="1691264" y="2684662"/>
                  </a:lnTo>
                  <a:lnTo>
                    <a:pt x="1691451" y="2683626"/>
                  </a:lnTo>
                  <a:lnTo>
                    <a:pt x="1691638" y="2682756"/>
                  </a:lnTo>
                  <a:lnTo>
                    <a:pt x="1691825" y="2681642"/>
                  </a:lnTo>
                  <a:lnTo>
                    <a:pt x="1692012" y="2680282"/>
                  </a:lnTo>
                  <a:lnTo>
                    <a:pt x="1692199" y="2679248"/>
                  </a:lnTo>
                  <a:lnTo>
                    <a:pt x="1692386" y="2678732"/>
                  </a:lnTo>
                  <a:lnTo>
                    <a:pt x="1692572" y="2678931"/>
                  </a:lnTo>
                  <a:lnTo>
                    <a:pt x="1692759" y="2679311"/>
                  </a:lnTo>
                  <a:lnTo>
                    <a:pt x="1692946" y="2679661"/>
                  </a:lnTo>
                  <a:lnTo>
                    <a:pt x="1693133" y="2680068"/>
                  </a:lnTo>
                  <a:lnTo>
                    <a:pt x="1693320" y="2680490"/>
                  </a:lnTo>
                  <a:lnTo>
                    <a:pt x="1693507" y="2680846"/>
                  </a:lnTo>
                  <a:lnTo>
                    <a:pt x="1693694" y="2681219"/>
                  </a:lnTo>
                  <a:lnTo>
                    <a:pt x="1693881" y="2681641"/>
                  </a:lnTo>
                  <a:lnTo>
                    <a:pt x="1694068" y="2682063"/>
                  </a:lnTo>
                  <a:lnTo>
                    <a:pt x="1694255" y="2682627"/>
                  </a:lnTo>
                  <a:lnTo>
                    <a:pt x="1694442" y="2683217"/>
                  </a:lnTo>
                  <a:lnTo>
                    <a:pt x="1694629" y="2684042"/>
                  </a:lnTo>
                  <a:lnTo>
                    <a:pt x="1694815" y="2685039"/>
                  </a:lnTo>
                  <a:lnTo>
                    <a:pt x="1695002" y="2686081"/>
                  </a:lnTo>
                  <a:lnTo>
                    <a:pt x="1695189" y="2687431"/>
                  </a:lnTo>
                  <a:lnTo>
                    <a:pt x="1695376" y="2688676"/>
                  </a:lnTo>
                  <a:lnTo>
                    <a:pt x="1695563" y="2689929"/>
                  </a:lnTo>
                  <a:lnTo>
                    <a:pt x="1695750" y="2691317"/>
                  </a:lnTo>
                  <a:lnTo>
                    <a:pt x="1695937" y="2692378"/>
                  </a:lnTo>
                  <a:lnTo>
                    <a:pt x="1696124" y="2693318"/>
                  </a:lnTo>
                  <a:lnTo>
                    <a:pt x="1696311" y="2694113"/>
                  </a:lnTo>
                  <a:lnTo>
                    <a:pt x="1696498" y="2694598"/>
                  </a:lnTo>
                  <a:lnTo>
                    <a:pt x="1696685" y="2694865"/>
                  </a:lnTo>
                  <a:lnTo>
                    <a:pt x="1696872" y="2694758"/>
                  </a:lnTo>
                  <a:lnTo>
                    <a:pt x="1697059" y="2694366"/>
                  </a:lnTo>
                  <a:lnTo>
                    <a:pt x="1697245" y="2694152"/>
                  </a:lnTo>
                  <a:lnTo>
                    <a:pt x="1697432" y="2694006"/>
                  </a:lnTo>
                  <a:lnTo>
                    <a:pt x="1697619" y="2694045"/>
                  </a:lnTo>
                  <a:lnTo>
                    <a:pt x="1697806" y="2694206"/>
                  </a:lnTo>
                  <a:lnTo>
                    <a:pt x="1697993" y="2694380"/>
                  </a:lnTo>
                  <a:lnTo>
                    <a:pt x="1698180" y="2694778"/>
                  </a:lnTo>
                  <a:lnTo>
                    <a:pt x="1698367" y="2695314"/>
                  </a:lnTo>
                  <a:lnTo>
                    <a:pt x="1698554" y="2695909"/>
                  </a:lnTo>
                  <a:lnTo>
                    <a:pt x="1698741" y="2696562"/>
                  </a:lnTo>
                  <a:lnTo>
                    <a:pt x="1698928" y="2697408"/>
                  </a:lnTo>
                  <a:lnTo>
                    <a:pt x="1699115" y="2698284"/>
                  </a:lnTo>
                  <a:lnTo>
                    <a:pt x="1699302" y="2699406"/>
                  </a:lnTo>
                  <a:lnTo>
                    <a:pt x="1699489" y="2700799"/>
                  </a:lnTo>
                  <a:lnTo>
                    <a:pt x="1699675" y="2702501"/>
                  </a:lnTo>
                  <a:lnTo>
                    <a:pt x="1699862" y="2704316"/>
                  </a:lnTo>
                  <a:lnTo>
                    <a:pt x="1700049" y="2706039"/>
                  </a:lnTo>
                  <a:lnTo>
                    <a:pt x="1700236" y="2707824"/>
                  </a:lnTo>
                  <a:lnTo>
                    <a:pt x="1700423" y="2709427"/>
                  </a:lnTo>
                  <a:lnTo>
                    <a:pt x="1700610" y="2711021"/>
                  </a:lnTo>
                  <a:lnTo>
                    <a:pt x="1700797" y="2712367"/>
                  </a:lnTo>
                  <a:lnTo>
                    <a:pt x="1700984" y="2713778"/>
                  </a:lnTo>
                  <a:lnTo>
                    <a:pt x="1701171" y="2715099"/>
                  </a:lnTo>
                  <a:lnTo>
                    <a:pt x="1701358" y="2716280"/>
                  </a:lnTo>
                  <a:lnTo>
                    <a:pt x="1701545" y="2717347"/>
                  </a:lnTo>
                  <a:lnTo>
                    <a:pt x="1701732" y="2718422"/>
                  </a:lnTo>
                  <a:lnTo>
                    <a:pt x="1701918" y="2719281"/>
                  </a:lnTo>
                  <a:lnTo>
                    <a:pt x="1702105" y="2720131"/>
                  </a:lnTo>
                  <a:lnTo>
                    <a:pt x="1702292" y="2721104"/>
                  </a:lnTo>
                  <a:lnTo>
                    <a:pt x="1702479" y="2722331"/>
                  </a:lnTo>
                  <a:lnTo>
                    <a:pt x="1702666" y="2723819"/>
                  </a:lnTo>
                  <a:lnTo>
                    <a:pt x="1702853" y="2725633"/>
                  </a:lnTo>
                  <a:lnTo>
                    <a:pt x="1703040" y="2727300"/>
                  </a:lnTo>
                  <a:lnTo>
                    <a:pt x="1703227" y="2729114"/>
                  </a:lnTo>
                  <a:lnTo>
                    <a:pt x="1703414" y="2730604"/>
                  </a:lnTo>
                  <a:lnTo>
                    <a:pt x="1703601" y="2732122"/>
                  </a:lnTo>
                  <a:lnTo>
                    <a:pt x="1703788" y="2733341"/>
                  </a:lnTo>
                  <a:lnTo>
                    <a:pt x="1703975" y="2734201"/>
                  </a:lnTo>
                  <a:lnTo>
                    <a:pt x="1704162" y="2734790"/>
                  </a:lnTo>
                  <a:lnTo>
                    <a:pt x="1704348" y="2735088"/>
                  </a:lnTo>
                  <a:lnTo>
                    <a:pt x="1704535" y="2735158"/>
                  </a:lnTo>
                  <a:lnTo>
                    <a:pt x="1704722" y="2735199"/>
                  </a:lnTo>
                  <a:lnTo>
                    <a:pt x="1704909" y="2735142"/>
                  </a:lnTo>
                  <a:lnTo>
                    <a:pt x="1705096" y="2734952"/>
                  </a:lnTo>
                  <a:lnTo>
                    <a:pt x="1705283" y="2734531"/>
                  </a:lnTo>
                  <a:lnTo>
                    <a:pt x="1705470" y="2734023"/>
                  </a:lnTo>
                  <a:lnTo>
                    <a:pt x="1705657" y="2733298"/>
                  </a:lnTo>
                  <a:lnTo>
                    <a:pt x="1705844" y="2732131"/>
                  </a:lnTo>
                  <a:lnTo>
                    <a:pt x="1706031" y="2730910"/>
                  </a:lnTo>
                  <a:lnTo>
                    <a:pt x="1706218" y="2729522"/>
                  </a:lnTo>
                  <a:lnTo>
                    <a:pt x="1706405" y="2727800"/>
                  </a:lnTo>
                  <a:lnTo>
                    <a:pt x="1706592" y="2725787"/>
                  </a:lnTo>
                  <a:lnTo>
                    <a:pt x="1706778" y="2723975"/>
                  </a:lnTo>
                  <a:lnTo>
                    <a:pt x="1706965" y="2722140"/>
                  </a:lnTo>
                  <a:lnTo>
                    <a:pt x="1707152" y="2720157"/>
                  </a:lnTo>
                  <a:lnTo>
                    <a:pt x="1707339" y="2718318"/>
                  </a:lnTo>
                  <a:lnTo>
                    <a:pt x="1707526" y="2716611"/>
                  </a:lnTo>
                  <a:lnTo>
                    <a:pt x="1707713" y="2714900"/>
                  </a:lnTo>
                  <a:lnTo>
                    <a:pt x="1707900" y="2713787"/>
                  </a:lnTo>
                  <a:lnTo>
                    <a:pt x="1708087" y="2712868"/>
                  </a:lnTo>
                  <a:lnTo>
                    <a:pt x="1708274" y="2711817"/>
                  </a:lnTo>
                  <a:lnTo>
                    <a:pt x="1708461" y="2710519"/>
                  </a:lnTo>
                  <a:lnTo>
                    <a:pt x="1708648" y="2709116"/>
                  </a:lnTo>
                  <a:lnTo>
                    <a:pt x="1708835" y="2707643"/>
                  </a:lnTo>
                  <a:lnTo>
                    <a:pt x="1709021" y="2706187"/>
                  </a:lnTo>
                  <a:lnTo>
                    <a:pt x="1709208" y="2705078"/>
                  </a:lnTo>
                  <a:lnTo>
                    <a:pt x="1709395" y="2704205"/>
                  </a:lnTo>
                  <a:lnTo>
                    <a:pt x="1709582" y="2703176"/>
                  </a:lnTo>
                  <a:lnTo>
                    <a:pt x="1709769" y="2702278"/>
                  </a:lnTo>
                  <a:lnTo>
                    <a:pt x="1709956" y="2701372"/>
                  </a:lnTo>
                  <a:lnTo>
                    <a:pt x="1710143" y="2700317"/>
                  </a:lnTo>
                  <a:lnTo>
                    <a:pt x="1710330" y="2699173"/>
                  </a:lnTo>
                  <a:lnTo>
                    <a:pt x="1710517" y="2698030"/>
                  </a:lnTo>
                  <a:lnTo>
                    <a:pt x="1710704" y="2696939"/>
                  </a:lnTo>
                  <a:lnTo>
                    <a:pt x="1710891" y="2696095"/>
                  </a:lnTo>
                  <a:lnTo>
                    <a:pt x="1711078" y="2695376"/>
                  </a:lnTo>
                  <a:lnTo>
                    <a:pt x="1711265" y="2694889"/>
                  </a:lnTo>
                  <a:lnTo>
                    <a:pt x="1711451" y="2694473"/>
                  </a:lnTo>
                  <a:lnTo>
                    <a:pt x="1711638" y="2694114"/>
                  </a:lnTo>
                  <a:lnTo>
                    <a:pt x="1711825" y="2693862"/>
                  </a:lnTo>
                  <a:lnTo>
                    <a:pt x="1712012" y="2693609"/>
                  </a:lnTo>
                  <a:lnTo>
                    <a:pt x="1712199" y="2693409"/>
                  </a:lnTo>
                  <a:lnTo>
                    <a:pt x="1712386" y="2693333"/>
                  </a:lnTo>
                  <a:lnTo>
                    <a:pt x="1712573" y="2693256"/>
                  </a:lnTo>
                  <a:lnTo>
                    <a:pt x="1712760" y="2693206"/>
                  </a:lnTo>
                  <a:lnTo>
                    <a:pt x="1712947" y="2693261"/>
                  </a:lnTo>
                  <a:lnTo>
                    <a:pt x="1713134" y="2693096"/>
                  </a:lnTo>
                  <a:lnTo>
                    <a:pt x="1713321" y="2692692"/>
                  </a:lnTo>
                  <a:lnTo>
                    <a:pt x="1713508" y="2691759"/>
                  </a:lnTo>
                  <a:lnTo>
                    <a:pt x="1713694" y="2690615"/>
                  </a:lnTo>
                  <a:lnTo>
                    <a:pt x="1713881" y="2689380"/>
                  </a:lnTo>
                  <a:lnTo>
                    <a:pt x="1714068" y="2687978"/>
                  </a:lnTo>
                  <a:lnTo>
                    <a:pt x="1714255" y="2686699"/>
                  </a:lnTo>
                  <a:lnTo>
                    <a:pt x="1714442" y="2685619"/>
                  </a:lnTo>
                  <a:lnTo>
                    <a:pt x="1714629" y="2684509"/>
                  </a:lnTo>
                  <a:lnTo>
                    <a:pt x="1714816" y="2683549"/>
                  </a:lnTo>
                  <a:lnTo>
                    <a:pt x="1715003" y="2682544"/>
                  </a:lnTo>
                  <a:lnTo>
                    <a:pt x="1715190" y="2681724"/>
                  </a:lnTo>
                  <a:lnTo>
                    <a:pt x="1715377" y="2680732"/>
                  </a:lnTo>
                  <a:lnTo>
                    <a:pt x="1715564" y="2679448"/>
                  </a:lnTo>
                  <a:lnTo>
                    <a:pt x="1715751" y="2678377"/>
                  </a:lnTo>
                  <a:lnTo>
                    <a:pt x="1715938" y="2677351"/>
                  </a:lnTo>
                  <a:lnTo>
                    <a:pt x="1716124" y="2676248"/>
                  </a:lnTo>
                  <a:lnTo>
                    <a:pt x="1716311" y="2675346"/>
                  </a:lnTo>
                  <a:lnTo>
                    <a:pt x="1716498" y="2674197"/>
                  </a:lnTo>
                  <a:lnTo>
                    <a:pt x="1716685" y="2672889"/>
                  </a:lnTo>
                  <a:lnTo>
                    <a:pt x="1716872" y="2671514"/>
                  </a:lnTo>
                  <a:lnTo>
                    <a:pt x="1717059" y="2669659"/>
                  </a:lnTo>
                  <a:lnTo>
                    <a:pt x="1717246" y="2667485"/>
                  </a:lnTo>
                  <a:lnTo>
                    <a:pt x="1717433" y="2665077"/>
                  </a:lnTo>
                  <a:lnTo>
                    <a:pt x="1717620" y="2662485"/>
                  </a:lnTo>
                  <a:lnTo>
                    <a:pt x="1717807" y="2659975"/>
                  </a:lnTo>
                  <a:lnTo>
                    <a:pt x="1717994" y="2657440"/>
                  </a:lnTo>
                  <a:lnTo>
                    <a:pt x="1718181" y="2655152"/>
                  </a:lnTo>
                  <a:lnTo>
                    <a:pt x="1718368" y="2652804"/>
                  </a:lnTo>
                  <a:lnTo>
                    <a:pt x="1718554" y="2650540"/>
                  </a:lnTo>
                  <a:lnTo>
                    <a:pt x="1718741" y="2648277"/>
                  </a:lnTo>
                  <a:lnTo>
                    <a:pt x="1718928" y="2645576"/>
                  </a:lnTo>
                  <a:lnTo>
                    <a:pt x="1719115" y="2643093"/>
                  </a:lnTo>
                  <a:lnTo>
                    <a:pt x="1719302" y="2640480"/>
                  </a:lnTo>
                  <a:lnTo>
                    <a:pt x="1719489" y="2638178"/>
                  </a:lnTo>
                  <a:lnTo>
                    <a:pt x="1719676" y="2635992"/>
                  </a:lnTo>
                  <a:lnTo>
                    <a:pt x="1719863" y="2633653"/>
                  </a:lnTo>
                  <a:lnTo>
                    <a:pt x="1720050" y="2631178"/>
                  </a:lnTo>
                  <a:lnTo>
                    <a:pt x="1720237" y="2629027"/>
                  </a:lnTo>
                  <a:lnTo>
                    <a:pt x="1720424" y="2626295"/>
                  </a:lnTo>
                  <a:lnTo>
                    <a:pt x="1720611" y="2623340"/>
                  </a:lnTo>
                  <a:lnTo>
                    <a:pt x="1720797" y="2620160"/>
                  </a:lnTo>
                  <a:lnTo>
                    <a:pt x="1720984" y="2616628"/>
                  </a:lnTo>
                  <a:lnTo>
                    <a:pt x="1721171" y="2612608"/>
                  </a:lnTo>
                  <a:lnTo>
                    <a:pt x="1721358" y="2608509"/>
                  </a:lnTo>
                  <a:lnTo>
                    <a:pt x="1721545" y="2604507"/>
                  </a:lnTo>
                  <a:lnTo>
                    <a:pt x="1721732" y="2600602"/>
                  </a:lnTo>
                  <a:lnTo>
                    <a:pt x="1721919" y="2596598"/>
                  </a:lnTo>
                  <a:lnTo>
                    <a:pt x="1722106" y="2592574"/>
                  </a:lnTo>
                  <a:lnTo>
                    <a:pt x="1722293" y="2588436"/>
                  </a:lnTo>
                  <a:lnTo>
                    <a:pt x="1722480" y="2584332"/>
                  </a:lnTo>
                  <a:lnTo>
                    <a:pt x="1722667" y="2580800"/>
                  </a:lnTo>
                  <a:lnTo>
                    <a:pt x="1722854" y="2577479"/>
                  </a:lnTo>
                  <a:lnTo>
                    <a:pt x="1723041" y="2574510"/>
                  </a:lnTo>
                  <a:lnTo>
                    <a:pt x="1723227" y="2572160"/>
                  </a:lnTo>
                  <a:lnTo>
                    <a:pt x="1723414" y="2570162"/>
                  </a:lnTo>
                  <a:lnTo>
                    <a:pt x="1723601" y="2568457"/>
                  </a:lnTo>
                  <a:lnTo>
                    <a:pt x="1723788" y="2567090"/>
                  </a:lnTo>
                  <a:lnTo>
                    <a:pt x="1723975" y="2566375"/>
                  </a:lnTo>
                  <a:lnTo>
                    <a:pt x="1724162" y="2566153"/>
                  </a:lnTo>
                  <a:lnTo>
                    <a:pt x="1724349" y="2566171"/>
                  </a:lnTo>
                  <a:lnTo>
                    <a:pt x="1724536" y="2566555"/>
                  </a:lnTo>
                  <a:lnTo>
                    <a:pt x="1724723" y="2566841"/>
                  </a:lnTo>
                  <a:lnTo>
                    <a:pt x="1724910" y="2567311"/>
                  </a:lnTo>
                  <a:lnTo>
                    <a:pt x="1725097" y="2568024"/>
                  </a:lnTo>
                  <a:lnTo>
                    <a:pt x="1725284" y="2568980"/>
                  </a:lnTo>
                  <a:lnTo>
                    <a:pt x="1725471" y="2570132"/>
                  </a:lnTo>
                  <a:lnTo>
                    <a:pt x="1725657" y="2571517"/>
                  </a:lnTo>
                  <a:lnTo>
                    <a:pt x="1725844" y="2573079"/>
                  </a:lnTo>
                  <a:lnTo>
                    <a:pt x="1726031" y="2574953"/>
                  </a:lnTo>
                  <a:lnTo>
                    <a:pt x="1726218" y="2576722"/>
                  </a:lnTo>
                  <a:lnTo>
                    <a:pt x="1726405" y="2578560"/>
                  </a:lnTo>
                  <a:lnTo>
                    <a:pt x="1726592" y="2580456"/>
                  </a:lnTo>
                  <a:lnTo>
                    <a:pt x="1726779" y="2582352"/>
                  </a:lnTo>
                  <a:lnTo>
                    <a:pt x="1726966" y="2584226"/>
                  </a:lnTo>
                  <a:lnTo>
                    <a:pt x="1727153" y="2586064"/>
                  </a:lnTo>
                  <a:lnTo>
                    <a:pt x="1727340" y="2587810"/>
                  </a:lnTo>
                  <a:lnTo>
                    <a:pt x="1727527" y="2589620"/>
                  </a:lnTo>
                  <a:lnTo>
                    <a:pt x="1727714" y="2591549"/>
                  </a:lnTo>
                  <a:lnTo>
                    <a:pt x="1727900" y="2593167"/>
                  </a:lnTo>
                  <a:lnTo>
                    <a:pt x="1728087" y="2594238"/>
                  </a:lnTo>
                  <a:lnTo>
                    <a:pt x="1728274" y="2594873"/>
                  </a:lnTo>
                  <a:lnTo>
                    <a:pt x="1728461" y="2595371"/>
                  </a:lnTo>
                  <a:lnTo>
                    <a:pt x="1728648" y="2595466"/>
                  </a:lnTo>
                  <a:lnTo>
                    <a:pt x="1728835" y="2595315"/>
                  </a:lnTo>
                  <a:lnTo>
                    <a:pt x="1729022" y="2594949"/>
                  </a:lnTo>
                  <a:lnTo>
                    <a:pt x="1729209" y="2594486"/>
                  </a:lnTo>
                  <a:lnTo>
                    <a:pt x="1729396" y="2594185"/>
                  </a:lnTo>
                  <a:lnTo>
                    <a:pt x="1729583" y="2593704"/>
                  </a:lnTo>
                  <a:lnTo>
                    <a:pt x="1729770" y="2592771"/>
                  </a:lnTo>
                  <a:lnTo>
                    <a:pt x="1729957" y="2591305"/>
                  </a:lnTo>
                  <a:lnTo>
                    <a:pt x="1730144" y="2589691"/>
                  </a:lnTo>
                  <a:lnTo>
                    <a:pt x="1730330" y="2588004"/>
                  </a:lnTo>
                  <a:lnTo>
                    <a:pt x="1730517" y="2585911"/>
                  </a:lnTo>
                  <a:lnTo>
                    <a:pt x="1730704" y="2583748"/>
                  </a:lnTo>
                  <a:lnTo>
                    <a:pt x="1730891" y="2581636"/>
                  </a:lnTo>
                  <a:lnTo>
                    <a:pt x="1731078" y="2579322"/>
                  </a:lnTo>
                  <a:lnTo>
                    <a:pt x="1731265" y="2577034"/>
                  </a:lnTo>
                  <a:lnTo>
                    <a:pt x="1731452" y="2574865"/>
                  </a:lnTo>
                  <a:lnTo>
                    <a:pt x="1731639" y="2572987"/>
                  </a:lnTo>
                  <a:lnTo>
                    <a:pt x="1731826" y="2571399"/>
                  </a:lnTo>
                  <a:lnTo>
                    <a:pt x="1732013" y="2569826"/>
                  </a:lnTo>
                  <a:lnTo>
                    <a:pt x="1732200" y="2568330"/>
                  </a:lnTo>
                  <a:lnTo>
                    <a:pt x="1732387" y="2566770"/>
                  </a:lnTo>
                  <a:lnTo>
                    <a:pt x="1732573" y="2564842"/>
                  </a:lnTo>
                  <a:lnTo>
                    <a:pt x="1732760" y="2562159"/>
                  </a:lnTo>
                  <a:lnTo>
                    <a:pt x="1732947" y="2559512"/>
                  </a:lnTo>
                  <a:lnTo>
                    <a:pt x="1733134" y="2556961"/>
                  </a:lnTo>
                  <a:lnTo>
                    <a:pt x="1733321" y="2554595"/>
                  </a:lnTo>
                  <a:lnTo>
                    <a:pt x="1733508" y="2552176"/>
                  </a:lnTo>
                  <a:lnTo>
                    <a:pt x="1733695" y="2549643"/>
                  </a:lnTo>
                  <a:lnTo>
                    <a:pt x="1733882" y="2547820"/>
                  </a:lnTo>
                  <a:lnTo>
                    <a:pt x="1734069" y="2546258"/>
                  </a:lnTo>
                  <a:lnTo>
                    <a:pt x="1734256" y="2544814"/>
                  </a:lnTo>
                  <a:lnTo>
                    <a:pt x="1734443" y="2543550"/>
                  </a:lnTo>
                  <a:lnTo>
                    <a:pt x="1734630" y="2542014"/>
                  </a:lnTo>
                  <a:lnTo>
                    <a:pt x="1734817" y="2540283"/>
                  </a:lnTo>
                  <a:lnTo>
                    <a:pt x="1735003" y="2538545"/>
                  </a:lnTo>
                  <a:lnTo>
                    <a:pt x="1735190" y="2536902"/>
                  </a:lnTo>
                  <a:lnTo>
                    <a:pt x="1735377" y="2535582"/>
                  </a:lnTo>
                  <a:lnTo>
                    <a:pt x="1735564" y="2534737"/>
                  </a:lnTo>
                  <a:lnTo>
                    <a:pt x="1735751" y="2534088"/>
                  </a:lnTo>
                  <a:lnTo>
                    <a:pt x="1735938" y="2533420"/>
                  </a:lnTo>
                  <a:lnTo>
                    <a:pt x="1736125" y="2532634"/>
                  </a:lnTo>
                  <a:lnTo>
                    <a:pt x="1736312" y="2531897"/>
                  </a:lnTo>
                  <a:lnTo>
                    <a:pt x="1736499" y="2531284"/>
                  </a:lnTo>
                  <a:lnTo>
                    <a:pt x="1736686" y="2530759"/>
                  </a:lnTo>
                  <a:lnTo>
                    <a:pt x="1736873" y="2529824"/>
                  </a:lnTo>
                  <a:lnTo>
                    <a:pt x="1737060" y="2528734"/>
                  </a:lnTo>
                  <a:lnTo>
                    <a:pt x="1737247" y="2527746"/>
                  </a:lnTo>
                  <a:lnTo>
                    <a:pt x="1737433" y="2526720"/>
                  </a:lnTo>
                  <a:lnTo>
                    <a:pt x="1737620" y="2525813"/>
                  </a:lnTo>
                  <a:lnTo>
                    <a:pt x="1737807" y="2524848"/>
                  </a:lnTo>
                  <a:lnTo>
                    <a:pt x="1737994" y="2524088"/>
                  </a:lnTo>
                  <a:lnTo>
                    <a:pt x="1738181" y="2523187"/>
                  </a:lnTo>
                  <a:lnTo>
                    <a:pt x="1738368" y="2521891"/>
                  </a:lnTo>
                  <a:lnTo>
                    <a:pt x="1738555" y="2520489"/>
                  </a:lnTo>
                  <a:lnTo>
                    <a:pt x="1738742" y="2518421"/>
                  </a:lnTo>
                  <a:lnTo>
                    <a:pt x="1738929" y="2516388"/>
                  </a:lnTo>
                  <a:lnTo>
                    <a:pt x="1739116" y="2514270"/>
                  </a:lnTo>
                  <a:lnTo>
                    <a:pt x="1739303" y="2511999"/>
                  </a:lnTo>
                  <a:lnTo>
                    <a:pt x="1739490" y="2509651"/>
                  </a:lnTo>
                  <a:lnTo>
                    <a:pt x="1739676" y="2507220"/>
                  </a:lnTo>
                  <a:lnTo>
                    <a:pt x="1739863" y="2504547"/>
                  </a:lnTo>
                  <a:lnTo>
                    <a:pt x="1740050" y="2501680"/>
                  </a:lnTo>
                  <a:lnTo>
                    <a:pt x="1740237" y="2498535"/>
                  </a:lnTo>
                  <a:lnTo>
                    <a:pt x="1740424" y="2495222"/>
                  </a:lnTo>
                  <a:lnTo>
                    <a:pt x="1740611" y="2491721"/>
                  </a:lnTo>
                  <a:lnTo>
                    <a:pt x="1740798" y="2488037"/>
                  </a:lnTo>
                  <a:lnTo>
                    <a:pt x="1740985" y="2484335"/>
                  </a:lnTo>
                  <a:lnTo>
                    <a:pt x="1741172" y="2480707"/>
                  </a:lnTo>
                  <a:lnTo>
                    <a:pt x="1741359" y="2476676"/>
                  </a:lnTo>
                  <a:lnTo>
                    <a:pt x="1741546" y="2472899"/>
                  </a:lnTo>
                  <a:lnTo>
                    <a:pt x="1741733" y="2468943"/>
                  </a:lnTo>
                  <a:lnTo>
                    <a:pt x="1741920" y="2464915"/>
                  </a:lnTo>
                  <a:lnTo>
                    <a:pt x="1742106" y="2461095"/>
                  </a:lnTo>
                  <a:lnTo>
                    <a:pt x="1742293" y="2457392"/>
                  </a:lnTo>
                  <a:lnTo>
                    <a:pt x="1742480" y="2453494"/>
                  </a:lnTo>
                  <a:lnTo>
                    <a:pt x="1742667" y="2450047"/>
                  </a:lnTo>
                  <a:lnTo>
                    <a:pt x="1742854" y="2446792"/>
                  </a:lnTo>
                  <a:lnTo>
                    <a:pt x="1743041" y="2443824"/>
                  </a:lnTo>
                  <a:lnTo>
                    <a:pt x="1743228" y="2441382"/>
                  </a:lnTo>
                  <a:lnTo>
                    <a:pt x="1743415" y="2439144"/>
                  </a:lnTo>
                  <a:lnTo>
                    <a:pt x="1743602" y="2437216"/>
                  </a:lnTo>
                  <a:lnTo>
                    <a:pt x="1743789" y="2435817"/>
                  </a:lnTo>
                  <a:lnTo>
                    <a:pt x="1743976" y="2434310"/>
                  </a:lnTo>
                  <a:lnTo>
                    <a:pt x="1744163" y="2433261"/>
                  </a:lnTo>
                  <a:lnTo>
                    <a:pt x="1744350" y="2432393"/>
                  </a:lnTo>
                  <a:lnTo>
                    <a:pt x="1744536" y="2431911"/>
                  </a:lnTo>
                  <a:lnTo>
                    <a:pt x="1744723" y="2431443"/>
                  </a:lnTo>
                  <a:lnTo>
                    <a:pt x="1744910" y="2430193"/>
                  </a:lnTo>
                  <a:lnTo>
                    <a:pt x="1745097" y="2428864"/>
                  </a:lnTo>
                  <a:lnTo>
                    <a:pt x="1745284" y="2427524"/>
                  </a:lnTo>
                  <a:lnTo>
                    <a:pt x="1745471" y="2426194"/>
                  </a:lnTo>
                  <a:lnTo>
                    <a:pt x="1745658" y="2425166"/>
                  </a:lnTo>
                  <a:lnTo>
                    <a:pt x="1745845" y="2424085"/>
                  </a:lnTo>
                  <a:lnTo>
                    <a:pt x="1746032" y="2423310"/>
                  </a:lnTo>
                  <a:lnTo>
                    <a:pt x="1746219" y="2422501"/>
                  </a:lnTo>
                  <a:lnTo>
                    <a:pt x="1746406" y="2421516"/>
                  </a:lnTo>
                  <a:lnTo>
                    <a:pt x="1746593" y="2420074"/>
                  </a:lnTo>
                  <a:lnTo>
                    <a:pt x="1746779" y="2418332"/>
                  </a:lnTo>
                  <a:lnTo>
                    <a:pt x="1746966" y="2416907"/>
                  </a:lnTo>
                  <a:lnTo>
                    <a:pt x="1747153" y="2415597"/>
                  </a:lnTo>
                  <a:lnTo>
                    <a:pt x="1747340" y="2414251"/>
                  </a:lnTo>
                  <a:lnTo>
                    <a:pt x="1747527" y="2413186"/>
                  </a:lnTo>
                  <a:lnTo>
                    <a:pt x="1747714" y="2412483"/>
                  </a:lnTo>
                  <a:lnTo>
                    <a:pt x="1747901" y="2411911"/>
                  </a:lnTo>
                  <a:lnTo>
                    <a:pt x="1748088" y="2411357"/>
                  </a:lnTo>
                  <a:lnTo>
                    <a:pt x="1748275" y="2410741"/>
                  </a:lnTo>
                  <a:lnTo>
                    <a:pt x="1748462" y="2409510"/>
                  </a:lnTo>
                  <a:lnTo>
                    <a:pt x="1748649" y="2408032"/>
                  </a:lnTo>
                  <a:lnTo>
                    <a:pt x="1748836" y="2406176"/>
                  </a:lnTo>
                  <a:lnTo>
                    <a:pt x="1749023" y="2404338"/>
                  </a:lnTo>
                  <a:lnTo>
                    <a:pt x="1749209" y="2402385"/>
                  </a:lnTo>
                  <a:lnTo>
                    <a:pt x="1749396" y="2400301"/>
                  </a:lnTo>
                  <a:lnTo>
                    <a:pt x="1749583" y="2397943"/>
                  </a:lnTo>
                  <a:lnTo>
                    <a:pt x="1749770" y="2395375"/>
                  </a:lnTo>
                  <a:lnTo>
                    <a:pt x="1749957" y="2392974"/>
                  </a:lnTo>
                  <a:lnTo>
                    <a:pt x="1750144" y="2390687"/>
                  </a:lnTo>
                  <a:lnTo>
                    <a:pt x="1750331" y="2388444"/>
                  </a:lnTo>
                  <a:lnTo>
                    <a:pt x="1750518" y="2386403"/>
                  </a:lnTo>
                  <a:lnTo>
                    <a:pt x="1750705" y="2384363"/>
                  </a:lnTo>
                  <a:lnTo>
                    <a:pt x="1750892" y="2382788"/>
                  </a:lnTo>
                  <a:lnTo>
                    <a:pt x="1751079" y="2381513"/>
                  </a:lnTo>
                  <a:lnTo>
                    <a:pt x="1751266" y="2380360"/>
                  </a:lnTo>
                  <a:lnTo>
                    <a:pt x="1751452" y="2379120"/>
                  </a:lnTo>
                  <a:lnTo>
                    <a:pt x="1751639" y="2378144"/>
                  </a:lnTo>
                  <a:lnTo>
                    <a:pt x="1751826" y="2377212"/>
                  </a:lnTo>
                  <a:lnTo>
                    <a:pt x="1752013" y="2376323"/>
                  </a:lnTo>
                  <a:lnTo>
                    <a:pt x="1752200" y="2375347"/>
                  </a:lnTo>
                  <a:lnTo>
                    <a:pt x="1752387" y="2374590"/>
                  </a:lnTo>
                  <a:lnTo>
                    <a:pt x="1752574" y="2373486"/>
                  </a:lnTo>
                  <a:lnTo>
                    <a:pt x="1752761" y="2372279"/>
                  </a:lnTo>
                  <a:lnTo>
                    <a:pt x="1752948" y="2371313"/>
                  </a:lnTo>
                  <a:lnTo>
                    <a:pt x="1753135" y="2370132"/>
                  </a:lnTo>
                  <a:lnTo>
                    <a:pt x="1753322" y="2368926"/>
                  </a:lnTo>
                  <a:lnTo>
                    <a:pt x="1753509" y="2368094"/>
                  </a:lnTo>
                  <a:lnTo>
                    <a:pt x="1753696" y="2367097"/>
                  </a:lnTo>
                  <a:lnTo>
                    <a:pt x="1753882" y="2366344"/>
                  </a:lnTo>
                  <a:lnTo>
                    <a:pt x="1754069" y="2366056"/>
                  </a:lnTo>
                  <a:lnTo>
                    <a:pt x="1754256" y="2366012"/>
                  </a:lnTo>
                  <a:lnTo>
                    <a:pt x="1754443" y="2366168"/>
                  </a:lnTo>
                  <a:lnTo>
                    <a:pt x="1754630" y="2366620"/>
                  </a:lnTo>
                  <a:lnTo>
                    <a:pt x="1754817" y="2367351"/>
                  </a:lnTo>
                  <a:lnTo>
                    <a:pt x="1755004" y="2368541"/>
                  </a:lnTo>
                  <a:lnTo>
                    <a:pt x="1755191" y="2370191"/>
                  </a:lnTo>
                  <a:lnTo>
                    <a:pt x="1755378" y="2372261"/>
                  </a:lnTo>
                  <a:lnTo>
                    <a:pt x="1755565" y="2374352"/>
                  </a:lnTo>
                  <a:lnTo>
                    <a:pt x="1755752" y="2376348"/>
                  </a:lnTo>
                  <a:lnTo>
                    <a:pt x="1755939" y="2377951"/>
                  </a:lnTo>
                  <a:lnTo>
                    <a:pt x="1756126" y="2379483"/>
                  </a:lnTo>
                  <a:lnTo>
                    <a:pt x="1756312" y="2381366"/>
                  </a:lnTo>
                  <a:lnTo>
                    <a:pt x="1756499" y="2382792"/>
                  </a:lnTo>
                  <a:lnTo>
                    <a:pt x="1756686" y="2384146"/>
                  </a:lnTo>
                  <a:lnTo>
                    <a:pt x="1756873" y="2385120"/>
                  </a:lnTo>
                  <a:lnTo>
                    <a:pt x="1757060" y="2385634"/>
                  </a:lnTo>
                  <a:lnTo>
                    <a:pt x="1757247" y="2386496"/>
                  </a:lnTo>
                  <a:lnTo>
                    <a:pt x="1757434" y="2387210"/>
                  </a:lnTo>
                  <a:lnTo>
                    <a:pt x="1757621" y="2387744"/>
                  </a:lnTo>
                  <a:lnTo>
                    <a:pt x="1757808" y="2388741"/>
                  </a:lnTo>
                  <a:lnTo>
                    <a:pt x="1757995" y="2389575"/>
                  </a:lnTo>
                  <a:lnTo>
                    <a:pt x="1758182" y="2390165"/>
                  </a:lnTo>
                  <a:lnTo>
                    <a:pt x="1758369" y="2390909"/>
                  </a:lnTo>
                  <a:lnTo>
                    <a:pt x="1758555" y="2391960"/>
                  </a:lnTo>
                  <a:lnTo>
                    <a:pt x="1758742" y="2392960"/>
                  </a:lnTo>
                  <a:lnTo>
                    <a:pt x="1758929" y="2393605"/>
                  </a:lnTo>
                  <a:lnTo>
                    <a:pt x="1759116" y="2394002"/>
                  </a:lnTo>
                  <a:lnTo>
                    <a:pt x="1759303" y="2394296"/>
                  </a:lnTo>
                  <a:lnTo>
                    <a:pt x="1759490" y="2394577"/>
                  </a:lnTo>
                  <a:lnTo>
                    <a:pt x="1759677" y="2394752"/>
                  </a:lnTo>
                  <a:lnTo>
                    <a:pt x="1759864" y="2394743"/>
                  </a:lnTo>
                  <a:lnTo>
                    <a:pt x="1760051" y="2393805"/>
                  </a:lnTo>
                  <a:lnTo>
                    <a:pt x="1760238" y="2392655"/>
                  </a:lnTo>
                  <a:lnTo>
                    <a:pt x="1760425" y="2391496"/>
                  </a:lnTo>
                  <a:lnTo>
                    <a:pt x="1760612" y="2389014"/>
                  </a:lnTo>
                  <a:lnTo>
                    <a:pt x="1760799" y="2386190"/>
                  </a:lnTo>
                  <a:lnTo>
                    <a:pt x="1760985" y="2383298"/>
                  </a:lnTo>
                  <a:lnTo>
                    <a:pt x="1761172" y="2380162"/>
                  </a:lnTo>
                  <a:lnTo>
                    <a:pt x="1761359" y="2377012"/>
                  </a:lnTo>
                  <a:lnTo>
                    <a:pt x="1761546" y="2374022"/>
                  </a:lnTo>
                  <a:lnTo>
                    <a:pt x="1761733" y="2371249"/>
                  </a:lnTo>
                  <a:lnTo>
                    <a:pt x="1761920" y="2368040"/>
                  </a:lnTo>
                  <a:lnTo>
                    <a:pt x="1762107" y="2365103"/>
                  </a:lnTo>
                  <a:lnTo>
                    <a:pt x="1762294" y="2362160"/>
                  </a:lnTo>
                  <a:lnTo>
                    <a:pt x="1762481" y="2359239"/>
                  </a:lnTo>
                  <a:lnTo>
                    <a:pt x="1762668" y="2356538"/>
                  </a:lnTo>
                  <a:lnTo>
                    <a:pt x="1762855" y="2354042"/>
                  </a:lnTo>
                  <a:lnTo>
                    <a:pt x="1763042" y="2351287"/>
                  </a:lnTo>
                  <a:lnTo>
                    <a:pt x="1763229" y="2348641"/>
                  </a:lnTo>
                  <a:lnTo>
                    <a:pt x="1763415" y="2345893"/>
                  </a:lnTo>
                  <a:lnTo>
                    <a:pt x="1763602" y="2342810"/>
                  </a:lnTo>
                  <a:lnTo>
                    <a:pt x="1763789" y="2339640"/>
                  </a:lnTo>
                  <a:lnTo>
                    <a:pt x="1763976" y="2336621"/>
                  </a:lnTo>
                  <a:lnTo>
                    <a:pt x="1764163" y="2333370"/>
                  </a:lnTo>
                  <a:lnTo>
                    <a:pt x="1764350" y="2330019"/>
                  </a:lnTo>
                  <a:lnTo>
                    <a:pt x="1764537" y="2326838"/>
                  </a:lnTo>
                  <a:lnTo>
                    <a:pt x="1764724" y="2323397"/>
                  </a:lnTo>
                  <a:lnTo>
                    <a:pt x="1764911" y="2319755"/>
                  </a:lnTo>
                  <a:lnTo>
                    <a:pt x="1765098" y="2316097"/>
                  </a:lnTo>
                  <a:lnTo>
                    <a:pt x="1765285" y="2312315"/>
                  </a:lnTo>
                  <a:lnTo>
                    <a:pt x="1765472" y="2308657"/>
                  </a:lnTo>
                  <a:lnTo>
                    <a:pt x="1765658" y="2305193"/>
                  </a:lnTo>
                  <a:lnTo>
                    <a:pt x="1765845" y="2301635"/>
                  </a:lnTo>
                  <a:lnTo>
                    <a:pt x="1766032" y="2297810"/>
                  </a:lnTo>
                  <a:lnTo>
                    <a:pt x="1766219" y="2294605"/>
                  </a:lnTo>
                  <a:lnTo>
                    <a:pt x="1766406" y="2291578"/>
                  </a:lnTo>
                  <a:lnTo>
                    <a:pt x="1766593" y="2288627"/>
                  </a:lnTo>
                  <a:lnTo>
                    <a:pt x="1766780" y="2285359"/>
                  </a:lnTo>
                  <a:lnTo>
                    <a:pt x="1766967" y="2282293"/>
                  </a:lnTo>
                  <a:lnTo>
                    <a:pt x="1767154" y="2278779"/>
                  </a:lnTo>
                  <a:lnTo>
                    <a:pt x="1767341" y="2274135"/>
                  </a:lnTo>
                  <a:lnTo>
                    <a:pt x="1767528" y="2270009"/>
                  </a:lnTo>
                  <a:lnTo>
                    <a:pt x="1767715" y="2266104"/>
                  </a:lnTo>
                  <a:lnTo>
                    <a:pt x="1767902" y="2262830"/>
                  </a:lnTo>
                  <a:lnTo>
                    <a:pt x="1768088" y="2259957"/>
                  </a:lnTo>
                  <a:lnTo>
                    <a:pt x="1768275" y="2257292"/>
                  </a:lnTo>
                  <a:lnTo>
                    <a:pt x="1768462" y="2254797"/>
                  </a:lnTo>
                  <a:lnTo>
                    <a:pt x="1768649" y="2252050"/>
                  </a:lnTo>
                  <a:lnTo>
                    <a:pt x="1768836" y="2249392"/>
                  </a:lnTo>
                  <a:lnTo>
                    <a:pt x="1769023" y="2246429"/>
                  </a:lnTo>
                  <a:lnTo>
                    <a:pt x="1769210" y="2243340"/>
                  </a:lnTo>
                  <a:lnTo>
                    <a:pt x="1769397" y="2240746"/>
                  </a:lnTo>
                  <a:lnTo>
                    <a:pt x="1769584" y="2238274"/>
                  </a:lnTo>
                  <a:lnTo>
                    <a:pt x="1769771" y="2235656"/>
                  </a:lnTo>
                  <a:lnTo>
                    <a:pt x="1769958" y="2234129"/>
                  </a:lnTo>
                  <a:lnTo>
                    <a:pt x="1770145" y="2233767"/>
                  </a:lnTo>
                  <a:lnTo>
                    <a:pt x="1770331" y="2233535"/>
                  </a:lnTo>
                  <a:lnTo>
                    <a:pt x="1770518" y="2233560"/>
                  </a:lnTo>
                  <a:lnTo>
                    <a:pt x="1770705" y="2233240"/>
                  </a:lnTo>
                  <a:lnTo>
                    <a:pt x="1770892" y="2232533"/>
                  </a:lnTo>
                  <a:lnTo>
                    <a:pt x="1771079" y="2232027"/>
                  </a:lnTo>
                  <a:lnTo>
                    <a:pt x="1771266" y="2230691"/>
                  </a:lnTo>
                  <a:lnTo>
                    <a:pt x="1771453" y="2229193"/>
                  </a:lnTo>
                  <a:lnTo>
                    <a:pt x="1771640" y="2227639"/>
                  </a:lnTo>
                  <a:lnTo>
                    <a:pt x="1771827" y="2225961"/>
                  </a:lnTo>
                  <a:lnTo>
                    <a:pt x="1772014" y="2224474"/>
                  </a:lnTo>
                  <a:lnTo>
                    <a:pt x="1772201" y="2223225"/>
                  </a:lnTo>
                  <a:lnTo>
                    <a:pt x="1772388" y="2222130"/>
                  </a:lnTo>
                  <a:lnTo>
                    <a:pt x="1772575" y="2220991"/>
                  </a:lnTo>
                  <a:lnTo>
                    <a:pt x="1772761" y="2219204"/>
                  </a:lnTo>
                  <a:lnTo>
                    <a:pt x="1772948" y="2217312"/>
                  </a:lnTo>
                  <a:lnTo>
                    <a:pt x="1773135" y="2214762"/>
                  </a:lnTo>
                  <a:lnTo>
                    <a:pt x="1773322" y="2211849"/>
                  </a:lnTo>
                  <a:lnTo>
                    <a:pt x="1773509" y="2208997"/>
                  </a:lnTo>
                  <a:lnTo>
                    <a:pt x="1773696" y="2206357"/>
                  </a:lnTo>
                  <a:lnTo>
                    <a:pt x="1773883" y="2203296"/>
                  </a:lnTo>
                  <a:lnTo>
                    <a:pt x="1774070" y="2200549"/>
                  </a:lnTo>
                  <a:lnTo>
                    <a:pt x="1774257" y="2197934"/>
                  </a:lnTo>
                  <a:lnTo>
                    <a:pt x="1774444" y="2195145"/>
                  </a:lnTo>
                  <a:lnTo>
                    <a:pt x="1774631" y="2192574"/>
                  </a:lnTo>
                  <a:lnTo>
                    <a:pt x="1774818" y="2189325"/>
                  </a:lnTo>
                  <a:lnTo>
                    <a:pt x="1775005" y="2186282"/>
                  </a:lnTo>
                  <a:lnTo>
                    <a:pt x="1775191" y="2183817"/>
                  </a:lnTo>
                  <a:lnTo>
                    <a:pt x="1775378" y="2182053"/>
                  </a:lnTo>
                  <a:lnTo>
                    <a:pt x="1775565" y="2180491"/>
                  </a:lnTo>
                  <a:lnTo>
                    <a:pt x="1775752" y="2179787"/>
                  </a:lnTo>
                  <a:lnTo>
                    <a:pt x="1775939" y="2178916"/>
                  </a:lnTo>
                  <a:lnTo>
                    <a:pt x="1776126" y="2178260"/>
                  </a:lnTo>
                  <a:lnTo>
                    <a:pt x="1776313" y="2177238"/>
                  </a:lnTo>
                  <a:lnTo>
                    <a:pt x="1776500" y="2176573"/>
                  </a:lnTo>
                  <a:lnTo>
                    <a:pt x="1776687" y="2176143"/>
                  </a:lnTo>
                  <a:lnTo>
                    <a:pt x="1776874" y="2176086"/>
                  </a:lnTo>
                  <a:lnTo>
                    <a:pt x="1777061" y="2176359"/>
                  </a:lnTo>
                  <a:lnTo>
                    <a:pt x="1777248" y="2177029"/>
                  </a:lnTo>
                  <a:lnTo>
                    <a:pt x="1777434" y="2177873"/>
                  </a:lnTo>
                  <a:lnTo>
                    <a:pt x="1777621" y="2179019"/>
                  </a:lnTo>
                  <a:lnTo>
                    <a:pt x="1777808" y="2180365"/>
                  </a:lnTo>
                  <a:lnTo>
                    <a:pt x="1777995" y="2181831"/>
                  </a:lnTo>
                  <a:lnTo>
                    <a:pt x="1778182" y="2183385"/>
                  </a:lnTo>
                  <a:lnTo>
                    <a:pt x="1778369" y="2184908"/>
                  </a:lnTo>
                  <a:lnTo>
                    <a:pt x="1778556" y="2186168"/>
                  </a:lnTo>
                  <a:lnTo>
                    <a:pt x="1778743" y="2187905"/>
                  </a:lnTo>
                  <a:lnTo>
                    <a:pt x="1778930" y="2189839"/>
                  </a:lnTo>
                  <a:lnTo>
                    <a:pt x="1779117" y="2192344"/>
                  </a:lnTo>
                  <a:lnTo>
                    <a:pt x="1779304" y="2194729"/>
                  </a:lnTo>
                  <a:lnTo>
                    <a:pt x="1779491" y="2197259"/>
                  </a:lnTo>
                  <a:lnTo>
                    <a:pt x="1779678" y="2199801"/>
                  </a:lnTo>
                  <a:lnTo>
                    <a:pt x="1779864" y="2202654"/>
                  </a:lnTo>
                  <a:lnTo>
                    <a:pt x="1780051" y="2205198"/>
                  </a:lnTo>
                  <a:lnTo>
                    <a:pt x="1780238" y="2207637"/>
                  </a:lnTo>
                  <a:lnTo>
                    <a:pt x="1780425" y="2209391"/>
                  </a:lnTo>
                  <a:lnTo>
                    <a:pt x="1780612" y="2210445"/>
                  </a:lnTo>
                  <a:lnTo>
                    <a:pt x="1780799" y="2211433"/>
                  </a:lnTo>
                  <a:lnTo>
                    <a:pt x="1780986" y="2212453"/>
                  </a:lnTo>
                  <a:lnTo>
                    <a:pt x="1781173" y="2213700"/>
                  </a:lnTo>
                  <a:lnTo>
                    <a:pt x="1781360" y="2215137"/>
                  </a:lnTo>
                  <a:lnTo>
                    <a:pt x="1781547" y="2216145"/>
                  </a:lnTo>
                  <a:lnTo>
                    <a:pt x="1781734" y="2216723"/>
                  </a:lnTo>
                  <a:lnTo>
                    <a:pt x="1781921" y="2217256"/>
                  </a:lnTo>
                  <a:lnTo>
                    <a:pt x="1782107" y="2217855"/>
                  </a:lnTo>
                  <a:lnTo>
                    <a:pt x="1782294" y="2219209"/>
                  </a:lnTo>
                  <a:lnTo>
                    <a:pt x="1782481" y="2220722"/>
                  </a:lnTo>
                  <a:lnTo>
                    <a:pt x="1782668" y="2221836"/>
                  </a:lnTo>
                  <a:lnTo>
                    <a:pt x="1782855" y="2222700"/>
                  </a:lnTo>
                  <a:lnTo>
                    <a:pt x="1783042" y="2223309"/>
                  </a:lnTo>
                  <a:lnTo>
                    <a:pt x="1783229" y="2224074"/>
                  </a:lnTo>
                  <a:lnTo>
                    <a:pt x="1783416" y="2224454"/>
                  </a:lnTo>
                  <a:lnTo>
                    <a:pt x="1783603" y="2224778"/>
                  </a:lnTo>
                  <a:lnTo>
                    <a:pt x="1783790" y="2225133"/>
                  </a:lnTo>
                  <a:lnTo>
                    <a:pt x="1783977" y="2225421"/>
                  </a:lnTo>
                  <a:lnTo>
                    <a:pt x="1784164" y="2225721"/>
                  </a:lnTo>
                  <a:lnTo>
                    <a:pt x="1784351" y="2225921"/>
                  </a:lnTo>
                  <a:lnTo>
                    <a:pt x="1784537" y="2226052"/>
                  </a:lnTo>
                  <a:lnTo>
                    <a:pt x="1784724" y="2226202"/>
                  </a:lnTo>
                  <a:lnTo>
                    <a:pt x="1784911" y="2226376"/>
                  </a:lnTo>
                  <a:lnTo>
                    <a:pt x="1785098" y="2226117"/>
                  </a:lnTo>
                  <a:lnTo>
                    <a:pt x="1785285" y="2225621"/>
                  </a:lnTo>
                  <a:lnTo>
                    <a:pt x="1785472" y="2224997"/>
                  </a:lnTo>
                  <a:lnTo>
                    <a:pt x="1785659" y="2224187"/>
                  </a:lnTo>
                  <a:lnTo>
                    <a:pt x="1785846" y="2222623"/>
                  </a:lnTo>
                  <a:lnTo>
                    <a:pt x="1786033" y="2220385"/>
                  </a:lnTo>
                  <a:lnTo>
                    <a:pt x="1786220" y="2218536"/>
                  </a:lnTo>
                  <a:lnTo>
                    <a:pt x="1786407" y="2216624"/>
                  </a:lnTo>
                  <a:lnTo>
                    <a:pt x="1786594" y="2214954"/>
                  </a:lnTo>
                  <a:lnTo>
                    <a:pt x="1786781" y="2213404"/>
                  </a:lnTo>
                  <a:lnTo>
                    <a:pt x="1786967" y="2212094"/>
                  </a:lnTo>
                  <a:lnTo>
                    <a:pt x="1787154" y="2210931"/>
                  </a:lnTo>
                  <a:lnTo>
                    <a:pt x="1787341" y="2209376"/>
                  </a:lnTo>
                  <a:lnTo>
                    <a:pt x="1787528" y="2207580"/>
                  </a:lnTo>
                  <a:lnTo>
                    <a:pt x="1787715" y="2205930"/>
                  </a:lnTo>
                  <a:lnTo>
                    <a:pt x="1787902" y="2204414"/>
                  </a:lnTo>
                  <a:lnTo>
                    <a:pt x="1788089" y="2203074"/>
                  </a:lnTo>
                  <a:lnTo>
                    <a:pt x="1788276" y="2201891"/>
                  </a:lnTo>
                  <a:lnTo>
                    <a:pt x="1788463" y="2201020"/>
                  </a:lnTo>
                  <a:lnTo>
                    <a:pt x="1788650" y="2200470"/>
                  </a:lnTo>
                  <a:lnTo>
                    <a:pt x="1788837" y="2200050"/>
                  </a:lnTo>
                  <a:lnTo>
                    <a:pt x="1789024" y="2199266"/>
                  </a:lnTo>
                  <a:lnTo>
                    <a:pt x="1789210" y="2198655"/>
                  </a:lnTo>
                  <a:lnTo>
                    <a:pt x="1789397" y="2198258"/>
                  </a:lnTo>
                  <a:lnTo>
                    <a:pt x="1789584" y="2198002"/>
                  </a:lnTo>
                  <a:lnTo>
                    <a:pt x="1789771" y="2197883"/>
                  </a:lnTo>
                  <a:lnTo>
                    <a:pt x="1789958" y="2198124"/>
                  </a:lnTo>
                  <a:lnTo>
                    <a:pt x="1790145" y="2198817"/>
                  </a:lnTo>
                  <a:lnTo>
                    <a:pt x="1790332" y="2199677"/>
                  </a:lnTo>
                  <a:lnTo>
                    <a:pt x="1790519" y="2200298"/>
                  </a:lnTo>
                  <a:lnTo>
                    <a:pt x="1790706" y="2200674"/>
                  </a:lnTo>
                  <a:lnTo>
                    <a:pt x="1790893" y="2200790"/>
                  </a:lnTo>
                  <a:lnTo>
                    <a:pt x="1791080" y="2200899"/>
                  </a:lnTo>
                  <a:lnTo>
                    <a:pt x="1791267" y="2200629"/>
                  </a:lnTo>
                  <a:lnTo>
                    <a:pt x="1791454" y="2200340"/>
                  </a:lnTo>
                  <a:lnTo>
                    <a:pt x="1791640" y="2200137"/>
                  </a:lnTo>
                  <a:lnTo>
                    <a:pt x="1791827" y="2200126"/>
                  </a:lnTo>
                  <a:lnTo>
                    <a:pt x="1792014" y="2200248"/>
                  </a:lnTo>
                  <a:lnTo>
                    <a:pt x="1792201" y="2200548"/>
                  </a:lnTo>
                  <a:lnTo>
                    <a:pt x="1792388" y="2200436"/>
                  </a:lnTo>
                  <a:lnTo>
                    <a:pt x="1792575" y="2199834"/>
                  </a:lnTo>
                  <a:lnTo>
                    <a:pt x="1792762" y="2198994"/>
                  </a:lnTo>
                  <a:lnTo>
                    <a:pt x="1792949" y="2198300"/>
                  </a:lnTo>
                  <a:lnTo>
                    <a:pt x="1793136" y="2197973"/>
                  </a:lnTo>
                  <a:lnTo>
                    <a:pt x="1793323" y="2198051"/>
                  </a:lnTo>
                  <a:lnTo>
                    <a:pt x="1793510" y="2198140"/>
                  </a:lnTo>
                  <a:lnTo>
                    <a:pt x="1793697" y="2198298"/>
                  </a:lnTo>
                  <a:lnTo>
                    <a:pt x="1793884" y="2198634"/>
                  </a:lnTo>
                  <a:lnTo>
                    <a:pt x="1794070" y="2199163"/>
                  </a:lnTo>
                  <a:lnTo>
                    <a:pt x="1794257" y="2199644"/>
                  </a:lnTo>
                  <a:lnTo>
                    <a:pt x="1794444" y="2200157"/>
                  </a:lnTo>
                  <a:lnTo>
                    <a:pt x="1794631" y="2200661"/>
                  </a:lnTo>
                  <a:lnTo>
                    <a:pt x="1794818" y="2201276"/>
                  </a:lnTo>
                  <a:lnTo>
                    <a:pt x="1795005" y="2201595"/>
                  </a:lnTo>
                  <a:lnTo>
                    <a:pt x="1795192" y="2201788"/>
                  </a:lnTo>
                  <a:lnTo>
                    <a:pt x="1795379" y="2202197"/>
                  </a:lnTo>
                  <a:lnTo>
                    <a:pt x="1795566" y="2202776"/>
                  </a:lnTo>
                  <a:lnTo>
                    <a:pt x="1795753" y="2203412"/>
                  </a:lnTo>
                  <a:lnTo>
                    <a:pt x="1795940" y="2204105"/>
                  </a:lnTo>
                  <a:lnTo>
                    <a:pt x="1796127" y="2204772"/>
                  </a:lnTo>
                  <a:lnTo>
                    <a:pt x="1796313" y="2205930"/>
                  </a:lnTo>
                  <a:lnTo>
                    <a:pt x="1796500" y="2207196"/>
                  </a:lnTo>
                  <a:lnTo>
                    <a:pt x="1796687" y="2208522"/>
                  </a:lnTo>
                  <a:lnTo>
                    <a:pt x="1796874" y="2209778"/>
                  </a:lnTo>
                  <a:lnTo>
                    <a:pt x="1797061" y="2211329"/>
                  </a:lnTo>
                  <a:lnTo>
                    <a:pt x="1797248" y="2213306"/>
                  </a:lnTo>
                  <a:lnTo>
                    <a:pt x="1797435" y="2215586"/>
                  </a:lnTo>
                  <a:lnTo>
                    <a:pt x="1797622" y="2217725"/>
                  </a:lnTo>
                  <a:lnTo>
                    <a:pt x="1797809" y="2219635"/>
                  </a:lnTo>
                  <a:lnTo>
                    <a:pt x="1797996" y="2222184"/>
                  </a:lnTo>
                  <a:lnTo>
                    <a:pt x="1798183" y="2224995"/>
                  </a:lnTo>
                  <a:lnTo>
                    <a:pt x="1798370" y="2227398"/>
                  </a:lnTo>
                  <a:lnTo>
                    <a:pt x="1798557" y="2229899"/>
                  </a:lnTo>
                  <a:lnTo>
                    <a:pt x="1798743" y="2232516"/>
                  </a:lnTo>
                  <a:lnTo>
                    <a:pt x="1798930" y="2234621"/>
                  </a:lnTo>
                  <a:lnTo>
                    <a:pt x="1799117" y="2236546"/>
                  </a:lnTo>
                  <a:lnTo>
                    <a:pt x="1799304" y="2238673"/>
                  </a:lnTo>
                  <a:lnTo>
                    <a:pt x="1799491" y="2240615"/>
                  </a:lnTo>
                  <a:lnTo>
                    <a:pt x="1799678" y="2242694"/>
                  </a:lnTo>
                  <a:lnTo>
                    <a:pt x="1799865" y="2244591"/>
                  </a:lnTo>
                  <a:lnTo>
                    <a:pt x="1800052" y="2246204"/>
                  </a:lnTo>
                  <a:lnTo>
                    <a:pt x="1800239" y="2247621"/>
                  </a:lnTo>
                  <a:lnTo>
                    <a:pt x="1800426" y="2249275"/>
                  </a:lnTo>
                  <a:lnTo>
                    <a:pt x="1800613" y="2250515"/>
                  </a:lnTo>
                  <a:lnTo>
                    <a:pt x="1800800" y="2251649"/>
                  </a:lnTo>
                  <a:lnTo>
                    <a:pt x="1800986" y="2252842"/>
                  </a:lnTo>
                  <a:lnTo>
                    <a:pt x="1801173" y="2254068"/>
                  </a:lnTo>
                  <a:lnTo>
                    <a:pt x="1801360" y="2255113"/>
                  </a:lnTo>
                  <a:lnTo>
                    <a:pt x="1801547" y="2255896"/>
                  </a:lnTo>
                  <a:lnTo>
                    <a:pt x="1801734" y="2256830"/>
                  </a:lnTo>
                  <a:lnTo>
                    <a:pt x="1801921" y="2257242"/>
                  </a:lnTo>
                  <a:lnTo>
                    <a:pt x="1802108" y="2258037"/>
                  </a:lnTo>
                  <a:lnTo>
                    <a:pt x="1802295" y="2258589"/>
                  </a:lnTo>
                  <a:lnTo>
                    <a:pt x="1802482" y="2259365"/>
                  </a:lnTo>
                  <a:lnTo>
                    <a:pt x="1802669" y="2260396"/>
                  </a:lnTo>
                  <a:lnTo>
                    <a:pt x="1802856" y="2261717"/>
                  </a:lnTo>
                  <a:lnTo>
                    <a:pt x="1803043" y="2263229"/>
                  </a:lnTo>
                  <a:lnTo>
                    <a:pt x="1803230" y="2264908"/>
                  </a:lnTo>
                  <a:lnTo>
                    <a:pt x="1803416" y="2267050"/>
                  </a:lnTo>
                  <a:lnTo>
                    <a:pt x="1803603" y="2269320"/>
                  </a:lnTo>
                  <a:lnTo>
                    <a:pt x="1803790" y="2271129"/>
                  </a:lnTo>
                  <a:lnTo>
                    <a:pt x="1803977" y="2273239"/>
                  </a:lnTo>
                  <a:lnTo>
                    <a:pt x="1804164" y="2275433"/>
                  </a:lnTo>
                  <a:lnTo>
                    <a:pt x="1804351" y="2277353"/>
                  </a:lnTo>
                  <a:lnTo>
                    <a:pt x="1804538" y="2279603"/>
                  </a:lnTo>
                  <a:lnTo>
                    <a:pt x="1804725" y="2282988"/>
                  </a:lnTo>
                  <a:lnTo>
                    <a:pt x="1804912" y="2286046"/>
                  </a:lnTo>
                  <a:lnTo>
                    <a:pt x="1805099" y="2289016"/>
                  </a:lnTo>
                  <a:lnTo>
                    <a:pt x="1805286" y="2291664"/>
                  </a:lnTo>
                  <a:lnTo>
                    <a:pt x="1805473" y="2293821"/>
                  </a:lnTo>
                  <a:lnTo>
                    <a:pt x="1805660" y="2295009"/>
                  </a:lnTo>
                  <a:lnTo>
                    <a:pt x="1805846" y="2296053"/>
                  </a:lnTo>
                  <a:lnTo>
                    <a:pt x="1806033" y="2297075"/>
                  </a:lnTo>
                  <a:lnTo>
                    <a:pt x="1806220" y="2298146"/>
                  </a:lnTo>
                  <a:lnTo>
                    <a:pt x="1806407" y="2298219"/>
                  </a:lnTo>
                  <a:lnTo>
                    <a:pt x="1806594" y="2298410"/>
                  </a:lnTo>
                  <a:lnTo>
                    <a:pt x="1806781" y="2298293"/>
                  </a:lnTo>
                  <a:lnTo>
                    <a:pt x="1806968" y="2298136"/>
                  </a:lnTo>
                  <a:lnTo>
                    <a:pt x="1807155" y="2298014"/>
                  </a:lnTo>
                  <a:lnTo>
                    <a:pt x="1807342" y="2297685"/>
                  </a:lnTo>
                  <a:lnTo>
                    <a:pt x="1807529" y="2297335"/>
                  </a:lnTo>
                  <a:lnTo>
                    <a:pt x="1807716" y="2297146"/>
                  </a:lnTo>
                  <a:lnTo>
                    <a:pt x="1807903" y="2296724"/>
                  </a:lnTo>
                  <a:lnTo>
                    <a:pt x="1808089" y="2296684"/>
                  </a:lnTo>
                  <a:lnTo>
                    <a:pt x="1808276" y="2297426"/>
                  </a:lnTo>
                  <a:lnTo>
                    <a:pt x="1808463" y="2298362"/>
                  </a:lnTo>
                  <a:lnTo>
                    <a:pt x="1808650" y="2300226"/>
                  </a:lnTo>
                  <a:lnTo>
                    <a:pt x="1808837" y="2302310"/>
                  </a:lnTo>
                  <a:lnTo>
                    <a:pt x="1809024" y="2304456"/>
                  </a:lnTo>
                  <a:lnTo>
                    <a:pt x="1809211" y="2307094"/>
                  </a:lnTo>
                  <a:lnTo>
                    <a:pt x="1809398" y="2309601"/>
                  </a:lnTo>
                  <a:lnTo>
                    <a:pt x="1809585" y="2311901"/>
                  </a:lnTo>
                  <a:lnTo>
                    <a:pt x="1809772" y="2313990"/>
                  </a:lnTo>
                  <a:lnTo>
                    <a:pt x="1809959" y="2315939"/>
                  </a:lnTo>
                  <a:lnTo>
                    <a:pt x="1810146" y="2318164"/>
                  </a:lnTo>
                  <a:lnTo>
                    <a:pt x="1810333" y="2319828"/>
                  </a:lnTo>
                  <a:lnTo>
                    <a:pt x="1810519" y="2321700"/>
                  </a:lnTo>
                  <a:lnTo>
                    <a:pt x="1810706" y="2323948"/>
                  </a:lnTo>
                  <a:lnTo>
                    <a:pt x="1810893" y="2326221"/>
                  </a:lnTo>
                  <a:lnTo>
                    <a:pt x="1811080" y="2328291"/>
                  </a:lnTo>
                  <a:lnTo>
                    <a:pt x="1811267" y="2330584"/>
                  </a:lnTo>
                  <a:lnTo>
                    <a:pt x="1811454" y="2331990"/>
                  </a:lnTo>
                  <a:lnTo>
                    <a:pt x="1811641" y="2333746"/>
                  </a:lnTo>
                  <a:lnTo>
                    <a:pt x="1811828" y="2335679"/>
                  </a:lnTo>
                  <a:lnTo>
                    <a:pt x="1812015" y="2336871"/>
                  </a:lnTo>
                  <a:lnTo>
                    <a:pt x="1812202" y="2338997"/>
                  </a:lnTo>
                  <a:lnTo>
                    <a:pt x="1812389" y="2341007"/>
                  </a:lnTo>
                  <a:lnTo>
                    <a:pt x="1812576" y="2342687"/>
                  </a:lnTo>
                  <a:lnTo>
                    <a:pt x="1812763" y="2343816"/>
                  </a:lnTo>
                  <a:lnTo>
                    <a:pt x="1812949" y="2344960"/>
                  </a:lnTo>
                  <a:lnTo>
                    <a:pt x="1813136" y="2345830"/>
                  </a:lnTo>
                  <a:lnTo>
                    <a:pt x="1813323" y="2346979"/>
                  </a:lnTo>
                  <a:lnTo>
                    <a:pt x="1813510" y="2348615"/>
                  </a:lnTo>
                  <a:lnTo>
                    <a:pt x="1813697" y="2350406"/>
                  </a:lnTo>
                  <a:lnTo>
                    <a:pt x="1813884" y="2351894"/>
                  </a:lnTo>
                  <a:lnTo>
                    <a:pt x="1814071" y="2353350"/>
                  </a:lnTo>
                  <a:lnTo>
                    <a:pt x="1814258" y="2354704"/>
                  </a:lnTo>
                  <a:lnTo>
                    <a:pt x="1814445" y="2355996"/>
                  </a:lnTo>
                  <a:lnTo>
                    <a:pt x="1814632" y="2356950"/>
                  </a:lnTo>
                  <a:lnTo>
                    <a:pt x="1814819" y="2358165"/>
                  </a:lnTo>
                  <a:lnTo>
                    <a:pt x="1815006" y="2359545"/>
                  </a:lnTo>
                  <a:lnTo>
                    <a:pt x="1815192" y="2360831"/>
                  </a:lnTo>
                  <a:lnTo>
                    <a:pt x="1815379" y="2361962"/>
                  </a:lnTo>
                  <a:lnTo>
                    <a:pt x="1815566" y="2362944"/>
                  </a:lnTo>
                  <a:lnTo>
                    <a:pt x="1815753" y="2363954"/>
                  </a:lnTo>
                  <a:lnTo>
                    <a:pt x="1815940" y="2365153"/>
                  </a:lnTo>
                  <a:lnTo>
                    <a:pt x="1816127" y="2366278"/>
                  </a:lnTo>
                  <a:lnTo>
                    <a:pt x="1816314" y="2367074"/>
                  </a:lnTo>
                  <a:lnTo>
                    <a:pt x="1816501" y="2367666"/>
                  </a:lnTo>
                  <a:lnTo>
                    <a:pt x="1816688" y="2368695"/>
                  </a:lnTo>
                  <a:lnTo>
                    <a:pt x="1816875" y="2369479"/>
                  </a:lnTo>
                  <a:lnTo>
                    <a:pt x="1817062" y="2370368"/>
                  </a:lnTo>
                  <a:lnTo>
                    <a:pt x="1817249" y="2371275"/>
                  </a:lnTo>
                  <a:lnTo>
                    <a:pt x="1817436" y="2372270"/>
                  </a:lnTo>
                  <a:lnTo>
                    <a:pt x="1817622" y="2373255"/>
                  </a:lnTo>
                  <a:lnTo>
                    <a:pt x="1817809" y="2374701"/>
                  </a:lnTo>
                  <a:lnTo>
                    <a:pt x="1817996" y="2376768"/>
                  </a:lnTo>
                  <a:lnTo>
                    <a:pt x="1818183" y="2378892"/>
                  </a:lnTo>
                  <a:lnTo>
                    <a:pt x="1818370" y="2380921"/>
                  </a:lnTo>
                  <a:lnTo>
                    <a:pt x="1818557" y="2382574"/>
                  </a:lnTo>
                  <a:lnTo>
                    <a:pt x="1818744" y="2384412"/>
                  </a:lnTo>
                  <a:lnTo>
                    <a:pt x="1818931" y="2386212"/>
                  </a:lnTo>
                  <a:lnTo>
                    <a:pt x="1819118" y="2388154"/>
                  </a:lnTo>
                  <a:lnTo>
                    <a:pt x="1819305" y="2389938"/>
                  </a:lnTo>
                  <a:lnTo>
                    <a:pt x="1819492" y="2391632"/>
                  </a:lnTo>
                  <a:lnTo>
                    <a:pt x="1819679" y="2393081"/>
                  </a:lnTo>
                  <a:lnTo>
                    <a:pt x="1819865" y="2394252"/>
                  </a:lnTo>
                  <a:lnTo>
                    <a:pt x="1820052" y="2395490"/>
                  </a:lnTo>
                  <a:lnTo>
                    <a:pt x="1820239" y="2396810"/>
                  </a:lnTo>
                  <a:lnTo>
                    <a:pt x="1820426" y="2398081"/>
                  </a:lnTo>
                  <a:lnTo>
                    <a:pt x="1820613" y="2399226"/>
                  </a:lnTo>
                  <a:lnTo>
                    <a:pt x="1820800" y="2400590"/>
                  </a:lnTo>
                  <a:lnTo>
                    <a:pt x="1820987" y="2402072"/>
                  </a:lnTo>
                  <a:lnTo>
                    <a:pt x="1821174" y="2403580"/>
                  </a:lnTo>
                  <a:lnTo>
                    <a:pt x="1821361" y="2405067"/>
                  </a:lnTo>
                  <a:lnTo>
                    <a:pt x="1821548" y="2406394"/>
                  </a:lnTo>
                  <a:lnTo>
                    <a:pt x="1821735" y="2407520"/>
                  </a:lnTo>
                  <a:lnTo>
                    <a:pt x="1821922" y="2408442"/>
                  </a:lnTo>
                  <a:lnTo>
                    <a:pt x="1822109" y="2409384"/>
                  </a:lnTo>
                  <a:lnTo>
                    <a:pt x="1822295" y="2410032"/>
                  </a:lnTo>
                  <a:lnTo>
                    <a:pt x="1822482" y="2410835"/>
                  </a:lnTo>
                  <a:lnTo>
                    <a:pt x="1822669" y="2411720"/>
                  </a:lnTo>
                  <a:lnTo>
                    <a:pt x="1822856" y="2412613"/>
                  </a:lnTo>
                  <a:lnTo>
                    <a:pt x="1823043" y="2413585"/>
                  </a:lnTo>
                  <a:lnTo>
                    <a:pt x="1823230" y="2415680"/>
                  </a:lnTo>
                  <a:lnTo>
                    <a:pt x="1823417" y="2418446"/>
                  </a:lnTo>
                  <a:lnTo>
                    <a:pt x="1823604" y="2421390"/>
                  </a:lnTo>
                  <a:lnTo>
                    <a:pt x="1823791" y="2424279"/>
                  </a:lnTo>
                  <a:lnTo>
                    <a:pt x="1823978" y="2426756"/>
                  </a:lnTo>
                  <a:lnTo>
                    <a:pt x="1824165" y="2429303"/>
                  </a:lnTo>
                  <a:lnTo>
                    <a:pt x="1824352" y="2431601"/>
                  </a:lnTo>
                  <a:lnTo>
                    <a:pt x="1824539" y="2433484"/>
                  </a:lnTo>
                  <a:lnTo>
                    <a:pt x="1824725" y="2435082"/>
                  </a:lnTo>
                  <a:lnTo>
                    <a:pt x="1824912" y="2437003"/>
                  </a:lnTo>
                  <a:lnTo>
                    <a:pt x="1825099" y="2438518"/>
                  </a:lnTo>
                  <a:lnTo>
                    <a:pt x="1825286" y="2439758"/>
                  </a:lnTo>
                  <a:lnTo>
                    <a:pt x="1825473" y="2440525"/>
                  </a:lnTo>
                  <a:lnTo>
                    <a:pt x="1825660" y="2440495"/>
                  </a:lnTo>
                  <a:lnTo>
                    <a:pt x="1825847" y="2440178"/>
                  </a:lnTo>
                  <a:lnTo>
                    <a:pt x="1826034" y="2438889"/>
                  </a:lnTo>
                  <a:lnTo>
                    <a:pt x="1826221" y="2437567"/>
                  </a:lnTo>
                  <a:lnTo>
                    <a:pt x="1826408" y="2435830"/>
                  </a:lnTo>
                  <a:lnTo>
                    <a:pt x="1826595" y="2433353"/>
                  </a:lnTo>
                  <a:lnTo>
                    <a:pt x="1826782" y="2430772"/>
                  </a:lnTo>
                  <a:lnTo>
                    <a:pt x="1826968" y="2428359"/>
                  </a:lnTo>
                  <a:lnTo>
                    <a:pt x="1827155" y="2426168"/>
                  </a:lnTo>
                  <a:lnTo>
                    <a:pt x="1827342" y="2424370"/>
                  </a:lnTo>
                  <a:lnTo>
                    <a:pt x="1827529" y="2423309"/>
                  </a:lnTo>
                  <a:lnTo>
                    <a:pt x="1827716" y="2422683"/>
                  </a:lnTo>
                  <a:lnTo>
                    <a:pt x="1827903" y="2422468"/>
                  </a:lnTo>
                  <a:lnTo>
                    <a:pt x="1828090" y="2422077"/>
                  </a:lnTo>
                  <a:lnTo>
                    <a:pt x="1828277" y="2421613"/>
                  </a:lnTo>
                  <a:lnTo>
                    <a:pt x="1828464" y="2421170"/>
                  </a:lnTo>
                  <a:lnTo>
                    <a:pt x="1828651" y="2420671"/>
                  </a:lnTo>
                  <a:lnTo>
                    <a:pt x="1828838" y="2420076"/>
                  </a:lnTo>
                  <a:lnTo>
                    <a:pt x="1829025" y="2419256"/>
                  </a:lnTo>
                  <a:lnTo>
                    <a:pt x="1829212" y="2418266"/>
                  </a:lnTo>
                  <a:lnTo>
                    <a:pt x="1829398" y="2417169"/>
                  </a:lnTo>
                  <a:lnTo>
                    <a:pt x="1829585" y="2415933"/>
                  </a:lnTo>
                  <a:lnTo>
                    <a:pt x="1829772" y="2414889"/>
                  </a:lnTo>
                  <a:lnTo>
                    <a:pt x="1829959" y="2414123"/>
                  </a:lnTo>
                  <a:lnTo>
                    <a:pt x="1830146" y="2413416"/>
                  </a:lnTo>
                  <a:lnTo>
                    <a:pt x="1830333" y="2412458"/>
                  </a:lnTo>
                  <a:lnTo>
                    <a:pt x="1830520" y="2411414"/>
                  </a:lnTo>
                  <a:lnTo>
                    <a:pt x="1830707" y="2410235"/>
                  </a:lnTo>
                  <a:lnTo>
                    <a:pt x="1830894" y="2409664"/>
                  </a:lnTo>
                  <a:lnTo>
                    <a:pt x="1831081" y="2409171"/>
                  </a:lnTo>
                  <a:lnTo>
                    <a:pt x="1831268" y="2408848"/>
                  </a:lnTo>
                  <a:lnTo>
                    <a:pt x="1831455" y="2408682"/>
                  </a:lnTo>
                  <a:lnTo>
                    <a:pt x="1831642" y="2408811"/>
                  </a:lnTo>
                  <a:lnTo>
                    <a:pt x="1831828" y="2409165"/>
                  </a:lnTo>
                  <a:lnTo>
                    <a:pt x="1832015" y="2409541"/>
                  </a:lnTo>
                  <a:lnTo>
                    <a:pt x="1832202" y="2409884"/>
                  </a:lnTo>
                  <a:lnTo>
                    <a:pt x="1832389" y="2410452"/>
                  </a:lnTo>
                  <a:lnTo>
                    <a:pt x="1832576" y="2410824"/>
                  </a:lnTo>
                  <a:lnTo>
                    <a:pt x="1832763" y="2410981"/>
                  </a:lnTo>
                  <a:lnTo>
                    <a:pt x="1832950" y="2411194"/>
                  </a:lnTo>
                  <a:lnTo>
                    <a:pt x="1833137" y="2411382"/>
                  </a:lnTo>
                  <a:lnTo>
                    <a:pt x="1833324" y="2411811"/>
                  </a:lnTo>
                  <a:lnTo>
                    <a:pt x="1833511" y="2411848"/>
                  </a:lnTo>
                  <a:lnTo>
                    <a:pt x="1833698" y="2411562"/>
                  </a:lnTo>
                  <a:lnTo>
                    <a:pt x="1833885" y="2410998"/>
                  </a:lnTo>
                  <a:lnTo>
                    <a:pt x="1834071" y="2410803"/>
                  </a:lnTo>
                  <a:lnTo>
                    <a:pt x="1834258" y="2411026"/>
                  </a:lnTo>
                  <a:lnTo>
                    <a:pt x="1834445" y="2411173"/>
                  </a:lnTo>
                  <a:lnTo>
                    <a:pt x="1834632" y="2411052"/>
                  </a:lnTo>
                  <a:lnTo>
                    <a:pt x="1834819" y="2411197"/>
                  </a:lnTo>
                  <a:lnTo>
                    <a:pt x="1835006" y="2411650"/>
                  </a:lnTo>
                  <a:lnTo>
                    <a:pt x="1835193" y="2412306"/>
                  </a:lnTo>
                  <a:lnTo>
                    <a:pt x="1835380" y="2413013"/>
                  </a:lnTo>
                  <a:lnTo>
                    <a:pt x="1835567" y="2413861"/>
                  </a:lnTo>
                  <a:lnTo>
                    <a:pt x="1835754" y="2415028"/>
                  </a:lnTo>
                  <a:lnTo>
                    <a:pt x="1835941" y="2416094"/>
                  </a:lnTo>
                  <a:lnTo>
                    <a:pt x="1836128" y="2416601"/>
                  </a:lnTo>
                  <a:lnTo>
                    <a:pt x="1836315" y="2417413"/>
                  </a:lnTo>
                  <a:lnTo>
                    <a:pt x="1836501" y="2417967"/>
                  </a:lnTo>
                  <a:lnTo>
                    <a:pt x="1836688" y="2418598"/>
                  </a:lnTo>
                  <a:lnTo>
                    <a:pt x="1836875" y="2419086"/>
                  </a:lnTo>
                  <a:lnTo>
                    <a:pt x="1837062" y="2419398"/>
                  </a:lnTo>
                  <a:lnTo>
                    <a:pt x="1837249" y="2419565"/>
                  </a:lnTo>
                  <a:lnTo>
                    <a:pt x="1837436" y="2419720"/>
                  </a:lnTo>
                  <a:lnTo>
                    <a:pt x="1837623" y="2419349"/>
                  </a:lnTo>
                  <a:lnTo>
                    <a:pt x="1837810" y="2418799"/>
                  </a:lnTo>
                  <a:lnTo>
                    <a:pt x="1837997" y="2418316"/>
                  </a:lnTo>
                  <a:lnTo>
                    <a:pt x="1838184" y="2418004"/>
                  </a:lnTo>
                  <a:lnTo>
                    <a:pt x="1838371" y="2417793"/>
                  </a:lnTo>
                  <a:lnTo>
                    <a:pt x="1838558" y="2417253"/>
                  </a:lnTo>
                  <a:lnTo>
                    <a:pt x="1838744" y="2416484"/>
                  </a:lnTo>
                  <a:lnTo>
                    <a:pt x="1838931" y="2415741"/>
                  </a:lnTo>
                  <a:lnTo>
                    <a:pt x="1839118" y="2415014"/>
                  </a:lnTo>
                  <a:lnTo>
                    <a:pt x="1839305" y="2414620"/>
                  </a:lnTo>
                  <a:lnTo>
                    <a:pt x="1839492" y="2414087"/>
                  </a:lnTo>
                  <a:lnTo>
                    <a:pt x="1839679" y="2413835"/>
                  </a:lnTo>
                  <a:lnTo>
                    <a:pt x="1839866" y="2413284"/>
                  </a:lnTo>
                  <a:lnTo>
                    <a:pt x="1840053" y="2411659"/>
                  </a:lnTo>
                  <a:lnTo>
                    <a:pt x="1840240" y="2409537"/>
                  </a:lnTo>
                  <a:lnTo>
                    <a:pt x="1840427" y="2407817"/>
                  </a:lnTo>
                  <a:lnTo>
                    <a:pt x="1840614" y="2406946"/>
                  </a:lnTo>
                  <a:lnTo>
                    <a:pt x="1840801" y="2406246"/>
                  </a:lnTo>
                  <a:lnTo>
                    <a:pt x="1840988" y="2405230"/>
                  </a:lnTo>
                  <a:lnTo>
                    <a:pt x="1841174" y="2404728"/>
                  </a:lnTo>
                  <a:lnTo>
                    <a:pt x="1841361" y="2404362"/>
                  </a:lnTo>
                  <a:lnTo>
                    <a:pt x="1841548" y="2404666"/>
                  </a:lnTo>
                  <a:lnTo>
                    <a:pt x="1841735" y="2405312"/>
                  </a:lnTo>
                  <a:lnTo>
                    <a:pt x="1841922" y="2405885"/>
                  </a:lnTo>
                  <a:lnTo>
                    <a:pt x="1842109" y="2405870"/>
                  </a:lnTo>
                  <a:lnTo>
                    <a:pt x="1842296" y="2405501"/>
                  </a:lnTo>
                  <a:lnTo>
                    <a:pt x="1842483" y="2404874"/>
                  </a:lnTo>
                  <a:lnTo>
                    <a:pt x="1842670" y="2404178"/>
                  </a:lnTo>
                  <a:lnTo>
                    <a:pt x="1842857" y="2403829"/>
                  </a:lnTo>
                  <a:lnTo>
                    <a:pt x="1843044" y="2404084"/>
                  </a:lnTo>
                  <a:lnTo>
                    <a:pt x="1843231" y="2404077"/>
                  </a:lnTo>
                  <a:lnTo>
                    <a:pt x="1843418" y="2403202"/>
                  </a:lnTo>
                  <a:lnTo>
                    <a:pt x="1843604" y="2402386"/>
                  </a:lnTo>
                  <a:lnTo>
                    <a:pt x="1843791" y="2401731"/>
                  </a:lnTo>
                  <a:lnTo>
                    <a:pt x="1843978" y="2400284"/>
                  </a:lnTo>
                  <a:lnTo>
                    <a:pt x="1844165" y="2398296"/>
                  </a:lnTo>
                  <a:lnTo>
                    <a:pt x="1844352" y="2395630"/>
                  </a:lnTo>
                  <a:lnTo>
                    <a:pt x="1844539" y="2392967"/>
                  </a:lnTo>
                  <a:lnTo>
                    <a:pt x="1844726" y="2389800"/>
                  </a:lnTo>
                  <a:lnTo>
                    <a:pt x="1844913" y="2386628"/>
                  </a:lnTo>
                  <a:lnTo>
                    <a:pt x="1845100" y="2382937"/>
                  </a:lnTo>
                  <a:lnTo>
                    <a:pt x="1845287" y="2379290"/>
                  </a:lnTo>
                  <a:lnTo>
                    <a:pt x="1845474" y="2375674"/>
                  </a:lnTo>
                  <a:lnTo>
                    <a:pt x="1845661" y="2371114"/>
                  </a:lnTo>
                  <a:lnTo>
                    <a:pt x="1845847" y="2366391"/>
                  </a:lnTo>
                  <a:lnTo>
                    <a:pt x="1846034" y="2360959"/>
                  </a:lnTo>
                  <a:lnTo>
                    <a:pt x="1846221" y="2355534"/>
                  </a:lnTo>
                  <a:lnTo>
                    <a:pt x="1846408" y="2349886"/>
                  </a:lnTo>
                  <a:lnTo>
                    <a:pt x="1846595" y="2342608"/>
                  </a:lnTo>
                  <a:lnTo>
                    <a:pt x="1846782" y="2335999"/>
                  </a:lnTo>
                  <a:lnTo>
                    <a:pt x="1846969" y="2330065"/>
                  </a:lnTo>
                  <a:lnTo>
                    <a:pt x="1847156" y="2324388"/>
                  </a:lnTo>
                  <a:lnTo>
                    <a:pt x="1847343" y="2318676"/>
                  </a:lnTo>
                  <a:lnTo>
                    <a:pt x="1847530" y="2314063"/>
                  </a:lnTo>
                  <a:lnTo>
                    <a:pt x="1847717" y="2309862"/>
                  </a:lnTo>
                  <a:lnTo>
                    <a:pt x="1847904" y="2306310"/>
                  </a:lnTo>
                  <a:lnTo>
                    <a:pt x="1848091" y="2303062"/>
                  </a:lnTo>
                  <a:lnTo>
                    <a:pt x="1848277" y="2299932"/>
                  </a:lnTo>
                  <a:lnTo>
                    <a:pt x="1848464" y="2297551"/>
                  </a:lnTo>
                  <a:lnTo>
                    <a:pt x="1848651" y="2295618"/>
                  </a:lnTo>
                  <a:lnTo>
                    <a:pt x="1848838" y="2294296"/>
                  </a:lnTo>
                  <a:lnTo>
                    <a:pt x="1849025" y="2292622"/>
                  </a:lnTo>
                  <a:lnTo>
                    <a:pt x="1849212" y="2291168"/>
                  </a:lnTo>
                  <a:lnTo>
                    <a:pt x="1849399" y="2290065"/>
                  </a:lnTo>
                  <a:lnTo>
                    <a:pt x="1849586" y="2288860"/>
                  </a:lnTo>
                  <a:lnTo>
                    <a:pt x="1849773" y="2287547"/>
                  </a:lnTo>
                  <a:lnTo>
                    <a:pt x="1849960" y="2286390"/>
                  </a:lnTo>
                  <a:lnTo>
                    <a:pt x="1850147" y="2285291"/>
                  </a:lnTo>
                  <a:lnTo>
                    <a:pt x="1850334" y="2284110"/>
                  </a:lnTo>
                  <a:lnTo>
                    <a:pt x="1850521" y="2281976"/>
                  </a:lnTo>
                  <a:lnTo>
                    <a:pt x="1850707" y="2279282"/>
                  </a:lnTo>
                  <a:lnTo>
                    <a:pt x="1850894" y="2276168"/>
                  </a:lnTo>
                  <a:lnTo>
                    <a:pt x="1851081" y="2272972"/>
                  </a:lnTo>
                  <a:lnTo>
                    <a:pt x="1851268" y="2269644"/>
                  </a:lnTo>
                  <a:lnTo>
                    <a:pt x="1851455" y="2266275"/>
                  </a:lnTo>
                  <a:lnTo>
                    <a:pt x="1851642" y="2262770"/>
                  </a:lnTo>
                  <a:lnTo>
                    <a:pt x="1851829" y="2259046"/>
                  </a:lnTo>
                  <a:lnTo>
                    <a:pt x="1852016" y="2255859"/>
                  </a:lnTo>
                  <a:lnTo>
                    <a:pt x="1852203" y="2254353"/>
                  </a:lnTo>
                  <a:lnTo>
                    <a:pt x="1852390" y="2253456"/>
                  </a:lnTo>
                  <a:lnTo>
                    <a:pt x="1852577" y="2252219"/>
                  </a:lnTo>
                  <a:lnTo>
                    <a:pt x="1852764" y="2251030"/>
                  </a:lnTo>
                  <a:lnTo>
                    <a:pt x="1852950" y="2250159"/>
                  </a:lnTo>
                  <a:lnTo>
                    <a:pt x="1853137" y="2249243"/>
                  </a:lnTo>
                  <a:lnTo>
                    <a:pt x="1853324" y="2248088"/>
                  </a:lnTo>
                  <a:lnTo>
                    <a:pt x="1853511" y="2246918"/>
                  </a:lnTo>
                  <a:lnTo>
                    <a:pt x="1853698" y="2245583"/>
                  </a:lnTo>
                  <a:lnTo>
                    <a:pt x="1853885" y="2243932"/>
                  </a:lnTo>
                  <a:lnTo>
                    <a:pt x="1854072" y="2241908"/>
                  </a:lnTo>
                  <a:lnTo>
                    <a:pt x="1854259" y="2239689"/>
                  </a:lnTo>
                  <a:lnTo>
                    <a:pt x="1854446" y="2237426"/>
                  </a:lnTo>
                  <a:lnTo>
                    <a:pt x="1854633" y="2235209"/>
                  </a:lnTo>
                  <a:lnTo>
                    <a:pt x="1854820" y="2233096"/>
                  </a:lnTo>
                  <a:lnTo>
                    <a:pt x="1855007" y="2231048"/>
                  </a:lnTo>
                  <a:lnTo>
                    <a:pt x="1855194" y="2228846"/>
                  </a:lnTo>
                  <a:lnTo>
                    <a:pt x="1855380" y="2226412"/>
                  </a:lnTo>
                  <a:lnTo>
                    <a:pt x="1855567" y="2223794"/>
                  </a:lnTo>
                  <a:lnTo>
                    <a:pt x="1855754" y="2218750"/>
                  </a:lnTo>
                  <a:lnTo>
                    <a:pt x="1855941" y="2210559"/>
                  </a:lnTo>
                  <a:lnTo>
                    <a:pt x="1856128" y="2204228"/>
                  </a:lnTo>
                  <a:lnTo>
                    <a:pt x="1856315" y="2198444"/>
                  </a:lnTo>
                  <a:lnTo>
                    <a:pt x="1856502" y="2192789"/>
                  </a:lnTo>
                  <a:lnTo>
                    <a:pt x="1856689" y="2187370"/>
                  </a:lnTo>
                  <a:lnTo>
                    <a:pt x="1856876" y="2182598"/>
                  </a:lnTo>
                  <a:lnTo>
                    <a:pt x="1857063" y="2178252"/>
                  </a:lnTo>
                  <a:lnTo>
                    <a:pt x="1857250" y="2174009"/>
                  </a:lnTo>
                  <a:lnTo>
                    <a:pt x="1857437" y="2169190"/>
                  </a:lnTo>
                  <a:lnTo>
                    <a:pt x="1857623" y="2163921"/>
                  </a:lnTo>
                  <a:lnTo>
                    <a:pt x="1857810" y="2158330"/>
                  </a:lnTo>
                  <a:lnTo>
                    <a:pt x="1857997" y="2152515"/>
                  </a:lnTo>
                  <a:lnTo>
                    <a:pt x="1858184" y="2146880"/>
                  </a:lnTo>
                  <a:lnTo>
                    <a:pt x="1858371" y="2140667"/>
                  </a:lnTo>
                  <a:lnTo>
                    <a:pt x="1858558" y="2134519"/>
                  </a:lnTo>
                  <a:lnTo>
                    <a:pt x="1858745" y="2128650"/>
                  </a:lnTo>
                  <a:lnTo>
                    <a:pt x="1858932" y="2122541"/>
                  </a:lnTo>
                  <a:lnTo>
                    <a:pt x="1859119" y="2116664"/>
                  </a:lnTo>
                  <a:lnTo>
                    <a:pt x="1859306" y="2110774"/>
                  </a:lnTo>
                  <a:lnTo>
                    <a:pt x="1859493" y="2104997"/>
                  </a:lnTo>
                  <a:lnTo>
                    <a:pt x="1859680" y="2099788"/>
                  </a:lnTo>
                  <a:lnTo>
                    <a:pt x="1859867" y="2094391"/>
                  </a:lnTo>
                  <a:lnTo>
                    <a:pt x="1860053" y="2089703"/>
                  </a:lnTo>
                  <a:lnTo>
                    <a:pt x="1860240" y="2085390"/>
                  </a:lnTo>
                  <a:lnTo>
                    <a:pt x="1860427" y="2081306"/>
                  </a:lnTo>
                  <a:lnTo>
                    <a:pt x="1860614" y="2077351"/>
                  </a:lnTo>
                  <a:lnTo>
                    <a:pt x="1860801" y="2073912"/>
                  </a:lnTo>
                  <a:lnTo>
                    <a:pt x="1860988" y="2070564"/>
                  </a:lnTo>
                  <a:lnTo>
                    <a:pt x="1861175" y="2067590"/>
                  </a:lnTo>
                  <a:lnTo>
                    <a:pt x="1861362" y="2065298"/>
                  </a:lnTo>
                  <a:lnTo>
                    <a:pt x="1861549" y="2062800"/>
                  </a:lnTo>
                  <a:lnTo>
                    <a:pt x="1861736" y="2060075"/>
                  </a:lnTo>
                  <a:lnTo>
                    <a:pt x="1861923" y="2057650"/>
                  </a:lnTo>
                  <a:lnTo>
                    <a:pt x="1862110" y="2055971"/>
                  </a:lnTo>
                  <a:lnTo>
                    <a:pt x="1862297" y="2053902"/>
                  </a:lnTo>
                  <a:lnTo>
                    <a:pt x="1862483" y="2051600"/>
                  </a:lnTo>
                  <a:lnTo>
                    <a:pt x="1862670" y="2049706"/>
                  </a:lnTo>
                  <a:lnTo>
                    <a:pt x="1862857" y="2047412"/>
                  </a:lnTo>
                  <a:lnTo>
                    <a:pt x="1863044" y="2044886"/>
                  </a:lnTo>
                  <a:lnTo>
                    <a:pt x="1863231" y="2040959"/>
                  </a:lnTo>
                  <a:lnTo>
                    <a:pt x="1863418" y="2037245"/>
                  </a:lnTo>
                  <a:lnTo>
                    <a:pt x="1863605" y="2032657"/>
                  </a:lnTo>
                  <a:lnTo>
                    <a:pt x="1863792" y="2027786"/>
                  </a:lnTo>
                  <a:lnTo>
                    <a:pt x="1863979" y="2022868"/>
                  </a:lnTo>
                  <a:lnTo>
                    <a:pt x="1864166" y="2017022"/>
                  </a:lnTo>
                  <a:lnTo>
                    <a:pt x="1864353" y="2011541"/>
                  </a:lnTo>
                  <a:lnTo>
                    <a:pt x="1864540" y="2006400"/>
                  </a:lnTo>
                  <a:lnTo>
                    <a:pt x="1864726" y="2001492"/>
                  </a:lnTo>
                  <a:lnTo>
                    <a:pt x="1864913" y="1997185"/>
                  </a:lnTo>
                  <a:lnTo>
                    <a:pt x="1865100" y="1992567"/>
                  </a:lnTo>
                  <a:lnTo>
                    <a:pt x="1865287" y="1988824"/>
                  </a:lnTo>
                  <a:lnTo>
                    <a:pt x="1865474" y="1985078"/>
                  </a:lnTo>
                  <a:lnTo>
                    <a:pt x="1865661" y="1981850"/>
                  </a:lnTo>
                  <a:lnTo>
                    <a:pt x="1865848" y="1979094"/>
                  </a:lnTo>
                  <a:lnTo>
                    <a:pt x="1866035" y="1977125"/>
                  </a:lnTo>
                  <a:lnTo>
                    <a:pt x="1866222" y="1975444"/>
                  </a:lnTo>
                  <a:lnTo>
                    <a:pt x="1866409" y="1973658"/>
                  </a:lnTo>
                  <a:lnTo>
                    <a:pt x="1866596" y="1971731"/>
                  </a:lnTo>
                  <a:lnTo>
                    <a:pt x="1866783" y="1969806"/>
                  </a:lnTo>
                  <a:lnTo>
                    <a:pt x="1866970" y="1967837"/>
                  </a:lnTo>
                  <a:lnTo>
                    <a:pt x="1867156" y="1965715"/>
                  </a:lnTo>
                  <a:lnTo>
                    <a:pt x="1867343" y="1963616"/>
                  </a:lnTo>
                  <a:lnTo>
                    <a:pt x="1867530" y="1960989"/>
                  </a:lnTo>
                  <a:lnTo>
                    <a:pt x="1867717" y="1958538"/>
                  </a:lnTo>
                  <a:lnTo>
                    <a:pt x="1867904" y="1955814"/>
                  </a:lnTo>
                  <a:lnTo>
                    <a:pt x="1868091" y="1953425"/>
                  </a:lnTo>
                  <a:lnTo>
                    <a:pt x="1868278" y="1950138"/>
                  </a:lnTo>
                  <a:lnTo>
                    <a:pt x="1868465" y="1946492"/>
                  </a:lnTo>
                  <a:lnTo>
                    <a:pt x="1868652" y="1941391"/>
                  </a:lnTo>
                  <a:lnTo>
                    <a:pt x="1868839" y="1935622"/>
                  </a:lnTo>
                  <a:lnTo>
                    <a:pt x="1869026" y="1928882"/>
                  </a:lnTo>
                  <a:lnTo>
                    <a:pt x="1869213" y="1922036"/>
                  </a:lnTo>
                  <a:lnTo>
                    <a:pt x="1869400" y="1915035"/>
                  </a:lnTo>
                  <a:lnTo>
                    <a:pt x="1869586" y="1907720"/>
                  </a:lnTo>
                  <a:lnTo>
                    <a:pt x="1869773" y="1900145"/>
                  </a:lnTo>
                  <a:lnTo>
                    <a:pt x="1869960" y="1892703"/>
                  </a:lnTo>
                  <a:lnTo>
                    <a:pt x="1870147" y="1885375"/>
                  </a:lnTo>
                  <a:lnTo>
                    <a:pt x="1870334" y="1878214"/>
                  </a:lnTo>
                  <a:lnTo>
                    <a:pt x="1870521" y="1870924"/>
                  </a:lnTo>
                  <a:lnTo>
                    <a:pt x="1870708" y="1863287"/>
                  </a:lnTo>
                  <a:lnTo>
                    <a:pt x="1870895" y="1856200"/>
                  </a:lnTo>
                  <a:lnTo>
                    <a:pt x="1871082" y="1849119"/>
                  </a:lnTo>
                  <a:lnTo>
                    <a:pt x="1871269" y="1842064"/>
                  </a:lnTo>
                  <a:lnTo>
                    <a:pt x="1871456" y="1833829"/>
                  </a:lnTo>
                  <a:lnTo>
                    <a:pt x="1871643" y="1825107"/>
                  </a:lnTo>
                  <a:lnTo>
                    <a:pt x="1871829" y="1815439"/>
                  </a:lnTo>
                  <a:lnTo>
                    <a:pt x="1872016" y="1805247"/>
                  </a:lnTo>
                  <a:lnTo>
                    <a:pt x="1872203" y="1794556"/>
                  </a:lnTo>
                  <a:lnTo>
                    <a:pt x="1872390" y="1784567"/>
                  </a:lnTo>
                  <a:lnTo>
                    <a:pt x="1872577" y="1774437"/>
                  </a:lnTo>
                  <a:lnTo>
                    <a:pt x="1872764" y="1764365"/>
                  </a:lnTo>
                  <a:lnTo>
                    <a:pt x="1872951" y="1754157"/>
                  </a:lnTo>
                  <a:lnTo>
                    <a:pt x="1873138" y="1742538"/>
                  </a:lnTo>
                  <a:lnTo>
                    <a:pt x="1873325" y="1729173"/>
                  </a:lnTo>
                  <a:lnTo>
                    <a:pt x="1873512" y="1715666"/>
                  </a:lnTo>
                  <a:lnTo>
                    <a:pt x="1873699" y="1699617"/>
                  </a:lnTo>
                  <a:lnTo>
                    <a:pt x="1873886" y="1684157"/>
                  </a:lnTo>
                  <a:lnTo>
                    <a:pt x="1874073" y="1669348"/>
                  </a:lnTo>
                  <a:lnTo>
                    <a:pt x="1874259" y="1654726"/>
                  </a:lnTo>
                  <a:lnTo>
                    <a:pt x="1874446" y="1641398"/>
                  </a:lnTo>
                  <a:lnTo>
                    <a:pt x="1874633" y="1630064"/>
                  </a:lnTo>
                  <a:lnTo>
                    <a:pt x="1874820" y="1619571"/>
                  </a:lnTo>
                  <a:lnTo>
                    <a:pt x="1875007" y="1610791"/>
                  </a:lnTo>
                  <a:lnTo>
                    <a:pt x="1875194" y="1601729"/>
                  </a:lnTo>
                  <a:lnTo>
                    <a:pt x="1875381" y="1592658"/>
                  </a:lnTo>
                  <a:lnTo>
                    <a:pt x="1875568" y="1584789"/>
                  </a:lnTo>
                  <a:lnTo>
                    <a:pt x="1875755" y="1577110"/>
                  </a:lnTo>
                  <a:lnTo>
                    <a:pt x="1875942" y="1570708"/>
                  </a:lnTo>
                  <a:lnTo>
                    <a:pt x="1876129" y="1564618"/>
                  </a:lnTo>
                  <a:lnTo>
                    <a:pt x="1876316" y="1560062"/>
                  </a:lnTo>
                  <a:lnTo>
                    <a:pt x="1876502" y="1556001"/>
                  </a:lnTo>
                  <a:lnTo>
                    <a:pt x="1876689" y="1552634"/>
                  </a:lnTo>
                  <a:lnTo>
                    <a:pt x="1876876" y="1549633"/>
                  </a:lnTo>
                  <a:lnTo>
                    <a:pt x="1877063" y="1546887"/>
                  </a:lnTo>
                  <a:lnTo>
                    <a:pt x="1877250" y="1544076"/>
                  </a:lnTo>
                  <a:lnTo>
                    <a:pt x="1877437" y="1542198"/>
                  </a:lnTo>
                  <a:lnTo>
                    <a:pt x="1877624" y="1539916"/>
                  </a:lnTo>
                  <a:lnTo>
                    <a:pt x="1877811" y="1536595"/>
                  </a:lnTo>
                  <a:lnTo>
                    <a:pt x="1877998" y="1532068"/>
                  </a:lnTo>
                  <a:lnTo>
                    <a:pt x="1878185" y="1527416"/>
                  </a:lnTo>
                  <a:lnTo>
                    <a:pt x="1878372" y="1522342"/>
                  </a:lnTo>
                  <a:lnTo>
                    <a:pt x="1878559" y="1516976"/>
                  </a:lnTo>
                  <a:lnTo>
                    <a:pt x="1878746" y="1511412"/>
                  </a:lnTo>
                  <a:lnTo>
                    <a:pt x="1878932" y="1504490"/>
                  </a:lnTo>
                  <a:lnTo>
                    <a:pt x="1879119" y="1496244"/>
                  </a:lnTo>
                  <a:lnTo>
                    <a:pt x="1879306" y="1487701"/>
                  </a:lnTo>
                  <a:lnTo>
                    <a:pt x="1879493" y="1478983"/>
                  </a:lnTo>
                  <a:lnTo>
                    <a:pt x="1879680" y="1469813"/>
                  </a:lnTo>
                  <a:lnTo>
                    <a:pt x="1879867" y="1461599"/>
                  </a:lnTo>
                  <a:lnTo>
                    <a:pt x="1880054" y="1453241"/>
                  </a:lnTo>
                  <a:lnTo>
                    <a:pt x="1880241" y="1444313"/>
                  </a:lnTo>
                  <a:lnTo>
                    <a:pt x="1880428" y="1435932"/>
                  </a:lnTo>
                  <a:lnTo>
                    <a:pt x="1880615" y="1428694"/>
                  </a:lnTo>
                  <a:lnTo>
                    <a:pt x="1880802" y="1422953"/>
                  </a:lnTo>
                  <a:lnTo>
                    <a:pt x="1880989" y="1416941"/>
                  </a:lnTo>
                  <a:lnTo>
                    <a:pt x="1881176" y="1411376"/>
                  </a:lnTo>
                  <a:lnTo>
                    <a:pt x="1881362" y="1406692"/>
                  </a:lnTo>
                  <a:lnTo>
                    <a:pt x="1881549" y="1401297"/>
                  </a:lnTo>
                  <a:lnTo>
                    <a:pt x="1881736" y="1396804"/>
                  </a:lnTo>
                  <a:lnTo>
                    <a:pt x="1881923" y="1393637"/>
                  </a:lnTo>
                  <a:lnTo>
                    <a:pt x="1882110" y="1390918"/>
                  </a:lnTo>
                  <a:lnTo>
                    <a:pt x="1882297" y="1387613"/>
                  </a:lnTo>
                  <a:lnTo>
                    <a:pt x="1882484" y="1385139"/>
                  </a:lnTo>
                  <a:lnTo>
                    <a:pt x="1882671" y="1382853"/>
                  </a:lnTo>
                  <a:lnTo>
                    <a:pt x="1882858" y="1381686"/>
                  </a:lnTo>
                  <a:lnTo>
                    <a:pt x="1883045" y="1380364"/>
                  </a:lnTo>
                  <a:lnTo>
                    <a:pt x="1883232" y="1378334"/>
                  </a:lnTo>
                  <a:lnTo>
                    <a:pt x="1883419" y="1376406"/>
                  </a:lnTo>
                  <a:lnTo>
                    <a:pt x="1883605" y="1374178"/>
                  </a:lnTo>
                  <a:lnTo>
                    <a:pt x="1883792" y="1371771"/>
                  </a:lnTo>
                  <a:lnTo>
                    <a:pt x="1883979" y="1370395"/>
                  </a:lnTo>
                  <a:lnTo>
                    <a:pt x="1884166" y="1367995"/>
                  </a:lnTo>
                  <a:lnTo>
                    <a:pt x="1884353" y="1364500"/>
                  </a:lnTo>
                  <a:lnTo>
                    <a:pt x="1884540" y="1360212"/>
                  </a:lnTo>
                  <a:lnTo>
                    <a:pt x="1884727" y="1355852"/>
                  </a:lnTo>
                  <a:lnTo>
                    <a:pt x="1884914" y="1350034"/>
                  </a:lnTo>
                  <a:lnTo>
                    <a:pt x="1885101" y="1343827"/>
                  </a:lnTo>
                  <a:lnTo>
                    <a:pt x="1885288" y="1337166"/>
                  </a:lnTo>
                  <a:lnTo>
                    <a:pt x="1885475" y="1330676"/>
                  </a:lnTo>
                  <a:lnTo>
                    <a:pt x="1885662" y="1323610"/>
                  </a:lnTo>
                  <a:lnTo>
                    <a:pt x="1885849" y="1316364"/>
                  </a:lnTo>
                  <a:lnTo>
                    <a:pt x="1886035" y="1311305"/>
                  </a:lnTo>
                  <a:lnTo>
                    <a:pt x="1886222" y="1306123"/>
                  </a:lnTo>
                  <a:lnTo>
                    <a:pt x="1886409" y="1301168"/>
                  </a:lnTo>
                  <a:lnTo>
                    <a:pt x="1886596" y="1296121"/>
                  </a:lnTo>
                  <a:lnTo>
                    <a:pt x="1886783" y="1291554"/>
                  </a:lnTo>
                  <a:lnTo>
                    <a:pt x="1886970" y="1287301"/>
                  </a:lnTo>
                  <a:lnTo>
                    <a:pt x="1887157" y="1283437"/>
                  </a:lnTo>
                  <a:lnTo>
                    <a:pt x="1887344" y="1279237"/>
                  </a:lnTo>
                  <a:lnTo>
                    <a:pt x="1887531" y="1274305"/>
                  </a:lnTo>
                  <a:lnTo>
                    <a:pt x="1887718" y="1269683"/>
                  </a:lnTo>
                  <a:lnTo>
                    <a:pt x="1887905" y="1266325"/>
                  </a:lnTo>
                  <a:lnTo>
                    <a:pt x="1888092" y="1263157"/>
                  </a:lnTo>
                  <a:lnTo>
                    <a:pt x="1888278" y="1260759"/>
                  </a:lnTo>
                  <a:lnTo>
                    <a:pt x="1888465" y="1259174"/>
                  </a:lnTo>
                  <a:lnTo>
                    <a:pt x="1888652" y="1258657"/>
                  </a:lnTo>
                  <a:lnTo>
                    <a:pt x="1888839" y="1258570"/>
                  </a:lnTo>
                  <a:lnTo>
                    <a:pt x="1889026" y="1258931"/>
                  </a:lnTo>
                  <a:lnTo>
                    <a:pt x="1889213" y="1259756"/>
                  </a:lnTo>
                  <a:lnTo>
                    <a:pt x="1889400" y="1260133"/>
                  </a:lnTo>
                  <a:lnTo>
                    <a:pt x="1889587" y="1258963"/>
                  </a:lnTo>
                  <a:lnTo>
                    <a:pt x="1889774" y="1256828"/>
                  </a:lnTo>
                  <a:lnTo>
                    <a:pt x="1889961" y="1255129"/>
                  </a:lnTo>
                  <a:lnTo>
                    <a:pt x="1890148" y="1253650"/>
                  </a:lnTo>
                  <a:lnTo>
                    <a:pt x="1890335" y="1252238"/>
                  </a:lnTo>
                  <a:lnTo>
                    <a:pt x="1890522" y="1250905"/>
                  </a:lnTo>
                  <a:lnTo>
                    <a:pt x="1890708" y="1249687"/>
                  </a:lnTo>
                  <a:lnTo>
                    <a:pt x="1890895" y="1248468"/>
                  </a:lnTo>
                  <a:lnTo>
                    <a:pt x="1891082" y="1247247"/>
                  </a:lnTo>
                  <a:lnTo>
                    <a:pt x="1891269" y="1246312"/>
                  </a:lnTo>
                  <a:lnTo>
                    <a:pt x="1891456" y="1245723"/>
                  </a:lnTo>
                  <a:lnTo>
                    <a:pt x="1891643" y="1245463"/>
                  </a:lnTo>
                  <a:lnTo>
                    <a:pt x="1891830" y="1245093"/>
                  </a:lnTo>
                  <a:lnTo>
                    <a:pt x="1892017" y="1244634"/>
                  </a:lnTo>
                  <a:lnTo>
                    <a:pt x="1892204" y="1244187"/>
                  </a:lnTo>
                  <a:lnTo>
                    <a:pt x="1892391" y="1243211"/>
                  </a:lnTo>
                  <a:lnTo>
                    <a:pt x="1892578" y="1242552"/>
                  </a:lnTo>
                  <a:lnTo>
                    <a:pt x="1892765" y="1242099"/>
                  </a:lnTo>
                  <a:lnTo>
                    <a:pt x="1892952" y="1241565"/>
                  </a:lnTo>
                  <a:lnTo>
                    <a:pt x="1893138" y="1243357"/>
                  </a:lnTo>
                  <a:lnTo>
                    <a:pt x="1893325" y="1248357"/>
                  </a:lnTo>
                  <a:lnTo>
                    <a:pt x="1893512" y="1251371"/>
                  </a:lnTo>
                  <a:lnTo>
                    <a:pt x="1893699" y="1254248"/>
                  </a:lnTo>
                  <a:lnTo>
                    <a:pt x="1893886" y="1257140"/>
                  </a:lnTo>
                  <a:lnTo>
                    <a:pt x="1894073" y="1259682"/>
                  </a:lnTo>
                  <a:lnTo>
                    <a:pt x="1894260" y="1261424"/>
                  </a:lnTo>
                  <a:lnTo>
                    <a:pt x="1894447" y="1262821"/>
                  </a:lnTo>
                  <a:lnTo>
                    <a:pt x="1894634" y="1264287"/>
                  </a:lnTo>
                  <a:lnTo>
                    <a:pt x="1894821" y="1266086"/>
                  </a:lnTo>
                  <a:lnTo>
                    <a:pt x="1895008" y="1268110"/>
                  </a:lnTo>
                  <a:lnTo>
                    <a:pt x="1895195" y="1270502"/>
                  </a:lnTo>
                  <a:lnTo>
                    <a:pt x="1895381" y="1273464"/>
                  </a:lnTo>
                  <a:lnTo>
                    <a:pt x="1895568" y="1276209"/>
                  </a:lnTo>
                  <a:lnTo>
                    <a:pt x="1895755" y="1279342"/>
                  </a:lnTo>
                  <a:lnTo>
                    <a:pt x="1895942" y="1282614"/>
                  </a:lnTo>
                  <a:lnTo>
                    <a:pt x="1896129" y="1285704"/>
                  </a:lnTo>
                  <a:lnTo>
                    <a:pt x="1896316" y="1289266"/>
                  </a:lnTo>
                  <a:lnTo>
                    <a:pt x="1896503" y="1292383"/>
                  </a:lnTo>
                  <a:lnTo>
                    <a:pt x="1896690" y="1295680"/>
                  </a:lnTo>
                  <a:lnTo>
                    <a:pt x="1896877" y="1298800"/>
                  </a:lnTo>
                  <a:lnTo>
                    <a:pt x="1897064" y="1301249"/>
                  </a:lnTo>
                  <a:lnTo>
                    <a:pt x="1897251" y="1303823"/>
                  </a:lnTo>
                  <a:lnTo>
                    <a:pt x="1897438" y="1304796"/>
                  </a:lnTo>
                  <a:lnTo>
                    <a:pt x="1897625" y="1304976"/>
                  </a:lnTo>
                  <a:lnTo>
                    <a:pt x="1897811" y="1303852"/>
                  </a:lnTo>
                  <a:lnTo>
                    <a:pt x="1897998" y="1302223"/>
                  </a:lnTo>
                  <a:lnTo>
                    <a:pt x="1898185" y="1299804"/>
                  </a:lnTo>
                  <a:lnTo>
                    <a:pt x="1898372" y="1296346"/>
                  </a:lnTo>
                  <a:lnTo>
                    <a:pt x="1898559" y="1291970"/>
                  </a:lnTo>
                  <a:lnTo>
                    <a:pt x="1898746" y="1287135"/>
                  </a:lnTo>
                  <a:lnTo>
                    <a:pt x="1898933" y="1281721"/>
                  </a:lnTo>
                  <a:lnTo>
                    <a:pt x="1899120" y="1277231"/>
                  </a:lnTo>
                  <a:lnTo>
                    <a:pt x="1899307" y="1272169"/>
                  </a:lnTo>
                  <a:lnTo>
                    <a:pt x="1899494" y="1265744"/>
                  </a:lnTo>
                  <a:lnTo>
                    <a:pt x="1899681" y="1258306"/>
                  </a:lnTo>
                  <a:lnTo>
                    <a:pt x="1899868" y="1251433"/>
                  </a:lnTo>
                  <a:lnTo>
                    <a:pt x="1900055" y="1243785"/>
                  </a:lnTo>
                  <a:lnTo>
                    <a:pt x="1900241" y="1236434"/>
                  </a:lnTo>
                  <a:lnTo>
                    <a:pt x="1900428" y="1229802"/>
                  </a:lnTo>
                  <a:lnTo>
                    <a:pt x="1900615" y="1222736"/>
                  </a:lnTo>
                  <a:lnTo>
                    <a:pt x="1900802" y="1215383"/>
                  </a:lnTo>
                  <a:lnTo>
                    <a:pt x="1900989" y="1207734"/>
                  </a:lnTo>
                  <a:lnTo>
                    <a:pt x="1901176" y="1200875"/>
                  </a:lnTo>
                  <a:lnTo>
                    <a:pt x="1901363" y="1193824"/>
                  </a:lnTo>
                  <a:lnTo>
                    <a:pt x="1901550" y="1187502"/>
                  </a:lnTo>
                  <a:lnTo>
                    <a:pt x="1901737" y="1183028"/>
                  </a:lnTo>
                  <a:lnTo>
                    <a:pt x="1901924" y="1180040"/>
                  </a:lnTo>
                  <a:lnTo>
                    <a:pt x="1902111" y="1177175"/>
                  </a:lnTo>
                  <a:lnTo>
                    <a:pt x="1902298" y="1173531"/>
                  </a:lnTo>
                  <a:lnTo>
                    <a:pt x="1902484" y="1170938"/>
                  </a:lnTo>
                  <a:lnTo>
                    <a:pt x="1902671" y="1167406"/>
                  </a:lnTo>
                  <a:lnTo>
                    <a:pt x="1902858" y="1164612"/>
                  </a:lnTo>
                  <a:lnTo>
                    <a:pt x="1903045" y="1161276"/>
                  </a:lnTo>
                  <a:lnTo>
                    <a:pt x="1903232" y="1158240"/>
                  </a:lnTo>
                  <a:lnTo>
                    <a:pt x="1903419" y="1154847"/>
                  </a:lnTo>
                  <a:lnTo>
                    <a:pt x="1903606" y="1151337"/>
                  </a:lnTo>
                  <a:lnTo>
                    <a:pt x="1903793" y="1148542"/>
                  </a:lnTo>
                  <a:lnTo>
                    <a:pt x="1903980" y="1146178"/>
                  </a:lnTo>
                  <a:lnTo>
                    <a:pt x="1904167" y="1144386"/>
                  </a:lnTo>
                  <a:lnTo>
                    <a:pt x="1904354" y="1143121"/>
                  </a:lnTo>
                  <a:lnTo>
                    <a:pt x="1904541" y="1142185"/>
                  </a:lnTo>
                  <a:lnTo>
                    <a:pt x="1904728" y="1141183"/>
                  </a:lnTo>
                  <a:lnTo>
                    <a:pt x="1904914" y="1140127"/>
                  </a:lnTo>
                  <a:lnTo>
                    <a:pt x="1905101" y="1138959"/>
                  </a:lnTo>
                  <a:lnTo>
                    <a:pt x="1905288" y="1137096"/>
                  </a:lnTo>
                  <a:lnTo>
                    <a:pt x="1905475" y="1134985"/>
                  </a:lnTo>
                  <a:lnTo>
                    <a:pt x="1905662" y="1133656"/>
                  </a:lnTo>
                  <a:lnTo>
                    <a:pt x="1905849" y="1132521"/>
                  </a:lnTo>
                  <a:lnTo>
                    <a:pt x="1906036" y="1132453"/>
                  </a:lnTo>
                  <a:lnTo>
                    <a:pt x="1906223" y="1132767"/>
                  </a:lnTo>
                  <a:lnTo>
                    <a:pt x="1906410" y="1134582"/>
                  </a:lnTo>
                  <a:lnTo>
                    <a:pt x="1906597" y="1136510"/>
                  </a:lnTo>
                  <a:lnTo>
                    <a:pt x="1906784" y="1138320"/>
                  </a:lnTo>
                  <a:lnTo>
                    <a:pt x="1906971" y="1140836"/>
                  </a:lnTo>
                  <a:lnTo>
                    <a:pt x="1907157" y="1143414"/>
                  </a:lnTo>
                  <a:lnTo>
                    <a:pt x="1907344" y="1144802"/>
                  </a:lnTo>
                  <a:lnTo>
                    <a:pt x="1907531" y="1145506"/>
                  </a:lnTo>
                  <a:lnTo>
                    <a:pt x="1907718" y="1146038"/>
                  </a:lnTo>
                  <a:lnTo>
                    <a:pt x="1907905" y="1147325"/>
                  </a:lnTo>
                  <a:lnTo>
                    <a:pt x="1908092" y="1149284"/>
                  </a:lnTo>
                  <a:lnTo>
                    <a:pt x="1908279" y="1151315"/>
                  </a:lnTo>
                  <a:lnTo>
                    <a:pt x="1908466" y="1153465"/>
                  </a:lnTo>
                  <a:lnTo>
                    <a:pt x="1908653" y="1155783"/>
                  </a:lnTo>
                  <a:lnTo>
                    <a:pt x="1908840" y="1158894"/>
                  </a:lnTo>
                  <a:lnTo>
                    <a:pt x="1909027" y="1161764"/>
                  </a:lnTo>
                  <a:lnTo>
                    <a:pt x="1909214" y="1165006"/>
                  </a:lnTo>
                  <a:lnTo>
                    <a:pt x="1909401" y="1168378"/>
                  </a:lnTo>
                  <a:lnTo>
                    <a:pt x="1909587" y="1171263"/>
                  </a:lnTo>
                  <a:lnTo>
                    <a:pt x="1909774" y="1173028"/>
                  </a:lnTo>
                  <a:lnTo>
                    <a:pt x="1909961" y="1174905"/>
                  </a:lnTo>
                  <a:lnTo>
                    <a:pt x="1910148" y="1176557"/>
                  </a:lnTo>
                  <a:lnTo>
                    <a:pt x="1910335" y="1179056"/>
                  </a:lnTo>
                  <a:lnTo>
                    <a:pt x="1910522" y="1183418"/>
                  </a:lnTo>
                  <a:lnTo>
                    <a:pt x="1910709" y="1187943"/>
                  </a:lnTo>
                  <a:lnTo>
                    <a:pt x="1910896" y="1192909"/>
                  </a:lnTo>
                  <a:lnTo>
                    <a:pt x="1911083" y="1199524"/>
                  </a:lnTo>
                  <a:lnTo>
                    <a:pt x="1911270" y="1205206"/>
                  </a:lnTo>
                  <a:lnTo>
                    <a:pt x="1911457" y="1210606"/>
                  </a:lnTo>
                  <a:lnTo>
                    <a:pt x="1911644" y="1215426"/>
                  </a:lnTo>
                  <a:lnTo>
                    <a:pt x="1911831" y="1220331"/>
                  </a:lnTo>
                  <a:lnTo>
                    <a:pt x="1912017" y="1223424"/>
                  </a:lnTo>
                  <a:lnTo>
                    <a:pt x="1912204" y="1226745"/>
                  </a:lnTo>
                  <a:lnTo>
                    <a:pt x="1912391" y="1229417"/>
                  </a:lnTo>
                  <a:lnTo>
                    <a:pt x="1912578" y="1232490"/>
                  </a:lnTo>
                  <a:lnTo>
                    <a:pt x="1912765" y="1235471"/>
                  </a:lnTo>
                  <a:lnTo>
                    <a:pt x="1912952" y="1236757"/>
                  </a:lnTo>
                  <a:lnTo>
                    <a:pt x="1913139" y="1238069"/>
                  </a:lnTo>
                  <a:lnTo>
                    <a:pt x="1913326" y="1238318"/>
                  </a:lnTo>
                  <a:lnTo>
                    <a:pt x="1913513" y="1238816"/>
                  </a:lnTo>
                  <a:lnTo>
                    <a:pt x="1913700" y="1238441"/>
                  </a:lnTo>
                  <a:lnTo>
                    <a:pt x="1913887" y="1237523"/>
                  </a:lnTo>
                  <a:lnTo>
                    <a:pt x="1914074" y="1235903"/>
                  </a:lnTo>
                  <a:lnTo>
                    <a:pt x="1914260" y="1234087"/>
                  </a:lnTo>
                  <a:lnTo>
                    <a:pt x="1914447" y="1232215"/>
                  </a:lnTo>
                  <a:lnTo>
                    <a:pt x="1914634" y="1231004"/>
                  </a:lnTo>
                  <a:lnTo>
                    <a:pt x="1914821" y="1230183"/>
                  </a:lnTo>
                  <a:lnTo>
                    <a:pt x="1915008" y="1230824"/>
                  </a:lnTo>
                  <a:lnTo>
                    <a:pt x="1915195" y="1231762"/>
                  </a:lnTo>
                  <a:lnTo>
                    <a:pt x="1915382" y="1233419"/>
                  </a:lnTo>
                  <a:lnTo>
                    <a:pt x="1915569" y="1235129"/>
                  </a:lnTo>
                  <a:lnTo>
                    <a:pt x="1915756" y="1237045"/>
                  </a:lnTo>
                  <a:lnTo>
                    <a:pt x="1915943" y="1239493"/>
                  </a:lnTo>
                  <a:lnTo>
                    <a:pt x="1916130" y="1241936"/>
                  </a:lnTo>
                  <a:lnTo>
                    <a:pt x="1916317" y="1244519"/>
                  </a:lnTo>
                  <a:lnTo>
                    <a:pt x="1916504" y="1248562"/>
                  </a:lnTo>
                  <a:lnTo>
                    <a:pt x="1916690" y="1252804"/>
                  </a:lnTo>
                  <a:lnTo>
                    <a:pt x="1916877" y="1258367"/>
                  </a:lnTo>
                  <a:lnTo>
                    <a:pt x="1917064" y="1264707"/>
                  </a:lnTo>
                  <a:lnTo>
                    <a:pt x="1917251" y="1269300"/>
                  </a:lnTo>
                  <a:lnTo>
                    <a:pt x="1917438" y="1273211"/>
                  </a:lnTo>
                  <a:lnTo>
                    <a:pt x="1917625" y="1276536"/>
                  </a:lnTo>
                  <a:lnTo>
                    <a:pt x="1917812" y="1278953"/>
                  </a:lnTo>
                  <a:lnTo>
                    <a:pt x="1917999" y="1279927"/>
                  </a:lnTo>
                  <a:lnTo>
                    <a:pt x="1918186" y="1279677"/>
                  </a:lnTo>
                  <a:lnTo>
                    <a:pt x="1918373" y="1278334"/>
                  </a:lnTo>
                  <a:lnTo>
                    <a:pt x="1918560" y="1276259"/>
                  </a:lnTo>
                  <a:lnTo>
                    <a:pt x="1918747" y="1273269"/>
                  </a:lnTo>
                  <a:lnTo>
                    <a:pt x="1918934" y="1270818"/>
                  </a:lnTo>
                  <a:lnTo>
                    <a:pt x="1919120" y="1266850"/>
                  </a:lnTo>
                  <a:lnTo>
                    <a:pt x="1919307" y="1260419"/>
                  </a:lnTo>
                  <a:lnTo>
                    <a:pt x="1919494" y="1254537"/>
                  </a:lnTo>
                  <a:lnTo>
                    <a:pt x="1919681" y="1247806"/>
                  </a:lnTo>
                  <a:lnTo>
                    <a:pt x="1919868" y="1239685"/>
                  </a:lnTo>
                  <a:lnTo>
                    <a:pt x="1920055" y="1231291"/>
                  </a:lnTo>
                  <a:lnTo>
                    <a:pt x="1920242" y="1221435"/>
                  </a:lnTo>
                  <a:lnTo>
                    <a:pt x="1920429" y="1214285"/>
                  </a:lnTo>
                  <a:lnTo>
                    <a:pt x="1920616" y="1207927"/>
                  </a:lnTo>
                  <a:lnTo>
                    <a:pt x="1920803" y="1201358"/>
                  </a:lnTo>
                  <a:lnTo>
                    <a:pt x="1920990" y="1194456"/>
                  </a:lnTo>
                  <a:lnTo>
                    <a:pt x="1921177" y="1188235"/>
                  </a:lnTo>
                  <a:lnTo>
                    <a:pt x="1921363" y="1182582"/>
                  </a:lnTo>
                  <a:lnTo>
                    <a:pt x="1921550" y="1179050"/>
                  </a:lnTo>
                  <a:lnTo>
                    <a:pt x="1921737" y="1176187"/>
                  </a:lnTo>
                  <a:lnTo>
                    <a:pt x="1921924" y="1174703"/>
                  </a:lnTo>
                  <a:lnTo>
                    <a:pt x="1922111" y="1174031"/>
                  </a:lnTo>
                  <a:lnTo>
                    <a:pt x="1922298" y="1174535"/>
                  </a:lnTo>
                  <a:lnTo>
                    <a:pt x="1922485" y="1175988"/>
                  </a:lnTo>
                  <a:lnTo>
                    <a:pt x="1922672" y="1178036"/>
                  </a:lnTo>
                  <a:lnTo>
                    <a:pt x="1922859" y="1178768"/>
                  </a:lnTo>
                  <a:lnTo>
                    <a:pt x="1923046" y="1180504"/>
                  </a:lnTo>
                  <a:lnTo>
                    <a:pt x="1923233" y="1182678"/>
                  </a:lnTo>
                  <a:lnTo>
                    <a:pt x="1923420" y="1182508"/>
                  </a:lnTo>
                  <a:lnTo>
                    <a:pt x="1923607" y="1182031"/>
                  </a:lnTo>
                  <a:lnTo>
                    <a:pt x="1923793" y="1181885"/>
                  </a:lnTo>
                  <a:lnTo>
                    <a:pt x="1923980" y="1181847"/>
                  </a:lnTo>
                  <a:lnTo>
                    <a:pt x="1924167" y="1181550"/>
                  </a:lnTo>
                  <a:lnTo>
                    <a:pt x="1924354" y="1180565"/>
                  </a:lnTo>
                  <a:lnTo>
                    <a:pt x="1924541" y="1179843"/>
                  </a:lnTo>
                  <a:lnTo>
                    <a:pt x="1924728" y="1179193"/>
                  </a:lnTo>
                  <a:lnTo>
                    <a:pt x="1924915" y="1178945"/>
                  </a:lnTo>
                  <a:lnTo>
                    <a:pt x="1925102" y="1178537"/>
                  </a:lnTo>
                  <a:lnTo>
                    <a:pt x="1925289" y="1178062"/>
                  </a:lnTo>
                  <a:lnTo>
                    <a:pt x="1925476" y="1178309"/>
                  </a:lnTo>
                  <a:lnTo>
                    <a:pt x="1925663" y="1178346"/>
                  </a:lnTo>
                  <a:lnTo>
                    <a:pt x="1925850" y="1178177"/>
                  </a:lnTo>
                  <a:lnTo>
                    <a:pt x="1926036" y="1176651"/>
                  </a:lnTo>
                  <a:lnTo>
                    <a:pt x="1926223" y="1174797"/>
                  </a:lnTo>
                  <a:lnTo>
                    <a:pt x="1926410" y="1172997"/>
                  </a:lnTo>
                  <a:lnTo>
                    <a:pt x="1926597" y="1171034"/>
                  </a:lnTo>
                  <a:lnTo>
                    <a:pt x="1926784" y="1168637"/>
                  </a:lnTo>
                  <a:lnTo>
                    <a:pt x="1926971" y="1165956"/>
                  </a:lnTo>
                  <a:lnTo>
                    <a:pt x="1927158" y="1162667"/>
                  </a:lnTo>
                  <a:lnTo>
                    <a:pt x="1927345" y="1158892"/>
                  </a:lnTo>
                  <a:lnTo>
                    <a:pt x="1927532" y="1154966"/>
                  </a:lnTo>
                  <a:lnTo>
                    <a:pt x="1927719" y="1150943"/>
                  </a:lnTo>
                  <a:lnTo>
                    <a:pt x="1927906" y="1146530"/>
                  </a:lnTo>
                  <a:lnTo>
                    <a:pt x="1928093" y="1141378"/>
                  </a:lnTo>
                  <a:lnTo>
                    <a:pt x="1928280" y="1136059"/>
                  </a:lnTo>
                  <a:lnTo>
                    <a:pt x="1928466" y="1132018"/>
                  </a:lnTo>
                  <a:lnTo>
                    <a:pt x="1928653" y="1128590"/>
                  </a:lnTo>
                  <a:lnTo>
                    <a:pt x="1928840" y="1125296"/>
                  </a:lnTo>
                  <a:lnTo>
                    <a:pt x="1929027" y="1122066"/>
                  </a:lnTo>
                  <a:lnTo>
                    <a:pt x="1929214" y="1118968"/>
                  </a:lnTo>
                  <a:lnTo>
                    <a:pt x="1929401" y="1115480"/>
                  </a:lnTo>
                  <a:lnTo>
                    <a:pt x="1929588" y="1112041"/>
                  </a:lnTo>
                  <a:lnTo>
                    <a:pt x="1929775" y="1109291"/>
                  </a:lnTo>
                  <a:lnTo>
                    <a:pt x="1929962" y="1107001"/>
                  </a:lnTo>
                  <a:lnTo>
                    <a:pt x="1930149" y="1105156"/>
                  </a:lnTo>
                  <a:lnTo>
                    <a:pt x="1930336" y="1103717"/>
                  </a:lnTo>
                  <a:lnTo>
                    <a:pt x="1930523" y="1102321"/>
                  </a:lnTo>
                  <a:lnTo>
                    <a:pt x="1930710" y="1100837"/>
                  </a:lnTo>
                  <a:lnTo>
                    <a:pt x="1930896" y="1099723"/>
                  </a:lnTo>
                  <a:lnTo>
                    <a:pt x="1931083" y="1098054"/>
                  </a:lnTo>
                  <a:lnTo>
                    <a:pt x="1931270" y="1096451"/>
                  </a:lnTo>
                  <a:lnTo>
                    <a:pt x="1931457" y="1094782"/>
                  </a:lnTo>
                  <a:lnTo>
                    <a:pt x="1931644" y="1093146"/>
                  </a:lnTo>
                  <a:lnTo>
                    <a:pt x="1931831" y="1090710"/>
                  </a:lnTo>
                  <a:lnTo>
                    <a:pt x="1932018" y="1087764"/>
                  </a:lnTo>
                  <a:lnTo>
                    <a:pt x="1932205" y="1085231"/>
                  </a:lnTo>
                  <a:lnTo>
                    <a:pt x="1932392" y="1082690"/>
                  </a:lnTo>
                  <a:lnTo>
                    <a:pt x="1932579" y="1080313"/>
                  </a:lnTo>
                  <a:lnTo>
                    <a:pt x="1932766" y="1076577"/>
                  </a:lnTo>
                  <a:lnTo>
                    <a:pt x="1932953" y="1072086"/>
                  </a:lnTo>
                  <a:lnTo>
                    <a:pt x="1933139" y="1066938"/>
                  </a:lnTo>
                  <a:lnTo>
                    <a:pt x="1933326" y="1060026"/>
                  </a:lnTo>
                  <a:lnTo>
                    <a:pt x="1933513" y="1052683"/>
                  </a:lnTo>
                  <a:lnTo>
                    <a:pt x="1933700" y="1044692"/>
                  </a:lnTo>
                  <a:lnTo>
                    <a:pt x="1933887" y="1036328"/>
                  </a:lnTo>
                  <a:lnTo>
                    <a:pt x="1934074" y="1027216"/>
                  </a:lnTo>
                  <a:lnTo>
                    <a:pt x="1934261" y="1017303"/>
                  </a:lnTo>
                  <a:lnTo>
                    <a:pt x="1934448" y="1006522"/>
                  </a:lnTo>
                  <a:lnTo>
                    <a:pt x="1934635" y="995589"/>
                  </a:lnTo>
                  <a:lnTo>
                    <a:pt x="1934822" y="985307"/>
                  </a:lnTo>
                  <a:lnTo>
                    <a:pt x="1935009" y="975082"/>
                  </a:lnTo>
                  <a:lnTo>
                    <a:pt x="1935196" y="965465"/>
                  </a:lnTo>
                  <a:lnTo>
                    <a:pt x="1935383" y="955450"/>
                  </a:lnTo>
                  <a:lnTo>
                    <a:pt x="1935569" y="945132"/>
                  </a:lnTo>
                  <a:lnTo>
                    <a:pt x="1935756" y="935820"/>
                  </a:lnTo>
                  <a:lnTo>
                    <a:pt x="1935943" y="927566"/>
                  </a:lnTo>
                  <a:lnTo>
                    <a:pt x="1936130" y="920877"/>
                  </a:lnTo>
                  <a:lnTo>
                    <a:pt x="1936317" y="915909"/>
                  </a:lnTo>
                  <a:lnTo>
                    <a:pt x="1936504" y="911229"/>
                  </a:lnTo>
                  <a:lnTo>
                    <a:pt x="1936691" y="908031"/>
                  </a:lnTo>
                  <a:lnTo>
                    <a:pt x="1936878" y="906496"/>
                  </a:lnTo>
                  <a:lnTo>
                    <a:pt x="1937065" y="907336"/>
                  </a:lnTo>
                  <a:lnTo>
                    <a:pt x="1937252" y="908713"/>
                  </a:lnTo>
                  <a:lnTo>
                    <a:pt x="1937439" y="911247"/>
                  </a:lnTo>
                  <a:lnTo>
                    <a:pt x="1937626" y="915046"/>
                  </a:lnTo>
                  <a:lnTo>
                    <a:pt x="1937813" y="919611"/>
                  </a:lnTo>
                  <a:lnTo>
                    <a:pt x="1937999" y="926249"/>
                  </a:lnTo>
                  <a:lnTo>
                    <a:pt x="1938186" y="933342"/>
                  </a:lnTo>
                  <a:lnTo>
                    <a:pt x="1938373" y="941578"/>
                  </a:lnTo>
                  <a:lnTo>
                    <a:pt x="1938560" y="949081"/>
                  </a:lnTo>
                  <a:lnTo>
                    <a:pt x="1938747" y="957138"/>
                  </a:lnTo>
                  <a:lnTo>
                    <a:pt x="1938934" y="966182"/>
                  </a:lnTo>
                  <a:lnTo>
                    <a:pt x="1939121" y="971973"/>
                  </a:lnTo>
                  <a:lnTo>
                    <a:pt x="1939308" y="975116"/>
                  </a:lnTo>
                  <a:lnTo>
                    <a:pt x="1939495" y="977005"/>
                  </a:lnTo>
                  <a:lnTo>
                    <a:pt x="1939682" y="977996"/>
                  </a:lnTo>
                  <a:lnTo>
                    <a:pt x="1939869" y="976833"/>
                  </a:lnTo>
                  <a:lnTo>
                    <a:pt x="1940056" y="975127"/>
                  </a:lnTo>
                  <a:lnTo>
                    <a:pt x="1940242" y="972649"/>
                  </a:lnTo>
                  <a:lnTo>
                    <a:pt x="1940429" y="970440"/>
                  </a:lnTo>
                  <a:lnTo>
                    <a:pt x="1940616" y="967705"/>
                  </a:lnTo>
                  <a:lnTo>
                    <a:pt x="1940803" y="965490"/>
                  </a:lnTo>
                  <a:lnTo>
                    <a:pt x="1940990" y="963979"/>
                  </a:lnTo>
                  <a:lnTo>
                    <a:pt x="1941177" y="962740"/>
                  </a:lnTo>
                  <a:lnTo>
                    <a:pt x="1941364" y="962116"/>
                  </a:lnTo>
                  <a:lnTo>
                    <a:pt x="1941551" y="961253"/>
                  </a:lnTo>
                  <a:lnTo>
                    <a:pt x="1941738" y="960149"/>
                  </a:lnTo>
                  <a:lnTo>
                    <a:pt x="1941925" y="959535"/>
                  </a:lnTo>
                  <a:lnTo>
                    <a:pt x="1942112" y="958804"/>
                  </a:lnTo>
                  <a:lnTo>
                    <a:pt x="1942299" y="959285"/>
                  </a:lnTo>
                  <a:lnTo>
                    <a:pt x="1942486" y="960036"/>
                  </a:lnTo>
                  <a:lnTo>
                    <a:pt x="1942672" y="962396"/>
                  </a:lnTo>
                  <a:lnTo>
                    <a:pt x="1942859" y="965622"/>
                  </a:lnTo>
                  <a:lnTo>
                    <a:pt x="1943046" y="968592"/>
                  </a:lnTo>
                  <a:lnTo>
                    <a:pt x="1943233" y="971667"/>
                  </a:lnTo>
                  <a:lnTo>
                    <a:pt x="1943420" y="975690"/>
                  </a:lnTo>
                  <a:lnTo>
                    <a:pt x="1943607" y="979941"/>
                  </a:lnTo>
                  <a:lnTo>
                    <a:pt x="1943794" y="983268"/>
                  </a:lnTo>
                  <a:lnTo>
                    <a:pt x="1943981" y="986682"/>
                  </a:lnTo>
                  <a:lnTo>
                    <a:pt x="1944168" y="990240"/>
                  </a:lnTo>
                  <a:lnTo>
                    <a:pt x="1944355" y="993512"/>
                  </a:lnTo>
                  <a:lnTo>
                    <a:pt x="1944542" y="997261"/>
                  </a:lnTo>
                  <a:lnTo>
                    <a:pt x="1944729" y="1002220"/>
                  </a:lnTo>
                  <a:lnTo>
                    <a:pt x="1944915" y="1008153"/>
                  </a:lnTo>
                  <a:lnTo>
                    <a:pt x="1945102" y="1014314"/>
                  </a:lnTo>
                  <a:lnTo>
                    <a:pt x="1945289" y="1020117"/>
                  </a:lnTo>
                  <a:lnTo>
                    <a:pt x="1945476" y="1025535"/>
                  </a:lnTo>
                  <a:lnTo>
                    <a:pt x="1945663" y="1030719"/>
                  </a:lnTo>
                  <a:lnTo>
                    <a:pt x="1945850" y="1035829"/>
                  </a:lnTo>
                  <a:lnTo>
                    <a:pt x="1946037" y="1040761"/>
                  </a:lnTo>
                  <a:lnTo>
                    <a:pt x="1946224" y="1045770"/>
                  </a:lnTo>
                  <a:lnTo>
                    <a:pt x="1946411" y="1051071"/>
                  </a:lnTo>
                  <a:lnTo>
                    <a:pt x="1946598" y="1056190"/>
                  </a:lnTo>
                  <a:lnTo>
                    <a:pt x="1946785" y="1060487"/>
                  </a:lnTo>
                  <a:lnTo>
                    <a:pt x="1946972" y="1064976"/>
                  </a:lnTo>
                  <a:lnTo>
                    <a:pt x="1947159" y="1068873"/>
                  </a:lnTo>
                  <a:lnTo>
                    <a:pt x="1947345" y="1072112"/>
                  </a:lnTo>
                  <a:lnTo>
                    <a:pt x="1947532" y="1075650"/>
                  </a:lnTo>
                  <a:lnTo>
                    <a:pt x="1947719" y="1077862"/>
                  </a:lnTo>
                  <a:lnTo>
                    <a:pt x="1947906" y="1078848"/>
                  </a:lnTo>
                  <a:lnTo>
                    <a:pt x="1948093" y="1082202"/>
                  </a:lnTo>
                  <a:lnTo>
                    <a:pt x="1948280" y="1085387"/>
                  </a:lnTo>
                  <a:lnTo>
                    <a:pt x="1948467" y="1089657"/>
                  </a:lnTo>
                  <a:lnTo>
                    <a:pt x="1948654" y="1094802"/>
                  </a:lnTo>
                  <a:lnTo>
                    <a:pt x="1948841" y="1099745"/>
                  </a:lnTo>
                  <a:lnTo>
                    <a:pt x="1949028" y="1105681"/>
                  </a:lnTo>
                  <a:lnTo>
                    <a:pt x="1949215" y="1111066"/>
                  </a:lnTo>
                  <a:lnTo>
                    <a:pt x="1949402" y="1117197"/>
                  </a:lnTo>
                  <a:lnTo>
                    <a:pt x="1949589" y="1122255"/>
                  </a:lnTo>
                  <a:lnTo>
                    <a:pt x="1949775" y="1126791"/>
                  </a:lnTo>
                  <a:lnTo>
                    <a:pt x="1949962" y="1131312"/>
                  </a:lnTo>
                  <a:lnTo>
                    <a:pt x="1950149" y="1136391"/>
                  </a:lnTo>
                  <a:lnTo>
                    <a:pt x="1950336" y="1141868"/>
                  </a:lnTo>
                  <a:lnTo>
                    <a:pt x="1950523" y="1147269"/>
                  </a:lnTo>
                  <a:lnTo>
                    <a:pt x="1950710" y="1153300"/>
                  </a:lnTo>
                  <a:lnTo>
                    <a:pt x="1950897" y="1159449"/>
                  </a:lnTo>
                  <a:lnTo>
                    <a:pt x="1951084" y="1166175"/>
                  </a:lnTo>
                  <a:lnTo>
                    <a:pt x="1951271" y="1173042"/>
                  </a:lnTo>
                  <a:lnTo>
                    <a:pt x="1951458" y="1179880"/>
                  </a:lnTo>
                  <a:lnTo>
                    <a:pt x="1951645" y="1186643"/>
                  </a:lnTo>
                  <a:lnTo>
                    <a:pt x="1951832" y="1193007"/>
                  </a:lnTo>
                  <a:lnTo>
                    <a:pt x="1952018" y="1198558"/>
                  </a:lnTo>
                  <a:lnTo>
                    <a:pt x="1952205" y="1203394"/>
                  </a:lnTo>
                  <a:lnTo>
                    <a:pt x="1952392" y="1207780"/>
                  </a:lnTo>
                  <a:lnTo>
                    <a:pt x="1952579" y="1212119"/>
                  </a:lnTo>
                  <a:lnTo>
                    <a:pt x="1952766" y="1215873"/>
                  </a:lnTo>
                  <a:lnTo>
                    <a:pt x="1952953" y="1219225"/>
                  </a:lnTo>
                  <a:lnTo>
                    <a:pt x="1953140" y="1222314"/>
                  </a:lnTo>
                  <a:lnTo>
                    <a:pt x="1953327" y="1224909"/>
                  </a:lnTo>
                  <a:lnTo>
                    <a:pt x="1953514" y="1227218"/>
                  </a:lnTo>
                  <a:lnTo>
                    <a:pt x="1953701" y="1230161"/>
                  </a:lnTo>
                  <a:lnTo>
                    <a:pt x="1953888" y="1232529"/>
                  </a:lnTo>
                  <a:lnTo>
                    <a:pt x="1954075" y="1235336"/>
                  </a:lnTo>
                  <a:lnTo>
                    <a:pt x="1954262" y="1237652"/>
                  </a:lnTo>
                  <a:lnTo>
                    <a:pt x="1954448" y="1240281"/>
                  </a:lnTo>
                  <a:lnTo>
                    <a:pt x="1954635" y="1244292"/>
                  </a:lnTo>
                  <a:lnTo>
                    <a:pt x="1954822" y="1249591"/>
                  </a:lnTo>
                  <a:lnTo>
                    <a:pt x="1955009" y="1256153"/>
                  </a:lnTo>
                  <a:lnTo>
                    <a:pt x="1955196" y="1263382"/>
                  </a:lnTo>
                  <a:lnTo>
                    <a:pt x="1955383" y="1271535"/>
                  </a:lnTo>
                  <a:lnTo>
                    <a:pt x="1955570" y="1280551"/>
                  </a:lnTo>
                  <a:lnTo>
                    <a:pt x="1955757" y="1290639"/>
                  </a:lnTo>
                  <a:lnTo>
                    <a:pt x="1955944" y="1301180"/>
                  </a:lnTo>
                  <a:lnTo>
                    <a:pt x="1956131" y="1312071"/>
                  </a:lnTo>
                  <a:lnTo>
                    <a:pt x="1956318" y="1323572"/>
                  </a:lnTo>
                  <a:lnTo>
                    <a:pt x="1956505" y="1336835"/>
                  </a:lnTo>
                  <a:lnTo>
                    <a:pt x="1956692" y="1351373"/>
                  </a:lnTo>
                  <a:lnTo>
                    <a:pt x="1956878" y="1365176"/>
                  </a:lnTo>
                  <a:lnTo>
                    <a:pt x="1957065" y="1380317"/>
                  </a:lnTo>
                  <a:lnTo>
                    <a:pt x="1957252" y="1396400"/>
                  </a:lnTo>
                  <a:lnTo>
                    <a:pt x="1957439" y="1412014"/>
                  </a:lnTo>
                  <a:lnTo>
                    <a:pt x="1957626" y="1427145"/>
                  </a:lnTo>
                  <a:lnTo>
                    <a:pt x="1957813" y="1439828"/>
                  </a:lnTo>
                  <a:lnTo>
                    <a:pt x="1958000" y="1452236"/>
                  </a:lnTo>
                  <a:lnTo>
                    <a:pt x="1958187" y="1464679"/>
                  </a:lnTo>
                  <a:lnTo>
                    <a:pt x="1958374" y="1477520"/>
                  </a:lnTo>
                  <a:lnTo>
                    <a:pt x="1958561" y="1490274"/>
                  </a:lnTo>
                  <a:lnTo>
                    <a:pt x="1958748" y="1502279"/>
                  </a:lnTo>
                  <a:lnTo>
                    <a:pt x="1958935" y="1512168"/>
                  </a:lnTo>
                  <a:lnTo>
                    <a:pt x="1959121" y="1522328"/>
                  </a:lnTo>
                  <a:lnTo>
                    <a:pt x="1959308" y="1530967"/>
                  </a:lnTo>
                  <a:lnTo>
                    <a:pt x="1959495" y="1539025"/>
                  </a:lnTo>
                  <a:lnTo>
                    <a:pt x="1959682" y="1546484"/>
                  </a:lnTo>
                  <a:lnTo>
                    <a:pt x="1959869" y="1553276"/>
                  </a:lnTo>
                  <a:lnTo>
                    <a:pt x="1960056" y="1559582"/>
                  </a:lnTo>
                  <a:lnTo>
                    <a:pt x="1960243" y="1567701"/>
                  </a:lnTo>
                  <a:lnTo>
                    <a:pt x="1960430" y="1575824"/>
                  </a:lnTo>
                  <a:lnTo>
                    <a:pt x="1960617" y="1583265"/>
                  </a:lnTo>
                  <a:lnTo>
                    <a:pt x="1960804" y="1590003"/>
                  </a:lnTo>
                  <a:lnTo>
                    <a:pt x="1960991" y="1596661"/>
                  </a:lnTo>
                  <a:lnTo>
                    <a:pt x="1961178" y="1602077"/>
                  </a:lnTo>
                  <a:lnTo>
                    <a:pt x="1961365" y="1606909"/>
                  </a:lnTo>
                  <a:lnTo>
                    <a:pt x="1961551" y="1611232"/>
                  </a:lnTo>
                  <a:lnTo>
                    <a:pt x="1961738" y="1615853"/>
                  </a:lnTo>
                  <a:lnTo>
                    <a:pt x="1961925" y="1619472"/>
                  </a:lnTo>
                  <a:lnTo>
                    <a:pt x="1962112" y="1622589"/>
                  </a:lnTo>
                  <a:lnTo>
                    <a:pt x="1962299" y="1625315"/>
                  </a:lnTo>
                  <a:lnTo>
                    <a:pt x="1962486" y="1627049"/>
                  </a:lnTo>
                  <a:lnTo>
                    <a:pt x="1962673" y="1628085"/>
                  </a:lnTo>
                  <a:lnTo>
                    <a:pt x="1962860" y="1628252"/>
                  </a:lnTo>
                  <a:lnTo>
                    <a:pt x="1963047" y="1627485"/>
                  </a:lnTo>
                  <a:lnTo>
                    <a:pt x="1963234" y="1625741"/>
                  </a:lnTo>
                  <a:lnTo>
                    <a:pt x="1963421" y="1624909"/>
                  </a:lnTo>
                  <a:lnTo>
                    <a:pt x="1963608" y="1624315"/>
                  </a:lnTo>
                  <a:lnTo>
                    <a:pt x="1963794" y="1623509"/>
                  </a:lnTo>
                  <a:lnTo>
                    <a:pt x="1963981" y="1623065"/>
                  </a:lnTo>
                  <a:lnTo>
                    <a:pt x="1964168" y="1623838"/>
                  </a:lnTo>
                  <a:lnTo>
                    <a:pt x="1964355" y="1624713"/>
                  </a:lnTo>
                  <a:lnTo>
                    <a:pt x="1964542" y="1625712"/>
                  </a:lnTo>
                  <a:lnTo>
                    <a:pt x="1964729" y="1626961"/>
                  </a:lnTo>
                  <a:lnTo>
                    <a:pt x="1964916" y="1628174"/>
                  </a:lnTo>
                  <a:lnTo>
                    <a:pt x="1965103" y="1629146"/>
                  </a:lnTo>
                  <a:lnTo>
                    <a:pt x="1965290" y="1631045"/>
                  </a:lnTo>
                  <a:lnTo>
                    <a:pt x="1965477" y="1633947"/>
                  </a:lnTo>
                  <a:lnTo>
                    <a:pt x="1965664" y="1637126"/>
                  </a:lnTo>
                  <a:lnTo>
                    <a:pt x="1965851" y="1639068"/>
                  </a:lnTo>
                  <a:lnTo>
                    <a:pt x="1966038" y="1640162"/>
                  </a:lnTo>
                  <a:lnTo>
                    <a:pt x="1966224" y="1641047"/>
                  </a:lnTo>
                  <a:lnTo>
                    <a:pt x="1966411" y="1640902"/>
                  </a:lnTo>
                  <a:lnTo>
                    <a:pt x="1966598" y="1640720"/>
                  </a:lnTo>
                  <a:lnTo>
                    <a:pt x="1966785" y="1640105"/>
                  </a:lnTo>
                  <a:lnTo>
                    <a:pt x="1966972" y="1639572"/>
                  </a:lnTo>
                  <a:lnTo>
                    <a:pt x="1967159" y="1638320"/>
                  </a:lnTo>
                  <a:lnTo>
                    <a:pt x="1967346" y="1636311"/>
                  </a:lnTo>
                  <a:lnTo>
                    <a:pt x="1967533" y="1633310"/>
                  </a:lnTo>
                  <a:lnTo>
                    <a:pt x="1967720" y="1630115"/>
                  </a:lnTo>
                  <a:lnTo>
                    <a:pt x="1967907" y="1626767"/>
                  </a:lnTo>
                  <a:lnTo>
                    <a:pt x="1968094" y="1622724"/>
                  </a:lnTo>
                  <a:lnTo>
                    <a:pt x="1968281" y="1618279"/>
                  </a:lnTo>
                  <a:lnTo>
                    <a:pt x="1968468" y="1613689"/>
                  </a:lnTo>
                  <a:lnTo>
                    <a:pt x="1968654" y="1609190"/>
                  </a:lnTo>
                  <a:lnTo>
                    <a:pt x="1968841" y="1605553"/>
                  </a:lnTo>
                  <a:lnTo>
                    <a:pt x="1969028" y="1601993"/>
                  </a:lnTo>
                  <a:lnTo>
                    <a:pt x="1969215" y="1599591"/>
                  </a:lnTo>
                  <a:lnTo>
                    <a:pt x="1969402" y="1596501"/>
                  </a:lnTo>
                  <a:lnTo>
                    <a:pt x="1969589" y="1593784"/>
                  </a:lnTo>
                  <a:lnTo>
                    <a:pt x="1969776" y="1590699"/>
                  </a:lnTo>
                  <a:lnTo>
                    <a:pt x="1969963" y="1587470"/>
                  </a:lnTo>
                  <a:lnTo>
                    <a:pt x="1970150" y="1585909"/>
                  </a:lnTo>
                  <a:lnTo>
                    <a:pt x="1970337" y="1585729"/>
                  </a:lnTo>
                  <a:lnTo>
                    <a:pt x="1970524" y="1586063"/>
                  </a:lnTo>
                  <a:lnTo>
                    <a:pt x="1970711" y="1586671"/>
                  </a:lnTo>
                  <a:lnTo>
                    <a:pt x="1970897" y="1588080"/>
                  </a:lnTo>
                  <a:lnTo>
                    <a:pt x="1971084" y="1590223"/>
                  </a:lnTo>
                  <a:lnTo>
                    <a:pt x="1971271" y="1593111"/>
                  </a:lnTo>
                  <a:lnTo>
                    <a:pt x="1971458" y="1596963"/>
                  </a:lnTo>
                  <a:lnTo>
                    <a:pt x="1971645" y="1601898"/>
                  </a:lnTo>
                  <a:lnTo>
                    <a:pt x="1971832" y="1608094"/>
                  </a:lnTo>
                  <a:lnTo>
                    <a:pt x="1972019" y="1614567"/>
                  </a:lnTo>
                  <a:lnTo>
                    <a:pt x="1972206" y="1621507"/>
                  </a:lnTo>
                  <a:lnTo>
                    <a:pt x="1972393" y="1628367"/>
                  </a:lnTo>
                  <a:lnTo>
                    <a:pt x="1972580" y="1636197"/>
                  </a:lnTo>
                  <a:lnTo>
                    <a:pt x="1972767" y="1645020"/>
                  </a:lnTo>
                  <a:lnTo>
                    <a:pt x="1972954" y="1654604"/>
                  </a:lnTo>
                  <a:lnTo>
                    <a:pt x="1973141" y="1663418"/>
                  </a:lnTo>
                  <a:lnTo>
                    <a:pt x="1973327" y="1672008"/>
                  </a:lnTo>
                  <a:lnTo>
                    <a:pt x="1973514" y="1679529"/>
                  </a:lnTo>
                  <a:lnTo>
                    <a:pt x="1973701" y="1685919"/>
                  </a:lnTo>
                  <a:lnTo>
                    <a:pt x="1973888" y="1690680"/>
                  </a:lnTo>
                  <a:lnTo>
                    <a:pt x="1974075" y="1694508"/>
                  </a:lnTo>
                  <a:lnTo>
                    <a:pt x="1974262" y="1697532"/>
                  </a:lnTo>
                  <a:lnTo>
                    <a:pt x="1974449" y="1698829"/>
                  </a:lnTo>
                  <a:lnTo>
                    <a:pt x="1974636" y="1698990"/>
                  </a:lnTo>
                  <a:lnTo>
                    <a:pt x="1974823" y="1699361"/>
                  </a:lnTo>
                  <a:lnTo>
                    <a:pt x="1975010" y="1699416"/>
                  </a:lnTo>
                  <a:lnTo>
                    <a:pt x="1975197" y="1698909"/>
                  </a:lnTo>
                  <a:lnTo>
                    <a:pt x="1975384" y="1697862"/>
                  </a:lnTo>
                  <a:lnTo>
                    <a:pt x="1975571" y="1697316"/>
                  </a:lnTo>
                  <a:lnTo>
                    <a:pt x="1975757" y="1696955"/>
                  </a:lnTo>
                  <a:lnTo>
                    <a:pt x="1975944" y="1697417"/>
                  </a:lnTo>
                  <a:lnTo>
                    <a:pt x="1976131" y="1697826"/>
                  </a:lnTo>
                  <a:lnTo>
                    <a:pt x="1976318" y="1696857"/>
                  </a:lnTo>
                  <a:lnTo>
                    <a:pt x="1976505" y="1696777"/>
                  </a:lnTo>
                  <a:lnTo>
                    <a:pt x="1976692" y="1697336"/>
                  </a:lnTo>
                  <a:lnTo>
                    <a:pt x="1976879" y="1698284"/>
                  </a:lnTo>
                  <a:lnTo>
                    <a:pt x="1977066" y="1699002"/>
                  </a:lnTo>
                  <a:lnTo>
                    <a:pt x="1977253" y="1701253"/>
                  </a:lnTo>
                  <a:lnTo>
                    <a:pt x="1977440" y="1703439"/>
                  </a:lnTo>
                  <a:lnTo>
                    <a:pt x="1977627" y="1706523"/>
                  </a:lnTo>
                  <a:lnTo>
                    <a:pt x="1977814" y="1707570"/>
                  </a:lnTo>
                  <a:lnTo>
                    <a:pt x="1978000" y="1708348"/>
                  </a:lnTo>
                  <a:lnTo>
                    <a:pt x="1978187" y="1708935"/>
                  </a:lnTo>
                  <a:lnTo>
                    <a:pt x="1978374" y="1708059"/>
                  </a:lnTo>
                  <a:lnTo>
                    <a:pt x="1978561" y="1706740"/>
                  </a:lnTo>
                  <a:lnTo>
                    <a:pt x="1978748" y="1705197"/>
                  </a:lnTo>
                  <a:lnTo>
                    <a:pt x="1978935" y="1704277"/>
                  </a:lnTo>
                  <a:lnTo>
                    <a:pt x="1979122" y="1704671"/>
                  </a:lnTo>
                  <a:lnTo>
                    <a:pt x="1979309" y="1704453"/>
                  </a:lnTo>
                  <a:lnTo>
                    <a:pt x="1979496" y="1703873"/>
                  </a:lnTo>
                  <a:lnTo>
                    <a:pt x="1979683" y="1702392"/>
                  </a:lnTo>
                  <a:lnTo>
                    <a:pt x="1979870" y="1700507"/>
                  </a:lnTo>
                  <a:lnTo>
                    <a:pt x="1980057" y="1697528"/>
                  </a:lnTo>
                  <a:lnTo>
                    <a:pt x="1980244" y="1693440"/>
                  </a:lnTo>
                  <a:lnTo>
                    <a:pt x="1980430" y="1688845"/>
                  </a:lnTo>
                  <a:lnTo>
                    <a:pt x="1980617" y="1684581"/>
                  </a:lnTo>
                  <a:lnTo>
                    <a:pt x="1980804" y="1679625"/>
                  </a:lnTo>
                  <a:lnTo>
                    <a:pt x="1980991" y="1674631"/>
                  </a:lnTo>
                  <a:lnTo>
                    <a:pt x="1981178" y="1669867"/>
                  </a:lnTo>
                  <a:lnTo>
                    <a:pt x="1981365" y="1664844"/>
                  </a:lnTo>
                  <a:lnTo>
                    <a:pt x="1981552" y="1659966"/>
                  </a:lnTo>
                  <a:lnTo>
                    <a:pt x="1981739" y="1655051"/>
                  </a:lnTo>
                  <a:lnTo>
                    <a:pt x="1981926" y="1650219"/>
                  </a:lnTo>
                  <a:lnTo>
                    <a:pt x="1982113" y="1645732"/>
                  </a:lnTo>
                  <a:lnTo>
                    <a:pt x="1982300" y="1641783"/>
                  </a:lnTo>
                  <a:lnTo>
                    <a:pt x="1982487" y="1638314"/>
                  </a:lnTo>
                  <a:lnTo>
                    <a:pt x="1982673" y="1634059"/>
                  </a:lnTo>
                  <a:lnTo>
                    <a:pt x="1982860" y="1629833"/>
                  </a:lnTo>
                  <a:lnTo>
                    <a:pt x="1983047" y="1625914"/>
                  </a:lnTo>
                  <a:lnTo>
                    <a:pt x="1983234" y="1622223"/>
                  </a:lnTo>
                  <a:lnTo>
                    <a:pt x="1983421" y="1619257"/>
                  </a:lnTo>
                  <a:lnTo>
                    <a:pt x="1983608" y="1616266"/>
                  </a:lnTo>
                  <a:lnTo>
                    <a:pt x="1983795" y="1613036"/>
                  </a:lnTo>
                  <a:lnTo>
                    <a:pt x="1983982" y="1610507"/>
                  </a:lnTo>
                  <a:lnTo>
                    <a:pt x="1984169" y="1608888"/>
                  </a:lnTo>
                  <a:lnTo>
                    <a:pt x="1984356" y="1607323"/>
                  </a:lnTo>
                  <a:lnTo>
                    <a:pt x="1984543" y="1605907"/>
                  </a:lnTo>
                  <a:lnTo>
                    <a:pt x="1984730" y="1605256"/>
                  </a:lnTo>
                  <a:lnTo>
                    <a:pt x="1984917" y="1605593"/>
                  </a:lnTo>
                  <a:lnTo>
                    <a:pt x="1985103" y="1606446"/>
                  </a:lnTo>
                  <a:lnTo>
                    <a:pt x="1985290" y="1608036"/>
                  </a:lnTo>
                  <a:lnTo>
                    <a:pt x="1985477" y="1609287"/>
                  </a:lnTo>
                  <a:lnTo>
                    <a:pt x="1985664" y="1610711"/>
                  </a:lnTo>
                  <a:lnTo>
                    <a:pt x="1985851" y="1611556"/>
                  </a:lnTo>
                  <a:lnTo>
                    <a:pt x="1986038" y="1612220"/>
                  </a:lnTo>
                  <a:lnTo>
                    <a:pt x="1986225" y="1612631"/>
                  </a:lnTo>
                  <a:lnTo>
                    <a:pt x="1986412" y="1612458"/>
                  </a:lnTo>
                  <a:lnTo>
                    <a:pt x="1986599" y="1611589"/>
                  </a:lnTo>
                  <a:lnTo>
                    <a:pt x="1986786" y="1610626"/>
                  </a:lnTo>
                  <a:lnTo>
                    <a:pt x="1986973" y="1610112"/>
                  </a:lnTo>
                  <a:lnTo>
                    <a:pt x="1987160" y="1609765"/>
                  </a:lnTo>
                  <a:lnTo>
                    <a:pt x="1987347" y="1609883"/>
                  </a:lnTo>
                  <a:lnTo>
                    <a:pt x="1987533" y="1609704"/>
                  </a:lnTo>
                  <a:lnTo>
                    <a:pt x="1987720" y="1609614"/>
                  </a:lnTo>
                  <a:lnTo>
                    <a:pt x="1987907" y="1609530"/>
                  </a:lnTo>
                  <a:lnTo>
                    <a:pt x="1988094" y="1609159"/>
                  </a:lnTo>
                  <a:lnTo>
                    <a:pt x="1988281" y="1608115"/>
                  </a:lnTo>
                  <a:lnTo>
                    <a:pt x="1988468" y="1606735"/>
                  </a:lnTo>
                  <a:lnTo>
                    <a:pt x="1988655" y="1605872"/>
                  </a:lnTo>
                  <a:lnTo>
                    <a:pt x="1988842" y="1605273"/>
                  </a:lnTo>
                  <a:lnTo>
                    <a:pt x="1989029" y="1604799"/>
                  </a:lnTo>
                  <a:lnTo>
                    <a:pt x="1989216" y="1605101"/>
                  </a:lnTo>
                  <a:lnTo>
                    <a:pt x="1989403" y="1606044"/>
                  </a:lnTo>
                  <a:lnTo>
                    <a:pt x="1989590" y="1607337"/>
                  </a:lnTo>
                  <a:lnTo>
                    <a:pt x="1989776" y="1608392"/>
                  </a:lnTo>
                  <a:lnTo>
                    <a:pt x="1989963" y="1609709"/>
                  </a:lnTo>
                  <a:lnTo>
                    <a:pt x="1990150" y="1611419"/>
                  </a:lnTo>
                  <a:lnTo>
                    <a:pt x="1990337" y="1613471"/>
                  </a:lnTo>
                  <a:lnTo>
                    <a:pt x="1990524" y="1615688"/>
                  </a:lnTo>
                  <a:lnTo>
                    <a:pt x="1990711" y="1618038"/>
                  </a:lnTo>
                  <a:lnTo>
                    <a:pt x="1990898" y="1620552"/>
                  </a:lnTo>
                  <a:lnTo>
                    <a:pt x="1991085" y="1623135"/>
                  </a:lnTo>
                  <a:lnTo>
                    <a:pt x="1991272" y="1625755"/>
                  </a:lnTo>
                  <a:lnTo>
                    <a:pt x="1991459" y="1628425"/>
                  </a:lnTo>
                  <a:lnTo>
                    <a:pt x="1991646" y="1631204"/>
                  </a:lnTo>
                  <a:lnTo>
                    <a:pt x="1991833" y="1633751"/>
                  </a:lnTo>
                  <a:lnTo>
                    <a:pt x="1992020" y="1636064"/>
                  </a:lnTo>
                  <a:lnTo>
                    <a:pt x="1992206" y="1638276"/>
                  </a:lnTo>
                  <a:lnTo>
                    <a:pt x="1992393" y="1640309"/>
                  </a:lnTo>
                  <a:lnTo>
                    <a:pt x="1992580" y="1642236"/>
                  </a:lnTo>
                  <a:lnTo>
                    <a:pt x="1992767" y="1644119"/>
                  </a:lnTo>
                  <a:lnTo>
                    <a:pt x="1992954" y="1645983"/>
                  </a:lnTo>
                  <a:lnTo>
                    <a:pt x="1993141" y="1647400"/>
                  </a:lnTo>
                  <a:lnTo>
                    <a:pt x="1993328" y="1648162"/>
                  </a:lnTo>
                  <a:lnTo>
                    <a:pt x="1993515" y="1648432"/>
                  </a:lnTo>
                  <a:lnTo>
                    <a:pt x="1993702" y="1647396"/>
                  </a:lnTo>
                  <a:lnTo>
                    <a:pt x="1993889" y="1644168"/>
                  </a:lnTo>
                  <a:lnTo>
                    <a:pt x="1994076" y="1641077"/>
                  </a:lnTo>
                  <a:lnTo>
                    <a:pt x="1994263" y="1636907"/>
                  </a:lnTo>
                  <a:lnTo>
                    <a:pt x="1994449" y="1632384"/>
                  </a:lnTo>
                  <a:lnTo>
                    <a:pt x="1994636" y="1627230"/>
                  </a:lnTo>
                  <a:lnTo>
                    <a:pt x="1994823" y="1622085"/>
                  </a:lnTo>
                  <a:lnTo>
                    <a:pt x="1995010" y="1617259"/>
                  </a:lnTo>
                  <a:lnTo>
                    <a:pt x="1995197" y="1612742"/>
                  </a:lnTo>
                  <a:lnTo>
                    <a:pt x="1995384" y="1608249"/>
                  </a:lnTo>
                  <a:lnTo>
                    <a:pt x="1995571" y="1603715"/>
                  </a:lnTo>
                  <a:lnTo>
                    <a:pt x="1995758" y="1599174"/>
                  </a:lnTo>
                  <a:lnTo>
                    <a:pt x="1995945" y="1594523"/>
                  </a:lnTo>
                  <a:lnTo>
                    <a:pt x="1996132" y="1591348"/>
                  </a:lnTo>
                  <a:lnTo>
                    <a:pt x="1996319" y="1588744"/>
                  </a:lnTo>
                  <a:lnTo>
                    <a:pt x="1996506" y="1586573"/>
                  </a:lnTo>
                  <a:lnTo>
                    <a:pt x="1996693" y="1586046"/>
                  </a:lnTo>
                  <a:lnTo>
                    <a:pt x="1996879" y="1586175"/>
                  </a:lnTo>
                  <a:lnTo>
                    <a:pt x="1997066" y="1586746"/>
                  </a:lnTo>
                  <a:lnTo>
                    <a:pt x="1997253" y="1587846"/>
                  </a:lnTo>
                  <a:lnTo>
                    <a:pt x="1997440" y="1589003"/>
                  </a:lnTo>
                  <a:lnTo>
                    <a:pt x="1997627" y="1589630"/>
                  </a:lnTo>
                  <a:lnTo>
                    <a:pt x="1997814" y="1589926"/>
                  </a:lnTo>
                  <a:lnTo>
                    <a:pt x="1998001" y="1589831"/>
                  </a:lnTo>
                  <a:lnTo>
                    <a:pt x="1998188" y="1590264"/>
                  </a:lnTo>
                  <a:lnTo>
                    <a:pt x="1998375" y="1590937"/>
                  </a:lnTo>
                  <a:lnTo>
                    <a:pt x="1998562" y="1592427"/>
                  </a:lnTo>
                  <a:lnTo>
                    <a:pt x="1998749" y="1594109"/>
                  </a:lnTo>
                  <a:lnTo>
                    <a:pt x="1998936" y="1595725"/>
                  </a:lnTo>
                  <a:lnTo>
                    <a:pt x="1999123" y="1597295"/>
                  </a:lnTo>
                  <a:lnTo>
                    <a:pt x="1999309" y="1599120"/>
                  </a:lnTo>
                  <a:lnTo>
                    <a:pt x="1999496" y="1600708"/>
                  </a:lnTo>
                  <a:lnTo>
                    <a:pt x="1999683" y="1602252"/>
                  </a:lnTo>
                  <a:lnTo>
                    <a:pt x="1999870" y="1604294"/>
                  </a:lnTo>
                  <a:lnTo>
                    <a:pt x="2000057" y="1606149"/>
                  </a:lnTo>
                  <a:lnTo>
                    <a:pt x="2000244" y="1608138"/>
                  </a:lnTo>
                  <a:lnTo>
                    <a:pt x="2000431" y="1610437"/>
                  </a:lnTo>
                  <a:lnTo>
                    <a:pt x="2000618" y="1612915"/>
                  </a:lnTo>
                  <a:lnTo>
                    <a:pt x="2000805" y="1614107"/>
                  </a:lnTo>
                  <a:lnTo>
                    <a:pt x="2000992" y="1614253"/>
                  </a:lnTo>
                  <a:lnTo>
                    <a:pt x="2001179" y="1614227"/>
                  </a:lnTo>
                  <a:lnTo>
                    <a:pt x="2001366" y="1613718"/>
                  </a:lnTo>
                  <a:lnTo>
                    <a:pt x="2001552" y="1612531"/>
                  </a:lnTo>
                  <a:lnTo>
                    <a:pt x="2001739" y="1612119"/>
                  </a:lnTo>
                  <a:lnTo>
                    <a:pt x="2001926" y="1611845"/>
                  </a:lnTo>
                  <a:lnTo>
                    <a:pt x="2002113" y="1610958"/>
                  </a:lnTo>
                  <a:lnTo>
                    <a:pt x="2002300" y="1610534"/>
                  </a:lnTo>
                  <a:lnTo>
                    <a:pt x="2002487" y="1610420"/>
                  </a:lnTo>
                  <a:lnTo>
                    <a:pt x="2002674" y="1609258"/>
                  </a:lnTo>
                  <a:lnTo>
                    <a:pt x="2002861" y="1607976"/>
                  </a:lnTo>
                  <a:lnTo>
                    <a:pt x="2003048" y="1606301"/>
                  </a:lnTo>
                  <a:lnTo>
                    <a:pt x="2003235" y="1604365"/>
                  </a:lnTo>
                  <a:lnTo>
                    <a:pt x="2003422" y="1602228"/>
                  </a:lnTo>
                  <a:lnTo>
                    <a:pt x="2003609" y="1600401"/>
                  </a:lnTo>
                  <a:lnTo>
                    <a:pt x="2003796" y="1599941"/>
                  </a:lnTo>
                  <a:lnTo>
                    <a:pt x="2003982" y="1599439"/>
                  </a:lnTo>
                  <a:lnTo>
                    <a:pt x="2004169" y="1599520"/>
                  </a:lnTo>
                  <a:lnTo>
                    <a:pt x="2004356" y="1599413"/>
                  </a:lnTo>
                  <a:lnTo>
                    <a:pt x="2004543" y="1599900"/>
                  </a:lnTo>
                  <a:lnTo>
                    <a:pt x="2004730" y="1600790"/>
                  </a:lnTo>
                  <a:lnTo>
                    <a:pt x="2004917" y="1602768"/>
                  </a:lnTo>
                  <a:lnTo>
                    <a:pt x="2005104" y="1604550"/>
                  </a:lnTo>
                  <a:lnTo>
                    <a:pt x="2005291" y="1606638"/>
                  </a:lnTo>
                  <a:lnTo>
                    <a:pt x="2005478" y="1610182"/>
                  </a:lnTo>
                  <a:lnTo>
                    <a:pt x="2005665" y="1614214"/>
                  </a:lnTo>
                  <a:lnTo>
                    <a:pt x="2005852" y="1619030"/>
                  </a:lnTo>
                  <a:lnTo>
                    <a:pt x="2006039" y="1624410"/>
                  </a:lnTo>
                  <a:lnTo>
                    <a:pt x="2006226" y="1629805"/>
                  </a:lnTo>
                  <a:lnTo>
                    <a:pt x="2006412" y="1635240"/>
                  </a:lnTo>
                  <a:lnTo>
                    <a:pt x="2006599" y="1640113"/>
                  </a:lnTo>
                  <a:lnTo>
                    <a:pt x="2006786" y="1645746"/>
                  </a:lnTo>
                  <a:lnTo>
                    <a:pt x="2006973" y="1650641"/>
                  </a:lnTo>
                  <a:lnTo>
                    <a:pt x="2007160" y="1656250"/>
                  </a:lnTo>
                  <a:lnTo>
                    <a:pt x="2007347" y="1662172"/>
                  </a:lnTo>
                  <a:lnTo>
                    <a:pt x="2007534" y="1667865"/>
                  </a:lnTo>
                  <a:lnTo>
                    <a:pt x="2007721" y="1673162"/>
                  </a:lnTo>
                  <a:lnTo>
                    <a:pt x="2007908" y="1679078"/>
                  </a:lnTo>
                  <a:lnTo>
                    <a:pt x="2008095" y="1686541"/>
                  </a:lnTo>
                  <a:lnTo>
                    <a:pt x="2008282" y="1693627"/>
                  </a:lnTo>
                  <a:lnTo>
                    <a:pt x="2008469" y="1700539"/>
                  </a:lnTo>
                  <a:lnTo>
                    <a:pt x="2008655" y="1706935"/>
                  </a:lnTo>
                  <a:lnTo>
                    <a:pt x="2008842" y="1712587"/>
                  </a:lnTo>
                  <a:lnTo>
                    <a:pt x="2009029" y="1717947"/>
                  </a:lnTo>
                  <a:lnTo>
                    <a:pt x="2009216" y="1723735"/>
                  </a:lnTo>
                  <a:lnTo>
                    <a:pt x="2009403" y="1729743"/>
                  </a:lnTo>
                  <a:lnTo>
                    <a:pt x="2009590" y="1735925"/>
                  </a:lnTo>
                  <a:lnTo>
                    <a:pt x="2009777" y="1742917"/>
                  </a:lnTo>
                  <a:lnTo>
                    <a:pt x="2009964" y="1749455"/>
                  </a:lnTo>
                  <a:lnTo>
                    <a:pt x="2010151" y="1755359"/>
                  </a:lnTo>
                  <a:lnTo>
                    <a:pt x="2010338" y="1761019"/>
                  </a:lnTo>
                  <a:lnTo>
                    <a:pt x="2010525" y="1767066"/>
                  </a:lnTo>
                  <a:lnTo>
                    <a:pt x="2010712" y="1772558"/>
                  </a:lnTo>
                  <a:lnTo>
                    <a:pt x="2010899" y="1777383"/>
                  </a:lnTo>
                  <a:lnTo>
                    <a:pt x="2011085" y="1782113"/>
                  </a:lnTo>
                  <a:lnTo>
                    <a:pt x="2011272" y="1787489"/>
                  </a:lnTo>
                  <a:lnTo>
                    <a:pt x="2011459" y="1792594"/>
                  </a:lnTo>
                  <a:lnTo>
                    <a:pt x="2011646" y="1797788"/>
                  </a:lnTo>
                  <a:lnTo>
                    <a:pt x="2011833" y="1803238"/>
                  </a:lnTo>
                  <a:lnTo>
                    <a:pt x="2012020" y="1808558"/>
                  </a:lnTo>
                  <a:lnTo>
                    <a:pt x="2012207" y="1812615"/>
                  </a:lnTo>
                  <a:lnTo>
                    <a:pt x="2012394" y="1815595"/>
                  </a:lnTo>
                  <a:lnTo>
                    <a:pt x="2012581" y="1818538"/>
                  </a:lnTo>
                  <a:lnTo>
                    <a:pt x="2012768" y="1821573"/>
                  </a:lnTo>
                  <a:lnTo>
                    <a:pt x="2012955" y="1824248"/>
                  </a:lnTo>
                  <a:lnTo>
                    <a:pt x="2013142" y="1826333"/>
                  </a:lnTo>
                  <a:lnTo>
                    <a:pt x="2013328" y="1827797"/>
                  </a:lnTo>
                  <a:lnTo>
                    <a:pt x="2013515" y="1828813"/>
                  </a:lnTo>
                  <a:lnTo>
                    <a:pt x="2013702" y="1829374"/>
                  </a:lnTo>
                  <a:lnTo>
                    <a:pt x="2013889" y="1829576"/>
                  </a:lnTo>
                  <a:lnTo>
                    <a:pt x="2014076" y="1829531"/>
                  </a:lnTo>
                  <a:lnTo>
                    <a:pt x="2014263" y="1829436"/>
                  </a:lnTo>
                  <a:lnTo>
                    <a:pt x="2014450" y="1830162"/>
                  </a:lnTo>
                  <a:lnTo>
                    <a:pt x="2014637" y="1830599"/>
                  </a:lnTo>
                  <a:lnTo>
                    <a:pt x="2014824" y="1831604"/>
                  </a:lnTo>
                  <a:lnTo>
                    <a:pt x="2015011" y="1832152"/>
                  </a:lnTo>
                  <a:lnTo>
                    <a:pt x="2015198" y="1834096"/>
                  </a:lnTo>
                  <a:lnTo>
                    <a:pt x="2015385" y="1835732"/>
                  </a:lnTo>
                  <a:lnTo>
                    <a:pt x="2015572" y="1836699"/>
                  </a:lnTo>
                  <a:lnTo>
                    <a:pt x="2015758" y="1837957"/>
                  </a:lnTo>
                  <a:lnTo>
                    <a:pt x="2015945" y="1839180"/>
                  </a:lnTo>
                  <a:lnTo>
                    <a:pt x="2016132" y="1839382"/>
                  </a:lnTo>
                  <a:lnTo>
                    <a:pt x="2016319" y="1838986"/>
                  </a:lnTo>
                  <a:lnTo>
                    <a:pt x="2016506" y="1837834"/>
                  </a:lnTo>
                  <a:lnTo>
                    <a:pt x="2016693" y="1837067"/>
                  </a:lnTo>
                  <a:lnTo>
                    <a:pt x="2016880" y="1836714"/>
                  </a:lnTo>
                  <a:lnTo>
                    <a:pt x="2017067" y="1836454"/>
                  </a:lnTo>
                  <a:lnTo>
                    <a:pt x="2017254" y="1836035"/>
                  </a:lnTo>
                  <a:lnTo>
                    <a:pt x="2017441" y="1835187"/>
                  </a:lnTo>
                  <a:lnTo>
                    <a:pt x="2017628" y="1834419"/>
                  </a:lnTo>
                  <a:lnTo>
                    <a:pt x="2017815" y="1834247"/>
                  </a:lnTo>
                  <a:lnTo>
                    <a:pt x="2018002" y="1833902"/>
                  </a:lnTo>
                  <a:lnTo>
                    <a:pt x="2018188" y="1833543"/>
                  </a:lnTo>
                  <a:lnTo>
                    <a:pt x="2018375" y="1833688"/>
                  </a:lnTo>
                  <a:lnTo>
                    <a:pt x="2018562" y="1834425"/>
                  </a:lnTo>
                  <a:lnTo>
                    <a:pt x="2018749" y="1835511"/>
                  </a:lnTo>
                  <a:lnTo>
                    <a:pt x="2018936" y="1838414"/>
                  </a:lnTo>
                  <a:lnTo>
                    <a:pt x="2019123" y="1842007"/>
                  </a:lnTo>
                  <a:lnTo>
                    <a:pt x="2019310" y="1845476"/>
                  </a:lnTo>
                  <a:lnTo>
                    <a:pt x="2019497" y="1848317"/>
                  </a:lnTo>
                  <a:lnTo>
                    <a:pt x="2019684" y="1850397"/>
                  </a:lnTo>
                  <a:lnTo>
                    <a:pt x="2019871" y="1852530"/>
                  </a:lnTo>
                  <a:lnTo>
                    <a:pt x="2020058" y="1855574"/>
                  </a:lnTo>
                  <a:lnTo>
                    <a:pt x="2020245" y="1859085"/>
                  </a:lnTo>
                  <a:lnTo>
                    <a:pt x="2020431" y="1862686"/>
                  </a:lnTo>
                  <a:lnTo>
                    <a:pt x="2020618" y="1866392"/>
                  </a:lnTo>
                  <a:lnTo>
                    <a:pt x="2020805" y="1869971"/>
                  </a:lnTo>
                  <a:lnTo>
                    <a:pt x="2020992" y="1873813"/>
                  </a:lnTo>
                  <a:lnTo>
                    <a:pt x="2021179" y="1877399"/>
                  </a:lnTo>
                  <a:lnTo>
                    <a:pt x="2021366" y="1880554"/>
                  </a:lnTo>
                  <a:lnTo>
                    <a:pt x="2021553" y="1884032"/>
                  </a:lnTo>
                  <a:lnTo>
                    <a:pt x="2021740" y="1887033"/>
                  </a:lnTo>
                  <a:lnTo>
                    <a:pt x="2021927" y="1890368"/>
                  </a:lnTo>
                  <a:lnTo>
                    <a:pt x="2022114" y="1893241"/>
                  </a:lnTo>
                  <a:lnTo>
                    <a:pt x="2022301" y="1895360"/>
                  </a:lnTo>
                  <a:lnTo>
                    <a:pt x="2022488" y="1897403"/>
                  </a:lnTo>
                  <a:lnTo>
                    <a:pt x="2022675" y="1899186"/>
                  </a:lnTo>
                  <a:lnTo>
                    <a:pt x="2022861" y="1900160"/>
                  </a:lnTo>
                  <a:lnTo>
                    <a:pt x="2023048" y="1901084"/>
                  </a:lnTo>
                  <a:lnTo>
                    <a:pt x="2023235" y="1902087"/>
                  </a:lnTo>
                  <a:lnTo>
                    <a:pt x="2023422" y="1902823"/>
                  </a:lnTo>
                  <a:lnTo>
                    <a:pt x="2023609" y="1903508"/>
                  </a:lnTo>
                  <a:lnTo>
                    <a:pt x="2023796" y="1904331"/>
                  </a:lnTo>
                  <a:lnTo>
                    <a:pt x="2023983" y="1905572"/>
                  </a:lnTo>
                  <a:lnTo>
                    <a:pt x="2024170" y="1906756"/>
                  </a:lnTo>
                  <a:lnTo>
                    <a:pt x="2024357" y="1907897"/>
                  </a:lnTo>
                  <a:lnTo>
                    <a:pt x="2024544" y="1909423"/>
                  </a:lnTo>
                  <a:lnTo>
                    <a:pt x="2024731" y="1910848"/>
                  </a:lnTo>
                  <a:lnTo>
                    <a:pt x="2024918" y="1912536"/>
                  </a:lnTo>
                  <a:lnTo>
                    <a:pt x="2025105" y="1914285"/>
                  </a:lnTo>
                  <a:lnTo>
                    <a:pt x="2025291" y="1916173"/>
                  </a:lnTo>
                  <a:lnTo>
                    <a:pt x="2025478" y="1917972"/>
                  </a:lnTo>
                  <a:lnTo>
                    <a:pt x="2025665" y="1920514"/>
                  </a:lnTo>
                  <a:lnTo>
                    <a:pt x="2025852" y="1922652"/>
                  </a:lnTo>
                  <a:lnTo>
                    <a:pt x="2026039" y="1924235"/>
                  </a:lnTo>
                  <a:lnTo>
                    <a:pt x="2026226" y="1925502"/>
                  </a:lnTo>
                  <a:lnTo>
                    <a:pt x="2026413" y="1926733"/>
                  </a:lnTo>
                  <a:lnTo>
                    <a:pt x="2026600" y="1927314"/>
                  </a:lnTo>
                  <a:lnTo>
                    <a:pt x="2026787" y="1927665"/>
                  </a:lnTo>
                  <a:lnTo>
                    <a:pt x="2026974" y="1928088"/>
                  </a:lnTo>
                  <a:lnTo>
                    <a:pt x="2027161" y="1928448"/>
                  </a:lnTo>
                  <a:lnTo>
                    <a:pt x="2027348" y="1928633"/>
                  </a:lnTo>
                  <a:lnTo>
                    <a:pt x="2027534" y="1928378"/>
                  </a:lnTo>
                  <a:lnTo>
                    <a:pt x="2027721" y="1928105"/>
                  </a:lnTo>
                  <a:lnTo>
                    <a:pt x="2027908" y="1927753"/>
                  </a:lnTo>
                  <a:lnTo>
                    <a:pt x="2028095" y="1927182"/>
                  </a:lnTo>
                  <a:lnTo>
                    <a:pt x="2028282" y="1926144"/>
                  </a:lnTo>
                  <a:lnTo>
                    <a:pt x="2028469" y="1925238"/>
                  </a:lnTo>
                  <a:lnTo>
                    <a:pt x="2028656" y="1924341"/>
                  </a:lnTo>
                  <a:lnTo>
                    <a:pt x="2028843" y="1923426"/>
                  </a:lnTo>
                  <a:lnTo>
                    <a:pt x="2029030" y="1922617"/>
                  </a:lnTo>
                  <a:lnTo>
                    <a:pt x="2029217" y="1921508"/>
                  </a:lnTo>
                  <a:lnTo>
                    <a:pt x="2029404" y="1920558"/>
                  </a:lnTo>
                  <a:lnTo>
                    <a:pt x="2029591" y="1919301"/>
                  </a:lnTo>
                  <a:lnTo>
                    <a:pt x="2029778" y="1916961"/>
                  </a:lnTo>
                  <a:lnTo>
                    <a:pt x="2029964" y="1914035"/>
                  </a:lnTo>
                  <a:lnTo>
                    <a:pt x="2030151" y="1910082"/>
                  </a:lnTo>
                  <a:lnTo>
                    <a:pt x="2030338" y="1905730"/>
                  </a:lnTo>
                  <a:lnTo>
                    <a:pt x="2030525" y="1901688"/>
                  </a:lnTo>
                  <a:lnTo>
                    <a:pt x="2030712" y="1898833"/>
                  </a:lnTo>
                  <a:lnTo>
                    <a:pt x="2030899" y="1896714"/>
                  </a:lnTo>
                  <a:lnTo>
                    <a:pt x="2031086" y="1895588"/>
                  </a:lnTo>
                  <a:lnTo>
                    <a:pt x="2031273" y="1894339"/>
                  </a:lnTo>
                  <a:lnTo>
                    <a:pt x="2031460" y="1892598"/>
                  </a:lnTo>
                  <a:lnTo>
                    <a:pt x="2031647" y="1890853"/>
                  </a:lnTo>
                  <a:lnTo>
                    <a:pt x="2031834" y="1889207"/>
                  </a:lnTo>
                  <a:lnTo>
                    <a:pt x="2032021" y="1886492"/>
                  </a:lnTo>
                  <a:lnTo>
                    <a:pt x="2032207" y="1885192"/>
                  </a:lnTo>
                  <a:lnTo>
                    <a:pt x="2032394" y="1888363"/>
                  </a:lnTo>
                  <a:lnTo>
                    <a:pt x="2032581" y="1893121"/>
                  </a:lnTo>
                  <a:lnTo>
                    <a:pt x="2032768" y="1898257"/>
                  </a:lnTo>
                  <a:lnTo>
                    <a:pt x="2032955" y="1903710"/>
                  </a:lnTo>
                  <a:lnTo>
                    <a:pt x="2033142" y="1909116"/>
                  </a:lnTo>
                  <a:lnTo>
                    <a:pt x="2033329" y="1914406"/>
                  </a:lnTo>
                  <a:lnTo>
                    <a:pt x="2033516" y="1918527"/>
                  </a:lnTo>
                  <a:lnTo>
                    <a:pt x="2033703" y="1922524"/>
                  </a:lnTo>
                  <a:lnTo>
                    <a:pt x="2033890" y="1925737"/>
                  </a:lnTo>
                  <a:lnTo>
                    <a:pt x="2034077" y="1928307"/>
                  </a:lnTo>
                  <a:lnTo>
                    <a:pt x="2034264" y="1930329"/>
                  </a:lnTo>
                  <a:lnTo>
                    <a:pt x="2034451" y="1931779"/>
                  </a:lnTo>
                  <a:lnTo>
                    <a:pt x="2034637" y="1932722"/>
                  </a:lnTo>
                  <a:lnTo>
                    <a:pt x="2034824" y="1933884"/>
                  </a:lnTo>
                  <a:lnTo>
                    <a:pt x="2035011" y="1934932"/>
                  </a:lnTo>
                  <a:lnTo>
                    <a:pt x="2035198" y="1936009"/>
                  </a:lnTo>
                  <a:lnTo>
                    <a:pt x="2035385" y="1937226"/>
                  </a:lnTo>
                  <a:lnTo>
                    <a:pt x="2035572" y="1938240"/>
                  </a:lnTo>
                  <a:lnTo>
                    <a:pt x="2035759" y="1938264"/>
                  </a:lnTo>
                  <a:lnTo>
                    <a:pt x="2035946" y="1938288"/>
                  </a:lnTo>
                  <a:lnTo>
                    <a:pt x="2036133" y="1938412"/>
                  </a:lnTo>
                  <a:lnTo>
                    <a:pt x="2036320" y="1939137"/>
                  </a:lnTo>
                  <a:lnTo>
                    <a:pt x="2036507" y="1939814"/>
                  </a:lnTo>
                  <a:lnTo>
                    <a:pt x="2036694" y="1940690"/>
                  </a:lnTo>
                  <a:lnTo>
                    <a:pt x="2036881" y="1942157"/>
                  </a:lnTo>
                  <a:lnTo>
                    <a:pt x="2037067" y="1944185"/>
                  </a:lnTo>
                  <a:lnTo>
                    <a:pt x="2037254" y="1946906"/>
                  </a:lnTo>
                  <a:lnTo>
                    <a:pt x="2037441" y="1950029"/>
                  </a:lnTo>
                  <a:lnTo>
                    <a:pt x="2037628" y="1953045"/>
                  </a:lnTo>
                  <a:lnTo>
                    <a:pt x="2037815" y="1955851"/>
                  </a:lnTo>
                  <a:lnTo>
                    <a:pt x="2038002" y="1958780"/>
                  </a:lnTo>
                  <a:lnTo>
                    <a:pt x="2038189" y="1962245"/>
                  </a:lnTo>
                  <a:lnTo>
                    <a:pt x="2038376" y="1965994"/>
                  </a:lnTo>
                  <a:lnTo>
                    <a:pt x="2038563" y="1969276"/>
                  </a:lnTo>
                  <a:lnTo>
                    <a:pt x="2038750" y="1972337"/>
                  </a:lnTo>
                  <a:lnTo>
                    <a:pt x="2038937" y="1975140"/>
                  </a:lnTo>
                  <a:lnTo>
                    <a:pt x="2039124" y="1976761"/>
                  </a:lnTo>
                  <a:lnTo>
                    <a:pt x="2039310" y="1978716"/>
                  </a:lnTo>
                  <a:lnTo>
                    <a:pt x="2039497" y="1980738"/>
                  </a:lnTo>
                  <a:lnTo>
                    <a:pt x="2039684" y="1982146"/>
                  </a:lnTo>
                  <a:lnTo>
                    <a:pt x="2039871" y="1982774"/>
                  </a:lnTo>
                  <a:lnTo>
                    <a:pt x="2040058" y="1983347"/>
                  </a:lnTo>
                  <a:lnTo>
                    <a:pt x="2040245" y="1983674"/>
                  </a:lnTo>
                  <a:lnTo>
                    <a:pt x="2040432" y="1984126"/>
                  </a:lnTo>
                  <a:lnTo>
                    <a:pt x="2040619" y="1985036"/>
                  </a:lnTo>
                  <a:lnTo>
                    <a:pt x="2040806" y="1986272"/>
                  </a:lnTo>
                  <a:lnTo>
                    <a:pt x="2040993" y="1987111"/>
                  </a:lnTo>
                  <a:lnTo>
                    <a:pt x="2041180" y="1987486"/>
                  </a:lnTo>
                  <a:lnTo>
                    <a:pt x="2041367" y="1987884"/>
                  </a:lnTo>
                  <a:lnTo>
                    <a:pt x="2041554" y="1988682"/>
                  </a:lnTo>
                  <a:lnTo>
                    <a:pt x="2041740" y="1989530"/>
                  </a:lnTo>
                  <a:lnTo>
                    <a:pt x="2041927" y="1990240"/>
                  </a:lnTo>
                  <a:lnTo>
                    <a:pt x="2042114" y="1990984"/>
                  </a:lnTo>
                  <a:lnTo>
                    <a:pt x="2042301" y="1991995"/>
                  </a:lnTo>
                  <a:lnTo>
                    <a:pt x="2042488" y="1993766"/>
                  </a:lnTo>
                  <a:lnTo>
                    <a:pt x="2042675" y="1995946"/>
                  </a:lnTo>
                  <a:lnTo>
                    <a:pt x="2042862" y="1997014"/>
                  </a:lnTo>
                  <a:lnTo>
                    <a:pt x="2043049" y="1997773"/>
                  </a:lnTo>
                  <a:lnTo>
                    <a:pt x="2043236" y="1998278"/>
                  </a:lnTo>
                  <a:lnTo>
                    <a:pt x="2043423" y="1998163"/>
                  </a:lnTo>
                  <a:lnTo>
                    <a:pt x="2043610" y="1997405"/>
                  </a:lnTo>
                  <a:lnTo>
                    <a:pt x="2043797" y="1996366"/>
                  </a:lnTo>
                  <a:lnTo>
                    <a:pt x="2043984" y="1995389"/>
                  </a:lnTo>
                  <a:lnTo>
                    <a:pt x="2044170" y="1994570"/>
                  </a:lnTo>
                  <a:lnTo>
                    <a:pt x="2044357" y="1993991"/>
                  </a:lnTo>
                  <a:lnTo>
                    <a:pt x="2044544" y="1993195"/>
                  </a:lnTo>
                  <a:lnTo>
                    <a:pt x="2044731" y="1992215"/>
                  </a:lnTo>
                  <a:lnTo>
                    <a:pt x="2044918" y="1991197"/>
                  </a:lnTo>
                  <a:lnTo>
                    <a:pt x="2045105" y="1989534"/>
                  </a:lnTo>
                  <a:lnTo>
                    <a:pt x="2045292" y="1986724"/>
                  </a:lnTo>
                  <a:lnTo>
                    <a:pt x="2045479" y="1983754"/>
                  </a:lnTo>
                  <a:lnTo>
                    <a:pt x="2045666" y="1980932"/>
                  </a:lnTo>
                  <a:lnTo>
                    <a:pt x="2045853" y="1978245"/>
                  </a:lnTo>
                  <a:lnTo>
                    <a:pt x="2046040" y="1976534"/>
                  </a:lnTo>
                  <a:lnTo>
                    <a:pt x="2046227" y="1975228"/>
                  </a:lnTo>
                  <a:lnTo>
                    <a:pt x="2046413" y="1973817"/>
                  </a:lnTo>
                  <a:lnTo>
                    <a:pt x="2046600" y="1972071"/>
                  </a:lnTo>
                  <a:lnTo>
                    <a:pt x="2046787" y="1970136"/>
                  </a:lnTo>
                  <a:lnTo>
                    <a:pt x="2046974" y="1967825"/>
                  </a:lnTo>
                  <a:lnTo>
                    <a:pt x="2047161" y="1965469"/>
                  </a:lnTo>
                  <a:lnTo>
                    <a:pt x="2047348" y="1962816"/>
                  </a:lnTo>
                  <a:lnTo>
                    <a:pt x="2047535" y="1960615"/>
                  </a:lnTo>
                  <a:lnTo>
                    <a:pt x="2047722" y="1958670"/>
                  </a:lnTo>
                  <a:lnTo>
                    <a:pt x="2047909" y="1957284"/>
                  </a:lnTo>
                  <a:lnTo>
                    <a:pt x="2048096" y="1956344"/>
                  </a:lnTo>
                  <a:lnTo>
                    <a:pt x="2048283" y="1955458"/>
                  </a:lnTo>
                  <a:lnTo>
                    <a:pt x="2048470" y="1954674"/>
                  </a:lnTo>
                  <a:lnTo>
                    <a:pt x="2048657" y="1953737"/>
                  </a:lnTo>
                  <a:lnTo>
                    <a:pt x="2048843" y="1952325"/>
                  </a:lnTo>
                  <a:lnTo>
                    <a:pt x="2049030" y="1950307"/>
                  </a:lnTo>
                  <a:lnTo>
                    <a:pt x="2049217" y="1948495"/>
                  </a:lnTo>
                  <a:lnTo>
                    <a:pt x="2049404" y="1947306"/>
                  </a:lnTo>
                  <a:lnTo>
                    <a:pt x="2049591" y="1946722"/>
                  </a:lnTo>
                  <a:lnTo>
                    <a:pt x="2049778" y="1947126"/>
                  </a:lnTo>
                  <a:lnTo>
                    <a:pt x="2049965" y="1947513"/>
                  </a:lnTo>
                  <a:lnTo>
                    <a:pt x="2050152" y="1948727"/>
                  </a:lnTo>
                  <a:lnTo>
                    <a:pt x="2050339" y="1950258"/>
                  </a:lnTo>
                  <a:lnTo>
                    <a:pt x="2050526" y="1952342"/>
                  </a:lnTo>
                  <a:lnTo>
                    <a:pt x="2050713" y="1954867"/>
                  </a:lnTo>
                  <a:lnTo>
                    <a:pt x="2050900" y="1957919"/>
                  </a:lnTo>
                  <a:lnTo>
                    <a:pt x="2051086" y="1961965"/>
                  </a:lnTo>
                  <a:lnTo>
                    <a:pt x="2051273" y="1966680"/>
                  </a:lnTo>
                  <a:lnTo>
                    <a:pt x="2051460" y="1971895"/>
                  </a:lnTo>
                  <a:lnTo>
                    <a:pt x="2051647" y="1977903"/>
                  </a:lnTo>
                  <a:lnTo>
                    <a:pt x="2051834" y="1984517"/>
                  </a:lnTo>
                  <a:lnTo>
                    <a:pt x="2052021" y="1990965"/>
                  </a:lnTo>
                  <a:lnTo>
                    <a:pt x="2052208" y="1997403"/>
                  </a:lnTo>
                  <a:lnTo>
                    <a:pt x="2052395" y="2003895"/>
                  </a:lnTo>
                  <a:lnTo>
                    <a:pt x="2052582" y="2010852"/>
                  </a:lnTo>
                  <a:lnTo>
                    <a:pt x="2052769" y="2017924"/>
                  </a:lnTo>
                  <a:lnTo>
                    <a:pt x="2052956" y="2024714"/>
                  </a:lnTo>
                  <a:lnTo>
                    <a:pt x="2053143" y="2031303"/>
                  </a:lnTo>
                  <a:lnTo>
                    <a:pt x="2053330" y="2037442"/>
                  </a:lnTo>
                  <a:lnTo>
                    <a:pt x="2053516" y="2044030"/>
                  </a:lnTo>
                  <a:lnTo>
                    <a:pt x="2053703" y="2050258"/>
                  </a:lnTo>
                  <a:lnTo>
                    <a:pt x="2053890" y="2055553"/>
                  </a:lnTo>
                  <a:lnTo>
                    <a:pt x="2054077" y="2060241"/>
                  </a:lnTo>
                  <a:lnTo>
                    <a:pt x="2054264" y="2064827"/>
                  </a:lnTo>
                  <a:lnTo>
                    <a:pt x="2054451" y="2068764"/>
                  </a:lnTo>
                  <a:lnTo>
                    <a:pt x="2054638" y="2072178"/>
                  </a:lnTo>
                  <a:lnTo>
                    <a:pt x="2054825" y="2076201"/>
                  </a:lnTo>
                  <a:lnTo>
                    <a:pt x="2055012" y="2080209"/>
                  </a:lnTo>
                  <a:lnTo>
                    <a:pt x="2055199" y="2083571"/>
                  </a:lnTo>
                  <a:lnTo>
                    <a:pt x="2055386" y="2087045"/>
                  </a:lnTo>
                  <a:lnTo>
                    <a:pt x="2055573" y="2090638"/>
                  </a:lnTo>
                  <a:lnTo>
                    <a:pt x="2055760" y="2094151"/>
                  </a:lnTo>
                  <a:lnTo>
                    <a:pt x="2055946" y="2096961"/>
                  </a:lnTo>
                  <a:lnTo>
                    <a:pt x="2056133" y="2099164"/>
                  </a:lnTo>
                  <a:lnTo>
                    <a:pt x="2056320" y="2098373"/>
                  </a:lnTo>
                  <a:lnTo>
                    <a:pt x="2056507" y="2096228"/>
                  </a:lnTo>
                  <a:lnTo>
                    <a:pt x="2056694" y="2093465"/>
                  </a:lnTo>
                  <a:lnTo>
                    <a:pt x="2056881" y="2090768"/>
                  </a:lnTo>
                  <a:lnTo>
                    <a:pt x="2057068" y="2087365"/>
                  </a:lnTo>
                  <a:lnTo>
                    <a:pt x="2057255" y="2084355"/>
                  </a:lnTo>
                  <a:lnTo>
                    <a:pt x="2057442" y="2081204"/>
                  </a:lnTo>
                  <a:lnTo>
                    <a:pt x="2057629" y="2076762"/>
                  </a:lnTo>
                  <a:lnTo>
                    <a:pt x="2057816" y="2071467"/>
                  </a:lnTo>
                  <a:lnTo>
                    <a:pt x="2058003" y="2066349"/>
                  </a:lnTo>
                  <a:lnTo>
                    <a:pt x="2058189" y="2060159"/>
                  </a:lnTo>
                  <a:lnTo>
                    <a:pt x="2058376" y="2053470"/>
                  </a:lnTo>
                  <a:lnTo>
                    <a:pt x="2058563" y="2047579"/>
                  </a:lnTo>
                  <a:lnTo>
                    <a:pt x="2058750" y="2042233"/>
                  </a:lnTo>
                  <a:lnTo>
                    <a:pt x="2058937" y="2037117"/>
                  </a:lnTo>
                  <a:lnTo>
                    <a:pt x="2059124" y="2033720"/>
                  </a:lnTo>
                  <a:lnTo>
                    <a:pt x="2059311" y="2031194"/>
                  </a:lnTo>
                  <a:lnTo>
                    <a:pt x="2059498" y="2029526"/>
                  </a:lnTo>
                  <a:lnTo>
                    <a:pt x="2059685" y="2027964"/>
                  </a:lnTo>
                  <a:lnTo>
                    <a:pt x="2059872" y="2026614"/>
                  </a:lnTo>
                  <a:lnTo>
                    <a:pt x="2060059" y="2025218"/>
                  </a:lnTo>
                  <a:lnTo>
                    <a:pt x="2060246" y="2023991"/>
                  </a:lnTo>
                  <a:lnTo>
                    <a:pt x="2060433" y="2023738"/>
                  </a:lnTo>
                  <a:lnTo>
                    <a:pt x="2060619" y="2024395"/>
                  </a:lnTo>
                  <a:lnTo>
                    <a:pt x="2060806" y="2025358"/>
                  </a:lnTo>
                  <a:lnTo>
                    <a:pt x="2060993" y="2026396"/>
                  </a:lnTo>
                  <a:lnTo>
                    <a:pt x="2061180" y="2027436"/>
                  </a:lnTo>
                  <a:lnTo>
                    <a:pt x="2061367" y="2027982"/>
                  </a:lnTo>
                  <a:lnTo>
                    <a:pt x="2061554" y="2027656"/>
                  </a:lnTo>
                  <a:lnTo>
                    <a:pt x="2061741" y="2026819"/>
                  </a:lnTo>
                  <a:lnTo>
                    <a:pt x="2061928" y="2025105"/>
                  </a:lnTo>
                  <a:lnTo>
                    <a:pt x="2062115" y="2022922"/>
                  </a:lnTo>
                  <a:lnTo>
                    <a:pt x="2062302" y="2020512"/>
                  </a:lnTo>
                  <a:lnTo>
                    <a:pt x="2062489" y="2017894"/>
                  </a:lnTo>
                  <a:lnTo>
                    <a:pt x="2062676" y="2014834"/>
                  </a:lnTo>
                  <a:lnTo>
                    <a:pt x="2062863" y="2011349"/>
                  </a:lnTo>
                  <a:lnTo>
                    <a:pt x="2063049" y="2006880"/>
                  </a:lnTo>
                  <a:lnTo>
                    <a:pt x="2063236" y="2000986"/>
                  </a:lnTo>
                  <a:lnTo>
                    <a:pt x="2063423" y="1994918"/>
                  </a:lnTo>
                  <a:lnTo>
                    <a:pt x="2063610" y="1988083"/>
                  </a:lnTo>
                  <a:lnTo>
                    <a:pt x="2063797" y="1980576"/>
                  </a:lnTo>
                  <a:lnTo>
                    <a:pt x="2063984" y="1972490"/>
                  </a:lnTo>
                  <a:lnTo>
                    <a:pt x="2064171" y="1963459"/>
                  </a:lnTo>
                  <a:lnTo>
                    <a:pt x="2064358" y="1952930"/>
                  </a:lnTo>
                  <a:lnTo>
                    <a:pt x="2064545" y="1942313"/>
                  </a:lnTo>
                  <a:lnTo>
                    <a:pt x="2064732" y="1931811"/>
                  </a:lnTo>
                  <a:lnTo>
                    <a:pt x="2064919" y="1921729"/>
                  </a:lnTo>
                  <a:lnTo>
                    <a:pt x="2065106" y="1911491"/>
                  </a:lnTo>
                  <a:lnTo>
                    <a:pt x="2065292" y="1901201"/>
                  </a:lnTo>
                  <a:lnTo>
                    <a:pt x="2065479" y="1890961"/>
                  </a:lnTo>
                  <a:lnTo>
                    <a:pt x="2065666" y="1881271"/>
                  </a:lnTo>
                  <a:lnTo>
                    <a:pt x="2065853" y="1872110"/>
                  </a:lnTo>
                  <a:lnTo>
                    <a:pt x="2066040" y="1864373"/>
                  </a:lnTo>
                  <a:lnTo>
                    <a:pt x="2066227" y="1855396"/>
                  </a:lnTo>
                  <a:lnTo>
                    <a:pt x="2066414" y="1847327"/>
                  </a:lnTo>
                  <a:lnTo>
                    <a:pt x="2066601" y="1839692"/>
                  </a:lnTo>
                  <a:lnTo>
                    <a:pt x="2066788" y="1833465"/>
                  </a:lnTo>
                  <a:lnTo>
                    <a:pt x="2066975" y="1829102"/>
                  </a:lnTo>
                  <a:lnTo>
                    <a:pt x="2067162" y="1826912"/>
                  </a:lnTo>
                  <a:lnTo>
                    <a:pt x="2067349" y="1825879"/>
                  </a:lnTo>
                  <a:lnTo>
                    <a:pt x="2067536" y="1826094"/>
                  </a:lnTo>
                  <a:lnTo>
                    <a:pt x="2067722" y="1826672"/>
                  </a:lnTo>
                  <a:lnTo>
                    <a:pt x="2067909" y="1827442"/>
                  </a:lnTo>
                  <a:lnTo>
                    <a:pt x="2068096" y="1828618"/>
                  </a:lnTo>
                  <a:lnTo>
                    <a:pt x="2068283" y="1830351"/>
                  </a:lnTo>
                  <a:lnTo>
                    <a:pt x="2068470" y="1832595"/>
                  </a:lnTo>
                  <a:lnTo>
                    <a:pt x="2068657" y="1837082"/>
                  </a:lnTo>
                  <a:lnTo>
                    <a:pt x="2068844" y="1842312"/>
                  </a:lnTo>
                  <a:lnTo>
                    <a:pt x="2069031" y="1848937"/>
                  </a:lnTo>
                  <a:lnTo>
                    <a:pt x="2069218" y="1855513"/>
                  </a:lnTo>
                  <a:lnTo>
                    <a:pt x="2069405" y="1863599"/>
                  </a:lnTo>
                  <a:lnTo>
                    <a:pt x="2069592" y="1870551"/>
                  </a:lnTo>
                  <a:lnTo>
                    <a:pt x="2069779" y="1873271"/>
                  </a:lnTo>
                  <a:lnTo>
                    <a:pt x="2069965" y="1874707"/>
                  </a:lnTo>
                  <a:lnTo>
                    <a:pt x="2070152" y="1876051"/>
                  </a:lnTo>
                  <a:lnTo>
                    <a:pt x="2070339" y="1877607"/>
                  </a:lnTo>
                  <a:lnTo>
                    <a:pt x="2070526" y="1879291"/>
                  </a:lnTo>
                  <a:lnTo>
                    <a:pt x="2070713" y="1881105"/>
                  </a:lnTo>
                  <a:lnTo>
                    <a:pt x="2070900" y="1882704"/>
                  </a:lnTo>
                  <a:lnTo>
                    <a:pt x="2071087" y="1883958"/>
                  </a:lnTo>
                  <a:lnTo>
                    <a:pt x="2071274" y="1884965"/>
                  </a:lnTo>
                  <a:lnTo>
                    <a:pt x="2071461" y="1885533"/>
                  </a:lnTo>
                  <a:lnTo>
                    <a:pt x="2071648" y="1885379"/>
                  </a:lnTo>
                  <a:lnTo>
                    <a:pt x="2071835" y="1884712"/>
                  </a:lnTo>
                  <a:lnTo>
                    <a:pt x="2072022" y="1883057"/>
                  </a:lnTo>
                  <a:lnTo>
                    <a:pt x="2072209" y="1880834"/>
                  </a:lnTo>
                  <a:lnTo>
                    <a:pt x="2072395" y="1878214"/>
                  </a:lnTo>
                  <a:lnTo>
                    <a:pt x="2072582" y="1875376"/>
                  </a:lnTo>
                  <a:lnTo>
                    <a:pt x="2072769" y="1872406"/>
                  </a:lnTo>
                  <a:lnTo>
                    <a:pt x="2072956" y="1869326"/>
                  </a:lnTo>
                  <a:lnTo>
                    <a:pt x="2073143" y="1867175"/>
                  </a:lnTo>
                  <a:lnTo>
                    <a:pt x="2073330" y="1864909"/>
                  </a:lnTo>
                  <a:lnTo>
                    <a:pt x="2073517" y="1862631"/>
                  </a:lnTo>
                  <a:lnTo>
                    <a:pt x="2073704" y="1860317"/>
                  </a:lnTo>
                  <a:lnTo>
                    <a:pt x="2073891" y="1858443"/>
                  </a:lnTo>
                  <a:lnTo>
                    <a:pt x="2074078" y="1856716"/>
                  </a:lnTo>
                  <a:lnTo>
                    <a:pt x="2074265" y="1855346"/>
                  </a:lnTo>
                  <a:lnTo>
                    <a:pt x="2074452" y="1854198"/>
                  </a:lnTo>
                  <a:lnTo>
                    <a:pt x="2074639" y="1853192"/>
                  </a:lnTo>
                  <a:lnTo>
                    <a:pt x="2074825" y="1852603"/>
                  </a:lnTo>
                  <a:lnTo>
                    <a:pt x="2075012" y="1852435"/>
                  </a:lnTo>
                  <a:lnTo>
                    <a:pt x="2075199" y="1852664"/>
                  </a:lnTo>
                  <a:lnTo>
                    <a:pt x="2075386" y="1852092"/>
                  </a:lnTo>
                  <a:lnTo>
                    <a:pt x="2075573" y="1851257"/>
                  </a:lnTo>
                  <a:lnTo>
                    <a:pt x="2075760" y="1850411"/>
                  </a:lnTo>
                  <a:lnTo>
                    <a:pt x="2075947" y="1849540"/>
                  </a:lnTo>
                  <a:lnTo>
                    <a:pt x="2076134" y="1848862"/>
                  </a:lnTo>
                  <a:lnTo>
                    <a:pt x="2076321" y="1848162"/>
                  </a:lnTo>
                  <a:lnTo>
                    <a:pt x="2076508" y="1847414"/>
                  </a:lnTo>
                  <a:lnTo>
                    <a:pt x="2076695" y="1846203"/>
                  </a:lnTo>
                  <a:lnTo>
                    <a:pt x="2076882" y="1845649"/>
                  </a:lnTo>
                  <a:lnTo>
                    <a:pt x="2077068" y="1845431"/>
                  </a:lnTo>
                  <a:lnTo>
                    <a:pt x="2077255" y="1846030"/>
                  </a:lnTo>
                  <a:lnTo>
                    <a:pt x="2077442" y="1847262"/>
                  </a:lnTo>
                  <a:lnTo>
                    <a:pt x="2077629" y="1849289"/>
                  </a:lnTo>
                  <a:lnTo>
                    <a:pt x="2077816" y="1851795"/>
                  </a:lnTo>
                  <a:lnTo>
                    <a:pt x="2078003" y="1854303"/>
                  </a:lnTo>
                  <a:lnTo>
                    <a:pt x="2078190" y="1857577"/>
                  </a:lnTo>
                  <a:lnTo>
                    <a:pt x="2078377" y="1860983"/>
                  </a:lnTo>
                  <a:lnTo>
                    <a:pt x="2078564" y="1864679"/>
                  </a:lnTo>
                  <a:lnTo>
                    <a:pt x="2078751" y="1868699"/>
                  </a:lnTo>
                  <a:lnTo>
                    <a:pt x="2078938" y="1872679"/>
                  </a:lnTo>
                  <a:lnTo>
                    <a:pt x="2079125" y="1876861"/>
                  </a:lnTo>
                  <a:lnTo>
                    <a:pt x="2079312" y="1881097"/>
                  </a:lnTo>
                  <a:lnTo>
                    <a:pt x="2079498" y="1885510"/>
                  </a:lnTo>
                  <a:lnTo>
                    <a:pt x="2079685" y="1888769"/>
                  </a:lnTo>
                  <a:lnTo>
                    <a:pt x="2079872" y="1891047"/>
                  </a:lnTo>
                  <a:lnTo>
                    <a:pt x="2080059" y="1892250"/>
                  </a:lnTo>
                  <a:lnTo>
                    <a:pt x="2080246" y="1893717"/>
                  </a:lnTo>
                  <a:lnTo>
                    <a:pt x="2080433" y="1895093"/>
                  </a:lnTo>
                  <a:lnTo>
                    <a:pt x="2080620" y="1896570"/>
                  </a:lnTo>
                  <a:lnTo>
                    <a:pt x="2080807" y="1898037"/>
                  </a:lnTo>
                  <a:lnTo>
                    <a:pt x="2080994" y="1899791"/>
                  </a:lnTo>
                  <a:lnTo>
                    <a:pt x="2081181" y="1902122"/>
                  </a:lnTo>
                  <a:lnTo>
                    <a:pt x="2081368" y="1904590"/>
                  </a:lnTo>
                  <a:lnTo>
                    <a:pt x="2081555" y="1907130"/>
                  </a:lnTo>
                  <a:lnTo>
                    <a:pt x="2081742" y="1909338"/>
                  </a:lnTo>
                  <a:lnTo>
                    <a:pt x="2081928" y="1911275"/>
                  </a:lnTo>
                  <a:lnTo>
                    <a:pt x="2082115" y="1913166"/>
                  </a:lnTo>
                  <a:lnTo>
                    <a:pt x="2082302" y="1914770"/>
                  </a:lnTo>
                  <a:lnTo>
                    <a:pt x="2082489" y="1916895"/>
                  </a:lnTo>
                  <a:lnTo>
                    <a:pt x="2082676" y="1920002"/>
                  </a:lnTo>
                  <a:lnTo>
                    <a:pt x="2082863" y="1923317"/>
                  </a:lnTo>
                  <a:lnTo>
                    <a:pt x="2083050" y="1926560"/>
                  </a:lnTo>
                  <a:lnTo>
                    <a:pt x="2083237" y="1929474"/>
                  </a:lnTo>
                  <a:lnTo>
                    <a:pt x="2083424" y="1931763"/>
                  </a:lnTo>
                  <a:lnTo>
                    <a:pt x="2083611" y="1933955"/>
                  </a:lnTo>
                  <a:lnTo>
                    <a:pt x="2083798" y="1935990"/>
                  </a:lnTo>
                  <a:lnTo>
                    <a:pt x="2083985" y="1937072"/>
                  </a:lnTo>
                  <a:lnTo>
                    <a:pt x="2084171" y="1938198"/>
                  </a:lnTo>
                  <a:lnTo>
                    <a:pt x="2084358" y="1939464"/>
                  </a:lnTo>
                  <a:lnTo>
                    <a:pt x="2084545" y="1940872"/>
                  </a:lnTo>
                  <a:lnTo>
                    <a:pt x="2084732" y="1942736"/>
                  </a:lnTo>
                  <a:lnTo>
                    <a:pt x="2084919" y="1944478"/>
                  </a:lnTo>
                  <a:lnTo>
                    <a:pt x="2085106" y="1946176"/>
                  </a:lnTo>
                  <a:lnTo>
                    <a:pt x="2085293" y="1947433"/>
                  </a:lnTo>
                  <a:lnTo>
                    <a:pt x="2085480" y="1948463"/>
                  </a:lnTo>
                  <a:lnTo>
                    <a:pt x="2085667" y="1949421"/>
                  </a:lnTo>
                  <a:lnTo>
                    <a:pt x="2085854" y="1950696"/>
                  </a:lnTo>
                  <a:lnTo>
                    <a:pt x="2086041" y="1952297"/>
                  </a:lnTo>
                  <a:lnTo>
                    <a:pt x="2086228" y="1954623"/>
                  </a:lnTo>
                  <a:lnTo>
                    <a:pt x="2086415" y="1957725"/>
                  </a:lnTo>
                  <a:lnTo>
                    <a:pt x="2086601" y="1961013"/>
                  </a:lnTo>
                  <a:lnTo>
                    <a:pt x="2086788" y="1964244"/>
                  </a:lnTo>
                  <a:lnTo>
                    <a:pt x="2086975" y="1967247"/>
                  </a:lnTo>
                  <a:lnTo>
                    <a:pt x="2087162" y="1970003"/>
                  </a:lnTo>
                  <a:lnTo>
                    <a:pt x="2087349" y="1972526"/>
                  </a:lnTo>
                  <a:lnTo>
                    <a:pt x="2087536" y="1974298"/>
                  </a:lnTo>
                  <a:lnTo>
                    <a:pt x="2087723" y="1975728"/>
                  </a:lnTo>
                  <a:lnTo>
                    <a:pt x="2087910" y="1977316"/>
                  </a:lnTo>
                  <a:lnTo>
                    <a:pt x="2088097" y="1979212"/>
                  </a:lnTo>
                  <a:lnTo>
                    <a:pt x="2088284" y="1981422"/>
                  </a:lnTo>
                  <a:lnTo>
                    <a:pt x="2088471" y="1983693"/>
                  </a:lnTo>
                  <a:lnTo>
                    <a:pt x="2088658" y="1985744"/>
                  </a:lnTo>
                  <a:lnTo>
                    <a:pt x="2088844" y="1987448"/>
                  </a:lnTo>
                  <a:lnTo>
                    <a:pt x="2089031" y="1988020"/>
                  </a:lnTo>
                  <a:lnTo>
                    <a:pt x="2089218" y="1987413"/>
                  </a:lnTo>
                  <a:lnTo>
                    <a:pt x="2089405" y="1986490"/>
                  </a:lnTo>
                  <a:lnTo>
                    <a:pt x="2089592" y="1984660"/>
                  </a:lnTo>
                  <a:lnTo>
                    <a:pt x="2089779" y="1982690"/>
                  </a:lnTo>
                  <a:lnTo>
                    <a:pt x="2089966" y="1980500"/>
                  </a:lnTo>
                  <a:lnTo>
                    <a:pt x="2090153" y="1978547"/>
                  </a:lnTo>
                  <a:lnTo>
                    <a:pt x="2090340" y="1977104"/>
                  </a:lnTo>
                  <a:lnTo>
                    <a:pt x="2090527" y="1976216"/>
                  </a:lnTo>
                  <a:lnTo>
                    <a:pt x="2090714" y="1975328"/>
                  </a:lnTo>
                  <a:lnTo>
                    <a:pt x="2090901" y="1973762"/>
                  </a:lnTo>
                  <a:lnTo>
                    <a:pt x="2091088" y="1971941"/>
                  </a:lnTo>
                  <a:lnTo>
                    <a:pt x="2091274" y="1970182"/>
                  </a:lnTo>
                  <a:lnTo>
                    <a:pt x="2091461" y="1968748"/>
                  </a:lnTo>
                  <a:lnTo>
                    <a:pt x="2091648" y="1967012"/>
                  </a:lnTo>
                  <a:lnTo>
                    <a:pt x="2091835" y="1966066"/>
                  </a:lnTo>
                  <a:lnTo>
                    <a:pt x="2092022" y="1966117"/>
                  </a:lnTo>
                  <a:lnTo>
                    <a:pt x="2092209" y="1966633"/>
                  </a:lnTo>
                  <a:lnTo>
                    <a:pt x="2092396" y="1968272"/>
                  </a:lnTo>
                  <a:lnTo>
                    <a:pt x="2092583" y="1970451"/>
                  </a:lnTo>
                  <a:lnTo>
                    <a:pt x="2092770" y="1972650"/>
                  </a:lnTo>
                  <a:lnTo>
                    <a:pt x="2092957" y="1974951"/>
                  </a:lnTo>
                  <a:lnTo>
                    <a:pt x="2093144" y="1976917"/>
                  </a:lnTo>
                  <a:lnTo>
                    <a:pt x="2093331" y="1978989"/>
                  </a:lnTo>
                  <a:lnTo>
                    <a:pt x="2093518" y="1981281"/>
                  </a:lnTo>
                  <a:lnTo>
                    <a:pt x="2093704" y="1984713"/>
                  </a:lnTo>
                  <a:lnTo>
                    <a:pt x="2093891" y="1989013"/>
                  </a:lnTo>
                  <a:lnTo>
                    <a:pt x="2094078" y="1993974"/>
                  </a:lnTo>
                  <a:lnTo>
                    <a:pt x="2094265" y="1999172"/>
                  </a:lnTo>
                  <a:lnTo>
                    <a:pt x="2094452" y="2005442"/>
                  </a:lnTo>
                  <a:lnTo>
                    <a:pt x="2094639" y="2010902"/>
                  </a:lnTo>
                  <a:lnTo>
                    <a:pt x="2094826" y="2016173"/>
                  </a:lnTo>
                  <a:lnTo>
                    <a:pt x="2095013" y="2022003"/>
                  </a:lnTo>
                  <a:lnTo>
                    <a:pt x="2095200" y="2028296"/>
                  </a:lnTo>
                  <a:lnTo>
                    <a:pt x="2095387" y="2034124"/>
                  </a:lnTo>
                  <a:lnTo>
                    <a:pt x="2095574" y="2040728"/>
                  </a:lnTo>
                  <a:lnTo>
                    <a:pt x="2095761" y="2047516"/>
                  </a:lnTo>
                  <a:lnTo>
                    <a:pt x="2095947" y="2054114"/>
                  </a:lnTo>
                  <a:lnTo>
                    <a:pt x="2096134" y="2060764"/>
                  </a:lnTo>
                  <a:lnTo>
                    <a:pt x="2096321" y="2067248"/>
                  </a:lnTo>
                  <a:lnTo>
                    <a:pt x="2096508" y="2073230"/>
                  </a:lnTo>
                  <a:lnTo>
                    <a:pt x="2096695" y="2078798"/>
                  </a:lnTo>
                  <a:lnTo>
                    <a:pt x="2096882" y="2083697"/>
                  </a:lnTo>
                  <a:lnTo>
                    <a:pt x="2097069" y="2088160"/>
                  </a:lnTo>
                  <a:lnTo>
                    <a:pt x="2097256" y="2092382"/>
                  </a:lnTo>
                  <a:lnTo>
                    <a:pt x="2097443" y="2096713"/>
                  </a:lnTo>
                  <a:lnTo>
                    <a:pt x="2097630" y="2101323"/>
                  </a:lnTo>
                  <a:lnTo>
                    <a:pt x="2097817" y="2104856"/>
                  </a:lnTo>
                  <a:lnTo>
                    <a:pt x="2098004" y="2107652"/>
                  </a:lnTo>
                  <a:lnTo>
                    <a:pt x="2098191" y="2110215"/>
                  </a:lnTo>
                  <a:lnTo>
                    <a:pt x="2098377" y="2112840"/>
                  </a:lnTo>
                  <a:lnTo>
                    <a:pt x="2098564" y="2115373"/>
                  </a:lnTo>
                  <a:lnTo>
                    <a:pt x="2098751" y="2117974"/>
                  </a:lnTo>
                  <a:lnTo>
                    <a:pt x="2098938" y="2120642"/>
                  </a:lnTo>
                  <a:lnTo>
                    <a:pt x="2099125" y="2123336"/>
                  </a:lnTo>
                  <a:lnTo>
                    <a:pt x="2099312" y="2126216"/>
                  </a:lnTo>
                  <a:lnTo>
                    <a:pt x="2099499" y="2128751"/>
                  </a:lnTo>
                  <a:lnTo>
                    <a:pt x="2099686" y="2130802"/>
                  </a:lnTo>
                  <a:lnTo>
                    <a:pt x="2099873" y="2132189"/>
                  </a:lnTo>
                  <a:lnTo>
                    <a:pt x="2100060" y="2133259"/>
                  </a:lnTo>
                  <a:lnTo>
                    <a:pt x="2100247" y="2135041"/>
                  </a:lnTo>
                  <a:lnTo>
                    <a:pt x="2100434" y="2137111"/>
                  </a:lnTo>
                  <a:lnTo>
                    <a:pt x="2100620" y="2140243"/>
                  </a:lnTo>
                  <a:lnTo>
                    <a:pt x="2100807" y="2143029"/>
                  </a:lnTo>
                  <a:lnTo>
                    <a:pt x="2100994" y="2146553"/>
                  </a:lnTo>
                  <a:lnTo>
                    <a:pt x="2101181" y="2150389"/>
                  </a:lnTo>
                  <a:lnTo>
                    <a:pt x="2101368" y="2154428"/>
                  </a:lnTo>
                  <a:lnTo>
                    <a:pt x="2101555" y="2158930"/>
                  </a:lnTo>
                  <a:lnTo>
                    <a:pt x="2101742" y="2165111"/>
                  </a:lnTo>
                  <a:lnTo>
                    <a:pt x="2101929" y="2171495"/>
                  </a:lnTo>
                  <a:lnTo>
                    <a:pt x="2102116" y="2177680"/>
                  </a:lnTo>
                  <a:lnTo>
                    <a:pt x="2102303" y="2183627"/>
                  </a:lnTo>
                  <a:lnTo>
                    <a:pt x="2102490" y="2189707"/>
                  </a:lnTo>
                  <a:lnTo>
                    <a:pt x="2102677" y="2196844"/>
                  </a:lnTo>
                  <a:lnTo>
                    <a:pt x="2102864" y="2204429"/>
                  </a:lnTo>
                  <a:lnTo>
                    <a:pt x="2103050" y="2211870"/>
                  </a:lnTo>
                  <a:lnTo>
                    <a:pt x="2103237" y="2218994"/>
                  </a:lnTo>
                  <a:lnTo>
                    <a:pt x="2103424" y="2224917"/>
                  </a:lnTo>
                  <a:lnTo>
                    <a:pt x="2103611" y="2231541"/>
                  </a:lnTo>
                  <a:lnTo>
                    <a:pt x="2103798" y="2237071"/>
                  </a:lnTo>
                  <a:lnTo>
                    <a:pt x="2103985" y="2242313"/>
                  </a:lnTo>
                  <a:lnTo>
                    <a:pt x="2104172" y="2246338"/>
                  </a:lnTo>
                  <a:lnTo>
                    <a:pt x="2104359" y="2249118"/>
                  </a:lnTo>
                  <a:lnTo>
                    <a:pt x="2104546" y="2250447"/>
                  </a:lnTo>
                  <a:lnTo>
                    <a:pt x="2104733" y="2251022"/>
                  </a:lnTo>
                  <a:lnTo>
                    <a:pt x="2104920" y="2251236"/>
                  </a:lnTo>
                  <a:lnTo>
                    <a:pt x="2105107" y="2251571"/>
                  </a:lnTo>
                  <a:lnTo>
                    <a:pt x="2105294" y="2251887"/>
                  </a:lnTo>
                  <a:lnTo>
                    <a:pt x="2105480" y="2252124"/>
                  </a:lnTo>
                  <a:lnTo>
                    <a:pt x="2105667" y="2251825"/>
                  </a:lnTo>
                  <a:lnTo>
                    <a:pt x="2105854" y="2251130"/>
                  </a:lnTo>
                  <a:lnTo>
                    <a:pt x="2106041" y="2250110"/>
                  </a:lnTo>
                  <a:lnTo>
                    <a:pt x="2106228" y="2248896"/>
                  </a:lnTo>
                  <a:lnTo>
                    <a:pt x="2106415" y="2247216"/>
                  </a:lnTo>
                  <a:lnTo>
                    <a:pt x="2106602" y="2245730"/>
                  </a:lnTo>
                  <a:lnTo>
                    <a:pt x="2106789" y="2244604"/>
                  </a:lnTo>
                  <a:lnTo>
                    <a:pt x="2106976" y="2243724"/>
                  </a:lnTo>
                  <a:lnTo>
                    <a:pt x="2107163" y="2242792"/>
                  </a:lnTo>
                  <a:lnTo>
                    <a:pt x="2107350" y="2242150"/>
                  </a:lnTo>
                  <a:lnTo>
                    <a:pt x="2107537" y="2241604"/>
                  </a:lnTo>
                  <a:lnTo>
                    <a:pt x="2107723" y="2241191"/>
                  </a:lnTo>
                  <a:lnTo>
                    <a:pt x="2107910" y="2241059"/>
                  </a:lnTo>
                  <a:lnTo>
                    <a:pt x="2108097" y="2241041"/>
                  </a:lnTo>
                  <a:lnTo>
                    <a:pt x="2108284" y="2241244"/>
                  </a:lnTo>
                  <a:lnTo>
                    <a:pt x="2108471" y="2241640"/>
                  </a:lnTo>
                  <a:lnTo>
                    <a:pt x="2108658" y="2241763"/>
                  </a:lnTo>
                  <a:lnTo>
                    <a:pt x="2108845" y="2241780"/>
                  </a:lnTo>
                  <a:lnTo>
                    <a:pt x="2109032" y="2242282"/>
                  </a:lnTo>
                  <a:lnTo>
                    <a:pt x="2109219" y="2243249"/>
                  </a:lnTo>
                  <a:lnTo>
                    <a:pt x="2109406" y="2244929"/>
                  </a:lnTo>
                  <a:lnTo>
                    <a:pt x="2109593" y="2246644"/>
                  </a:lnTo>
                  <a:lnTo>
                    <a:pt x="2109780" y="2248280"/>
                  </a:lnTo>
                  <a:lnTo>
                    <a:pt x="2109967" y="2249292"/>
                  </a:lnTo>
                  <a:lnTo>
                    <a:pt x="2110153" y="2249767"/>
                  </a:lnTo>
                  <a:lnTo>
                    <a:pt x="2110340" y="2249186"/>
                  </a:lnTo>
                  <a:lnTo>
                    <a:pt x="2110527" y="2248192"/>
                  </a:lnTo>
                  <a:lnTo>
                    <a:pt x="2110714" y="2246433"/>
                  </a:lnTo>
                  <a:lnTo>
                    <a:pt x="2110901" y="2244094"/>
                  </a:lnTo>
                  <a:lnTo>
                    <a:pt x="2111088" y="2241235"/>
                  </a:lnTo>
                  <a:lnTo>
                    <a:pt x="2111275" y="2237963"/>
                  </a:lnTo>
                  <a:lnTo>
                    <a:pt x="2111462" y="2234726"/>
                  </a:lnTo>
                  <a:lnTo>
                    <a:pt x="2111649" y="2231392"/>
                  </a:lnTo>
                  <a:lnTo>
                    <a:pt x="2111836" y="2227425"/>
                  </a:lnTo>
                  <a:lnTo>
                    <a:pt x="2112023" y="2223098"/>
                  </a:lnTo>
                  <a:lnTo>
                    <a:pt x="2112210" y="2218463"/>
                  </a:lnTo>
                  <a:lnTo>
                    <a:pt x="2112397" y="2213827"/>
                  </a:lnTo>
                  <a:lnTo>
                    <a:pt x="2112583" y="2209456"/>
                  </a:lnTo>
                  <a:lnTo>
                    <a:pt x="2112770" y="2206579"/>
                  </a:lnTo>
                  <a:lnTo>
                    <a:pt x="2112957" y="2204354"/>
                  </a:lnTo>
                  <a:lnTo>
                    <a:pt x="2113144" y="2203765"/>
                  </a:lnTo>
                  <a:lnTo>
                    <a:pt x="2113331" y="2203659"/>
                  </a:lnTo>
                  <a:lnTo>
                    <a:pt x="2113518" y="2204152"/>
                  </a:lnTo>
                  <a:lnTo>
                    <a:pt x="2113705" y="2205348"/>
                  </a:lnTo>
                  <a:lnTo>
                    <a:pt x="2113892" y="2207169"/>
                  </a:lnTo>
                  <a:lnTo>
                    <a:pt x="2114079" y="2209596"/>
                  </a:lnTo>
                  <a:lnTo>
                    <a:pt x="2114266" y="2211998"/>
                  </a:lnTo>
                  <a:lnTo>
                    <a:pt x="2114453" y="2214161"/>
                  </a:lnTo>
                  <a:lnTo>
                    <a:pt x="2114640" y="2216114"/>
                  </a:lnTo>
                  <a:lnTo>
                    <a:pt x="2114826" y="2218014"/>
                  </a:lnTo>
                  <a:lnTo>
                    <a:pt x="2115013" y="2219342"/>
                  </a:lnTo>
                  <a:lnTo>
                    <a:pt x="2115200" y="2220239"/>
                  </a:lnTo>
                  <a:lnTo>
                    <a:pt x="2115387" y="2221416"/>
                  </a:lnTo>
                  <a:lnTo>
                    <a:pt x="2115574" y="2221786"/>
                  </a:lnTo>
                  <a:lnTo>
                    <a:pt x="2115761" y="2222138"/>
                  </a:lnTo>
                  <a:lnTo>
                    <a:pt x="2115948" y="2221769"/>
                  </a:lnTo>
                  <a:lnTo>
                    <a:pt x="2116135" y="2221248"/>
                  </a:lnTo>
                  <a:lnTo>
                    <a:pt x="2116322" y="2220525"/>
                  </a:lnTo>
                  <a:lnTo>
                    <a:pt x="2116509" y="2219537"/>
                  </a:lnTo>
                  <a:lnTo>
                    <a:pt x="2116696" y="2218626"/>
                  </a:lnTo>
                  <a:lnTo>
                    <a:pt x="2116883" y="2217324"/>
                  </a:lnTo>
                  <a:lnTo>
                    <a:pt x="2117070" y="2216219"/>
                  </a:lnTo>
                  <a:lnTo>
                    <a:pt x="2117256" y="2215251"/>
                  </a:lnTo>
                  <a:lnTo>
                    <a:pt x="2117443" y="2214742"/>
                  </a:lnTo>
                  <a:lnTo>
                    <a:pt x="2117630" y="2214278"/>
                  </a:lnTo>
                  <a:lnTo>
                    <a:pt x="2117817" y="2213855"/>
                  </a:lnTo>
                  <a:lnTo>
                    <a:pt x="2118004" y="2213381"/>
                  </a:lnTo>
                  <a:lnTo>
                    <a:pt x="2118191" y="2213098"/>
                  </a:lnTo>
                  <a:lnTo>
                    <a:pt x="2118378" y="2212583"/>
                  </a:lnTo>
                  <a:lnTo>
                    <a:pt x="2118565" y="2211568"/>
                  </a:lnTo>
                  <a:lnTo>
                    <a:pt x="2118752" y="2210998"/>
                  </a:lnTo>
                  <a:lnTo>
                    <a:pt x="2118939" y="2210766"/>
                  </a:lnTo>
                  <a:lnTo>
                    <a:pt x="2119126" y="2211130"/>
                  </a:lnTo>
                  <a:lnTo>
                    <a:pt x="2119313" y="2211606"/>
                  </a:lnTo>
                  <a:lnTo>
                    <a:pt x="2119499" y="2211962"/>
                  </a:lnTo>
                  <a:lnTo>
                    <a:pt x="2119686" y="2212185"/>
                  </a:lnTo>
                  <a:lnTo>
                    <a:pt x="2119873" y="2212721"/>
                  </a:lnTo>
                  <a:lnTo>
                    <a:pt x="2120060" y="2213607"/>
                  </a:lnTo>
                  <a:lnTo>
                    <a:pt x="2120247" y="2214837"/>
                  </a:lnTo>
                  <a:lnTo>
                    <a:pt x="2120434" y="2215873"/>
                  </a:lnTo>
                  <a:lnTo>
                    <a:pt x="2120621" y="2216577"/>
                  </a:lnTo>
                  <a:lnTo>
                    <a:pt x="2120808" y="2216879"/>
                  </a:lnTo>
                  <a:lnTo>
                    <a:pt x="2120995" y="2217026"/>
                  </a:lnTo>
                  <a:lnTo>
                    <a:pt x="2121182" y="2217159"/>
                  </a:lnTo>
                  <a:lnTo>
                    <a:pt x="2121369" y="2217964"/>
                  </a:lnTo>
                  <a:lnTo>
                    <a:pt x="2121556" y="2218331"/>
                  </a:lnTo>
                  <a:lnTo>
                    <a:pt x="2121743" y="2218458"/>
                  </a:lnTo>
                  <a:lnTo>
                    <a:pt x="2121929" y="2218212"/>
                  </a:lnTo>
                  <a:lnTo>
                    <a:pt x="2122116" y="2217754"/>
                  </a:lnTo>
                  <a:lnTo>
                    <a:pt x="2122303" y="2217380"/>
                  </a:lnTo>
                  <a:lnTo>
                    <a:pt x="2122490" y="2216870"/>
                  </a:lnTo>
                  <a:lnTo>
                    <a:pt x="2122677" y="2216025"/>
                  </a:lnTo>
                  <a:lnTo>
                    <a:pt x="2122864" y="2214932"/>
                  </a:lnTo>
                  <a:lnTo>
                    <a:pt x="2123051" y="2213931"/>
                  </a:lnTo>
                  <a:lnTo>
                    <a:pt x="2123238" y="2212575"/>
                  </a:lnTo>
                  <a:lnTo>
                    <a:pt x="2123425" y="2211209"/>
                  </a:lnTo>
                  <a:lnTo>
                    <a:pt x="2123612" y="2209825"/>
                  </a:lnTo>
                  <a:lnTo>
                    <a:pt x="2123799" y="2208604"/>
                  </a:lnTo>
                  <a:lnTo>
                    <a:pt x="2123986" y="2206781"/>
                  </a:lnTo>
                  <a:lnTo>
                    <a:pt x="2124173" y="2204630"/>
                  </a:lnTo>
                  <a:lnTo>
                    <a:pt x="2124359" y="2202202"/>
                  </a:lnTo>
                  <a:lnTo>
                    <a:pt x="2124546" y="2199323"/>
                  </a:lnTo>
                  <a:lnTo>
                    <a:pt x="2124733" y="2195708"/>
                  </a:lnTo>
                  <a:lnTo>
                    <a:pt x="2124920" y="2191967"/>
                  </a:lnTo>
                  <a:lnTo>
                    <a:pt x="2125107" y="2187116"/>
                  </a:lnTo>
                  <a:lnTo>
                    <a:pt x="2125294" y="2182176"/>
                  </a:lnTo>
                  <a:lnTo>
                    <a:pt x="2125481" y="2177018"/>
                  </a:lnTo>
                  <a:lnTo>
                    <a:pt x="2125668" y="2172265"/>
                  </a:lnTo>
                  <a:lnTo>
                    <a:pt x="2125855" y="2167611"/>
                  </a:lnTo>
                  <a:lnTo>
                    <a:pt x="2126042" y="2163554"/>
                  </a:lnTo>
                  <a:lnTo>
                    <a:pt x="2126229" y="2159818"/>
                  </a:lnTo>
                  <a:lnTo>
                    <a:pt x="2126416" y="2156634"/>
                  </a:lnTo>
                  <a:lnTo>
                    <a:pt x="2126602" y="2153899"/>
                  </a:lnTo>
                  <a:lnTo>
                    <a:pt x="2126789" y="2151629"/>
                  </a:lnTo>
                  <a:lnTo>
                    <a:pt x="2126976" y="2150292"/>
                  </a:lnTo>
                  <a:lnTo>
                    <a:pt x="2127163" y="2149395"/>
                  </a:lnTo>
                  <a:lnTo>
                    <a:pt x="2127350" y="2148489"/>
                  </a:lnTo>
                  <a:lnTo>
                    <a:pt x="2127537" y="2147610"/>
                  </a:lnTo>
                  <a:lnTo>
                    <a:pt x="2127724" y="2147293"/>
                  </a:lnTo>
                  <a:lnTo>
                    <a:pt x="2127911" y="2146959"/>
                  </a:lnTo>
                  <a:lnTo>
                    <a:pt x="2128098" y="2146897"/>
                  </a:lnTo>
                  <a:lnTo>
                    <a:pt x="2128285" y="2147768"/>
                  </a:lnTo>
                  <a:lnTo>
                    <a:pt x="2128472" y="2148911"/>
                  </a:lnTo>
                  <a:lnTo>
                    <a:pt x="2128659" y="2149782"/>
                  </a:lnTo>
                  <a:lnTo>
                    <a:pt x="2128846" y="2150310"/>
                  </a:lnTo>
                  <a:lnTo>
                    <a:pt x="2129032" y="2151365"/>
                  </a:lnTo>
                  <a:lnTo>
                    <a:pt x="2129219" y="2152377"/>
                  </a:lnTo>
                  <a:lnTo>
                    <a:pt x="2129406" y="2153415"/>
                  </a:lnTo>
                  <a:lnTo>
                    <a:pt x="2129593" y="2154664"/>
                  </a:lnTo>
                  <a:lnTo>
                    <a:pt x="2129780" y="2155508"/>
                  </a:lnTo>
                  <a:lnTo>
                    <a:pt x="2129967" y="2156528"/>
                  </a:lnTo>
                  <a:lnTo>
                    <a:pt x="2130154" y="2157654"/>
                  </a:lnTo>
                  <a:lnTo>
                    <a:pt x="2130341" y="2158710"/>
                  </a:lnTo>
                  <a:lnTo>
                    <a:pt x="2130528" y="2159625"/>
                  </a:lnTo>
                  <a:lnTo>
                    <a:pt x="2130715" y="2160407"/>
                  </a:lnTo>
                  <a:lnTo>
                    <a:pt x="2130902" y="2161568"/>
                  </a:lnTo>
                  <a:lnTo>
                    <a:pt x="2131089" y="2162765"/>
                  </a:lnTo>
                  <a:lnTo>
                    <a:pt x="2131276" y="2163838"/>
                  </a:lnTo>
                  <a:lnTo>
                    <a:pt x="2131462" y="2165078"/>
                  </a:lnTo>
                  <a:lnTo>
                    <a:pt x="2131649" y="2166485"/>
                  </a:lnTo>
                  <a:lnTo>
                    <a:pt x="2131836" y="2167655"/>
                  </a:lnTo>
                  <a:lnTo>
                    <a:pt x="2132023" y="2168412"/>
                  </a:lnTo>
                  <a:lnTo>
                    <a:pt x="2132210" y="2168860"/>
                  </a:lnTo>
                  <a:lnTo>
                    <a:pt x="2132397" y="2169177"/>
                  </a:lnTo>
                  <a:lnTo>
                    <a:pt x="2132584" y="2169194"/>
                  </a:lnTo>
                  <a:lnTo>
                    <a:pt x="2132771" y="2168922"/>
                  </a:lnTo>
                  <a:lnTo>
                    <a:pt x="2132958" y="2168227"/>
                  </a:lnTo>
                  <a:lnTo>
                    <a:pt x="2133145" y="2166688"/>
                  </a:lnTo>
                  <a:lnTo>
                    <a:pt x="2133332" y="2164770"/>
                  </a:lnTo>
                  <a:lnTo>
                    <a:pt x="2133519" y="2162774"/>
                  </a:lnTo>
                  <a:lnTo>
                    <a:pt x="2133705" y="2160443"/>
                  </a:lnTo>
                  <a:lnTo>
                    <a:pt x="2133892" y="2157839"/>
                  </a:lnTo>
                  <a:lnTo>
                    <a:pt x="2134079" y="2155024"/>
                  </a:lnTo>
                  <a:lnTo>
                    <a:pt x="2134266" y="2152201"/>
                  </a:lnTo>
                  <a:lnTo>
                    <a:pt x="2134453" y="2149034"/>
                  </a:lnTo>
                  <a:lnTo>
                    <a:pt x="2134640" y="2145595"/>
                  </a:lnTo>
                  <a:lnTo>
                    <a:pt x="2134827" y="2142306"/>
                  </a:lnTo>
                  <a:lnTo>
                    <a:pt x="2135014" y="2139245"/>
                  </a:lnTo>
                  <a:lnTo>
                    <a:pt x="2135201" y="2136421"/>
                  </a:lnTo>
                  <a:lnTo>
                    <a:pt x="2135388" y="2133765"/>
                  </a:lnTo>
                  <a:lnTo>
                    <a:pt x="2135575" y="2131919"/>
                  </a:lnTo>
                  <a:lnTo>
                    <a:pt x="2135762" y="2130273"/>
                  </a:lnTo>
                  <a:lnTo>
                    <a:pt x="2135949" y="2129112"/>
                  </a:lnTo>
                  <a:lnTo>
                    <a:pt x="2136135" y="2128112"/>
                  </a:lnTo>
                  <a:lnTo>
                    <a:pt x="2136322" y="2127234"/>
                  </a:lnTo>
                  <a:lnTo>
                    <a:pt x="2136509" y="2126287"/>
                  </a:lnTo>
                  <a:lnTo>
                    <a:pt x="2136696" y="2125406"/>
                  </a:lnTo>
                  <a:lnTo>
                    <a:pt x="2136883" y="2124941"/>
                  </a:lnTo>
                  <a:lnTo>
                    <a:pt x="2137070" y="2124917"/>
                  </a:lnTo>
                  <a:lnTo>
                    <a:pt x="2137257" y="2125607"/>
                  </a:lnTo>
                  <a:lnTo>
                    <a:pt x="2137444" y="2126942"/>
                  </a:lnTo>
                  <a:lnTo>
                    <a:pt x="2137631" y="2127908"/>
                  </a:lnTo>
                  <a:lnTo>
                    <a:pt x="2137818" y="2128866"/>
                  </a:lnTo>
                  <a:lnTo>
                    <a:pt x="2138005" y="2130078"/>
                  </a:lnTo>
                  <a:lnTo>
                    <a:pt x="2138192" y="2131688"/>
                  </a:lnTo>
                  <a:lnTo>
                    <a:pt x="2138378" y="2133373"/>
                  </a:lnTo>
                  <a:lnTo>
                    <a:pt x="2138565" y="2135452"/>
                  </a:lnTo>
                  <a:lnTo>
                    <a:pt x="2138752" y="2138468"/>
                  </a:lnTo>
                  <a:lnTo>
                    <a:pt x="2138939" y="2142254"/>
                  </a:lnTo>
                  <a:lnTo>
                    <a:pt x="2139126" y="2146073"/>
                  </a:lnTo>
                  <a:lnTo>
                    <a:pt x="2139313" y="2150105"/>
                  </a:lnTo>
                  <a:lnTo>
                    <a:pt x="2139500" y="2154337"/>
                  </a:lnTo>
                  <a:lnTo>
                    <a:pt x="2139687" y="2158607"/>
                  </a:lnTo>
                  <a:lnTo>
                    <a:pt x="2139874" y="2162610"/>
                  </a:lnTo>
                  <a:lnTo>
                    <a:pt x="2140061" y="2165783"/>
                  </a:lnTo>
                  <a:lnTo>
                    <a:pt x="2140248" y="2168759"/>
                  </a:lnTo>
                  <a:lnTo>
                    <a:pt x="2140435" y="2171850"/>
                  </a:lnTo>
                  <a:lnTo>
                    <a:pt x="2140622" y="2174955"/>
                  </a:lnTo>
                  <a:lnTo>
                    <a:pt x="2140808" y="2177927"/>
                  </a:lnTo>
                  <a:lnTo>
                    <a:pt x="2140995" y="2181442"/>
                  </a:lnTo>
                  <a:lnTo>
                    <a:pt x="2141182" y="2185058"/>
                  </a:lnTo>
                  <a:lnTo>
                    <a:pt x="2141369" y="2188778"/>
                  </a:lnTo>
                  <a:lnTo>
                    <a:pt x="2141556" y="2192125"/>
                  </a:lnTo>
                  <a:lnTo>
                    <a:pt x="2141743" y="2195090"/>
                  </a:lnTo>
                  <a:lnTo>
                    <a:pt x="2141930" y="2198301"/>
                  </a:lnTo>
                  <a:lnTo>
                    <a:pt x="2142117" y="2201613"/>
                  </a:lnTo>
                  <a:lnTo>
                    <a:pt x="2142304" y="2205103"/>
                  </a:lnTo>
                  <a:lnTo>
                    <a:pt x="2142491" y="2208446"/>
                  </a:lnTo>
                  <a:lnTo>
                    <a:pt x="2142678" y="2211892"/>
                  </a:lnTo>
                  <a:lnTo>
                    <a:pt x="2142865" y="2215320"/>
                  </a:lnTo>
                  <a:lnTo>
                    <a:pt x="2143052" y="2218841"/>
                  </a:lnTo>
                  <a:lnTo>
                    <a:pt x="2143238" y="2222596"/>
                  </a:lnTo>
                  <a:lnTo>
                    <a:pt x="2143425" y="2226123"/>
                  </a:lnTo>
                  <a:lnTo>
                    <a:pt x="2143612" y="2229491"/>
                  </a:lnTo>
                  <a:lnTo>
                    <a:pt x="2143799" y="2232737"/>
                  </a:lnTo>
                  <a:lnTo>
                    <a:pt x="2143986" y="2235806"/>
                  </a:lnTo>
                  <a:lnTo>
                    <a:pt x="2144173" y="2238414"/>
                  </a:lnTo>
                  <a:lnTo>
                    <a:pt x="2144360" y="2240751"/>
                  </a:lnTo>
                  <a:lnTo>
                    <a:pt x="2144547" y="2243071"/>
                  </a:lnTo>
                  <a:lnTo>
                    <a:pt x="2144734" y="2244904"/>
                  </a:lnTo>
                  <a:lnTo>
                    <a:pt x="2144921" y="2246283"/>
                  </a:lnTo>
                  <a:lnTo>
                    <a:pt x="2145108" y="2247098"/>
                  </a:lnTo>
                  <a:lnTo>
                    <a:pt x="2145295" y="2247547"/>
                  </a:lnTo>
                  <a:lnTo>
                    <a:pt x="2145481" y="2247784"/>
                  </a:lnTo>
                  <a:lnTo>
                    <a:pt x="2145668" y="2248136"/>
                  </a:lnTo>
                  <a:lnTo>
                    <a:pt x="2145855" y="2248655"/>
                  </a:lnTo>
                  <a:lnTo>
                    <a:pt x="2146042" y="2249649"/>
                  </a:lnTo>
                  <a:lnTo>
                    <a:pt x="2146229" y="2250898"/>
                  </a:lnTo>
                  <a:lnTo>
                    <a:pt x="2146416" y="2252094"/>
                  </a:lnTo>
                  <a:lnTo>
                    <a:pt x="2146603" y="2253238"/>
                  </a:lnTo>
                  <a:lnTo>
                    <a:pt x="2146790" y="2254408"/>
                  </a:lnTo>
                  <a:lnTo>
                    <a:pt x="2146977" y="2255921"/>
                  </a:lnTo>
                  <a:lnTo>
                    <a:pt x="2147164" y="2257592"/>
                  </a:lnTo>
                  <a:lnTo>
                    <a:pt x="2147351" y="2259747"/>
                  </a:lnTo>
                  <a:lnTo>
                    <a:pt x="2147538" y="2262762"/>
                  </a:lnTo>
                  <a:lnTo>
                    <a:pt x="2147725" y="2266982"/>
                  </a:lnTo>
                  <a:lnTo>
                    <a:pt x="2147911" y="2271727"/>
                  </a:lnTo>
                  <a:lnTo>
                    <a:pt x="2148098" y="2277308"/>
                  </a:lnTo>
                  <a:lnTo>
                    <a:pt x="2148285" y="2283614"/>
                  </a:lnTo>
                  <a:lnTo>
                    <a:pt x="2148472" y="2290104"/>
                  </a:lnTo>
                  <a:lnTo>
                    <a:pt x="2148659" y="2296586"/>
                  </a:lnTo>
                  <a:lnTo>
                    <a:pt x="2148846" y="2302681"/>
                  </a:lnTo>
                  <a:lnTo>
                    <a:pt x="2149033" y="2308517"/>
                  </a:lnTo>
                  <a:lnTo>
                    <a:pt x="2149220" y="2314620"/>
                  </a:lnTo>
                  <a:lnTo>
                    <a:pt x="2149407" y="2320593"/>
                  </a:lnTo>
                  <a:lnTo>
                    <a:pt x="2149594" y="2326512"/>
                  </a:lnTo>
                  <a:lnTo>
                    <a:pt x="2149781" y="2332492"/>
                  </a:lnTo>
                  <a:lnTo>
                    <a:pt x="2149968" y="2338502"/>
                  </a:lnTo>
                  <a:lnTo>
                    <a:pt x="2150155" y="2344257"/>
                  </a:lnTo>
                  <a:lnTo>
                    <a:pt x="2150341" y="2349901"/>
                  </a:lnTo>
                  <a:lnTo>
                    <a:pt x="2150528" y="2354513"/>
                  </a:lnTo>
                  <a:lnTo>
                    <a:pt x="2150715" y="2358832"/>
                  </a:lnTo>
                  <a:lnTo>
                    <a:pt x="2150902" y="2362465"/>
                  </a:lnTo>
                  <a:lnTo>
                    <a:pt x="2151089" y="2365490"/>
                  </a:lnTo>
                  <a:lnTo>
                    <a:pt x="2151276" y="2368182"/>
                  </a:lnTo>
                  <a:lnTo>
                    <a:pt x="2151463" y="2370768"/>
                  </a:lnTo>
                  <a:lnTo>
                    <a:pt x="2151650" y="2373468"/>
                  </a:lnTo>
                  <a:lnTo>
                    <a:pt x="2151837" y="2376485"/>
                  </a:lnTo>
                  <a:lnTo>
                    <a:pt x="2152024" y="2379634"/>
                  </a:lnTo>
                  <a:lnTo>
                    <a:pt x="2152211" y="2382730"/>
                  </a:lnTo>
                  <a:lnTo>
                    <a:pt x="2152398" y="2385853"/>
                  </a:lnTo>
                  <a:lnTo>
                    <a:pt x="2152584" y="2389107"/>
                  </a:lnTo>
                  <a:lnTo>
                    <a:pt x="2152771" y="2391730"/>
                  </a:lnTo>
                  <a:lnTo>
                    <a:pt x="2152958" y="2394556"/>
                  </a:lnTo>
                  <a:lnTo>
                    <a:pt x="2153145" y="2397153"/>
                  </a:lnTo>
                  <a:lnTo>
                    <a:pt x="2153332" y="2399966"/>
                  </a:lnTo>
                  <a:lnTo>
                    <a:pt x="2153519" y="2402564"/>
                  </a:lnTo>
                  <a:lnTo>
                    <a:pt x="2153706" y="2405170"/>
                  </a:lnTo>
                  <a:lnTo>
                    <a:pt x="2153893" y="2407522"/>
                  </a:lnTo>
                  <a:lnTo>
                    <a:pt x="2154080" y="2409464"/>
                  </a:lnTo>
                  <a:lnTo>
                    <a:pt x="2154267" y="2411138"/>
                  </a:lnTo>
                  <a:lnTo>
                    <a:pt x="2154454" y="2412935"/>
                  </a:lnTo>
                  <a:lnTo>
                    <a:pt x="2154641" y="2414840"/>
                  </a:lnTo>
                  <a:lnTo>
                    <a:pt x="2154828" y="2416973"/>
                  </a:lnTo>
                  <a:lnTo>
                    <a:pt x="2155014" y="2419222"/>
                  </a:lnTo>
                  <a:lnTo>
                    <a:pt x="2155201" y="2421499"/>
                  </a:lnTo>
                  <a:lnTo>
                    <a:pt x="2155388" y="2423438"/>
                  </a:lnTo>
                  <a:lnTo>
                    <a:pt x="2155575" y="2425176"/>
                  </a:lnTo>
                  <a:lnTo>
                    <a:pt x="2155762" y="2426697"/>
                  </a:lnTo>
                  <a:lnTo>
                    <a:pt x="2155949" y="2428432"/>
                  </a:lnTo>
                  <a:lnTo>
                    <a:pt x="2156136" y="2429486"/>
                  </a:lnTo>
                  <a:lnTo>
                    <a:pt x="2156323" y="2430440"/>
                  </a:lnTo>
                  <a:lnTo>
                    <a:pt x="2156510" y="2431230"/>
                  </a:lnTo>
                  <a:lnTo>
                    <a:pt x="2156697" y="2432608"/>
                  </a:lnTo>
                  <a:lnTo>
                    <a:pt x="2156884" y="2434410"/>
                  </a:lnTo>
                  <a:lnTo>
                    <a:pt x="2157071" y="2436764"/>
                  </a:lnTo>
                  <a:lnTo>
                    <a:pt x="2157257" y="2438754"/>
                  </a:lnTo>
                  <a:lnTo>
                    <a:pt x="2157444" y="2440314"/>
                  </a:lnTo>
                  <a:lnTo>
                    <a:pt x="2157631" y="2441268"/>
                  </a:lnTo>
                  <a:lnTo>
                    <a:pt x="2157818" y="2442411"/>
                  </a:lnTo>
                  <a:lnTo>
                    <a:pt x="2158005" y="2444214"/>
                  </a:lnTo>
                  <a:lnTo>
                    <a:pt x="2158192" y="2446647"/>
                  </a:lnTo>
                  <a:lnTo>
                    <a:pt x="2158379" y="2449425"/>
                  </a:lnTo>
                  <a:lnTo>
                    <a:pt x="2158566" y="2452644"/>
                  </a:lnTo>
                  <a:lnTo>
                    <a:pt x="2158753" y="2455898"/>
                  </a:lnTo>
                  <a:lnTo>
                    <a:pt x="2158940" y="2459371"/>
                  </a:lnTo>
                  <a:lnTo>
                    <a:pt x="2159127" y="2462944"/>
                  </a:lnTo>
                  <a:lnTo>
                    <a:pt x="2159314" y="2466391"/>
                  </a:lnTo>
                  <a:lnTo>
                    <a:pt x="2159501" y="2469787"/>
                  </a:lnTo>
                  <a:lnTo>
                    <a:pt x="2159687" y="2473118"/>
                  </a:lnTo>
                  <a:lnTo>
                    <a:pt x="2159874" y="2476435"/>
                  </a:lnTo>
                  <a:lnTo>
                    <a:pt x="2160061" y="2479998"/>
                  </a:lnTo>
                  <a:lnTo>
                    <a:pt x="2160248" y="2483789"/>
                  </a:lnTo>
                  <a:lnTo>
                    <a:pt x="2160435" y="2487585"/>
                  </a:lnTo>
                  <a:lnTo>
                    <a:pt x="2160622" y="2491540"/>
                  </a:lnTo>
                  <a:lnTo>
                    <a:pt x="2160809" y="2495520"/>
                  </a:lnTo>
                  <a:lnTo>
                    <a:pt x="2160996" y="2499415"/>
                  </a:lnTo>
                  <a:lnTo>
                    <a:pt x="2161183" y="2503155"/>
                  </a:lnTo>
                  <a:lnTo>
                    <a:pt x="2161370" y="2507302"/>
                  </a:lnTo>
                  <a:lnTo>
                    <a:pt x="2161557" y="2511587"/>
                  </a:lnTo>
                  <a:lnTo>
                    <a:pt x="2161744" y="2516053"/>
                  </a:lnTo>
                  <a:lnTo>
                    <a:pt x="2161931" y="2521156"/>
                  </a:lnTo>
                  <a:lnTo>
                    <a:pt x="2162117" y="2527300"/>
                  </a:lnTo>
                  <a:lnTo>
                    <a:pt x="2162304" y="2533686"/>
                  </a:lnTo>
                  <a:lnTo>
                    <a:pt x="2162491" y="2541402"/>
                  </a:lnTo>
                  <a:lnTo>
                    <a:pt x="2162678" y="2549084"/>
                  </a:lnTo>
                  <a:lnTo>
                    <a:pt x="2162865" y="2556783"/>
                  </a:lnTo>
                  <a:lnTo>
                    <a:pt x="2163052" y="2564047"/>
                  </a:lnTo>
                  <a:lnTo>
                    <a:pt x="2163239" y="2571090"/>
                  </a:lnTo>
                  <a:lnTo>
                    <a:pt x="2163426" y="2577376"/>
                  </a:lnTo>
                  <a:lnTo>
                    <a:pt x="2163613" y="2583038"/>
                  </a:lnTo>
                  <a:lnTo>
                    <a:pt x="2163800" y="2588445"/>
                  </a:lnTo>
                  <a:lnTo>
                    <a:pt x="2163987" y="2593545"/>
                  </a:lnTo>
                  <a:lnTo>
                    <a:pt x="2164174" y="2598481"/>
                  </a:lnTo>
                  <a:lnTo>
                    <a:pt x="2164360" y="2603432"/>
                  </a:lnTo>
                  <a:lnTo>
                    <a:pt x="2164547" y="2608131"/>
                  </a:lnTo>
                  <a:lnTo>
                    <a:pt x="2164734" y="2613018"/>
                  </a:lnTo>
                  <a:lnTo>
                    <a:pt x="2164921" y="2617808"/>
                  </a:lnTo>
                  <a:lnTo>
                    <a:pt x="2165108" y="2621991"/>
                  </a:lnTo>
                  <a:lnTo>
                    <a:pt x="2165295" y="2625857"/>
                  </a:lnTo>
                  <a:lnTo>
                    <a:pt x="2165482" y="2629459"/>
                  </a:lnTo>
                  <a:lnTo>
                    <a:pt x="2165669" y="2632701"/>
                  </a:lnTo>
                  <a:lnTo>
                    <a:pt x="2165856" y="2635907"/>
                  </a:lnTo>
                  <a:lnTo>
                    <a:pt x="2166043" y="2639448"/>
                  </a:lnTo>
                  <a:lnTo>
                    <a:pt x="2166230" y="2643156"/>
                  </a:lnTo>
                  <a:lnTo>
                    <a:pt x="2166417" y="2646652"/>
                  </a:lnTo>
                  <a:lnTo>
                    <a:pt x="2166604" y="2649975"/>
                  </a:lnTo>
                  <a:lnTo>
                    <a:pt x="2166790" y="2653033"/>
                  </a:lnTo>
                  <a:lnTo>
                    <a:pt x="2166977" y="2655724"/>
                  </a:lnTo>
                  <a:lnTo>
                    <a:pt x="2167164" y="2657951"/>
                  </a:lnTo>
                  <a:lnTo>
                    <a:pt x="2167351" y="2659843"/>
                  </a:lnTo>
                  <a:lnTo>
                    <a:pt x="2167538" y="2661399"/>
                  </a:lnTo>
                  <a:lnTo>
                    <a:pt x="2167725" y="2662840"/>
                  </a:lnTo>
                  <a:lnTo>
                    <a:pt x="2167912" y="2664281"/>
                  </a:lnTo>
                  <a:lnTo>
                    <a:pt x="2168099" y="2665846"/>
                  </a:lnTo>
                  <a:lnTo>
                    <a:pt x="2168286" y="2667322"/>
                  </a:lnTo>
                  <a:lnTo>
                    <a:pt x="2168473" y="2668443"/>
                  </a:lnTo>
                  <a:lnTo>
                    <a:pt x="2168660" y="2669188"/>
                  </a:lnTo>
                  <a:lnTo>
                    <a:pt x="2168847" y="2669260"/>
                  </a:lnTo>
                  <a:lnTo>
                    <a:pt x="2169034" y="2669071"/>
                  </a:lnTo>
                  <a:lnTo>
                    <a:pt x="2169220" y="2668897"/>
                  </a:lnTo>
                  <a:lnTo>
                    <a:pt x="2169407" y="2668969"/>
                  </a:lnTo>
                  <a:lnTo>
                    <a:pt x="2169594" y="2669012"/>
                  </a:lnTo>
                  <a:lnTo>
                    <a:pt x="2169781" y="2669246"/>
                  </a:lnTo>
                  <a:lnTo>
                    <a:pt x="2169968" y="2669531"/>
                  </a:lnTo>
                  <a:lnTo>
                    <a:pt x="2170155" y="2670073"/>
                  </a:lnTo>
                  <a:lnTo>
                    <a:pt x="2170342" y="2671037"/>
                  </a:lnTo>
                  <a:lnTo>
                    <a:pt x="2170529" y="2672872"/>
                  </a:lnTo>
                  <a:lnTo>
                    <a:pt x="2170716" y="2675059"/>
                  </a:lnTo>
                  <a:lnTo>
                    <a:pt x="2170903" y="2677176"/>
                  </a:lnTo>
                  <a:lnTo>
                    <a:pt x="2171090" y="2679505"/>
                  </a:lnTo>
                  <a:lnTo>
                    <a:pt x="2171277" y="2681996"/>
                  </a:lnTo>
                  <a:lnTo>
                    <a:pt x="2171463" y="2684781"/>
                  </a:lnTo>
                  <a:lnTo>
                    <a:pt x="2171650" y="2687751"/>
                  </a:lnTo>
                  <a:lnTo>
                    <a:pt x="2171837" y="2691127"/>
                  </a:lnTo>
                  <a:lnTo>
                    <a:pt x="2172024" y="2694565"/>
                  </a:lnTo>
                  <a:lnTo>
                    <a:pt x="2172211" y="2697708"/>
                  </a:lnTo>
                  <a:lnTo>
                    <a:pt x="2172398" y="2700919"/>
                  </a:lnTo>
                  <a:lnTo>
                    <a:pt x="2172585" y="2703804"/>
                  </a:lnTo>
                  <a:lnTo>
                    <a:pt x="2172772" y="2707061"/>
                  </a:lnTo>
                  <a:lnTo>
                    <a:pt x="2172959" y="2709586"/>
                  </a:lnTo>
                  <a:lnTo>
                    <a:pt x="2173146" y="2711823"/>
                  </a:lnTo>
                  <a:lnTo>
                    <a:pt x="2173333" y="2713467"/>
                  </a:lnTo>
                  <a:lnTo>
                    <a:pt x="2173520" y="2714870"/>
                  </a:lnTo>
                  <a:lnTo>
                    <a:pt x="2173707" y="2716454"/>
                  </a:lnTo>
                  <a:lnTo>
                    <a:pt x="2173893" y="2718202"/>
                  </a:lnTo>
                  <a:lnTo>
                    <a:pt x="2174080" y="2719974"/>
                  </a:lnTo>
                  <a:lnTo>
                    <a:pt x="2174267" y="2721771"/>
                  </a:lnTo>
                  <a:lnTo>
                    <a:pt x="2174454" y="2723565"/>
                  </a:lnTo>
                  <a:lnTo>
                    <a:pt x="2174641" y="2725468"/>
                  </a:lnTo>
                  <a:lnTo>
                    <a:pt x="2174828" y="2727338"/>
                  </a:lnTo>
                  <a:lnTo>
                    <a:pt x="2175015" y="2729392"/>
                  </a:lnTo>
                  <a:lnTo>
                    <a:pt x="2175202" y="2731611"/>
                  </a:lnTo>
                  <a:lnTo>
                    <a:pt x="2175389" y="2733941"/>
                  </a:lnTo>
                  <a:lnTo>
                    <a:pt x="2175576" y="2736295"/>
                  </a:lnTo>
                  <a:lnTo>
                    <a:pt x="2175763" y="2738622"/>
                  </a:lnTo>
                  <a:lnTo>
                    <a:pt x="2175950" y="2740773"/>
                  </a:lnTo>
                  <a:lnTo>
                    <a:pt x="2176136" y="2742671"/>
                  </a:lnTo>
                  <a:lnTo>
                    <a:pt x="2176323" y="2744124"/>
                  </a:lnTo>
                  <a:lnTo>
                    <a:pt x="2176510" y="2745177"/>
                  </a:lnTo>
                  <a:lnTo>
                    <a:pt x="2176697" y="2745901"/>
                  </a:lnTo>
                  <a:lnTo>
                    <a:pt x="2176884" y="2746562"/>
                  </a:lnTo>
                  <a:lnTo>
                    <a:pt x="2177071" y="2747062"/>
                  </a:lnTo>
                  <a:lnTo>
                    <a:pt x="2177258" y="2747771"/>
                  </a:lnTo>
                  <a:lnTo>
                    <a:pt x="2177445" y="2748385"/>
                  </a:lnTo>
                  <a:lnTo>
                    <a:pt x="2177632" y="2748898"/>
                  </a:lnTo>
                  <a:lnTo>
                    <a:pt x="2177819" y="2749209"/>
                  </a:lnTo>
                  <a:lnTo>
                    <a:pt x="2178006" y="2749468"/>
                  </a:lnTo>
                  <a:lnTo>
                    <a:pt x="2178193" y="2749718"/>
                  </a:lnTo>
                  <a:lnTo>
                    <a:pt x="2178380" y="2749824"/>
                  </a:lnTo>
                  <a:lnTo>
                    <a:pt x="2178566" y="2749661"/>
                  </a:lnTo>
                  <a:lnTo>
                    <a:pt x="2178753" y="2749504"/>
                  </a:lnTo>
                  <a:lnTo>
                    <a:pt x="2178940" y="2749151"/>
                  </a:lnTo>
                  <a:lnTo>
                    <a:pt x="2179127" y="2748789"/>
                  </a:lnTo>
                  <a:lnTo>
                    <a:pt x="2179314" y="2748356"/>
                  </a:lnTo>
                  <a:lnTo>
                    <a:pt x="2179501" y="2747865"/>
                  </a:lnTo>
                  <a:lnTo>
                    <a:pt x="2179688" y="2747099"/>
                  </a:lnTo>
                  <a:lnTo>
                    <a:pt x="2179875" y="2746315"/>
                  </a:lnTo>
                  <a:lnTo>
                    <a:pt x="2180062" y="2745059"/>
                  </a:lnTo>
                  <a:lnTo>
                    <a:pt x="2180249" y="2743557"/>
                  </a:lnTo>
                  <a:lnTo>
                    <a:pt x="2180436" y="2741849"/>
                  </a:lnTo>
                  <a:lnTo>
                    <a:pt x="2180623" y="2739914"/>
                  </a:lnTo>
                  <a:lnTo>
                    <a:pt x="2180810" y="2737830"/>
                  </a:lnTo>
                  <a:lnTo>
                    <a:pt x="2180996" y="2735587"/>
                  </a:lnTo>
                  <a:lnTo>
                    <a:pt x="2181183" y="2733557"/>
                  </a:lnTo>
                  <a:lnTo>
                    <a:pt x="2181370" y="2731402"/>
                  </a:lnTo>
                  <a:lnTo>
                    <a:pt x="2181557" y="2729188"/>
                  </a:lnTo>
                  <a:lnTo>
                    <a:pt x="2181744" y="2727097"/>
                  </a:lnTo>
                  <a:lnTo>
                    <a:pt x="2181931" y="2724978"/>
                  </a:lnTo>
                  <a:lnTo>
                    <a:pt x="2182118" y="2723152"/>
                  </a:lnTo>
                  <a:lnTo>
                    <a:pt x="2182305" y="2721578"/>
                  </a:lnTo>
                  <a:lnTo>
                    <a:pt x="2182492" y="2720145"/>
                  </a:lnTo>
                  <a:lnTo>
                    <a:pt x="2182679" y="2718889"/>
                  </a:lnTo>
                  <a:lnTo>
                    <a:pt x="2182866" y="2717983"/>
                  </a:lnTo>
                  <a:lnTo>
                    <a:pt x="2183053" y="2717148"/>
                  </a:lnTo>
                  <a:lnTo>
                    <a:pt x="2183239" y="2716458"/>
                  </a:lnTo>
                  <a:lnTo>
                    <a:pt x="2183426" y="2715877"/>
                  </a:lnTo>
                  <a:lnTo>
                    <a:pt x="2183613" y="2715444"/>
                  </a:lnTo>
                  <a:lnTo>
                    <a:pt x="2183800" y="2715291"/>
                  </a:lnTo>
                  <a:lnTo>
                    <a:pt x="2183987" y="2715330"/>
                  </a:lnTo>
                  <a:lnTo>
                    <a:pt x="2184174" y="2715785"/>
                  </a:lnTo>
                  <a:lnTo>
                    <a:pt x="2184361" y="2716412"/>
                  </a:lnTo>
                  <a:lnTo>
                    <a:pt x="2184548" y="2716975"/>
                  </a:lnTo>
                  <a:lnTo>
                    <a:pt x="2184735" y="2717810"/>
                  </a:lnTo>
                  <a:lnTo>
                    <a:pt x="2184922" y="2718366"/>
                  </a:lnTo>
                  <a:lnTo>
                    <a:pt x="2185109" y="2718949"/>
                  </a:lnTo>
                  <a:lnTo>
                    <a:pt x="2185296" y="2719481"/>
                  </a:lnTo>
                  <a:lnTo>
                    <a:pt x="2185483" y="2720013"/>
                  </a:lnTo>
                  <a:lnTo>
                    <a:pt x="2185669" y="2720401"/>
                  </a:lnTo>
                  <a:lnTo>
                    <a:pt x="2185856" y="2720789"/>
                  </a:lnTo>
                  <a:lnTo>
                    <a:pt x="2186043" y="2721177"/>
                  </a:lnTo>
                  <a:lnTo>
                    <a:pt x="2186230" y="2721565"/>
                  </a:lnTo>
                  <a:lnTo>
                    <a:pt x="2186417" y="2722018"/>
                  </a:lnTo>
                  <a:lnTo>
                    <a:pt x="2186604" y="2722309"/>
                  </a:lnTo>
                  <a:lnTo>
                    <a:pt x="2186791" y="2722466"/>
                  </a:lnTo>
                  <a:lnTo>
                    <a:pt x="2186978" y="2722502"/>
                  </a:lnTo>
                  <a:lnTo>
                    <a:pt x="2187165" y="2722380"/>
                  </a:lnTo>
                  <a:lnTo>
                    <a:pt x="2187352" y="2722211"/>
                  </a:lnTo>
                  <a:lnTo>
                    <a:pt x="2187539" y="2721927"/>
                  </a:lnTo>
                  <a:lnTo>
                    <a:pt x="2187726" y="2721657"/>
                  </a:lnTo>
                  <a:lnTo>
                    <a:pt x="2187913" y="2721311"/>
                  </a:lnTo>
                  <a:lnTo>
                    <a:pt x="2188099" y="2721056"/>
                  </a:lnTo>
                  <a:lnTo>
                    <a:pt x="2188286" y="2720458"/>
                  </a:lnTo>
                  <a:lnTo>
                    <a:pt x="2188473" y="2719596"/>
                  </a:lnTo>
                  <a:lnTo>
                    <a:pt x="2188660" y="2718329"/>
                  </a:lnTo>
                  <a:lnTo>
                    <a:pt x="2188847" y="2716728"/>
                  </a:lnTo>
                  <a:lnTo>
                    <a:pt x="2189034" y="2714969"/>
                  </a:lnTo>
                  <a:lnTo>
                    <a:pt x="2189221" y="2713591"/>
                  </a:lnTo>
                  <a:lnTo>
                    <a:pt x="2189408" y="2712336"/>
                  </a:lnTo>
                  <a:lnTo>
                    <a:pt x="2189595" y="2711480"/>
                  </a:lnTo>
                  <a:lnTo>
                    <a:pt x="2189782" y="2710342"/>
                  </a:lnTo>
                  <a:lnTo>
                    <a:pt x="2189969" y="2709070"/>
                  </a:lnTo>
                  <a:lnTo>
                    <a:pt x="2190156" y="2707654"/>
                  </a:lnTo>
                  <a:lnTo>
                    <a:pt x="2190342" y="2706105"/>
                  </a:lnTo>
                  <a:lnTo>
                    <a:pt x="2190529" y="2704482"/>
                  </a:lnTo>
                  <a:lnTo>
                    <a:pt x="2190716" y="2702806"/>
                  </a:lnTo>
                  <a:lnTo>
                    <a:pt x="2190903" y="2701191"/>
                  </a:lnTo>
                  <a:lnTo>
                    <a:pt x="2191090" y="2699838"/>
                  </a:lnTo>
                  <a:lnTo>
                    <a:pt x="2191277" y="2698791"/>
                  </a:lnTo>
                  <a:lnTo>
                    <a:pt x="2191464" y="2698169"/>
                  </a:lnTo>
                  <a:lnTo>
                    <a:pt x="2191651" y="2698014"/>
                  </a:lnTo>
                  <a:lnTo>
                    <a:pt x="2191838" y="2698012"/>
                  </a:lnTo>
                  <a:lnTo>
                    <a:pt x="2192025" y="2698003"/>
                  </a:lnTo>
                  <a:lnTo>
                    <a:pt x="2192212" y="2697446"/>
                  </a:lnTo>
                  <a:lnTo>
                    <a:pt x="2192399" y="2696794"/>
                  </a:lnTo>
                  <a:lnTo>
                    <a:pt x="2192586" y="2696466"/>
                  </a:lnTo>
                  <a:lnTo>
                    <a:pt x="2192772" y="2696051"/>
                  </a:lnTo>
                  <a:lnTo>
                    <a:pt x="2192959" y="2696023"/>
                  </a:lnTo>
                  <a:lnTo>
                    <a:pt x="2193146" y="2696235"/>
                  </a:lnTo>
                  <a:lnTo>
                    <a:pt x="2193333" y="2696360"/>
                  </a:lnTo>
                  <a:lnTo>
                    <a:pt x="2193520" y="2696780"/>
                  </a:lnTo>
                  <a:lnTo>
                    <a:pt x="2193707" y="2696891"/>
                  </a:lnTo>
                  <a:lnTo>
                    <a:pt x="2193894" y="2696708"/>
                  </a:lnTo>
                  <a:lnTo>
                    <a:pt x="2194081" y="2696437"/>
                  </a:lnTo>
                  <a:lnTo>
                    <a:pt x="2194268" y="2695700"/>
                  </a:lnTo>
                  <a:lnTo>
                    <a:pt x="2194455" y="2694507"/>
                  </a:lnTo>
                  <a:lnTo>
                    <a:pt x="2194642" y="2693080"/>
                  </a:lnTo>
                  <a:lnTo>
                    <a:pt x="2194829" y="2691388"/>
                  </a:lnTo>
                  <a:lnTo>
                    <a:pt x="2195015" y="2689750"/>
                  </a:lnTo>
                  <a:lnTo>
                    <a:pt x="2195202" y="2687873"/>
                  </a:lnTo>
                  <a:lnTo>
                    <a:pt x="2195389" y="2685986"/>
                  </a:lnTo>
                  <a:lnTo>
                    <a:pt x="2195576" y="2683928"/>
                  </a:lnTo>
                  <a:lnTo>
                    <a:pt x="2195763" y="2681334"/>
                  </a:lnTo>
                  <a:lnTo>
                    <a:pt x="2195950" y="2678319"/>
                  </a:lnTo>
                  <a:lnTo>
                    <a:pt x="2196137" y="2675404"/>
                  </a:lnTo>
                  <a:lnTo>
                    <a:pt x="2196324" y="2672517"/>
                  </a:lnTo>
                  <a:lnTo>
                    <a:pt x="2196511" y="2669674"/>
                  </a:lnTo>
                  <a:lnTo>
                    <a:pt x="2196698" y="2666823"/>
                  </a:lnTo>
                  <a:lnTo>
                    <a:pt x="2196885" y="2663951"/>
                  </a:lnTo>
                  <a:lnTo>
                    <a:pt x="2197072" y="2661324"/>
                  </a:lnTo>
                  <a:lnTo>
                    <a:pt x="2197259" y="2658639"/>
                  </a:lnTo>
                  <a:lnTo>
                    <a:pt x="2197445" y="2655738"/>
                  </a:lnTo>
                  <a:lnTo>
                    <a:pt x="2197632" y="2652721"/>
                  </a:lnTo>
                  <a:lnTo>
                    <a:pt x="2197819" y="2649265"/>
                  </a:lnTo>
                  <a:lnTo>
                    <a:pt x="2198006" y="2645539"/>
                  </a:lnTo>
                  <a:lnTo>
                    <a:pt x="2198193" y="2642109"/>
                  </a:lnTo>
                  <a:lnTo>
                    <a:pt x="2198380" y="2638850"/>
                  </a:lnTo>
                  <a:lnTo>
                    <a:pt x="2198567" y="2636006"/>
                  </a:lnTo>
                  <a:lnTo>
                    <a:pt x="2198754" y="2633524"/>
                  </a:lnTo>
                  <a:lnTo>
                    <a:pt x="2198941" y="2631350"/>
                  </a:lnTo>
                  <a:lnTo>
                    <a:pt x="2199128" y="2629356"/>
                  </a:lnTo>
                  <a:lnTo>
                    <a:pt x="2199315" y="2626973"/>
                  </a:lnTo>
                  <a:lnTo>
                    <a:pt x="2199502" y="2624676"/>
                  </a:lnTo>
                  <a:lnTo>
                    <a:pt x="2199689" y="2622023"/>
                  </a:lnTo>
                  <a:lnTo>
                    <a:pt x="2199875" y="2619352"/>
                  </a:lnTo>
                  <a:lnTo>
                    <a:pt x="2200062" y="2616906"/>
                  </a:lnTo>
                  <a:lnTo>
                    <a:pt x="2200249" y="2614828"/>
                  </a:lnTo>
                  <a:lnTo>
                    <a:pt x="2200436" y="2613081"/>
                  </a:lnTo>
                  <a:lnTo>
                    <a:pt x="2200623" y="2611775"/>
                  </a:lnTo>
                  <a:lnTo>
                    <a:pt x="2200810" y="2610909"/>
                  </a:lnTo>
                  <a:lnTo>
                    <a:pt x="2200997" y="2610101"/>
                  </a:lnTo>
                  <a:lnTo>
                    <a:pt x="2201184" y="2609076"/>
                  </a:lnTo>
                  <a:lnTo>
                    <a:pt x="2201371" y="2607939"/>
                  </a:lnTo>
                  <a:lnTo>
                    <a:pt x="2201558" y="2606738"/>
                  </a:lnTo>
                  <a:lnTo>
                    <a:pt x="2201745" y="2605181"/>
                  </a:lnTo>
                  <a:lnTo>
                    <a:pt x="2201932" y="2603120"/>
                  </a:lnTo>
                  <a:lnTo>
                    <a:pt x="2202118" y="2601259"/>
                  </a:lnTo>
                  <a:lnTo>
                    <a:pt x="2202305" y="2599538"/>
                  </a:lnTo>
                  <a:lnTo>
                    <a:pt x="2202492" y="2598162"/>
                  </a:lnTo>
                  <a:lnTo>
                    <a:pt x="2202679" y="2597204"/>
                  </a:lnTo>
                  <a:lnTo>
                    <a:pt x="2202866" y="2596267"/>
                  </a:lnTo>
                  <a:lnTo>
                    <a:pt x="2203053" y="2595382"/>
                  </a:lnTo>
                  <a:lnTo>
                    <a:pt x="2203240" y="2594437"/>
                  </a:lnTo>
                  <a:lnTo>
                    <a:pt x="2203427" y="2593369"/>
                  </a:lnTo>
                  <a:lnTo>
                    <a:pt x="2203614" y="2591926"/>
                  </a:lnTo>
                  <a:lnTo>
                    <a:pt x="2203801" y="2590562"/>
                  </a:lnTo>
                  <a:lnTo>
                    <a:pt x="2203988" y="2589501"/>
                  </a:lnTo>
                  <a:lnTo>
                    <a:pt x="2204175" y="2588269"/>
                  </a:lnTo>
                  <a:lnTo>
                    <a:pt x="2204362" y="2586917"/>
                  </a:lnTo>
                  <a:lnTo>
                    <a:pt x="2204548" y="2585758"/>
                  </a:lnTo>
                  <a:lnTo>
                    <a:pt x="2204735" y="2584641"/>
                  </a:lnTo>
                  <a:lnTo>
                    <a:pt x="2204922" y="2583466"/>
                  </a:lnTo>
                  <a:lnTo>
                    <a:pt x="2205109" y="2582313"/>
                  </a:lnTo>
                  <a:lnTo>
                    <a:pt x="2205296" y="2581282"/>
                  </a:lnTo>
                  <a:lnTo>
                    <a:pt x="2205483" y="2580167"/>
                  </a:lnTo>
                  <a:lnTo>
                    <a:pt x="2205670" y="2578908"/>
                  </a:lnTo>
                  <a:lnTo>
                    <a:pt x="2205857" y="2577821"/>
                  </a:lnTo>
                  <a:lnTo>
                    <a:pt x="2206044" y="2576795"/>
                  </a:lnTo>
                  <a:lnTo>
                    <a:pt x="2206231" y="2576134"/>
                  </a:lnTo>
                  <a:lnTo>
                    <a:pt x="2206418" y="2575971"/>
                  </a:lnTo>
                  <a:lnTo>
                    <a:pt x="2206605" y="2575652"/>
                  </a:lnTo>
                  <a:lnTo>
                    <a:pt x="2206791" y="2575043"/>
                  </a:lnTo>
                  <a:lnTo>
                    <a:pt x="2206978" y="2574112"/>
                  </a:lnTo>
                  <a:lnTo>
                    <a:pt x="2207165" y="2573210"/>
                  </a:lnTo>
                  <a:lnTo>
                    <a:pt x="2207352" y="2572520"/>
                  </a:lnTo>
                  <a:lnTo>
                    <a:pt x="2207539" y="2571723"/>
                  </a:lnTo>
                  <a:lnTo>
                    <a:pt x="2207726" y="2570926"/>
                  </a:lnTo>
                  <a:lnTo>
                    <a:pt x="2207913" y="2570050"/>
                  </a:lnTo>
                  <a:lnTo>
                    <a:pt x="2208100" y="2568769"/>
                  </a:lnTo>
                  <a:lnTo>
                    <a:pt x="2208287" y="2567318"/>
                  </a:lnTo>
                  <a:lnTo>
                    <a:pt x="2208474" y="2565711"/>
                  </a:lnTo>
                  <a:lnTo>
                    <a:pt x="2208661" y="2563824"/>
                  </a:lnTo>
                  <a:lnTo>
                    <a:pt x="2208848" y="2561581"/>
                  </a:lnTo>
                  <a:lnTo>
                    <a:pt x="2209035" y="2559172"/>
                  </a:lnTo>
                  <a:lnTo>
                    <a:pt x="2209221" y="2556368"/>
                  </a:lnTo>
                  <a:lnTo>
                    <a:pt x="2209408" y="2553442"/>
                  </a:lnTo>
                  <a:lnTo>
                    <a:pt x="2209595" y="2551022"/>
                  </a:lnTo>
                  <a:lnTo>
                    <a:pt x="2209782" y="2549098"/>
                  </a:lnTo>
                  <a:lnTo>
                    <a:pt x="2209969" y="2547394"/>
                  </a:lnTo>
                  <a:lnTo>
                    <a:pt x="2210156" y="2545416"/>
                  </a:lnTo>
                  <a:lnTo>
                    <a:pt x="2210343" y="2543352"/>
                  </a:lnTo>
                  <a:lnTo>
                    <a:pt x="2210530" y="2541126"/>
                  </a:lnTo>
                  <a:lnTo>
                    <a:pt x="2210717" y="2538781"/>
                  </a:lnTo>
                  <a:lnTo>
                    <a:pt x="2210904" y="2536718"/>
                  </a:lnTo>
                  <a:lnTo>
                    <a:pt x="2211091" y="2535104"/>
                  </a:lnTo>
                  <a:lnTo>
                    <a:pt x="2211278" y="2533812"/>
                  </a:lnTo>
                  <a:lnTo>
                    <a:pt x="2211465" y="2532672"/>
                  </a:lnTo>
                  <a:lnTo>
                    <a:pt x="2211651" y="2531722"/>
                  </a:lnTo>
                  <a:lnTo>
                    <a:pt x="2211838" y="2530630"/>
                  </a:lnTo>
                  <a:lnTo>
                    <a:pt x="2212025" y="2529595"/>
                  </a:lnTo>
                  <a:lnTo>
                    <a:pt x="2212212" y="2528660"/>
                  </a:lnTo>
                  <a:lnTo>
                    <a:pt x="2212399" y="2527611"/>
                  </a:lnTo>
                  <a:lnTo>
                    <a:pt x="2212586" y="2526619"/>
                  </a:lnTo>
                  <a:lnTo>
                    <a:pt x="2212773" y="2525595"/>
                  </a:lnTo>
                  <a:lnTo>
                    <a:pt x="2212960" y="2524719"/>
                  </a:lnTo>
                  <a:lnTo>
                    <a:pt x="2213147" y="2524072"/>
                  </a:lnTo>
                  <a:lnTo>
                    <a:pt x="2213334" y="2523523"/>
                  </a:lnTo>
                  <a:lnTo>
                    <a:pt x="2213521" y="2523263"/>
                  </a:lnTo>
                  <a:lnTo>
                    <a:pt x="2213708" y="2523080"/>
                  </a:lnTo>
                  <a:lnTo>
                    <a:pt x="2213894" y="2523084"/>
                  </a:lnTo>
                  <a:lnTo>
                    <a:pt x="2214081" y="2523289"/>
                  </a:lnTo>
                  <a:lnTo>
                    <a:pt x="2214268" y="2523524"/>
                  </a:lnTo>
                  <a:lnTo>
                    <a:pt x="2214455" y="2523864"/>
                  </a:lnTo>
                  <a:lnTo>
                    <a:pt x="2214642" y="2524233"/>
                  </a:lnTo>
                  <a:lnTo>
                    <a:pt x="2214829" y="2524818"/>
                  </a:lnTo>
                  <a:lnTo>
                    <a:pt x="2215016" y="2525559"/>
                  </a:lnTo>
                  <a:lnTo>
                    <a:pt x="2215203" y="2526522"/>
                  </a:lnTo>
                  <a:lnTo>
                    <a:pt x="2215390" y="2527345"/>
                  </a:lnTo>
                  <a:lnTo>
                    <a:pt x="2215577" y="2528062"/>
                  </a:lnTo>
                  <a:lnTo>
                    <a:pt x="2215764" y="2528779"/>
                  </a:lnTo>
                  <a:lnTo>
                    <a:pt x="2215951" y="2529664"/>
                  </a:lnTo>
                  <a:lnTo>
                    <a:pt x="2216138" y="2530380"/>
                  </a:lnTo>
                  <a:lnTo>
                    <a:pt x="2216324" y="2531225"/>
                  </a:lnTo>
                  <a:lnTo>
                    <a:pt x="2216511" y="2532021"/>
                  </a:lnTo>
                  <a:lnTo>
                    <a:pt x="2216698" y="2532758"/>
                  </a:lnTo>
                  <a:lnTo>
                    <a:pt x="2216885" y="2533526"/>
                  </a:lnTo>
                  <a:lnTo>
                    <a:pt x="2217072" y="2534355"/>
                  </a:lnTo>
                  <a:lnTo>
                    <a:pt x="2217259" y="2535237"/>
                  </a:lnTo>
                  <a:lnTo>
                    <a:pt x="2217446" y="2536248"/>
                  </a:lnTo>
                  <a:lnTo>
                    <a:pt x="2217633" y="2537295"/>
                  </a:lnTo>
                  <a:lnTo>
                    <a:pt x="2217820" y="2538104"/>
                  </a:lnTo>
                  <a:lnTo>
                    <a:pt x="2218007" y="2538808"/>
                  </a:lnTo>
                  <a:lnTo>
                    <a:pt x="2218194" y="2539353"/>
                  </a:lnTo>
                  <a:lnTo>
                    <a:pt x="2218381" y="2539864"/>
                  </a:lnTo>
                  <a:lnTo>
                    <a:pt x="2218568" y="2540135"/>
                  </a:lnTo>
                  <a:lnTo>
                    <a:pt x="2218754" y="2540514"/>
                  </a:lnTo>
                  <a:lnTo>
                    <a:pt x="2218941" y="2541035"/>
                  </a:lnTo>
                  <a:lnTo>
                    <a:pt x="2219128" y="2541492"/>
                  </a:lnTo>
                  <a:lnTo>
                    <a:pt x="2219315" y="2542003"/>
                  </a:lnTo>
                  <a:lnTo>
                    <a:pt x="2219502" y="2542463"/>
                  </a:lnTo>
                  <a:lnTo>
                    <a:pt x="2219689" y="2542887"/>
                  </a:lnTo>
                  <a:lnTo>
                    <a:pt x="2219876" y="2543231"/>
                  </a:lnTo>
                  <a:lnTo>
                    <a:pt x="2220063" y="2543511"/>
                  </a:lnTo>
                  <a:lnTo>
                    <a:pt x="2220250" y="2543829"/>
                  </a:lnTo>
                  <a:lnTo>
                    <a:pt x="2220437" y="2544073"/>
                  </a:lnTo>
                  <a:lnTo>
                    <a:pt x="2220624" y="2544297"/>
                  </a:lnTo>
                  <a:lnTo>
                    <a:pt x="2220811" y="2544542"/>
                  </a:lnTo>
                  <a:lnTo>
                    <a:pt x="2220997" y="2544817"/>
                  </a:lnTo>
                  <a:lnTo>
                    <a:pt x="2221184" y="2545062"/>
                  </a:lnTo>
                  <a:lnTo>
                    <a:pt x="2221371" y="2545111"/>
                  </a:lnTo>
                  <a:lnTo>
                    <a:pt x="2221558" y="2544873"/>
                  </a:lnTo>
                  <a:lnTo>
                    <a:pt x="2221745" y="2544454"/>
                  </a:lnTo>
                  <a:lnTo>
                    <a:pt x="2221932" y="2544097"/>
                  </a:lnTo>
                  <a:lnTo>
                    <a:pt x="2222119" y="2543479"/>
                  </a:lnTo>
                  <a:lnTo>
                    <a:pt x="2222306" y="2542888"/>
                  </a:lnTo>
                  <a:lnTo>
                    <a:pt x="2222493" y="2542272"/>
                  </a:lnTo>
                  <a:lnTo>
                    <a:pt x="2222680" y="2541448"/>
                  </a:lnTo>
                  <a:lnTo>
                    <a:pt x="2222867" y="2540618"/>
                  </a:lnTo>
                  <a:lnTo>
                    <a:pt x="2223054" y="2539729"/>
                  </a:lnTo>
                  <a:lnTo>
                    <a:pt x="2223241" y="2538382"/>
                  </a:lnTo>
                  <a:lnTo>
                    <a:pt x="2223427" y="2537250"/>
                  </a:lnTo>
                  <a:lnTo>
                    <a:pt x="2223614" y="2536184"/>
                  </a:lnTo>
                  <a:lnTo>
                    <a:pt x="2223801" y="2535219"/>
                  </a:lnTo>
                  <a:lnTo>
                    <a:pt x="2223988" y="2534408"/>
                  </a:lnTo>
                  <a:lnTo>
                    <a:pt x="2224175" y="2533825"/>
                  </a:lnTo>
                  <a:lnTo>
                    <a:pt x="2224362" y="2533356"/>
                  </a:lnTo>
                  <a:lnTo>
                    <a:pt x="2224549" y="2533045"/>
                  </a:lnTo>
                  <a:lnTo>
                    <a:pt x="2224736" y="2532752"/>
                  </a:lnTo>
                  <a:lnTo>
                    <a:pt x="2224923" y="2532589"/>
                  </a:lnTo>
                  <a:lnTo>
                    <a:pt x="2225110" y="2532519"/>
                  </a:lnTo>
                  <a:lnTo>
                    <a:pt x="2225297" y="2532461"/>
                  </a:lnTo>
                  <a:lnTo>
                    <a:pt x="2225484" y="2532531"/>
                  </a:lnTo>
                  <a:lnTo>
                    <a:pt x="2225670" y="2532989"/>
                  </a:lnTo>
                  <a:lnTo>
                    <a:pt x="2225857" y="2533991"/>
                  </a:lnTo>
                  <a:lnTo>
                    <a:pt x="2226044" y="2535759"/>
                  </a:lnTo>
                  <a:lnTo>
                    <a:pt x="2226231" y="2538042"/>
                  </a:lnTo>
                  <a:lnTo>
                    <a:pt x="2226418" y="2540483"/>
                  </a:lnTo>
                  <a:lnTo>
                    <a:pt x="2226605" y="2542436"/>
                  </a:lnTo>
                  <a:lnTo>
                    <a:pt x="2226792" y="2544198"/>
                  </a:lnTo>
                  <a:lnTo>
                    <a:pt x="2226979" y="2545505"/>
                  </a:lnTo>
                  <a:lnTo>
                    <a:pt x="2227166" y="2546896"/>
                  </a:lnTo>
                  <a:lnTo>
                    <a:pt x="2227353" y="2548384"/>
                  </a:lnTo>
                  <a:lnTo>
                    <a:pt x="2227540" y="2549762"/>
                  </a:lnTo>
                  <a:lnTo>
                    <a:pt x="2227727" y="2550788"/>
                  </a:lnTo>
                  <a:lnTo>
                    <a:pt x="2227914" y="2551451"/>
                  </a:lnTo>
                  <a:lnTo>
                    <a:pt x="2228100" y="2552061"/>
                  </a:lnTo>
                  <a:lnTo>
                    <a:pt x="2228287" y="2552731"/>
                  </a:lnTo>
                  <a:lnTo>
                    <a:pt x="2228474" y="2553145"/>
                  </a:lnTo>
                  <a:lnTo>
                    <a:pt x="2228661" y="2553427"/>
                  </a:lnTo>
                  <a:lnTo>
                    <a:pt x="2228848" y="2553602"/>
                  </a:lnTo>
                  <a:lnTo>
                    <a:pt x="2229035" y="2553366"/>
                  </a:lnTo>
                  <a:lnTo>
                    <a:pt x="2229222" y="2552841"/>
                  </a:lnTo>
                  <a:lnTo>
                    <a:pt x="2229409" y="2552292"/>
                  </a:lnTo>
                  <a:lnTo>
                    <a:pt x="2229596" y="2551772"/>
                  </a:lnTo>
                  <a:lnTo>
                    <a:pt x="2229783" y="2551410"/>
                  </a:lnTo>
                  <a:lnTo>
                    <a:pt x="2229970" y="2550815"/>
                  </a:lnTo>
                  <a:lnTo>
                    <a:pt x="2230157" y="2550365"/>
                  </a:lnTo>
                  <a:lnTo>
                    <a:pt x="2230344" y="2549678"/>
                  </a:lnTo>
                  <a:lnTo>
                    <a:pt x="2230530" y="2549102"/>
                  </a:lnTo>
                  <a:lnTo>
                    <a:pt x="2230717" y="2548816"/>
                  </a:lnTo>
                  <a:lnTo>
                    <a:pt x="2230904" y="2548600"/>
                  </a:lnTo>
                  <a:lnTo>
                    <a:pt x="2231091" y="2548362"/>
                  </a:lnTo>
                  <a:lnTo>
                    <a:pt x="2231278" y="2548274"/>
                  </a:lnTo>
                  <a:lnTo>
                    <a:pt x="2231465" y="2547854"/>
                  </a:lnTo>
                  <a:lnTo>
                    <a:pt x="2231652" y="2547504"/>
                  </a:lnTo>
                  <a:lnTo>
                    <a:pt x="2231839" y="2547411"/>
                  </a:lnTo>
                  <a:lnTo>
                    <a:pt x="2232026" y="2547528"/>
                  </a:lnTo>
                  <a:lnTo>
                    <a:pt x="2232213" y="2547928"/>
                  </a:lnTo>
                  <a:lnTo>
                    <a:pt x="2232400" y="2548388"/>
                  </a:lnTo>
                  <a:lnTo>
                    <a:pt x="2232587" y="2549231"/>
                  </a:lnTo>
                  <a:lnTo>
                    <a:pt x="2232773" y="2549849"/>
                  </a:lnTo>
                  <a:lnTo>
                    <a:pt x="2232960" y="2550838"/>
                  </a:lnTo>
                  <a:lnTo>
                    <a:pt x="2233147" y="2552122"/>
                  </a:lnTo>
                  <a:lnTo>
                    <a:pt x="2233334" y="2553578"/>
                  </a:lnTo>
                  <a:lnTo>
                    <a:pt x="2233521" y="2554891"/>
                  </a:lnTo>
                  <a:lnTo>
                    <a:pt x="2233708" y="2556112"/>
                  </a:lnTo>
                  <a:lnTo>
                    <a:pt x="2233895" y="2557270"/>
                  </a:lnTo>
                  <a:lnTo>
                    <a:pt x="2234082" y="2557756"/>
                  </a:lnTo>
                  <a:lnTo>
                    <a:pt x="2234269" y="2558303"/>
                  </a:lnTo>
                  <a:lnTo>
                    <a:pt x="2234456" y="2558534"/>
                  </a:lnTo>
                  <a:lnTo>
                    <a:pt x="2234643" y="2558986"/>
                  </a:lnTo>
                  <a:lnTo>
                    <a:pt x="2234830" y="2559839"/>
                  </a:lnTo>
                  <a:lnTo>
                    <a:pt x="2235017" y="2560711"/>
                  </a:lnTo>
                  <a:lnTo>
                    <a:pt x="2235203" y="2562161"/>
                  </a:lnTo>
                  <a:lnTo>
                    <a:pt x="2235390" y="2563936"/>
                  </a:lnTo>
                  <a:lnTo>
                    <a:pt x="2235577" y="2565551"/>
                  </a:lnTo>
                  <a:lnTo>
                    <a:pt x="2235764" y="2567232"/>
                  </a:lnTo>
                  <a:lnTo>
                    <a:pt x="2235951" y="2568391"/>
                  </a:lnTo>
                  <a:lnTo>
                    <a:pt x="2236138" y="2569216"/>
                  </a:lnTo>
                  <a:lnTo>
                    <a:pt x="2236325" y="2570030"/>
                  </a:lnTo>
                  <a:lnTo>
                    <a:pt x="2236512" y="2570910"/>
                  </a:lnTo>
                  <a:lnTo>
                    <a:pt x="2236699" y="2572175"/>
                  </a:lnTo>
                  <a:lnTo>
                    <a:pt x="2236886" y="2573602"/>
                  </a:lnTo>
                  <a:lnTo>
                    <a:pt x="2237073" y="2575867"/>
                  </a:lnTo>
                  <a:lnTo>
                    <a:pt x="2237260" y="2578430"/>
                  </a:lnTo>
                  <a:lnTo>
                    <a:pt x="2237447" y="2580847"/>
                  </a:lnTo>
                  <a:lnTo>
                    <a:pt x="2237633" y="2582768"/>
                  </a:lnTo>
                  <a:lnTo>
                    <a:pt x="2237820" y="2584458"/>
                  </a:lnTo>
                  <a:lnTo>
                    <a:pt x="2238007" y="2585675"/>
                  </a:lnTo>
                  <a:lnTo>
                    <a:pt x="2238194" y="2586452"/>
                  </a:lnTo>
                  <a:lnTo>
                    <a:pt x="2238381" y="2587171"/>
                  </a:lnTo>
                  <a:lnTo>
                    <a:pt x="2238568" y="2588124"/>
                  </a:lnTo>
                  <a:lnTo>
                    <a:pt x="2238755" y="2589353"/>
                  </a:lnTo>
                  <a:lnTo>
                    <a:pt x="2238942" y="2590492"/>
                  </a:lnTo>
                  <a:lnTo>
                    <a:pt x="2239129" y="2591887"/>
                  </a:lnTo>
                  <a:lnTo>
                    <a:pt x="2239316" y="2593610"/>
                  </a:lnTo>
                  <a:lnTo>
                    <a:pt x="2239503" y="2595016"/>
                  </a:lnTo>
                  <a:lnTo>
                    <a:pt x="2239690" y="2596253"/>
                  </a:lnTo>
                  <a:lnTo>
                    <a:pt x="2239876" y="2596987"/>
                  </a:lnTo>
                  <a:lnTo>
                    <a:pt x="2240063" y="2597348"/>
                  </a:lnTo>
                  <a:lnTo>
                    <a:pt x="2240250" y="2597461"/>
                  </a:lnTo>
                  <a:lnTo>
                    <a:pt x="2240437" y="2597691"/>
                  </a:lnTo>
                  <a:lnTo>
                    <a:pt x="2240624" y="2597691"/>
                  </a:lnTo>
                  <a:lnTo>
                    <a:pt x="2240811" y="2597540"/>
                  </a:lnTo>
                  <a:lnTo>
                    <a:pt x="2240998" y="2597457"/>
                  </a:lnTo>
                  <a:lnTo>
                    <a:pt x="2241185" y="2597005"/>
                  </a:lnTo>
                  <a:lnTo>
                    <a:pt x="2241372" y="2596062"/>
                  </a:lnTo>
                  <a:lnTo>
                    <a:pt x="2241559" y="2594869"/>
                  </a:lnTo>
                  <a:lnTo>
                    <a:pt x="2241746" y="2593434"/>
                  </a:lnTo>
                  <a:lnTo>
                    <a:pt x="2241933" y="2591628"/>
                  </a:lnTo>
                  <a:lnTo>
                    <a:pt x="2242120" y="2589893"/>
                  </a:lnTo>
                  <a:lnTo>
                    <a:pt x="2242306" y="2588351"/>
                  </a:lnTo>
                  <a:lnTo>
                    <a:pt x="2242493" y="2586673"/>
                  </a:lnTo>
                  <a:lnTo>
                    <a:pt x="2242680" y="2584908"/>
                  </a:lnTo>
                  <a:lnTo>
                    <a:pt x="2242867" y="2583052"/>
                  </a:lnTo>
                  <a:lnTo>
                    <a:pt x="2243054" y="2581110"/>
                  </a:lnTo>
                  <a:lnTo>
                    <a:pt x="2243241" y="2579123"/>
                  </a:lnTo>
                  <a:lnTo>
                    <a:pt x="2243428" y="2577320"/>
                  </a:lnTo>
                  <a:lnTo>
                    <a:pt x="2243615" y="2575631"/>
                  </a:lnTo>
                  <a:lnTo>
                    <a:pt x="2243802" y="2573802"/>
                  </a:lnTo>
                  <a:lnTo>
                    <a:pt x="2243989" y="2572491"/>
                  </a:lnTo>
                  <a:lnTo>
                    <a:pt x="2244176" y="2571752"/>
                  </a:lnTo>
                  <a:lnTo>
                    <a:pt x="2244363" y="2572007"/>
                  </a:lnTo>
                  <a:lnTo>
                    <a:pt x="2244549" y="2572535"/>
                  </a:lnTo>
                  <a:lnTo>
                    <a:pt x="2244736" y="2573274"/>
                  </a:lnTo>
                  <a:lnTo>
                    <a:pt x="2244923" y="2574154"/>
                  </a:lnTo>
                  <a:lnTo>
                    <a:pt x="2245110" y="2575033"/>
                  </a:lnTo>
                  <a:lnTo>
                    <a:pt x="2245297" y="2576089"/>
                  </a:lnTo>
                  <a:lnTo>
                    <a:pt x="2245484" y="2577470"/>
                  </a:lnTo>
                  <a:lnTo>
                    <a:pt x="2245671" y="2579451"/>
                  </a:lnTo>
                  <a:lnTo>
                    <a:pt x="2245858" y="2582126"/>
                  </a:lnTo>
                  <a:lnTo>
                    <a:pt x="2246045" y="2585012"/>
                  </a:lnTo>
                  <a:lnTo>
                    <a:pt x="2246232" y="2588096"/>
                  </a:lnTo>
                  <a:lnTo>
                    <a:pt x="2246419" y="2591279"/>
                  </a:lnTo>
                  <a:lnTo>
                    <a:pt x="2246606" y="2594829"/>
                  </a:lnTo>
                  <a:lnTo>
                    <a:pt x="2246793" y="2598546"/>
                  </a:lnTo>
                  <a:lnTo>
                    <a:pt x="2246979" y="2601981"/>
                  </a:lnTo>
                  <a:lnTo>
                    <a:pt x="2247166" y="2604659"/>
                  </a:lnTo>
                  <a:lnTo>
                    <a:pt x="2247353" y="2607257"/>
                  </a:lnTo>
                  <a:lnTo>
                    <a:pt x="2247540" y="2609591"/>
                  </a:lnTo>
                  <a:lnTo>
                    <a:pt x="2247727" y="2611932"/>
                  </a:lnTo>
                  <a:lnTo>
                    <a:pt x="2247914" y="2614523"/>
                  </a:lnTo>
                  <a:lnTo>
                    <a:pt x="2248101" y="2617366"/>
                  </a:lnTo>
                  <a:lnTo>
                    <a:pt x="2248288" y="2620020"/>
                  </a:lnTo>
                  <a:lnTo>
                    <a:pt x="2248475" y="2622145"/>
                  </a:lnTo>
                  <a:lnTo>
                    <a:pt x="2248662" y="2623905"/>
                  </a:lnTo>
                  <a:lnTo>
                    <a:pt x="2248849" y="2625366"/>
                  </a:lnTo>
                  <a:lnTo>
                    <a:pt x="2249036" y="2626388"/>
                  </a:lnTo>
                  <a:lnTo>
                    <a:pt x="2249223" y="2627240"/>
                  </a:lnTo>
                  <a:lnTo>
                    <a:pt x="2249409" y="2628025"/>
                  </a:lnTo>
                  <a:lnTo>
                    <a:pt x="2249596" y="2628650"/>
                  </a:lnTo>
                  <a:lnTo>
                    <a:pt x="2249783" y="2628926"/>
                  </a:lnTo>
                  <a:lnTo>
                    <a:pt x="2249970" y="2629363"/>
                  </a:lnTo>
                  <a:lnTo>
                    <a:pt x="2250157" y="2629689"/>
                  </a:lnTo>
                  <a:lnTo>
                    <a:pt x="2250344" y="2630004"/>
                  </a:lnTo>
                  <a:lnTo>
                    <a:pt x="2250531" y="2629927"/>
                  </a:lnTo>
                  <a:lnTo>
                    <a:pt x="2250718" y="2629630"/>
                  </a:lnTo>
                  <a:lnTo>
                    <a:pt x="2250905" y="2628803"/>
                  </a:lnTo>
                  <a:lnTo>
                    <a:pt x="2251092" y="2628043"/>
                  </a:lnTo>
                  <a:lnTo>
                    <a:pt x="2251279" y="2627177"/>
                  </a:lnTo>
                  <a:lnTo>
                    <a:pt x="2251466" y="2625991"/>
                  </a:lnTo>
                  <a:lnTo>
                    <a:pt x="2251652" y="2624711"/>
                  </a:lnTo>
                  <a:lnTo>
                    <a:pt x="2251839" y="2623381"/>
                  </a:lnTo>
                  <a:lnTo>
                    <a:pt x="2252026" y="2622060"/>
                  </a:lnTo>
                  <a:lnTo>
                    <a:pt x="2252213" y="2620318"/>
                  </a:lnTo>
                  <a:lnTo>
                    <a:pt x="2252400" y="2618535"/>
                  </a:lnTo>
                  <a:lnTo>
                    <a:pt x="2252587" y="2616731"/>
                  </a:lnTo>
                  <a:lnTo>
                    <a:pt x="2252774" y="2614594"/>
                  </a:lnTo>
                  <a:lnTo>
                    <a:pt x="2252961" y="2612408"/>
                  </a:lnTo>
                  <a:lnTo>
                    <a:pt x="2253148" y="2610007"/>
                  </a:lnTo>
                  <a:lnTo>
                    <a:pt x="2253335" y="2606963"/>
                  </a:lnTo>
                  <a:lnTo>
                    <a:pt x="2253522" y="2604037"/>
                  </a:lnTo>
                  <a:lnTo>
                    <a:pt x="2253709" y="2600970"/>
                  </a:lnTo>
                  <a:lnTo>
                    <a:pt x="2253896" y="2598138"/>
                  </a:lnTo>
                  <a:lnTo>
                    <a:pt x="2254082" y="2595660"/>
                  </a:lnTo>
                  <a:lnTo>
                    <a:pt x="2254269" y="2593489"/>
                  </a:lnTo>
                  <a:lnTo>
                    <a:pt x="2254456" y="2591503"/>
                  </a:lnTo>
                  <a:lnTo>
                    <a:pt x="2254643" y="2589667"/>
                  </a:lnTo>
                  <a:lnTo>
                    <a:pt x="2254830" y="2587967"/>
                  </a:lnTo>
                  <a:lnTo>
                    <a:pt x="2255017" y="2586341"/>
                  </a:lnTo>
                  <a:lnTo>
                    <a:pt x="2255204" y="2585195"/>
                  </a:lnTo>
                  <a:lnTo>
                    <a:pt x="2255391" y="2584189"/>
                  </a:lnTo>
                  <a:lnTo>
                    <a:pt x="2255578" y="2583677"/>
                  </a:lnTo>
                  <a:lnTo>
                    <a:pt x="2255765" y="2583426"/>
                  </a:lnTo>
                  <a:lnTo>
                    <a:pt x="2255952" y="2583482"/>
                  </a:lnTo>
                  <a:lnTo>
                    <a:pt x="2256139" y="2583556"/>
                  </a:lnTo>
                  <a:lnTo>
                    <a:pt x="2256326" y="2583420"/>
                  </a:lnTo>
                  <a:lnTo>
                    <a:pt x="2256512" y="2582991"/>
                  </a:lnTo>
                  <a:lnTo>
                    <a:pt x="2256699" y="2582316"/>
                  </a:lnTo>
                  <a:lnTo>
                    <a:pt x="2256886" y="2581398"/>
                  </a:lnTo>
                  <a:lnTo>
                    <a:pt x="2257073" y="2579999"/>
                  </a:lnTo>
                  <a:lnTo>
                    <a:pt x="2257260" y="2578838"/>
                  </a:lnTo>
                  <a:lnTo>
                    <a:pt x="2257447" y="2577738"/>
                  </a:lnTo>
                  <a:lnTo>
                    <a:pt x="2257634" y="2576612"/>
                  </a:lnTo>
                  <a:lnTo>
                    <a:pt x="2257821" y="2575979"/>
                  </a:lnTo>
                  <a:lnTo>
                    <a:pt x="2258008" y="2575443"/>
                  </a:lnTo>
                  <a:lnTo>
                    <a:pt x="2258195" y="2574750"/>
                  </a:lnTo>
                  <a:lnTo>
                    <a:pt x="2258382" y="2574073"/>
                  </a:lnTo>
                  <a:lnTo>
                    <a:pt x="2258569" y="2573427"/>
                  </a:lnTo>
                  <a:lnTo>
                    <a:pt x="2258755" y="2572714"/>
                  </a:lnTo>
                  <a:lnTo>
                    <a:pt x="2258942" y="2572144"/>
                  </a:lnTo>
                  <a:lnTo>
                    <a:pt x="2259129" y="2571709"/>
                  </a:lnTo>
                  <a:lnTo>
                    <a:pt x="2259316" y="2571361"/>
                  </a:lnTo>
                  <a:lnTo>
                    <a:pt x="2259503" y="2571144"/>
                  </a:lnTo>
                  <a:lnTo>
                    <a:pt x="2259690" y="2570776"/>
                  </a:lnTo>
                  <a:lnTo>
                    <a:pt x="2259877" y="2570337"/>
                  </a:lnTo>
                  <a:lnTo>
                    <a:pt x="2260064" y="2570018"/>
                  </a:lnTo>
                  <a:lnTo>
                    <a:pt x="2260251" y="2569792"/>
                  </a:lnTo>
                  <a:lnTo>
                    <a:pt x="2260438" y="2569625"/>
                  </a:lnTo>
                  <a:lnTo>
                    <a:pt x="2260625" y="2569882"/>
                  </a:lnTo>
                  <a:lnTo>
                    <a:pt x="2260812" y="2570033"/>
                  </a:lnTo>
                  <a:lnTo>
                    <a:pt x="2260999" y="2570254"/>
                  </a:lnTo>
                  <a:lnTo>
                    <a:pt x="2261185" y="2570378"/>
                  </a:lnTo>
                  <a:lnTo>
                    <a:pt x="2261372" y="2570486"/>
                  </a:lnTo>
                  <a:lnTo>
                    <a:pt x="2261559" y="2570631"/>
                  </a:lnTo>
                  <a:lnTo>
                    <a:pt x="2261746" y="2570775"/>
                  </a:lnTo>
                  <a:lnTo>
                    <a:pt x="2261933" y="2570941"/>
                  </a:lnTo>
                  <a:lnTo>
                    <a:pt x="2262120" y="2571229"/>
                  </a:lnTo>
                  <a:lnTo>
                    <a:pt x="2262307" y="2571388"/>
                  </a:lnTo>
                  <a:lnTo>
                    <a:pt x="2262494" y="2571519"/>
                  </a:lnTo>
                  <a:lnTo>
                    <a:pt x="2262681" y="2571579"/>
                  </a:lnTo>
                  <a:lnTo>
                    <a:pt x="2262868" y="2571699"/>
                  </a:lnTo>
                  <a:lnTo>
                    <a:pt x="2263055" y="2571680"/>
                  </a:lnTo>
                  <a:lnTo>
                    <a:pt x="2263242" y="2571391"/>
                  </a:lnTo>
                  <a:lnTo>
                    <a:pt x="2263428" y="2570769"/>
                  </a:lnTo>
                  <a:lnTo>
                    <a:pt x="2263615" y="2569957"/>
                  </a:lnTo>
                  <a:lnTo>
                    <a:pt x="2263802" y="2569206"/>
                  </a:lnTo>
                  <a:lnTo>
                    <a:pt x="2263989" y="2568571"/>
                  </a:lnTo>
                  <a:lnTo>
                    <a:pt x="2264176" y="2567713"/>
                  </a:lnTo>
                  <a:lnTo>
                    <a:pt x="2264363" y="2566935"/>
                  </a:lnTo>
                  <a:lnTo>
                    <a:pt x="2264550" y="2566331"/>
                  </a:lnTo>
                  <a:lnTo>
                    <a:pt x="2264737" y="2565569"/>
                  </a:lnTo>
                  <a:lnTo>
                    <a:pt x="2264924" y="2564991"/>
                  </a:lnTo>
                  <a:lnTo>
                    <a:pt x="2265111" y="2564581"/>
                  </a:lnTo>
                  <a:lnTo>
                    <a:pt x="2265298" y="2564719"/>
                  </a:lnTo>
                  <a:lnTo>
                    <a:pt x="2265485" y="2565065"/>
                  </a:lnTo>
                  <a:lnTo>
                    <a:pt x="2265672" y="2565279"/>
                  </a:lnTo>
                  <a:lnTo>
                    <a:pt x="2265858" y="2565716"/>
                  </a:lnTo>
                  <a:lnTo>
                    <a:pt x="2266045" y="2566348"/>
                  </a:lnTo>
                  <a:lnTo>
                    <a:pt x="2266232" y="2566979"/>
                  </a:lnTo>
                  <a:lnTo>
                    <a:pt x="2266419" y="2567982"/>
                  </a:lnTo>
                  <a:lnTo>
                    <a:pt x="2266606" y="2569173"/>
                  </a:lnTo>
                  <a:lnTo>
                    <a:pt x="2266793" y="2570394"/>
                  </a:lnTo>
                  <a:lnTo>
                    <a:pt x="2266980" y="2571870"/>
                  </a:lnTo>
                  <a:lnTo>
                    <a:pt x="2267167" y="2573210"/>
                  </a:lnTo>
                  <a:lnTo>
                    <a:pt x="2267354" y="2574302"/>
                  </a:lnTo>
                  <a:lnTo>
                    <a:pt x="2267541" y="2575569"/>
                  </a:lnTo>
                  <a:lnTo>
                    <a:pt x="2267728" y="2576884"/>
                  </a:lnTo>
                  <a:lnTo>
                    <a:pt x="2267915" y="2577630"/>
                  </a:lnTo>
                  <a:lnTo>
                    <a:pt x="2268102" y="2577904"/>
                  </a:lnTo>
                  <a:lnTo>
                    <a:pt x="2268288" y="2577904"/>
                  </a:lnTo>
                  <a:lnTo>
                    <a:pt x="2268475" y="2578035"/>
                  </a:lnTo>
                  <a:lnTo>
                    <a:pt x="2268662" y="2577868"/>
                  </a:lnTo>
                  <a:lnTo>
                    <a:pt x="2268849" y="2577470"/>
                  </a:lnTo>
                  <a:lnTo>
                    <a:pt x="2269036" y="2576651"/>
                  </a:lnTo>
                  <a:lnTo>
                    <a:pt x="2269223" y="2575301"/>
                  </a:lnTo>
                  <a:lnTo>
                    <a:pt x="2269410" y="2573337"/>
                  </a:lnTo>
                  <a:lnTo>
                    <a:pt x="2269597" y="2571178"/>
                  </a:lnTo>
                  <a:lnTo>
                    <a:pt x="2269784" y="2568959"/>
                  </a:lnTo>
                  <a:lnTo>
                    <a:pt x="2269971" y="2566533"/>
                  </a:lnTo>
                  <a:lnTo>
                    <a:pt x="2270158" y="2564139"/>
                  </a:lnTo>
                  <a:lnTo>
                    <a:pt x="2270345" y="2561126"/>
                  </a:lnTo>
                  <a:lnTo>
                    <a:pt x="2270531" y="2557768"/>
                  </a:lnTo>
                  <a:lnTo>
                    <a:pt x="2270718" y="2554828"/>
                  </a:lnTo>
                  <a:lnTo>
                    <a:pt x="2270905" y="2552106"/>
                  </a:lnTo>
                  <a:lnTo>
                    <a:pt x="2271092" y="2549625"/>
                  </a:lnTo>
                  <a:lnTo>
                    <a:pt x="2271279" y="2547268"/>
                  </a:lnTo>
                  <a:lnTo>
                    <a:pt x="2271466" y="2546063"/>
                  </a:lnTo>
                  <a:lnTo>
                    <a:pt x="2271653" y="2545168"/>
                  </a:lnTo>
                  <a:lnTo>
                    <a:pt x="2271840" y="2544616"/>
                  </a:lnTo>
                  <a:lnTo>
                    <a:pt x="2272027" y="2544111"/>
                  </a:lnTo>
                  <a:lnTo>
                    <a:pt x="2272214" y="2543828"/>
                  </a:lnTo>
                  <a:lnTo>
                    <a:pt x="2272401" y="2543750"/>
                  </a:lnTo>
                  <a:lnTo>
                    <a:pt x="2272588" y="2543481"/>
                  </a:lnTo>
                  <a:lnTo>
                    <a:pt x="2272775" y="2543036"/>
                  </a:lnTo>
                  <a:lnTo>
                    <a:pt x="2272961" y="2542632"/>
                  </a:lnTo>
                  <a:lnTo>
                    <a:pt x="2273148" y="2542381"/>
                  </a:lnTo>
                  <a:lnTo>
                    <a:pt x="2273335" y="2542685"/>
                  </a:lnTo>
                  <a:lnTo>
                    <a:pt x="2273522" y="2543022"/>
                  </a:lnTo>
                  <a:lnTo>
                    <a:pt x="2273709" y="2542773"/>
                  </a:lnTo>
                  <a:lnTo>
                    <a:pt x="2273896" y="2542189"/>
                  </a:lnTo>
                  <a:lnTo>
                    <a:pt x="2274083" y="2541316"/>
                  </a:lnTo>
                  <a:lnTo>
                    <a:pt x="2274270" y="2540073"/>
                  </a:lnTo>
                  <a:lnTo>
                    <a:pt x="2274457" y="2538322"/>
                  </a:lnTo>
                  <a:lnTo>
                    <a:pt x="2274644" y="2536465"/>
                  </a:lnTo>
                  <a:lnTo>
                    <a:pt x="2274831" y="2534794"/>
                  </a:lnTo>
                  <a:lnTo>
                    <a:pt x="2275018" y="2533436"/>
                  </a:lnTo>
                  <a:lnTo>
                    <a:pt x="2275205" y="2532259"/>
                  </a:lnTo>
                  <a:lnTo>
                    <a:pt x="2275391" y="2531174"/>
                  </a:lnTo>
                  <a:lnTo>
                    <a:pt x="2275578" y="2530103"/>
                  </a:lnTo>
                  <a:lnTo>
                    <a:pt x="2275765" y="2529182"/>
                  </a:lnTo>
                  <a:lnTo>
                    <a:pt x="2275952" y="2528359"/>
                  </a:lnTo>
                  <a:lnTo>
                    <a:pt x="2276139" y="2527401"/>
                  </a:lnTo>
                  <a:lnTo>
                    <a:pt x="2276326" y="2526535"/>
                  </a:lnTo>
                  <a:lnTo>
                    <a:pt x="2276513" y="2526016"/>
                  </a:lnTo>
                  <a:lnTo>
                    <a:pt x="2276700" y="2525822"/>
                  </a:lnTo>
                  <a:lnTo>
                    <a:pt x="2276887" y="2525883"/>
                  </a:lnTo>
                  <a:lnTo>
                    <a:pt x="2277074" y="2525842"/>
                  </a:lnTo>
                  <a:lnTo>
                    <a:pt x="2277261" y="2525956"/>
                  </a:lnTo>
                  <a:lnTo>
                    <a:pt x="2277448" y="2525882"/>
                  </a:lnTo>
                  <a:lnTo>
                    <a:pt x="2277634" y="2525985"/>
                  </a:lnTo>
                  <a:lnTo>
                    <a:pt x="2277821" y="2525917"/>
                  </a:lnTo>
                  <a:lnTo>
                    <a:pt x="2278008" y="2526218"/>
                  </a:lnTo>
                  <a:lnTo>
                    <a:pt x="2278195" y="2526800"/>
                  </a:lnTo>
                  <a:lnTo>
                    <a:pt x="2278382" y="2527787"/>
                  </a:lnTo>
                  <a:lnTo>
                    <a:pt x="2278569" y="2528966"/>
                  </a:lnTo>
                  <a:lnTo>
                    <a:pt x="2278756" y="2530364"/>
                  </a:lnTo>
                  <a:lnTo>
                    <a:pt x="2278943" y="2532036"/>
                  </a:lnTo>
                  <a:lnTo>
                    <a:pt x="2279130" y="2533971"/>
                  </a:lnTo>
                  <a:lnTo>
                    <a:pt x="2279317" y="2536082"/>
                  </a:lnTo>
                  <a:lnTo>
                    <a:pt x="2279504" y="2538078"/>
                  </a:lnTo>
                  <a:lnTo>
                    <a:pt x="2279691" y="2539881"/>
                  </a:lnTo>
                  <a:lnTo>
                    <a:pt x="2279878" y="2541957"/>
                  </a:lnTo>
                  <a:lnTo>
                    <a:pt x="2280064" y="2544024"/>
                  </a:lnTo>
                  <a:lnTo>
                    <a:pt x="2280251" y="2546549"/>
                  </a:lnTo>
                  <a:lnTo>
                    <a:pt x="2280438" y="2549363"/>
                  </a:lnTo>
                  <a:lnTo>
                    <a:pt x="2280625" y="2552257"/>
                  </a:lnTo>
                  <a:lnTo>
                    <a:pt x="2280812" y="2555195"/>
                  </a:lnTo>
                  <a:lnTo>
                    <a:pt x="2280999" y="2557992"/>
                  </a:lnTo>
                  <a:lnTo>
                    <a:pt x="2281186" y="2560525"/>
                  </a:lnTo>
                  <a:lnTo>
                    <a:pt x="2281373" y="2562627"/>
                  </a:lnTo>
                  <a:lnTo>
                    <a:pt x="2281560" y="2564369"/>
                  </a:lnTo>
                  <a:lnTo>
                    <a:pt x="2281747" y="2565583"/>
                  </a:lnTo>
                  <a:lnTo>
                    <a:pt x="2281934" y="2566462"/>
                  </a:lnTo>
                  <a:lnTo>
                    <a:pt x="2282121" y="2567166"/>
                  </a:lnTo>
                  <a:lnTo>
                    <a:pt x="2282307" y="2567870"/>
                  </a:lnTo>
                  <a:lnTo>
                    <a:pt x="2282494" y="2568573"/>
                  </a:lnTo>
                  <a:lnTo>
                    <a:pt x="2282681" y="2569180"/>
                  </a:lnTo>
                  <a:lnTo>
                    <a:pt x="2282868" y="2569840"/>
                  </a:lnTo>
                  <a:lnTo>
                    <a:pt x="2283055" y="2569585"/>
                  </a:lnTo>
                  <a:lnTo>
                    <a:pt x="2283242" y="2568589"/>
                  </a:lnTo>
                  <a:lnTo>
                    <a:pt x="2283429" y="2567158"/>
                  </a:lnTo>
                  <a:lnTo>
                    <a:pt x="2283616" y="2565520"/>
                  </a:lnTo>
                  <a:lnTo>
                    <a:pt x="2283803" y="2563368"/>
                  </a:lnTo>
                  <a:lnTo>
                    <a:pt x="2283990" y="2560362"/>
                  </a:lnTo>
                  <a:lnTo>
                    <a:pt x="2284177" y="2556714"/>
                  </a:lnTo>
                  <a:lnTo>
                    <a:pt x="2284364" y="2553842"/>
                  </a:lnTo>
                  <a:lnTo>
                    <a:pt x="2284551" y="2550188"/>
                  </a:lnTo>
                  <a:lnTo>
                    <a:pt x="2284737" y="2546708"/>
                  </a:lnTo>
                  <a:lnTo>
                    <a:pt x="2284924" y="2543434"/>
                  </a:lnTo>
                  <a:lnTo>
                    <a:pt x="2285111" y="2539937"/>
                  </a:lnTo>
                  <a:lnTo>
                    <a:pt x="2285298" y="2536650"/>
                  </a:lnTo>
                  <a:lnTo>
                    <a:pt x="2285485" y="2533348"/>
                  </a:lnTo>
                  <a:lnTo>
                    <a:pt x="2285672" y="2529663"/>
                  </a:lnTo>
                  <a:lnTo>
                    <a:pt x="2285859" y="2526397"/>
                  </a:lnTo>
                  <a:lnTo>
                    <a:pt x="2286046" y="2523009"/>
                  </a:lnTo>
                  <a:lnTo>
                    <a:pt x="2286233" y="2519834"/>
                  </a:lnTo>
                  <a:lnTo>
                    <a:pt x="2286420" y="2516793"/>
                  </a:lnTo>
                  <a:lnTo>
                    <a:pt x="2286607" y="2514183"/>
                  </a:lnTo>
                  <a:lnTo>
                    <a:pt x="2286794" y="2511748"/>
                  </a:lnTo>
                  <a:lnTo>
                    <a:pt x="2286981" y="2509517"/>
                  </a:lnTo>
                  <a:lnTo>
                    <a:pt x="2287167" y="2507241"/>
                  </a:lnTo>
                  <a:lnTo>
                    <a:pt x="2287354" y="2505594"/>
                  </a:lnTo>
                  <a:lnTo>
                    <a:pt x="2287541" y="2503833"/>
                  </a:lnTo>
                  <a:lnTo>
                    <a:pt x="2287728" y="2501954"/>
                  </a:lnTo>
                  <a:lnTo>
                    <a:pt x="2287915" y="2500420"/>
                  </a:lnTo>
                  <a:lnTo>
                    <a:pt x="2288102" y="2498787"/>
                  </a:lnTo>
                  <a:lnTo>
                    <a:pt x="2288289" y="2497633"/>
                  </a:lnTo>
                  <a:lnTo>
                    <a:pt x="2288476" y="2496335"/>
                  </a:lnTo>
                  <a:lnTo>
                    <a:pt x="2288663" y="2495327"/>
                  </a:lnTo>
                  <a:lnTo>
                    <a:pt x="2288850" y="2494793"/>
                  </a:lnTo>
                  <a:lnTo>
                    <a:pt x="2289037" y="2494471"/>
                  </a:lnTo>
                  <a:lnTo>
                    <a:pt x="2289224" y="2494141"/>
                  </a:lnTo>
                  <a:lnTo>
                    <a:pt x="2289410" y="2493705"/>
                  </a:lnTo>
                  <a:lnTo>
                    <a:pt x="2289597" y="2493399"/>
                  </a:lnTo>
                  <a:lnTo>
                    <a:pt x="2289784" y="2493015"/>
                  </a:lnTo>
                  <a:lnTo>
                    <a:pt x="2289971" y="2492751"/>
                  </a:lnTo>
                  <a:lnTo>
                    <a:pt x="2290158" y="2493100"/>
                  </a:lnTo>
                  <a:lnTo>
                    <a:pt x="2290345" y="2493503"/>
                  </a:lnTo>
                  <a:lnTo>
                    <a:pt x="2290532" y="2494294"/>
                  </a:lnTo>
                  <a:lnTo>
                    <a:pt x="2290719" y="2495759"/>
                  </a:lnTo>
                  <a:lnTo>
                    <a:pt x="2290906" y="2497255"/>
                  </a:lnTo>
                  <a:lnTo>
                    <a:pt x="2291093" y="2498879"/>
                  </a:lnTo>
                  <a:lnTo>
                    <a:pt x="2291280" y="2500419"/>
                  </a:lnTo>
                  <a:lnTo>
                    <a:pt x="2291467" y="2501956"/>
                  </a:lnTo>
                  <a:lnTo>
                    <a:pt x="2291654" y="2503319"/>
                  </a:lnTo>
                  <a:lnTo>
                    <a:pt x="2291840" y="2504510"/>
                  </a:lnTo>
                  <a:lnTo>
                    <a:pt x="2292027" y="2505789"/>
                  </a:lnTo>
                  <a:lnTo>
                    <a:pt x="2292214" y="2507216"/>
                  </a:lnTo>
                  <a:lnTo>
                    <a:pt x="2292401" y="2508605"/>
                  </a:lnTo>
                  <a:lnTo>
                    <a:pt x="2292588" y="2509795"/>
                  </a:lnTo>
                  <a:lnTo>
                    <a:pt x="2292775" y="2510942"/>
                  </a:lnTo>
                  <a:lnTo>
                    <a:pt x="2292962" y="2511762"/>
                  </a:lnTo>
                  <a:lnTo>
                    <a:pt x="2293149" y="2512523"/>
                  </a:lnTo>
                  <a:lnTo>
                    <a:pt x="2293336" y="2512995"/>
                  </a:lnTo>
                  <a:lnTo>
                    <a:pt x="2293523" y="2513449"/>
                  </a:lnTo>
                  <a:lnTo>
                    <a:pt x="2293710" y="2514051"/>
                  </a:lnTo>
                  <a:lnTo>
                    <a:pt x="2293897" y="2514832"/>
                  </a:lnTo>
                  <a:lnTo>
                    <a:pt x="2294084" y="2515780"/>
                  </a:lnTo>
                  <a:lnTo>
                    <a:pt x="2294270" y="2516680"/>
                  </a:lnTo>
                  <a:lnTo>
                    <a:pt x="2294457" y="2517903"/>
                  </a:lnTo>
                  <a:lnTo>
                    <a:pt x="2294644" y="2518650"/>
                  </a:lnTo>
                  <a:lnTo>
                    <a:pt x="2294831" y="2518897"/>
                  </a:lnTo>
                  <a:lnTo>
                    <a:pt x="2295018" y="2518589"/>
                  </a:lnTo>
                  <a:lnTo>
                    <a:pt x="2295205" y="2517604"/>
                  </a:lnTo>
                  <a:lnTo>
                    <a:pt x="2295392" y="2516390"/>
                  </a:lnTo>
                  <a:lnTo>
                    <a:pt x="2295579" y="2515211"/>
                  </a:lnTo>
                  <a:lnTo>
                    <a:pt x="2295766" y="2513188"/>
                  </a:lnTo>
                  <a:lnTo>
                    <a:pt x="2295953" y="2510294"/>
                  </a:lnTo>
                  <a:lnTo>
                    <a:pt x="2296140" y="2506750"/>
                  </a:lnTo>
                  <a:lnTo>
                    <a:pt x="2296327" y="2502589"/>
                  </a:lnTo>
                  <a:lnTo>
                    <a:pt x="2296513" y="2497910"/>
                  </a:lnTo>
                  <a:lnTo>
                    <a:pt x="2296700" y="2492773"/>
                  </a:lnTo>
                  <a:lnTo>
                    <a:pt x="2296887" y="2487065"/>
                  </a:lnTo>
                  <a:lnTo>
                    <a:pt x="2297074" y="2481356"/>
                  </a:lnTo>
                  <a:lnTo>
                    <a:pt x="2297261" y="2475357"/>
                  </a:lnTo>
                  <a:lnTo>
                    <a:pt x="2297448" y="2468928"/>
                  </a:lnTo>
                  <a:lnTo>
                    <a:pt x="2297635" y="2462718"/>
                  </a:lnTo>
                  <a:lnTo>
                    <a:pt x="2297822" y="2456534"/>
                  </a:lnTo>
                  <a:lnTo>
                    <a:pt x="2298009" y="2450544"/>
                  </a:lnTo>
                  <a:lnTo>
                    <a:pt x="2298196" y="2444532"/>
                  </a:lnTo>
                  <a:lnTo>
                    <a:pt x="2298383" y="2438473"/>
                  </a:lnTo>
                  <a:lnTo>
                    <a:pt x="2298570" y="2433060"/>
                  </a:lnTo>
                  <a:lnTo>
                    <a:pt x="2298757" y="2428160"/>
                  </a:lnTo>
                  <a:lnTo>
                    <a:pt x="2298943" y="2423849"/>
                  </a:lnTo>
                  <a:lnTo>
                    <a:pt x="2299130" y="2419609"/>
                  </a:lnTo>
                  <a:lnTo>
                    <a:pt x="2299317" y="2415303"/>
                  </a:lnTo>
                  <a:lnTo>
                    <a:pt x="2299504" y="2410988"/>
                  </a:lnTo>
                  <a:lnTo>
                    <a:pt x="2299691" y="2407263"/>
                  </a:lnTo>
                  <a:lnTo>
                    <a:pt x="2299878" y="2403579"/>
                  </a:lnTo>
                  <a:lnTo>
                    <a:pt x="2300065" y="2400427"/>
                  </a:lnTo>
                  <a:lnTo>
                    <a:pt x="2300252" y="2397924"/>
                  </a:lnTo>
                  <a:lnTo>
                    <a:pt x="2300439" y="2395682"/>
                  </a:lnTo>
                  <a:lnTo>
                    <a:pt x="2300626" y="2393914"/>
                  </a:lnTo>
                  <a:lnTo>
                    <a:pt x="2300813" y="2392274"/>
                  </a:lnTo>
                  <a:lnTo>
                    <a:pt x="2301000" y="2390734"/>
                  </a:lnTo>
                  <a:lnTo>
                    <a:pt x="2301186" y="2389045"/>
                  </a:lnTo>
                  <a:lnTo>
                    <a:pt x="2301373" y="2387406"/>
                  </a:lnTo>
                  <a:lnTo>
                    <a:pt x="2301560" y="2386696"/>
                  </a:lnTo>
                  <a:lnTo>
                    <a:pt x="2301747" y="2386111"/>
                  </a:lnTo>
                  <a:lnTo>
                    <a:pt x="2301934" y="2385798"/>
                  </a:lnTo>
                  <a:lnTo>
                    <a:pt x="2302121" y="2386098"/>
                  </a:lnTo>
                  <a:lnTo>
                    <a:pt x="2302308" y="2386835"/>
                  </a:lnTo>
                  <a:lnTo>
                    <a:pt x="2302495" y="2387606"/>
                  </a:lnTo>
                  <a:lnTo>
                    <a:pt x="2302682" y="2388392"/>
                  </a:lnTo>
                  <a:lnTo>
                    <a:pt x="2302869" y="2389200"/>
                  </a:lnTo>
                  <a:lnTo>
                    <a:pt x="2303056" y="2390141"/>
                  </a:lnTo>
                  <a:lnTo>
                    <a:pt x="2303243" y="2390967"/>
                  </a:lnTo>
                  <a:lnTo>
                    <a:pt x="2303430" y="2391634"/>
                  </a:lnTo>
                  <a:lnTo>
                    <a:pt x="2303616" y="2392302"/>
                  </a:lnTo>
                  <a:lnTo>
                    <a:pt x="2303803" y="2392830"/>
                  </a:lnTo>
                  <a:lnTo>
                    <a:pt x="2303990" y="2393466"/>
                  </a:lnTo>
                  <a:lnTo>
                    <a:pt x="2304177" y="2393958"/>
                  </a:lnTo>
                  <a:lnTo>
                    <a:pt x="2304364" y="2394142"/>
                  </a:lnTo>
                  <a:lnTo>
                    <a:pt x="2304551" y="2394326"/>
                  </a:lnTo>
                  <a:lnTo>
                    <a:pt x="2304738" y="2394801"/>
                  </a:lnTo>
                  <a:lnTo>
                    <a:pt x="2304925" y="2395131"/>
                  </a:lnTo>
                  <a:lnTo>
                    <a:pt x="2305112" y="2395377"/>
                  </a:lnTo>
                  <a:lnTo>
                    <a:pt x="2305299" y="2396028"/>
                  </a:lnTo>
                  <a:lnTo>
                    <a:pt x="2305486" y="2396928"/>
                  </a:lnTo>
                  <a:lnTo>
                    <a:pt x="2305673" y="2397951"/>
                  </a:lnTo>
                  <a:lnTo>
                    <a:pt x="2305860" y="2398957"/>
                  </a:lnTo>
                  <a:lnTo>
                    <a:pt x="2306046" y="2400213"/>
                  </a:lnTo>
                  <a:lnTo>
                    <a:pt x="2306233" y="2401618"/>
                  </a:lnTo>
                  <a:lnTo>
                    <a:pt x="2306420" y="2403286"/>
                  </a:lnTo>
                  <a:lnTo>
                    <a:pt x="2306607" y="2405505"/>
                  </a:lnTo>
                  <a:lnTo>
                    <a:pt x="2306794" y="2408196"/>
                  </a:lnTo>
                  <a:lnTo>
                    <a:pt x="2306981" y="2410894"/>
                  </a:lnTo>
                  <a:lnTo>
                    <a:pt x="2307168" y="2413716"/>
                  </a:lnTo>
                  <a:lnTo>
                    <a:pt x="2307355" y="2416590"/>
                  </a:lnTo>
                  <a:lnTo>
                    <a:pt x="2307542" y="2419537"/>
                  </a:lnTo>
                  <a:lnTo>
                    <a:pt x="2307729" y="2422346"/>
                  </a:lnTo>
                  <a:lnTo>
                    <a:pt x="2307916" y="2425430"/>
                  </a:lnTo>
                  <a:lnTo>
                    <a:pt x="2308103" y="2428147"/>
                  </a:lnTo>
                  <a:lnTo>
                    <a:pt x="2308289" y="2430568"/>
                  </a:lnTo>
                  <a:lnTo>
                    <a:pt x="2308476" y="2432737"/>
                  </a:lnTo>
                  <a:lnTo>
                    <a:pt x="2308663" y="2434582"/>
                  </a:lnTo>
                  <a:lnTo>
                    <a:pt x="2308850" y="2436058"/>
                  </a:lnTo>
                  <a:lnTo>
                    <a:pt x="2309037" y="2437195"/>
                  </a:lnTo>
                  <a:lnTo>
                    <a:pt x="2309224" y="2438336"/>
                  </a:lnTo>
                  <a:lnTo>
                    <a:pt x="2309411" y="2439012"/>
                  </a:lnTo>
                  <a:lnTo>
                    <a:pt x="2309598" y="2439342"/>
                  </a:lnTo>
                  <a:lnTo>
                    <a:pt x="2309785" y="2439801"/>
                  </a:lnTo>
                  <a:lnTo>
                    <a:pt x="2309972" y="2440266"/>
                  </a:lnTo>
                  <a:lnTo>
                    <a:pt x="2310159" y="2440689"/>
                  </a:lnTo>
                  <a:lnTo>
                    <a:pt x="2310346" y="2440781"/>
                  </a:lnTo>
                  <a:lnTo>
                    <a:pt x="2310533" y="2440884"/>
                  </a:lnTo>
                  <a:lnTo>
                    <a:pt x="2310719" y="2440660"/>
                  </a:lnTo>
                  <a:lnTo>
                    <a:pt x="2310906" y="2440427"/>
                  </a:lnTo>
                  <a:lnTo>
                    <a:pt x="2311093" y="2440717"/>
                  </a:lnTo>
                  <a:lnTo>
                    <a:pt x="2311280" y="2441483"/>
                  </a:lnTo>
                  <a:lnTo>
                    <a:pt x="2311467" y="2442407"/>
                  </a:lnTo>
                  <a:lnTo>
                    <a:pt x="2311654" y="2443398"/>
                  </a:lnTo>
                  <a:lnTo>
                    <a:pt x="2311841" y="2444453"/>
                  </a:lnTo>
                  <a:lnTo>
                    <a:pt x="2312028" y="2444915"/>
                  </a:lnTo>
                  <a:lnTo>
                    <a:pt x="2312215" y="2444815"/>
                  </a:lnTo>
                  <a:lnTo>
                    <a:pt x="2312402" y="2444684"/>
                  </a:lnTo>
                  <a:lnTo>
                    <a:pt x="2312589" y="2444380"/>
                  </a:lnTo>
                  <a:lnTo>
                    <a:pt x="2312776" y="2444027"/>
                  </a:lnTo>
                  <a:lnTo>
                    <a:pt x="2312962" y="2443342"/>
                  </a:lnTo>
                  <a:lnTo>
                    <a:pt x="2313149" y="2442824"/>
                  </a:lnTo>
                  <a:lnTo>
                    <a:pt x="2313336" y="2442411"/>
                  </a:lnTo>
                  <a:lnTo>
                    <a:pt x="2313523" y="2442403"/>
                  </a:lnTo>
                  <a:lnTo>
                    <a:pt x="2313710" y="2442489"/>
                  </a:lnTo>
                  <a:lnTo>
                    <a:pt x="2313897" y="2442380"/>
                  </a:lnTo>
                  <a:lnTo>
                    <a:pt x="2314084" y="2442030"/>
                  </a:lnTo>
                  <a:lnTo>
                    <a:pt x="2314271" y="2441513"/>
                  </a:lnTo>
                  <a:lnTo>
                    <a:pt x="2314458" y="2441163"/>
                  </a:lnTo>
                  <a:lnTo>
                    <a:pt x="2314645" y="2440999"/>
                  </a:lnTo>
                  <a:lnTo>
                    <a:pt x="2314832" y="2441134"/>
                  </a:lnTo>
                  <a:lnTo>
                    <a:pt x="2315019" y="2441214"/>
                  </a:lnTo>
                  <a:lnTo>
                    <a:pt x="2315206" y="2441441"/>
                  </a:lnTo>
                  <a:lnTo>
                    <a:pt x="2315392" y="2441501"/>
                  </a:lnTo>
                  <a:lnTo>
                    <a:pt x="2315579" y="2441635"/>
                  </a:lnTo>
                  <a:lnTo>
                    <a:pt x="2315766" y="2441769"/>
                  </a:lnTo>
                  <a:lnTo>
                    <a:pt x="2315953" y="2442109"/>
                  </a:lnTo>
                  <a:lnTo>
                    <a:pt x="2316140" y="2442545"/>
                  </a:lnTo>
                  <a:lnTo>
                    <a:pt x="2316327" y="2443057"/>
                  </a:lnTo>
                  <a:lnTo>
                    <a:pt x="2316514" y="2443302"/>
                  </a:lnTo>
                  <a:lnTo>
                    <a:pt x="2316701" y="2443433"/>
                  </a:lnTo>
                  <a:lnTo>
                    <a:pt x="2316888" y="2443172"/>
                  </a:lnTo>
                  <a:lnTo>
                    <a:pt x="2317075" y="2442867"/>
                  </a:lnTo>
                  <a:lnTo>
                    <a:pt x="2317262" y="2442317"/>
                  </a:lnTo>
                  <a:lnTo>
                    <a:pt x="2317449" y="2441922"/>
                  </a:lnTo>
                  <a:lnTo>
                    <a:pt x="2317636" y="2441241"/>
                  </a:lnTo>
                  <a:lnTo>
                    <a:pt x="2317822" y="2440587"/>
                  </a:lnTo>
                  <a:lnTo>
                    <a:pt x="2318009" y="2439919"/>
                  </a:lnTo>
                  <a:lnTo>
                    <a:pt x="2318196" y="2439308"/>
                  </a:lnTo>
                  <a:lnTo>
                    <a:pt x="2318383" y="2438519"/>
                  </a:lnTo>
                  <a:lnTo>
                    <a:pt x="2318570" y="2437549"/>
                  </a:lnTo>
                  <a:lnTo>
                    <a:pt x="2318757" y="2436475"/>
                  </a:lnTo>
                  <a:lnTo>
                    <a:pt x="2318944" y="2435265"/>
                  </a:lnTo>
                  <a:lnTo>
                    <a:pt x="2319131" y="2434035"/>
                  </a:lnTo>
                  <a:lnTo>
                    <a:pt x="2319318" y="2433064"/>
                  </a:lnTo>
                  <a:lnTo>
                    <a:pt x="2319505" y="2432316"/>
                  </a:lnTo>
                  <a:lnTo>
                    <a:pt x="2319692" y="2431734"/>
                  </a:lnTo>
                  <a:lnTo>
                    <a:pt x="2319879" y="2431275"/>
                  </a:lnTo>
                  <a:lnTo>
                    <a:pt x="2320065" y="2430968"/>
                  </a:lnTo>
                  <a:lnTo>
                    <a:pt x="2320252" y="2430724"/>
                  </a:lnTo>
                  <a:lnTo>
                    <a:pt x="2320439" y="2431089"/>
                  </a:lnTo>
                  <a:lnTo>
                    <a:pt x="2320626" y="2431785"/>
                  </a:lnTo>
                  <a:lnTo>
                    <a:pt x="2320813" y="2432950"/>
                  </a:lnTo>
                  <a:lnTo>
                    <a:pt x="2321000" y="2434300"/>
                  </a:lnTo>
                  <a:lnTo>
                    <a:pt x="2321187" y="2436055"/>
                  </a:lnTo>
                  <a:lnTo>
                    <a:pt x="2321374" y="2438808"/>
                  </a:lnTo>
                  <a:lnTo>
                    <a:pt x="2321561" y="2442369"/>
                  </a:lnTo>
                  <a:lnTo>
                    <a:pt x="2321748" y="2445335"/>
                  </a:lnTo>
                  <a:lnTo>
                    <a:pt x="2321935" y="2449278"/>
                  </a:lnTo>
                  <a:lnTo>
                    <a:pt x="2322122" y="2453047"/>
                  </a:lnTo>
                  <a:lnTo>
                    <a:pt x="2322309" y="2456609"/>
                  </a:lnTo>
                  <a:lnTo>
                    <a:pt x="2322495" y="2460395"/>
                  </a:lnTo>
                  <a:lnTo>
                    <a:pt x="2322682" y="2463827"/>
                  </a:lnTo>
                  <a:lnTo>
                    <a:pt x="2322869" y="2467222"/>
                  </a:lnTo>
                  <a:lnTo>
                    <a:pt x="2323056" y="2470897"/>
                  </a:lnTo>
                  <a:lnTo>
                    <a:pt x="2323243" y="2474121"/>
                  </a:lnTo>
                  <a:lnTo>
                    <a:pt x="2323430" y="2477508"/>
                  </a:lnTo>
                  <a:lnTo>
                    <a:pt x="2323617" y="2480651"/>
                  </a:lnTo>
                  <a:lnTo>
                    <a:pt x="2323804" y="2483844"/>
                  </a:lnTo>
                  <a:lnTo>
                    <a:pt x="2323991" y="2486719"/>
                  </a:lnTo>
                  <a:lnTo>
                    <a:pt x="2324178" y="2489098"/>
                  </a:lnTo>
                  <a:lnTo>
                    <a:pt x="2324365" y="2491097"/>
                  </a:lnTo>
                  <a:lnTo>
                    <a:pt x="2324552" y="2493129"/>
                  </a:lnTo>
                  <a:lnTo>
                    <a:pt x="2324739" y="2494362"/>
                  </a:lnTo>
                  <a:lnTo>
                    <a:pt x="2324925" y="2495819"/>
                  </a:lnTo>
                  <a:lnTo>
                    <a:pt x="2325112" y="2497270"/>
                  </a:lnTo>
                  <a:lnTo>
                    <a:pt x="2325299" y="2498508"/>
                  </a:lnTo>
                  <a:lnTo>
                    <a:pt x="2325486" y="2499946"/>
                  </a:lnTo>
                  <a:lnTo>
                    <a:pt x="2325673" y="2500916"/>
                  </a:lnTo>
                  <a:lnTo>
                    <a:pt x="2325860" y="2501654"/>
                  </a:lnTo>
                  <a:lnTo>
                    <a:pt x="2326047" y="2502498"/>
                  </a:lnTo>
                  <a:lnTo>
                    <a:pt x="2326234" y="2503047"/>
                  </a:lnTo>
                  <a:lnTo>
                    <a:pt x="2326421" y="2503490"/>
                  </a:lnTo>
                  <a:lnTo>
                    <a:pt x="2326608" y="2503823"/>
                  </a:lnTo>
                  <a:lnTo>
                    <a:pt x="2326795" y="2504338"/>
                  </a:lnTo>
                  <a:lnTo>
                    <a:pt x="2326982" y="2505115"/>
                  </a:lnTo>
                  <a:lnTo>
                    <a:pt x="2327168" y="2506026"/>
                  </a:lnTo>
                  <a:lnTo>
                    <a:pt x="2327355" y="2507078"/>
                  </a:lnTo>
                  <a:lnTo>
                    <a:pt x="2327542" y="2507855"/>
                  </a:lnTo>
                  <a:lnTo>
                    <a:pt x="2327729" y="2508627"/>
                  </a:lnTo>
                  <a:lnTo>
                    <a:pt x="2327916" y="2509226"/>
                  </a:lnTo>
                  <a:lnTo>
                    <a:pt x="2328103" y="2509905"/>
                  </a:lnTo>
                  <a:lnTo>
                    <a:pt x="2328290" y="2510727"/>
                  </a:lnTo>
                  <a:lnTo>
                    <a:pt x="2328477" y="2511723"/>
                  </a:lnTo>
                  <a:lnTo>
                    <a:pt x="2328664" y="2512813"/>
                  </a:lnTo>
                  <a:lnTo>
                    <a:pt x="2328851" y="2513742"/>
                  </a:lnTo>
                  <a:lnTo>
                    <a:pt x="2329038" y="2514502"/>
                  </a:lnTo>
                  <a:lnTo>
                    <a:pt x="2329225" y="2515144"/>
                  </a:lnTo>
                  <a:lnTo>
                    <a:pt x="2329412" y="2515628"/>
                  </a:lnTo>
                  <a:lnTo>
                    <a:pt x="2329598" y="2515945"/>
                  </a:lnTo>
                  <a:lnTo>
                    <a:pt x="2329785" y="2516235"/>
                  </a:lnTo>
                  <a:lnTo>
                    <a:pt x="2329972" y="2516657"/>
                  </a:lnTo>
                  <a:lnTo>
                    <a:pt x="2330159" y="2517220"/>
                  </a:lnTo>
                  <a:lnTo>
                    <a:pt x="2330346" y="2517774"/>
                  </a:lnTo>
                  <a:lnTo>
                    <a:pt x="2330533" y="2518232"/>
                  </a:lnTo>
                  <a:lnTo>
                    <a:pt x="2330720" y="2518232"/>
                  </a:lnTo>
                  <a:lnTo>
                    <a:pt x="2330907" y="2518073"/>
                  </a:lnTo>
                  <a:lnTo>
                    <a:pt x="2331094" y="2517994"/>
                  </a:lnTo>
                  <a:lnTo>
                    <a:pt x="2331281" y="2517994"/>
                  </a:lnTo>
                  <a:lnTo>
                    <a:pt x="2331468" y="2518291"/>
                  </a:lnTo>
                  <a:lnTo>
                    <a:pt x="2331655" y="2518585"/>
                  </a:lnTo>
                  <a:lnTo>
                    <a:pt x="2331841" y="2519036"/>
                  </a:lnTo>
                  <a:lnTo>
                    <a:pt x="2332028" y="2519545"/>
                  </a:lnTo>
                  <a:lnTo>
                    <a:pt x="2332215" y="2520407"/>
                  </a:lnTo>
                  <a:lnTo>
                    <a:pt x="2332402" y="2521646"/>
                  </a:lnTo>
                  <a:lnTo>
                    <a:pt x="2332589" y="2522984"/>
                  </a:lnTo>
                  <a:lnTo>
                    <a:pt x="2332776" y="2524135"/>
                  </a:lnTo>
                  <a:lnTo>
                    <a:pt x="2332963" y="2525133"/>
                  </a:lnTo>
                  <a:lnTo>
                    <a:pt x="2333150" y="2526808"/>
                  </a:lnTo>
                  <a:lnTo>
                    <a:pt x="2333337" y="2529093"/>
                  </a:lnTo>
                  <a:lnTo>
                    <a:pt x="2333524" y="2532347"/>
                  </a:lnTo>
                  <a:lnTo>
                    <a:pt x="2333711" y="2536197"/>
                  </a:lnTo>
                  <a:lnTo>
                    <a:pt x="2333898" y="2540301"/>
                  </a:lnTo>
                  <a:lnTo>
                    <a:pt x="2334085" y="2544659"/>
                  </a:lnTo>
                  <a:lnTo>
                    <a:pt x="2334271" y="2549523"/>
                  </a:lnTo>
                  <a:lnTo>
                    <a:pt x="2334458" y="2554623"/>
                  </a:lnTo>
                  <a:lnTo>
                    <a:pt x="2334645" y="2560136"/>
                  </a:lnTo>
                  <a:lnTo>
                    <a:pt x="2334832" y="2566038"/>
                  </a:lnTo>
                  <a:lnTo>
                    <a:pt x="2335019" y="2571896"/>
                  </a:lnTo>
                  <a:lnTo>
                    <a:pt x="2335206" y="2577754"/>
                  </a:lnTo>
                  <a:lnTo>
                    <a:pt x="2335393" y="2583603"/>
                  </a:lnTo>
                  <a:lnTo>
                    <a:pt x="2335580" y="2589602"/>
                  </a:lnTo>
                  <a:lnTo>
                    <a:pt x="2335767" y="2595689"/>
                  </a:lnTo>
                  <a:lnTo>
                    <a:pt x="2335954" y="2601274"/>
                  </a:lnTo>
                  <a:lnTo>
                    <a:pt x="2336141" y="2606552"/>
                  </a:lnTo>
                  <a:lnTo>
                    <a:pt x="2336328" y="2611354"/>
                  </a:lnTo>
                  <a:lnTo>
                    <a:pt x="2336515" y="2616095"/>
                  </a:lnTo>
                  <a:lnTo>
                    <a:pt x="2336701" y="2620880"/>
                  </a:lnTo>
                  <a:lnTo>
                    <a:pt x="2336888" y="2625691"/>
                  </a:lnTo>
                  <a:lnTo>
                    <a:pt x="2337075" y="2629948"/>
                  </a:lnTo>
                  <a:lnTo>
                    <a:pt x="2337262" y="2634100"/>
                  </a:lnTo>
                  <a:lnTo>
                    <a:pt x="2337449" y="2637662"/>
                  </a:lnTo>
                  <a:lnTo>
                    <a:pt x="2337636" y="2640231"/>
                  </a:lnTo>
                  <a:lnTo>
                    <a:pt x="2337823" y="2642535"/>
                  </a:lnTo>
                  <a:lnTo>
                    <a:pt x="2338010" y="2644312"/>
                  </a:lnTo>
                  <a:lnTo>
                    <a:pt x="2338197" y="2645878"/>
                  </a:lnTo>
                  <a:lnTo>
                    <a:pt x="2338384" y="2647188"/>
                  </a:lnTo>
                  <a:lnTo>
                    <a:pt x="2338571" y="2648420"/>
                  </a:lnTo>
                  <a:lnTo>
                    <a:pt x="2338758" y="2649475"/>
                  </a:lnTo>
                  <a:lnTo>
                    <a:pt x="2338944" y="2649658"/>
                  </a:lnTo>
                  <a:lnTo>
                    <a:pt x="2339131" y="2649715"/>
                  </a:lnTo>
                  <a:lnTo>
                    <a:pt x="2339318" y="2649500"/>
                  </a:lnTo>
                  <a:lnTo>
                    <a:pt x="2339505" y="2648865"/>
                  </a:lnTo>
                  <a:lnTo>
                    <a:pt x="2339692" y="2648015"/>
                  </a:lnTo>
                  <a:lnTo>
                    <a:pt x="2339879" y="2647243"/>
                  </a:lnTo>
                  <a:lnTo>
                    <a:pt x="2340066" y="2646457"/>
                  </a:lnTo>
                  <a:lnTo>
                    <a:pt x="2340253" y="2645728"/>
                  </a:lnTo>
                  <a:lnTo>
                    <a:pt x="2340440" y="2645236"/>
                  </a:lnTo>
                  <a:lnTo>
                    <a:pt x="2340627" y="2644877"/>
                  </a:lnTo>
                  <a:lnTo>
                    <a:pt x="2340814" y="2644701"/>
                  </a:lnTo>
                  <a:lnTo>
                    <a:pt x="2341001" y="2644579"/>
                  </a:lnTo>
                  <a:lnTo>
                    <a:pt x="2341188" y="2644588"/>
                  </a:lnTo>
                  <a:lnTo>
                    <a:pt x="2341374" y="2644656"/>
                  </a:lnTo>
                  <a:lnTo>
                    <a:pt x="2341561" y="2644876"/>
                  </a:lnTo>
                  <a:lnTo>
                    <a:pt x="2341748" y="2645572"/>
                  </a:lnTo>
                  <a:lnTo>
                    <a:pt x="2341935" y="2646267"/>
                  </a:lnTo>
                  <a:lnTo>
                    <a:pt x="2342122" y="2646663"/>
                  </a:lnTo>
                  <a:lnTo>
                    <a:pt x="2342309" y="2647019"/>
                  </a:lnTo>
                  <a:lnTo>
                    <a:pt x="2342496" y="2647275"/>
                  </a:lnTo>
                  <a:lnTo>
                    <a:pt x="2342683" y="2647414"/>
                  </a:lnTo>
                  <a:lnTo>
                    <a:pt x="2342870" y="2647341"/>
                  </a:lnTo>
                  <a:lnTo>
                    <a:pt x="2343057" y="2647057"/>
                  </a:lnTo>
                  <a:lnTo>
                    <a:pt x="2343244" y="2646852"/>
                  </a:lnTo>
                  <a:lnTo>
                    <a:pt x="2343431" y="2646926"/>
                  </a:lnTo>
                  <a:lnTo>
                    <a:pt x="2343618" y="2647177"/>
                  </a:lnTo>
                  <a:lnTo>
                    <a:pt x="2343804" y="2647591"/>
                  </a:lnTo>
                  <a:lnTo>
                    <a:pt x="2343991" y="2647912"/>
                  </a:lnTo>
                  <a:lnTo>
                    <a:pt x="2344178" y="2648352"/>
                  </a:lnTo>
                  <a:lnTo>
                    <a:pt x="2344365" y="2648730"/>
                  </a:lnTo>
                  <a:lnTo>
                    <a:pt x="2344552" y="2648904"/>
                  </a:lnTo>
                  <a:lnTo>
                    <a:pt x="2344739" y="2649150"/>
                  </a:lnTo>
                  <a:lnTo>
                    <a:pt x="2344926" y="2649308"/>
                  </a:lnTo>
                  <a:lnTo>
                    <a:pt x="2345113" y="2649740"/>
                  </a:lnTo>
                  <a:lnTo>
                    <a:pt x="2345300" y="2650165"/>
                  </a:lnTo>
                  <a:lnTo>
                    <a:pt x="2345487" y="2650676"/>
                  </a:lnTo>
                  <a:lnTo>
                    <a:pt x="2345674" y="2651195"/>
                  </a:lnTo>
                  <a:lnTo>
                    <a:pt x="2345861" y="2651833"/>
                  </a:lnTo>
                  <a:lnTo>
                    <a:pt x="2346047" y="2652508"/>
                  </a:lnTo>
                  <a:lnTo>
                    <a:pt x="2346234" y="2653149"/>
                  </a:lnTo>
                  <a:lnTo>
                    <a:pt x="2346421" y="2653709"/>
                  </a:lnTo>
                  <a:lnTo>
                    <a:pt x="2346608" y="2654057"/>
                  </a:lnTo>
                  <a:lnTo>
                    <a:pt x="2346795" y="2654385"/>
                  </a:lnTo>
                  <a:lnTo>
                    <a:pt x="2346982" y="2654655"/>
                  </a:lnTo>
                  <a:lnTo>
                    <a:pt x="2347169" y="2655019"/>
                  </a:lnTo>
                  <a:lnTo>
                    <a:pt x="2347356" y="2655537"/>
                  </a:lnTo>
                  <a:lnTo>
                    <a:pt x="2347543" y="2656122"/>
                  </a:lnTo>
                  <a:lnTo>
                    <a:pt x="2347730" y="2656893"/>
                  </a:lnTo>
                  <a:lnTo>
                    <a:pt x="2347917" y="2657018"/>
                  </a:lnTo>
                  <a:lnTo>
                    <a:pt x="2348104" y="2657181"/>
                  </a:lnTo>
                  <a:lnTo>
                    <a:pt x="2348291" y="2657405"/>
                  </a:lnTo>
                  <a:lnTo>
                    <a:pt x="2348477" y="2657828"/>
                  </a:lnTo>
                  <a:lnTo>
                    <a:pt x="2348664" y="2658152"/>
                  </a:lnTo>
                  <a:lnTo>
                    <a:pt x="2348851" y="2658636"/>
                  </a:lnTo>
                  <a:lnTo>
                    <a:pt x="2349038" y="2659061"/>
                  </a:lnTo>
                  <a:lnTo>
                    <a:pt x="2349225" y="2659484"/>
                  </a:lnTo>
                  <a:lnTo>
                    <a:pt x="2349412" y="2660174"/>
                  </a:lnTo>
                  <a:lnTo>
                    <a:pt x="2349599" y="2661163"/>
                  </a:lnTo>
                  <a:lnTo>
                    <a:pt x="2349786" y="2661997"/>
                  </a:lnTo>
                  <a:lnTo>
                    <a:pt x="2349973" y="2662621"/>
                  </a:lnTo>
                  <a:lnTo>
                    <a:pt x="2350160" y="2663210"/>
                  </a:lnTo>
                  <a:lnTo>
                    <a:pt x="2350347" y="2664275"/>
                  </a:lnTo>
                  <a:lnTo>
                    <a:pt x="2350534" y="2665286"/>
                  </a:lnTo>
                  <a:lnTo>
                    <a:pt x="2350720" y="2666421"/>
                  </a:lnTo>
                  <a:lnTo>
                    <a:pt x="2350907" y="2667218"/>
                  </a:lnTo>
                  <a:lnTo>
                    <a:pt x="2351094" y="2667784"/>
                  </a:lnTo>
                  <a:lnTo>
                    <a:pt x="2351281" y="2668367"/>
                  </a:lnTo>
                  <a:lnTo>
                    <a:pt x="2351468" y="2668949"/>
                  </a:lnTo>
                  <a:lnTo>
                    <a:pt x="2351655" y="2669611"/>
                  </a:lnTo>
                  <a:lnTo>
                    <a:pt x="2351842" y="2670097"/>
                  </a:lnTo>
                  <a:lnTo>
                    <a:pt x="2352029" y="2670413"/>
                  </a:lnTo>
                  <a:lnTo>
                    <a:pt x="2352216" y="2670530"/>
                  </a:lnTo>
                  <a:lnTo>
                    <a:pt x="2352403" y="2670733"/>
                  </a:lnTo>
                  <a:lnTo>
                    <a:pt x="2352590" y="2670534"/>
                  </a:lnTo>
                  <a:lnTo>
                    <a:pt x="2352777" y="2670397"/>
                  </a:lnTo>
                  <a:lnTo>
                    <a:pt x="2352964" y="2670040"/>
                  </a:lnTo>
                  <a:lnTo>
                    <a:pt x="2353150" y="2669429"/>
                  </a:lnTo>
                  <a:lnTo>
                    <a:pt x="2353337" y="2668652"/>
                  </a:lnTo>
                  <a:lnTo>
                    <a:pt x="2353524" y="2667781"/>
                  </a:lnTo>
                  <a:lnTo>
                    <a:pt x="2353711" y="2666863"/>
                  </a:lnTo>
                  <a:lnTo>
                    <a:pt x="2353898" y="2666054"/>
                  </a:lnTo>
                  <a:lnTo>
                    <a:pt x="2354085" y="2665127"/>
                  </a:lnTo>
                  <a:lnTo>
                    <a:pt x="2354272" y="2664405"/>
                  </a:lnTo>
                  <a:lnTo>
                    <a:pt x="2354459" y="2663021"/>
                  </a:lnTo>
                  <a:lnTo>
                    <a:pt x="2354646" y="2661821"/>
                  </a:lnTo>
                  <a:lnTo>
                    <a:pt x="2354833" y="2660210"/>
                  </a:lnTo>
                  <a:lnTo>
                    <a:pt x="2355020" y="2658446"/>
                  </a:lnTo>
                  <a:lnTo>
                    <a:pt x="2355207" y="2656470"/>
                  </a:lnTo>
                  <a:lnTo>
                    <a:pt x="2355394" y="2654816"/>
                  </a:lnTo>
                  <a:lnTo>
                    <a:pt x="2355580" y="2652911"/>
                  </a:lnTo>
                  <a:lnTo>
                    <a:pt x="2355767" y="2651229"/>
                  </a:lnTo>
                  <a:lnTo>
                    <a:pt x="2355954" y="2649920"/>
                  </a:lnTo>
                  <a:lnTo>
                    <a:pt x="2356141" y="2648936"/>
                  </a:lnTo>
                  <a:lnTo>
                    <a:pt x="2356328" y="2648080"/>
                  </a:lnTo>
                  <a:lnTo>
                    <a:pt x="2356515" y="2647480"/>
                  </a:lnTo>
                  <a:lnTo>
                    <a:pt x="2356702" y="2646885"/>
                  </a:lnTo>
                  <a:lnTo>
                    <a:pt x="2356889" y="2646226"/>
                  </a:lnTo>
                  <a:lnTo>
                    <a:pt x="2357076" y="2645409"/>
                  </a:lnTo>
                  <a:lnTo>
                    <a:pt x="2357263" y="2644742"/>
                  </a:lnTo>
                  <a:lnTo>
                    <a:pt x="2357450" y="2643994"/>
                  </a:lnTo>
                  <a:lnTo>
                    <a:pt x="2357637" y="2643543"/>
                  </a:lnTo>
                  <a:lnTo>
                    <a:pt x="2357823" y="2643415"/>
                  </a:lnTo>
                  <a:lnTo>
                    <a:pt x="2358010" y="2643292"/>
                  </a:lnTo>
                  <a:lnTo>
                    <a:pt x="2358197" y="2642795"/>
                  </a:lnTo>
                  <a:lnTo>
                    <a:pt x="2358384" y="2642500"/>
                  </a:lnTo>
                  <a:lnTo>
                    <a:pt x="2358571" y="2642206"/>
                  </a:lnTo>
                  <a:lnTo>
                    <a:pt x="2358758" y="2641599"/>
                  </a:lnTo>
                  <a:lnTo>
                    <a:pt x="2358945" y="2640738"/>
                  </a:lnTo>
                  <a:lnTo>
                    <a:pt x="2359132" y="2639811"/>
                  </a:lnTo>
                  <a:lnTo>
                    <a:pt x="2359319" y="2638566"/>
                  </a:lnTo>
                  <a:lnTo>
                    <a:pt x="2359506" y="2637628"/>
                  </a:lnTo>
                  <a:lnTo>
                    <a:pt x="2359693" y="2636601"/>
                  </a:lnTo>
                  <a:lnTo>
                    <a:pt x="2359880" y="2635720"/>
                  </a:lnTo>
                  <a:lnTo>
                    <a:pt x="2360067" y="2634999"/>
                  </a:lnTo>
                  <a:lnTo>
                    <a:pt x="2360253" y="2634277"/>
                  </a:lnTo>
                  <a:lnTo>
                    <a:pt x="2360440" y="2633458"/>
                  </a:lnTo>
                  <a:lnTo>
                    <a:pt x="2360627" y="2632633"/>
                  </a:lnTo>
                  <a:lnTo>
                    <a:pt x="2360814" y="2631824"/>
                  </a:lnTo>
                  <a:lnTo>
                    <a:pt x="2361001" y="2631446"/>
                  </a:lnTo>
                  <a:lnTo>
                    <a:pt x="2361188" y="2631092"/>
                  </a:lnTo>
                  <a:lnTo>
                    <a:pt x="2361375" y="2630703"/>
                  </a:lnTo>
                  <a:lnTo>
                    <a:pt x="2361562" y="2630255"/>
                  </a:lnTo>
                  <a:lnTo>
                    <a:pt x="2361749" y="2629898"/>
                  </a:lnTo>
                  <a:lnTo>
                    <a:pt x="2361936" y="2629650"/>
                  </a:lnTo>
                  <a:lnTo>
                    <a:pt x="2362123" y="2629454"/>
                  </a:lnTo>
                  <a:lnTo>
                    <a:pt x="2362310" y="2628893"/>
                  </a:lnTo>
                  <a:lnTo>
                    <a:pt x="2362497" y="2628384"/>
                  </a:lnTo>
                  <a:lnTo>
                    <a:pt x="2362683" y="2627637"/>
                  </a:lnTo>
                  <a:lnTo>
                    <a:pt x="2362870" y="2626687"/>
                  </a:lnTo>
                  <a:lnTo>
                    <a:pt x="2363057" y="2625482"/>
                  </a:lnTo>
                  <a:lnTo>
                    <a:pt x="2363244" y="2624171"/>
                  </a:lnTo>
                  <a:lnTo>
                    <a:pt x="2363431" y="2622765"/>
                  </a:lnTo>
                  <a:lnTo>
                    <a:pt x="2363618" y="2621381"/>
                  </a:lnTo>
                  <a:lnTo>
                    <a:pt x="2363805" y="2620384"/>
                  </a:lnTo>
                  <a:lnTo>
                    <a:pt x="2363992" y="2619504"/>
                  </a:lnTo>
                  <a:lnTo>
                    <a:pt x="2364179" y="2618433"/>
                  </a:lnTo>
                  <a:lnTo>
                    <a:pt x="2364366" y="2617396"/>
                  </a:lnTo>
                  <a:lnTo>
                    <a:pt x="2364553" y="2616226"/>
                  </a:lnTo>
                  <a:lnTo>
                    <a:pt x="2364740" y="2614810"/>
                  </a:lnTo>
                  <a:lnTo>
                    <a:pt x="2364926" y="2613236"/>
                  </a:lnTo>
                  <a:lnTo>
                    <a:pt x="2365113" y="2611724"/>
                  </a:lnTo>
                  <a:lnTo>
                    <a:pt x="2365300" y="2610068"/>
                  </a:lnTo>
                  <a:lnTo>
                    <a:pt x="2365487" y="2608178"/>
                  </a:lnTo>
                  <a:lnTo>
                    <a:pt x="2365674" y="2606171"/>
                  </a:lnTo>
                  <a:lnTo>
                    <a:pt x="2365861" y="2604090"/>
                  </a:lnTo>
                  <a:lnTo>
                    <a:pt x="2366048" y="2602011"/>
                  </a:lnTo>
                  <a:lnTo>
                    <a:pt x="2366235" y="2600157"/>
                  </a:lnTo>
                  <a:lnTo>
                    <a:pt x="2366422" y="2598389"/>
                  </a:lnTo>
                  <a:lnTo>
                    <a:pt x="2366609" y="2596393"/>
                  </a:lnTo>
                  <a:lnTo>
                    <a:pt x="2366796" y="2594411"/>
                  </a:lnTo>
                  <a:lnTo>
                    <a:pt x="2366983" y="2592941"/>
                  </a:lnTo>
                  <a:lnTo>
                    <a:pt x="2367170" y="2591244"/>
                  </a:lnTo>
                  <a:lnTo>
                    <a:pt x="2367356" y="2589634"/>
                  </a:lnTo>
                  <a:lnTo>
                    <a:pt x="2367543" y="2588236"/>
                  </a:lnTo>
                  <a:lnTo>
                    <a:pt x="2367730" y="2587268"/>
                  </a:lnTo>
                  <a:lnTo>
                    <a:pt x="2367917" y="2586608"/>
                  </a:lnTo>
                  <a:lnTo>
                    <a:pt x="2368104" y="2586626"/>
                  </a:lnTo>
                  <a:lnTo>
                    <a:pt x="2368291" y="2586723"/>
                  </a:lnTo>
                  <a:lnTo>
                    <a:pt x="2368478" y="2586732"/>
                  </a:lnTo>
                  <a:lnTo>
                    <a:pt x="2368665" y="2587020"/>
                  </a:lnTo>
                  <a:lnTo>
                    <a:pt x="2368852" y="2587131"/>
                  </a:lnTo>
                  <a:lnTo>
                    <a:pt x="2369039" y="2587059"/>
                  </a:lnTo>
                  <a:lnTo>
                    <a:pt x="2369226" y="2586757"/>
                  </a:lnTo>
                  <a:lnTo>
                    <a:pt x="2369413" y="2586526"/>
                  </a:lnTo>
                  <a:lnTo>
                    <a:pt x="2369599" y="2586252"/>
                  </a:lnTo>
                  <a:lnTo>
                    <a:pt x="2369786" y="2586199"/>
                  </a:lnTo>
                  <a:lnTo>
                    <a:pt x="2369973" y="2586026"/>
                  </a:lnTo>
                  <a:lnTo>
                    <a:pt x="2370160" y="2586045"/>
                  </a:lnTo>
                  <a:lnTo>
                    <a:pt x="2370347" y="2586074"/>
                  </a:lnTo>
                  <a:lnTo>
                    <a:pt x="2370534" y="2586147"/>
                  </a:lnTo>
                  <a:lnTo>
                    <a:pt x="2370721" y="2586111"/>
                  </a:lnTo>
                  <a:lnTo>
                    <a:pt x="2370908" y="2585858"/>
                  </a:lnTo>
                  <a:lnTo>
                    <a:pt x="2371095" y="2585621"/>
                  </a:lnTo>
                  <a:lnTo>
                    <a:pt x="2371282" y="2585525"/>
                  </a:lnTo>
                  <a:lnTo>
                    <a:pt x="2371469" y="2585558"/>
                  </a:lnTo>
                  <a:lnTo>
                    <a:pt x="2371656" y="2585484"/>
                  </a:lnTo>
                  <a:lnTo>
                    <a:pt x="2371843" y="2584898"/>
                  </a:lnTo>
                  <a:lnTo>
                    <a:pt x="2372029" y="2584124"/>
                  </a:lnTo>
                  <a:lnTo>
                    <a:pt x="2372216" y="2583256"/>
                  </a:lnTo>
                  <a:lnTo>
                    <a:pt x="2372403" y="2581940"/>
                  </a:lnTo>
                  <a:lnTo>
                    <a:pt x="2372590" y="2580335"/>
                  </a:lnTo>
                  <a:lnTo>
                    <a:pt x="2372777" y="2578715"/>
                  </a:lnTo>
                  <a:lnTo>
                    <a:pt x="2372964" y="2576338"/>
                  </a:lnTo>
                  <a:lnTo>
                    <a:pt x="2373151" y="2573044"/>
                  </a:lnTo>
                  <a:lnTo>
                    <a:pt x="2373338" y="2569231"/>
                  </a:lnTo>
                  <a:lnTo>
                    <a:pt x="2373525" y="2564094"/>
                  </a:lnTo>
                  <a:lnTo>
                    <a:pt x="2373712" y="2559178"/>
                  </a:lnTo>
                  <a:lnTo>
                    <a:pt x="2373899" y="2554347"/>
                  </a:lnTo>
                  <a:lnTo>
                    <a:pt x="2374086" y="2550195"/>
                  </a:lnTo>
                  <a:lnTo>
                    <a:pt x="2374273" y="2546106"/>
                  </a:lnTo>
                  <a:lnTo>
                    <a:pt x="2374459" y="2542849"/>
                  </a:lnTo>
                  <a:lnTo>
                    <a:pt x="2374646" y="2539772"/>
                  </a:lnTo>
                  <a:lnTo>
                    <a:pt x="2374833" y="2537178"/>
                  </a:lnTo>
                  <a:lnTo>
                    <a:pt x="2375020" y="2535243"/>
                  </a:lnTo>
                  <a:lnTo>
                    <a:pt x="2375207" y="2533505"/>
                  </a:lnTo>
                  <a:lnTo>
                    <a:pt x="2375394" y="2531832"/>
                  </a:lnTo>
                  <a:lnTo>
                    <a:pt x="2375581" y="2530072"/>
                  </a:lnTo>
                  <a:lnTo>
                    <a:pt x="2375768" y="2528803"/>
                  </a:lnTo>
                  <a:lnTo>
                    <a:pt x="2375955" y="2528099"/>
                  </a:lnTo>
                  <a:lnTo>
                    <a:pt x="2376142" y="2527544"/>
                  </a:lnTo>
                  <a:lnTo>
                    <a:pt x="2376329" y="2527356"/>
                  </a:lnTo>
                  <a:lnTo>
                    <a:pt x="2376516" y="2527356"/>
                  </a:lnTo>
                  <a:lnTo>
                    <a:pt x="2376702" y="2527180"/>
                  </a:lnTo>
                  <a:lnTo>
                    <a:pt x="2376889" y="2526810"/>
                  </a:lnTo>
                  <a:lnTo>
                    <a:pt x="2377076" y="2526412"/>
                  </a:lnTo>
                  <a:lnTo>
                    <a:pt x="2377263" y="2525978"/>
                  </a:lnTo>
                  <a:lnTo>
                    <a:pt x="2377450" y="2525548"/>
                  </a:lnTo>
                  <a:lnTo>
                    <a:pt x="2377637" y="2524942"/>
                  </a:lnTo>
                  <a:lnTo>
                    <a:pt x="2377824" y="2524074"/>
                  </a:lnTo>
                  <a:lnTo>
                    <a:pt x="2378011" y="2522851"/>
                  </a:lnTo>
                  <a:lnTo>
                    <a:pt x="2378198" y="2521664"/>
                  </a:lnTo>
                  <a:lnTo>
                    <a:pt x="2378385" y="2520582"/>
                  </a:lnTo>
                  <a:lnTo>
                    <a:pt x="2378572" y="2519342"/>
                  </a:lnTo>
                  <a:lnTo>
                    <a:pt x="2378759" y="2517970"/>
                  </a:lnTo>
                  <a:lnTo>
                    <a:pt x="2378946" y="2516729"/>
                  </a:lnTo>
                  <a:lnTo>
                    <a:pt x="2379132" y="2515524"/>
                  </a:lnTo>
                  <a:lnTo>
                    <a:pt x="2379319" y="2514513"/>
                  </a:lnTo>
                  <a:lnTo>
                    <a:pt x="2379506" y="2514029"/>
                  </a:lnTo>
                  <a:lnTo>
                    <a:pt x="2379693" y="2513413"/>
                  </a:lnTo>
                  <a:lnTo>
                    <a:pt x="2379880" y="2512824"/>
                  </a:lnTo>
                  <a:lnTo>
                    <a:pt x="2380067" y="2512024"/>
                  </a:lnTo>
                  <a:lnTo>
                    <a:pt x="2380254" y="2511109"/>
                  </a:lnTo>
                  <a:lnTo>
                    <a:pt x="2380441" y="2510256"/>
                  </a:lnTo>
                  <a:lnTo>
                    <a:pt x="2380628" y="2509376"/>
                  </a:lnTo>
                  <a:lnTo>
                    <a:pt x="2380815" y="2508398"/>
                  </a:lnTo>
                  <a:lnTo>
                    <a:pt x="2381002" y="2507472"/>
                  </a:lnTo>
                  <a:lnTo>
                    <a:pt x="2381189" y="2506789"/>
                  </a:lnTo>
                  <a:lnTo>
                    <a:pt x="2381376" y="2506121"/>
                  </a:lnTo>
                  <a:lnTo>
                    <a:pt x="2381562" y="2505453"/>
                  </a:lnTo>
                  <a:lnTo>
                    <a:pt x="2381749" y="2504999"/>
                  </a:lnTo>
                  <a:lnTo>
                    <a:pt x="2381936" y="2504466"/>
                  </a:lnTo>
                  <a:lnTo>
                    <a:pt x="2382123" y="2503826"/>
                  </a:lnTo>
                  <a:lnTo>
                    <a:pt x="2382310" y="2503299"/>
                  </a:lnTo>
                  <a:lnTo>
                    <a:pt x="2382497" y="2502854"/>
                  </a:lnTo>
                  <a:lnTo>
                    <a:pt x="2382684" y="2502239"/>
                  </a:lnTo>
                  <a:lnTo>
                    <a:pt x="2382871" y="2501614"/>
                  </a:lnTo>
                  <a:lnTo>
                    <a:pt x="2383058" y="2501182"/>
                  </a:lnTo>
                  <a:lnTo>
                    <a:pt x="2383245" y="2500723"/>
                  </a:lnTo>
                  <a:lnTo>
                    <a:pt x="2383432" y="2500473"/>
                  </a:lnTo>
                  <a:lnTo>
                    <a:pt x="2383619" y="2500159"/>
                  </a:lnTo>
                  <a:lnTo>
                    <a:pt x="2383805" y="2499842"/>
                  </a:lnTo>
                  <a:lnTo>
                    <a:pt x="2383992" y="2499189"/>
                  </a:lnTo>
                  <a:lnTo>
                    <a:pt x="2384179" y="2498765"/>
                  </a:lnTo>
                  <a:lnTo>
                    <a:pt x="2384366" y="2498341"/>
                  </a:lnTo>
                  <a:lnTo>
                    <a:pt x="2384553" y="2497704"/>
                  </a:lnTo>
                  <a:lnTo>
                    <a:pt x="2384740" y="2497159"/>
                  </a:lnTo>
                  <a:lnTo>
                    <a:pt x="2384927" y="2496724"/>
                  </a:lnTo>
                  <a:lnTo>
                    <a:pt x="2385114" y="2496292"/>
                  </a:lnTo>
                  <a:lnTo>
                    <a:pt x="2385301" y="2496661"/>
                  </a:lnTo>
                  <a:lnTo>
                    <a:pt x="2385488" y="2497330"/>
                  </a:lnTo>
                  <a:lnTo>
                    <a:pt x="2385675" y="2498253"/>
                  </a:lnTo>
                  <a:lnTo>
                    <a:pt x="2385862" y="2498983"/>
                  </a:lnTo>
                  <a:lnTo>
                    <a:pt x="2386049" y="2499590"/>
                  </a:lnTo>
                  <a:lnTo>
                    <a:pt x="2386235" y="2499942"/>
                  </a:lnTo>
                  <a:lnTo>
                    <a:pt x="2386422" y="2500373"/>
                  </a:lnTo>
                  <a:lnTo>
                    <a:pt x="2386609" y="2500839"/>
                  </a:lnTo>
                  <a:lnTo>
                    <a:pt x="2386796" y="2501675"/>
                  </a:lnTo>
                  <a:lnTo>
                    <a:pt x="2386983" y="2502710"/>
                  </a:lnTo>
                  <a:lnTo>
                    <a:pt x="2387170" y="2503769"/>
                  </a:lnTo>
                  <a:lnTo>
                    <a:pt x="2387357" y="2504830"/>
                  </a:lnTo>
                  <a:lnTo>
                    <a:pt x="2387544" y="2505740"/>
                  </a:lnTo>
                  <a:lnTo>
                    <a:pt x="2387731" y="2506311"/>
                  </a:lnTo>
                  <a:lnTo>
                    <a:pt x="2387918" y="2506199"/>
                  </a:lnTo>
                  <a:lnTo>
                    <a:pt x="2388105" y="2505399"/>
                  </a:lnTo>
                  <a:lnTo>
                    <a:pt x="2388292" y="2504465"/>
                  </a:lnTo>
                  <a:lnTo>
                    <a:pt x="2388478" y="2503531"/>
                  </a:lnTo>
                  <a:lnTo>
                    <a:pt x="2388665" y="2502488"/>
                  </a:lnTo>
                  <a:lnTo>
                    <a:pt x="2388852" y="2501447"/>
                  </a:lnTo>
                  <a:lnTo>
                    <a:pt x="2389039" y="2500292"/>
                  </a:lnTo>
                  <a:lnTo>
                    <a:pt x="2389226" y="2499145"/>
                  </a:lnTo>
                  <a:lnTo>
                    <a:pt x="2389413" y="2497651"/>
                  </a:lnTo>
                  <a:lnTo>
                    <a:pt x="2389600" y="2496020"/>
                  </a:lnTo>
                  <a:lnTo>
                    <a:pt x="2389787" y="2494602"/>
                  </a:lnTo>
                  <a:lnTo>
                    <a:pt x="2389974" y="2492986"/>
                  </a:lnTo>
                  <a:lnTo>
                    <a:pt x="2390161" y="2491319"/>
                  </a:lnTo>
                  <a:lnTo>
                    <a:pt x="2390348" y="2489637"/>
                  </a:lnTo>
                  <a:lnTo>
                    <a:pt x="2390535" y="2487797"/>
                  </a:lnTo>
                  <a:lnTo>
                    <a:pt x="2390722" y="2486130"/>
                  </a:lnTo>
                  <a:lnTo>
                    <a:pt x="2390908" y="2484420"/>
                  </a:lnTo>
                  <a:lnTo>
                    <a:pt x="2391095" y="2482384"/>
                  </a:lnTo>
                  <a:lnTo>
                    <a:pt x="2391282" y="2480731"/>
                  </a:lnTo>
                  <a:lnTo>
                    <a:pt x="2391469" y="2479233"/>
                  </a:lnTo>
                  <a:lnTo>
                    <a:pt x="2391656" y="2477985"/>
                  </a:lnTo>
                  <a:lnTo>
                    <a:pt x="2391843" y="2477511"/>
                  </a:lnTo>
                  <a:lnTo>
                    <a:pt x="2392030" y="2476953"/>
                  </a:lnTo>
                  <a:lnTo>
                    <a:pt x="2392217" y="2476931"/>
                  </a:lnTo>
                  <a:lnTo>
                    <a:pt x="2392404" y="2477300"/>
                  </a:lnTo>
                  <a:lnTo>
                    <a:pt x="2392591" y="2477869"/>
                  </a:lnTo>
                  <a:lnTo>
                    <a:pt x="2392778" y="2478243"/>
                  </a:lnTo>
                  <a:lnTo>
                    <a:pt x="2392965" y="2478346"/>
                  </a:lnTo>
                  <a:lnTo>
                    <a:pt x="2393152" y="2478700"/>
                  </a:lnTo>
                  <a:lnTo>
                    <a:pt x="2393338" y="2479244"/>
                  </a:lnTo>
                  <a:lnTo>
                    <a:pt x="2393525" y="2479982"/>
                  </a:lnTo>
                  <a:lnTo>
                    <a:pt x="2393712" y="2481257"/>
                  </a:lnTo>
                  <a:lnTo>
                    <a:pt x="2393899" y="2482864"/>
                  </a:lnTo>
                  <a:lnTo>
                    <a:pt x="2394086" y="2484532"/>
                  </a:lnTo>
                  <a:lnTo>
                    <a:pt x="2394273" y="2486020"/>
                  </a:lnTo>
                  <a:lnTo>
                    <a:pt x="2394460" y="2487469"/>
                  </a:lnTo>
                  <a:lnTo>
                    <a:pt x="2394647" y="2488278"/>
                  </a:lnTo>
                  <a:lnTo>
                    <a:pt x="2394834" y="2489158"/>
                  </a:lnTo>
                  <a:lnTo>
                    <a:pt x="2395021" y="2489721"/>
                  </a:lnTo>
                  <a:lnTo>
                    <a:pt x="2395208" y="2489870"/>
                  </a:lnTo>
                  <a:lnTo>
                    <a:pt x="2395395" y="2489888"/>
                  </a:lnTo>
                  <a:lnTo>
                    <a:pt x="2395581" y="2490108"/>
                  </a:lnTo>
                  <a:lnTo>
                    <a:pt x="2395768" y="2490126"/>
                  </a:lnTo>
                  <a:lnTo>
                    <a:pt x="2395955" y="2490073"/>
                  </a:lnTo>
                  <a:lnTo>
                    <a:pt x="2396142" y="2490161"/>
                  </a:lnTo>
                  <a:lnTo>
                    <a:pt x="2396329" y="2490161"/>
                  </a:lnTo>
                  <a:lnTo>
                    <a:pt x="2396516" y="2490038"/>
                  </a:lnTo>
                  <a:lnTo>
                    <a:pt x="2396703" y="2490038"/>
                  </a:lnTo>
                  <a:lnTo>
                    <a:pt x="2396890" y="2489774"/>
                  </a:lnTo>
                  <a:lnTo>
                    <a:pt x="2397077" y="2490014"/>
                  </a:lnTo>
                  <a:lnTo>
                    <a:pt x="2397264" y="2490138"/>
                  </a:lnTo>
                  <a:lnTo>
                    <a:pt x="2397451" y="2490333"/>
                  </a:lnTo>
                  <a:lnTo>
                    <a:pt x="2397638" y="2490333"/>
                  </a:lnTo>
                  <a:lnTo>
                    <a:pt x="2397825" y="2490174"/>
                  </a:lnTo>
                  <a:lnTo>
                    <a:pt x="2398011" y="2489763"/>
                  </a:lnTo>
                  <a:lnTo>
                    <a:pt x="2398198" y="2489315"/>
                  </a:lnTo>
                  <a:lnTo>
                    <a:pt x="2398385" y="2488716"/>
                  </a:lnTo>
                  <a:lnTo>
                    <a:pt x="2398572" y="2488276"/>
                  </a:lnTo>
                  <a:lnTo>
                    <a:pt x="2398759" y="2488117"/>
                  </a:lnTo>
                  <a:lnTo>
                    <a:pt x="2398946" y="2488009"/>
                  </a:lnTo>
                  <a:lnTo>
                    <a:pt x="2399133" y="2488081"/>
                  </a:lnTo>
                  <a:lnTo>
                    <a:pt x="2399320" y="2488435"/>
                  </a:lnTo>
                  <a:lnTo>
                    <a:pt x="2399507" y="2488403"/>
                  </a:lnTo>
                  <a:lnTo>
                    <a:pt x="2399694" y="2488534"/>
                  </a:lnTo>
                  <a:lnTo>
                    <a:pt x="2399881" y="2488328"/>
                  </a:lnTo>
                  <a:lnTo>
                    <a:pt x="2400068" y="2488220"/>
                  </a:lnTo>
                  <a:lnTo>
                    <a:pt x="2400255" y="2488303"/>
                  </a:lnTo>
                  <a:lnTo>
                    <a:pt x="2400441" y="2488852"/>
                  </a:lnTo>
                  <a:lnTo>
                    <a:pt x="2400628" y="2489671"/>
                  </a:lnTo>
                  <a:lnTo>
                    <a:pt x="2400815" y="2490183"/>
                  </a:lnTo>
                  <a:lnTo>
                    <a:pt x="2401002" y="2490635"/>
                  </a:lnTo>
                  <a:lnTo>
                    <a:pt x="2401189" y="2490588"/>
                  </a:lnTo>
                  <a:lnTo>
                    <a:pt x="2401376" y="2490333"/>
                  </a:lnTo>
                  <a:lnTo>
                    <a:pt x="2401563" y="2489980"/>
                  </a:lnTo>
                  <a:lnTo>
                    <a:pt x="2401750" y="2489544"/>
                  </a:lnTo>
                  <a:lnTo>
                    <a:pt x="2401937" y="2489095"/>
                  </a:lnTo>
                  <a:lnTo>
                    <a:pt x="2402124" y="2488580"/>
                  </a:lnTo>
                  <a:lnTo>
                    <a:pt x="2402311" y="2488382"/>
                  </a:lnTo>
                  <a:lnTo>
                    <a:pt x="2402498" y="2487790"/>
                  </a:lnTo>
                  <a:lnTo>
                    <a:pt x="2402684" y="2487403"/>
                  </a:lnTo>
                  <a:lnTo>
                    <a:pt x="2402871" y="2487316"/>
                  </a:lnTo>
                  <a:lnTo>
                    <a:pt x="2403058" y="2487116"/>
                  </a:lnTo>
                  <a:lnTo>
                    <a:pt x="2403245" y="2487130"/>
                  </a:lnTo>
                  <a:lnTo>
                    <a:pt x="2403432" y="2487092"/>
                  </a:lnTo>
                  <a:lnTo>
                    <a:pt x="2403619" y="2486780"/>
                  </a:lnTo>
                  <a:lnTo>
                    <a:pt x="2403806" y="2485541"/>
                  </a:lnTo>
                  <a:lnTo>
                    <a:pt x="2403993" y="2484767"/>
                  </a:lnTo>
                  <a:lnTo>
                    <a:pt x="2404180" y="2484365"/>
                  </a:lnTo>
                  <a:lnTo>
                    <a:pt x="2404367" y="2483891"/>
                  </a:lnTo>
                  <a:lnTo>
                    <a:pt x="2404554" y="2483829"/>
                  </a:lnTo>
                  <a:lnTo>
                    <a:pt x="2404741" y="2483776"/>
                  </a:lnTo>
                  <a:lnTo>
                    <a:pt x="2404928" y="2484223"/>
                  </a:lnTo>
                  <a:lnTo>
                    <a:pt x="2405114" y="2484561"/>
                  </a:lnTo>
                  <a:lnTo>
                    <a:pt x="2405301" y="2485047"/>
                  </a:lnTo>
                  <a:lnTo>
                    <a:pt x="2405488" y="2485416"/>
                  </a:lnTo>
                  <a:lnTo>
                    <a:pt x="2405675" y="2485730"/>
                  </a:lnTo>
                  <a:lnTo>
                    <a:pt x="2405862" y="2486016"/>
                  </a:lnTo>
                  <a:lnTo>
                    <a:pt x="2406049" y="2485850"/>
                  </a:lnTo>
                  <a:lnTo>
                    <a:pt x="2406236" y="2485617"/>
                  </a:lnTo>
                  <a:lnTo>
                    <a:pt x="2406423" y="2485993"/>
                  </a:lnTo>
                  <a:lnTo>
                    <a:pt x="2406610" y="2486714"/>
                  </a:lnTo>
                  <a:lnTo>
                    <a:pt x="2406797" y="2487580"/>
                  </a:lnTo>
                  <a:lnTo>
                    <a:pt x="2406984" y="2488576"/>
                  </a:lnTo>
                  <a:lnTo>
                    <a:pt x="2407171" y="2489264"/>
                  </a:lnTo>
                  <a:lnTo>
                    <a:pt x="2407357" y="2490159"/>
                  </a:lnTo>
                  <a:lnTo>
                    <a:pt x="2407544" y="2490840"/>
                  </a:lnTo>
                  <a:lnTo>
                    <a:pt x="2407731" y="2491306"/>
                  </a:lnTo>
                  <a:lnTo>
                    <a:pt x="2407918" y="2491619"/>
                  </a:lnTo>
                  <a:lnTo>
                    <a:pt x="2408105" y="2492002"/>
                  </a:lnTo>
                  <a:lnTo>
                    <a:pt x="2408292" y="2492714"/>
                  </a:lnTo>
                  <a:lnTo>
                    <a:pt x="2408479" y="2493393"/>
                  </a:lnTo>
                  <a:lnTo>
                    <a:pt x="2408666" y="2493911"/>
                  </a:lnTo>
                  <a:lnTo>
                    <a:pt x="2408853" y="2494429"/>
                  </a:lnTo>
                  <a:lnTo>
                    <a:pt x="2409040" y="2495196"/>
                  </a:lnTo>
                  <a:lnTo>
                    <a:pt x="2409227" y="2496188"/>
                  </a:lnTo>
                  <a:lnTo>
                    <a:pt x="2409414" y="2497065"/>
                  </a:lnTo>
                  <a:lnTo>
                    <a:pt x="2409601" y="2497971"/>
                  </a:lnTo>
                  <a:lnTo>
                    <a:pt x="2409787" y="2499056"/>
                  </a:lnTo>
                  <a:lnTo>
                    <a:pt x="2409974" y="2500450"/>
                  </a:lnTo>
                  <a:lnTo>
                    <a:pt x="2410161" y="2501648"/>
                  </a:lnTo>
                  <a:lnTo>
                    <a:pt x="2410348" y="2503514"/>
                  </a:lnTo>
                  <a:lnTo>
                    <a:pt x="2410535" y="2506130"/>
                  </a:lnTo>
                  <a:lnTo>
                    <a:pt x="2410722" y="2509279"/>
                  </a:lnTo>
                  <a:lnTo>
                    <a:pt x="2410909" y="2513567"/>
                  </a:lnTo>
                  <a:lnTo>
                    <a:pt x="2411096" y="2517596"/>
                  </a:lnTo>
                  <a:lnTo>
                    <a:pt x="2411283" y="2521370"/>
                  </a:lnTo>
                  <a:lnTo>
                    <a:pt x="2411470" y="2524580"/>
                  </a:lnTo>
                  <a:lnTo>
                    <a:pt x="2411657" y="2527539"/>
                  </a:lnTo>
                  <a:lnTo>
                    <a:pt x="2411844" y="2529595"/>
                  </a:lnTo>
                  <a:lnTo>
                    <a:pt x="2412031" y="2531465"/>
                  </a:lnTo>
                  <a:lnTo>
                    <a:pt x="2412217" y="2533030"/>
                  </a:lnTo>
                  <a:lnTo>
                    <a:pt x="2412404" y="2534281"/>
                  </a:lnTo>
                  <a:lnTo>
                    <a:pt x="2412591" y="2535504"/>
                  </a:lnTo>
                  <a:lnTo>
                    <a:pt x="2412778" y="2536800"/>
                  </a:lnTo>
                  <a:lnTo>
                    <a:pt x="2412965" y="2538474"/>
                  </a:lnTo>
                  <a:lnTo>
                    <a:pt x="2413152" y="2539864"/>
                  </a:lnTo>
                  <a:lnTo>
                    <a:pt x="2413339" y="2540933"/>
                  </a:lnTo>
                  <a:lnTo>
                    <a:pt x="2413526" y="2541791"/>
                  </a:lnTo>
                  <a:lnTo>
                    <a:pt x="2413713" y="2542476"/>
                  </a:lnTo>
                  <a:lnTo>
                    <a:pt x="2413900" y="2542790"/>
                  </a:lnTo>
                  <a:lnTo>
                    <a:pt x="2414087" y="2543166"/>
                  </a:lnTo>
                  <a:lnTo>
                    <a:pt x="2414274" y="2543619"/>
                  </a:lnTo>
                  <a:lnTo>
                    <a:pt x="2414460" y="2544123"/>
                  </a:lnTo>
                  <a:lnTo>
                    <a:pt x="2414647" y="2544703"/>
                  </a:lnTo>
                  <a:lnTo>
                    <a:pt x="2414834" y="2545182"/>
                  </a:lnTo>
                  <a:lnTo>
                    <a:pt x="2415021" y="2545940"/>
                  </a:lnTo>
                  <a:lnTo>
                    <a:pt x="2415208" y="2546658"/>
                  </a:lnTo>
                  <a:lnTo>
                    <a:pt x="2415395" y="2547576"/>
                  </a:lnTo>
                  <a:lnTo>
                    <a:pt x="2415582" y="2548805"/>
                  </a:lnTo>
                  <a:lnTo>
                    <a:pt x="2415769" y="2549908"/>
                  </a:lnTo>
                  <a:lnTo>
                    <a:pt x="2415956" y="2551283"/>
                  </a:lnTo>
                  <a:lnTo>
                    <a:pt x="2416143" y="2552702"/>
                  </a:lnTo>
                  <a:lnTo>
                    <a:pt x="2416330" y="2553935"/>
                  </a:lnTo>
                  <a:lnTo>
                    <a:pt x="2416517" y="2554681"/>
                  </a:lnTo>
                  <a:lnTo>
                    <a:pt x="2416704" y="2555020"/>
                  </a:lnTo>
                  <a:lnTo>
                    <a:pt x="2416890" y="2554658"/>
                  </a:lnTo>
                  <a:lnTo>
                    <a:pt x="2417077" y="2554286"/>
                  </a:lnTo>
                  <a:lnTo>
                    <a:pt x="2417264" y="2553574"/>
                  </a:lnTo>
                  <a:lnTo>
                    <a:pt x="2417451" y="2552966"/>
                  </a:lnTo>
                  <a:lnTo>
                    <a:pt x="2417638" y="2552867"/>
                  </a:lnTo>
                  <a:lnTo>
                    <a:pt x="2417825" y="2552437"/>
                  </a:lnTo>
                  <a:lnTo>
                    <a:pt x="2418012" y="2552033"/>
                  </a:lnTo>
                  <a:lnTo>
                    <a:pt x="2418199" y="2551120"/>
                  </a:lnTo>
                  <a:lnTo>
                    <a:pt x="2418386" y="2549985"/>
                  </a:lnTo>
                  <a:lnTo>
                    <a:pt x="2418573" y="2548518"/>
                  </a:lnTo>
                  <a:lnTo>
                    <a:pt x="2418760" y="2547039"/>
                  </a:lnTo>
                  <a:lnTo>
                    <a:pt x="2418947" y="2545533"/>
                  </a:lnTo>
                  <a:lnTo>
                    <a:pt x="2419133" y="2544230"/>
                  </a:lnTo>
                  <a:lnTo>
                    <a:pt x="2419320" y="2543098"/>
                  </a:lnTo>
                  <a:lnTo>
                    <a:pt x="2419507" y="2542028"/>
                  </a:lnTo>
                  <a:lnTo>
                    <a:pt x="2419694" y="2541229"/>
                  </a:lnTo>
                  <a:lnTo>
                    <a:pt x="2419881" y="2540669"/>
                  </a:lnTo>
                  <a:lnTo>
                    <a:pt x="2420068" y="2540774"/>
                  </a:lnTo>
                  <a:lnTo>
                    <a:pt x="2420255" y="2541003"/>
                  </a:lnTo>
                  <a:lnTo>
                    <a:pt x="2420442" y="2541235"/>
                  </a:lnTo>
                  <a:lnTo>
                    <a:pt x="2420629" y="2541669"/>
                  </a:lnTo>
                  <a:lnTo>
                    <a:pt x="2420816" y="2542251"/>
                  </a:lnTo>
                  <a:lnTo>
                    <a:pt x="2421003" y="2543073"/>
                  </a:lnTo>
                  <a:lnTo>
                    <a:pt x="2421190" y="2544212"/>
                  </a:lnTo>
                  <a:lnTo>
                    <a:pt x="2421377" y="2545863"/>
                  </a:lnTo>
                  <a:lnTo>
                    <a:pt x="2421563" y="2547621"/>
                  </a:lnTo>
                  <a:lnTo>
                    <a:pt x="2421750" y="2549405"/>
                  </a:lnTo>
                  <a:lnTo>
                    <a:pt x="2421937" y="2550979"/>
                  </a:lnTo>
                  <a:lnTo>
                    <a:pt x="2422124" y="2552607"/>
                  </a:lnTo>
                  <a:lnTo>
                    <a:pt x="2422311" y="2554445"/>
                  </a:lnTo>
                  <a:lnTo>
                    <a:pt x="2422498" y="2556213"/>
                  </a:lnTo>
                  <a:lnTo>
                    <a:pt x="2422685" y="2557620"/>
                  </a:lnTo>
                  <a:lnTo>
                    <a:pt x="2422872" y="2558570"/>
                  </a:lnTo>
                  <a:lnTo>
                    <a:pt x="2423059" y="2559203"/>
                  </a:lnTo>
                  <a:lnTo>
                    <a:pt x="2423246" y="2559787"/>
                  </a:lnTo>
                  <a:lnTo>
                    <a:pt x="2423433" y="2560291"/>
                  </a:lnTo>
                  <a:lnTo>
                    <a:pt x="2423620" y="2560751"/>
                  </a:lnTo>
                  <a:lnTo>
                    <a:pt x="2423807" y="2561123"/>
                  </a:lnTo>
                  <a:lnTo>
                    <a:pt x="2423993" y="2561286"/>
                  </a:lnTo>
                  <a:lnTo>
                    <a:pt x="2424180" y="2561118"/>
                  </a:lnTo>
                  <a:lnTo>
                    <a:pt x="2424367" y="2560750"/>
                  </a:lnTo>
                  <a:lnTo>
                    <a:pt x="2424554" y="2560359"/>
                  </a:lnTo>
                  <a:lnTo>
                    <a:pt x="2424741" y="2559966"/>
                  </a:lnTo>
                  <a:lnTo>
                    <a:pt x="2424928" y="2559706"/>
                  </a:lnTo>
                  <a:lnTo>
                    <a:pt x="2425115" y="2559627"/>
                  </a:lnTo>
                  <a:lnTo>
                    <a:pt x="2425302" y="2560103"/>
                  </a:lnTo>
                  <a:lnTo>
                    <a:pt x="2425489" y="2560933"/>
                  </a:lnTo>
                  <a:lnTo>
                    <a:pt x="2425676" y="2561799"/>
                  </a:lnTo>
                  <a:lnTo>
                    <a:pt x="2425863" y="2562686"/>
                  </a:lnTo>
                  <a:lnTo>
                    <a:pt x="2426050" y="2563479"/>
                  </a:lnTo>
                  <a:lnTo>
                    <a:pt x="2426236" y="2564227"/>
                  </a:lnTo>
                  <a:lnTo>
                    <a:pt x="2426423" y="2564704"/>
                  </a:lnTo>
                  <a:lnTo>
                    <a:pt x="2426610" y="2565239"/>
                  </a:lnTo>
                  <a:lnTo>
                    <a:pt x="2426797" y="2566234"/>
                  </a:lnTo>
                  <a:lnTo>
                    <a:pt x="2426984" y="2567567"/>
                  </a:lnTo>
                  <a:lnTo>
                    <a:pt x="2427171" y="2568690"/>
                  </a:lnTo>
                  <a:lnTo>
                    <a:pt x="2427358" y="2569956"/>
                  </a:lnTo>
                  <a:lnTo>
                    <a:pt x="2427545" y="2571153"/>
                  </a:lnTo>
                  <a:lnTo>
                    <a:pt x="2427732" y="2572079"/>
                  </a:lnTo>
                  <a:lnTo>
                    <a:pt x="2427919" y="2573032"/>
                  </a:lnTo>
                  <a:lnTo>
                    <a:pt x="2428106" y="2573905"/>
                  </a:lnTo>
                  <a:lnTo>
                    <a:pt x="2428293" y="2574915"/>
                  </a:lnTo>
                  <a:lnTo>
                    <a:pt x="2428480" y="2576301"/>
                  </a:lnTo>
                  <a:lnTo>
                    <a:pt x="2428666" y="2577305"/>
                  </a:lnTo>
                  <a:lnTo>
                    <a:pt x="2428853" y="2578499"/>
                  </a:lnTo>
                  <a:lnTo>
                    <a:pt x="2429040" y="2579701"/>
                  </a:lnTo>
                  <a:lnTo>
                    <a:pt x="2429227" y="2581089"/>
                  </a:lnTo>
                  <a:lnTo>
                    <a:pt x="2429414" y="2582536"/>
                  </a:lnTo>
                  <a:lnTo>
                    <a:pt x="2429601" y="2583675"/>
                  </a:lnTo>
                  <a:lnTo>
                    <a:pt x="2429788" y="2584581"/>
                  </a:lnTo>
                  <a:lnTo>
                    <a:pt x="2429975" y="2585429"/>
                  </a:lnTo>
                  <a:lnTo>
                    <a:pt x="2430162" y="2586471"/>
                  </a:lnTo>
                  <a:lnTo>
                    <a:pt x="2430349" y="2588127"/>
                  </a:lnTo>
                  <a:lnTo>
                    <a:pt x="2430536" y="2589734"/>
                  </a:lnTo>
                  <a:lnTo>
                    <a:pt x="2430723" y="2591073"/>
                  </a:lnTo>
                  <a:lnTo>
                    <a:pt x="2430910" y="2591838"/>
                  </a:lnTo>
                  <a:lnTo>
                    <a:pt x="2431096" y="2592032"/>
                  </a:lnTo>
                  <a:lnTo>
                    <a:pt x="2431283" y="2591833"/>
                  </a:lnTo>
                  <a:lnTo>
                    <a:pt x="2431470" y="2591537"/>
                  </a:lnTo>
                  <a:lnTo>
                    <a:pt x="2431657" y="2591280"/>
                  </a:lnTo>
                  <a:lnTo>
                    <a:pt x="2431844" y="2591054"/>
                  </a:lnTo>
                  <a:lnTo>
                    <a:pt x="2432031" y="2591195"/>
                  </a:lnTo>
                  <a:lnTo>
                    <a:pt x="2432218" y="2591195"/>
                  </a:lnTo>
                  <a:lnTo>
                    <a:pt x="2432405" y="2591028"/>
                  </a:lnTo>
                  <a:lnTo>
                    <a:pt x="2432592" y="2590676"/>
                  </a:lnTo>
                  <a:lnTo>
                    <a:pt x="2432779" y="2590324"/>
                  </a:lnTo>
                  <a:lnTo>
                    <a:pt x="2432966" y="2590078"/>
                  </a:lnTo>
                  <a:lnTo>
                    <a:pt x="2433153" y="2589550"/>
                  </a:lnTo>
                  <a:lnTo>
                    <a:pt x="2433339" y="2589198"/>
                  </a:lnTo>
                  <a:lnTo>
                    <a:pt x="2433526" y="2588864"/>
                  </a:lnTo>
                  <a:lnTo>
                    <a:pt x="2433713" y="2588688"/>
                  </a:lnTo>
                  <a:lnTo>
                    <a:pt x="2433900" y="2588292"/>
                  </a:lnTo>
                  <a:lnTo>
                    <a:pt x="2434087" y="2587351"/>
                  </a:lnTo>
                  <a:lnTo>
                    <a:pt x="2434274" y="2585741"/>
                  </a:lnTo>
                  <a:lnTo>
                    <a:pt x="2434461" y="2583295"/>
                  </a:lnTo>
                  <a:lnTo>
                    <a:pt x="2434648" y="2580547"/>
                  </a:lnTo>
                  <a:lnTo>
                    <a:pt x="2434835" y="2577334"/>
                  </a:lnTo>
                  <a:lnTo>
                    <a:pt x="2435022" y="2574035"/>
                  </a:lnTo>
                  <a:lnTo>
                    <a:pt x="2435209" y="2571100"/>
                  </a:lnTo>
                  <a:lnTo>
                    <a:pt x="2435396" y="2568629"/>
                  </a:lnTo>
                  <a:lnTo>
                    <a:pt x="2435583" y="2566013"/>
                  </a:lnTo>
                  <a:lnTo>
                    <a:pt x="2435769" y="2563137"/>
                  </a:lnTo>
                  <a:lnTo>
                    <a:pt x="2435956" y="2560395"/>
                  </a:lnTo>
                  <a:lnTo>
                    <a:pt x="2436143" y="2557688"/>
                  </a:lnTo>
                  <a:lnTo>
                    <a:pt x="2436330" y="2555368"/>
                  </a:lnTo>
                  <a:lnTo>
                    <a:pt x="2436517" y="2553243"/>
                  </a:lnTo>
                  <a:lnTo>
                    <a:pt x="2436704" y="2551413"/>
                  </a:lnTo>
                  <a:lnTo>
                    <a:pt x="2436891" y="2550471"/>
                  </a:lnTo>
                  <a:lnTo>
                    <a:pt x="2437078" y="2550311"/>
                  </a:lnTo>
                  <a:lnTo>
                    <a:pt x="2437265" y="2550727"/>
                  </a:lnTo>
                  <a:lnTo>
                    <a:pt x="2437452" y="2551583"/>
                  </a:lnTo>
                  <a:lnTo>
                    <a:pt x="2437639" y="2552679"/>
                  </a:lnTo>
                  <a:lnTo>
                    <a:pt x="2437826" y="2553951"/>
                  </a:lnTo>
                  <a:lnTo>
                    <a:pt x="2438012" y="2555243"/>
                  </a:lnTo>
                  <a:lnTo>
                    <a:pt x="2438199" y="2556621"/>
                  </a:lnTo>
                  <a:lnTo>
                    <a:pt x="2438386" y="2557996"/>
                  </a:lnTo>
                  <a:lnTo>
                    <a:pt x="2438573" y="2559599"/>
                  </a:lnTo>
                  <a:lnTo>
                    <a:pt x="2438760" y="2561440"/>
                  </a:lnTo>
                  <a:lnTo>
                    <a:pt x="2438947" y="2563341"/>
                  </a:lnTo>
                  <a:lnTo>
                    <a:pt x="2439134" y="2565318"/>
                  </a:lnTo>
                  <a:lnTo>
                    <a:pt x="2439321" y="2567321"/>
                  </a:lnTo>
                  <a:lnTo>
                    <a:pt x="2439508" y="2569333"/>
                  </a:lnTo>
                  <a:lnTo>
                    <a:pt x="2439695" y="2571208"/>
                  </a:lnTo>
                  <a:lnTo>
                    <a:pt x="2439882" y="2573348"/>
                  </a:lnTo>
                  <a:lnTo>
                    <a:pt x="2440069" y="2575398"/>
                  </a:lnTo>
                  <a:lnTo>
                    <a:pt x="2440256" y="2577131"/>
                  </a:lnTo>
                  <a:lnTo>
                    <a:pt x="2440442" y="2578825"/>
                  </a:lnTo>
                  <a:lnTo>
                    <a:pt x="2440629" y="2579904"/>
                  </a:lnTo>
                  <a:lnTo>
                    <a:pt x="2440816" y="2580786"/>
                  </a:lnTo>
                  <a:lnTo>
                    <a:pt x="2441003" y="2581651"/>
                  </a:lnTo>
                  <a:lnTo>
                    <a:pt x="2441190" y="2583239"/>
                  </a:lnTo>
                  <a:lnTo>
                    <a:pt x="2441377" y="2584958"/>
                  </a:lnTo>
                  <a:lnTo>
                    <a:pt x="2441564" y="2586237"/>
                  </a:lnTo>
                  <a:lnTo>
                    <a:pt x="2441751" y="2587119"/>
                  </a:lnTo>
                  <a:lnTo>
                    <a:pt x="2441938" y="2587613"/>
                  </a:lnTo>
                  <a:lnTo>
                    <a:pt x="2442125" y="2587659"/>
                  </a:lnTo>
                  <a:lnTo>
                    <a:pt x="2442312" y="2586618"/>
                  </a:lnTo>
                  <a:lnTo>
                    <a:pt x="2442499" y="2585065"/>
                  </a:lnTo>
                  <a:lnTo>
                    <a:pt x="2442686" y="2583237"/>
                  </a:lnTo>
                  <a:lnTo>
                    <a:pt x="2442872" y="2581430"/>
                  </a:lnTo>
                  <a:lnTo>
                    <a:pt x="2443059" y="2580093"/>
                  </a:lnTo>
                  <a:lnTo>
                    <a:pt x="2443246" y="2578917"/>
                  </a:lnTo>
                  <a:lnTo>
                    <a:pt x="2443433" y="2578108"/>
                  </a:lnTo>
                  <a:lnTo>
                    <a:pt x="2443620" y="2577137"/>
                  </a:lnTo>
                  <a:lnTo>
                    <a:pt x="2443807" y="2575883"/>
                  </a:lnTo>
                  <a:lnTo>
                    <a:pt x="2443994" y="2574740"/>
                  </a:lnTo>
                  <a:lnTo>
                    <a:pt x="2444181" y="2573638"/>
                  </a:lnTo>
                  <a:lnTo>
                    <a:pt x="2444368" y="2572537"/>
                  </a:lnTo>
                  <a:lnTo>
                    <a:pt x="2444555" y="2571526"/>
                  </a:lnTo>
                  <a:lnTo>
                    <a:pt x="2444742" y="2570505"/>
                  </a:lnTo>
                  <a:lnTo>
                    <a:pt x="2444929" y="2570053"/>
                  </a:lnTo>
                  <a:lnTo>
                    <a:pt x="2445115" y="2570179"/>
                  </a:lnTo>
                  <a:lnTo>
                    <a:pt x="2445302" y="2570392"/>
                  </a:lnTo>
                  <a:lnTo>
                    <a:pt x="2445489" y="2570579"/>
                  </a:lnTo>
                  <a:lnTo>
                    <a:pt x="2445676" y="2570127"/>
                  </a:lnTo>
                  <a:lnTo>
                    <a:pt x="2445863" y="2569714"/>
                  </a:lnTo>
                  <a:lnTo>
                    <a:pt x="2446050" y="2569444"/>
                  </a:lnTo>
                  <a:lnTo>
                    <a:pt x="2446237" y="2569238"/>
                  </a:lnTo>
                  <a:lnTo>
                    <a:pt x="2446424" y="2569199"/>
                  </a:lnTo>
                  <a:lnTo>
                    <a:pt x="2446611" y="2569251"/>
                  </a:lnTo>
                  <a:lnTo>
                    <a:pt x="2446798" y="2569580"/>
                  </a:lnTo>
                  <a:lnTo>
                    <a:pt x="2446985" y="2569936"/>
                  </a:lnTo>
                  <a:lnTo>
                    <a:pt x="2447172" y="2570169"/>
                  </a:lnTo>
                  <a:lnTo>
                    <a:pt x="2447359" y="2570219"/>
                  </a:lnTo>
                  <a:lnTo>
                    <a:pt x="2447545" y="2570330"/>
                  </a:lnTo>
                  <a:lnTo>
                    <a:pt x="2447732" y="2570293"/>
                  </a:lnTo>
                  <a:lnTo>
                    <a:pt x="2447919" y="2570419"/>
                  </a:lnTo>
                  <a:lnTo>
                    <a:pt x="2448106" y="2570513"/>
                  </a:lnTo>
                  <a:lnTo>
                    <a:pt x="2448293" y="2570754"/>
                  </a:lnTo>
                  <a:lnTo>
                    <a:pt x="2448480" y="2571142"/>
                  </a:lnTo>
                  <a:lnTo>
                    <a:pt x="2448667" y="2571698"/>
                  </a:lnTo>
                  <a:lnTo>
                    <a:pt x="2448854" y="2572164"/>
                  </a:lnTo>
                  <a:lnTo>
                    <a:pt x="2449041" y="2572733"/>
                  </a:lnTo>
                  <a:lnTo>
                    <a:pt x="2449228" y="2573462"/>
                  </a:lnTo>
                  <a:lnTo>
                    <a:pt x="2449415" y="2574141"/>
                  </a:lnTo>
                  <a:lnTo>
                    <a:pt x="2449602" y="2574694"/>
                  </a:lnTo>
                  <a:lnTo>
                    <a:pt x="2449789" y="2575229"/>
                  </a:lnTo>
                  <a:lnTo>
                    <a:pt x="2449975" y="2575885"/>
                  </a:lnTo>
                  <a:lnTo>
                    <a:pt x="2450162" y="2576755"/>
                  </a:lnTo>
                  <a:lnTo>
                    <a:pt x="2450349" y="2577386"/>
                  </a:lnTo>
                  <a:lnTo>
                    <a:pt x="2450536" y="2577977"/>
                  </a:lnTo>
                  <a:lnTo>
                    <a:pt x="2450723" y="2578492"/>
                  </a:lnTo>
                  <a:lnTo>
                    <a:pt x="2450910" y="2579077"/>
                  </a:lnTo>
                  <a:lnTo>
                    <a:pt x="2451097" y="2579636"/>
                  </a:lnTo>
                  <a:lnTo>
                    <a:pt x="2451284" y="2580184"/>
                  </a:lnTo>
                  <a:lnTo>
                    <a:pt x="2451471" y="2580688"/>
                  </a:lnTo>
                  <a:lnTo>
                    <a:pt x="2451658" y="2581308"/>
                  </a:lnTo>
                  <a:lnTo>
                    <a:pt x="2451845" y="2581906"/>
                  </a:lnTo>
                  <a:lnTo>
                    <a:pt x="2452032" y="2582464"/>
                  </a:lnTo>
                  <a:lnTo>
                    <a:pt x="2452218" y="2583118"/>
                  </a:lnTo>
                  <a:lnTo>
                    <a:pt x="2452405" y="2583573"/>
                  </a:lnTo>
                  <a:lnTo>
                    <a:pt x="2452592" y="2583864"/>
                  </a:lnTo>
                  <a:lnTo>
                    <a:pt x="2452779" y="2583869"/>
                  </a:lnTo>
                  <a:lnTo>
                    <a:pt x="2452966" y="2583247"/>
                  </a:lnTo>
                  <a:lnTo>
                    <a:pt x="2453153" y="2582505"/>
                  </a:lnTo>
                  <a:lnTo>
                    <a:pt x="2453340" y="2581482"/>
                  </a:lnTo>
                  <a:lnTo>
                    <a:pt x="2453527" y="2580379"/>
                  </a:lnTo>
                  <a:lnTo>
                    <a:pt x="2453714" y="2579322"/>
                  </a:lnTo>
                  <a:lnTo>
                    <a:pt x="2453901" y="2578216"/>
                  </a:lnTo>
                  <a:lnTo>
                    <a:pt x="2454088" y="2576936"/>
                  </a:lnTo>
                  <a:lnTo>
                    <a:pt x="2454275" y="2576013"/>
                  </a:lnTo>
                  <a:lnTo>
                    <a:pt x="2454462" y="2575224"/>
                  </a:lnTo>
                  <a:lnTo>
                    <a:pt x="2454648" y="2574591"/>
                  </a:lnTo>
                  <a:lnTo>
                    <a:pt x="2454835" y="2573923"/>
                  </a:lnTo>
                  <a:lnTo>
                    <a:pt x="2455022" y="2572835"/>
                  </a:lnTo>
                  <a:lnTo>
                    <a:pt x="2455209" y="2572227"/>
                  </a:lnTo>
                  <a:lnTo>
                    <a:pt x="2455396" y="2571963"/>
                  </a:lnTo>
                  <a:lnTo>
                    <a:pt x="2455583" y="2572383"/>
                  </a:lnTo>
                  <a:lnTo>
                    <a:pt x="2455770" y="2573025"/>
                  </a:lnTo>
                  <a:lnTo>
                    <a:pt x="2455957" y="2573788"/>
                  </a:lnTo>
                  <a:lnTo>
                    <a:pt x="2456144" y="2574520"/>
                  </a:lnTo>
                  <a:lnTo>
                    <a:pt x="2456331" y="2574988"/>
                  </a:lnTo>
                  <a:lnTo>
                    <a:pt x="2456518" y="2575077"/>
                  </a:lnTo>
                  <a:lnTo>
                    <a:pt x="2456705" y="2575488"/>
                  </a:lnTo>
                  <a:lnTo>
                    <a:pt x="2456891" y="2576417"/>
                  </a:lnTo>
                  <a:lnTo>
                    <a:pt x="2457078" y="2577216"/>
                  </a:lnTo>
                  <a:lnTo>
                    <a:pt x="2457265" y="2578013"/>
                  </a:lnTo>
                  <a:lnTo>
                    <a:pt x="2457452" y="2578795"/>
                  </a:lnTo>
                  <a:lnTo>
                    <a:pt x="2457639" y="2579508"/>
                  </a:lnTo>
                  <a:lnTo>
                    <a:pt x="2457826" y="2580158"/>
                  </a:lnTo>
                  <a:lnTo>
                    <a:pt x="2458013" y="2580290"/>
                  </a:lnTo>
                  <a:lnTo>
                    <a:pt x="2458200" y="2579727"/>
                  </a:lnTo>
                  <a:lnTo>
                    <a:pt x="2458387" y="2578591"/>
                  </a:lnTo>
                  <a:lnTo>
                    <a:pt x="2458574" y="2577259"/>
                  </a:lnTo>
                  <a:lnTo>
                    <a:pt x="2458761" y="2575568"/>
                  </a:lnTo>
                  <a:lnTo>
                    <a:pt x="2458948" y="2573827"/>
                  </a:lnTo>
                  <a:lnTo>
                    <a:pt x="2459135" y="2572157"/>
                  </a:lnTo>
                  <a:lnTo>
                    <a:pt x="2459321" y="2570723"/>
                  </a:lnTo>
                  <a:lnTo>
                    <a:pt x="2459508" y="2569039"/>
                  </a:lnTo>
                  <a:lnTo>
                    <a:pt x="2459695" y="2567143"/>
                  </a:lnTo>
                  <a:lnTo>
                    <a:pt x="2459882" y="2565318"/>
                  </a:lnTo>
                  <a:lnTo>
                    <a:pt x="2460069" y="2563521"/>
                  </a:lnTo>
                  <a:lnTo>
                    <a:pt x="2460256" y="2561309"/>
                  </a:lnTo>
                  <a:lnTo>
                    <a:pt x="2460443" y="2559100"/>
                  </a:lnTo>
                  <a:lnTo>
                    <a:pt x="2460630" y="2556500"/>
                  </a:lnTo>
                  <a:lnTo>
                    <a:pt x="2460817" y="2553588"/>
                  </a:lnTo>
                  <a:lnTo>
                    <a:pt x="2461004" y="2551744"/>
                  </a:lnTo>
                  <a:lnTo>
                    <a:pt x="2461191" y="2550730"/>
                  </a:lnTo>
                  <a:lnTo>
                    <a:pt x="2461378" y="2550153"/>
                  </a:lnTo>
                  <a:lnTo>
                    <a:pt x="2461565" y="2549837"/>
                  </a:lnTo>
                  <a:lnTo>
                    <a:pt x="2461751" y="2549433"/>
                  </a:lnTo>
                  <a:lnTo>
                    <a:pt x="2461938" y="2548651"/>
                  </a:lnTo>
                  <a:lnTo>
                    <a:pt x="2462125" y="2547359"/>
                  </a:lnTo>
                  <a:lnTo>
                    <a:pt x="2462312" y="2545724"/>
                  </a:lnTo>
                  <a:lnTo>
                    <a:pt x="2462499" y="2543834"/>
                  </a:lnTo>
                  <a:lnTo>
                    <a:pt x="2462686" y="2541797"/>
                  </a:lnTo>
                  <a:lnTo>
                    <a:pt x="2462873" y="2539886"/>
                  </a:lnTo>
                  <a:lnTo>
                    <a:pt x="2463060" y="2538115"/>
                  </a:lnTo>
                  <a:lnTo>
                    <a:pt x="2463247" y="2536428"/>
                  </a:lnTo>
                  <a:lnTo>
                    <a:pt x="2463434" y="2534929"/>
                  </a:lnTo>
                  <a:lnTo>
                    <a:pt x="2463621" y="2533238"/>
                  </a:lnTo>
                  <a:lnTo>
                    <a:pt x="2463808" y="2531462"/>
                  </a:lnTo>
                  <a:lnTo>
                    <a:pt x="2463994" y="2529571"/>
                  </a:lnTo>
                  <a:lnTo>
                    <a:pt x="2464181" y="2527530"/>
                  </a:lnTo>
                  <a:lnTo>
                    <a:pt x="2464368" y="2525349"/>
                  </a:lnTo>
                  <a:lnTo>
                    <a:pt x="2464555" y="2523167"/>
                  </a:lnTo>
                  <a:lnTo>
                    <a:pt x="2464742" y="2521522"/>
                  </a:lnTo>
                  <a:lnTo>
                    <a:pt x="2464929" y="2520458"/>
                  </a:lnTo>
                  <a:lnTo>
                    <a:pt x="2465116" y="2520212"/>
                  </a:lnTo>
                  <a:lnTo>
                    <a:pt x="2465303" y="2520511"/>
                  </a:lnTo>
                  <a:lnTo>
                    <a:pt x="2465490" y="2520863"/>
                  </a:lnTo>
                  <a:lnTo>
                    <a:pt x="2465677" y="2521039"/>
                  </a:lnTo>
                  <a:lnTo>
                    <a:pt x="2465864" y="2520942"/>
                  </a:lnTo>
                  <a:lnTo>
                    <a:pt x="2466051" y="2520962"/>
                  </a:lnTo>
                  <a:lnTo>
                    <a:pt x="2466238" y="2520597"/>
                  </a:lnTo>
                  <a:lnTo>
                    <a:pt x="2466424" y="2520246"/>
                  </a:lnTo>
                  <a:lnTo>
                    <a:pt x="2466611" y="2519993"/>
                  </a:lnTo>
                  <a:lnTo>
                    <a:pt x="2466798" y="2519822"/>
                  </a:lnTo>
                  <a:lnTo>
                    <a:pt x="2466985" y="2519687"/>
                  </a:lnTo>
                  <a:lnTo>
                    <a:pt x="2467172" y="2519609"/>
                  </a:lnTo>
                  <a:lnTo>
                    <a:pt x="2467359" y="2519550"/>
                  </a:lnTo>
                  <a:lnTo>
                    <a:pt x="2467546" y="2519147"/>
                  </a:lnTo>
                  <a:lnTo>
                    <a:pt x="2467733" y="2518624"/>
                  </a:lnTo>
                  <a:lnTo>
                    <a:pt x="2467920" y="2517912"/>
                  </a:lnTo>
                  <a:lnTo>
                    <a:pt x="2468107" y="2517085"/>
                  </a:lnTo>
                  <a:lnTo>
                    <a:pt x="2468294" y="2516341"/>
                  </a:lnTo>
                  <a:lnTo>
                    <a:pt x="2468481" y="2515736"/>
                  </a:lnTo>
                  <a:lnTo>
                    <a:pt x="2468668" y="2515008"/>
                  </a:lnTo>
                  <a:lnTo>
                    <a:pt x="2468854" y="2514245"/>
                  </a:lnTo>
                  <a:lnTo>
                    <a:pt x="2469041" y="2513522"/>
                  </a:lnTo>
                  <a:lnTo>
                    <a:pt x="2469228" y="2512449"/>
                  </a:lnTo>
                  <a:lnTo>
                    <a:pt x="2469415" y="2511121"/>
                  </a:lnTo>
                  <a:lnTo>
                    <a:pt x="2469602" y="2509713"/>
                  </a:lnTo>
                  <a:lnTo>
                    <a:pt x="2469789" y="2508165"/>
                  </a:lnTo>
                  <a:lnTo>
                    <a:pt x="2469976" y="2506582"/>
                  </a:lnTo>
                  <a:lnTo>
                    <a:pt x="2470163" y="2504902"/>
                  </a:lnTo>
                  <a:lnTo>
                    <a:pt x="2470350" y="2503398"/>
                  </a:lnTo>
                  <a:lnTo>
                    <a:pt x="2470537" y="2502272"/>
                  </a:lnTo>
                  <a:lnTo>
                    <a:pt x="2470724" y="2500874"/>
                  </a:lnTo>
                  <a:lnTo>
                    <a:pt x="2470911" y="2499202"/>
                  </a:lnTo>
                  <a:lnTo>
                    <a:pt x="2471097" y="2497346"/>
                  </a:lnTo>
                  <a:lnTo>
                    <a:pt x="2471284" y="2495464"/>
                  </a:lnTo>
                  <a:lnTo>
                    <a:pt x="2471471" y="2494470"/>
                  </a:lnTo>
                  <a:lnTo>
                    <a:pt x="2471658" y="2494347"/>
                  </a:lnTo>
                  <a:lnTo>
                    <a:pt x="2471845" y="2494760"/>
                  </a:lnTo>
                  <a:lnTo>
                    <a:pt x="2472032" y="2495455"/>
                  </a:lnTo>
                  <a:lnTo>
                    <a:pt x="2472219" y="2496669"/>
                  </a:lnTo>
                  <a:lnTo>
                    <a:pt x="2472406" y="2498182"/>
                  </a:lnTo>
                  <a:lnTo>
                    <a:pt x="2472593" y="2499906"/>
                  </a:lnTo>
                  <a:lnTo>
                    <a:pt x="2472780" y="2501674"/>
                  </a:lnTo>
                  <a:lnTo>
                    <a:pt x="2472967" y="2503671"/>
                  </a:lnTo>
                  <a:lnTo>
                    <a:pt x="2473154" y="2505491"/>
                  </a:lnTo>
                  <a:lnTo>
                    <a:pt x="2473341" y="2506802"/>
                  </a:lnTo>
                  <a:lnTo>
                    <a:pt x="2473527" y="2507972"/>
                  </a:lnTo>
                  <a:lnTo>
                    <a:pt x="2473714" y="2509115"/>
                  </a:lnTo>
                  <a:lnTo>
                    <a:pt x="2473901" y="2510347"/>
                  </a:lnTo>
                  <a:lnTo>
                    <a:pt x="2474088" y="2511622"/>
                  </a:lnTo>
                  <a:lnTo>
                    <a:pt x="2474275" y="2512176"/>
                  </a:lnTo>
                  <a:lnTo>
                    <a:pt x="2474462" y="2511745"/>
                  </a:lnTo>
                  <a:lnTo>
                    <a:pt x="2474649" y="2511042"/>
                  </a:lnTo>
                  <a:lnTo>
                    <a:pt x="2474836" y="2510294"/>
                  </a:lnTo>
                  <a:lnTo>
                    <a:pt x="2475023" y="2509291"/>
                  </a:lnTo>
                  <a:lnTo>
                    <a:pt x="2475210" y="2507910"/>
                  </a:lnTo>
                  <a:lnTo>
                    <a:pt x="2475397" y="2506494"/>
                  </a:lnTo>
                  <a:lnTo>
                    <a:pt x="2475584" y="2505104"/>
                  </a:lnTo>
                  <a:lnTo>
                    <a:pt x="2475770" y="2503794"/>
                  </a:lnTo>
                  <a:lnTo>
                    <a:pt x="2475957" y="2502677"/>
                  </a:lnTo>
                  <a:lnTo>
                    <a:pt x="2476144" y="2501727"/>
                  </a:lnTo>
                  <a:lnTo>
                    <a:pt x="2476331" y="2500689"/>
                  </a:lnTo>
                  <a:lnTo>
                    <a:pt x="2476518" y="2499364"/>
                  </a:lnTo>
                  <a:lnTo>
                    <a:pt x="2476705" y="2497975"/>
                  </a:lnTo>
                  <a:lnTo>
                    <a:pt x="2476892" y="2496304"/>
                  </a:lnTo>
                  <a:lnTo>
                    <a:pt x="2477079" y="2494338"/>
                  </a:lnTo>
                  <a:lnTo>
                    <a:pt x="2477266" y="2492669"/>
                  </a:lnTo>
                  <a:lnTo>
                    <a:pt x="2477453" y="2491055"/>
                  </a:lnTo>
                  <a:lnTo>
                    <a:pt x="2477640" y="2489207"/>
                  </a:lnTo>
                  <a:lnTo>
                    <a:pt x="2477827" y="2487613"/>
                  </a:lnTo>
                  <a:lnTo>
                    <a:pt x="2478014" y="2486365"/>
                  </a:lnTo>
                  <a:lnTo>
                    <a:pt x="2478200" y="2485000"/>
                  </a:lnTo>
                  <a:lnTo>
                    <a:pt x="2478387" y="2483439"/>
                  </a:lnTo>
                  <a:lnTo>
                    <a:pt x="2478574" y="2481702"/>
                  </a:lnTo>
                  <a:lnTo>
                    <a:pt x="2478761" y="2479288"/>
                  </a:lnTo>
                  <a:lnTo>
                    <a:pt x="2478948" y="2476540"/>
                  </a:lnTo>
                  <a:lnTo>
                    <a:pt x="2479135" y="2473987"/>
                  </a:lnTo>
                  <a:lnTo>
                    <a:pt x="2479322" y="2471426"/>
                  </a:lnTo>
                  <a:lnTo>
                    <a:pt x="2479509" y="2469067"/>
                  </a:lnTo>
                  <a:lnTo>
                    <a:pt x="2479696" y="2467066"/>
                  </a:lnTo>
                  <a:lnTo>
                    <a:pt x="2479883" y="2465652"/>
                  </a:lnTo>
                  <a:lnTo>
                    <a:pt x="2480070" y="2464178"/>
                  </a:lnTo>
                  <a:lnTo>
                    <a:pt x="2480257" y="2462662"/>
                  </a:lnTo>
                  <a:lnTo>
                    <a:pt x="2480444" y="2461117"/>
                  </a:lnTo>
                  <a:lnTo>
                    <a:pt x="2480630" y="2459508"/>
                  </a:lnTo>
                  <a:lnTo>
                    <a:pt x="2480817" y="2457776"/>
                  </a:lnTo>
                  <a:lnTo>
                    <a:pt x="2481004" y="2456407"/>
                  </a:lnTo>
                  <a:lnTo>
                    <a:pt x="2481191" y="2455129"/>
                  </a:lnTo>
                  <a:lnTo>
                    <a:pt x="2481378" y="2453968"/>
                  </a:lnTo>
                  <a:lnTo>
                    <a:pt x="2481565" y="2453178"/>
                  </a:lnTo>
                  <a:lnTo>
                    <a:pt x="2481752" y="2452784"/>
                  </a:lnTo>
                  <a:lnTo>
                    <a:pt x="2481939" y="2452483"/>
                  </a:lnTo>
                  <a:lnTo>
                    <a:pt x="2482126" y="2452545"/>
                  </a:lnTo>
                  <a:lnTo>
                    <a:pt x="2482313" y="2452288"/>
                  </a:lnTo>
                  <a:lnTo>
                    <a:pt x="2482500" y="2452086"/>
                  </a:lnTo>
                  <a:lnTo>
                    <a:pt x="2482687" y="2452054"/>
                  </a:lnTo>
                  <a:lnTo>
                    <a:pt x="2482873" y="2452183"/>
                  </a:lnTo>
                  <a:lnTo>
                    <a:pt x="2483060" y="2452712"/>
                  </a:lnTo>
                  <a:lnTo>
                    <a:pt x="2483247" y="2453170"/>
                  </a:lnTo>
                  <a:lnTo>
                    <a:pt x="2483434" y="2453541"/>
                  </a:lnTo>
                  <a:lnTo>
                    <a:pt x="2483621" y="2453973"/>
                  </a:lnTo>
                  <a:lnTo>
                    <a:pt x="2483808" y="2454235"/>
                  </a:lnTo>
                  <a:lnTo>
                    <a:pt x="2483995" y="2454640"/>
                  </a:lnTo>
                  <a:lnTo>
                    <a:pt x="2484182" y="2454826"/>
                  </a:lnTo>
                  <a:lnTo>
                    <a:pt x="2484369" y="2455046"/>
                  </a:lnTo>
                  <a:lnTo>
                    <a:pt x="2484556" y="2455396"/>
                  </a:lnTo>
                  <a:lnTo>
                    <a:pt x="2484743" y="2455963"/>
                  </a:lnTo>
                  <a:lnTo>
                    <a:pt x="2484930" y="2456529"/>
                  </a:lnTo>
                  <a:lnTo>
                    <a:pt x="2485117" y="2457165"/>
                  </a:lnTo>
                  <a:lnTo>
                    <a:pt x="2485303" y="2457497"/>
                  </a:lnTo>
                  <a:lnTo>
                    <a:pt x="2485490" y="2457804"/>
                  </a:lnTo>
                  <a:lnTo>
                    <a:pt x="2485677" y="2458104"/>
                  </a:lnTo>
                  <a:lnTo>
                    <a:pt x="2485864" y="2458084"/>
                  </a:lnTo>
                  <a:lnTo>
                    <a:pt x="2486051" y="2458057"/>
                  </a:lnTo>
                  <a:lnTo>
                    <a:pt x="2486238" y="2458004"/>
                  </a:lnTo>
                  <a:lnTo>
                    <a:pt x="2486425" y="2457898"/>
                  </a:lnTo>
                  <a:lnTo>
                    <a:pt x="2486612" y="2457570"/>
                  </a:lnTo>
                  <a:lnTo>
                    <a:pt x="2486799" y="2457077"/>
                  </a:lnTo>
                  <a:lnTo>
                    <a:pt x="2486986" y="2456672"/>
                  </a:lnTo>
                  <a:lnTo>
                    <a:pt x="2487173" y="2456118"/>
                  </a:lnTo>
                  <a:lnTo>
                    <a:pt x="2487360" y="2455406"/>
                  </a:lnTo>
                  <a:lnTo>
                    <a:pt x="2487547" y="2454359"/>
                  </a:lnTo>
                  <a:lnTo>
                    <a:pt x="2487733" y="2453400"/>
                  </a:lnTo>
                  <a:lnTo>
                    <a:pt x="2487920" y="2452477"/>
                  </a:lnTo>
                  <a:lnTo>
                    <a:pt x="2488107" y="2451580"/>
                  </a:lnTo>
                  <a:lnTo>
                    <a:pt x="2488294" y="2450700"/>
                  </a:lnTo>
                  <a:lnTo>
                    <a:pt x="2488481" y="2449821"/>
                  </a:lnTo>
                  <a:lnTo>
                    <a:pt x="2488668" y="2449099"/>
                  </a:lnTo>
                  <a:lnTo>
                    <a:pt x="2488855" y="2448396"/>
                  </a:lnTo>
                  <a:lnTo>
                    <a:pt x="2489042" y="2447692"/>
                  </a:lnTo>
                  <a:lnTo>
                    <a:pt x="2489229" y="2446988"/>
                  </a:lnTo>
                  <a:lnTo>
                    <a:pt x="2489416" y="2445968"/>
                  </a:lnTo>
                  <a:lnTo>
                    <a:pt x="2489603" y="2444877"/>
                  </a:lnTo>
                  <a:lnTo>
                    <a:pt x="2489790" y="2443963"/>
                  </a:lnTo>
                  <a:lnTo>
                    <a:pt x="2489976" y="2443470"/>
                  </a:lnTo>
                  <a:lnTo>
                    <a:pt x="2490163" y="2443285"/>
                  </a:lnTo>
                  <a:lnTo>
                    <a:pt x="2490350" y="2443364"/>
                  </a:lnTo>
                  <a:lnTo>
                    <a:pt x="2490537" y="2443540"/>
                  </a:lnTo>
                  <a:lnTo>
                    <a:pt x="2490724" y="2443760"/>
                  </a:lnTo>
                  <a:lnTo>
                    <a:pt x="2490911" y="2443963"/>
                  </a:lnTo>
                  <a:lnTo>
                    <a:pt x="2491098" y="2443734"/>
                  </a:lnTo>
                  <a:lnTo>
                    <a:pt x="2491285" y="2443514"/>
                  </a:lnTo>
                  <a:lnTo>
                    <a:pt x="2491472" y="2443320"/>
                  </a:lnTo>
                  <a:lnTo>
                    <a:pt x="2491659" y="2443145"/>
                  </a:lnTo>
                  <a:lnTo>
                    <a:pt x="2491846" y="2442986"/>
                  </a:lnTo>
                  <a:lnTo>
                    <a:pt x="2492033" y="2442986"/>
                  </a:lnTo>
                  <a:lnTo>
                    <a:pt x="2492220" y="2443382"/>
                  </a:lnTo>
                  <a:lnTo>
                    <a:pt x="2492406" y="2443954"/>
                  </a:lnTo>
                  <a:lnTo>
                    <a:pt x="2492593" y="2444411"/>
                  </a:lnTo>
                  <a:lnTo>
                    <a:pt x="2492780" y="2444288"/>
                  </a:lnTo>
                  <a:lnTo>
                    <a:pt x="2492967" y="2443769"/>
                  </a:lnTo>
                  <a:lnTo>
                    <a:pt x="2493154" y="2443197"/>
                  </a:lnTo>
                  <a:lnTo>
                    <a:pt x="2493341" y="2442670"/>
                  </a:lnTo>
                  <a:lnTo>
                    <a:pt x="2493528" y="2442757"/>
                  </a:lnTo>
                  <a:lnTo>
                    <a:pt x="2493715" y="2443235"/>
                  </a:lnTo>
                  <a:lnTo>
                    <a:pt x="2493902" y="2444412"/>
                  </a:lnTo>
                  <a:lnTo>
                    <a:pt x="2494089" y="2445553"/>
                  </a:lnTo>
                  <a:lnTo>
                    <a:pt x="2494276" y="2446397"/>
                  </a:lnTo>
                  <a:lnTo>
                    <a:pt x="2494463" y="2447175"/>
                  </a:lnTo>
                  <a:lnTo>
                    <a:pt x="2494649" y="2447780"/>
                  </a:lnTo>
                  <a:lnTo>
                    <a:pt x="2494836" y="2447872"/>
                  </a:lnTo>
                  <a:lnTo>
                    <a:pt x="2495023" y="2447913"/>
                  </a:lnTo>
                  <a:lnTo>
                    <a:pt x="2495210" y="2448017"/>
                  </a:lnTo>
                  <a:lnTo>
                    <a:pt x="2495397" y="2448636"/>
                  </a:lnTo>
                  <a:lnTo>
                    <a:pt x="2495584" y="2449839"/>
                  </a:lnTo>
                  <a:lnTo>
                    <a:pt x="2495771" y="2451524"/>
                  </a:lnTo>
                  <a:lnTo>
                    <a:pt x="2495958" y="2453209"/>
                  </a:lnTo>
                  <a:lnTo>
                    <a:pt x="2496145" y="2454812"/>
                  </a:lnTo>
                  <a:lnTo>
                    <a:pt x="2496332" y="2455899"/>
                  </a:lnTo>
                  <a:lnTo>
                    <a:pt x="2496519" y="2456464"/>
                  </a:lnTo>
                  <a:lnTo>
                    <a:pt x="2496706" y="2456850"/>
                  </a:lnTo>
                  <a:lnTo>
                    <a:pt x="2496893" y="2456722"/>
                  </a:lnTo>
                  <a:lnTo>
                    <a:pt x="2497079" y="2456451"/>
                  </a:lnTo>
                  <a:lnTo>
                    <a:pt x="2497266" y="2456179"/>
                  </a:lnTo>
                  <a:lnTo>
                    <a:pt x="2497453" y="2455779"/>
                  </a:lnTo>
                  <a:lnTo>
                    <a:pt x="2497640" y="2455888"/>
                  </a:lnTo>
                  <a:lnTo>
                    <a:pt x="2497827" y="2456007"/>
                  </a:lnTo>
                  <a:lnTo>
                    <a:pt x="2498014" y="2456315"/>
                  </a:lnTo>
                  <a:lnTo>
                    <a:pt x="2498201" y="2456860"/>
                  </a:lnTo>
                  <a:lnTo>
                    <a:pt x="2498388" y="2456337"/>
                  </a:lnTo>
                  <a:lnTo>
                    <a:pt x="2498575" y="2454428"/>
                  </a:lnTo>
                  <a:lnTo>
                    <a:pt x="2498762" y="2452151"/>
                  </a:lnTo>
                  <a:lnTo>
                    <a:pt x="2498949" y="2449829"/>
                  </a:lnTo>
                  <a:lnTo>
                    <a:pt x="2499136" y="2447806"/>
                  </a:lnTo>
                  <a:lnTo>
                    <a:pt x="2499323" y="2446372"/>
                  </a:lnTo>
                  <a:lnTo>
                    <a:pt x="2499509" y="2445361"/>
                  </a:lnTo>
                  <a:lnTo>
                    <a:pt x="2499696" y="2444921"/>
                  </a:lnTo>
                  <a:lnTo>
                    <a:pt x="2499883" y="2444780"/>
                  </a:lnTo>
                  <a:lnTo>
                    <a:pt x="2500070" y="2444552"/>
                  </a:lnTo>
                  <a:lnTo>
                    <a:pt x="2500257" y="2444235"/>
                  </a:lnTo>
                  <a:lnTo>
                    <a:pt x="2500444" y="2443918"/>
                  </a:lnTo>
                  <a:lnTo>
                    <a:pt x="2500631" y="2443373"/>
                  </a:lnTo>
                  <a:lnTo>
                    <a:pt x="2500818" y="2442836"/>
                  </a:lnTo>
                  <a:lnTo>
                    <a:pt x="2501005" y="2442581"/>
                  </a:lnTo>
                  <a:lnTo>
                    <a:pt x="2501192" y="2442880"/>
                  </a:lnTo>
                  <a:lnTo>
                    <a:pt x="2501379" y="2443144"/>
                  </a:lnTo>
                  <a:lnTo>
                    <a:pt x="2501566" y="2443162"/>
                  </a:lnTo>
                  <a:lnTo>
                    <a:pt x="2501752" y="2443109"/>
                  </a:lnTo>
                  <a:lnTo>
                    <a:pt x="2501939" y="2443092"/>
                  </a:lnTo>
                  <a:lnTo>
                    <a:pt x="2502126" y="2443294"/>
                  </a:lnTo>
                  <a:lnTo>
                    <a:pt x="2502313" y="2443426"/>
                  </a:lnTo>
                  <a:lnTo>
                    <a:pt x="2502500" y="2443162"/>
                  </a:lnTo>
                  <a:lnTo>
                    <a:pt x="2502687" y="2442775"/>
                  </a:lnTo>
                  <a:lnTo>
                    <a:pt x="2502874" y="2442291"/>
                  </a:lnTo>
                  <a:lnTo>
                    <a:pt x="2503061" y="2441939"/>
                  </a:lnTo>
                  <a:lnTo>
                    <a:pt x="2503248" y="2441904"/>
                  </a:lnTo>
                  <a:lnTo>
                    <a:pt x="2503435" y="2442254"/>
                  </a:lnTo>
                  <a:lnTo>
                    <a:pt x="2503622" y="2443015"/>
                  </a:lnTo>
                  <a:lnTo>
                    <a:pt x="2503809" y="2443691"/>
                  </a:lnTo>
                  <a:lnTo>
                    <a:pt x="2503996" y="2444014"/>
                  </a:lnTo>
                  <a:lnTo>
                    <a:pt x="2504182" y="2444255"/>
                  </a:lnTo>
                  <a:lnTo>
                    <a:pt x="2504369" y="2444743"/>
                  </a:lnTo>
                  <a:lnTo>
                    <a:pt x="2504556" y="2445471"/>
                  </a:lnTo>
                  <a:lnTo>
                    <a:pt x="2504743" y="2446216"/>
                  </a:lnTo>
                  <a:lnTo>
                    <a:pt x="2504930" y="2446936"/>
                  </a:lnTo>
                  <a:lnTo>
                    <a:pt x="2505117" y="2447433"/>
                  </a:lnTo>
                  <a:lnTo>
                    <a:pt x="2505304" y="2447230"/>
                  </a:lnTo>
                  <a:lnTo>
                    <a:pt x="2505491" y="2446579"/>
                  </a:lnTo>
                  <a:lnTo>
                    <a:pt x="2505678" y="2446056"/>
                  </a:lnTo>
                  <a:lnTo>
                    <a:pt x="2505865" y="2445606"/>
                  </a:lnTo>
                  <a:lnTo>
                    <a:pt x="2506052" y="2445278"/>
                  </a:lnTo>
                  <a:lnTo>
                    <a:pt x="2506239" y="2444827"/>
                  </a:lnTo>
                  <a:lnTo>
                    <a:pt x="2506426" y="2444319"/>
                  </a:lnTo>
                  <a:lnTo>
                    <a:pt x="2506612" y="2444117"/>
                  </a:lnTo>
                  <a:lnTo>
                    <a:pt x="2506799" y="2444029"/>
                  </a:lnTo>
                  <a:lnTo>
                    <a:pt x="2506986" y="2444002"/>
                  </a:lnTo>
                  <a:lnTo>
                    <a:pt x="2507173" y="2444310"/>
                  </a:lnTo>
                  <a:lnTo>
                    <a:pt x="2507360" y="2444838"/>
                  </a:lnTo>
                  <a:lnTo>
                    <a:pt x="2507547" y="2445524"/>
                  </a:lnTo>
                  <a:lnTo>
                    <a:pt x="2507734" y="2446034"/>
                  </a:lnTo>
                  <a:lnTo>
                    <a:pt x="2507921" y="2446641"/>
                  </a:lnTo>
                  <a:lnTo>
                    <a:pt x="2508108" y="2447881"/>
                  </a:lnTo>
                  <a:lnTo>
                    <a:pt x="2508295" y="2449816"/>
                  </a:lnTo>
                  <a:lnTo>
                    <a:pt x="2508482" y="2452147"/>
                  </a:lnTo>
                  <a:lnTo>
                    <a:pt x="2508669" y="2454777"/>
                  </a:lnTo>
                  <a:lnTo>
                    <a:pt x="2508855" y="2456959"/>
                  </a:lnTo>
                  <a:lnTo>
                    <a:pt x="2509042" y="2458823"/>
                  </a:lnTo>
                  <a:lnTo>
                    <a:pt x="2509229" y="2460574"/>
                  </a:lnTo>
                  <a:lnTo>
                    <a:pt x="2509416" y="2462298"/>
                  </a:lnTo>
                  <a:lnTo>
                    <a:pt x="2509603" y="2463907"/>
                  </a:lnTo>
                  <a:lnTo>
                    <a:pt x="2509790" y="2465667"/>
                  </a:lnTo>
                  <a:lnTo>
                    <a:pt x="2509977" y="2467118"/>
                  </a:lnTo>
                  <a:lnTo>
                    <a:pt x="2510164" y="2468349"/>
                  </a:lnTo>
                  <a:lnTo>
                    <a:pt x="2510351" y="2469633"/>
                  </a:lnTo>
                  <a:lnTo>
                    <a:pt x="2510538" y="2471182"/>
                  </a:lnTo>
                  <a:lnTo>
                    <a:pt x="2510725" y="2472677"/>
                  </a:lnTo>
                  <a:lnTo>
                    <a:pt x="2510912" y="2474322"/>
                  </a:lnTo>
                  <a:lnTo>
                    <a:pt x="2511099" y="2475843"/>
                  </a:lnTo>
                  <a:lnTo>
                    <a:pt x="2511285" y="2476996"/>
                  </a:lnTo>
                  <a:lnTo>
                    <a:pt x="2511472" y="2477787"/>
                  </a:lnTo>
                  <a:lnTo>
                    <a:pt x="2511659" y="2478684"/>
                  </a:lnTo>
                  <a:lnTo>
                    <a:pt x="2511846" y="2479995"/>
                  </a:lnTo>
                  <a:lnTo>
                    <a:pt x="2512033" y="2480866"/>
                  </a:lnTo>
                  <a:lnTo>
                    <a:pt x="2512220" y="2481437"/>
                  </a:lnTo>
                  <a:lnTo>
                    <a:pt x="2512407" y="2482036"/>
                  </a:lnTo>
                  <a:lnTo>
                    <a:pt x="2512594" y="2482783"/>
                  </a:lnTo>
                  <a:lnTo>
                    <a:pt x="2512781" y="2483663"/>
                  </a:lnTo>
                  <a:lnTo>
                    <a:pt x="2512968" y="2484542"/>
                  </a:lnTo>
                  <a:lnTo>
                    <a:pt x="2513155" y="2485325"/>
                  </a:lnTo>
                  <a:lnTo>
                    <a:pt x="2513342" y="2485888"/>
                  </a:lnTo>
                  <a:lnTo>
                    <a:pt x="2513528" y="2486565"/>
                  </a:lnTo>
                  <a:lnTo>
                    <a:pt x="2513715" y="2487542"/>
                  </a:lnTo>
                  <a:lnTo>
                    <a:pt x="2513902" y="2488588"/>
                  </a:lnTo>
                  <a:lnTo>
                    <a:pt x="2514089" y="2489937"/>
                  </a:lnTo>
                  <a:lnTo>
                    <a:pt x="2514276" y="2491586"/>
                  </a:lnTo>
                  <a:lnTo>
                    <a:pt x="2514463" y="2493521"/>
                  </a:lnTo>
                  <a:lnTo>
                    <a:pt x="2514650" y="2495291"/>
                  </a:lnTo>
                  <a:lnTo>
                    <a:pt x="2514837" y="2497093"/>
                  </a:lnTo>
                  <a:lnTo>
                    <a:pt x="2515024" y="2499381"/>
                  </a:lnTo>
                  <a:lnTo>
                    <a:pt x="2515211" y="2501480"/>
                  </a:lnTo>
                  <a:lnTo>
                    <a:pt x="2515398" y="2503442"/>
                  </a:lnTo>
                  <a:lnTo>
                    <a:pt x="2515585" y="2505515"/>
                  </a:lnTo>
                  <a:lnTo>
                    <a:pt x="2515772" y="2507667"/>
                  </a:lnTo>
                  <a:lnTo>
                    <a:pt x="2515958" y="2510162"/>
                  </a:lnTo>
                  <a:lnTo>
                    <a:pt x="2516145" y="2513106"/>
                  </a:lnTo>
                  <a:lnTo>
                    <a:pt x="2516332" y="2516384"/>
                  </a:lnTo>
                  <a:lnTo>
                    <a:pt x="2516519" y="2519486"/>
                  </a:lnTo>
                  <a:lnTo>
                    <a:pt x="2516706" y="2522706"/>
                  </a:lnTo>
                  <a:lnTo>
                    <a:pt x="2516893" y="2526010"/>
                  </a:lnTo>
                  <a:lnTo>
                    <a:pt x="2517080" y="2529081"/>
                  </a:lnTo>
                  <a:lnTo>
                    <a:pt x="2517267" y="2531753"/>
                  </a:lnTo>
                  <a:lnTo>
                    <a:pt x="2517454" y="2534159"/>
                  </a:lnTo>
                  <a:lnTo>
                    <a:pt x="2517641" y="2537010"/>
                  </a:lnTo>
                  <a:lnTo>
                    <a:pt x="2517828" y="2539506"/>
                  </a:lnTo>
                  <a:lnTo>
                    <a:pt x="2518015" y="2542361"/>
                  </a:lnTo>
                  <a:lnTo>
                    <a:pt x="2518202" y="2545253"/>
                  </a:lnTo>
                  <a:lnTo>
                    <a:pt x="2518388" y="2547793"/>
                  </a:lnTo>
                  <a:lnTo>
                    <a:pt x="2518575" y="2549913"/>
                  </a:lnTo>
                  <a:lnTo>
                    <a:pt x="2518762" y="2551328"/>
                  </a:lnTo>
                  <a:lnTo>
                    <a:pt x="2518949" y="2551929"/>
                  </a:lnTo>
                  <a:lnTo>
                    <a:pt x="2519136" y="2551949"/>
                  </a:lnTo>
                  <a:lnTo>
                    <a:pt x="2519323" y="2551716"/>
                  </a:lnTo>
                  <a:lnTo>
                    <a:pt x="2519510" y="2551231"/>
                  </a:lnTo>
                  <a:lnTo>
                    <a:pt x="2519697" y="2550743"/>
                  </a:lnTo>
                  <a:lnTo>
                    <a:pt x="2519884" y="2550121"/>
                  </a:lnTo>
                  <a:lnTo>
                    <a:pt x="2520071" y="2549466"/>
                  </a:lnTo>
                  <a:lnTo>
                    <a:pt x="2520258" y="2548747"/>
                  </a:lnTo>
                  <a:lnTo>
                    <a:pt x="2520445" y="2547841"/>
                  </a:lnTo>
                  <a:lnTo>
                    <a:pt x="2520631" y="2546558"/>
                  </a:lnTo>
                  <a:lnTo>
                    <a:pt x="2520818" y="2545214"/>
                  </a:lnTo>
                  <a:lnTo>
                    <a:pt x="2521005" y="2543223"/>
                  </a:lnTo>
                  <a:lnTo>
                    <a:pt x="2521192" y="2541277"/>
                  </a:lnTo>
                  <a:lnTo>
                    <a:pt x="2521379" y="2539760"/>
                  </a:lnTo>
                  <a:lnTo>
                    <a:pt x="2521566" y="2538808"/>
                  </a:lnTo>
                  <a:lnTo>
                    <a:pt x="2521753" y="2538665"/>
                  </a:lnTo>
                  <a:lnTo>
                    <a:pt x="2521940" y="2538554"/>
                  </a:lnTo>
                  <a:lnTo>
                    <a:pt x="2522127" y="2538123"/>
                  </a:lnTo>
                  <a:lnTo>
                    <a:pt x="2522314" y="2537692"/>
                  </a:lnTo>
                  <a:lnTo>
                    <a:pt x="2522501" y="2537190"/>
                  </a:lnTo>
                  <a:lnTo>
                    <a:pt x="2522688" y="2536715"/>
                  </a:lnTo>
                  <a:lnTo>
                    <a:pt x="2522875" y="2536196"/>
                  </a:lnTo>
                  <a:lnTo>
                    <a:pt x="2523061" y="2535581"/>
                  </a:lnTo>
                  <a:lnTo>
                    <a:pt x="2523248" y="2535185"/>
                  </a:lnTo>
                  <a:lnTo>
                    <a:pt x="2523435" y="2534833"/>
                  </a:lnTo>
                  <a:lnTo>
                    <a:pt x="2523622" y="2534481"/>
                  </a:lnTo>
                  <a:lnTo>
                    <a:pt x="2523809" y="2534164"/>
                  </a:lnTo>
                  <a:lnTo>
                    <a:pt x="2523996" y="2534085"/>
                  </a:lnTo>
                  <a:lnTo>
                    <a:pt x="2524183" y="2534186"/>
                  </a:lnTo>
                  <a:lnTo>
                    <a:pt x="2524370" y="2533967"/>
                  </a:lnTo>
                  <a:lnTo>
                    <a:pt x="2524557" y="2533696"/>
                  </a:lnTo>
                  <a:lnTo>
                    <a:pt x="2524744" y="2533483"/>
                  </a:lnTo>
                  <a:lnTo>
                    <a:pt x="2524931" y="2533452"/>
                  </a:lnTo>
                  <a:lnTo>
                    <a:pt x="2525118" y="2533333"/>
                  </a:lnTo>
                  <a:lnTo>
                    <a:pt x="2525304" y="2533178"/>
                  </a:lnTo>
                  <a:lnTo>
                    <a:pt x="2525491" y="2533084"/>
                  </a:lnTo>
                  <a:lnTo>
                    <a:pt x="2525678" y="2533131"/>
                  </a:lnTo>
                  <a:lnTo>
                    <a:pt x="2525865" y="2533221"/>
                  </a:lnTo>
                  <a:lnTo>
                    <a:pt x="2526052" y="2533405"/>
                  </a:lnTo>
                  <a:lnTo>
                    <a:pt x="2526239" y="2533801"/>
                  </a:lnTo>
                  <a:lnTo>
                    <a:pt x="2526426" y="2534067"/>
                  </a:lnTo>
                  <a:lnTo>
                    <a:pt x="2526613" y="2534333"/>
                  </a:lnTo>
                  <a:lnTo>
                    <a:pt x="2526800" y="2534916"/>
                  </a:lnTo>
                  <a:lnTo>
                    <a:pt x="2526987" y="2535818"/>
                  </a:lnTo>
                  <a:lnTo>
                    <a:pt x="2527174" y="2536794"/>
                  </a:lnTo>
                  <a:lnTo>
                    <a:pt x="2527361" y="2537612"/>
                  </a:lnTo>
                  <a:lnTo>
                    <a:pt x="2527548" y="2538465"/>
                  </a:lnTo>
                  <a:lnTo>
                    <a:pt x="2527734" y="2539001"/>
                  </a:lnTo>
                  <a:lnTo>
                    <a:pt x="2527921" y="2539529"/>
                  </a:lnTo>
                  <a:lnTo>
                    <a:pt x="2528108" y="2539934"/>
                  </a:lnTo>
                  <a:lnTo>
                    <a:pt x="2528295" y="2540445"/>
                  </a:lnTo>
                  <a:lnTo>
                    <a:pt x="2528482" y="2541307"/>
                  </a:lnTo>
                  <a:lnTo>
                    <a:pt x="2528669" y="2542561"/>
                  </a:lnTo>
                  <a:lnTo>
                    <a:pt x="2528856" y="2544175"/>
                  </a:lnTo>
                  <a:lnTo>
                    <a:pt x="2529043" y="2545768"/>
                  </a:lnTo>
                  <a:lnTo>
                    <a:pt x="2529230" y="2547491"/>
                  </a:lnTo>
                  <a:lnTo>
                    <a:pt x="2529417" y="2549214"/>
                  </a:lnTo>
                  <a:lnTo>
                    <a:pt x="2529604" y="2550682"/>
                  </a:lnTo>
                  <a:lnTo>
                    <a:pt x="2529791" y="2552142"/>
                  </a:lnTo>
                  <a:lnTo>
                    <a:pt x="2529978" y="2553715"/>
                  </a:lnTo>
                  <a:lnTo>
                    <a:pt x="2530164" y="2555591"/>
                  </a:lnTo>
                  <a:lnTo>
                    <a:pt x="2530351" y="2557656"/>
                  </a:lnTo>
                  <a:lnTo>
                    <a:pt x="2530538" y="2559844"/>
                  </a:lnTo>
                  <a:lnTo>
                    <a:pt x="2530725" y="2562032"/>
                  </a:lnTo>
                  <a:lnTo>
                    <a:pt x="2530912" y="2563714"/>
                  </a:lnTo>
                  <a:lnTo>
                    <a:pt x="2531099" y="2565385"/>
                  </a:lnTo>
                  <a:lnTo>
                    <a:pt x="2531286" y="2566487"/>
                  </a:lnTo>
                  <a:lnTo>
                    <a:pt x="2531473" y="2567122"/>
                  </a:lnTo>
                  <a:lnTo>
                    <a:pt x="2531660" y="2567475"/>
                  </a:lnTo>
                  <a:lnTo>
                    <a:pt x="2531847" y="2567611"/>
                  </a:lnTo>
                  <a:lnTo>
                    <a:pt x="2532034" y="2567737"/>
                  </a:lnTo>
                  <a:lnTo>
                    <a:pt x="2532221" y="2568077"/>
                  </a:lnTo>
                  <a:lnTo>
                    <a:pt x="2532407" y="2568449"/>
                  </a:lnTo>
                  <a:lnTo>
                    <a:pt x="2532594" y="2568739"/>
                  </a:lnTo>
                  <a:lnTo>
                    <a:pt x="2532781" y="2568775"/>
                  </a:lnTo>
                  <a:lnTo>
                    <a:pt x="2532968" y="2568406"/>
                  </a:lnTo>
                  <a:lnTo>
                    <a:pt x="2533155" y="2567828"/>
                  </a:lnTo>
                  <a:lnTo>
                    <a:pt x="2533342" y="2567083"/>
                  </a:lnTo>
                  <a:lnTo>
                    <a:pt x="2533529" y="2566532"/>
                  </a:lnTo>
                  <a:lnTo>
                    <a:pt x="2533716" y="2566483"/>
                  </a:lnTo>
                  <a:lnTo>
                    <a:pt x="2533903" y="2566887"/>
                  </a:lnTo>
                  <a:lnTo>
                    <a:pt x="2534090" y="2567574"/>
                  </a:lnTo>
                  <a:lnTo>
                    <a:pt x="2534277" y="2568814"/>
                  </a:lnTo>
                  <a:lnTo>
                    <a:pt x="2534464" y="2569926"/>
                  </a:lnTo>
                  <a:lnTo>
                    <a:pt x="2534651" y="2570915"/>
                  </a:lnTo>
                  <a:lnTo>
                    <a:pt x="2534837" y="2571713"/>
                  </a:lnTo>
                  <a:lnTo>
                    <a:pt x="2535024" y="2572320"/>
                  </a:lnTo>
                  <a:lnTo>
                    <a:pt x="2535211" y="2572854"/>
                  </a:lnTo>
                  <a:lnTo>
                    <a:pt x="2535398" y="2573437"/>
                  </a:lnTo>
                  <a:lnTo>
                    <a:pt x="2535585" y="2574294"/>
                  </a:lnTo>
                  <a:lnTo>
                    <a:pt x="2535772" y="2575852"/>
                  </a:lnTo>
                  <a:lnTo>
                    <a:pt x="2535959" y="2577754"/>
                  </a:lnTo>
                  <a:lnTo>
                    <a:pt x="2536146" y="2579698"/>
                  </a:lnTo>
                  <a:lnTo>
                    <a:pt x="2536333" y="2581487"/>
                  </a:lnTo>
                  <a:lnTo>
                    <a:pt x="2536520" y="2583026"/>
                  </a:lnTo>
                  <a:lnTo>
                    <a:pt x="2536707" y="2584205"/>
                  </a:lnTo>
                  <a:lnTo>
                    <a:pt x="2536894" y="2585461"/>
                  </a:lnTo>
                  <a:lnTo>
                    <a:pt x="2537081" y="2586489"/>
                  </a:lnTo>
                  <a:lnTo>
                    <a:pt x="2537267" y="2587627"/>
                  </a:lnTo>
                  <a:lnTo>
                    <a:pt x="2537454" y="2589011"/>
                  </a:lnTo>
                  <a:lnTo>
                    <a:pt x="2537641" y="2590541"/>
                  </a:lnTo>
                  <a:lnTo>
                    <a:pt x="2537828" y="2591985"/>
                  </a:lnTo>
                  <a:lnTo>
                    <a:pt x="2538015" y="2593601"/>
                  </a:lnTo>
                  <a:lnTo>
                    <a:pt x="2538202" y="2595115"/>
                  </a:lnTo>
                  <a:lnTo>
                    <a:pt x="2538389" y="2596750"/>
                  </a:lnTo>
                  <a:lnTo>
                    <a:pt x="2538576" y="2598301"/>
                  </a:lnTo>
                  <a:lnTo>
                    <a:pt x="2538763" y="2600237"/>
                  </a:lnTo>
                  <a:lnTo>
                    <a:pt x="2538950" y="2602506"/>
                  </a:lnTo>
                  <a:lnTo>
                    <a:pt x="2539137" y="2604916"/>
                  </a:lnTo>
                  <a:lnTo>
                    <a:pt x="2539324" y="2607379"/>
                  </a:lnTo>
                  <a:lnTo>
                    <a:pt x="2539510" y="2609657"/>
                  </a:lnTo>
                  <a:lnTo>
                    <a:pt x="2539697" y="2611593"/>
                  </a:lnTo>
                  <a:lnTo>
                    <a:pt x="2539884" y="2613528"/>
                  </a:lnTo>
                  <a:lnTo>
                    <a:pt x="2540071" y="2615331"/>
                  </a:lnTo>
                  <a:lnTo>
                    <a:pt x="2540258" y="2617222"/>
                  </a:lnTo>
                  <a:lnTo>
                    <a:pt x="2540445" y="2619157"/>
                  </a:lnTo>
                  <a:lnTo>
                    <a:pt x="2540632" y="2621048"/>
                  </a:lnTo>
                  <a:lnTo>
                    <a:pt x="2540819" y="2622596"/>
                  </a:lnTo>
                  <a:lnTo>
                    <a:pt x="2541006" y="2623836"/>
                  </a:lnTo>
                  <a:lnTo>
                    <a:pt x="2541193" y="2625068"/>
                  </a:lnTo>
                  <a:lnTo>
                    <a:pt x="2541380" y="2626299"/>
                  </a:lnTo>
                  <a:lnTo>
                    <a:pt x="2541567" y="2627319"/>
                  </a:lnTo>
                  <a:lnTo>
                    <a:pt x="2541754" y="2628023"/>
                  </a:lnTo>
                  <a:lnTo>
                    <a:pt x="2541940" y="2628428"/>
                  </a:lnTo>
                  <a:lnTo>
                    <a:pt x="2542127" y="2628780"/>
                  </a:lnTo>
                  <a:lnTo>
                    <a:pt x="2542314" y="2629061"/>
                  </a:lnTo>
                  <a:lnTo>
                    <a:pt x="2542501" y="2629492"/>
                  </a:lnTo>
                  <a:lnTo>
                    <a:pt x="2542688" y="2630512"/>
                  </a:lnTo>
                  <a:lnTo>
                    <a:pt x="2542875" y="2631700"/>
                  </a:lnTo>
                  <a:lnTo>
                    <a:pt x="2543062" y="2632834"/>
                  </a:lnTo>
                  <a:lnTo>
                    <a:pt x="2543249" y="2633714"/>
                  </a:lnTo>
                  <a:lnTo>
                    <a:pt x="2543436" y="2634594"/>
                  </a:lnTo>
                  <a:lnTo>
                    <a:pt x="2543623" y="2635473"/>
                  </a:lnTo>
                  <a:lnTo>
                    <a:pt x="2543810" y="2636520"/>
                  </a:lnTo>
                  <a:lnTo>
                    <a:pt x="2543997" y="2637479"/>
                  </a:lnTo>
                  <a:lnTo>
                    <a:pt x="2544183" y="2638543"/>
                  </a:lnTo>
                  <a:lnTo>
                    <a:pt x="2544370" y="2639713"/>
                  </a:lnTo>
                  <a:lnTo>
                    <a:pt x="2544557" y="2640522"/>
                  </a:lnTo>
                  <a:lnTo>
                    <a:pt x="2544744" y="2640997"/>
                  </a:lnTo>
                  <a:lnTo>
                    <a:pt x="2544931" y="2641252"/>
                  </a:lnTo>
                  <a:lnTo>
                    <a:pt x="2545118" y="2641498"/>
                  </a:lnTo>
                  <a:lnTo>
                    <a:pt x="2545305" y="2641595"/>
                  </a:lnTo>
                  <a:lnTo>
                    <a:pt x="2545492" y="2641278"/>
                  </a:lnTo>
                  <a:lnTo>
                    <a:pt x="2545679" y="2640610"/>
                  </a:lnTo>
                  <a:lnTo>
                    <a:pt x="2545866" y="2640020"/>
                  </a:lnTo>
                  <a:lnTo>
                    <a:pt x="2546053" y="2639511"/>
                  </a:lnTo>
                  <a:lnTo>
                    <a:pt x="2546240" y="2638893"/>
                  </a:lnTo>
                  <a:lnTo>
                    <a:pt x="2546427" y="2638230"/>
                  </a:lnTo>
                  <a:lnTo>
                    <a:pt x="2546613" y="2637567"/>
                  </a:lnTo>
                  <a:lnTo>
                    <a:pt x="2546800" y="2637037"/>
                  </a:lnTo>
                  <a:lnTo>
                    <a:pt x="2546987" y="2636509"/>
                  </a:lnTo>
                  <a:lnTo>
                    <a:pt x="2547174" y="2635858"/>
                  </a:lnTo>
                  <a:lnTo>
                    <a:pt x="2547361" y="2635373"/>
                  </a:lnTo>
                  <a:lnTo>
                    <a:pt x="2547548" y="2635155"/>
                  </a:lnTo>
                  <a:lnTo>
                    <a:pt x="2547735" y="2634952"/>
                  </a:lnTo>
                  <a:lnTo>
                    <a:pt x="2547922" y="2634935"/>
                  </a:lnTo>
                  <a:lnTo>
                    <a:pt x="2548109" y="2635217"/>
                  </a:lnTo>
                  <a:lnTo>
                    <a:pt x="2548296" y="2635420"/>
                  </a:lnTo>
                  <a:lnTo>
                    <a:pt x="2548483" y="2635725"/>
                  </a:lnTo>
                  <a:lnTo>
                    <a:pt x="2548670" y="2635706"/>
                  </a:lnTo>
                  <a:lnTo>
                    <a:pt x="2548857" y="2635434"/>
                  </a:lnTo>
                  <a:lnTo>
                    <a:pt x="2549043" y="2635170"/>
                  </a:lnTo>
                  <a:lnTo>
                    <a:pt x="2549230" y="2634880"/>
                  </a:lnTo>
                  <a:lnTo>
                    <a:pt x="2549417" y="2635011"/>
                  </a:lnTo>
                  <a:lnTo>
                    <a:pt x="2549604" y="2635240"/>
                  </a:lnTo>
                  <a:lnTo>
                    <a:pt x="2549791" y="2635416"/>
                  </a:lnTo>
                  <a:lnTo>
                    <a:pt x="2549978" y="2635775"/>
                  </a:lnTo>
                  <a:lnTo>
                    <a:pt x="2550165" y="2636073"/>
                  </a:lnTo>
                  <a:lnTo>
                    <a:pt x="2550352" y="2636316"/>
                  </a:lnTo>
                  <a:lnTo>
                    <a:pt x="2550539" y="2636501"/>
                  </a:lnTo>
                  <a:lnTo>
                    <a:pt x="2550726" y="2636410"/>
                  </a:lnTo>
                  <a:lnTo>
                    <a:pt x="2550913" y="2636019"/>
                  </a:lnTo>
                  <a:lnTo>
                    <a:pt x="2551100" y="2635532"/>
                  </a:lnTo>
                  <a:lnTo>
                    <a:pt x="2551286" y="2635096"/>
                  </a:lnTo>
                  <a:lnTo>
                    <a:pt x="2551473" y="2634775"/>
                  </a:lnTo>
                  <a:lnTo>
                    <a:pt x="2551660" y="2634724"/>
                  </a:lnTo>
                  <a:lnTo>
                    <a:pt x="2551847" y="2634666"/>
                  </a:lnTo>
                  <a:lnTo>
                    <a:pt x="2552034" y="2634673"/>
                  </a:lnTo>
                  <a:lnTo>
                    <a:pt x="2552221" y="2634622"/>
                  </a:lnTo>
                  <a:lnTo>
                    <a:pt x="2552408" y="2634529"/>
                  </a:lnTo>
                  <a:lnTo>
                    <a:pt x="2552595" y="2634536"/>
                  </a:lnTo>
                  <a:lnTo>
                    <a:pt x="2552782" y="2634759"/>
                  </a:lnTo>
                  <a:lnTo>
                    <a:pt x="2552969" y="2635346"/>
                  </a:lnTo>
                  <a:lnTo>
                    <a:pt x="2553156" y="2635887"/>
                  </a:lnTo>
                  <a:lnTo>
                    <a:pt x="2553343" y="2636464"/>
                  </a:lnTo>
                  <a:lnTo>
                    <a:pt x="2553530" y="2637186"/>
                  </a:lnTo>
                  <a:lnTo>
                    <a:pt x="2553716" y="2637908"/>
                  </a:lnTo>
                  <a:lnTo>
                    <a:pt x="2553903" y="2638630"/>
                  </a:lnTo>
                  <a:lnTo>
                    <a:pt x="2554090" y="2639488"/>
                  </a:lnTo>
                  <a:lnTo>
                    <a:pt x="2554277" y="2640412"/>
                  </a:lnTo>
                  <a:lnTo>
                    <a:pt x="2554464" y="2641587"/>
                  </a:lnTo>
                  <a:lnTo>
                    <a:pt x="2554651" y="2642915"/>
                  </a:lnTo>
                  <a:lnTo>
                    <a:pt x="2554838" y="2644473"/>
                  </a:lnTo>
                  <a:lnTo>
                    <a:pt x="2555025" y="2645516"/>
                  </a:lnTo>
                  <a:lnTo>
                    <a:pt x="2555212" y="2646624"/>
                  </a:lnTo>
                  <a:lnTo>
                    <a:pt x="2555399" y="2647391"/>
                  </a:lnTo>
                  <a:lnTo>
                    <a:pt x="2555586" y="2648070"/>
                  </a:lnTo>
                  <a:lnTo>
                    <a:pt x="2555773" y="2648967"/>
                  </a:lnTo>
                  <a:lnTo>
                    <a:pt x="2555960" y="2650180"/>
                  </a:lnTo>
                  <a:lnTo>
                    <a:pt x="2556146" y="2651782"/>
                  </a:lnTo>
                  <a:lnTo>
                    <a:pt x="2556333" y="2653749"/>
                  </a:lnTo>
                  <a:lnTo>
                    <a:pt x="2556520" y="2655902"/>
                  </a:lnTo>
                  <a:lnTo>
                    <a:pt x="2556707" y="2658123"/>
                  </a:lnTo>
                  <a:lnTo>
                    <a:pt x="2556894" y="2660244"/>
                  </a:lnTo>
                  <a:lnTo>
                    <a:pt x="2557081" y="2662333"/>
                  </a:lnTo>
                  <a:lnTo>
                    <a:pt x="2557268" y="2664274"/>
                  </a:lnTo>
                  <a:lnTo>
                    <a:pt x="2557455" y="2665967"/>
                  </a:lnTo>
                  <a:lnTo>
                    <a:pt x="2557642" y="2667715"/>
                  </a:lnTo>
                  <a:lnTo>
                    <a:pt x="2557829" y="2669589"/>
                  </a:lnTo>
                  <a:lnTo>
                    <a:pt x="2558016" y="2671752"/>
                  </a:lnTo>
                  <a:lnTo>
                    <a:pt x="2558203" y="2673940"/>
                  </a:lnTo>
                  <a:lnTo>
                    <a:pt x="2558389" y="2676635"/>
                  </a:lnTo>
                  <a:lnTo>
                    <a:pt x="2558576" y="2679214"/>
                  </a:lnTo>
                  <a:lnTo>
                    <a:pt x="2558763" y="2681259"/>
                  </a:lnTo>
                  <a:lnTo>
                    <a:pt x="2558950" y="2682958"/>
                  </a:lnTo>
                  <a:lnTo>
                    <a:pt x="2559137" y="2683937"/>
                  </a:lnTo>
                  <a:lnTo>
                    <a:pt x="2559324" y="2684752"/>
                  </a:lnTo>
                  <a:lnTo>
                    <a:pt x="2559511" y="2685807"/>
                  </a:lnTo>
                  <a:lnTo>
                    <a:pt x="2559698" y="2686652"/>
                  </a:lnTo>
                  <a:lnTo>
                    <a:pt x="2559885" y="2687356"/>
                  </a:lnTo>
                  <a:lnTo>
                    <a:pt x="2560072" y="2688165"/>
                  </a:lnTo>
                  <a:lnTo>
                    <a:pt x="2560259" y="2689044"/>
                  </a:lnTo>
                  <a:lnTo>
                    <a:pt x="2560446" y="2689862"/>
                  </a:lnTo>
                  <a:lnTo>
                    <a:pt x="2560633" y="2690434"/>
                  </a:lnTo>
                  <a:lnTo>
                    <a:pt x="2560819" y="2690865"/>
                  </a:lnTo>
                  <a:lnTo>
                    <a:pt x="2561006" y="2691015"/>
                  </a:lnTo>
                  <a:lnTo>
                    <a:pt x="2561193" y="2690628"/>
                  </a:lnTo>
                  <a:lnTo>
                    <a:pt x="2561380" y="2689766"/>
                  </a:lnTo>
                  <a:lnTo>
                    <a:pt x="2561567" y="2688750"/>
                  </a:lnTo>
                  <a:lnTo>
                    <a:pt x="2561754" y="2688028"/>
                  </a:lnTo>
                  <a:lnTo>
                    <a:pt x="2561941" y="2687463"/>
                  </a:lnTo>
                  <a:lnTo>
                    <a:pt x="2562128" y="2686972"/>
                  </a:lnTo>
                  <a:lnTo>
                    <a:pt x="2562315" y="2686467"/>
                  </a:lnTo>
                  <a:lnTo>
                    <a:pt x="2562502" y="2685944"/>
                  </a:lnTo>
                  <a:lnTo>
                    <a:pt x="2562689" y="2685325"/>
                  </a:lnTo>
                  <a:lnTo>
                    <a:pt x="2562876" y="2684557"/>
                  </a:lnTo>
                  <a:lnTo>
                    <a:pt x="2563062" y="2683533"/>
                  </a:lnTo>
                  <a:lnTo>
                    <a:pt x="2563249" y="2682388"/>
                  </a:lnTo>
                  <a:lnTo>
                    <a:pt x="2563436" y="2681184"/>
                  </a:lnTo>
                  <a:lnTo>
                    <a:pt x="2563623" y="2680005"/>
                  </a:lnTo>
                  <a:lnTo>
                    <a:pt x="2563810" y="2679238"/>
                  </a:lnTo>
                  <a:lnTo>
                    <a:pt x="2563997" y="2678857"/>
                  </a:lnTo>
                  <a:lnTo>
                    <a:pt x="2564184" y="2678371"/>
                  </a:lnTo>
                  <a:lnTo>
                    <a:pt x="2564371" y="2677784"/>
                  </a:lnTo>
                  <a:lnTo>
                    <a:pt x="2564558" y="2676501"/>
                  </a:lnTo>
                  <a:lnTo>
                    <a:pt x="2564745" y="2675206"/>
                  </a:lnTo>
                  <a:lnTo>
                    <a:pt x="2564932" y="2674005"/>
                  </a:lnTo>
                  <a:lnTo>
                    <a:pt x="2565119" y="2672873"/>
                  </a:lnTo>
                  <a:lnTo>
                    <a:pt x="2565306" y="2672110"/>
                  </a:lnTo>
                  <a:lnTo>
                    <a:pt x="2565492" y="2671557"/>
                  </a:lnTo>
                  <a:lnTo>
                    <a:pt x="2565679" y="2670869"/>
                  </a:lnTo>
                  <a:lnTo>
                    <a:pt x="2565866" y="2670323"/>
                  </a:lnTo>
                  <a:lnTo>
                    <a:pt x="2566053" y="2669672"/>
                  </a:lnTo>
                  <a:lnTo>
                    <a:pt x="2566240" y="2668885"/>
                  </a:lnTo>
                  <a:lnTo>
                    <a:pt x="2566427" y="2668084"/>
                  </a:lnTo>
                  <a:lnTo>
                    <a:pt x="2566614" y="2667068"/>
                  </a:lnTo>
                  <a:lnTo>
                    <a:pt x="2566801" y="2666255"/>
                  </a:lnTo>
                  <a:lnTo>
                    <a:pt x="2566988" y="2665705"/>
                  </a:lnTo>
                  <a:lnTo>
                    <a:pt x="2567175" y="2665331"/>
                  </a:lnTo>
                  <a:lnTo>
                    <a:pt x="2567362" y="2665140"/>
                  </a:lnTo>
                  <a:lnTo>
                    <a:pt x="2567549" y="2664823"/>
                  </a:lnTo>
                  <a:lnTo>
                    <a:pt x="2567736" y="2664400"/>
                  </a:lnTo>
                  <a:lnTo>
                    <a:pt x="2567922" y="2663572"/>
                  </a:lnTo>
                  <a:lnTo>
                    <a:pt x="2568109" y="2662669"/>
                  </a:lnTo>
                  <a:lnTo>
                    <a:pt x="2568296" y="2661240"/>
                  </a:lnTo>
                  <a:lnTo>
                    <a:pt x="2568483" y="2659713"/>
                  </a:lnTo>
                  <a:lnTo>
                    <a:pt x="2568670" y="2658300"/>
                  </a:lnTo>
                  <a:lnTo>
                    <a:pt x="2568857" y="2657099"/>
                  </a:lnTo>
                  <a:lnTo>
                    <a:pt x="2569044" y="2656036"/>
                  </a:lnTo>
                  <a:lnTo>
                    <a:pt x="2569231" y="2654914"/>
                  </a:lnTo>
                  <a:lnTo>
                    <a:pt x="2569418" y="2653879"/>
                  </a:lnTo>
                  <a:lnTo>
                    <a:pt x="2569605" y="2652679"/>
                  </a:lnTo>
                  <a:lnTo>
                    <a:pt x="2569792" y="2651114"/>
                  </a:lnTo>
                  <a:lnTo>
                    <a:pt x="2569979" y="2649573"/>
                  </a:lnTo>
                  <a:lnTo>
                    <a:pt x="2570165" y="2648074"/>
                  </a:lnTo>
                  <a:lnTo>
                    <a:pt x="2570352" y="2646855"/>
                  </a:lnTo>
                  <a:lnTo>
                    <a:pt x="2570539" y="2645723"/>
                  </a:lnTo>
                  <a:lnTo>
                    <a:pt x="2570726" y="2644695"/>
                  </a:lnTo>
                  <a:lnTo>
                    <a:pt x="2570913" y="2643695"/>
                  </a:lnTo>
                  <a:lnTo>
                    <a:pt x="2571100" y="2642801"/>
                  </a:lnTo>
                  <a:lnTo>
                    <a:pt x="2571287" y="2641662"/>
                  </a:lnTo>
                  <a:lnTo>
                    <a:pt x="2571474" y="2639938"/>
                  </a:lnTo>
                  <a:lnTo>
                    <a:pt x="2571661" y="2637860"/>
                  </a:lnTo>
                  <a:lnTo>
                    <a:pt x="2571848" y="2635742"/>
                  </a:lnTo>
                  <a:lnTo>
                    <a:pt x="2572035" y="2633183"/>
                  </a:lnTo>
                  <a:lnTo>
                    <a:pt x="2572222" y="2630773"/>
                  </a:lnTo>
                  <a:lnTo>
                    <a:pt x="2572409" y="2628398"/>
                  </a:lnTo>
                  <a:lnTo>
                    <a:pt x="2572595" y="2626093"/>
                  </a:lnTo>
                  <a:lnTo>
                    <a:pt x="2572782" y="2623903"/>
                  </a:lnTo>
                  <a:lnTo>
                    <a:pt x="2572969" y="2621574"/>
                  </a:lnTo>
                  <a:lnTo>
                    <a:pt x="2573156" y="2618766"/>
                  </a:lnTo>
                  <a:lnTo>
                    <a:pt x="2573343" y="2616547"/>
                  </a:lnTo>
                  <a:lnTo>
                    <a:pt x="2573530" y="2614648"/>
                  </a:lnTo>
                  <a:lnTo>
                    <a:pt x="2573717" y="2612893"/>
                  </a:lnTo>
                  <a:lnTo>
                    <a:pt x="2573904" y="2611284"/>
                  </a:lnTo>
                  <a:lnTo>
                    <a:pt x="2574091" y="2610272"/>
                  </a:lnTo>
                  <a:lnTo>
                    <a:pt x="2574278" y="2609500"/>
                  </a:lnTo>
                  <a:lnTo>
                    <a:pt x="2574465" y="2609317"/>
                  </a:lnTo>
                  <a:lnTo>
                    <a:pt x="2574652" y="2609436"/>
                  </a:lnTo>
                  <a:lnTo>
                    <a:pt x="2574839" y="2609653"/>
                  </a:lnTo>
                  <a:lnTo>
                    <a:pt x="2575025" y="2609882"/>
                  </a:lnTo>
                  <a:lnTo>
                    <a:pt x="2575212" y="2610418"/>
                  </a:lnTo>
                  <a:lnTo>
                    <a:pt x="2575399" y="2611035"/>
                  </a:lnTo>
                  <a:lnTo>
                    <a:pt x="2575586" y="2611642"/>
                  </a:lnTo>
                  <a:lnTo>
                    <a:pt x="2575773" y="2612126"/>
                  </a:lnTo>
                  <a:lnTo>
                    <a:pt x="2575960" y="2612686"/>
                  </a:lnTo>
                  <a:lnTo>
                    <a:pt x="2576147" y="2613081"/>
                  </a:lnTo>
                  <a:lnTo>
                    <a:pt x="2576334" y="2613433"/>
                  </a:lnTo>
                  <a:lnTo>
                    <a:pt x="2576521" y="2613784"/>
                  </a:lnTo>
                  <a:lnTo>
                    <a:pt x="2576708" y="2614066"/>
                  </a:lnTo>
                  <a:lnTo>
                    <a:pt x="2576895" y="2614004"/>
                  </a:lnTo>
                  <a:lnTo>
                    <a:pt x="2577082" y="2613828"/>
                  </a:lnTo>
                  <a:lnTo>
                    <a:pt x="2577268" y="2613653"/>
                  </a:lnTo>
                  <a:lnTo>
                    <a:pt x="2577455" y="2613477"/>
                  </a:lnTo>
                  <a:lnTo>
                    <a:pt x="2577642" y="2613230"/>
                  </a:lnTo>
                  <a:lnTo>
                    <a:pt x="2577829" y="2612694"/>
                  </a:lnTo>
                  <a:lnTo>
                    <a:pt x="2578016" y="2611990"/>
                  </a:lnTo>
                  <a:lnTo>
                    <a:pt x="2578203" y="2611286"/>
                  </a:lnTo>
                  <a:lnTo>
                    <a:pt x="2578390" y="2610750"/>
                  </a:lnTo>
                  <a:lnTo>
                    <a:pt x="2578577" y="2610055"/>
                  </a:lnTo>
                  <a:lnTo>
                    <a:pt x="2578764" y="2609351"/>
                  </a:lnTo>
                  <a:lnTo>
                    <a:pt x="2578951" y="2608577"/>
                  </a:lnTo>
                  <a:lnTo>
                    <a:pt x="2579138" y="2607372"/>
                  </a:lnTo>
                  <a:lnTo>
                    <a:pt x="2579325" y="2605859"/>
                  </a:lnTo>
                  <a:lnTo>
                    <a:pt x="2579512" y="2603933"/>
                  </a:lnTo>
                  <a:lnTo>
                    <a:pt x="2579698" y="2601866"/>
                  </a:lnTo>
                  <a:lnTo>
                    <a:pt x="2579885" y="2599931"/>
                  </a:lnTo>
                  <a:lnTo>
                    <a:pt x="2580072" y="2598049"/>
                  </a:lnTo>
                  <a:lnTo>
                    <a:pt x="2580259" y="2596448"/>
                  </a:lnTo>
                  <a:lnTo>
                    <a:pt x="2580446" y="2594979"/>
                  </a:lnTo>
                  <a:lnTo>
                    <a:pt x="2580633" y="2593932"/>
                  </a:lnTo>
                  <a:lnTo>
                    <a:pt x="2580820" y="2592912"/>
                  </a:lnTo>
                  <a:lnTo>
                    <a:pt x="2581007" y="2591856"/>
                  </a:lnTo>
                  <a:lnTo>
                    <a:pt x="2581194" y="2590449"/>
                  </a:lnTo>
                  <a:lnTo>
                    <a:pt x="2581381" y="2589174"/>
                  </a:lnTo>
                  <a:lnTo>
                    <a:pt x="2581568" y="2587819"/>
                  </a:lnTo>
                  <a:lnTo>
                    <a:pt x="2581755" y="2586377"/>
                  </a:lnTo>
                  <a:lnTo>
                    <a:pt x="2581941" y="2585717"/>
                  </a:lnTo>
                  <a:lnTo>
                    <a:pt x="2582128" y="2585479"/>
                  </a:lnTo>
                  <a:lnTo>
                    <a:pt x="2582315" y="2585550"/>
                  </a:lnTo>
                  <a:lnTo>
                    <a:pt x="2582502" y="2585603"/>
                  </a:lnTo>
                  <a:lnTo>
                    <a:pt x="2582689" y="2585427"/>
                  </a:lnTo>
                  <a:lnTo>
                    <a:pt x="2582876" y="2585198"/>
                  </a:lnTo>
                  <a:lnTo>
                    <a:pt x="2583063" y="2584661"/>
                  </a:lnTo>
                  <a:lnTo>
                    <a:pt x="2583250" y="2583712"/>
                  </a:lnTo>
                  <a:lnTo>
                    <a:pt x="2583437" y="2582638"/>
                  </a:lnTo>
                  <a:lnTo>
                    <a:pt x="2583624" y="2581919"/>
                  </a:lnTo>
                  <a:lnTo>
                    <a:pt x="2583811" y="2581351"/>
                  </a:lnTo>
                  <a:lnTo>
                    <a:pt x="2583998" y="2580888"/>
                  </a:lnTo>
                  <a:lnTo>
                    <a:pt x="2584185" y="2580380"/>
                  </a:lnTo>
                  <a:lnTo>
                    <a:pt x="2584371" y="2579913"/>
                  </a:lnTo>
                  <a:lnTo>
                    <a:pt x="2584558" y="2579492"/>
                  </a:lnTo>
                  <a:lnTo>
                    <a:pt x="2584745" y="2578921"/>
                  </a:lnTo>
                  <a:lnTo>
                    <a:pt x="2584932" y="2578304"/>
                  </a:lnTo>
                  <a:lnTo>
                    <a:pt x="2585119" y="2577821"/>
                  </a:lnTo>
                  <a:lnTo>
                    <a:pt x="2585306" y="2577600"/>
                  </a:lnTo>
                  <a:lnTo>
                    <a:pt x="2585493" y="2577573"/>
                  </a:lnTo>
                  <a:lnTo>
                    <a:pt x="2585680" y="2577370"/>
                  </a:lnTo>
                  <a:lnTo>
                    <a:pt x="2585867" y="2577277"/>
                  </a:lnTo>
                  <a:lnTo>
                    <a:pt x="2586054" y="2577436"/>
                  </a:lnTo>
                  <a:lnTo>
                    <a:pt x="2586241" y="2577708"/>
                  </a:lnTo>
                  <a:lnTo>
                    <a:pt x="2586428" y="2578043"/>
                  </a:lnTo>
                  <a:lnTo>
                    <a:pt x="2586615" y="2578394"/>
                  </a:lnTo>
                  <a:lnTo>
                    <a:pt x="2586801" y="2578825"/>
                  </a:lnTo>
                  <a:lnTo>
                    <a:pt x="2586988" y="2579432"/>
                  </a:lnTo>
                  <a:lnTo>
                    <a:pt x="2587175" y="2580189"/>
                  </a:lnTo>
                  <a:lnTo>
                    <a:pt x="2587362" y="2580885"/>
                  </a:lnTo>
                  <a:lnTo>
                    <a:pt x="2587549" y="2581388"/>
                  </a:lnTo>
                  <a:lnTo>
                    <a:pt x="2587736" y="2581849"/>
                  </a:lnTo>
                  <a:lnTo>
                    <a:pt x="2587923" y="2582367"/>
                  </a:lnTo>
                  <a:lnTo>
                    <a:pt x="2588110" y="2583030"/>
                  </a:lnTo>
                  <a:lnTo>
                    <a:pt x="2588297" y="2583693"/>
                  </a:lnTo>
                  <a:lnTo>
                    <a:pt x="2588484" y="2584532"/>
                  </a:lnTo>
                  <a:lnTo>
                    <a:pt x="2588671" y="2585320"/>
                  </a:lnTo>
                  <a:lnTo>
                    <a:pt x="2588858" y="2585867"/>
                  </a:lnTo>
                  <a:lnTo>
                    <a:pt x="2589044" y="2586160"/>
                  </a:lnTo>
                  <a:lnTo>
                    <a:pt x="2589231" y="2586439"/>
                  </a:lnTo>
                  <a:lnTo>
                    <a:pt x="2589418" y="2586588"/>
                  </a:lnTo>
                  <a:lnTo>
                    <a:pt x="2589605" y="2586736"/>
                  </a:lnTo>
                  <a:lnTo>
                    <a:pt x="2589792" y="2586820"/>
                  </a:lnTo>
                  <a:lnTo>
                    <a:pt x="2589979" y="2586825"/>
                  </a:lnTo>
                  <a:lnTo>
                    <a:pt x="2590166" y="2586750"/>
                  </a:lnTo>
                  <a:lnTo>
                    <a:pt x="2590353" y="2586589"/>
                  </a:lnTo>
                  <a:lnTo>
                    <a:pt x="2590540" y="2586693"/>
                  </a:lnTo>
                  <a:lnTo>
                    <a:pt x="2590727" y="2586760"/>
                  </a:lnTo>
                  <a:lnTo>
                    <a:pt x="2590914" y="2586683"/>
                  </a:lnTo>
                  <a:lnTo>
                    <a:pt x="2591101" y="2586607"/>
                  </a:lnTo>
                  <a:lnTo>
                    <a:pt x="2591288" y="2586530"/>
                  </a:lnTo>
                  <a:lnTo>
                    <a:pt x="2591474" y="2586453"/>
                  </a:lnTo>
                  <a:lnTo>
                    <a:pt x="2591661" y="2586447"/>
                  </a:lnTo>
                  <a:lnTo>
                    <a:pt x="2591848" y="2586546"/>
                  </a:lnTo>
                  <a:lnTo>
                    <a:pt x="2592035" y="2586645"/>
                  </a:lnTo>
                  <a:lnTo>
                    <a:pt x="2592222" y="2586744"/>
                  </a:lnTo>
                  <a:lnTo>
                    <a:pt x="2592409" y="2586844"/>
                  </a:lnTo>
                  <a:lnTo>
                    <a:pt x="2592596" y="2586916"/>
                  </a:lnTo>
                  <a:lnTo>
                    <a:pt x="2592783" y="2586840"/>
                  </a:lnTo>
                  <a:lnTo>
                    <a:pt x="2592970" y="2586655"/>
                  </a:lnTo>
                  <a:lnTo>
                    <a:pt x="2593157" y="2586323"/>
                  </a:lnTo>
                  <a:lnTo>
                    <a:pt x="2593344" y="2585998"/>
                  </a:lnTo>
                  <a:lnTo>
                    <a:pt x="2593531" y="2585646"/>
                  </a:lnTo>
                  <a:lnTo>
                    <a:pt x="2593718" y="2585294"/>
                  </a:lnTo>
                  <a:lnTo>
                    <a:pt x="2593904" y="2584942"/>
                  </a:lnTo>
                  <a:lnTo>
                    <a:pt x="2594091" y="2584591"/>
                  </a:lnTo>
                  <a:lnTo>
                    <a:pt x="2594278" y="2584239"/>
                  </a:lnTo>
                  <a:lnTo>
                    <a:pt x="2594465" y="2583887"/>
                  </a:lnTo>
                  <a:lnTo>
                    <a:pt x="2594652" y="2583535"/>
                  </a:lnTo>
                  <a:lnTo>
                    <a:pt x="2594839" y="2583315"/>
                  </a:lnTo>
                  <a:lnTo>
                    <a:pt x="2595026" y="2583139"/>
                  </a:lnTo>
                  <a:lnTo>
                    <a:pt x="2595213" y="2582884"/>
                  </a:lnTo>
                  <a:lnTo>
                    <a:pt x="2595400" y="2582559"/>
                  </a:lnTo>
                  <a:lnTo>
                    <a:pt x="2595587" y="2582383"/>
                  </a:lnTo>
                  <a:lnTo>
                    <a:pt x="2595774" y="2582295"/>
                  </a:lnTo>
                  <a:lnTo>
                    <a:pt x="2595961" y="2582295"/>
                  </a:lnTo>
                  <a:lnTo>
                    <a:pt x="2596147" y="2582295"/>
                  </a:lnTo>
                  <a:lnTo>
                    <a:pt x="2596334" y="2582295"/>
                  </a:lnTo>
                  <a:lnTo>
                    <a:pt x="2596521" y="2582339"/>
                  </a:lnTo>
                  <a:lnTo>
                    <a:pt x="2596708" y="2582488"/>
                  </a:lnTo>
                  <a:lnTo>
                    <a:pt x="2596895" y="2582488"/>
                  </a:lnTo>
                  <a:lnTo>
                    <a:pt x="2597082" y="2582700"/>
                  </a:lnTo>
                  <a:lnTo>
                    <a:pt x="2597269" y="2583051"/>
                  </a:lnTo>
                  <a:lnTo>
                    <a:pt x="2597456" y="2583403"/>
                  </a:lnTo>
                  <a:lnTo>
                    <a:pt x="2597643" y="2583623"/>
                  </a:lnTo>
                  <a:lnTo>
                    <a:pt x="2597830" y="2583799"/>
                  </a:lnTo>
                  <a:lnTo>
                    <a:pt x="2598017" y="2584054"/>
                  </a:lnTo>
                  <a:lnTo>
                    <a:pt x="2598204" y="2584503"/>
                  </a:lnTo>
                  <a:lnTo>
                    <a:pt x="2598391" y="2585233"/>
                  </a:lnTo>
                  <a:lnTo>
                    <a:pt x="2598577" y="2586411"/>
                  </a:lnTo>
                  <a:lnTo>
                    <a:pt x="2598764" y="2587801"/>
                  </a:lnTo>
                  <a:lnTo>
                    <a:pt x="2598951" y="2589252"/>
                  </a:lnTo>
                  <a:lnTo>
                    <a:pt x="2599138" y="2590660"/>
                  </a:lnTo>
                  <a:lnTo>
                    <a:pt x="2599325" y="2592023"/>
                  </a:lnTo>
                  <a:lnTo>
                    <a:pt x="2599512" y="2593281"/>
                  </a:lnTo>
                  <a:lnTo>
                    <a:pt x="2599699" y="2594688"/>
                  </a:lnTo>
                  <a:lnTo>
                    <a:pt x="2599886" y="2596113"/>
                  </a:lnTo>
                  <a:lnTo>
                    <a:pt x="2600073" y="2597635"/>
                  </a:lnTo>
                  <a:lnTo>
                    <a:pt x="2600260" y="2599218"/>
                  </a:lnTo>
                  <a:lnTo>
                    <a:pt x="2600447" y="2600898"/>
                  </a:lnTo>
                  <a:lnTo>
                    <a:pt x="2600634" y="2602657"/>
                  </a:lnTo>
                  <a:lnTo>
                    <a:pt x="2600820" y="2604416"/>
                  </a:lnTo>
                  <a:lnTo>
                    <a:pt x="2601007" y="2606079"/>
                  </a:lnTo>
                  <a:lnTo>
                    <a:pt x="2601194" y="2607460"/>
                  </a:lnTo>
                  <a:lnTo>
                    <a:pt x="2601381" y="2608506"/>
                  </a:lnTo>
                  <a:lnTo>
                    <a:pt x="2601568" y="2609782"/>
                  </a:lnTo>
                  <a:lnTo>
                    <a:pt x="2601755" y="2611041"/>
                  </a:lnTo>
                  <a:lnTo>
                    <a:pt x="2601942" y="2612773"/>
                  </a:lnTo>
                  <a:lnTo>
                    <a:pt x="2602129" y="2614626"/>
                  </a:lnTo>
                  <a:lnTo>
                    <a:pt x="2602316" y="2616359"/>
                  </a:lnTo>
                  <a:lnTo>
                    <a:pt x="2602503" y="2618172"/>
                  </a:lnTo>
                  <a:lnTo>
                    <a:pt x="2602690" y="2619617"/>
                  </a:lnTo>
                  <a:lnTo>
                    <a:pt x="2602877" y="2620931"/>
                  </a:lnTo>
                  <a:lnTo>
                    <a:pt x="2603064" y="2622201"/>
                  </a:lnTo>
                  <a:lnTo>
                    <a:pt x="2603250" y="2623288"/>
                  </a:lnTo>
                  <a:lnTo>
                    <a:pt x="2603437" y="2624264"/>
                  </a:lnTo>
                  <a:lnTo>
                    <a:pt x="2603624" y="2625274"/>
                  </a:lnTo>
                  <a:lnTo>
                    <a:pt x="2603811" y="2626090"/>
                  </a:lnTo>
                  <a:lnTo>
                    <a:pt x="2603998" y="2626947"/>
                  </a:lnTo>
                  <a:lnTo>
                    <a:pt x="2604185" y="2627472"/>
                  </a:lnTo>
                  <a:lnTo>
                    <a:pt x="2604372" y="2627732"/>
                  </a:lnTo>
                  <a:lnTo>
                    <a:pt x="2604559" y="2627818"/>
                  </a:lnTo>
                  <a:lnTo>
                    <a:pt x="2604746" y="2627597"/>
                  </a:lnTo>
                  <a:lnTo>
                    <a:pt x="2604933" y="2627340"/>
                  </a:lnTo>
                  <a:lnTo>
                    <a:pt x="2605120" y="2627086"/>
                  </a:lnTo>
                  <a:lnTo>
                    <a:pt x="2605307" y="2627115"/>
                  </a:lnTo>
                  <a:lnTo>
                    <a:pt x="2605494" y="2627219"/>
                  </a:lnTo>
                  <a:lnTo>
                    <a:pt x="2605680" y="2627784"/>
                  </a:lnTo>
                  <a:lnTo>
                    <a:pt x="2605867" y="2628435"/>
                  </a:lnTo>
                  <a:lnTo>
                    <a:pt x="2606054" y="2628925"/>
                  </a:lnTo>
                  <a:lnTo>
                    <a:pt x="2606241" y="2629553"/>
                  </a:lnTo>
                  <a:lnTo>
                    <a:pt x="2606428" y="2630169"/>
                  </a:lnTo>
                  <a:lnTo>
                    <a:pt x="2606615" y="2631220"/>
                  </a:lnTo>
                  <a:lnTo>
                    <a:pt x="2606802" y="2632272"/>
                  </a:lnTo>
                  <a:lnTo>
                    <a:pt x="2606989" y="2633648"/>
                  </a:lnTo>
                  <a:lnTo>
                    <a:pt x="2607176" y="2635390"/>
                  </a:lnTo>
                  <a:lnTo>
                    <a:pt x="2607363" y="2637106"/>
                  </a:lnTo>
                  <a:lnTo>
                    <a:pt x="2607550" y="2638895"/>
                  </a:lnTo>
                  <a:lnTo>
                    <a:pt x="2607737" y="2640554"/>
                  </a:lnTo>
                  <a:lnTo>
                    <a:pt x="2607923" y="2642214"/>
                  </a:lnTo>
                  <a:lnTo>
                    <a:pt x="2608110" y="2643937"/>
                  </a:lnTo>
                  <a:lnTo>
                    <a:pt x="2608297" y="2645641"/>
                  </a:lnTo>
                  <a:lnTo>
                    <a:pt x="2608484" y="2647238"/>
                  </a:lnTo>
                  <a:lnTo>
                    <a:pt x="2608671" y="2649055"/>
                  </a:lnTo>
                  <a:lnTo>
                    <a:pt x="2608858" y="2651306"/>
                  </a:lnTo>
                  <a:lnTo>
                    <a:pt x="2609045" y="2653780"/>
                  </a:lnTo>
                  <a:lnTo>
                    <a:pt x="2609232" y="2656522"/>
                  </a:lnTo>
                  <a:lnTo>
                    <a:pt x="2609419" y="2659830"/>
                  </a:lnTo>
                  <a:lnTo>
                    <a:pt x="2609606" y="2663286"/>
                  </a:lnTo>
                  <a:lnTo>
                    <a:pt x="2609793" y="2666805"/>
                  </a:lnTo>
                  <a:lnTo>
                    <a:pt x="2609980" y="2670341"/>
                  </a:lnTo>
                  <a:lnTo>
                    <a:pt x="2610167" y="2673859"/>
                  </a:lnTo>
                  <a:lnTo>
                    <a:pt x="2610353" y="2677439"/>
                  </a:lnTo>
                  <a:lnTo>
                    <a:pt x="2610540" y="2681063"/>
                  </a:lnTo>
                  <a:lnTo>
                    <a:pt x="2610727" y="2684370"/>
                  </a:lnTo>
                  <a:lnTo>
                    <a:pt x="2610914" y="2687334"/>
                  </a:lnTo>
                  <a:lnTo>
                    <a:pt x="2611101" y="2690149"/>
                  </a:lnTo>
                  <a:lnTo>
                    <a:pt x="2611288" y="2692858"/>
                  </a:lnTo>
                  <a:lnTo>
                    <a:pt x="2611475" y="2695119"/>
                  </a:lnTo>
                  <a:lnTo>
                    <a:pt x="2611662" y="2697150"/>
                  </a:lnTo>
                  <a:lnTo>
                    <a:pt x="2611849" y="2698725"/>
                  </a:lnTo>
                  <a:lnTo>
                    <a:pt x="2612036" y="2699780"/>
                  </a:lnTo>
                  <a:lnTo>
                    <a:pt x="2612223" y="2700519"/>
                  </a:lnTo>
                  <a:lnTo>
                    <a:pt x="2612410" y="2701056"/>
                  </a:lnTo>
                  <a:lnTo>
                    <a:pt x="2612597" y="2701232"/>
                  </a:lnTo>
                  <a:lnTo>
                    <a:pt x="2612783" y="2701455"/>
                  </a:lnTo>
                  <a:lnTo>
                    <a:pt x="2612970" y="2701665"/>
                  </a:lnTo>
                  <a:lnTo>
                    <a:pt x="2613157" y="2701825"/>
                  </a:lnTo>
                  <a:lnTo>
                    <a:pt x="2613344" y="2701747"/>
                  </a:lnTo>
                  <a:lnTo>
                    <a:pt x="2613531" y="2701648"/>
                  </a:lnTo>
                  <a:lnTo>
                    <a:pt x="2613718" y="2701549"/>
                  </a:lnTo>
                  <a:lnTo>
                    <a:pt x="2613905" y="2701450"/>
                  </a:lnTo>
                  <a:lnTo>
                    <a:pt x="2614092" y="2701351"/>
                  </a:lnTo>
                  <a:lnTo>
                    <a:pt x="2614279" y="2701331"/>
                  </a:lnTo>
                  <a:lnTo>
                    <a:pt x="2614466" y="2701299"/>
                  </a:lnTo>
                  <a:lnTo>
                    <a:pt x="2614653" y="2701231"/>
                  </a:lnTo>
                  <a:lnTo>
                    <a:pt x="2614840" y="2701250"/>
                  </a:lnTo>
                  <a:lnTo>
                    <a:pt x="2615026" y="2701253"/>
                  </a:lnTo>
                  <a:lnTo>
                    <a:pt x="2615213" y="2701546"/>
                  </a:lnTo>
                  <a:lnTo>
                    <a:pt x="2615400" y="2702006"/>
                  </a:lnTo>
                  <a:lnTo>
                    <a:pt x="2615587" y="2702413"/>
                  </a:lnTo>
                  <a:lnTo>
                    <a:pt x="2615774" y="2702797"/>
                  </a:lnTo>
                  <a:lnTo>
                    <a:pt x="2615961" y="2703140"/>
                  </a:lnTo>
                  <a:lnTo>
                    <a:pt x="2616148" y="2703642"/>
                  </a:lnTo>
                  <a:lnTo>
                    <a:pt x="2616335" y="2704381"/>
                  </a:lnTo>
                  <a:lnTo>
                    <a:pt x="2616522" y="2705586"/>
                  </a:lnTo>
                  <a:lnTo>
                    <a:pt x="2616709" y="2707098"/>
                  </a:lnTo>
                  <a:lnTo>
                    <a:pt x="2616896" y="2709025"/>
                  </a:lnTo>
                  <a:lnTo>
                    <a:pt x="2617083" y="2711136"/>
                  </a:lnTo>
                  <a:lnTo>
                    <a:pt x="2617270" y="2713141"/>
                  </a:lnTo>
                  <a:lnTo>
                    <a:pt x="2617456" y="2714733"/>
                  </a:lnTo>
                  <a:lnTo>
                    <a:pt x="2617643" y="2716316"/>
                  </a:lnTo>
                  <a:lnTo>
                    <a:pt x="2617830" y="2717847"/>
                  </a:lnTo>
                  <a:lnTo>
                    <a:pt x="2618017" y="2719070"/>
                  </a:lnTo>
                  <a:lnTo>
                    <a:pt x="2618204" y="2720266"/>
                  </a:lnTo>
                  <a:lnTo>
                    <a:pt x="2618391" y="2721444"/>
                  </a:lnTo>
                  <a:lnTo>
                    <a:pt x="2618578" y="2722562"/>
                  </a:lnTo>
                  <a:lnTo>
                    <a:pt x="2618765" y="2723626"/>
                  </a:lnTo>
                  <a:lnTo>
                    <a:pt x="2618952" y="2724673"/>
                  </a:lnTo>
                  <a:lnTo>
                    <a:pt x="2619139" y="2725570"/>
                  </a:lnTo>
                  <a:lnTo>
                    <a:pt x="2619326" y="2725948"/>
                  </a:lnTo>
                  <a:lnTo>
                    <a:pt x="2619513" y="2726141"/>
                  </a:lnTo>
                  <a:lnTo>
                    <a:pt x="2619699" y="2725851"/>
                  </a:lnTo>
                  <a:lnTo>
                    <a:pt x="2619886" y="2725438"/>
                  </a:lnTo>
                  <a:lnTo>
                    <a:pt x="2620073" y="2725323"/>
                  </a:lnTo>
                  <a:lnTo>
                    <a:pt x="2620260" y="2725666"/>
                  </a:lnTo>
                  <a:lnTo>
                    <a:pt x="2620447" y="2726229"/>
                  </a:lnTo>
                  <a:lnTo>
                    <a:pt x="2620634" y="2727083"/>
                  </a:lnTo>
                  <a:lnTo>
                    <a:pt x="2620821" y="2728146"/>
                  </a:lnTo>
                  <a:lnTo>
                    <a:pt x="2621008" y="2729079"/>
                  </a:lnTo>
                  <a:lnTo>
                    <a:pt x="2621195" y="2729712"/>
                  </a:lnTo>
                  <a:lnTo>
                    <a:pt x="2621382" y="2730421"/>
                  </a:lnTo>
                  <a:lnTo>
                    <a:pt x="2621569" y="2731015"/>
                  </a:lnTo>
                  <a:lnTo>
                    <a:pt x="2621756" y="2731590"/>
                  </a:lnTo>
                  <a:lnTo>
                    <a:pt x="2621943" y="2732199"/>
                  </a:lnTo>
                  <a:lnTo>
                    <a:pt x="2622129" y="2732849"/>
                  </a:lnTo>
                  <a:lnTo>
                    <a:pt x="2622316" y="2733358"/>
                  </a:lnTo>
                  <a:lnTo>
                    <a:pt x="2622503" y="2733878"/>
                  </a:lnTo>
                  <a:lnTo>
                    <a:pt x="2622690" y="2734214"/>
                  </a:lnTo>
                  <a:lnTo>
                    <a:pt x="2622877" y="2734385"/>
                  </a:lnTo>
                  <a:lnTo>
                    <a:pt x="2623064" y="2734733"/>
                  </a:lnTo>
                  <a:lnTo>
                    <a:pt x="2623251" y="2734732"/>
                  </a:lnTo>
                  <a:lnTo>
                    <a:pt x="2623438" y="2734758"/>
                  </a:lnTo>
                  <a:lnTo>
                    <a:pt x="2623625" y="2734890"/>
                  </a:lnTo>
                  <a:lnTo>
                    <a:pt x="2623812" y="2735085"/>
                  </a:lnTo>
                  <a:lnTo>
                    <a:pt x="2623999" y="2735570"/>
                  </a:lnTo>
                  <a:lnTo>
                    <a:pt x="2624186" y="2735901"/>
                  </a:lnTo>
                  <a:lnTo>
                    <a:pt x="2624373" y="2736030"/>
                  </a:lnTo>
                  <a:lnTo>
                    <a:pt x="2624559" y="2736148"/>
                  </a:lnTo>
                  <a:lnTo>
                    <a:pt x="2624746" y="2736144"/>
                  </a:lnTo>
                  <a:lnTo>
                    <a:pt x="2624933" y="2736394"/>
                  </a:lnTo>
                  <a:lnTo>
                    <a:pt x="2625120" y="2736634"/>
                  </a:lnTo>
                  <a:lnTo>
                    <a:pt x="2625307" y="2736837"/>
                  </a:lnTo>
                  <a:lnTo>
                    <a:pt x="2625494" y="2737040"/>
                  </a:lnTo>
                  <a:lnTo>
                    <a:pt x="2625681" y="2737142"/>
                  </a:lnTo>
                  <a:lnTo>
                    <a:pt x="2625868" y="2736887"/>
                  </a:lnTo>
                  <a:lnTo>
                    <a:pt x="2626055" y="2736763"/>
                  </a:lnTo>
                  <a:lnTo>
                    <a:pt x="2626242" y="2736548"/>
                  </a:lnTo>
                  <a:lnTo>
                    <a:pt x="2626429" y="2736400"/>
                  </a:lnTo>
                  <a:lnTo>
                    <a:pt x="2626616" y="2736232"/>
                  </a:lnTo>
                  <a:lnTo>
                    <a:pt x="2626802" y="2736087"/>
                  </a:lnTo>
                  <a:lnTo>
                    <a:pt x="2626989" y="2735891"/>
                  </a:lnTo>
                  <a:lnTo>
                    <a:pt x="2627176" y="2735425"/>
                  </a:lnTo>
                  <a:lnTo>
                    <a:pt x="2627363" y="2734897"/>
                  </a:lnTo>
                  <a:lnTo>
                    <a:pt x="2627550" y="2734299"/>
                  </a:lnTo>
                  <a:lnTo>
                    <a:pt x="2627737" y="2733673"/>
                  </a:lnTo>
                  <a:lnTo>
                    <a:pt x="2627924" y="2733064"/>
                  </a:lnTo>
                  <a:lnTo>
                    <a:pt x="2628111" y="2732426"/>
                  </a:lnTo>
                  <a:lnTo>
                    <a:pt x="2628298" y="2731550"/>
                  </a:lnTo>
                  <a:lnTo>
                    <a:pt x="2628485" y="2730617"/>
                  </a:lnTo>
                  <a:lnTo>
                    <a:pt x="2628672" y="2729625"/>
                  </a:lnTo>
                  <a:lnTo>
                    <a:pt x="2628859" y="2728410"/>
                  </a:lnTo>
                  <a:lnTo>
                    <a:pt x="2629046" y="2727031"/>
                  </a:lnTo>
                  <a:lnTo>
                    <a:pt x="2629232" y="2725488"/>
                  </a:lnTo>
                  <a:lnTo>
                    <a:pt x="2629419" y="2723816"/>
                  </a:lnTo>
                  <a:lnTo>
                    <a:pt x="2629606" y="2722107"/>
                  </a:lnTo>
                  <a:lnTo>
                    <a:pt x="2629793" y="2720384"/>
                  </a:lnTo>
                  <a:lnTo>
                    <a:pt x="2629980" y="2718645"/>
                  </a:lnTo>
                  <a:lnTo>
                    <a:pt x="2630167" y="2716989"/>
                  </a:lnTo>
                  <a:lnTo>
                    <a:pt x="2630354" y="2715480"/>
                  </a:lnTo>
                  <a:lnTo>
                    <a:pt x="2630541" y="2713746"/>
                  </a:lnTo>
                  <a:lnTo>
                    <a:pt x="2630728" y="2711674"/>
                  </a:lnTo>
                  <a:lnTo>
                    <a:pt x="2630915" y="2709105"/>
                  </a:lnTo>
                  <a:lnTo>
                    <a:pt x="2631102" y="2706572"/>
                  </a:lnTo>
                  <a:lnTo>
                    <a:pt x="2631289" y="2704232"/>
                  </a:lnTo>
                  <a:lnTo>
                    <a:pt x="2631475" y="2702183"/>
                  </a:lnTo>
                  <a:lnTo>
                    <a:pt x="2631662" y="2700415"/>
                  </a:lnTo>
                  <a:lnTo>
                    <a:pt x="2631849" y="2698761"/>
                  </a:lnTo>
                  <a:lnTo>
                    <a:pt x="2632036" y="2697178"/>
                  </a:lnTo>
                  <a:lnTo>
                    <a:pt x="2632223" y="2695683"/>
                  </a:lnTo>
                  <a:lnTo>
                    <a:pt x="2632410" y="2694126"/>
                  </a:lnTo>
                  <a:lnTo>
                    <a:pt x="2632597" y="2692859"/>
                  </a:lnTo>
                  <a:lnTo>
                    <a:pt x="2632784" y="2691971"/>
                  </a:lnTo>
                  <a:lnTo>
                    <a:pt x="2632971" y="2691091"/>
                  </a:lnTo>
                  <a:lnTo>
                    <a:pt x="2633158" y="2690124"/>
                  </a:lnTo>
                  <a:lnTo>
                    <a:pt x="2633345" y="2689403"/>
                  </a:lnTo>
                  <a:lnTo>
                    <a:pt x="2633532" y="2689033"/>
                  </a:lnTo>
                  <a:lnTo>
                    <a:pt x="2633719" y="2688778"/>
                  </a:lnTo>
                  <a:lnTo>
                    <a:pt x="2633905" y="2688673"/>
                  </a:lnTo>
                  <a:lnTo>
                    <a:pt x="2634092" y="2688523"/>
                  </a:lnTo>
                  <a:lnTo>
                    <a:pt x="2634279" y="2688409"/>
                  </a:lnTo>
                  <a:lnTo>
                    <a:pt x="2634466" y="2688233"/>
                  </a:lnTo>
                  <a:lnTo>
                    <a:pt x="2634653" y="2687986"/>
                  </a:lnTo>
                  <a:lnTo>
                    <a:pt x="2634840" y="2687635"/>
                  </a:lnTo>
                  <a:lnTo>
                    <a:pt x="2635027" y="2687353"/>
                  </a:lnTo>
                  <a:lnTo>
                    <a:pt x="2635214" y="2687177"/>
                  </a:lnTo>
                  <a:lnTo>
                    <a:pt x="2635401" y="2686922"/>
                  </a:lnTo>
                  <a:lnTo>
                    <a:pt x="2635588" y="2686570"/>
                  </a:lnTo>
                  <a:lnTo>
                    <a:pt x="2635775" y="2686219"/>
                  </a:lnTo>
                  <a:lnTo>
                    <a:pt x="2635962" y="2685919"/>
                  </a:lnTo>
                  <a:lnTo>
                    <a:pt x="2636149" y="2685744"/>
                  </a:lnTo>
                  <a:lnTo>
                    <a:pt x="2636335" y="2685700"/>
                  </a:lnTo>
                  <a:lnTo>
                    <a:pt x="2636522" y="2685700"/>
                  </a:lnTo>
                  <a:lnTo>
                    <a:pt x="2636709" y="2685805"/>
                  </a:lnTo>
                  <a:lnTo>
                    <a:pt x="2636896" y="2685955"/>
                  </a:lnTo>
                  <a:lnTo>
                    <a:pt x="2637083" y="2686069"/>
                  </a:lnTo>
                  <a:lnTo>
                    <a:pt x="2637270" y="2686245"/>
                  </a:lnTo>
                  <a:lnTo>
                    <a:pt x="2637457" y="2686491"/>
                  </a:lnTo>
                  <a:lnTo>
                    <a:pt x="2637644" y="2686843"/>
                  </a:lnTo>
                  <a:lnTo>
                    <a:pt x="2637831" y="2687195"/>
                  </a:lnTo>
                  <a:lnTo>
                    <a:pt x="2638018" y="2687547"/>
                  </a:lnTo>
                  <a:lnTo>
                    <a:pt x="2638205" y="2687899"/>
                  </a:lnTo>
                  <a:lnTo>
                    <a:pt x="2638392" y="2688250"/>
                  </a:lnTo>
                  <a:lnTo>
                    <a:pt x="2638578" y="2688602"/>
                  </a:lnTo>
                  <a:lnTo>
                    <a:pt x="2638765" y="2688901"/>
                  </a:lnTo>
                  <a:lnTo>
                    <a:pt x="2638952" y="2688901"/>
                  </a:lnTo>
                  <a:lnTo>
                    <a:pt x="2639139" y="2688593"/>
                  </a:lnTo>
                  <a:lnTo>
                    <a:pt x="2639326" y="2688242"/>
                  </a:lnTo>
                  <a:lnTo>
                    <a:pt x="2639513" y="2687746"/>
                  </a:lnTo>
                  <a:lnTo>
                    <a:pt x="2639700" y="2687117"/>
                  </a:lnTo>
                  <a:lnTo>
                    <a:pt x="2639887" y="2686621"/>
                  </a:lnTo>
                  <a:lnTo>
                    <a:pt x="2640074" y="2686020"/>
                  </a:lnTo>
                  <a:lnTo>
                    <a:pt x="2640261" y="2685344"/>
                  </a:lnTo>
                  <a:lnTo>
                    <a:pt x="2640448" y="2684683"/>
                  </a:lnTo>
                  <a:lnTo>
                    <a:pt x="2640635" y="2684126"/>
                  </a:lnTo>
                  <a:lnTo>
                    <a:pt x="2640822" y="2683585"/>
                  </a:lnTo>
                  <a:lnTo>
                    <a:pt x="2641008" y="2683146"/>
                  </a:lnTo>
                  <a:lnTo>
                    <a:pt x="2641195" y="2682954"/>
                  </a:lnTo>
                  <a:lnTo>
                    <a:pt x="2641382" y="2682825"/>
                  </a:lnTo>
                  <a:lnTo>
                    <a:pt x="2641569" y="2682825"/>
                  </a:lnTo>
                  <a:lnTo>
                    <a:pt x="2641756" y="2682861"/>
                  </a:lnTo>
                  <a:lnTo>
                    <a:pt x="2641943" y="2682861"/>
                  </a:lnTo>
                  <a:lnTo>
                    <a:pt x="2642130" y="2682853"/>
                  </a:lnTo>
                  <a:lnTo>
                    <a:pt x="2642317" y="2682801"/>
                  </a:lnTo>
                  <a:lnTo>
                    <a:pt x="2642504" y="2682835"/>
                  </a:lnTo>
                  <a:lnTo>
                    <a:pt x="2642691" y="2682914"/>
                  </a:lnTo>
                  <a:lnTo>
                    <a:pt x="2642878" y="2683064"/>
                  </a:lnTo>
                  <a:lnTo>
                    <a:pt x="2643065" y="2683290"/>
                  </a:lnTo>
                  <a:lnTo>
                    <a:pt x="2643252" y="2683511"/>
                  </a:lnTo>
                  <a:lnTo>
                    <a:pt x="2643438" y="2683861"/>
                  </a:lnTo>
                  <a:lnTo>
                    <a:pt x="2643625" y="2684162"/>
                  </a:lnTo>
                  <a:lnTo>
                    <a:pt x="2643812" y="2684339"/>
                  </a:lnTo>
                  <a:lnTo>
                    <a:pt x="2643999" y="2684244"/>
                  </a:lnTo>
                  <a:lnTo>
                    <a:pt x="2644186" y="2683875"/>
                  </a:lnTo>
                  <a:lnTo>
                    <a:pt x="2644373" y="2683347"/>
                  </a:lnTo>
                  <a:lnTo>
                    <a:pt x="2644560" y="2683166"/>
                  </a:lnTo>
                  <a:lnTo>
                    <a:pt x="2644747" y="2683195"/>
                  </a:lnTo>
                  <a:lnTo>
                    <a:pt x="2644934" y="2683280"/>
                  </a:lnTo>
                  <a:lnTo>
                    <a:pt x="2645121" y="2683736"/>
                  </a:lnTo>
                  <a:lnTo>
                    <a:pt x="2645308" y="2684383"/>
                  </a:lnTo>
                  <a:lnTo>
                    <a:pt x="2645495" y="2685037"/>
                  </a:lnTo>
                  <a:lnTo>
                    <a:pt x="2645681" y="2685764"/>
                  </a:lnTo>
                  <a:lnTo>
                    <a:pt x="2645868" y="2686493"/>
                  </a:lnTo>
                  <a:lnTo>
                    <a:pt x="2646055" y="2687222"/>
                  </a:lnTo>
                  <a:lnTo>
                    <a:pt x="2646242" y="2687951"/>
                  </a:lnTo>
                  <a:lnTo>
                    <a:pt x="2646429" y="2688811"/>
                  </a:lnTo>
                  <a:lnTo>
                    <a:pt x="2646616" y="2689716"/>
                  </a:lnTo>
                  <a:lnTo>
                    <a:pt x="2646803" y="2690621"/>
                  </a:lnTo>
                  <a:lnTo>
                    <a:pt x="2646990" y="2691526"/>
                  </a:lnTo>
                  <a:lnTo>
                    <a:pt x="2647177" y="2692431"/>
                  </a:lnTo>
                  <a:lnTo>
                    <a:pt x="2647364" y="2693334"/>
                  </a:lnTo>
                  <a:lnTo>
                    <a:pt x="2647551" y="2694237"/>
                  </a:lnTo>
                  <a:lnTo>
                    <a:pt x="2647738" y="2695070"/>
                  </a:lnTo>
                  <a:lnTo>
                    <a:pt x="2647925" y="2695609"/>
                  </a:lnTo>
                  <a:lnTo>
                    <a:pt x="2648111" y="2696062"/>
                  </a:lnTo>
                  <a:lnTo>
                    <a:pt x="2648298" y="2696418"/>
                  </a:lnTo>
                  <a:lnTo>
                    <a:pt x="2648485" y="2696738"/>
                  </a:lnTo>
                  <a:lnTo>
                    <a:pt x="2648672" y="2696914"/>
                  </a:lnTo>
                  <a:lnTo>
                    <a:pt x="2648859" y="2697090"/>
                  </a:lnTo>
                  <a:lnTo>
                    <a:pt x="2649046" y="2697266"/>
                  </a:lnTo>
                  <a:lnTo>
                    <a:pt x="2649233" y="2697310"/>
                  </a:lnTo>
                  <a:lnTo>
                    <a:pt x="2649420" y="2697415"/>
                  </a:lnTo>
                  <a:lnTo>
                    <a:pt x="2649607" y="2697591"/>
                  </a:lnTo>
                  <a:lnTo>
                    <a:pt x="2649794" y="2697767"/>
                  </a:lnTo>
                  <a:lnTo>
                    <a:pt x="2649981" y="2697943"/>
                  </a:lnTo>
                  <a:lnTo>
                    <a:pt x="2650168" y="2697939"/>
                  </a:lnTo>
                  <a:lnTo>
                    <a:pt x="2650354" y="2697905"/>
                  </a:lnTo>
                  <a:lnTo>
                    <a:pt x="2650541" y="2697860"/>
                  </a:lnTo>
                  <a:lnTo>
                    <a:pt x="2650728" y="2697937"/>
                  </a:lnTo>
                  <a:lnTo>
                    <a:pt x="2650915" y="2698037"/>
                  </a:lnTo>
                  <a:lnTo>
                    <a:pt x="2651102" y="2698136"/>
                  </a:lnTo>
                  <a:lnTo>
                    <a:pt x="2651289" y="2698235"/>
                  </a:lnTo>
                  <a:lnTo>
                    <a:pt x="2651476" y="2698334"/>
                  </a:lnTo>
                  <a:lnTo>
                    <a:pt x="2651663" y="2698433"/>
                  </a:lnTo>
                  <a:lnTo>
                    <a:pt x="2651850" y="2698641"/>
                  </a:lnTo>
                  <a:lnTo>
                    <a:pt x="2652037" y="2698884"/>
                  </a:lnTo>
                  <a:lnTo>
                    <a:pt x="2652224" y="2699041"/>
                  </a:lnTo>
                  <a:lnTo>
                    <a:pt x="2652411" y="2699285"/>
                  </a:lnTo>
                  <a:lnTo>
                    <a:pt x="2652598" y="2699528"/>
                  </a:lnTo>
                  <a:lnTo>
                    <a:pt x="2652784" y="2699772"/>
                  </a:lnTo>
                  <a:lnTo>
                    <a:pt x="2652971" y="2700069"/>
                  </a:lnTo>
                  <a:lnTo>
                    <a:pt x="2653158" y="2700388"/>
                  </a:lnTo>
                  <a:lnTo>
                    <a:pt x="2653345" y="2700916"/>
                  </a:lnTo>
                  <a:lnTo>
                    <a:pt x="2653532" y="2701294"/>
                  </a:lnTo>
                  <a:lnTo>
                    <a:pt x="2653719" y="2701646"/>
                  </a:lnTo>
                  <a:lnTo>
                    <a:pt x="2653906" y="2701998"/>
                  </a:lnTo>
                  <a:lnTo>
                    <a:pt x="2654093" y="2702350"/>
                  </a:lnTo>
                  <a:lnTo>
                    <a:pt x="2654280" y="2702701"/>
                  </a:lnTo>
                  <a:lnTo>
                    <a:pt x="2654467" y="2703141"/>
                  </a:lnTo>
                  <a:lnTo>
                    <a:pt x="2654654" y="2703599"/>
                  </a:lnTo>
                  <a:lnTo>
                    <a:pt x="2654841" y="2704469"/>
                  </a:lnTo>
                  <a:lnTo>
                    <a:pt x="2655028" y="2705349"/>
                  </a:lnTo>
                  <a:lnTo>
                    <a:pt x="2655214" y="2706211"/>
                  </a:lnTo>
                  <a:lnTo>
                    <a:pt x="2655401" y="2707091"/>
                  </a:lnTo>
                  <a:lnTo>
                    <a:pt x="2655588" y="2707856"/>
                  </a:lnTo>
                  <a:lnTo>
                    <a:pt x="2655775" y="2708445"/>
                  </a:lnTo>
                  <a:lnTo>
                    <a:pt x="2655962" y="2709096"/>
                  </a:lnTo>
                  <a:lnTo>
                    <a:pt x="2656149" y="2709641"/>
                  </a:lnTo>
                  <a:lnTo>
                    <a:pt x="2656336" y="2710301"/>
                  </a:lnTo>
                  <a:lnTo>
                    <a:pt x="2656523" y="2711110"/>
                  </a:lnTo>
                  <a:lnTo>
                    <a:pt x="2656710" y="2711902"/>
                  </a:lnTo>
                  <a:lnTo>
                    <a:pt x="2656897" y="2712893"/>
                  </a:lnTo>
                  <a:lnTo>
                    <a:pt x="2657084" y="2714160"/>
                  </a:lnTo>
                  <a:lnTo>
                    <a:pt x="2657271" y="2715647"/>
                  </a:lnTo>
                  <a:lnTo>
                    <a:pt x="2657457" y="2717020"/>
                  </a:lnTo>
                  <a:lnTo>
                    <a:pt x="2657644" y="2717935"/>
                  </a:lnTo>
                  <a:lnTo>
                    <a:pt x="2657831" y="2718842"/>
                  </a:lnTo>
                  <a:lnTo>
                    <a:pt x="2658018" y="2719599"/>
                  </a:lnTo>
                  <a:lnTo>
                    <a:pt x="2658205" y="2720146"/>
                  </a:lnTo>
                  <a:lnTo>
                    <a:pt x="2658392" y="2720726"/>
                  </a:lnTo>
                  <a:lnTo>
                    <a:pt x="2658579" y="2721643"/>
                  </a:lnTo>
                  <a:lnTo>
                    <a:pt x="2658766" y="2722408"/>
                  </a:lnTo>
                  <a:lnTo>
                    <a:pt x="2658953" y="2723346"/>
                  </a:lnTo>
                  <a:lnTo>
                    <a:pt x="2659140" y="2724248"/>
                  </a:lnTo>
                  <a:lnTo>
                    <a:pt x="2659327" y="2725027"/>
                  </a:lnTo>
                  <a:lnTo>
                    <a:pt x="2659514" y="2725821"/>
                  </a:lnTo>
                  <a:lnTo>
                    <a:pt x="2659701" y="2726645"/>
                  </a:lnTo>
                  <a:lnTo>
                    <a:pt x="2659887" y="2727254"/>
                  </a:lnTo>
                  <a:lnTo>
                    <a:pt x="2660074" y="2727463"/>
                  </a:lnTo>
                  <a:lnTo>
                    <a:pt x="2660261" y="2727644"/>
                  </a:lnTo>
                  <a:lnTo>
                    <a:pt x="2660448" y="2727824"/>
                  </a:lnTo>
                  <a:lnTo>
                    <a:pt x="2660635" y="2728142"/>
                  </a:lnTo>
                  <a:lnTo>
                    <a:pt x="2660822" y="2728502"/>
                  </a:lnTo>
                  <a:lnTo>
                    <a:pt x="2661009" y="2728898"/>
                  </a:lnTo>
                  <a:lnTo>
                    <a:pt x="2661196" y="2729205"/>
                  </a:lnTo>
                  <a:lnTo>
                    <a:pt x="2661383" y="2729274"/>
                  </a:lnTo>
                  <a:lnTo>
                    <a:pt x="2661570" y="2729567"/>
                  </a:lnTo>
                  <a:lnTo>
                    <a:pt x="2661757" y="2729878"/>
                  </a:lnTo>
                  <a:lnTo>
                    <a:pt x="2661944" y="2730059"/>
                  </a:lnTo>
                  <a:lnTo>
                    <a:pt x="2662131" y="2730239"/>
                  </a:lnTo>
                  <a:lnTo>
                    <a:pt x="2662317" y="2730419"/>
                  </a:lnTo>
                  <a:lnTo>
                    <a:pt x="2662504" y="2730708"/>
                  </a:lnTo>
                  <a:lnTo>
                    <a:pt x="2662691" y="2731033"/>
                  </a:lnTo>
                  <a:lnTo>
                    <a:pt x="2662878" y="2731358"/>
                  </a:lnTo>
                  <a:lnTo>
                    <a:pt x="2663065" y="2731783"/>
                  </a:lnTo>
                  <a:lnTo>
                    <a:pt x="2663252" y="2732389"/>
                  </a:lnTo>
                  <a:lnTo>
                    <a:pt x="2663439" y="2732866"/>
                  </a:lnTo>
                  <a:lnTo>
                    <a:pt x="2663626" y="2733291"/>
                  </a:lnTo>
                  <a:lnTo>
                    <a:pt x="2663813" y="2733616"/>
                  </a:lnTo>
                  <a:lnTo>
                    <a:pt x="2664000" y="2734047"/>
                  </a:lnTo>
                  <a:lnTo>
                    <a:pt x="2664187" y="2734544"/>
                  </a:lnTo>
                  <a:lnTo>
                    <a:pt x="2664374" y="2735092"/>
                  </a:lnTo>
                  <a:lnTo>
                    <a:pt x="2664560" y="2735998"/>
                  </a:lnTo>
                  <a:lnTo>
                    <a:pt x="2664747" y="2736922"/>
                  </a:lnTo>
                  <a:lnTo>
                    <a:pt x="2664934" y="2737872"/>
                  </a:lnTo>
                  <a:lnTo>
                    <a:pt x="2665121" y="2738436"/>
                  </a:lnTo>
                  <a:lnTo>
                    <a:pt x="2665308" y="2738693"/>
                  </a:lnTo>
                  <a:lnTo>
                    <a:pt x="2665495" y="2738979"/>
                  </a:lnTo>
                  <a:lnTo>
                    <a:pt x="2665682" y="2739503"/>
                  </a:lnTo>
                  <a:lnTo>
                    <a:pt x="2665869" y="2740085"/>
                  </a:lnTo>
                  <a:lnTo>
                    <a:pt x="2666056" y="2740925"/>
                  </a:lnTo>
                  <a:lnTo>
                    <a:pt x="2666243" y="2742019"/>
                  </a:lnTo>
                  <a:lnTo>
                    <a:pt x="2666430" y="2743101"/>
                  </a:lnTo>
                  <a:lnTo>
                    <a:pt x="2666617" y="2744317"/>
                  </a:lnTo>
                  <a:lnTo>
                    <a:pt x="2666804" y="2745686"/>
                  </a:lnTo>
                  <a:lnTo>
                    <a:pt x="2666990" y="2747223"/>
                  </a:lnTo>
                  <a:lnTo>
                    <a:pt x="2667177" y="2748750"/>
                  </a:lnTo>
                  <a:lnTo>
                    <a:pt x="2667364" y="2750162"/>
                  </a:lnTo>
                  <a:lnTo>
                    <a:pt x="2667551" y="2751764"/>
                  </a:lnTo>
                  <a:lnTo>
                    <a:pt x="2667738" y="2753301"/>
                  </a:lnTo>
                  <a:lnTo>
                    <a:pt x="2667925" y="2755217"/>
                  </a:lnTo>
                  <a:lnTo>
                    <a:pt x="2668112" y="2757557"/>
                  </a:lnTo>
                  <a:lnTo>
                    <a:pt x="2668299" y="2760392"/>
                  </a:lnTo>
                  <a:lnTo>
                    <a:pt x="2668486" y="2763051"/>
                  </a:lnTo>
                  <a:lnTo>
                    <a:pt x="2668673" y="2765430"/>
                  </a:lnTo>
                  <a:lnTo>
                    <a:pt x="2668860" y="2767472"/>
                  </a:lnTo>
                  <a:lnTo>
                    <a:pt x="2669047" y="2769146"/>
                  </a:lnTo>
                  <a:lnTo>
                    <a:pt x="2669233" y="2770740"/>
                  </a:lnTo>
                  <a:lnTo>
                    <a:pt x="2669420" y="2772234"/>
                  </a:lnTo>
                  <a:lnTo>
                    <a:pt x="2669607" y="2773566"/>
                  </a:lnTo>
                  <a:lnTo>
                    <a:pt x="2669794" y="2774839"/>
                  </a:lnTo>
                  <a:lnTo>
                    <a:pt x="2669981" y="2775713"/>
                  </a:lnTo>
                  <a:lnTo>
                    <a:pt x="2670168" y="2776274"/>
                  </a:lnTo>
                  <a:lnTo>
                    <a:pt x="2670355" y="2776685"/>
                  </a:lnTo>
                  <a:lnTo>
                    <a:pt x="2670542" y="2776860"/>
                  </a:lnTo>
                  <a:lnTo>
                    <a:pt x="2670729" y="2776702"/>
                  </a:lnTo>
                  <a:lnTo>
                    <a:pt x="2670916" y="2776192"/>
                  </a:lnTo>
                  <a:lnTo>
                    <a:pt x="2671103" y="2775567"/>
                  </a:lnTo>
                  <a:lnTo>
                    <a:pt x="2671290" y="2775119"/>
                  </a:lnTo>
                  <a:lnTo>
                    <a:pt x="2671477" y="2774943"/>
                  </a:lnTo>
                  <a:lnTo>
                    <a:pt x="2671663" y="2774899"/>
                  </a:lnTo>
                  <a:lnTo>
                    <a:pt x="2671850" y="2774855"/>
                  </a:lnTo>
                  <a:lnTo>
                    <a:pt x="2672037" y="2774925"/>
                  </a:lnTo>
                  <a:lnTo>
                    <a:pt x="2672224" y="2775101"/>
                  </a:lnTo>
                  <a:lnTo>
                    <a:pt x="2672411" y="2775312"/>
                  </a:lnTo>
                  <a:lnTo>
                    <a:pt x="2672598" y="2775488"/>
                  </a:lnTo>
                  <a:lnTo>
                    <a:pt x="2672785" y="2775515"/>
                  </a:lnTo>
                  <a:lnTo>
                    <a:pt x="2672972" y="2775515"/>
                  </a:lnTo>
                  <a:lnTo>
                    <a:pt x="2673159" y="2775515"/>
                  </a:lnTo>
                  <a:lnTo>
                    <a:pt x="2673346" y="2775515"/>
                  </a:lnTo>
                  <a:lnTo>
                    <a:pt x="2673533" y="2775515"/>
                  </a:lnTo>
                  <a:lnTo>
                    <a:pt x="2673720" y="2775409"/>
                  </a:lnTo>
                  <a:lnTo>
                    <a:pt x="2673907" y="2775233"/>
                  </a:lnTo>
                  <a:lnTo>
                    <a:pt x="2674093" y="2774952"/>
                  </a:lnTo>
                  <a:lnTo>
                    <a:pt x="2674280" y="2774600"/>
                  </a:lnTo>
                  <a:lnTo>
                    <a:pt x="2674467" y="2774222"/>
                  </a:lnTo>
                  <a:lnTo>
                    <a:pt x="2674654" y="2774046"/>
                  </a:lnTo>
                  <a:lnTo>
                    <a:pt x="2674841" y="2773799"/>
                  </a:lnTo>
                  <a:lnTo>
                    <a:pt x="2675028" y="2773448"/>
                  </a:lnTo>
                  <a:lnTo>
                    <a:pt x="2675215" y="2773096"/>
                  </a:lnTo>
                  <a:lnTo>
                    <a:pt x="2675402" y="2772744"/>
                  </a:lnTo>
                  <a:lnTo>
                    <a:pt x="2675589" y="2772542"/>
                  </a:lnTo>
                  <a:lnTo>
                    <a:pt x="2675776" y="2772366"/>
                  </a:lnTo>
                  <a:lnTo>
                    <a:pt x="2675963" y="2772190"/>
                  </a:lnTo>
                  <a:lnTo>
                    <a:pt x="2676150" y="2772014"/>
                  </a:lnTo>
                  <a:lnTo>
                    <a:pt x="2676336" y="2772014"/>
                  </a:lnTo>
                  <a:lnTo>
                    <a:pt x="2676523" y="2772295"/>
                  </a:lnTo>
                  <a:lnTo>
                    <a:pt x="2676710" y="2772647"/>
                  </a:lnTo>
                  <a:lnTo>
                    <a:pt x="2676897" y="2772999"/>
                  </a:lnTo>
                  <a:lnTo>
                    <a:pt x="2677084" y="2773325"/>
                  </a:lnTo>
                  <a:lnTo>
                    <a:pt x="2677271" y="2773491"/>
                  </a:lnTo>
                  <a:lnTo>
                    <a:pt x="2677458" y="2773578"/>
                  </a:lnTo>
                  <a:lnTo>
                    <a:pt x="2677645" y="2773537"/>
                  </a:lnTo>
                  <a:lnTo>
                    <a:pt x="2677832" y="2773431"/>
                  </a:lnTo>
                  <a:lnTo>
                    <a:pt x="2678019" y="2773190"/>
                  </a:lnTo>
                  <a:lnTo>
                    <a:pt x="2678206" y="2773059"/>
                  </a:lnTo>
                  <a:lnTo>
                    <a:pt x="2678393" y="2772927"/>
                  </a:lnTo>
                  <a:lnTo>
                    <a:pt x="2678580" y="2773006"/>
                  </a:lnTo>
                  <a:lnTo>
                    <a:pt x="2678766" y="2773085"/>
                  </a:lnTo>
                  <a:lnTo>
                    <a:pt x="2678953" y="2773110"/>
                  </a:lnTo>
                  <a:lnTo>
                    <a:pt x="2679140" y="2773074"/>
                  </a:lnTo>
                  <a:lnTo>
                    <a:pt x="2679327" y="2773060"/>
                  </a:lnTo>
                  <a:lnTo>
                    <a:pt x="2679514" y="2773024"/>
                  </a:lnTo>
                  <a:lnTo>
                    <a:pt x="2679701" y="2773009"/>
                  </a:lnTo>
                  <a:lnTo>
                    <a:pt x="2679888" y="2773031"/>
                  </a:lnTo>
                  <a:lnTo>
                    <a:pt x="2680075" y="2772884"/>
                  </a:lnTo>
                  <a:lnTo>
                    <a:pt x="2680262" y="2772819"/>
                  </a:lnTo>
                  <a:lnTo>
                    <a:pt x="2680449" y="2772844"/>
                  </a:lnTo>
                  <a:lnTo>
                    <a:pt x="2680636" y="2772794"/>
                  </a:lnTo>
                  <a:lnTo>
                    <a:pt x="2680823" y="2772822"/>
                  </a:lnTo>
                  <a:lnTo>
                    <a:pt x="2681010" y="2772737"/>
                  </a:lnTo>
                  <a:lnTo>
                    <a:pt x="2681196" y="2772544"/>
                  </a:lnTo>
                  <a:lnTo>
                    <a:pt x="2681383" y="2772278"/>
                  </a:lnTo>
                  <a:lnTo>
                    <a:pt x="2681570" y="2772234"/>
                  </a:lnTo>
                  <a:lnTo>
                    <a:pt x="2681757" y="2772344"/>
                  </a:lnTo>
                  <a:lnTo>
                    <a:pt x="2681944" y="2772153"/>
                  </a:lnTo>
                  <a:lnTo>
                    <a:pt x="2682131" y="2771782"/>
                  </a:lnTo>
                  <a:lnTo>
                    <a:pt x="2682318" y="2771427"/>
                  </a:lnTo>
                  <a:lnTo>
                    <a:pt x="2682505" y="2771018"/>
                  </a:lnTo>
                  <a:lnTo>
                    <a:pt x="2682692" y="2770479"/>
                  </a:lnTo>
                  <a:lnTo>
                    <a:pt x="2682879" y="2770078"/>
                  </a:lnTo>
                  <a:lnTo>
                    <a:pt x="2683066" y="2769604"/>
                  </a:lnTo>
                  <a:lnTo>
                    <a:pt x="2683253" y="2769127"/>
                  </a:lnTo>
                  <a:lnTo>
                    <a:pt x="2683439" y="2768767"/>
                  </a:lnTo>
                  <a:lnTo>
                    <a:pt x="2683626" y="2768435"/>
                  </a:lnTo>
                  <a:lnTo>
                    <a:pt x="2683813" y="2768103"/>
                  </a:lnTo>
                  <a:lnTo>
                    <a:pt x="2684000" y="2767843"/>
                  </a:lnTo>
                  <a:lnTo>
                    <a:pt x="2684187" y="2767511"/>
                  </a:lnTo>
                  <a:lnTo>
                    <a:pt x="2684374" y="2767085"/>
                  </a:lnTo>
                  <a:lnTo>
                    <a:pt x="2684561" y="2766561"/>
                  </a:lnTo>
                  <a:lnTo>
                    <a:pt x="2684748" y="2765996"/>
                  </a:lnTo>
                  <a:lnTo>
                    <a:pt x="2684935" y="2765093"/>
                  </a:lnTo>
                  <a:lnTo>
                    <a:pt x="2685122" y="2764190"/>
                  </a:lnTo>
                  <a:lnTo>
                    <a:pt x="2685309" y="2763361"/>
                  </a:lnTo>
                  <a:lnTo>
                    <a:pt x="2685496" y="2762556"/>
                  </a:lnTo>
                  <a:lnTo>
                    <a:pt x="2685683" y="2761786"/>
                  </a:lnTo>
                  <a:lnTo>
                    <a:pt x="2685869" y="2760939"/>
                  </a:lnTo>
                  <a:lnTo>
                    <a:pt x="2686056" y="2760130"/>
                  </a:lnTo>
                  <a:lnTo>
                    <a:pt x="2686243" y="2759250"/>
                  </a:lnTo>
                  <a:lnTo>
                    <a:pt x="2686430" y="2758371"/>
                  </a:lnTo>
                  <a:lnTo>
                    <a:pt x="2686617" y="2757491"/>
                  </a:lnTo>
                  <a:lnTo>
                    <a:pt x="2686804" y="2756655"/>
                  </a:lnTo>
                  <a:lnTo>
                    <a:pt x="2686991" y="2755952"/>
                  </a:lnTo>
                  <a:lnTo>
                    <a:pt x="2687178" y="2755362"/>
                  </a:lnTo>
                  <a:lnTo>
                    <a:pt x="2687365" y="2754835"/>
                  </a:lnTo>
                  <a:lnTo>
                    <a:pt x="2687552" y="2754333"/>
                  </a:lnTo>
                  <a:lnTo>
                    <a:pt x="2687739" y="2753981"/>
                  </a:lnTo>
                  <a:lnTo>
                    <a:pt x="2687926" y="2753630"/>
                  </a:lnTo>
                  <a:lnTo>
                    <a:pt x="2688112" y="2753278"/>
                  </a:lnTo>
                  <a:lnTo>
                    <a:pt x="2688299" y="2752926"/>
                  </a:lnTo>
                  <a:lnTo>
                    <a:pt x="2688486" y="2752636"/>
                  </a:lnTo>
                  <a:lnTo>
                    <a:pt x="2688673" y="2752398"/>
                  </a:lnTo>
                  <a:lnTo>
                    <a:pt x="2688860" y="2752152"/>
                  </a:lnTo>
                  <a:lnTo>
                    <a:pt x="2689047" y="2751976"/>
                  </a:lnTo>
                  <a:lnTo>
                    <a:pt x="2689234" y="2751800"/>
                  </a:lnTo>
                  <a:lnTo>
                    <a:pt x="2689421" y="2751624"/>
                  </a:lnTo>
                  <a:lnTo>
                    <a:pt x="2689608" y="2751448"/>
                  </a:lnTo>
                  <a:lnTo>
                    <a:pt x="2689795" y="2751272"/>
                  </a:lnTo>
                  <a:lnTo>
                    <a:pt x="2689982" y="2751052"/>
                  </a:lnTo>
                  <a:lnTo>
                    <a:pt x="2690169" y="2750701"/>
                  </a:lnTo>
                  <a:lnTo>
                    <a:pt x="2690356" y="2750349"/>
                  </a:lnTo>
                  <a:lnTo>
                    <a:pt x="2690542" y="2749997"/>
                  </a:lnTo>
                  <a:lnTo>
                    <a:pt x="2690729" y="2749645"/>
                  </a:lnTo>
                  <a:lnTo>
                    <a:pt x="2690916" y="2749293"/>
                  </a:lnTo>
                  <a:lnTo>
                    <a:pt x="2691103" y="2748941"/>
                  </a:lnTo>
                  <a:lnTo>
                    <a:pt x="2691290" y="2748590"/>
                  </a:lnTo>
                  <a:lnTo>
                    <a:pt x="2691477" y="2748299"/>
                  </a:lnTo>
                  <a:lnTo>
                    <a:pt x="2691664" y="2748123"/>
                  </a:lnTo>
                  <a:lnTo>
                    <a:pt x="2691851" y="2747948"/>
                  </a:lnTo>
                  <a:lnTo>
                    <a:pt x="2692038" y="2747772"/>
                  </a:lnTo>
                  <a:lnTo>
                    <a:pt x="2692225" y="2747596"/>
                  </a:lnTo>
                  <a:lnTo>
                    <a:pt x="2692412" y="2747420"/>
                  </a:lnTo>
                  <a:lnTo>
                    <a:pt x="2692599" y="2747244"/>
                  </a:lnTo>
                  <a:lnTo>
                    <a:pt x="2692786" y="2747112"/>
                  </a:lnTo>
                  <a:lnTo>
                    <a:pt x="2692972" y="2747226"/>
                  </a:lnTo>
                  <a:lnTo>
                    <a:pt x="2693159" y="2747569"/>
                  </a:lnTo>
                  <a:lnTo>
                    <a:pt x="2693346" y="2748097"/>
                  </a:lnTo>
                  <a:lnTo>
                    <a:pt x="2693533" y="2748783"/>
                  </a:lnTo>
                  <a:lnTo>
                    <a:pt x="2693720" y="2749641"/>
                  </a:lnTo>
                  <a:lnTo>
                    <a:pt x="2693907" y="2750498"/>
                  </a:lnTo>
                  <a:lnTo>
                    <a:pt x="2694094" y="2751479"/>
                  </a:lnTo>
                  <a:lnTo>
                    <a:pt x="2694281" y="2752357"/>
                  </a:lnTo>
                  <a:lnTo>
                    <a:pt x="2694468" y="2753295"/>
                  </a:lnTo>
                  <a:lnTo>
                    <a:pt x="2694655" y="2754161"/>
                  </a:lnTo>
                  <a:lnTo>
                    <a:pt x="2694842" y="2754940"/>
                  </a:lnTo>
                  <a:lnTo>
                    <a:pt x="2695029" y="2755662"/>
                  </a:lnTo>
                  <a:lnTo>
                    <a:pt x="2695215" y="2756311"/>
                  </a:lnTo>
                  <a:lnTo>
                    <a:pt x="2695402" y="2756867"/>
                  </a:lnTo>
                  <a:lnTo>
                    <a:pt x="2695589" y="2757300"/>
                  </a:lnTo>
                  <a:lnTo>
                    <a:pt x="2695776" y="2757632"/>
                  </a:lnTo>
                  <a:lnTo>
                    <a:pt x="2695963" y="2757755"/>
                  </a:lnTo>
                  <a:lnTo>
                    <a:pt x="2696150" y="2757755"/>
                  </a:lnTo>
                  <a:lnTo>
                    <a:pt x="2696337" y="2757567"/>
                  </a:lnTo>
                  <a:lnTo>
                    <a:pt x="2696524" y="2757027"/>
                  </a:lnTo>
                  <a:lnTo>
                    <a:pt x="2696711" y="2756259"/>
                  </a:lnTo>
                  <a:lnTo>
                    <a:pt x="2696898" y="2754816"/>
                  </a:lnTo>
                  <a:lnTo>
                    <a:pt x="2697085" y="2753140"/>
                  </a:lnTo>
                  <a:lnTo>
                    <a:pt x="2697272" y="2751307"/>
                  </a:lnTo>
                  <a:lnTo>
                    <a:pt x="2697459" y="2749548"/>
                  </a:lnTo>
                  <a:lnTo>
                    <a:pt x="2697645" y="2747895"/>
                  </a:lnTo>
                  <a:lnTo>
                    <a:pt x="2697832" y="2746311"/>
                  </a:lnTo>
                  <a:lnTo>
                    <a:pt x="2698019" y="2744605"/>
                  </a:lnTo>
                  <a:lnTo>
                    <a:pt x="2698206" y="2742547"/>
                  </a:lnTo>
                  <a:lnTo>
                    <a:pt x="2698393" y="2740207"/>
                  </a:lnTo>
                  <a:lnTo>
                    <a:pt x="2698580" y="2737577"/>
                  </a:lnTo>
                  <a:lnTo>
                    <a:pt x="2698767" y="2734973"/>
                  </a:lnTo>
                  <a:lnTo>
                    <a:pt x="2698954" y="2732326"/>
                  </a:lnTo>
                  <a:lnTo>
                    <a:pt x="2699141" y="2729582"/>
                  </a:lnTo>
                  <a:lnTo>
                    <a:pt x="2699328" y="2727713"/>
                  </a:lnTo>
                  <a:lnTo>
                    <a:pt x="2699515" y="2725919"/>
                  </a:lnTo>
                  <a:lnTo>
                    <a:pt x="2699702" y="2724321"/>
                  </a:lnTo>
                  <a:lnTo>
                    <a:pt x="2699889" y="2723180"/>
                  </a:lnTo>
                  <a:lnTo>
                    <a:pt x="2700075" y="2721598"/>
                  </a:lnTo>
                  <a:lnTo>
                    <a:pt x="2700262" y="2719731"/>
                  </a:lnTo>
                  <a:lnTo>
                    <a:pt x="2700449" y="2717744"/>
                  </a:lnTo>
                  <a:lnTo>
                    <a:pt x="2700636" y="2715707"/>
                  </a:lnTo>
                  <a:lnTo>
                    <a:pt x="2700823" y="2713745"/>
                  </a:lnTo>
                  <a:lnTo>
                    <a:pt x="2701010" y="2712085"/>
                  </a:lnTo>
                  <a:lnTo>
                    <a:pt x="2701197" y="2710639"/>
                  </a:lnTo>
                  <a:lnTo>
                    <a:pt x="2701384" y="2709381"/>
                  </a:lnTo>
                  <a:lnTo>
                    <a:pt x="2701571" y="2708073"/>
                  </a:lnTo>
                  <a:lnTo>
                    <a:pt x="2701758" y="2706671"/>
                  </a:lnTo>
                  <a:lnTo>
                    <a:pt x="2701945" y="2705363"/>
                  </a:lnTo>
                  <a:lnTo>
                    <a:pt x="2702132" y="2704144"/>
                  </a:lnTo>
                  <a:lnTo>
                    <a:pt x="2702318" y="2703077"/>
                  </a:lnTo>
                  <a:lnTo>
                    <a:pt x="2702505" y="2702132"/>
                  </a:lnTo>
                  <a:lnTo>
                    <a:pt x="2702692" y="2701141"/>
                  </a:lnTo>
                  <a:lnTo>
                    <a:pt x="2702879" y="2700565"/>
                  </a:lnTo>
                  <a:lnTo>
                    <a:pt x="2703066" y="2700169"/>
                  </a:lnTo>
                  <a:lnTo>
                    <a:pt x="2703253" y="2699641"/>
                  </a:lnTo>
                  <a:lnTo>
                    <a:pt x="2703440" y="2698984"/>
                  </a:lnTo>
                  <a:lnTo>
                    <a:pt x="2703627" y="2698401"/>
                  </a:lnTo>
                  <a:lnTo>
                    <a:pt x="2703814" y="2697968"/>
                  </a:lnTo>
                  <a:lnTo>
                    <a:pt x="2704001" y="2697591"/>
                  </a:lnTo>
                  <a:lnTo>
                    <a:pt x="2704188" y="2697190"/>
                  </a:lnTo>
                  <a:lnTo>
                    <a:pt x="2704375" y="2696633"/>
                  </a:lnTo>
                  <a:lnTo>
                    <a:pt x="2704562" y="2695984"/>
                  </a:lnTo>
                  <a:lnTo>
                    <a:pt x="2704748" y="2695458"/>
                  </a:lnTo>
                  <a:lnTo>
                    <a:pt x="2704935" y="2694702"/>
                  </a:lnTo>
                  <a:lnTo>
                    <a:pt x="2705122" y="2693699"/>
                  </a:lnTo>
                  <a:lnTo>
                    <a:pt x="2705309" y="2692311"/>
                  </a:lnTo>
                  <a:lnTo>
                    <a:pt x="2705496" y="2690478"/>
                  </a:lnTo>
                  <a:lnTo>
                    <a:pt x="2705683" y="2688276"/>
                  </a:lnTo>
                  <a:lnTo>
                    <a:pt x="2705870" y="2685916"/>
                  </a:lnTo>
                  <a:lnTo>
                    <a:pt x="2706057" y="2683801"/>
                  </a:lnTo>
                  <a:lnTo>
                    <a:pt x="2706244" y="2681697"/>
                  </a:lnTo>
                  <a:lnTo>
                    <a:pt x="2706431" y="2679566"/>
                  </a:lnTo>
                  <a:lnTo>
                    <a:pt x="2706618" y="2677005"/>
                  </a:lnTo>
                  <a:lnTo>
                    <a:pt x="2706805" y="2674694"/>
                  </a:lnTo>
                  <a:lnTo>
                    <a:pt x="2706991" y="2671899"/>
                  </a:lnTo>
                  <a:lnTo>
                    <a:pt x="2707178" y="2669957"/>
                  </a:lnTo>
                  <a:lnTo>
                    <a:pt x="2707365" y="2668105"/>
                  </a:lnTo>
                  <a:lnTo>
                    <a:pt x="2707552" y="2666432"/>
                  </a:lnTo>
                  <a:lnTo>
                    <a:pt x="2707739" y="2664704"/>
                  </a:lnTo>
                  <a:lnTo>
                    <a:pt x="2707926" y="2663158"/>
                  </a:lnTo>
                  <a:lnTo>
                    <a:pt x="2708113" y="2661755"/>
                  </a:lnTo>
                  <a:lnTo>
                    <a:pt x="2708300" y="2660362"/>
                  </a:lnTo>
                  <a:lnTo>
                    <a:pt x="2708487" y="2659148"/>
                  </a:lnTo>
                  <a:lnTo>
                    <a:pt x="2708674" y="2657763"/>
                  </a:lnTo>
                  <a:lnTo>
                    <a:pt x="2708861" y="2656260"/>
                  </a:lnTo>
                  <a:lnTo>
                    <a:pt x="2709048" y="2654734"/>
                  </a:lnTo>
                  <a:lnTo>
                    <a:pt x="2709235" y="2653248"/>
                  </a:lnTo>
                  <a:lnTo>
                    <a:pt x="2709421" y="2651861"/>
                  </a:lnTo>
                  <a:lnTo>
                    <a:pt x="2709608" y="2650629"/>
                  </a:lnTo>
                  <a:lnTo>
                    <a:pt x="2709795" y="2649760"/>
                  </a:lnTo>
                  <a:lnTo>
                    <a:pt x="2709982" y="2648755"/>
                  </a:lnTo>
                  <a:lnTo>
                    <a:pt x="2710169" y="2647949"/>
                  </a:lnTo>
                  <a:lnTo>
                    <a:pt x="2710356" y="2647226"/>
                  </a:lnTo>
                  <a:lnTo>
                    <a:pt x="2710543" y="2646611"/>
                  </a:lnTo>
                  <a:lnTo>
                    <a:pt x="2710730" y="2646022"/>
                  </a:lnTo>
                  <a:lnTo>
                    <a:pt x="2710917" y="2645512"/>
                  </a:lnTo>
                  <a:lnTo>
                    <a:pt x="2711104" y="2645450"/>
                  </a:lnTo>
                  <a:lnTo>
                    <a:pt x="2711291" y="2645688"/>
                  </a:lnTo>
                  <a:lnTo>
                    <a:pt x="2711478" y="2645934"/>
                  </a:lnTo>
                  <a:lnTo>
                    <a:pt x="2711665" y="2646110"/>
                  </a:lnTo>
                  <a:lnTo>
                    <a:pt x="2711851" y="2646242"/>
                  </a:lnTo>
                  <a:lnTo>
                    <a:pt x="2712038" y="2646259"/>
                  </a:lnTo>
                  <a:lnTo>
                    <a:pt x="2712225" y="2646435"/>
                  </a:lnTo>
                  <a:lnTo>
                    <a:pt x="2712412" y="2646611"/>
                  </a:lnTo>
                  <a:lnTo>
                    <a:pt x="2712599" y="2646787"/>
                  </a:lnTo>
                  <a:lnTo>
                    <a:pt x="2712786" y="2646963"/>
                  </a:lnTo>
                  <a:lnTo>
                    <a:pt x="2712973" y="2646989"/>
                  </a:lnTo>
                  <a:lnTo>
                    <a:pt x="2713160" y="2646999"/>
                  </a:lnTo>
                  <a:lnTo>
                    <a:pt x="2713347" y="2647028"/>
                  </a:lnTo>
                  <a:lnTo>
                    <a:pt x="2713534" y="2647105"/>
                  </a:lnTo>
                  <a:lnTo>
                    <a:pt x="2713721" y="2647182"/>
                  </a:lnTo>
                  <a:lnTo>
                    <a:pt x="2713908" y="2647153"/>
                  </a:lnTo>
                  <a:lnTo>
                    <a:pt x="2714094" y="2647054"/>
                  </a:lnTo>
                  <a:lnTo>
                    <a:pt x="2714281" y="2647041"/>
                  </a:lnTo>
                  <a:lnTo>
                    <a:pt x="2714468" y="2647236"/>
                  </a:lnTo>
                  <a:lnTo>
                    <a:pt x="2714655" y="2647457"/>
                  </a:lnTo>
                  <a:lnTo>
                    <a:pt x="2714842" y="2647841"/>
                  </a:lnTo>
                  <a:lnTo>
                    <a:pt x="2715029" y="2648298"/>
                  </a:lnTo>
                  <a:lnTo>
                    <a:pt x="2715216" y="2648758"/>
                  </a:lnTo>
                  <a:lnTo>
                    <a:pt x="2715403" y="2649367"/>
                  </a:lnTo>
                  <a:lnTo>
                    <a:pt x="2715590" y="2650003"/>
                  </a:lnTo>
                  <a:lnTo>
                    <a:pt x="2715777" y="2650640"/>
                  </a:lnTo>
                  <a:lnTo>
                    <a:pt x="2715964" y="2651137"/>
                  </a:lnTo>
                  <a:lnTo>
                    <a:pt x="2716151" y="2651568"/>
                  </a:lnTo>
                  <a:lnTo>
                    <a:pt x="2716338" y="2651850"/>
                  </a:lnTo>
                  <a:lnTo>
                    <a:pt x="2716524" y="2651998"/>
                  </a:lnTo>
                  <a:lnTo>
                    <a:pt x="2716711" y="2652162"/>
                  </a:lnTo>
                  <a:lnTo>
                    <a:pt x="2716898" y="2652371"/>
                  </a:lnTo>
                  <a:lnTo>
                    <a:pt x="2717085" y="2652571"/>
                  </a:lnTo>
                  <a:lnTo>
                    <a:pt x="2717272" y="2652534"/>
                  </a:lnTo>
                  <a:lnTo>
                    <a:pt x="2717459" y="2652619"/>
                  </a:lnTo>
                  <a:lnTo>
                    <a:pt x="2717646" y="2652580"/>
                  </a:lnTo>
                  <a:lnTo>
                    <a:pt x="2717833" y="2652533"/>
                  </a:lnTo>
                  <a:lnTo>
                    <a:pt x="2718020" y="2652652"/>
                  </a:lnTo>
                  <a:lnTo>
                    <a:pt x="2718207" y="2652643"/>
                  </a:lnTo>
                  <a:lnTo>
                    <a:pt x="2718394" y="2652296"/>
                  </a:lnTo>
                  <a:lnTo>
                    <a:pt x="2718581" y="2651881"/>
                  </a:lnTo>
                  <a:lnTo>
                    <a:pt x="2718768" y="2651573"/>
                  </a:lnTo>
                  <a:lnTo>
                    <a:pt x="2718954" y="2651266"/>
                  </a:lnTo>
                  <a:lnTo>
                    <a:pt x="2719141" y="2650821"/>
                  </a:lnTo>
                  <a:lnTo>
                    <a:pt x="2719328" y="2650490"/>
                  </a:lnTo>
                  <a:lnTo>
                    <a:pt x="2719515" y="2650128"/>
                  </a:lnTo>
                  <a:lnTo>
                    <a:pt x="2719702" y="2649721"/>
                  </a:lnTo>
                  <a:lnTo>
                    <a:pt x="2719889" y="2649322"/>
                  </a:lnTo>
                  <a:lnTo>
                    <a:pt x="2720076" y="2649038"/>
                  </a:lnTo>
                  <a:lnTo>
                    <a:pt x="2720263" y="2648609"/>
                  </a:lnTo>
                  <a:lnTo>
                    <a:pt x="2720450" y="2648181"/>
                  </a:lnTo>
                  <a:lnTo>
                    <a:pt x="2720637" y="2647734"/>
                  </a:lnTo>
                  <a:lnTo>
                    <a:pt x="2720824" y="2647014"/>
                  </a:lnTo>
                  <a:lnTo>
                    <a:pt x="2721011" y="2646134"/>
                  </a:lnTo>
                  <a:lnTo>
                    <a:pt x="2721197" y="2645446"/>
                  </a:lnTo>
                  <a:lnTo>
                    <a:pt x="2721384" y="2644801"/>
                  </a:lnTo>
                  <a:lnTo>
                    <a:pt x="2721571" y="2644229"/>
                  </a:lnTo>
                  <a:lnTo>
                    <a:pt x="2721758" y="2643591"/>
                  </a:lnTo>
                  <a:lnTo>
                    <a:pt x="2721945" y="2643034"/>
                  </a:lnTo>
                  <a:lnTo>
                    <a:pt x="2722132" y="2642520"/>
                  </a:lnTo>
                  <a:lnTo>
                    <a:pt x="2722319" y="2642344"/>
                  </a:lnTo>
                  <a:lnTo>
                    <a:pt x="2722506" y="2642168"/>
                  </a:lnTo>
                  <a:lnTo>
                    <a:pt x="2722693" y="2641992"/>
                  </a:lnTo>
                  <a:lnTo>
                    <a:pt x="2722880" y="2641816"/>
                  </a:lnTo>
                  <a:lnTo>
                    <a:pt x="2723067" y="2641702"/>
                  </a:lnTo>
                  <a:lnTo>
                    <a:pt x="2723254" y="2641500"/>
                  </a:lnTo>
                  <a:lnTo>
                    <a:pt x="2723441" y="2641271"/>
                  </a:lnTo>
                  <a:lnTo>
                    <a:pt x="2723627" y="2641209"/>
                  </a:lnTo>
                  <a:lnTo>
                    <a:pt x="2723814" y="2641201"/>
                  </a:lnTo>
                  <a:lnTo>
                    <a:pt x="2724001" y="2641306"/>
                  </a:lnTo>
                  <a:lnTo>
                    <a:pt x="2724188" y="2641262"/>
                  </a:lnTo>
                  <a:lnTo>
                    <a:pt x="2724375" y="2641086"/>
                  </a:lnTo>
                  <a:lnTo>
                    <a:pt x="2724562" y="2640954"/>
                  </a:lnTo>
                  <a:lnTo>
                    <a:pt x="2724749" y="2640778"/>
                  </a:lnTo>
                  <a:lnTo>
                    <a:pt x="2724936" y="2640523"/>
                  </a:lnTo>
                  <a:lnTo>
                    <a:pt x="2725123" y="2639996"/>
                  </a:lnTo>
                  <a:lnTo>
                    <a:pt x="2725310" y="2639468"/>
                  </a:lnTo>
                  <a:lnTo>
                    <a:pt x="2725497" y="2638940"/>
                  </a:lnTo>
                  <a:lnTo>
                    <a:pt x="2725684" y="2638637"/>
                  </a:lnTo>
                  <a:lnTo>
                    <a:pt x="2725870" y="2638059"/>
                  </a:lnTo>
                  <a:lnTo>
                    <a:pt x="2726057" y="2637533"/>
                  </a:lnTo>
                  <a:lnTo>
                    <a:pt x="2726244" y="2636872"/>
                  </a:lnTo>
                  <a:lnTo>
                    <a:pt x="2726431" y="2635996"/>
                  </a:lnTo>
                  <a:lnTo>
                    <a:pt x="2726618" y="2635207"/>
                  </a:lnTo>
                  <a:lnTo>
                    <a:pt x="2726805" y="2634425"/>
                  </a:lnTo>
                  <a:lnTo>
                    <a:pt x="2726992" y="2633780"/>
                  </a:lnTo>
                  <a:lnTo>
                    <a:pt x="2727179" y="2633135"/>
                  </a:lnTo>
                  <a:lnTo>
                    <a:pt x="2727366" y="2632534"/>
                  </a:lnTo>
                  <a:lnTo>
                    <a:pt x="2727553" y="2632065"/>
                  </a:lnTo>
                  <a:lnTo>
                    <a:pt x="2727740" y="2631524"/>
                  </a:lnTo>
                  <a:lnTo>
                    <a:pt x="2727927" y="2631158"/>
                  </a:lnTo>
                  <a:lnTo>
                    <a:pt x="2728114" y="2630722"/>
                  </a:lnTo>
                  <a:lnTo>
                    <a:pt x="2728300" y="2630244"/>
                  </a:lnTo>
                  <a:lnTo>
                    <a:pt x="2728487" y="2629644"/>
                  </a:lnTo>
                  <a:lnTo>
                    <a:pt x="2728674" y="2629126"/>
                  </a:lnTo>
                  <a:lnTo>
                    <a:pt x="2728861" y="2628177"/>
                  </a:lnTo>
                  <a:lnTo>
                    <a:pt x="2729048" y="2627322"/>
                  </a:lnTo>
                  <a:lnTo>
                    <a:pt x="2729235" y="2626425"/>
                  </a:lnTo>
                  <a:lnTo>
                    <a:pt x="2729422" y="2625491"/>
                  </a:lnTo>
                  <a:lnTo>
                    <a:pt x="2729609" y="2624558"/>
                  </a:lnTo>
                  <a:lnTo>
                    <a:pt x="2729796" y="2623624"/>
                  </a:lnTo>
                  <a:lnTo>
                    <a:pt x="2729983" y="2622532"/>
                  </a:lnTo>
                  <a:lnTo>
                    <a:pt x="2730170" y="2621128"/>
                  </a:lnTo>
                  <a:lnTo>
                    <a:pt x="2730357" y="2619506"/>
                  </a:lnTo>
                  <a:lnTo>
                    <a:pt x="2730544" y="2617834"/>
                  </a:lnTo>
                  <a:lnTo>
                    <a:pt x="2730730" y="2616184"/>
                  </a:lnTo>
                  <a:lnTo>
                    <a:pt x="2730917" y="2614566"/>
                  </a:lnTo>
                  <a:lnTo>
                    <a:pt x="2731104" y="2612302"/>
                  </a:lnTo>
                  <a:lnTo>
                    <a:pt x="2731291" y="2610063"/>
                  </a:lnTo>
                  <a:lnTo>
                    <a:pt x="2731478" y="2607939"/>
                  </a:lnTo>
                  <a:lnTo>
                    <a:pt x="2731665" y="2606104"/>
                  </a:lnTo>
                  <a:lnTo>
                    <a:pt x="2731852" y="2604340"/>
                  </a:lnTo>
                  <a:lnTo>
                    <a:pt x="2732039" y="2602867"/>
                  </a:lnTo>
                  <a:lnTo>
                    <a:pt x="2732226" y="2601532"/>
                  </a:lnTo>
                  <a:lnTo>
                    <a:pt x="2732413" y="2600256"/>
                  </a:lnTo>
                  <a:lnTo>
                    <a:pt x="2732600" y="2599051"/>
                  </a:lnTo>
                  <a:lnTo>
                    <a:pt x="2732787" y="2598134"/>
                  </a:lnTo>
                  <a:lnTo>
                    <a:pt x="2732973" y="2597665"/>
                  </a:lnTo>
                  <a:lnTo>
                    <a:pt x="2733160" y="2597228"/>
                  </a:lnTo>
                  <a:lnTo>
                    <a:pt x="2733347" y="2597086"/>
                  </a:lnTo>
                  <a:lnTo>
                    <a:pt x="2733534" y="2596853"/>
                  </a:lnTo>
                  <a:lnTo>
                    <a:pt x="2733721" y="2596572"/>
                  </a:lnTo>
                  <a:lnTo>
                    <a:pt x="2733908" y="2596796"/>
                  </a:lnTo>
                  <a:lnTo>
                    <a:pt x="2734095" y="2597406"/>
                  </a:lnTo>
                  <a:lnTo>
                    <a:pt x="2734282" y="2598565"/>
                  </a:lnTo>
                  <a:lnTo>
                    <a:pt x="2734469" y="2599699"/>
                  </a:lnTo>
                  <a:lnTo>
                    <a:pt x="2734656" y="2600930"/>
                  </a:lnTo>
                  <a:lnTo>
                    <a:pt x="2734843" y="2602508"/>
                  </a:lnTo>
                  <a:lnTo>
                    <a:pt x="2735030" y="2603784"/>
                  </a:lnTo>
                  <a:lnTo>
                    <a:pt x="2735217" y="2604889"/>
                  </a:lnTo>
                  <a:lnTo>
                    <a:pt x="2735403" y="2606307"/>
                  </a:lnTo>
                  <a:lnTo>
                    <a:pt x="2735590" y="2608008"/>
                  </a:lnTo>
                  <a:lnTo>
                    <a:pt x="2735777" y="2609946"/>
                  </a:lnTo>
                  <a:lnTo>
                    <a:pt x="2735964" y="2612161"/>
                  </a:lnTo>
                  <a:lnTo>
                    <a:pt x="2736151" y="2614139"/>
                  </a:lnTo>
                  <a:lnTo>
                    <a:pt x="2736338" y="2616135"/>
                  </a:lnTo>
                  <a:lnTo>
                    <a:pt x="2736525" y="2618390"/>
                  </a:lnTo>
                  <a:lnTo>
                    <a:pt x="2736712" y="2619857"/>
                  </a:lnTo>
                  <a:lnTo>
                    <a:pt x="2736899" y="2621249"/>
                  </a:lnTo>
                  <a:lnTo>
                    <a:pt x="2737086" y="2622605"/>
                  </a:lnTo>
                  <a:lnTo>
                    <a:pt x="2737273" y="2623567"/>
                  </a:lnTo>
                  <a:lnTo>
                    <a:pt x="2737460" y="2624969"/>
                  </a:lnTo>
                  <a:lnTo>
                    <a:pt x="2737646" y="2626503"/>
                  </a:lnTo>
                  <a:lnTo>
                    <a:pt x="2737833" y="2628194"/>
                  </a:lnTo>
                  <a:lnTo>
                    <a:pt x="2738020" y="2629902"/>
                  </a:lnTo>
                  <a:lnTo>
                    <a:pt x="2738207" y="2631160"/>
                  </a:lnTo>
                  <a:lnTo>
                    <a:pt x="2738394" y="2632072"/>
                  </a:lnTo>
                  <a:lnTo>
                    <a:pt x="2738581" y="2632815"/>
                  </a:lnTo>
                  <a:lnTo>
                    <a:pt x="2738768" y="2633475"/>
                  </a:lnTo>
                  <a:lnTo>
                    <a:pt x="2738955" y="2634387"/>
                  </a:lnTo>
                  <a:lnTo>
                    <a:pt x="2739142" y="2635437"/>
                  </a:lnTo>
                  <a:lnTo>
                    <a:pt x="2739329" y="2636305"/>
                  </a:lnTo>
                  <a:lnTo>
                    <a:pt x="2739516" y="2637128"/>
                  </a:lnTo>
                  <a:lnTo>
                    <a:pt x="2739703" y="2637844"/>
                  </a:lnTo>
                  <a:lnTo>
                    <a:pt x="2739890" y="2638674"/>
                  </a:lnTo>
                  <a:lnTo>
                    <a:pt x="2740076" y="2639942"/>
                  </a:lnTo>
                  <a:lnTo>
                    <a:pt x="2740263" y="2640788"/>
                  </a:lnTo>
                  <a:lnTo>
                    <a:pt x="2740450" y="2641468"/>
                  </a:lnTo>
                  <a:lnTo>
                    <a:pt x="2740637" y="2642280"/>
                  </a:lnTo>
                  <a:lnTo>
                    <a:pt x="2740824" y="2643152"/>
                  </a:lnTo>
                  <a:lnTo>
                    <a:pt x="2741011" y="2643795"/>
                  </a:lnTo>
                  <a:lnTo>
                    <a:pt x="2741198" y="2644510"/>
                  </a:lnTo>
                  <a:lnTo>
                    <a:pt x="2741385" y="2645078"/>
                  </a:lnTo>
                  <a:lnTo>
                    <a:pt x="2741572" y="2645539"/>
                  </a:lnTo>
                  <a:lnTo>
                    <a:pt x="2741759" y="2646025"/>
                  </a:lnTo>
                  <a:lnTo>
                    <a:pt x="2741946" y="2646626"/>
                  </a:lnTo>
                  <a:lnTo>
                    <a:pt x="2742133" y="2647255"/>
                  </a:lnTo>
                  <a:lnTo>
                    <a:pt x="2742320" y="2647852"/>
                  </a:lnTo>
                  <a:lnTo>
                    <a:pt x="2742506" y="2648704"/>
                  </a:lnTo>
                  <a:lnTo>
                    <a:pt x="2742693" y="2649715"/>
                  </a:lnTo>
                  <a:lnTo>
                    <a:pt x="2742880" y="2650727"/>
                  </a:lnTo>
                  <a:lnTo>
                    <a:pt x="2743067" y="2652071"/>
                  </a:lnTo>
                  <a:lnTo>
                    <a:pt x="2743254" y="2653426"/>
                  </a:lnTo>
                  <a:lnTo>
                    <a:pt x="2743441" y="2654622"/>
                  </a:lnTo>
                  <a:lnTo>
                    <a:pt x="2743628" y="2655818"/>
                  </a:lnTo>
                  <a:lnTo>
                    <a:pt x="2743815" y="2656953"/>
                  </a:lnTo>
                  <a:lnTo>
                    <a:pt x="2744002" y="2658330"/>
                  </a:lnTo>
                  <a:lnTo>
                    <a:pt x="2744189" y="2659387"/>
                  </a:lnTo>
                  <a:lnTo>
                    <a:pt x="2744376" y="2660996"/>
                  </a:lnTo>
                  <a:lnTo>
                    <a:pt x="2744563" y="2661627"/>
                  </a:lnTo>
                  <a:lnTo>
                    <a:pt x="2744749" y="2662226"/>
                  </a:lnTo>
                  <a:lnTo>
                    <a:pt x="2744936" y="2662600"/>
                  </a:lnTo>
                  <a:lnTo>
                    <a:pt x="2745123" y="2663029"/>
                  </a:lnTo>
                  <a:lnTo>
                    <a:pt x="2745310" y="2663374"/>
                  </a:lnTo>
                  <a:lnTo>
                    <a:pt x="2745497" y="2663222"/>
                  </a:lnTo>
                  <a:lnTo>
                    <a:pt x="2745684" y="2663574"/>
                  </a:lnTo>
                  <a:lnTo>
                    <a:pt x="2745871" y="2663561"/>
                  </a:lnTo>
                  <a:lnTo>
                    <a:pt x="2746058" y="2662904"/>
                  </a:lnTo>
                  <a:lnTo>
                    <a:pt x="2746245" y="2661773"/>
                  </a:lnTo>
                  <a:lnTo>
                    <a:pt x="2746432" y="2660015"/>
                  </a:lnTo>
                  <a:lnTo>
                    <a:pt x="2746619" y="2658560"/>
                  </a:lnTo>
                  <a:lnTo>
                    <a:pt x="2746806" y="2657062"/>
                  </a:lnTo>
                  <a:lnTo>
                    <a:pt x="2746993" y="2655517"/>
                  </a:lnTo>
                  <a:lnTo>
                    <a:pt x="2747179" y="2653680"/>
                  </a:lnTo>
                  <a:lnTo>
                    <a:pt x="2747366" y="2651887"/>
                  </a:lnTo>
                  <a:lnTo>
                    <a:pt x="2747553" y="2650102"/>
                  </a:lnTo>
                  <a:lnTo>
                    <a:pt x="2747740" y="2648189"/>
                  </a:lnTo>
                  <a:lnTo>
                    <a:pt x="2747927" y="2646230"/>
                  </a:lnTo>
                  <a:lnTo>
                    <a:pt x="2748114" y="2644279"/>
                  </a:lnTo>
                  <a:lnTo>
                    <a:pt x="2748301" y="2642369"/>
                  </a:lnTo>
                  <a:lnTo>
                    <a:pt x="2748488" y="2640058"/>
                  </a:lnTo>
                  <a:lnTo>
                    <a:pt x="2748675" y="2637631"/>
                  </a:lnTo>
                  <a:lnTo>
                    <a:pt x="2748862" y="2635440"/>
                  </a:lnTo>
                  <a:lnTo>
                    <a:pt x="2749049" y="2633594"/>
                  </a:lnTo>
                  <a:lnTo>
                    <a:pt x="2749236" y="2632161"/>
                  </a:lnTo>
                  <a:lnTo>
                    <a:pt x="2749423" y="2630775"/>
                  </a:lnTo>
                  <a:lnTo>
                    <a:pt x="2749609" y="2629247"/>
                  </a:lnTo>
                  <a:lnTo>
                    <a:pt x="2749796" y="2627804"/>
                  </a:lnTo>
                  <a:lnTo>
                    <a:pt x="2749983" y="2626406"/>
                  </a:lnTo>
                  <a:lnTo>
                    <a:pt x="2750170" y="2624699"/>
                  </a:lnTo>
                  <a:lnTo>
                    <a:pt x="2750357" y="2622675"/>
                  </a:lnTo>
                  <a:lnTo>
                    <a:pt x="2750544" y="2620440"/>
                  </a:lnTo>
                  <a:lnTo>
                    <a:pt x="2750731" y="2617659"/>
                  </a:lnTo>
                  <a:lnTo>
                    <a:pt x="2750918" y="2614852"/>
                  </a:lnTo>
                  <a:lnTo>
                    <a:pt x="2751105" y="2612114"/>
                  </a:lnTo>
                  <a:lnTo>
                    <a:pt x="2751292" y="2609632"/>
                  </a:lnTo>
                  <a:lnTo>
                    <a:pt x="2751479" y="2607191"/>
                  </a:lnTo>
                  <a:lnTo>
                    <a:pt x="2751666" y="2604186"/>
                  </a:lnTo>
                  <a:lnTo>
                    <a:pt x="2751852" y="2601212"/>
                  </a:lnTo>
                  <a:lnTo>
                    <a:pt x="2752039" y="2598150"/>
                  </a:lnTo>
                  <a:lnTo>
                    <a:pt x="2752226" y="2595066"/>
                  </a:lnTo>
                  <a:lnTo>
                    <a:pt x="2752413" y="2592181"/>
                  </a:lnTo>
                  <a:lnTo>
                    <a:pt x="2752600" y="2589496"/>
                  </a:lnTo>
                  <a:lnTo>
                    <a:pt x="2752787" y="2586925"/>
                  </a:lnTo>
                  <a:lnTo>
                    <a:pt x="2752974" y="2584697"/>
                  </a:lnTo>
                  <a:lnTo>
                    <a:pt x="2753161" y="2582856"/>
                  </a:lnTo>
                  <a:lnTo>
                    <a:pt x="2753348" y="2581356"/>
                  </a:lnTo>
                  <a:lnTo>
                    <a:pt x="2753535" y="2580573"/>
                  </a:lnTo>
                  <a:lnTo>
                    <a:pt x="2753722" y="2579948"/>
                  </a:lnTo>
                  <a:lnTo>
                    <a:pt x="2753909" y="2579367"/>
                  </a:lnTo>
                  <a:lnTo>
                    <a:pt x="2754096" y="2578840"/>
                  </a:lnTo>
                  <a:lnTo>
                    <a:pt x="2754282" y="2578497"/>
                  </a:lnTo>
                  <a:lnTo>
                    <a:pt x="2754469" y="2578409"/>
                  </a:lnTo>
                  <a:lnTo>
                    <a:pt x="2754656" y="2578585"/>
                  </a:lnTo>
                  <a:lnTo>
                    <a:pt x="2754843" y="2578787"/>
                  </a:lnTo>
                  <a:lnTo>
                    <a:pt x="2755030" y="2579112"/>
                  </a:lnTo>
                  <a:lnTo>
                    <a:pt x="2755217" y="2579280"/>
                  </a:lnTo>
                  <a:lnTo>
                    <a:pt x="2755404" y="2579280"/>
                  </a:lnTo>
                  <a:lnTo>
                    <a:pt x="2755591" y="2579315"/>
                  </a:lnTo>
                  <a:lnTo>
                    <a:pt x="2755778" y="2579667"/>
                  </a:lnTo>
                  <a:lnTo>
                    <a:pt x="2755965" y="2580194"/>
                  </a:lnTo>
                  <a:lnTo>
                    <a:pt x="2756152" y="2580722"/>
                  </a:lnTo>
                  <a:lnTo>
                    <a:pt x="2756339" y="2581250"/>
                  </a:lnTo>
                  <a:lnTo>
                    <a:pt x="2756525" y="2581874"/>
                  </a:lnTo>
                  <a:lnTo>
                    <a:pt x="2756712" y="2582552"/>
                  </a:lnTo>
                  <a:lnTo>
                    <a:pt x="2756899" y="2583255"/>
                  </a:lnTo>
                  <a:lnTo>
                    <a:pt x="2757086" y="2583853"/>
                  </a:lnTo>
                  <a:lnTo>
                    <a:pt x="2757273" y="2584320"/>
                  </a:lnTo>
                  <a:lnTo>
                    <a:pt x="2757460" y="2584680"/>
                  </a:lnTo>
                  <a:lnTo>
                    <a:pt x="2757647" y="2585208"/>
                  </a:lnTo>
                  <a:lnTo>
                    <a:pt x="2757834" y="2585736"/>
                  </a:lnTo>
                  <a:lnTo>
                    <a:pt x="2758021" y="2586281"/>
                  </a:lnTo>
                  <a:lnTo>
                    <a:pt x="2758208" y="2586985"/>
                  </a:lnTo>
                  <a:lnTo>
                    <a:pt x="2758395" y="2587820"/>
                  </a:lnTo>
                  <a:lnTo>
                    <a:pt x="2758582" y="2588462"/>
                  </a:lnTo>
                  <a:lnTo>
                    <a:pt x="2758769" y="2588990"/>
                  </a:lnTo>
                  <a:lnTo>
                    <a:pt x="2758955" y="2589596"/>
                  </a:lnTo>
                  <a:lnTo>
                    <a:pt x="2759142" y="2590285"/>
                  </a:lnTo>
                  <a:lnTo>
                    <a:pt x="2759329" y="2591023"/>
                  </a:lnTo>
                  <a:lnTo>
                    <a:pt x="2759516" y="2591707"/>
                  </a:lnTo>
                  <a:lnTo>
                    <a:pt x="2759703" y="2592088"/>
                  </a:lnTo>
                  <a:lnTo>
                    <a:pt x="2759890" y="2592332"/>
                  </a:lnTo>
                  <a:lnTo>
                    <a:pt x="2760077" y="2592380"/>
                  </a:lnTo>
                  <a:lnTo>
                    <a:pt x="2760264" y="2591989"/>
                  </a:lnTo>
                  <a:lnTo>
                    <a:pt x="2760451" y="2591128"/>
                  </a:lnTo>
                  <a:lnTo>
                    <a:pt x="2760638" y="2590348"/>
                  </a:lnTo>
                  <a:lnTo>
                    <a:pt x="2760825" y="2589699"/>
                  </a:lnTo>
                  <a:lnTo>
                    <a:pt x="2761012" y="2588902"/>
                  </a:lnTo>
                  <a:lnTo>
                    <a:pt x="2761199" y="2587808"/>
                  </a:lnTo>
                  <a:lnTo>
                    <a:pt x="2761385" y="2586462"/>
                  </a:lnTo>
                  <a:lnTo>
                    <a:pt x="2761572" y="2585178"/>
                  </a:lnTo>
                  <a:lnTo>
                    <a:pt x="2761759" y="2583582"/>
                  </a:lnTo>
                  <a:lnTo>
                    <a:pt x="2761946" y="2581865"/>
                  </a:lnTo>
                  <a:lnTo>
                    <a:pt x="2762133" y="2579936"/>
                  </a:lnTo>
                  <a:lnTo>
                    <a:pt x="2762320" y="2577605"/>
                  </a:lnTo>
                  <a:lnTo>
                    <a:pt x="2762507" y="2575766"/>
                  </a:lnTo>
                  <a:lnTo>
                    <a:pt x="2762694" y="2574095"/>
                  </a:lnTo>
                  <a:lnTo>
                    <a:pt x="2762881" y="2572547"/>
                  </a:lnTo>
                  <a:lnTo>
                    <a:pt x="2763068" y="2571109"/>
                  </a:lnTo>
                  <a:lnTo>
                    <a:pt x="2763255" y="2570420"/>
                  </a:lnTo>
                  <a:lnTo>
                    <a:pt x="2763442" y="2569776"/>
                  </a:lnTo>
                  <a:lnTo>
                    <a:pt x="2763628" y="2569276"/>
                  </a:lnTo>
                  <a:lnTo>
                    <a:pt x="2763815" y="2568982"/>
                  </a:lnTo>
                  <a:lnTo>
                    <a:pt x="2764002" y="2568901"/>
                  </a:lnTo>
                  <a:lnTo>
                    <a:pt x="2764189" y="2568891"/>
                  </a:lnTo>
                  <a:lnTo>
                    <a:pt x="2764376" y="2568551"/>
                  </a:lnTo>
                  <a:lnTo>
                    <a:pt x="2764563" y="2568308"/>
                  </a:lnTo>
                  <a:lnTo>
                    <a:pt x="2764750" y="2567941"/>
                  </a:lnTo>
                  <a:lnTo>
                    <a:pt x="2764937" y="2567707"/>
                  </a:lnTo>
                  <a:lnTo>
                    <a:pt x="2765124" y="2567386"/>
                  </a:lnTo>
                  <a:lnTo>
                    <a:pt x="2765311" y="2566872"/>
                  </a:lnTo>
                  <a:lnTo>
                    <a:pt x="2765498" y="2566428"/>
                  </a:lnTo>
                  <a:lnTo>
                    <a:pt x="2765685" y="2565983"/>
                  </a:lnTo>
                  <a:lnTo>
                    <a:pt x="2765872" y="2565844"/>
                  </a:lnTo>
                  <a:lnTo>
                    <a:pt x="2766058" y="2565447"/>
                  </a:lnTo>
                  <a:lnTo>
                    <a:pt x="2766245" y="2565068"/>
                  </a:lnTo>
                  <a:lnTo>
                    <a:pt x="2766432" y="2564119"/>
                  </a:lnTo>
                  <a:lnTo>
                    <a:pt x="2766619" y="2562923"/>
                  </a:lnTo>
                  <a:lnTo>
                    <a:pt x="2766806" y="2561746"/>
                  </a:lnTo>
                  <a:lnTo>
                    <a:pt x="2766993" y="2560657"/>
                  </a:lnTo>
                  <a:lnTo>
                    <a:pt x="2767180" y="2559717"/>
                  </a:lnTo>
                  <a:lnTo>
                    <a:pt x="2767367" y="2559041"/>
                  </a:lnTo>
                  <a:lnTo>
                    <a:pt x="2767554" y="2559127"/>
                  </a:lnTo>
                  <a:lnTo>
                    <a:pt x="2767741" y="2558813"/>
                  </a:lnTo>
                  <a:lnTo>
                    <a:pt x="2767928" y="2558402"/>
                  </a:lnTo>
                  <a:lnTo>
                    <a:pt x="2768115" y="2557694"/>
                  </a:lnTo>
                  <a:lnTo>
                    <a:pt x="2768302" y="2557074"/>
                  </a:lnTo>
                  <a:lnTo>
                    <a:pt x="2768488" y="2557022"/>
                  </a:lnTo>
                  <a:lnTo>
                    <a:pt x="2768675" y="2556768"/>
                  </a:lnTo>
                  <a:lnTo>
                    <a:pt x="2768862" y="2556516"/>
                  </a:lnTo>
                  <a:lnTo>
                    <a:pt x="2769049" y="2556224"/>
                  </a:lnTo>
                  <a:lnTo>
                    <a:pt x="2769236" y="2556088"/>
                  </a:lnTo>
                  <a:lnTo>
                    <a:pt x="2769423" y="2555776"/>
                  </a:lnTo>
                  <a:lnTo>
                    <a:pt x="2769610" y="2555347"/>
                  </a:lnTo>
                  <a:lnTo>
                    <a:pt x="2769797" y="2554869"/>
                  </a:lnTo>
                  <a:lnTo>
                    <a:pt x="2769984" y="2554459"/>
                  </a:lnTo>
                  <a:lnTo>
                    <a:pt x="2770171" y="2553913"/>
                  </a:lnTo>
                  <a:lnTo>
                    <a:pt x="2770358" y="2553071"/>
                  </a:lnTo>
                  <a:lnTo>
                    <a:pt x="2770545" y="2552648"/>
                  </a:lnTo>
                  <a:lnTo>
                    <a:pt x="2770731" y="2552213"/>
                  </a:lnTo>
                  <a:lnTo>
                    <a:pt x="2770918" y="2552251"/>
                  </a:lnTo>
                  <a:lnTo>
                    <a:pt x="2771105" y="2552650"/>
                  </a:lnTo>
                  <a:lnTo>
                    <a:pt x="2771292" y="2552737"/>
                  </a:lnTo>
                  <a:lnTo>
                    <a:pt x="2771479" y="2552931"/>
                  </a:lnTo>
                  <a:lnTo>
                    <a:pt x="2771666" y="2553180"/>
                  </a:lnTo>
                  <a:lnTo>
                    <a:pt x="2771853" y="2553576"/>
                  </a:lnTo>
                  <a:lnTo>
                    <a:pt x="2772040" y="2554016"/>
                  </a:lnTo>
                  <a:lnTo>
                    <a:pt x="2772227" y="2554373"/>
                  </a:lnTo>
                  <a:lnTo>
                    <a:pt x="2772414" y="2555186"/>
                  </a:lnTo>
                  <a:lnTo>
                    <a:pt x="2772601" y="2556170"/>
                  </a:lnTo>
                  <a:lnTo>
                    <a:pt x="2772788" y="2556991"/>
                  </a:lnTo>
                  <a:lnTo>
                    <a:pt x="2772975" y="2557888"/>
                  </a:lnTo>
                  <a:lnTo>
                    <a:pt x="2773161" y="2558831"/>
                  </a:lnTo>
                  <a:lnTo>
                    <a:pt x="2773348" y="2559749"/>
                  </a:lnTo>
                  <a:lnTo>
                    <a:pt x="2773535" y="2560746"/>
                  </a:lnTo>
                  <a:lnTo>
                    <a:pt x="2773722" y="2561618"/>
                  </a:lnTo>
                  <a:lnTo>
                    <a:pt x="2773909" y="2562402"/>
                  </a:lnTo>
                  <a:lnTo>
                    <a:pt x="2774096" y="2563057"/>
                  </a:lnTo>
                  <a:lnTo>
                    <a:pt x="2774283" y="2563828"/>
                  </a:lnTo>
                  <a:lnTo>
                    <a:pt x="2774470" y="2564464"/>
                  </a:lnTo>
                  <a:lnTo>
                    <a:pt x="2774657" y="2565038"/>
                  </a:lnTo>
                  <a:lnTo>
                    <a:pt x="2774844" y="2565619"/>
                  </a:lnTo>
                  <a:lnTo>
                    <a:pt x="2775031" y="2566197"/>
                  </a:lnTo>
                  <a:lnTo>
                    <a:pt x="2775218" y="2566552"/>
                  </a:lnTo>
                  <a:lnTo>
                    <a:pt x="2775404" y="2566768"/>
                  </a:lnTo>
                  <a:lnTo>
                    <a:pt x="2775591" y="2567193"/>
                  </a:lnTo>
                  <a:lnTo>
                    <a:pt x="2775778" y="2567471"/>
                  </a:lnTo>
                  <a:lnTo>
                    <a:pt x="2775965" y="2567706"/>
                  </a:lnTo>
                  <a:lnTo>
                    <a:pt x="2776152" y="2567812"/>
                  </a:lnTo>
                  <a:lnTo>
                    <a:pt x="2776339" y="2567671"/>
                  </a:lnTo>
                  <a:lnTo>
                    <a:pt x="2776526" y="2567378"/>
                  </a:lnTo>
                  <a:lnTo>
                    <a:pt x="2776713" y="2567099"/>
                  </a:lnTo>
                  <a:lnTo>
                    <a:pt x="2776900" y="2566950"/>
                  </a:lnTo>
                  <a:lnTo>
                    <a:pt x="2777087" y="2566730"/>
                  </a:lnTo>
                  <a:lnTo>
                    <a:pt x="2777274" y="2566318"/>
                  </a:lnTo>
                  <a:lnTo>
                    <a:pt x="2777461" y="2565589"/>
                  </a:lnTo>
                  <a:lnTo>
                    <a:pt x="2777648" y="2564439"/>
                  </a:lnTo>
                  <a:lnTo>
                    <a:pt x="2777834" y="2563495"/>
                  </a:lnTo>
                  <a:lnTo>
                    <a:pt x="2778021" y="2562657"/>
                  </a:lnTo>
                  <a:lnTo>
                    <a:pt x="2778208" y="2561891"/>
                  </a:lnTo>
                  <a:lnTo>
                    <a:pt x="2778395" y="2561423"/>
                  </a:lnTo>
                  <a:lnTo>
                    <a:pt x="2778582" y="2560841"/>
                  </a:lnTo>
                  <a:lnTo>
                    <a:pt x="2778769" y="2560202"/>
                  </a:lnTo>
                  <a:lnTo>
                    <a:pt x="2778956" y="2559434"/>
                  </a:lnTo>
                  <a:lnTo>
                    <a:pt x="2779143" y="2558560"/>
                  </a:lnTo>
                  <a:lnTo>
                    <a:pt x="2779330" y="2557748"/>
                  </a:lnTo>
                  <a:lnTo>
                    <a:pt x="2779517" y="2556847"/>
                  </a:lnTo>
                  <a:lnTo>
                    <a:pt x="2779704" y="2555713"/>
                  </a:lnTo>
                  <a:lnTo>
                    <a:pt x="2779891" y="2554447"/>
                  </a:lnTo>
                  <a:lnTo>
                    <a:pt x="2780078" y="2552971"/>
                  </a:lnTo>
                  <a:lnTo>
                    <a:pt x="2780264" y="2551783"/>
                  </a:lnTo>
                  <a:lnTo>
                    <a:pt x="2780451" y="2550614"/>
                  </a:lnTo>
                  <a:lnTo>
                    <a:pt x="2780638" y="2549700"/>
                  </a:lnTo>
                  <a:lnTo>
                    <a:pt x="2780825" y="2548662"/>
                  </a:lnTo>
                  <a:lnTo>
                    <a:pt x="2781012" y="2547465"/>
                  </a:lnTo>
                  <a:lnTo>
                    <a:pt x="2781199" y="2546445"/>
                  </a:lnTo>
                  <a:lnTo>
                    <a:pt x="2781386" y="2545402"/>
                  </a:lnTo>
                  <a:lnTo>
                    <a:pt x="2781573" y="2544529"/>
                  </a:lnTo>
                  <a:lnTo>
                    <a:pt x="2781760" y="2543776"/>
                  </a:lnTo>
                  <a:lnTo>
                    <a:pt x="2781947" y="2543365"/>
                  </a:lnTo>
                  <a:lnTo>
                    <a:pt x="2782134" y="2543155"/>
                  </a:lnTo>
                  <a:lnTo>
                    <a:pt x="2782321" y="2543092"/>
                  </a:lnTo>
                  <a:lnTo>
                    <a:pt x="2782507" y="2543268"/>
                  </a:lnTo>
                  <a:lnTo>
                    <a:pt x="2782694" y="2543652"/>
                  </a:lnTo>
                  <a:lnTo>
                    <a:pt x="2782881" y="2544697"/>
                  </a:lnTo>
                  <a:lnTo>
                    <a:pt x="2783068" y="2545104"/>
                  </a:lnTo>
                  <a:lnTo>
                    <a:pt x="2783255" y="2545574"/>
                  </a:lnTo>
                  <a:lnTo>
                    <a:pt x="2783442" y="2546279"/>
                  </a:lnTo>
                  <a:lnTo>
                    <a:pt x="2783629" y="2547629"/>
                  </a:lnTo>
                  <a:lnTo>
                    <a:pt x="2783816" y="2549841"/>
                  </a:lnTo>
                  <a:lnTo>
                    <a:pt x="2784003" y="2551647"/>
                  </a:lnTo>
                  <a:lnTo>
                    <a:pt x="2784190" y="2553441"/>
                  </a:lnTo>
                  <a:lnTo>
                    <a:pt x="2784377" y="2554986"/>
                  </a:lnTo>
                  <a:lnTo>
                    <a:pt x="2784564" y="2556434"/>
                  </a:lnTo>
                  <a:lnTo>
                    <a:pt x="2784751" y="2557824"/>
                  </a:lnTo>
                  <a:lnTo>
                    <a:pt x="2784937" y="2559158"/>
                  </a:lnTo>
                  <a:lnTo>
                    <a:pt x="2785124" y="2560563"/>
                  </a:lnTo>
                  <a:lnTo>
                    <a:pt x="2785311" y="2562028"/>
                  </a:lnTo>
                  <a:lnTo>
                    <a:pt x="2785498" y="2563522"/>
                  </a:lnTo>
                  <a:lnTo>
                    <a:pt x="2785685" y="2565089"/>
                  </a:lnTo>
                  <a:lnTo>
                    <a:pt x="2785872" y="2566995"/>
                  </a:lnTo>
                  <a:lnTo>
                    <a:pt x="2786059" y="2568710"/>
                  </a:lnTo>
                  <a:lnTo>
                    <a:pt x="2786246" y="2570400"/>
                  </a:lnTo>
                  <a:lnTo>
                    <a:pt x="2786433" y="2572025"/>
                  </a:lnTo>
                  <a:lnTo>
                    <a:pt x="2786620" y="2573182"/>
                  </a:lnTo>
                  <a:lnTo>
                    <a:pt x="2786807" y="2574038"/>
                  </a:lnTo>
                  <a:lnTo>
                    <a:pt x="2786994" y="2574950"/>
                  </a:lnTo>
                  <a:lnTo>
                    <a:pt x="2787181" y="2575791"/>
                  </a:lnTo>
                  <a:lnTo>
                    <a:pt x="2787367" y="2576292"/>
                  </a:lnTo>
                  <a:lnTo>
                    <a:pt x="2787554" y="2577195"/>
                  </a:lnTo>
                  <a:lnTo>
                    <a:pt x="2787741" y="2578184"/>
                  </a:lnTo>
                  <a:lnTo>
                    <a:pt x="2787928" y="2579216"/>
                  </a:lnTo>
                  <a:lnTo>
                    <a:pt x="2788115" y="2580994"/>
                  </a:lnTo>
                  <a:lnTo>
                    <a:pt x="2788302" y="2582683"/>
                  </a:lnTo>
                  <a:lnTo>
                    <a:pt x="2788489" y="2583890"/>
                  </a:lnTo>
                  <a:lnTo>
                    <a:pt x="2788676" y="2584541"/>
                  </a:lnTo>
                  <a:lnTo>
                    <a:pt x="2788863" y="2585241"/>
                  </a:lnTo>
                  <a:lnTo>
                    <a:pt x="2789050" y="2586318"/>
                  </a:lnTo>
                  <a:lnTo>
                    <a:pt x="2789237" y="2587355"/>
                  </a:lnTo>
                  <a:lnTo>
                    <a:pt x="2789424" y="2588159"/>
                  </a:lnTo>
                  <a:lnTo>
                    <a:pt x="2789610" y="2589133"/>
                  </a:lnTo>
                  <a:lnTo>
                    <a:pt x="2789797" y="2589885"/>
                  </a:lnTo>
                  <a:lnTo>
                    <a:pt x="2789984" y="2590889"/>
                  </a:lnTo>
                  <a:lnTo>
                    <a:pt x="2790171" y="2591892"/>
                  </a:lnTo>
                  <a:lnTo>
                    <a:pt x="2790358" y="2592377"/>
                  </a:lnTo>
                  <a:lnTo>
                    <a:pt x="2790545" y="2592549"/>
                  </a:lnTo>
                  <a:lnTo>
                    <a:pt x="2790732" y="2592374"/>
                  </a:lnTo>
                  <a:lnTo>
                    <a:pt x="2790919" y="2591444"/>
                  </a:lnTo>
                  <a:lnTo>
                    <a:pt x="2791106" y="2590501"/>
                  </a:lnTo>
                  <a:lnTo>
                    <a:pt x="2791293" y="2589673"/>
                  </a:lnTo>
                  <a:lnTo>
                    <a:pt x="2791480" y="2589130"/>
                  </a:lnTo>
                  <a:lnTo>
                    <a:pt x="2791667" y="2588908"/>
                  </a:lnTo>
                  <a:lnTo>
                    <a:pt x="2791854" y="2588549"/>
                  </a:lnTo>
                  <a:lnTo>
                    <a:pt x="2792040" y="2587832"/>
                  </a:lnTo>
                  <a:lnTo>
                    <a:pt x="2792227" y="2586893"/>
                  </a:lnTo>
                  <a:lnTo>
                    <a:pt x="2792414" y="2585778"/>
                  </a:lnTo>
                  <a:lnTo>
                    <a:pt x="2792601" y="2584747"/>
                  </a:lnTo>
                  <a:lnTo>
                    <a:pt x="2792788" y="2583752"/>
                  </a:lnTo>
                  <a:lnTo>
                    <a:pt x="2792975" y="2582683"/>
                  </a:lnTo>
                  <a:lnTo>
                    <a:pt x="2793162" y="2581380"/>
                  </a:lnTo>
                  <a:lnTo>
                    <a:pt x="2793349" y="2580214"/>
                  </a:lnTo>
                  <a:lnTo>
                    <a:pt x="2793536" y="2579054"/>
                  </a:lnTo>
                  <a:lnTo>
                    <a:pt x="2793723" y="2578025"/>
                  </a:lnTo>
                  <a:lnTo>
                    <a:pt x="2793910" y="2577270"/>
                  </a:lnTo>
                  <a:lnTo>
                    <a:pt x="2794097" y="2576096"/>
                  </a:lnTo>
                  <a:lnTo>
                    <a:pt x="2794283" y="2574325"/>
                  </a:lnTo>
                  <a:lnTo>
                    <a:pt x="2794470" y="2572584"/>
                  </a:lnTo>
                  <a:lnTo>
                    <a:pt x="2794657" y="2571276"/>
                  </a:lnTo>
                  <a:lnTo>
                    <a:pt x="2794844" y="2569887"/>
                  </a:lnTo>
                  <a:lnTo>
                    <a:pt x="2795031" y="2568533"/>
                  </a:lnTo>
                  <a:lnTo>
                    <a:pt x="2795218" y="2567041"/>
                  </a:lnTo>
                  <a:lnTo>
                    <a:pt x="2795405" y="2565264"/>
                  </a:lnTo>
                  <a:lnTo>
                    <a:pt x="2795592" y="2563500"/>
                  </a:lnTo>
                  <a:lnTo>
                    <a:pt x="2795779" y="2561591"/>
                  </a:lnTo>
                  <a:lnTo>
                    <a:pt x="2795966" y="2559758"/>
                  </a:lnTo>
                  <a:lnTo>
                    <a:pt x="2796153" y="2557854"/>
                  </a:lnTo>
                  <a:lnTo>
                    <a:pt x="2796340" y="2555843"/>
                  </a:lnTo>
                  <a:lnTo>
                    <a:pt x="2796527" y="2553812"/>
                  </a:lnTo>
                  <a:lnTo>
                    <a:pt x="2796713" y="2551705"/>
                  </a:lnTo>
                  <a:lnTo>
                    <a:pt x="2796900" y="2549652"/>
                  </a:lnTo>
                  <a:lnTo>
                    <a:pt x="2797087" y="2548156"/>
                  </a:lnTo>
                  <a:lnTo>
                    <a:pt x="2797274" y="2546543"/>
                  </a:lnTo>
                  <a:lnTo>
                    <a:pt x="2797461" y="2544884"/>
                  </a:lnTo>
                  <a:lnTo>
                    <a:pt x="2797648" y="2543934"/>
                  </a:lnTo>
                  <a:lnTo>
                    <a:pt x="2797835" y="2543568"/>
                  </a:lnTo>
                  <a:lnTo>
                    <a:pt x="2798022" y="2543522"/>
                  </a:lnTo>
                  <a:lnTo>
                    <a:pt x="2798209" y="2543640"/>
                  </a:lnTo>
                  <a:lnTo>
                    <a:pt x="2798396" y="2543602"/>
                  </a:lnTo>
                  <a:lnTo>
                    <a:pt x="2798583" y="2543982"/>
                  </a:lnTo>
                  <a:lnTo>
                    <a:pt x="2798770" y="2544270"/>
                  </a:lnTo>
                  <a:lnTo>
                    <a:pt x="2798957" y="2544703"/>
                  </a:lnTo>
                  <a:lnTo>
                    <a:pt x="2799143" y="2545493"/>
                  </a:lnTo>
                  <a:lnTo>
                    <a:pt x="2799330" y="2546381"/>
                  </a:lnTo>
                  <a:lnTo>
                    <a:pt x="2799517" y="2547601"/>
                  </a:lnTo>
                  <a:lnTo>
                    <a:pt x="2799704" y="2549637"/>
                  </a:lnTo>
                  <a:lnTo>
                    <a:pt x="2799891" y="2551072"/>
                  </a:lnTo>
                  <a:lnTo>
                    <a:pt x="2800078" y="2552456"/>
                  </a:lnTo>
                  <a:lnTo>
                    <a:pt x="2800265" y="2553752"/>
                  </a:lnTo>
                  <a:lnTo>
                    <a:pt x="2800452" y="2554479"/>
                  </a:lnTo>
                  <a:lnTo>
                    <a:pt x="2800639" y="2554642"/>
                  </a:lnTo>
                  <a:lnTo>
                    <a:pt x="2800826" y="2554646"/>
                  </a:lnTo>
                  <a:lnTo>
                    <a:pt x="2801013" y="2554638"/>
                  </a:lnTo>
                  <a:lnTo>
                    <a:pt x="2801200" y="2554752"/>
                  </a:lnTo>
                  <a:lnTo>
                    <a:pt x="2801386" y="2554743"/>
                  </a:lnTo>
                  <a:lnTo>
                    <a:pt x="2801573" y="2554374"/>
                  </a:lnTo>
                  <a:lnTo>
                    <a:pt x="2801760" y="2553978"/>
                  </a:lnTo>
                  <a:lnTo>
                    <a:pt x="2801947" y="2553283"/>
                  </a:lnTo>
                  <a:lnTo>
                    <a:pt x="2802134" y="2552711"/>
                  </a:lnTo>
                  <a:lnTo>
                    <a:pt x="2802321" y="2552008"/>
                  </a:lnTo>
                  <a:lnTo>
                    <a:pt x="2802508" y="2551497"/>
                  </a:lnTo>
                  <a:lnTo>
                    <a:pt x="2802695" y="2551506"/>
                  </a:lnTo>
                  <a:lnTo>
                    <a:pt x="2802882" y="2551462"/>
                  </a:lnTo>
                  <a:lnTo>
                    <a:pt x="2803069" y="2551128"/>
                  </a:lnTo>
                  <a:lnTo>
                    <a:pt x="2803256" y="2551074"/>
                  </a:lnTo>
                  <a:lnTo>
                    <a:pt x="2803443" y="2551293"/>
                  </a:lnTo>
                  <a:lnTo>
                    <a:pt x="2803630" y="2551697"/>
                  </a:lnTo>
                  <a:lnTo>
                    <a:pt x="2803816" y="2552422"/>
                  </a:lnTo>
                  <a:lnTo>
                    <a:pt x="2804003" y="2553438"/>
                  </a:lnTo>
                  <a:lnTo>
                    <a:pt x="2804190" y="2554471"/>
                  </a:lnTo>
                  <a:lnTo>
                    <a:pt x="2804377" y="2555647"/>
                  </a:lnTo>
                  <a:lnTo>
                    <a:pt x="2804564" y="2556854"/>
                  </a:lnTo>
                  <a:lnTo>
                    <a:pt x="2804751" y="2558121"/>
                  </a:lnTo>
                  <a:lnTo>
                    <a:pt x="2804938" y="2558894"/>
                  </a:lnTo>
                  <a:lnTo>
                    <a:pt x="2805125" y="2560153"/>
                  </a:lnTo>
                  <a:lnTo>
                    <a:pt x="2805312" y="2561560"/>
                  </a:lnTo>
                  <a:lnTo>
                    <a:pt x="2805499" y="2563343"/>
                  </a:lnTo>
                  <a:lnTo>
                    <a:pt x="2805686" y="2565084"/>
                  </a:lnTo>
                  <a:lnTo>
                    <a:pt x="2805873" y="2566866"/>
                  </a:lnTo>
                  <a:lnTo>
                    <a:pt x="2806060" y="2568656"/>
                  </a:lnTo>
                  <a:lnTo>
                    <a:pt x="2806246" y="2570167"/>
                  </a:lnTo>
                  <a:lnTo>
                    <a:pt x="2806433" y="2571210"/>
                  </a:lnTo>
                  <a:lnTo>
                    <a:pt x="2806620" y="2572100"/>
                  </a:lnTo>
                  <a:lnTo>
                    <a:pt x="2806807" y="2572876"/>
                  </a:lnTo>
                  <a:lnTo>
                    <a:pt x="2806994" y="2573686"/>
                  </a:lnTo>
                  <a:lnTo>
                    <a:pt x="2807181" y="2574409"/>
                  </a:lnTo>
                  <a:lnTo>
                    <a:pt x="2807368" y="2574940"/>
                  </a:lnTo>
                  <a:lnTo>
                    <a:pt x="2807555" y="2575415"/>
                  </a:lnTo>
                  <a:lnTo>
                    <a:pt x="2807742" y="2575859"/>
                  </a:lnTo>
                  <a:lnTo>
                    <a:pt x="2807929" y="2575912"/>
                  </a:lnTo>
                  <a:lnTo>
                    <a:pt x="2808116" y="2575688"/>
                  </a:lnTo>
                  <a:lnTo>
                    <a:pt x="2808303" y="2574895"/>
                  </a:lnTo>
                  <a:lnTo>
                    <a:pt x="2808489" y="2573644"/>
                  </a:lnTo>
                  <a:lnTo>
                    <a:pt x="2808676" y="2572464"/>
                  </a:lnTo>
                  <a:lnTo>
                    <a:pt x="2808863" y="2571274"/>
                  </a:lnTo>
                  <a:lnTo>
                    <a:pt x="2809050" y="2570201"/>
                  </a:lnTo>
                  <a:lnTo>
                    <a:pt x="2809237" y="2569444"/>
                  </a:lnTo>
                  <a:lnTo>
                    <a:pt x="2809424" y="2568516"/>
                  </a:lnTo>
                  <a:lnTo>
                    <a:pt x="2809611" y="2567438"/>
                  </a:lnTo>
                  <a:lnTo>
                    <a:pt x="2809798" y="2566094"/>
                  </a:lnTo>
                  <a:lnTo>
                    <a:pt x="2809985" y="2565003"/>
                  </a:lnTo>
                  <a:lnTo>
                    <a:pt x="2810172" y="2563993"/>
                  </a:lnTo>
                  <a:lnTo>
                    <a:pt x="2810359" y="2563159"/>
                  </a:lnTo>
                  <a:lnTo>
                    <a:pt x="2810546" y="2562325"/>
                  </a:lnTo>
                  <a:lnTo>
                    <a:pt x="2810733" y="2561555"/>
                  </a:lnTo>
                  <a:lnTo>
                    <a:pt x="2810919" y="2560971"/>
                  </a:lnTo>
                  <a:lnTo>
                    <a:pt x="2811106" y="2560608"/>
                  </a:lnTo>
                  <a:lnTo>
                    <a:pt x="2811293" y="2560417"/>
                  </a:lnTo>
                  <a:lnTo>
                    <a:pt x="2811480" y="2560554"/>
                  </a:lnTo>
                  <a:lnTo>
                    <a:pt x="2811667" y="2560574"/>
                  </a:lnTo>
                  <a:lnTo>
                    <a:pt x="2811854" y="2560568"/>
                  </a:lnTo>
                  <a:lnTo>
                    <a:pt x="2812041" y="2560561"/>
                  </a:lnTo>
                  <a:lnTo>
                    <a:pt x="2812228" y="2560688"/>
                  </a:lnTo>
                  <a:lnTo>
                    <a:pt x="2812415" y="2560971"/>
                  </a:lnTo>
                  <a:lnTo>
                    <a:pt x="2812602" y="2561471"/>
                  </a:lnTo>
                  <a:lnTo>
                    <a:pt x="2812789" y="2562125"/>
                  </a:lnTo>
                  <a:lnTo>
                    <a:pt x="2812976" y="2562936"/>
                  </a:lnTo>
                  <a:lnTo>
                    <a:pt x="2813162" y="2563911"/>
                  </a:lnTo>
                  <a:lnTo>
                    <a:pt x="2813349" y="2564885"/>
                  </a:lnTo>
                  <a:lnTo>
                    <a:pt x="2813536" y="2565775"/>
                  </a:lnTo>
                  <a:lnTo>
                    <a:pt x="2813723" y="2566487"/>
                  </a:lnTo>
                  <a:lnTo>
                    <a:pt x="2813910" y="2567308"/>
                  </a:lnTo>
                  <a:lnTo>
                    <a:pt x="2814097" y="2568115"/>
                  </a:lnTo>
                  <a:lnTo>
                    <a:pt x="2814284" y="2568791"/>
                  </a:lnTo>
                  <a:lnTo>
                    <a:pt x="2814471" y="2569693"/>
                  </a:lnTo>
                  <a:lnTo>
                    <a:pt x="2814658" y="2570734"/>
                  </a:lnTo>
                  <a:lnTo>
                    <a:pt x="2814845" y="2571904"/>
                  </a:lnTo>
                  <a:lnTo>
                    <a:pt x="2815032" y="2573501"/>
                  </a:lnTo>
                  <a:lnTo>
                    <a:pt x="2815219" y="2574878"/>
                  </a:lnTo>
                  <a:lnTo>
                    <a:pt x="2815406" y="2576149"/>
                  </a:lnTo>
                  <a:lnTo>
                    <a:pt x="2815592" y="2577218"/>
                  </a:lnTo>
                  <a:lnTo>
                    <a:pt x="2815779" y="2578111"/>
                  </a:lnTo>
                  <a:lnTo>
                    <a:pt x="2815966" y="2579004"/>
                  </a:lnTo>
                  <a:lnTo>
                    <a:pt x="2816153" y="2579968"/>
                  </a:lnTo>
                  <a:lnTo>
                    <a:pt x="2816340" y="2581169"/>
                  </a:lnTo>
                  <a:lnTo>
                    <a:pt x="2816527" y="2582475"/>
                  </a:lnTo>
                  <a:lnTo>
                    <a:pt x="2816714" y="2583720"/>
                  </a:lnTo>
                  <a:lnTo>
                    <a:pt x="2816901" y="2585062"/>
                  </a:lnTo>
                  <a:lnTo>
                    <a:pt x="2817088" y="2586773"/>
                  </a:lnTo>
                  <a:lnTo>
                    <a:pt x="2817275" y="2588581"/>
                  </a:lnTo>
                  <a:lnTo>
                    <a:pt x="2817462" y="2590743"/>
                  </a:lnTo>
                  <a:lnTo>
                    <a:pt x="2817649" y="2592836"/>
                  </a:lnTo>
                  <a:lnTo>
                    <a:pt x="2817836" y="2594992"/>
                  </a:lnTo>
                  <a:lnTo>
                    <a:pt x="2818022" y="2597173"/>
                  </a:lnTo>
                  <a:lnTo>
                    <a:pt x="2818209" y="2599480"/>
                  </a:lnTo>
                  <a:lnTo>
                    <a:pt x="2818396" y="2601844"/>
                  </a:lnTo>
                  <a:lnTo>
                    <a:pt x="2818583" y="2604207"/>
                  </a:lnTo>
                  <a:lnTo>
                    <a:pt x="2818770" y="2606747"/>
                  </a:lnTo>
                  <a:lnTo>
                    <a:pt x="2818957" y="2609216"/>
                  </a:lnTo>
                  <a:lnTo>
                    <a:pt x="2819144" y="2611571"/>
                  </a:lnTo>
                  <a:lnTo>
                    <a:pt x="2819331" y="2613829"/>
                  </a:lnTo>
                  <a:lnTo>
                    <a:pt x="2819518" y="2616017"/>
                  </a:lnTo>
                  <a:lnTo>
                    <a:pt x="2819705" y="2618212"/>
                  </a:lnTo>
                  <a:lnTo>
                    <a:pt x="2819892" y="2620033"/>
                  </a:lnTo>
                  <a:lnTo>
                    <a:pt x="2820079" y="2621542"/>
                  </a:lnTo>
                  <a:lnTo>
                    <a:pt x="2820265" y="2622548"/>
                  </a:lnTo>
                  <a:lnTo>
                    <a:pt x="2820452" y="2623658"/>
                  </a:lnTo>
                  <a:lnTo>
                    <a:pt x="2820639" y="2624961"/>
                  </a:lnTo>
                  <a:lnTo>
                    <a:pt x="2820826" y="2626351"/>
                  </a:lnTo>
                  <a:lnTo>
                    <a:pt x="2821013" y="2627494"/>
                  </a:lnTo>
                  <a:lnTo>
                    <a:pt x="2821200" y="2628545"/>
                  </a:lnTo>
                  <a:lnTo>
                    <a:pt x="2821387" y="2629719"/>
                  </a:lnTo>
                  <a:lnTo>
                    <a:pt x="2821574" y="2630719"/>
                  </a:lnTo>
                  <a:lnTo>
                    <a:pt x="2821761" y="2631801"/>
                  </a:lnTo>
                  <a:lnTo>
                    <a:pt x="2821948" y="2632805"/>
                  </a:lnTo>
                  <a:lnTo>
                    <a:pt x="2822135" y="2633888"/>
                  </a:lnTo>
                  <a:lnTo>
                    <a:pt x="2822322" y="2634970"/>
                  </a:lnTo>
                  <a:lnTo>
                    <a:pt x="2822509" y="2635997"/>
                  </a:lnTo>
                  <a:lnTo>
                    <a:pt x="2822695" y="2637054"/>
                  </a:lnTo>
                  <a:lnTo>
                    <a:pt x="2822882" y="2638153"/>
                  </a:lnTo>
                  <a:lnTo>
                    <a:pt x="2823069" y="2639332"/>
                  </a:lnTo>
                  <a:lnTo>
                    <a:pt x="2823256" y="2640255"/>
                  </a:lnTo>
                  <a:lnTo>
                    <a:pt x="2823443" y="2641258"/>
                  </a:lnTo>
                  <a:lnTo>
                    <a:pt x="2823630" y="2642041"/>
                  </a:lnTo>
                  <a:lnTo>
                    <a:pt x="2823817" y="2642613"/>
                  </a:lnTo>
                  <a:lnTo>
                    <a:pt x="2824004" y="2643197"/>
                  </a:lnTo>
                  <a:lnTo>
                    <a:pt x="2824191" y="2643886"/>
                  </a:lnTo>
                  <a:lnTo>
                    <a:pt x="2824378" y="2644607"/>
                  </a:lnTo>
                  <a:lnTo>
                    <a:pt x="2824565" y="2645385"/>
                  </a:lnTo>
                  <a:lnTo>
                    <a:pt x="2824752" y="2646318"/>
                  </a:lnTo>
                  <a:lnTo>
                    <a:pt x="2824939" y="2647121"/>
                  </a:lnTo>
                  <a:lnTo>
                    <a:pt x="2825125" y="2647866"/>
                  </a:lnTo>
                  <a:lnTo>
                    <a:pt x="2825312" y="2648707"/>
                  </a:lnTo>
                  <a:lnTo>
                    <a:pt x="2825499" y="2649438"/>
                  </a:lnTo>
                  <a:lnTo>
                    <a:pt x="2825686" y="2650209"/>
                  </a:lnTo>
                  <a:lnTo>
                    <a:pt x="2825873" y="2651391"/>
                  </a:lnTo>
                  <a:lnTo>
                    <a:pt x="2826060" y="2652890"/>
                  </a:lnTo>
                  <a:lnTo>
                    <a:pt x="2826247" y="2654162"/>
                  </a:lnTo>
                  <a:lnTo>
                    <a:pt x="2826434" y="2655318"/>
                  </a:lnTo>
                  <a:lnTo>
                    <a:pt x="2826621" y="2656273"/>
                  </a:lnTo>
                  <a:lnTo>
                    <a:pt x="2826808" y="2657340"/>
                  </a:lnTo>
                  <a:lnTo>
                    <a:pt x="2826995" y="2658174"/>
                  </a:lnTo>
                  <a:lnTo>
                    <a:pt x="2827182" y="2659158"/>
                  </a:lnTo>
                  <a:lnTo>
                    <a:pt x="2827368" y="2659830"/>
                  </a:lnTo>
                  <a:lnTo>
                    <a:pt x="2827555" y="2660503"/>
                  </a:lnTo>
                  <a:lnTo>
                    <a:pt x="2827742" y="2661380"/>
                  </a:lnTo>
                  <a:lnTo>
                    <a:pt x="2827929" y="2662421"/>
                  </a:lnTo>
                  <a:lnTo>
                    <a:pt x="2828116" y="2663394"/>
                  </a:lnTo>
                  <a:lnTo>
                    <a:pt x="2828303" y="2664528"/>
                  </a:lnTo>
                  <a:lnTo>
                    <a:pt x="2828490" y="2665717"/>
                  </a:lnTo>
                  <a:lnTo>
                    <a:pt x="2828677" y="2666905"/>
                  </a:lnTo>
                  <a:lnTo>
                    <a:pt x="2828864" y="2667500"/>
                  </a:lnTo>
                  <a:lnTo>
                    <a:pt x="2829051" y="2667864"/>
                  </a:lnTo>
                  <a:lnTo>
                    <a:pt x="2829238" y="2668504"/>
                  </a:lnTo>
                  <a:lnTo>
                    <a:pt x="2829425" y="2669537"/>
                  </a:lnTo>
                  <a:lnTo>
                    <a:pt x="2829612" y="2671022"/>
                  </a:lnTo>
                  <a:lnTo>
                    <a:pt x="2829798" y="2672665"/>
                  </a:lnTo>
                  <a:lnTo>
                    <a:pt x="2829985" y="2674224"/>
                  </a:lnTo>
                  <a:lnTo>
                    <a:pt x="2830172" y="2675746"/>
                  </a:lnTo>
                  <a:lnTo>
                    <a:pt x="2830359" y="2677343"/>
                  </a:lnTo>
                  <a:lnTo>
                    <a:pt x="2830546" y="2679174"/>
                  </a:lnTo>
                  <a:lnTo>
                    <a:pt x="2830733" y="2680868"/>
                  </a:lnTo>
                  <a:lnTo>
                    <a:pt x="2830920" y="2682405"/>
                  </a:lnTo>
                  <a:lnTo>
                    <a:pt x="2831107" y="2683786"/>
                  </a:lnTo>
                  <a:lnTo>
                    <a:pt x="2831294" y="2684621"/>
                  </a:lnTo>
                  <a:lnTo>
                    <a:pt x="2831481" y="2685646"/>
                  </a:lnTo>
                  <a:lnTo>
                    <a:pt x="2831668" y="2687240"/>
                  </a:lnTo>
                  <a:lnTo>
                    <a:pt x="2831855" y="2688683"/>
                  </a:lnTo>
                  <a:lnTo>
                    <a:pt x="2832041" y="2689638"/>
                  </a:lnTo>
                  <a:lnTo>
                    <a:pt x="2832228" y="2690588"/>
                  </a:lnTo>
                  <a:lnTo>
                    <a:pt x="2832415" y="2691238"/>
                  </a:lnTo>
                  <a:lnTo>
                    <a:pt x="2832602" y="2691983"/>
                  </a:lnTo>
                  <a:lnTo>
                    <a:pt x="2832789" y="2692880"/>
                  </a:lnTo>
                  <a:lnTo>
                    <a:pt x="2832976" y="2693765"/>
                  </a:lnTo>
                  <a:lnTo>
                    <a:pt x="2833163" y="2694793"/>
                  </a:lnTo>
                  <a:lnTo>
                    <a:pt x="2833350" y="2695747"/>
                  </a:lnTo>
                  <a:lnTo>
                    <a:pt x="2833537" y="2696622"/>
                  </a:lnTo>
                  <a:lnTo>
                    <a:pt x="2833724" y="2697649"/>
                  </a:lnTo>
                  <a:lnTo>
                    <a:pt x="2833911" y="2698797"/>
                  </a:lnTo>
                  <a:lnTo>
                    <a:pt x="2834098" y="2699973"/>
                  </a:lnTo>
                  <a:lnTo>
                    <a:pt x="2834285" y="2701166"/>
                  </a:lnTo>
                  <a:lnTo>
                    <a:pt x="2834471" y="2702105"/>
                  </a:lnTo>
                  <a:lnTo>
                    <a:pt x="2834658" y="2703290"/>
                  </a:lnTo>
                  <a:lnTo>
                    <a:pt x="2834845" y="2704645"/>
                  </a:lnTo>
                  <a:lnTo>
                    <a:pt x="2835032" y="2705713"/>
                  </a:lnTo>
                  <a:lnTo>
                    <a:pt x="2835219" y="2706765"/>
                  </a:lnTo>
                  <a:lnTo>
                    <a:pt x="2835406" y="2707662"/>
                  </a:lnTo>
                  <a:lnTo>
                    <a:pt x="2835593" y="2708527"/>
                  </a:lnTo>
                  <a:lnTo>
                    <a:pt x="2835780" y="2709598"/>
                  </a:lnTo>
                  <a:lnTo>
                    <a:pt x="2835967" y="2710498"/>
                  </a:lnTo>
                  <a:lnTo>
                    <a:pt x="2836154" y="2711625"/>
                  </a:lnTo>
                  <a:lnTo>
                    <a:pt x="2836341" y="2712696"/>
                  </a:lnTo>
                  <a:lnTo>
                    <a:pt x="2836528" y="2713345"/>
                  </a:lnTo>
                  <a:lnTo>
                    <a:pt x="2836715" y="2713426"/>
                  </a:lnTo>
                  <a:lnTo>
                    <a:pt x="2836901" y="2713431"/>
                  </a:lnTo>
                  <a:lnTo>
                    <a:pt x="2837088" y="2713075"/>
                  </a:lnTo>
                  <a:lnTo>
                    <a:pt x="2837275" y="2712951"/>
                  </a:lnTo>
                  <a:lnTo>
                    <a:pt x="2837462" y="2712843"/>
                  </a:lnTo>
                  <a:lnTo>
                    <a:pt x="2837649" y="2712822"/>
                  </a:lnTo>
                  <a:lnTo>
                    <a:pt x="2837836" y="2713132"/>
                  </a:lnTo>
                  <a:lnTo>
                    <a:pt x="2838023" y="2713348"/>
                  </a:lnTo>
                  <a:lnTo>
                    <a:pt x="2838210" y="2713520"/>
                  </a:lnTo>
                  <a:lnTo>
                    <a:pt x="2838397" y="2713704"/>
                  </a:lnTo>
                  <a:lnTo>
                    <a:pt x="2838584" y="2713704"/>
                  </a:lnTo>
                  <a:lnTo>
                    <a:pt x="2838771" y="2713440"/>
                  </a:lnTo>
                  <a:lnTo>
                    <a:pt x="2838958" y="2713308"/>
                  </a:lnTo>
                  <a:lnTo>
                    <a:pt x="2839144" y="2713168"/>
                  </a:lnTo>
                  <a:lnTo>
                    <a:pt x="2839331" y="2713502"/>
                  </a:lnTo>
                  <a:lnTo>
                    <a:pt x="2839518" y="2714267"/>
                  </a:lnTo>
                  <a:lnTo>
                    <a:pt x="2839705" y="2715147"/>
                  </a:lnTo>
                  <a:lnTo>
                    <a:pt x="2839892" y="2715991"/>
                  </a:lnTo>
                  <a:lnTo>
                    <a:pt x="2840079" y="2716334"/>
                  </a:lnTo>
                  <a:lnTo>
                    <a:pt x="2840266" y="2716730"/>
                  </a:lnTo>
                  <a:lnTo>
                    <a:pt x="2840453" y="2717460"/>
                  </a:lnTo>
                  <a:lnTo>
                    <a:pt x="2840640" y="2717725"/>
                  </a:lnTo>
                  <a:lnTo>
                    <a:pt x="2840827" y="2718008"/>
                  </a:lnTo>
                  <a:lnTo>
                    <a:pt x="2841014" y="2718342"/>
                  </a:lnTo>
                  <a:lnTo>
                    <a:pt x="2841201" y="2718716"/>
                  </a:lnTo>
                  <a:lnTo>
                    <a:pt x="2841388" y="2718941"/>
                  </a:lnTo>
                  <a:lnTo>
                    <a:pt x="2841574" y="2719227"/>
                  </a:lnTo>
                  <a:lnTo>
                    <a:pt x="2841761" y="2719688"/>
                  </a:lnTo>
                  <a:lnTo>
                    <a:pt x="2841948" y="2720271"/>
                  </a:lnTo>
                  <a:lnTo>
                    <a:pt x="2842135" y="2720800"/>
                  </a:lnTo>
                  <a:lnTo>
                    <a:pt x="2842322" y="2721089"/>
                  </a:lnTo>
                  <a:lnTo>
                    <a:pt x="2842509" y="2721183"/>
                  </a:lnTo>
                  <a:lnTo>
                    <a:pt x="2842696" y="2721183"/>
                  </a:lnTo>
                  <a:lnTo>
                    <a:pt x="2842883" y="2721082"/>
                  </a:lnTo>
                  <a:lnTo>
                    <a:pt x="2843070" y="2720865"/>
                  </a:lnTo>
                  <a:lnTo>
                    <a:pt x="2843257" y="2720425"/>
                  </a:lnTo>
                  <a:lnTo>
                    <a:pt x="2843444" y="2720132"/>
                  </a:lnTo>
                  <a:lnTo>
                    <a:pt x="2843631" y="2719829"/>
                  </a:lnTo>
                  <a:lnTo>
                    <a:pt x="2843817" y="2719756"/>
                  </a:lnTo>
                  <a:lnTo>
                    <a:pt x="2844004" y="2719612"/>
                  </a:lnTo>
                  <a:lnTo>
                    <a:pt x="2844191" y="2719590"/>
                  </a:lnTo>
                  <a:lnTo>
                    <a:pt x="2844378" y="2719619"/>
                  </a:lnTo>
                  <a:lnTo>
                    <a:pt x="2844565" y="2719640"/>
                  </a:lnTo>
                  <a:lnTo>
                    <a:pt x="2844752" y="2719702"/>
                  </a:lnTo>
                  <a:lnTo>
                    <a:pt x="2844939" y="2719739"/>
                  </a:lnTo>
                  <a:lnTo>
                    <a:pt x="2845126" y="2719793"/>
                  </a:lnTo>
                  <a:lnTo>
                    <a:pt x="2845313" y="2720085"/>
                  </a:lnTo>
                  <a:lnTo>
                    <a:pt x="2845500" y="2720620"/>
                  </a:lnTo>
                  <a:lnTo>
                    <a:pt x="2845687" y="2721438"/>
                  </a:lnTo>
                  <a:lnTo>
                    <a:pt x="2845874" y="2722457"/>
                  </a:lnTo>
                  <a:lnTo>
                    <a:pt x="2846061" y="2723522"/>
                  </a:lnTo>
                  <a:lnTo>
                    <a:pt x="2846247" y="2724211"/>
                  </a:lnTo>
                  <a:lnTo>
                    <a:pt x="2846434" y="2724959"/>
                  </a:lnTo>
                  <a:lnTo>
                    <a:pt x="2846621" y="2725539"/>
                  </a:lnTo>
                  <a:lnTo>
                    <a:pt x="2846808" y="2726248"/>
                  </a:lnTo>
                  <a:lnTo>
                    <a:pt x="2846995" y="2726974"/>
                  </a:lnTo>
                  <a:lnTo>
                    <a:pt x="2847182" y="2727707"/>
                  </a:lnTo>
                  <a:lnTo>
                    <a:pt x="2847369" y="2728196"/>
                  </a:lnTo>
                  <a:lnTo>
                    <a:pt x="2847556" y="2728674"/>
                  </a:lnTo>
                  <a:lnTo>
                    <a:pt x="2847743" y="2728967"/>
                  </a:lnTo>
                  <a:lnTo>
                    <a:pt x="2847930" y="2729260"/>
                  </a:lnTo>
                  <a:lnTo>
                    <a:pt x="2848117" y="2729552"/>
                  </a:lnTo>
                  <a:lnTo>
                    <a:pt x="2848304" y="2729739"/>
                  </a:lnTo>
                  <a:lnTo>
                    <a:pt x="2848491" y="2729706"/>
                  </a:lnTo>
                  <a:lnTo>
                    <a:pt x="2848677" y="2729558"/>
                  </a:lnTo>
                  <a:lnTo>
                    <a:pt x="2848864" y="2729370"/>
                  </a:lnTo>
                  <a:lnTo>
                    <a:pt x="2849051" y="2729333"/>
                  </a:lnTo>
                  <a:lnTo>
                    <a:pt x="2849238" y="2729297"/>
                  </a:lnTo>
                  <a:lnTo>
                    <a:pt x="2849425" y="2729174"/>
                  </a:lnTo>
                  <a:lnTo>
                    <a:pt x="2849612" y="2728821"/>
                  </a:lnTo>
                  <a:lnTo>
                    <a:pt x="2849799" y="2728408"/>
                  </a:lnTo>
                  <a:lnTo>
                    <a:pt x="2849986" y="2727823"/>
                  </a:lnTo>
                  <a:lnTo>
                    <a:pt x="2850173" y="2727101"/>
                  </a:lnTo>
                  <a:lnTo>
                    <a:pt x="2850360" y="2726349"/>
                  </a:lnTo>
                  <a:lnTo>
                    <a:pt x="2850547" y="2725519"/>
                  </a:lnTo>
                  <a:lnTo>
                    <a:pt x="2850734" y="2724689"/>
                  </a:lnTo>
                  <a:lnTo>
                    <a:pt x="2850920" y="2723879"/>
                  </a:lnTo>
                  <a:lnTo>
                    <a:pt x="2851107" y="2723202"/>
                  </a:lnTo>
                  <a:lnTo>
                    <a:pt x="2851294" y="2722526"/>
                  </a:lnTo>
                  <a:lnTo>
                    <a:pt x="2851481" y="2721849"/>
                  </a:lnTo>
                  <a:lnTo>
                    <a:pt x="2851668" y="2720920"/>
                  </a:lnTo>
                  <a:lnTo>
                    <a:pt x="2851855" y="2719317"/>
                  </a:lnTo>
                  <a:lnTo>
                    <a:pt x="2852042" y="2717595"/>
                  </a:lnTo>
                  <a:lnTo>
                    <a:pt x="2852229" y="2715935"/>
                  </a:lnTo>
                  <a:lnTo>
                    <a:pt x="2852416" y="2714123"/>
                  </a:lnTo>
                  <a:lnTo>
                    <a:pt x="2852603" y="2712627"/>
                  </a:lnTo>
                  <a:lnTo>
                    <a:pt x="2852790" y="2711232"/>
                  </a:lnTo>
                  <a:lnTo>
                    <a:pt x="2852977" y="2710085"/>
                  </a:lnTo>
                  <a:lnTo>
                    <a:pt x="2853164" y="2708823"/>
                  </a:lnTo>
                  <a:lnTo>
                    <a:pt x="2853350" y="2707301"/>
                  </a:lnTo>
                  <a:lnTo>
                    <a:pt x="2853537" y="2705408"/>
                  </a:lnTo>
                  <a:lnTo>
                    <a:pt x="2853724" y="2703295"/>
                  </a:lnTo>
                  <a:lnTo>
                    <a:pt x="2853911" y="2701144"/>
                  </a:lnTo>
                  <a:lnTo>
                    <a:pt x="2854098" y="2698993"/>
                  </a:lnTo>
                  <a:lnTo>
                    <a:pt x="2854285" y="2696817"/>
                  </a:lnTo>
                  <a:lnTo>
                    <a:pt x="2854472" y="2694760"/>
                  </a:lnTo>
                  <a:lnTo>
                    <a:pt x="2854659" y="2693185"/>
                  </a:lnTo>
                  <a:lnTo>
                    <a:pt x="2854846" y="2691587"/>
                  </a:lnTo>
                  <a:lnTo>
                    <a:pt x="2855033" y="2690129"/>
                  </a:lnTo>
                  <a:lnTo>
                    <a:pt x="2855220" y="2688801"/>
                  </a:lnTo>
                  <a:lnTo>
                    <a:pt x="2855407" y="2687403"/>
                  </a:lnTo>
                  <a:lnTo>
                    <a:pt x="2855594" y="2685827"/>
                  </a:lnTo>
                  <a:lnTo>
                    <a:pt x="2855780" y="2683991"/>
                  </a:lnTo>
                  <a:lnTo>
                    <a:pt x="2855967" y="2682283"/>
                  </a:lnTo>
                  <a:lnTo>
                    <a:pt x="2856154" y="2680970"/>
                  </a:lnTo>
                  <a:lnTo>
                    <a:pt x="2856341" y="2679829"/>
                  </a:lnTo>
                  <a:lnTo>
                    <a:pt x="2856528" y="2678952"/>
                  </a:lnTo>
                  <a:lnTo>
                    <a:pt x="2856715" y="2677996"/>
                  </a:lnTo>
                  <a:lnTo>
                    <a:pt x="2856902" y="2677040"/>
                  </a:lnTo>
                  <a:lnTo>
                    <a:pt x="2857089" y="2676014"/>
                  </a:lnTo>
                  <a:lnTo>
                    <a:pt x="2857276" y="2675257"/>
                  </a:lnTo>
                  <a:lnTo>
                    <a:pt x="2857463" y="2674751"/>
                  </a:lnTo>
                  <a:lnTo>
                    <a:pt x="2857650" y="2674608"/>
                  </a:lnTo>
                  <a:lnTo>
                    <a:pt x="2857837" y="2674483"/>
                  </a:lnTo>
                  <a:lnTo>
                    <a:pt x="2858023" y="2674314"/>
                  </a:lnTo>
                  <a:lnTo>
                    <a:pt x="2858210" y="2674480"/>
                  </a:lnTo>
                  <a:lnTo>
                    <a:pt x="2858397" y="2675003"/>
                  </a:lnTo>
                  <a:lnTo>
                    <a:pt x="2858584" y="2675559"/>
                  </a:lnTo>
                  <a:lnTo>
                    <a:pt x="2858771" y="2676136"/>
                  </a:lnTo>
                  <a:lnTo>
                    <a:pt x="2858958" y="2676800"/>
                  </a:lnTo>
                  <a:lnTo>
                    <a:pt x="2859145" y="2677522"/>
                  </a:lnTo>
                  <a:lnTo>
                    <a:pt x="2859332" y="2678279"/>
                  </a:lnTo>
                  <a:lnTo>
                    <a:pt x="2859519" y="2679145"/>
                  </a:lnTo>
                  <a:lnTo>
                    <a:pt x="2859706" y="2680012"/>
                  </a:lnTo>
                  <a:lnTo>
                    <a:pt x="2859893" y="2680934"/>
                  </a:lnTo>
                  <a:lnTo>
                    <a:pt x="2860080" y="2681702"/>
                  </a:lnTo>
                  <a:lnTo>
                    <a:pt x="2860267" y="2682367"/>
                  </a:lnTo>
                  <a:lnTo>
                    <a:pt x="2860453" y="2682759"/>
                  </a:lnTo>
                  <a:lnTo>
                    <a:pt x="2860640" y="2683124"/>
                  </a:lnTo>
                  <a:lnTo>
                    <a:pt x="2860827" y="2683489"/>
                  </a:lnTo>
                  <a:lnTo>
                    <a:pt x="2861014" y="2683855"/>
                  </a:lnTo>
                  <a:lnTo>
                    <a:pt x="2861201" y="2684174"/>
                  </a:lnTo>
                  <a:lnTo>
                    <a:pt x="2861388" y="2684350"/>
                  </a:lnTo>
                  <a:lnTo>
                    <a:pt x="2861575" y="2684526"/>
                  </a:lnTo>
                  <a:lnTo>
                    <a:pt x="2861762" y="2684597"/>
                  </a:lnTo>
                  <a:lnTo>
                    <a:pt x="2861949" y="2684597"/>
                  </a:lnTo>
                  <a:lnTo>
                    <a:pt x="2862136" y="2684737"/>
                  </a:lnTo>
                  <a:lnTo>
                    <a:pt x="2862323" y="2684896"/>
                  </a:lnTo>
                  <a:lnTo>
                    <a:pt x="2862510" y="2685186"/>
                  </a:lnTo>
                  <a:lnTo>
                    <a:pt x="2862696" y="2685186"/>
                  </a:lnTo>
                  <a:lnTo>
                    <a:pt x="2862883" y="2684989"/>
                  </a:lnTo>
                  <a:lnTo>
                    <a:pt x="2863070" y="2684565"/>
                  </a:lnTo>
                  <a:lnTo>
                    <a:pt x="2863257" y="2684133"/>
                  </a:lnTo>
                  <a:lnTo>
                    <a:pt x="2863444" y="2683685"/>
                  </a:lnTo>
                  <a:lnTo>
                    <a:pt x="2863631" y="2683373"/>
                  </a:lnTo>
                  <a:lnTo>
                    <a:pt x="2863818" y="2683279"/>
                  </a:lnTo>
                  <a:lnTo>
                    <a:pt x="2864005" y="2683335"/>
                  </a:lnTo>
                  <a:lnTo>
                    <a:pt x="2864192" y="2683601"/>
                  </a:lnTo>
                  <a:lnTo>
                    <a:pt x="2864379" y="2683976"/>
                  </a:lnTo>
                  <a:lnTo>
                    <a:pt x="2864566" y="2684350"/>
                  </a:lnTo>
                  <a:lnTo>
                    <a:pt x="2864753" y="2684724"/>
                  </a:lnTo>
                  <a:lnTo>
                    <a:pt x="2864940" y="2684983"/>
                  </a:lnTo>
                  <a:lnTo>
                    <a:pt x="2865126" y="2685231"/>
                  </a:lnTo>
                  <a:lnTo>
                    <a:pt x="2865313" y="2685398"/>
                  </a:lnTo>
                  <a:lnTo>
                    <a:pt x="2865500" y="2685867"/>
                  </a:lnTo>
                  <a:lnTo>
                    <a:pt x="2865687" y="2686350"/>
                  </a:lnTo>
                  <a:lnTo>
                    <a:pt x="2865874" y="2687089"/>
                  </a:lnTo>
                  <a:lnTo>
                    <a:pt x="2866061" y="2687837"/>
                  </a:lnTo>
                  <a:lnTo>
                    <a:pt x="2866248" y="2688839"/>
                  </a:lnTo>
                  <a:lnTo>
                    <a:pt x="2866435" y="2689675"/>
                  </a:lnTo>
                  <a:lnTo>
                    <a:pt x="2866622" y="2690247"/>
                  </a:lnTo>
                  <a:lnTo>
                    <a:pt x="2866809" y="2690634"/>
                  </a:lnTo>
                  <a:lnTo>
                    <a:pt x="2866996" y="2690766"/>
                  </a:lnTo>
                  <a:lnTo>
                    <a:pt x="2867183" y="2690766"/>
                  </a:lnTo>
                  <a:lnTo>
                    <a:pt x="2867370" y="2690766"/>
                  </a:lnTo>
                  <a:lnTo>
                    <a:pt x="2867556" y="2690766"/>
                  </a:lnTo>
                  <a:lnTo>
                    <a:pt x="2867743" y="2690766"/>
                  </a:lnTo>
                  <a:lnTo>
                    <a:pt x="2867930" y="2690766"/>
                  </a:lnTo>
                  <a:lnTo>
                    <a:pt x="2868117" y="2690766"/>
                  </a:lnTo>
                  <a:lnTo>
                    <a:pt x="2868304" y="2690915"/>
                  </a:lnTo>
                  <a:lnTo>
                    <a:pt x="2868491" y="2691091"/>
                  </a:lnTo>
                  <a:lnTo>
                    <a:pt x="2868678" y="2691425"/>
                  </a:lnTo>
                  <a:lnTo>
                    <a:pt x="2868865" y="2691777"/>
                  </a:lnTo>
                  <a:lnTo>
                    <a:pt x="2869052" y="2692129"/>
                  </a:lnTo>
                  <a:lnTo>
                    <a:pt x="2869239" y="2692604"/>
                  </a:lnTo>
                  <a:lnTo>
                    <a:pt x="2869426" y="2693132"/>
                  </a:lnTo>
                  <a:lnTo>
                    <a:pt x="2869613" y="2693580"/>
                  </a:lnTo>
                  <a:lnTo>
                    <a:pt x="2869799" y="2694239"/>
                  </a:lnTo>
                  <a:lnTo>
                    <a:pt x="2869986" y="2694840"/>
                  </a:lnTo>
                  <a:lnTo>
                    <a:pt x="2870173" y="2695573"/>
                  </a:lnTo>
                  <a:lnTo>
                    <a:pt x="2870360" y="2696306"/>
                  </a:lnTo>
                  <a:lnTo>
                    <a:pt x="2870547" y="2697039"/>
                  </a:lnTo>
                  <a:lnTo>
                    <a:pt x="2870734" y="2697819"/>
                  </a:lnTo>
                  <a:lnTo>
                    <a:pt x="2870921" y="2698749"/>
                  </a:lnTo>
                  <a:lnTo>
                    <a:pt x="2871108" y="2699520"/>
                  </a:lnTo>
                  <a:lnTo>
                    <a:pt x="2871295" y="2700149"/>
                  </a:lnTo>
                  <a:lnTo>
                    <a:pt x="2871482" y="2700658"/>
                  </a:lnTo>
                  <a:lnTo>
                    <a:pt x="2871669" y="2701150"/>
                  </a:lnTo>
                  <a:lnTo>
                    <a:pt x="2871856" y="2701642"/>
                  </a:lnTo>
                  <a:lnTo>
                    <a:pt x="2872043" y="2702142"/>
                  </a:lnTo>
                  <a:lnTo>
                    <a:pt x="2872229" y="2702713"/>
                  </a:lnTo>
                  <a:lnTo>
                    <a:pt x="2872416" y="2703431"/>
                  </a:lnTo>
                  <a:lnTo>
                    <a:pt x="2872603" y="2704083"/>
                  </a:lnTo>
                  <a:lnTo>
                    <a:pt x="2872790" y="2704772"/>
                  </a:lnTo>
                  <a:lnTo>
                    <a:pt x="2872977" y="2705223"/>
                  </a:lnTo>
                  <a:lnTo>
                    <a:pt x="2873164" y="2705525"/>
                  </a:lnTo>
                  <a:lnTo>
                    <a:pt x="2873351" y="2705752"/>
                  </a:lnTo>
                  <a:lnTo>
                    <a:pt x="2873538" y="2705812"/>
                  </a:lnTo>
                  <a:lnTo>
                    <a:pt x="2873725" y="2705694"/>
                  </a:lnTo>
                  <a:lnTo>
                    <a:pt x="2873912" y="2705890"/>
                  </a:lnTo>
                  <a:lnTo>
                    <a:pt x="2874099" y="2706494"/>
                  </a:lnTo>
                  <a:lnTo>
                    <a:pt x="2874286" y="2706958"/>
                  </a:lnTo>
                  <a:lnTo>
                    <a:pt x="2874473" y="2707162"/>
                  </a:lnTo>
                  <a:lnTo>
                    <a:pt x="2874659" y="2707472"/>
                  </a:lnTo>
                  <a:lnTo>
                    <a:pt x="2874846" y="2707540"/>
                  </a:lnTo>
                  <a:lnTo>
                    <a:pt x="2875033" y="2707290"/>
                  </a:lnTo>
                  <a:lnTo>
                    <a:pt x="2875220" y="2706661"/>
                  </a:lnTo>
                  <a:lnTo>
                    <a:pt x="2875407" y="2706047"/>
                  </a:lnTo>
                  <a:lnTo>
                    <a:pt x="2875594" y="2705443"/>
                  </a:lnTo>
                  <a:lnTo>
                    <a:pt x="2875781" y="2704820"/>
                  </a:lnTo>
                  <a:lnTo>
                    <a:pt x="2875968" y="2704303"/>
                  </a:lnTo>
                  <a:lnTo>
                    <a:pt x="2876155" y="2703955"/>
                  </a:lnTo>
                  <a:lnTo>
                    <a:pt x="2876342" y="2703840"/>
                  </a:lnTo>
                  <a:lnTo>
                    <a:pt x="2876529" y="2703808"/>
                  </a:lnTo>
                  <a:lnTo>
                    <a:pt x="2876716" y="2703603"/>
                  </a:lnTo>
                  <a:lnTo>
                    <a:pt x="2876902" y="2703105"/>
                  </a:lnTo>
                  <a:lnTo>
                    <a:pt x="2877089" y="2702709"/>
                  </a:lnTo>
                  <a:lnTo>
                    <a:pt x="2877276" y="2702551"/>
                  </a:lnTo>
                  <a:lnTo>
                    <a:pt x="2877463" y="2702533"/>
                  </a:lnTo>
                  <a:lnTo>
                    <a:pt x="2877650" y="2702198"/>
                  </a:lnTo>
                  <a:lnTo>
                    <a:pt x="2877837" y="2702119"/>
                  </a:lnTo>
                  <a:lnTo>
                    <a:pt x="2878024" y="2702436"/>
                  </a:lnTo>
                  <a:lnTo>
                    <a:pt x="2878211" y="2702788"/>
                  </a:lnTo>
                  <a:lnTo>
                    <a:pt x="2878398" y="2703315"/>
                  </a:lnTo>
                  <a:lnTo>
                    <a:pt x="2878585" y="2703993"/>
                  </a:lnTo>
                  <a:lnTo>
                    <a:pt x="2878772" y="2704846"/>
                  </a:lnTo>
                  <a:lnTo>
                    <a:pt x="2878959" y="2705470"/>
                  </a:lnTo>
                  <a:lnTo>
                    <a:pt x="2879146" y="2705681"/>
                  </a:lnTo>
                  <a:lnTo>
                    <a:pt x="2879332" y="2705589"/>
                  </a:lnTo>
                  <a:lnTo>
                    <a:pt x="2879519" y="2705384"/>
                  </a:lnTo>
                  <a:lnTo>
                    <a:pt x="2879706" y="2705420"/>
                  </a:lnTo>
                  <a:lnTo>
                    <a:pt x="2879893" y="2705651"/>
                  </a:lnTo>
                  <a:lnTo>
                    <a:pt x="2880080" y="2706161"/>
                  </a:lnTo>
                  <a:lnTo>
                    <a:pt x="2880267" y="2706691"/>
                  </a:lnTo>
                  <a:lnTo>
                    <a:pt x="2880454" y="2707434"/>
                  </a:lnTo>
                  <a:lnTo>
                    <a:pt x="2880641" y="2708300"/>
                  </a:lnTo>
                  <a:lnTo>
                    <a:pt x="2880828" y="2709188"/>
                  </a:lnTo>
                  <a:lnTo>
                    <a:pt x="2881015" y="2710212"/>
                  </a:lnTo>
                  <a:lnTo>
                    <a:pt x="2881202" y="2711223"/>
                  </a:lnTo>
                  <a:lnTo>
                    <a:pt x="2881389" y="2712233"/>
                  </a:lnTo>
                  <a:lnTo>
                    <a:pt x="2881575" y="2713121"/>
                  </a:lnTo>
                  <a:lnTo>
                    <a:pt x="2881762" y="2714124"/>
                  </a:lnTo>
                  <a:lnTo>
                    <a:pt x="2881949" y="2715279"/>
                  </a:lnTo>
                  <a:lnTo>
                    <a:pt x="2882136" y="2716517"/>
                  </a:lnTo>
                  <a:lnTo>
                    <a:pt x="2882323" y="2717778"/>
                  </a:lnTo>
                  <a:lnTo>
                    <a:pt x="2882510" y="2719023"/>
                  </a:lnTo>
                  <a:lnTo>
                    <a:pt x="2882697" y="2720031"/>
                  </a:lnTo>
                  <a:lnTo>
                    <a:pt x="2882884" y="2720915"/>
                  </a:lnTo>
                  <a:lnTo>
                    <a:pt x="2883071" y="2721762"/>
                  </a:lnTo>
                  <a:lnTo>
                    <a:pt x="2883258" y="2722466"/>
                  </a:lnTo>
                  <a:lnTo>
                    <a:pt x="2883445" y="2723196"/>
                  </a:lnTo>
                  <a:lnTo>
                    <a:pt x="2883632" y="2724049"/>
                  </a:lnTo>
                  <a:lnTo>
                    <a:pt x="2883819" y="2724726"/>
                  </a:lnTo>
                  <a:lnTo>
                    <a:pt x="2884005" y="2725254"/>
                  </a:lnTo>
                  <a:lnTo>
                    <a:pt x="2884192" y="2725782"/>
                  </a:lnTo>
                  <a:lnTo>
                    <a:pt x="2884379" y="2726310"/>
                  </a:lnTo>
                  <a:lnTo>
                    <a:pt x="2884566" y="2726837"/>
                  </a:lnTo>
                  <a:lnTo>
                    <a:pt x="2884753" y="2727286"/>
                  </a:lnTo>
                  <a:lnTo>
                    <a:pt x="2884940" y="2727638"/>
                  </a:lnTo>
                  <a:lnTo>
                    <a:pt x="2885127" y="2727990"/>
                  </a:lnTo>
                  <a:lnTo>
                    <a:pt x="2885314" y="2728341"/>
                  </a:lnTo>
                  <a:lnTo>
                    <a:pt x="2885501" y="2728693"/>
                  </a:lnTo>
                  <a:lnTo>
                    <a:pt x="2885688" y="2728984"/>
                  </a:lnTo>
                  <a:lnTo>
                    <a:pt x="2885875" y="2729159"/>
                  </a:lnTo>
                  <a:lnTo>
                    <a:pt x="2886062" y="2729142"/>
                  </a:lnTo>
                  <a:lnTo>
                    <a:pt x="2886249" y="2728623"/>
                  </a:lnTo>
                  <a:lnTo>
                    <a:pt x="2886435" y="2727761"/>
                  </a:lnTo>
                  <a:lnTo>
                    <a:pt x="2886622" y="2726881"/>
                  </a:lnTo>
                  <a:lnTo>
                    <a:pt x="2886809" y="2726090"/>
                  </a:lnTo>
                  <a:lnTo>
                    <a:pt x="2886996" y="2725386"/>
                  </a:lnTo>
                  <a:lnTo>
                    <a:pt x="2887183" y="2724744"/>
                  </a:lnTo>
                  <a:lnTo>
                    <a:pt x="2887370" y="2724243"/>
                  </a:lnTo>
                  <a:lnTo>
                    <a:pt x="2887557" y="2723720"/>
                  </a:lnTo>
                  <a:lnTo>
                    <a:pt x="2887744" y="2723138"/>
                  </a:lnTo>
                  <a:lnTo>
                    <a:pt x="2887931" y="2722583"/>
                  </a:lnTo>
                  <a:lnTo>
                    <a:pt x="2888118" y="2722029"/>
                  </a:lnTo>
                  <a:lnTo>
                    <a:pt x="2888305" y="2721474"/>
                  </a:lnTo>
                  <a:lnTo>
                    <a:pt x="2888492" y="2720980"/>
                  </a:lnTo>
                  <a:lnTo>
                    <a:pt x="2888678" y="2720601"/>
                  </a:lnTo>
                  <a:lnTo>
                    <a:pt x="2888865" y="2720310"/>
                  </a:lnTo>
                  <a:lnTo>
                    <a:pt x="2889052" y="2720501"/>
                  </a:lnTo>
                  <a:lnTo>
                    <a:pt x="2889239" y="2721149"/>
                  </a:lnTo>
                  <a:lnTo>
                    <a:pt x="2889426" y="2721812"/>
                  </a:lnTo>
                  <a:lnTo>
                    <a:pt x="2889613" y="2722403"/>
                  </a:lnTo>
                  <a:lnTo>
                    <a:pt x="2889800" y="2723066"/>
                  </a:lnTo>
                  <a:lnTo>
                    <a:pt x="2889987" y="2723299"/>
                  </a:lnTo>
                  <a:lnTo>
                    <a:pt x="2890174" y="2723265"/>
                  </a:lnTo>
                  <a:lnTo>
                    <a:pt x="2890361" y="2722666"/>
                  </a:lnTo>
                  <a:lnTo>
                    <a:pt x="2890548" y="2722252"/>
                  </a:lnTo>
                  <a:lnTo>
                    <a:pt x="2890735" y="2722159"/>
                  </a:lnTo>
                  <a:lnTo>
                    <a:pt x="2890922" y="2722280"/>
                  </a:lnTo>
                  <a:lnTo>
                    <a:pt x="2891108" y="2722620"/>
                  </a:lnTo>
                  <a:lnTo>
                    <a:pt x="2891295" y="2722998"/>
                  </a:lnTo>
                  <a:lnTo>
                    <a:pt x="2891482" y="2723377"/>
                  </a:lnTo>
                  <a:lnTo>
                    <a:pt x="2891669" y="2723842"/>
                  </a:lnTo>
                  <a:lnTo>
                    <a:pt x="2891856" y="2724301"/>
                  </a:lnTo>
                  <a:lnTo>
                    <a:pt x="2892043" y="2724570"/>
                  </a:lnTo>
                  <a:lnTo>
                    <a:pt x="2892230" y="2724973"/>
                  </a:lnTo>
                  <a:lnTo>
                    <a:pt x="2892417" y="2725376"/>
                  </a:lnTo>
                  <a:lnTo>
                    <a:pt x="2892604" y="2725683"/>
                  </a:lnTo>
                  <a:lnTo>
                    <a:pt x="2892791" y="2726184"/>
                  </a:lnTo>
                  <a:lnTo>
                    <a:pt x="2892978" y="2727028"/>
                  </a:lnTo>
                  <a:lnTo>
                    <a:pt x="2893165" y="2728761"/>
                  </a:lnTo>
                  <a:lnTo>
                    <a:pt x="2893352" y="2730392"/>
                  </a:lnTo>
                  <a:lnTo>
                    <a:pt x="2893538" y="2731645"/>
                  </a:lnTo>
                  <a:lnTo>
                    <a:pt x="2893725" y="2732886"/>
                  </a:lnTo>
                  <a:lnTo>
                    <a:pt x="2893912" y="2733862"/>
                  </a:lnTo>
                  <a:lnTo>
                    <a:pt x="2894099" y="2734917"/>
                  </a:lnTo>
                  <a:lnTo>
                    <a:pt x="2894286" y="2735973"/>
                  </a:lnTo>
                  <a:lnTo>
                    <a:pt x="2894473" y="2736993"/>
                  </a:lnTo>
                  <a:lnTo>
                    <a:pt x="2894660" y="2737873"/>
                  </a:lnTo>
                  <a:lnTo>
                    <a:pt x="2894847" y="2738744"/>
                  </a:lnTo>
                  <a:lnTo>
                    <a:pt x="2895034" y="2739447"/>
                  </a:lnTo>
                  <a:lnTo>
                    <a:pt x="2895221" y="2740151"/>
                  </a:lnTo>
                  <a:lnTo>
                    <a:pt x="2895408" y="2740828"/>
                  </a:lnTo>
                  <a:lnTo>
                    <a:pt x="2895595" y="2741338"/>
                  </a:lnTo>
                  <a:lnTo>
                    <a:pt x="2895781" y="2741485"/>
                  </a:lnTo>
                  <a:lnTo>
                    <a:pt x="2895968" y="2741462"/>
                  </a:lnTo>
                  <a:lnTo>
                    <a:pt x="2896155" y="2741241"/>
                  </a:lnTo>
                  <a:lnTo>
                    <a:pt x="2896342" y="2740861"/>
                  </a:lnTo>
                  <a:lnTo>
                    <a:pt x="2896529" y="2740332"/>
                  </a:lnTo>
                  <a:lnTo>
                    <a:pt x="2896716" y="2739723"/>
                  </a:lnTo>
                  <a:lnTo>
                    <a:pt x="2896903" y="2738962"/>
                  </a:lnTo>
                  <a:lnTo>
                    <a:pt x="2897090" y="2738069"/>
                  </a:lnTo>
                  <a:lnTo>
                    <a:pt x="2897277" y="2737176"/>
                  </a:lnTo>
                  <a:lnTo>
                    <a:pt x="2897464" y="2736159"/>
                  </a:lnTo>
                  <a:lnTo>
                    <a:pt x="2897651" y="2735090"/>
                  </a:lnTo>
                  <a:lnTo>
                    <a:pt x="2897838" y="2734021"/>
                  </a:lnTo>
                  <a:lnTo>
                    <a:pt x="2898025" y="2732952"/>
                  </a:lnTo>
                  <a:lnTo>
                    <a:pt x="2898211" y="2731883"/>
                  </a:lnTo>
                  <a:lnTo>
                    <a:pt x="2898398" y="2730814"/>
                  </a:lnTo>
                  <a:lnTo>
                    <a:pt x="2898585" y="2729791"/>
                  </a:lnTo>
                  <a:lnTo>
                    <a:pt x="2898772" y="2728911"/>
                  </a:lnTo>
                  <a:lnTo>
                    <a:pt x="2898959" y="2728049"/>
                  </a:lnTo>
                  <a:lnTo>
                    <a:pt x="2899146" y="2727328"/>
                  </a:lnTo>
                  <a:lnTo>
                    <a:pt x="2899333" y="2726756"/>
                  </a:lnTo>
                  <a:lnTo>
                    <a:pt x="2899520" y="2726228"/>
                  </a:lnTo>
                  <a:lnTo>
                    <a:pt x="2899707" y="2725762"/>
                  </a:lnTo>
                  <a:lnTo>
                    <a:pt x="2899894" y="2725586"/>
                  </a:lnTo>
                  <a:lnTo>
                    <a:pt x="2900081" y="2725560"/>
                  </a:lnTo>
                  <a:lnTo>
                    <a:pt x="2900268" y="2725542"/>
                  </a:lnTo>
                  <a:lnTo>
                    <a:pt x="2900454" y="2725710"/>
                  </a:lnTo>
                  <a:lnTo>
                    <a:pt x="2900641" y="2725885"/>
                  </a:lnTo>
                  <a:lnTo>
                    <a:pt x="2900828" y="2726061"/>
                  </a:lnTo>
                  <a:lnTo>
                    <a:pt x="2901015" y="2726237"/>
                  </a:lnTo>
                  <a:lnTo>
                    <a:pt x="2901202" y="2726413"/>
                  </a:lnTo>
                  <a:lnTo>
                    <a:pt x="2901389" y="2726589"/>
                  </a:lnTo>
                  <a:lnTo>
                    <a:pt x="2901576" y="2726633"/>
                  </a:lnTo>
                  <a:lnTo>
                    <a:pt x="2901763" y="2726791"/>
                  </a:lnTo>
                  <a:lnTo>
                    <a:pt x="2901950" y="2726774"/>
                  </a:lnTo>
                  <a:lnTo>
                    <a:pt x="2902137" y="2726598"/>
                  </a:lnTo>
                  <a:lnTo>
                    <a:pt x="2902324" y="2726334"/>
                  </a:lnTo>
                  <a:lnTo>
                    <a:pt x="2902511" y="2725965"/>
                  </a:lnTo>
                  <a:lnTo>
                    <a:pt x="2902698" y="2725270"/>
                  </a:lnTo>
                  <a:lnTo>
                    <a:pt x="2902884" y="2724285"/>
                  </a:lnTo>
                  <a:lnTo>
                    <a:pt x="2903071" y="2723194"/>
                  </a:lnTo>
                  <a:lnTo>
                    <a:pt x="2903258" y="2721971"/>
                  </a:lnTo>
                  <a:lnTo>
                    <a:pt x="2903445" y="2720740"/>
                  </a:lnTo>
                  <a:lnTo>
                    <a:pt x="2903632" y="2719377"/>
                  </a:lnTo>
                  <a:lnTo>
                    <a:pt x="2903819" y="2717969"/>
                  </a:lnTo>
                  <a:lnTo>
                    <a:pt x="2904006" y="2716562"/>
                  </a:lnTo>
                  <a:lnTo>
                    <a:pt x="2904193" y="2715155"/>
                  </a:lnTo>
                  <a:lnTo>
                    <a:pt x="2904380" y="2713879"/>
                  </a:lnTo>
                  <a:lnTo>
                    <a:pt x="2904567" y="2712648"/>
                  </a:lnTo>
                  <a:lnTo>
                    <a:pt x="2904754" y="2711610"/>
                  </a:lnTo>
                  <a:lnTo>
                    <a:pt x="2904941" y="2710730"/>
                  </a:lnTo>
                  <a:lnTo>
                    <a:pt x="2905128" y="2709939"/>
                  </a:lnTo>
                  <a:lnTo>
                    <a:pt x="2905314" y="2709235"/>
                  </a:lnTo>
                  <a:lnTo>
                    <a:pt x="2905501" y="2708602"/>
                  </a:lnTo>
                  <a:lnTo>
                    <a:pt x="2905688" y="2707704"/>
                  </a:lnTo>
                  <a:lnTo>
                    <a:pt x="2905875" y="2706658"/>
                  </a:lnTo>
                  <a:lnTo>
                    <a:pt x="2906062" y="2705309"/>
                  </a:lnTo>
                  <a:lnTo>
                    <a:pt x="2906249" y="2703960"/>
                  </a:lnTo>
                  <a:lnTo>
                    <a:pt x="2906436" y="2702814"/>
                  </a:lnTo>
                  <a:lnTo>
                    <a:pt x="2906623" y="2701510"/>
                  </a:lnTo>
                  <a:lnTo>
                    <a:pt x="2906810" y="2700112"/>
                  </a:lnTo>
                  <a:lnTo>
                    <a:pt x="2906997" y="2698735"/>
                  </a:lnTo>
                  <a:lnTo>
                    <a:pt x="2907184" y="2697034"/>
                  </a:lnTo>
                  <a:lnTo>
                    <a:pt x="2907371" y="2695206"/>
                  </a:lnTo>
                  <a:lnTo>
                    <a:pt x="2907557" y="2693102"/>
                  </a:lnTo>
                  <a:lnTo>
                    <a:pt x="2907744" y="2690725"/>
                  </a:lnTo>
                  <a:lnTo>
                    <a:pt x="2907931" y="2687965"/>
                  </a:lnTo>
                  <a:lnTo>
                    <a:pt x="2908118" y="2685021"/>
                  </a:lnTo>
                  <a:lnTo>
                    <a:pt x="2908305" y="2682572"/>
                  </a:lnTo>
                  <a:lnTo>
                    <a:pt x="2908492" y="2680451"/>
                  </a:lnTo>
                  <a:lnTo>
                    <a:pt x="2908679" y="2678665"/>
                  </a:lnTo>
                  <a:lnTo>
                    <a:pt x="2908866" y="2677448"/>
                  </a:lnTo>
                  <a:lnTo>
                    <a:pt x="2909053" y="2676232"/>
                  </a:lnTo>
                  <a:lnTo>
                    <a:pt x="2909240" y="2674644"/>
                  </a:lnTo>
                  <a:lnTo>
                    <a:pt x="2909427" y="2673251"/>
                  </a:lnTo>
                  <a:lnTo>
                    <a:pt x="2909614" y="2671952"/>
                  </a:lnTo>
                  <a:lnTo>
                    <a:pt x="2909801" y="2670661"/>
                  </a:lnTo>
                  <a:lnTo>
                    <a:pt x="2909987" y="2669498"/>
                  </a:lnTo>
                  <a:lnTo>
                    <a:pt x="2910174" y="2668391"/>
                  </a:lnTo>
                  <a:lnTo>
                    <a:pt x="2910361" y="2667663"/>
                  </a:lnTo>
                  <a:lnTo>
                    <a:pt x="2910548" y="2667338"/>
                  </a:lnTo>
                  <a:lnTo>
                    <a:pt x="2910735" y="2667430"/>
                  </a:lnTo>
                  <a:lnTo>
                    <a:pt x="2910922" y="2667476"/>
                  </a:lnTo>
                  <a:lnTo>
                    <a:pt x="2911109" y="2667532"/>
                  </a:lnTo>
                  <a:lnTo>
                    <a:pt x="2911296" y="2667193"/>
                  </a:lnTo>
                  <a:lnTo>
                    <a:pt x="2911483" y="2666883"/>
                  </a:lnTo>
                  <a:lnTo>
                    <a:pt x="2911670" y="2666717"/>
                  </a:lnTo>
                  <a:lnTo>
                    <a:pt x="2911857" y="2666810"/>
                  </a:lnTo>
                  <a:lnTo>
                    <a:pt x="2912044" y="2666798"/>
                  </a:lnTo>
                  <a:lnTo>
                    <a:pt x="2912231" y="2666846"/>
                  </a:lnTo>
                  <a:lnTo>
                    <a:pt x="2912417" y="2666929"/>
                  </a:lnTo>
                  <a:lnTo>
                    <a:pt x="2912604" y="2667107"/>
                  </a:lnTo>
                  <a:lnTo>
                    <a:pt x="2912791" y="2667292"/>
                  </a:lnTo>
                  <a:lnTo>
                    <a:pt x="2912978" y="2667585"/>
                  </a:lnTo>
                  <a:lnTo>
                    <a:pt x="2913165" y="2667861"/>
                  </a:lnTo>
                  <a:lnTo>
                    <a:pt x="2913352" y="2667944"/>
                  </a:lnTo>
                  <a:lnTo>
                    <a:pt x="2913539" y="2667917"/>
                  </a:lnTo>
                  <a:lnTo>
                    <a:pt x="2913726" y="2668151"/>
                  </a:lnTo>
                  <a:lnTo>
                    <a:pt x="2913913" y="2668571"/>
                  </a:lnTo>
                  <a:lnTo>
                    <a:pt x="2914100" y="2669076"/>
                  </a:lnTo>
                  <a:lnTo>
                    <a:pt x="2914287" y="2669520"/>
                  </a:lnTo>
                  <a:lnTo>
                    <a:pt x="2914474" y="2669510"/>
                  </a:lnTo>
                  <a:lnTo>
                    <a:pt x="2914660" y="2668961"/>
                  </a:lnTo>
                  <a:lnTo>
                    <a:pt x="2914847" y="2667906"/>
                  </a:lnTo>
                  <a:lnTo>
                    <a:pt x="2915034" y="2667194"/>
                  </a:lnTo>
                  <a:lnTo>
                    <a:pt x="2915221" y="2666344"/>
                  </a:lnTo>
                  <a:lnTo>
                    <a:pt x="2915408" y="2665184"/>
                  </a:lnTo>
                  <a:lnTo>
                    <a:pt x="2915595" y="2663953"/>
                  </a:lnTo>
                  <a:lnTo>
                    <a:pt x="2915782" y="2662438"/>
                  </a:lnTo>
                  <a:lnTo>
                    <a:pt x="2915969" y="2660333"/>
                  </a:lnTo>
                  <a:lnTo>
                    <a:pt x="2916156" y="2657956"/>
                  </a:lnTo>
                  <a:lnTo>
                    <a:pt x="2916343" y="2655703"/>
                  </a:lnTo>
                  <a:lnTo>
                    <a:pt x="2916530" y="2653379"/>
                  </a:lnTo>
                  <a:lnTo>
                    <a:pt x="2916717" y="2651192"/>
                  </a:lnTo>
                  <a:lnTo>
                    <a:pt x="2916904" y="2648993"/>
                  </a:lnTo>
                  <a:lnTo>
                    <a:pt x="2917090" y="2646373"/>
                  </a:lnTo>
                  <a:lnTo>
                    <a:pt x="2917277" y="2643403"/>
                  </a:lnTo>
                  <a:lnTo>
                    <a:pt x="2917464" y="2639383"/>
                  </a:lnTo>
                  <a:lnTo>
                    <a:pt x="2917651" y="2635457"/>
                  </a:lnTo>
                  <a:lnTo>
                    <a:pt x="2917838" y="2631231"/>
                  </a:lnTo>
                  <a:lnTo>
                    <a:pt x="2918025" y="2627017"/>
                  </a:lnTo>
                  <a:lnTo>
                    <a:pt x="2918212" y="2622794"/>
                  </a:lnTo>
                  <a:lnTo>
                    <a:pt x="2918399" y="2618570"/>
                  </a:lnTo>
                  <a:lnTo>
                    <a:pt x="2918586" y="2613960"/>
                  </a:lnTo>
                  <a:lnTo>
                    <a:pt x="2918773" y="2609438"/>
                  </a:lnTo>
                  <a:lnTo>
                    <a:pt x="2918960" y="2605171"/>
                  </a:lnTo>
                  <a:lnTo>
                    <a:pt x="2919147" y="2600846"/>
                  </a:lnTo>
                  <a:lnTo>
                    <a:pt x="2919333" y="2596434"/>
                  </a:lnTo>
                  <a:lnTo>
                    <a:pt x="2919520" y="2592023"/>
                  </a:lnTo>
                  <a:lnTo>
                    <a:pt x="2919707" y="2587611"/>
                  </a:lnTo>
                  <a:lnTo>
                    <a:pt x="2919894" y="2583622"/>
                  </a:lnTo>
                  <a:lnTo>
                    <a:pt x="2920081" y="2580187"/>
                  </a:lnTo>
                  <a:lnTo>
                    <a:pt x="2920268" y="2576867"/>
                  </a:lnTo>
                  <a:lnTo>
                    <a:pt x="2920455" y="2573442"/>
                  </a:lnTo>
                  <a:lnTo>
                    <a:pt x="2920642" y="2569712"/>
                  </a:lnTo>
                  <a:lnTo>
                    <a:pt x="2920829" y="2565605"/>
                  </a:lnTo>
                  <a:lnTo>
                    <a:pt x="2921016" y="2561462"/>
                  </a:lnTo>
                  <a:lnTo>
                    <a:pt x="2921203" y="2556818"/>
                  </a:lnTo>
                  <a:lnTo>
                    <a:pt x="2921390" y="2553345"/>
                  </a:lnTo>
                  <a:lnTo>
                    <a:pt x="2921577" y="2550489"/>
                  </a:lnTo>
                  <a:lnTo>
                    <a:pt x="2921763" y="2547968"/>
                  </a:lnTo>
                  <a:lnTo>
                    <a:pt x="2921950" y="2545397"/>
                  </a:lnTo>
                  <a:lnTo>
                    <a:pt x="2922137" y="2542826"/>
                  </a:lnTo>
                  <a:lnTo>
                    <a:pt x="2922324" y="2540236"/>
                  </a:lnTo>
                  <a:lnTo>
                    <a:pt x="2922511" y="2537551"/>
                  </a:lnTo>
                  <a:lnTo>
                    <a:pt x="2922698" y="2534886"/>
                  </a:lnTo>
                  <a:lnTo>
                    <a:pt x="2922885" y="2532315"/>
                  </a:lnTo>
                  <a:lnTo>
                    <a:pt x="2923072" y="2530157"/>
                  </a:lnTo>
                  <a:lnTo>
                    <a:pt x="2923259" y="2528453"/>
                  </a:lnTo>
                  <a:lnTo>
                    <a:pt x="2923446" y="2527326"/>
                  </a:lnTo>
                  <a:lnTo>
                    <a:pt x="2923633" y="2526762"/>
                  </a:lnTo>
                  <a:lnTo>
                    <a:pt x="2923820" y="2526455"/>
                  </a:lnTo>
                  <a:lnTo>
                    <a:pt x="2924007" y="2526586"/>
                  </a:lnTo>
                  <a:lnTo>
                    <a:pt x="2924193" y="2526874"/>
                  </a:lnTo>
                  <a:lnTo>
                    <a:pt x="2924380" y="2526948"/>
                  </a:lnTo>
                  <a:lnTo>
                    <a:pt x="2924567" y="2526992"/>
                  </a:lnTo>
                  <a:lnTo>
                    <a:pt x="2924754" y="2527088"/>
                  </a:lnTo>
                  <a:lnTo>
                    <a:pt x="2924941" y="2527590"/>
                  </a:lnTo>
                  <a:lnTo>
                    <a:pt x="2925128" y="2528214"/>
                  </a:lnTo>
                  <a:lnTo>
                    <a:pt x="2925315" y="2529050"/>
                  </a:lnTo>
                  <a:lnTo>
                    <a:pt x="2925502" y="2529929"/>
                  </a:lnTo>
                  <a:lnTo>
                    <a:pt x="2925689" y="2530809"/>
                  </a:lnTo>
                  <a:lnTo>
                    <a:pt x="2925876" y="2531627"/>
                  </a:lnTo>
                  <a:lnTo>
                    <a:pt x="2926063" y="2532331"/>
                  </a:lnTo>
                  <a:lnTo>
                    <a:pt x="2926250" y="2532946"/>
                  </a:lnTo>
                  <a:lnTo>
                    <a:pt x="2926436" y="2533430"/>
                  </a:lnTo>
                  <a:lnTo>
                    <a:pt x="2926623" y="2534055"/>
                  </a:lnTo>
                  <a:lnTo>
                    <a:pt x="2926810" y="2534758"/>
                  </a:lnTo>
                  <a:lnTo>
                    <a:pt x="2926997" y="2535462"/>
                  </a:lnTo>
                  <a:lnTo>
                    <a:pt x="2927184" y="2536245"/>
                  </a:lnTo>
                  <a:lnTo>
                    <a:pt x="2927371" y="2537177"/>
                  </a:lnTo>
                  <a:lnTo>
                    <a:pt x="2927558" y="2538417"/>
                  </a:lnTo>
                  <a:lnTo>
                    <a:pt x="2927745" y="2539974"/>
                  </a:lnTo>
                  <a:lnTo>
                    <a:pt x="2927932" y="2541461"/>
                  </a:lnTo>
                  <a:lnTo>
                    <a:pt x="2928119" y="2542886"/>
                  </a:lnTo>
                  <a:lnTo>
                    <a:pt x="2928306" y="2544469"/>
                  </a:lnTo>
                  <a:lnTo>
                    <a:pt x="2928493" y="2546052"/>
                  </a:lnTo>
                  <a:lnTo>
                    <a:pt x="2928680" y="2547635"/>
                  </a:lnTo>
                  <a:lnTo>
                    <a:pt x="2928866" y="2549219"/>
                  </a:lnTo>
                  <a:lnTo>
                    <a:pt x="2929053" y="2550740"/>
                  </a:lnTo>
                  <a:lnTo>
                    <a:pt x="2929240" y="2552148"/>
                  </a:lnTo>
                  <a:lnTo>
                    <a:pt x="2929427" y="2553300"/>
                  </a:lnTo>
                  <a:lnTo>
                    <a:pt x="2929614" y="2554355"/>
                  </a:lnTo>
                  <a:lnTo>
                    <a:pt x="2929801" y="2555411"/>
                  </a:lnTo>
                  <a:lnTo>
                    <a:pt x="2929988" y="2556387"/>
                  </a:lnTo>
                  <a:lnTo>
                    <a:pt x="2930175" y="2557012"/>
                  </a:lnTo>
                  <a:lnTo>
                    <a:pt x="2930362" y="2557179"/>
                  </a:lnTo>
                  <a:lnTo>
                    <a:pt x="2930549" y="2556765"/>
                  </a:lnTo>
                  <a:lnTo>
                    <a:pt x="2930736" y="2556018"/>
                  </a:lnTo>
                  <a:lnTo>
                    <a:pt x="2930923" y="2555121"/>
                  </a:lnTo>
                  <a:lnTo>
                    <a:pt x="2931110" y="2554065"/>
                  </a:lnTo>
                  <a:lnTo>
                    <a:pt x="2931296" y="2552684"/>
                  </a:lnTo>
                  <a:lnTo>
                    <a:pt x="2931483" y="2551215"/>
                  </a:lnTo>
                  <a:lnTo>
                    <a:pt x="2931670" y="2549148"/>
                  </a:lnTo>
                  <a:lnTo>
                    <a:pt x="2931857" y="2546861"/>
                  </a:lnTo>
                  <a:lnTo>
                    <a:pt x="2932044" y="2544451"/>
                  </a:lnTo>
                  <a:lnTo>
                    <a:pt x="2932231" y="2541988"/>
                  </a:lnTo>
                  <a:lnTo>
                    <a:pt x="2932418" y="2539526"/>
                  </a:lnTo>
                  <a:lnTo>
                    <a:pt x="2932605" y="2537063"/>
                  </a:lnTo>
                  <a:lnTo>
                    <a:pt x="2932792" y="2534600"/>
                  </a:lnTo>
                  <a:lnTo>
                    <a:pt x="2932979" y="2532375"/>
                  </a:lnTo>
                  <a:lnTo>
                    <a:pt x="2933166" y="2530439"/>
                  </a:lnTo>
                  <a:lnTo>
                    <a:pt x="2933353" y="2528328"/>
                  </a:lnTo>
                  <a:lnTo>
                    <a:pt x="2933539" y="2526420"/>
                  </a:lnTo>
                  <a:lnTo>
                    <a:pt x="2933726" y="2524511"/>
                  </a:lnTo>
                  <a:lnTo>
                    <a:pt x="2933913" y="2522286"/>
                  </a:lnTo>
                  <a:lnTo>
                    <a:pt x="2934100" y="2519981"/>
                  </a:lnTo>
                  <a:lnTo>
                    <a:pt x="2934287" y="2518205"/>
                  </a:lnTo>
                  <a:lnTo>
                    <a:pt x="2934474" y="2517071"/>
                  </a:lnTo>
                  <a:lnTo>
                    <a:pt x="2934661" y="2516181"/>
                  </a:lnTo>
                  <a:lnTo>
                    <a:pt x="2934848" y="2515422"/>
                  </a:lnTo>
                  <a:lnTo>
                    <a:pt x="2935035" y="2514759"/>
                  </a:lnTo>
                  <a:lnTo>
                    <a:pt x="2935222" y="2514039"/>
                  </a:lnTo>
                  <a:lnTo>
                    <a:pt x="2935409" y="2513231"/>
                  </a:lnTo>
                  <a:lnTo>
                    <a:pt x="2935596" y="2512388"/>
                  </a:lnTo>
                  <a:lnTo>
                    <a:pt x="2935783" y="2511307"/>
                  </a:lnTo>
                  <a:lnTo>
                    <a:pt x="2935969" y="2510066"/>
                  </a:lnTo>
                  <a:lnTo>
                    <a:pt x="2936156" y="2508934"/>
                  </a:lnTo>
                  <a:lnTo>
                    <a:pt x="2936343" y="2507842"/>
                  </a:lnTo>
                  <a:lnTo>
                    <a:pt x="2936530" y="2506646"/>
                  </a:lnTo>
                  <a:lnTo>
                    <a:pt x="2936717" y="2505588"/>
                  </a:lnTo>
                  <a:lnTo>
                    <a:pt x="2936904" y="2504855"/>
                  </a:lnTo>
                  <a:lnTo>
                    <a:pt x="2937091" y="2504102"/>
                  </a:lnTo>
                  <a:lnTo>
                    <a:pt x="2937278" y="2503185"/>
                  </a:lnTo>
                  <a:lnTo>
                    <a:pt x="2937465" y="2502041"/>
                  </a:lnTo>
                  <a:lnTo>
                    <a:pt x="2937652" y="2501476"/>
                  </a:lnTo>
                  <a:lnTo>
                    <a:pt x="2937839" y="2500928"/>
                  </a:lnTo>
                  <a:lnTo>
                    <a:pt x="2938026" y="2500299"/>
                  </a:lnTo>
                  <a:lnTo>
                    <a:pt x="2938212" y="2499749"/>
                  </a:lnTo>
                  <a:lnTo>
                    <a:pt x="2938399" y="2499234"/>
                  </a:lnTo>
                  <a:lnTo>
                    <a:pt x="2938586" y="2498843"/>
                  </a:lnTo>
                  <a:lnTo>
                    <a:pt x="2938773" y="2498581"/>
                  </a:lnTo>
                  <a:lnTo>
                    <a:pt x="2938960" y="2498560"/>
                  </a:lnTo>
                  <a:lnTo>
                    <a:pt x="2939147" y="2498482"/>
                  </a:lnTo>
                  <a:lnTo>
                    <a:pt x="2939334" y="2498753"/>
                  </a:lnTo>
                  <a:lnTo>
                    <a:pt x="2939521" y="2499168"/>
                  </a:lnTo>
                  <a:lnTo>
                    <a:pt x="2939708" y="2499498"/>
                  </a:lnTo>
                  <a:lnTo>
                    <a:pt x="2939895" y="2499909"/>
                  </a:lnTo>
                  <a:lnTo>
                    <a:pt x="2940082" y="2500530"/>
                  </a:lnTo>
                  <a:lnTo>
                    <a:pt x="2940269" y="2501190"/>
                  </a:lnTo>
                  <a:lnTo>
                    <a:pt x="2940456" y="2501797"/>
                  </a:lnTo>
                  <a:lnTo>
                    <a:pt x="2940642" y="2502313"/>
                  </a:lnTo>
                  <a:lnTo>
                    <a:pt x="2940829" y="2502832"/>
                  </a:lnTo>
                  <a:lnTo>
                    <a:pt x="2941016" y="2503492"/>
                  </a:lnTo>
                  <a:lnTo>
                    <a:pt x="2941203" y="2504196"/>
                  </a:lnTo>
                  <a:lnTo>
                    <a:pt x="2941390" y="2505040"/>
                  </a:lnTo>
                  <a:lnTo>
                    <a:pt x="2941577" y="2505920"/>
                  </a:lnTo>
                  <a:lnTo>
                    <a:pt x="2941764" y="2506667"/>
                  </a:lnTo>
                  <a:lnTo>
                    <a:pt x="2941951" y="2507512"/>
                  </a:lnTo>
                  <a:lnTo>
                    <a:pt x="2942138" y="2508198"/>
                  </a:lnTo>
                  <a:lnTo>
                    <a:pt x="2942325" y="2508858"/>
                  </a:lnTo>
                  <a:lnTo>
                    <a:pt x="2942512" y="2509447"/>
                  </a:lnTo>
                  <a:lnTo>
                    <a:pt x="2942699" y="2509799"/>
                  </a:lnTo>
                  <a:lnTo>
                    <a:pt x="2942886" y="2510080"/>
                  </a:lnTo>
                  <a:lnTo>
                    <a:pt x="2943072" y="2510625"/>
                  </a:lnTo>
                  <a:lnTo>
                    <a:pt x="2943259" y="2511320"/>
                  </a:lnTo>
                  <a:lnTo>
                    <a:pt x="2943446" y="2512230"/>
                  </a:lnTo>
                  <a:lnTo>
                    <a:pt x="2943633" y="2513051"/>
                  </a:lnTo>
                  <a:lnTo>
                    <a:pt x="2943820" y="2513625"/>
                  </a:lnTo>
                  <a:lnTo>
                    <a:pt x="2944007" y="2514225"/>
                  </a:lnTo>
                  <a:lnTo>
                    <a:pt x="2944194" y="2514920"/>
                  </a:lnTo>
                  <a:lnTo>
                    <a:pt x="2944381" y="2515752"/>
                  </a:lnTo>
                  <a:lnTo>
                    <a:pt x="2944568" y="2516793"/>
                  </a:lnTo>
                  <a:lnTo>
                    <a:pt x="2944755" y="2518064"/>
                  </a:lnTo>
                  <a:lnTo>
                    <a:pt x="2944942" y="2519611"/>
                  </a:lnTo>
                  <a:lnTo>
                    <a:pt x="2945129" y="2521431"/>
                  </a:lnTo>
                  <a:lnTo>
                    <a:pt x="2945315" y="2523827"/>
                  </a:lnTo>
                  <a:lnTo>
                    <a:pt x="2945502" y="2526519"/>
                  </a:lnTo>
                  <a:lnTo>
                    <a:pt x="2945689" y="2528715"/>
                  </a:lnTo>
                  <a:lnTo>
                    <a:pt x="2945876" y="2530620"/>
                  </a:lnTo>
                  <a:lnTo>
                    <a:pt x="2946063" y="2532305"/>
                  </a:lnTo>
                  <a:lnTo>
                    <a:pt x="2946250" y="2533645"/>
                  </a:lnTo>
                  <a:lnTo>
                    <a:pt x="2946437" y="2535074"/>
                  </a:lnTo>
                  <a:lnTo>
                    <a:pt x="2946624" y="2536917"/>
                  </a:lnTo>
                  <a:lnTo>
                    <a:pt x="2946811" y="2538698"/>
                  </a:lnTo>
                  <a:lnTo>
                    <a:pt x="2946998" y="2540385"/>
                  </a:lnTo>
                  <a:lnTo>
                    <a:pt x="2947185" y="2541935"/>
                  </a:lnTo>
                  <a:lnTo>
                    <a:pt x="2947372" y="2543326"/>
                  </a:lnTo>
                  <a:lnTo>
                    <a:pt x="2947559" y="2544580"/>
                  </a:lnTo>
                  <a:lnTo>
                    <a:pt x="2947745" y="2545559"/>
                  </a:lnTo>
                  <a:lnTo>
                    <a:pt x="2947932" y="2546286"/>
                  </a:lnTo>
                  <a:lnTo>
                    <a:pt x="2948119" y="2546670"/>
                  </a:lnTo>
                  <a:lnTo>
                    <a:pt x="2948306" y="2547269"/>
                  </a:lnTo>
                  <a:lnTo>
                    <a:pt x="2948493" y="2547990"/>
                  </a:lnTo>
                  <a:lnTo>
                    <a:pt x="2948680" y="2549172"/>
                  </a:lnTo>
                  <a:lnTo>
                    <a:pt x="2948867" y="2550346"/>
                  </a:lnTo>
                  <a:lnTo>
                    <a:pt x="2949054" y="2551456"/>
                  </a:lnTo>
                  <a:lnTo>
                    <a:pt x="2949241" y="2552565"/>
                  </a:lnTo>
                  <a:lnTo>
                    <a:pt x="2949428" y="2553675"/>
                  </a:lnTo>
                  <a:lnTo>
                    <a:pt x="2949615" y="2554720"/>
                  </a:lnTo>
                  <a:lnTo>
                    <a:pt x="2949802" y="2555941"/>
                  </a:lnTo>
                  <a:lnTo>
                    <a:pt x="2949988" y="2557301"/>
                  </a:lnTo>
                  <a:lnTo>
                    <a:pt x="2950175" y="2558619"/>
                  </a:lnTo>
                  <a:lnTo>
                    <a:pt x="2950362" y="2559788"/>
                  </a:lnTo>
                  <a:lnTo>
                    <a:pt x="2950549" y="2560979"/>
                  </a:lnTo>
                  <a:lnTo>
                    <a:pt x="2950736" y="2562256"/>
                  </a:lnTo>
                  <a:lnTo>
                    <a:pt x="2950923" y="2563563"/>
                  </a:lnTo>
                  <a:lnTo>
                    <a:pt x="2951110" y="2564430"/>
                  </a:lnTo>
                  <a:lnTo>
                    <a:pt x="2951297" y="2565209"/>
                  </a:lnTo>
                  <a:lnTo>
                    <a:pt x="2951484" y="2565801"/>
                  </a:lnTo>
                  <a:lnTo>
                    <a:pt x="2951671" y="2566317"/>
                  </a:lnTo>
                  <a:lnTo>
                    <a:pt x="2951858" y="2567071"/>
                  </a:lnTo>
                  <a:lnTo>
                    <a:pt x="2952045" y="2568124"/>
                  </a:lnTo>
                  <a:lnTo>
                    <a:pt x="2952232" y="2569546"/>
                  </a:lnTo>
                  <a:lnTo>
                    <a:pt x="2952418" y="2571033"/>
                  </a:lnTo>
                  <a:lnTo>
                    <a:pt x="2952605" y="2572519"/>
                  </a:lnTo>
                  <a:lnTo>
                    <a:pt x="2952792" y="2573877"/>
                  </a:lnTo>
                  <a:lnTo>
                    <a:pt x="2952979" y="2575148"/>
                  </a:lnTo>
                  <a:lnTo>
                    <a:pt x="2953166" y="2576347"/>
                  </a:lnTo>
                  <a:lnTo>
                    <a:pt x="2953353" y="2577951"/>
                  </a:lnTo>
                  <a:lnTo>
                    <a:pt x="2953540" y="2579800"/>
                  </a:lnTo>
                  <a:lnTo>
                    <a:pt x="2953727" y="2581693"/>
                  </a:lnTo>
                  <a:lnTo>
                    <a:pt x="2953914" y="2583779"/>
                  </a:lnTo>
                  <a:lnTo>
                    <a:pt x="2954101" y="2585790"/>
                  </a:lnTo>
                  <a:lnTo>
                    <a:pt x="2954288" y="2587751"/>
                  </a:lnTo>
                  <a:lnTo>
                    <a:pt x="2954475" y="2590020"/>
                  </a:lnTo>
                  <a:lnTo>
                    <a:pt x="2954662" y="2592637"/>
                  </a:lnTo>
                  <a:lnTo>
                    <a:pt x="2954848" y="2596120"/>
                  </a:lnTo>
                  <a:lnTo>
                    <a:pt x="2955035" y="2599489"/>
                  </a:lnTo>
                  <a:lnTo>
                    <a:pt x="2955222" y="2602981"/>
                  </a:lnTo>
                  <a:lnTo>
                    <a:pt x="2955409" y="2606447"/>
                  </a:lnTo>
                  <a:lnTo>
                    <a:pt x="2955596" y="2610000"/>
                  </a:lnTo>
                  <a:lnTo>
                    <a:pt x="2955783" y="2613712"/>
                  </a:lnTo>
                  <a:lnTo>
                    <a:pt x="2955970" y="2618048"/>
                  </a:lnTo>
                  <a:lnTo>
                    <a:pt x="2956157" y="2622209"/>
                  </a:lnTo>
                  <a:lnTo>
                    <a:pt x="2956344" y="2626079"/>
                  </a:lnTo>
                  <a:lnTo>
                    <a:pt x="2956531" y="2629870"/>
                  </a:lnTo>
                  <a:lnTo>
                    <a:pt x="2956718" y="2633740"/>
                  </a:lnTo>
                  <a:lnTo>
                    <a:pt x="2956905" y="2637610"/>
                  </a:lnTo>
                  <a:lnTo>
                    <a:pt x="2957091" y="2641542"/>
                  </a:lnTo>
                  <a:lnTo>
                    <a:pt x="2957278" y="2645166"/>
                  </a:lnTo>
                  <a:lnTo>
                    <a:pt x="2957465" y="2648148"/>
                  </a:lnTo>
                  <a:lnTo>
                    <a:pt x="2957652" y="2650760"/>
                  </a:lnTo>
                  <a:lnTo>
                    <a:pt x="2957839" y="2653513"/>
                  </a:lnTo>
                  <a:lnTo>
                    <a:pt x="2958026" y="2656697"/>
                  </a:lnTo>
                  <a:lnTo>
                    <a:pt x="2958213" y="2660075"/>
                  </a:lnTo>
                  <a:lnTo>
                    <a:pt x="2958400" y="2663338"/>
                  </a:lnTo>
                  <a:lnTo>
                    <a:pt x="2958587" y="2667103"/>
                  </a:lnTo>
                  <a:lnTo>
                    <a:pt x="2958774" y="2669696"/>
                  </a:lnTo>
                  <a:lnTo>
                    <a:pt x="2958961" y="2671813"/>
                  </a:lnTo>
                  <a:lnTo>
                    <a:pt x="2959148" y="2673630"/>
                  </a:lnTo>
                  <a:lnTo>
                    <a:pt x="2959335" y="2675498"/>
                  </a:lnTo>
                  <a:lnTo>
                    <a:pt x="2959521" y="2677365"/>
                  </a:lnTo>
                  <a:lnTo>
                    <a:pt x="2959708" y="2679102"/>
                  </a:lnTo>
                  <a:lnTo>
                    <a:pt x="2959895" y="2680907"/>
                  </a:lnTo>
                  <a:lnTo>
                    <a:pt x="2960082" y="2682693"/>
                  </a:lnTo>
                  <a:lnTo>
                    <a:pt x="2960269" y="2684473"/>
                  </a:lnTo>
                  <a:lnTo>
                    <a:pt x="2960456" y="2686164"/>
                  </a:lnTo>
                  <a:lnTo>
                    <a:pt x="2960643" y="2687516"/>
                  </a:lnTo>
                  <a:lnTo>
                    <a:pt x="2960830" y="2688664"/>
                  </a:lnTo>
                  <a:lnTo>
                    <a:pt x="2961017" y="2689773"/>
                  </a:lnTo>
                  <a:lnTo>
                    <a:pt x="2961204" y="2690946"/>
                  </a:lnTo>
                  <a:lnTo>
                    <a:pt x="2961391" y="2691739"/>
                  </a:lnTo>
                  <a:lnTo>
                    <a:pt x="2961578" y="2692375"/>
                  </a:lnTo>
                  <a:lnTo>
                    <a:pt x="2961765" y="2693227"/>
                  </a:lnTo>
                  <a:lnTo>
                    <a:pt x="2961951" y="2694108"/>
                  </a:lnTo>
                  <a:lnTo>
                    <a:pt x="2962138" y="2694936"/>
                  </a:lnTo>
                  <a:lnTo>
                    <a:pt x="2962325" y="2695535"/>
                  </a:lnTo>
                  <a:lnTo>
                    <a:pt x="2962512" y="2696231"/>
                  </a:lnTo>
                  <a:lnTo>
                    <a:pt x="2962699" y="2696859"/>
                  </a:lnTo>
                  <a:lnTo>
                    <a:pt x="2962886" y="2697278"/>
                  </a:lnTo>
                  <a:lnTo>
                    <a:pt x="2963073" y="2697680"/>
                  </a:lnTo>
                  <a:lnTo>
                    <a:pt x="2963260" y="2698081"/>
                  </a:lnTo>
                  <a:lnTo>
                    <a:pt x="2963447" y="2698477"/>
                  </a:lnTo>
                  <a:lnTo>
                    <a:pt x="2963634" y="2698738"/>
                  </a:lnTo>
                  <a:lnTo>
                    <a:pt x="2963821" y="2698630"/>
                  </a:lnTo>
                  <a:lnTo>
                    <a:pt x="2964008" y="2698292"/>
                  </a:lnTo>
                  <a:lnTo>
                    <a:pt x="2964194" y="2697582"/>
                  </a:lnTo>
                  <a:lnTo>
                    <a:pt x="2964381" y="2696793"/>
                  </a:lnTo>
                  <a:lnTo>
                    <a:pt x="2964568" y="2696003"/>
                  </a:lnTo>
                  <a:lnTo>
                    <a:pt x="2964755" y="2695071"/>
                  </a:lnTo>
                  <a:lnTo>
                    <a:pt x="2964942" y="2693817"/>
                  </a:lnTo>
                  <a:lnTo>
                    <a:pt x="2965129" y="2692368"/>
                  </a:lnTo>
                  <a:lnTo>
                    <a:pt x="2965316" y="2690696"/>
                  </a:lnTo>
                  <a:lnTo>
                    <a:pt x="2965503" y="2688625"/>
                  </a:lnTo>
                  <a:lnTo>
                    <a:pt x="2965690" y="2686477"/>
                  </a:lnTo>
                  <a:lnTo>
                    <a:pt x="2965877" y="2684334"/>
                  </a:lnTo>
                  <a:lnTo>
                    <a:pt x="2966064" y="2682015"/>
                  </a:lnTo>
                  <a:lnTo>
                    <a:pt x="2966251" y="2679389"/>
                  </a:lnTo>
                  <a:lnTo>
                    <a:pt x="2966438" y="2676439"/>
                  </a:lnTo>
                  <a:lnTo>
                    <a:pt x="2966624" y="2673742"/>
                  </a:lnTo>
                  <a:lnTo>
                    <a:pt x="2966811" y="2671059"/>
                  </a:lnTo>
                  <a:lnTo>
                    <a:pt x="2966998" y="2668398"/>
                  </a:lnTo>
                  <a:lnTo>
                    <a:pt x="2967185" y="2665701"/>
                  </a:lnTo>
                  <a:lnTo>
                    <a:pt x="2967372" y="2663004"/>
                  </a:lnTo>
                  <a:lnTo>
                    <a:pt x="2967559" y="2660580"/>
                  </a:lnTo>
                  <a:lnTo>
                    <a:pt x="2967746" y="2658360"/>
                  </a:lnTo>
                  <a:lnTo>
                    <a:pt x="2967933" y="2656279"/>
                  </a:lnTo>
                  <a:lnTo>
                    <a:pt x="2968120" y="2654606"/>
                  </a:lnTo>
                  <a:lnTo>
                    <a:pt x="2968307" y="2653441"/>
                  </a:lnTo>
                  <a:lnTo>
                    <a:pt x="2968494" y="2652470"/>
                  </a:lnTo>
                  <a:lnTo>
                    <a:pt x="2968681" y="2651758"/>
                  </a:lnTo>
                  <a:lnTo>
                    <a:pt x="2968867" y="2651345"/>
                  </a:lnTo>
                  <a:lnTo>
                    <a:pt x="2969054" y="2651845"/>
                  </a:lnTo>
                  <a:lnTo>
                    <a:pt x="2969241" y="2652938"/>
                  </a:lnTo>
                  <a:lnTo>
                    <a:pt x="2969428" y="2653897"/>
                  </a:lnTo>
                  <a:lnTo>
                    <a:pt x="2969615" y="2654952"/>
                  </a:lnTo>
                  <a:lnTo>
                    <a:pt x="2969802" y="2656052"/>
                  </a:lnTo>
                  <a:lnTo>
                    <a:pt x="2969989" y="2656931"/>
                  </a:lnTo>
                  <a:lnTo>
                    <a:pt x="2970176" y="2657811"/>
                  </a:lnTo>
                  <a:lnTo>
                    <a:pt x="2970363" y="2658488"/>
                  </a:lnTo>
                  <a:lnTo>
                    <a:pt x="2970550" y="2659042"/>
                  </a:lnTo>
                  <a:lnTo>
                    <a:pt x="2970737" y="2659711"/>
                  </a:lnTo>
                  <a:lnTo>
                    <a:pt x="2970924" y="2660212"/>
                  </a:lnTo>
                  <a:lnTo>
                    <a:pt x="2971111" y="2660652"/>
                  </a:lnTo>
                  <a:lnTo>
                    <a:pt x="2971297" y="2661400"/>
                  </a:lnTo>
                  <a:lnTo>
                    <a:pt x="2971484" y="2661954"/>
                  </a:lnTo>
                  <a:lnTo>
                    <a:pt x="2971671" y="2662302"/>
                  </a:lnTo>
                  <a:lnTo>
                    <a:pt x="2971858" y="2662190"/>
                  </a:lnTo>
                  <a:lnTo>
                    <a:pt x="2972045" y="2661788"/>
                  </a:lnTo>
                  <a:lnTo>
                    <a:pt x="2972232" y="2661340"/>
                  </a:lnTo>
                  <a:lnTo>
                    <a:pt x="2972419" y="2660561"/>
                  </a:lnTo>
                  <a:lnTo>
                    <a:pt x="2972606" y="2659861"/>
                  </a:lnTo>
                  <a:lnTo>
                    <a:pt x="2972793" y="2659247"/>
                  </a:lnTo>
                  <a:lnTo>
                    <a:pt x="2972980" y="2658547"/>
                  </a:lnTo>
                  <a:lnTo>
                    <a:pt x="2973167" y="2657999"/>
                  </a:lnTo>
                  <a:lnTo>
                    <a:pt x="2973354" y="2657739"/>
                  </a:lnTo>
                  <a:lnTo>
                    <a:pt x="2973541" y="2657277"/>
                  </a:lnTo>
                  <a:lnTo>
                    <a:pt x="2973727" y="2656850"/>
                  </a:lnTo>
                  <a:lnTo>
                    <a:pt x="2973914" y="2656555"/>
                  </a:lnTo>
                  <a:lnTo>
                    <a:pt x="2974101" y="2655820"/>
                  </a:lnTo>
                  <a:lnTo>
                    <a:pt x="2974288" y="2654749"/>
                  </a:lnTo>
                  <a:lnTo>
                    <a:pt x="2974475" y="2653747"/>
                  </a:lnTo>
                  <a:lnTo>
                    <a:pt x="2974662" y="2652779"/>
                  </a:lnTo>
                  <a:lnTo>
                    <a:pt x="2974849" y="2652264"/>
                  </a:lnTo>
                  <a:lnTo>
                    <a:pt x="2975036" y="2651177"/>
                  </a:lnTo>
                  <a:lnTo>
                    <a:pt x="2975223" y="2650510"/>
                  </a:lnTo>
                  <a:lnTo>
                    <a:pt x="2975410" y="2650041"/>
                  </a:lnTo>
                  <a:lnTo>
                    <a:pt x="2975597" y="2649789"/>
                  </a:lnTo>
                  <a:lnTo>
                    <a:pt x="2975784" y="2649623"/>
                  </a:lnTo>
                  <a:lnTo>
                    <a:pt x="2975970" y="2649464"/>
                  </a:lnTo>
                  <a:lnTo>
                    <a:pt x="2976157" y="2649175"/>
                  </a:lnTo>
                  <a:lnTo>
                    <a:pt x="2976344" y="2649067"/>
                  </a:lnTo>
                  <a:lnTo>
                    <a:pt x="2976531" y="2649344"/>
                  </a:lnTo>
                  <a:lnTo>
                    <a:pt x="2976718" y="2649530"/>
                  </a:lnTo>
                  <a:lnTo>
                    <a:pt x="2976905" y="2649920"/>
                  </a:lnTo>
                  <a:lnTo>
                    <a:pt x="2977092" y="2650364"/>
                  </a:lnTo>
                  <a:lnTo>
                    <a:pt x="2977279" y="2650833"/>
                  </a:lnTo>
                  <a:lnTo>
                    <a:pt x="2977466" y="2651259"/>
                  </a:lnTo>
                  <a:lnTo>
                    <a:pt x="2977653" y="2651583"/>
                  </a:lnTo>
                  <a:lnTo>
                    <a:pt x="2977840" y="2651837"/>
                  </a:lnTo>
                  <a:lnTo>
                    <a:pt x="2978027" y="2651623"/>
                  </a:lnTo>
                  <a:lnTo>
                    <a:pt x="2978214" y="2651348"/>
                  </a:lnTo>
                  <a:lnTo>
                    <a:pt x="2978400" y="2650845"/>
                  </a:lnTo>
                  <a:lnTo>
                    <a:pt x="2978587" y="2650360"/>
                  </a:lnTo>
                  <a:lnTo>
                    <a:pt x="2978774" y="2649479"/>
                  </a:lnTo>
                  <a:lnTo>
                    <a:pt x="2978961" y="2648275"/>
                  </a:lnTo>
                  <a:lnTo>
                    <a:pt x="2979148" y="2646902"/>
                  </a:lnTo>
                  <a:lnTo>
                    <a:pt x="2979335" y="2645100"/>
                  </a:lnTo>
                  <a:lnTo>
                    <a:pt x="2979522" y="2643228"/>
                  </a:lnTo>
                  <a:lnTo>
                    <a:pt x="2979709" y="2641236"/>
                  </a:lnTo>
                  <a:lnTo>
                    <a:pt x="2979896" y="2639328"/>
                  </a:lnTo>
                  <a:lnTo>
                    <a:pt x="2980083" y="2637569"/>
                  </a:lnTo>
                  <a:lnTo>
                    <a:pt x="2980270" y="2635737"/>
                  </a:lnTo>
                  <a:lnTo>
                    <a:pt x="2980457" y="2633866"/>
                  </a:lnTo>
                  <a:lnTo>
                    <a:pt x="2980644" y="2632235"/>
                  </a:lnTo>
                  <a:lnTo>
                    <a:pt x="2980830" y="2630789"/>
                  </a:lnTo>
                  <a:lnTo>
                    <a:pt x="2981017" y="2629630"/>
                  </a:lnTo>
                  <a:lnTo>
                    <a:pt x="2981204" y="2628255"/>
                  </a:lnTo>
                  <a:lnTo>
                    <a:pt x="2981391" y="2627009"/>
                  </a:lnTo>
                  <a:lnTo>
                    <a:pt x="2981578" y="2625975"/>
                  </a:lnTo>
                  <a:lnTo>
                    <a:pt x="2981765" y="2625230"/>
                  </a:lnTo>
                  <a:lnTo>
                    <a:pt x="2981952" y="2624701"/>
                  </a:lnTo>
                  <a:lnTo>
                    <a:pt x="2982139" y="2624469"/>
                  </a:lnTo>
                  <a:lnTo>
                    <a:pt x="2982326" y="2624207"/>
                  </a:lnTo>
                  <a:lnTo>
                    <a:pt x="2982513" y="2623924"/>
                  </a:lnTo>
                  <a:lnTo>
                    <a:pt x="2982700" y="2623469"/>
                  </a:lnTo>
                  <a:lnTo>
                    <a:pt x="2982887" y="2622798"/>
                  </a:lnTo>
                  <a:lnTo>
                    <a:pt x="2983073" y="2622134"/>
                  </a:lnTo>
                  <a:lnTo>
                    <a:pt x="2983260" y="2621521"/>
                  </a:lnTo>
                  <a:lnTo>
                    <a:pt x="2983447" y="2620784"/>
                  </a:lnTo>
                  <a:lnTo>
                    <a:pt x="2983634" y="2619939"/>
                  </a:lnTo>
                  <a:lnTo>
                    <a:pt x="2983821" y="2619040"/>
                  </a:lnTo>
                  <a:lnTo>
                    <a:pt x="2984008" y="2618244"/>
                  </a:lnTo>
                  <a:lnTo>
                    <a:pt x="2984195" y="2617377"/>
                  </a:lnTo>
                  <a:lnTo>
                    <a:pt x="2984382" y="2616331"/>
                  </a:lnTo>
                  <a:lnTo>
                    <a:pt x="2984569" y="2615275"/>
                  </a:lnTo>
                  <a:lnTo>
                    <a:pt x="2984756" y="2614132"/>
                  </a:lnTo>
                  <a:lnTo>
                    <a:pt x="2984943" y="2612988"/>
                  </a:lnTo>
                  <a:lnTo>
                    <a:pt x="2985130" y="2611933"/>
                  </a:lnTo>
                  <a:lnTo>
                    <a:pt x="2985317" y="2611000"/>
                  </a:lnTo>
                  <a:lnTo>
                    <a:pt x="2985503" y="2610121"/>
                  </a:lnTo>
                  <a:lnTo>
                    <a:pt x="2985690" y="2609312"/>
                  </a:lnTo>
                  <a:lnTo>
                    <a:pt x="2985877" y="2608608"/>
                  </a:lnTo>
                  <a:lnTo>
                    <a:pt x="2986064" y="2607904"/>
                  </a:lnTo>
                  <a:lnTo>
                    <a:pt x="2986251" y="2607297"/>
                  </a:lnTo>
                  <a:lnTo>
                    <a:pt x="2986438" y="2606594"/>
                  </a:lnTo>
                  <a:lnTo>
                    <a:pt x="2986625" y="2605890"/>
                  </a:lnTo>
                  <a:lnTo>
                    <a:pt x="2986812" y="2605019"/>
                  </a:lnTo>
                  <a:lnTo>
                    <a:pt x="2986999" y="2604342"/>
                  </a:lnTo>
                  <a:lnTo>
                    <a:pt x="2987186" y="2603727"/>
                  </a:lnTo>
                  <a:lnTo>
                    <a:pt x="2987373" y="2603171"/>
                  </a:lnTo>
                  <a:lnTo>
                    <a:pt x="2987560" y="2602748"/>
                  </a:lnTo>
                  <a:lnTo>
                    <a:pt x="2987746" y="2602241"/>
                  </a:lnTo>
                  <a:lnTo>
                    <a:pt x="2987933" y="2601609"/>
                  </a:lnTo>
                  <a:lnTo>
                    <a:pt x="2988120" y="2600941"/>
                  </a:lnTo>
                  <a:lnTo>
                    <a:pt x="2988307" y="2600274"/>
                  </a:lnTo>
                  <a:lnTo>
                    <a:pt x="2988494" y="2599700"/>
                  </a:lnTo>
                  <a:lnTo>
                    <a:pt x="2988681" y="2599177"/>
                  </a:lnTo>
                  <a:lnTo>
                    <a:pt x="2988868" y="2598653"/>
                  </a:lnTo>
                  <a:lnTo>
                    <a:pt x="2989055" y="2598033"/>
                  </a:lnTo>
                  <a:lnTo>
                    <a:pt x="2989242" y="2597510"/>
                  </a:lnTo>
                  <a:lnTo>
                    <a:pt x="2989429" y="2596987"/>
                  </a:lnTo>
                  <a:lnTo>
                    <a:pt x="2989616" y="2596630"/>
                  </a:lnTo>
                  <a:lnTo>
                    <a:pt x="2989803" y="2596189"/>
                  </a:lnTo>
                  <a:lnTo>
                    <a:pt x="2989990" y="2595712"/>
                  </a:lnTo>
                  <a:lnTo>
                    <a:pt x="2990176" y="2595373"/>
                  </a:lnTo>
                  <a:lnTo>
                    <a:pt x="2990363" y="2595139"/>
                  </a:lnTo>
                  <a:lnTo>
                    <a:pt x="2990550" y="2595455"/>
                  </a:lnTo>
                  <a:lnTo>
                    <a:pt x="2990737" y="2595948"/>
                  </a:lnTo>
                  <a:lnTo>
                    <a:pt x="2990924" y="2596476"/>
                  </a:lnTo>
                  <a:lnTo>
                    <a:pt x="2991111" y="2597003"/>
                  </a:lnTo>
                  <a:lnTo>
                    <a:pt x="2991298" y="2597417"/>
                  </a:lnTo>
                  <a:lnTo>
                    <a:pt x="2991485" y="2597769"/>
                  </a:lnTo>
                  <a:lnTo>
                    <a:pt x="2991672" y="2598182"/>
                  </a:lnTo>
                  <a:lnTo>
                    <a:pt x="2991859" y="2598736"/>
                  </a:lnTo>
                  <a:lnTo>
                    <a:pt x="2992046" y="2599238"/>
                  </a:lnTo>
                  <a:lnTo>
                    <a:pt x="2992233" y="2599501"/>
                  </a:lnTo>
                  <a:lnTo>
                    <a:pt x="2992420" y="2599677"/>
                  </a:lnTo>
                  <a:lnTo>
                    <a:pt x="2992606" y="2599809"/>
                  </a:lnTo>
                  <a:lnTo>
                    <a:pt x="2992793" y="2599774"/>
                  </a:lnTo>
                  <a:lnTo>
                    <a:pt x="2992980" y="2599801"/>
                  </a:lnTo>
                  <a:lnTo>
                    <a:pt x="2993167" y="2599662"/>
                  </a:lnTo>
                  <a:lnTo>
                    <a:pt x="2993354" y="2599214"/>
                  </a:lnTo>
                  <a:lnTo>
                    <a:pt x="2993541" y="2598854"/>
                  </a:lnTo>
                  <a:lnTo>
                    <a:pt x="2993728" y="2598530"/>
                  </a:lnTo>
                  <a:lnTo>
                    <a:pt x="2993915" y="2598183"/>
                  </a:lnTo>
                  <a:lnTo>
                    <a:pt x="2994102" y="2597649"/>
                  </a:lnTo>
                  <a:lnTo>
                    <a:pt x="2994289" y="2597036"/>
                  </a:lnTo>
                  <a:lnTo>
                    <a:pt x="2994476" y="2596231"/>
                  </a:lnTo>
                  <a:lnTo>
                    <a:pt x="2994663" y="2595399"/>
                  </a:lnTo>
                  <a:lnTo>
                    <a:pt x="2994849" y="2594632"/>
                  </a:lnTo>
                  <a:lnTo>
                    <a:pt x="2995036" y="2594123"/>
                  </a:lnTo>
                  <a:lnTo>
                    <a:pt x="2995223" y="2593685"/>
                  </a:lnTo>
                  <a:lnTo>
                    <a:pt x="2995410" y="2593294"/>
                  </a:lnTo>
                  <a:lnTo>
                    <a:pt x="2995597" y="2593088"/>
                  </a:lnTo>
                  <a:lnTo>
                    <a:pt x="2995784" y="2593017"/>
                  </a:lnTo>
                  <a:lnTo>
                    <a:pt x="2995971" y="2592711"/>
                  </a:lnTo>
                  <a:lnTo>
                    <a:pt x="2996158" y="2592068"/>
                  </a:lnTo>
                  <a:lnTo>
                    <a:pt x="2996345" y="2590899"/>
                  </a:lnTo>
                  <a:lnTo>
                    <a:pt x="2996532" y="2589658"/>
                  </a:lnTo>
                  <a:lnTo>
                    <a:pt x="2996719" y="2588101"/>
                  </a:lnTo>
                  <a:lnTo>
                    <a:pt x="2996906" y="2586668"/>
                  </a:lnTo>
                  <a:lnTo>
                    <a:pt x="2997093" y="2585146"/>
                  </a:lnTo>
                  <a:lnTo>
                    <a:pt x="2997279" y="2583721"/>
                  </a:lnTo>
                  <a:lnTo>
                    <a:pt x="2997466" y="2582235"/>
                  </a:lnTo>
                  <a:lnTo>
                    <a:pt x="2997653" y="2580669"/>
                  </a:lnTo>
                  <a:lnTo>
                    <a:pt x="2997840" y="2579086"/>
                  </a:lnTo>
                  <a:lnTo>
                    <a:pt x="2998027" y="2577503"/>
                  </a:lnTo>
                  <a:lnTo>
                    <a:pt x="2998214" y="2575704"/>
                  </a:lnTo>
                  <a:lnTo>
                    <a:pt x="2998401" y="2573894"/>
                  </a:lnTo>
                  <a:lnTo>
                    <a:pt x="2998588" y="2572016"/>
                  </a:lnTo>
                  <a:lnTo>
                    <a:pt x="2998775" y="2570353"/>
                  </a:lnTo>
                  <a:lnTo>
                    <a:pt x="2998962" y="2568839"/>
                  </a:lnTo>
                  <a:lnTo>
                    <a:pt x="2999149" y="2567712"/>
                  </a:lnTo>
                  <a:lnTo>
                    <a:pt x="2999336" y="2566620"/>
                  </a:lnTo>
                  <a:lnTo>
                    <a:pt x="2999523" y="2565871"/>
                  </a:lnTo>
                  <a:lnTo>
                    <a:pt x="2999709" y="2565228"/>
                  </a:lnTo>
                  <a:lnTo>
                    <a:pt x="2999896" y="2564796"/>
                  </a:lnTo>
                  <a:lnTo>
                    <a:pt x="3000083" y="2564388"/>
                  </a:lnTo>
                  <a:lnTo>
                    <a:pt x="3000270" y="2564224"/>
                  </a:lnTo>
                  <a:lnTo>
                    <a:pt x="3000457" y="2564174"/>
                  </a:lnTo>
                  <a:lnTo>
                    <a:pt x="3000644" y="2564124"/>
                  </a:lnTo>
                  <a:lnTo>
                    <a:pt x="3000831" y="2564080"/>
                  </a:lnTo>
                  <a:lnTo>
                    <a:pt x="3001018" y="2564171"/>
                  </a:lnTo>
                  <a:lnTo>
                    <a:pt x="3001205" y="2564534"/>
                  </a:lnTo>
                  <a:lnTo>
                    <a:pt x="3001392" y="2565048"/>
                  </a:lnTo>
                  <a:lnTo>
                    <a:pt x="3001579" y="2565837"/>
                  </a:lnTo>
                  <a:lnTo>
                    <a:pt x="3001766" y="2566626"/>
                  </a:lnTo>
                  <a:lnTo>
                    <a:pt x="3001952" y="2567578"/>
                  </a:lnTo>
                  <a:lnTo>
                    <a:pt x="3002139" y="2568655"/>
                  </a:lnTo>
                  <a:lnTo>
                    <a:pt x="3002326" y="2569954"/>
                  </a:lnTo>
                  <a:lnTo>
                    <a:pt x="3002513" y="2571448"/>
                  </a:lnTo>
                  <a:lnTo>
                    <a:pt x="3002700" y="2573165"/>
                  </a:lnTo>
                  <a:lnTo>
                    <a:pt x="3002887" y="2575281"/>
                  </a:lnTo>
                  <a:lnTo>
                    <a:pt x="3003074" y="2577388"/>
                  </a:lnTo>
                  <a:lnTo>
                    <a:pt x="3003261" y="2579432"/>
                  </a:lnTo>
                  <a:lnTo>
                    <a:pt x="3003448" y="2581651"/>
                  </a:lnTo>
                  <a:lnTo>
                    <a:pt x="3003635" y="2584178"/>
                  </a:lnTo>
                  <a:lnTo>
                    <a:pt x="3003822" y="2587028"/>
                  </a:lnTo>
                  <a:lnTo>
                    <a:pt x="3004009" y="2589626"/>
                  </a:lnTo>
                  <a:lnTo>
                    <a:pt x="3004196" y="2592210"/>
                  </a:lnTo>
                  <a:lnTo>
                    <a:pt x="3004382" y="2594851"/>
                  </a:lnTo>
                  <a:lnTo>
                    <a:pt x="3004569" y="2597594"/>
                  </a:lnTo>
                  <a:lnTo>
                    <a:pt x="3004756" y="2600325"/>
                  </a:lnTo>
                  <a:lnTo>
                    <a:pt x="3004943" y="2602990"/>
                  </a:lnTo>
                  <a:lnTo>
                    <a:pt x="3005130" y="2605395"/>
                  </a:lnTo>
                  <a:lnTo>
                    <a:pt x="3005317" y="2607679"/>
                  </a:lnTo>
                  <a:lnTo>
                    <a:pt x="3005504" y="2609659"/>
                  </a:lnTo>
                  <a:lnTo>
                    <a:pt x="3005691" y="2611176"/>
                  </a:lnTo>
                  <a:lnTo>
                    <a:pt x="3005878" y="2612604"/>
                  </a:lnTo>
                  <a:lnTo>
                    <a:pt x="3006065" y="2614169"/>
                  </a:lnTo>
                  <a:lnTo>
                    <a:pt x="3006252" y="2615524"/>
                  </a:lnTo>
                  <a:lnTo>
                    <a:pt x="3006439" y="2616563"/>
                  </a:lnTo>
                  <a:lnTo>
                    <a:pt x="3006625" y="2617229"/>
                  </a:lnTo>
                  <a:lnTo>
                    <a:pt x="3006812" y="2618153"/>
                  </a:lnTo>
                  <a:lnTo>
                    <a:pt x="3006999" y="2619032"/>
                  </a:lnTo>
                  <a:lnTo>
                    <a:pt x="3007186" y="2619868"/>
                  </a:lnTo>
                  <a:lnTo>
                    <a:pt x="3007373" y="2620923"/>
                  </a:lnTo>
                  <a:lnTo>
                    <a:pt x="3007560" y="2621979"/>
                  </a:lnTo>
                  <a:lnTo>
                    <a:pt x="3007747" y="2622999"/>
                  </a:lnTo>
                  <a:lnTo>
                    <a:pt x="3007934" y="2624019"/>
                  </a:lnTo>
                  <a:lnTo>
                    <a:pt x="3008121" y="2625172"/>
                  </a:lnTo>
                  <a:lnTo>
                    <a:pt x="3008308" y="2626667"/>
                  </a:lnTo>
                  <a:lnTo>
                    <a:pt x="3008495" y="2628417"/>
                  </a:lnTo>
                  <a:lnTo>
                    <a:pt x="3008682" y="2630203"/>
                  </a:lnTo>
                  <a:lnTo>
                    <a:pt x="3008869" y="2632305"/>
                  </a:lnTo>
                  <a:lnTo>
                    <a:pt x="3009055" y="2634129"/>
                  </a:lnTo>
                  <a:lnTo>
                    <a:pt x="3009242" y="2635903"/>
                  </a:lnTo>
                  <a:lnTo>
                    <a:pt x="3009429" y="2637722"/>
                  </a:lnTo>
                  <a:lnTo>
                    <a:pt x="3009616" y="2639536"/>
                  </a:lnTo>
                  <a:lnTo>
                    <a:pt x="3009803" y="2641339"/>
                  </a:lnTo>
                  <a:lnTo>
                    <a:pt x="3009990" y="2642909"/>
                  </a:lnTo>
                  <a:lnTo>
                    <a:pt x="3010177" y="2644330"/>
                  </a:lnTo>
                  <a:lnTo>
                    <a:pt x="3010364" y="2645873"/>
                  </a:lnTo>
                  <a:lnTo>
                    <a:pt x="3010551" y="2647503"/>
                  </a:lnTo>
                  <a:lnTo>
                    <a:pt x="3010738" y="2649003"/>
                  </a:lnTo>
                  <a:lnTo>
                    <a:pt x="3010925" y="2650597"/>
                  </a:lnTo>
                  <a:lnTo>
                    <a:pt x="3011112" y="2652099"/>
                  </a:lnTo>
                  <a:lnTo>
                    <a:pt x="3011299" y="2653405"/>
                  </a:lnTo>
                  <a:lnTo>
                    <a:pt x="3011485" y="2654890"/>
                  </a:lnTo>
                  <a:lnTo>
                    <a:pt x="3011672" y="2656343"/>
                  </a:lnTo>
                  <a:lnTo>
                    <a:pt x="3011859" y="2657701"/>
                  </a:lnTo>
                  <a:lnTo>
                    <a:pt x="3012046" y="2659059"/>
                  </a:lnTo>
                  <a:lnTo>
                    <a:pt x="3012233" y="2660392"/>
                  </a:lnTo>
                  <a:lnTo>
                    <a:pt x="3012420" y="2661842"/>
                  </a:lnTo>
                  <a:lnTo>
                    <a:pt x="3012607" y="2663224"/>
                  </a:lnTo>
                  <a:lnTo>
                    <a:pt x="3012794" y="2664701"/>
                  </a:lnTo>
                  <a:lnTo>
                    <a:pt x="3012981" y="2666031"/>
                  </a:lnTo>
                  <a:lnTo>
                    <a:pt x="3013168" y="2667239"/>
                  </a:lnTo>
                  <a:lnTo>
                    <a:pt x="3013355" y="2668317"/>
                  </a:lnTo>
                  <a:lnTo>
                    <a:pt x="3013542" y="2669395"/>
                  </a:lnTo>
                  <a:lnTo>
                    <a:pt x="3013728" y="2670184"/>
                  </a:lnTo>
                  <a:lnTo>
                    <a:pt x="3013915" y="2670425"/>
                  </a:lnTo>
                  <a:lnTo>
                    <a:pt x="3014102" y="2670513"/>
                  </a:lnTo>
                  <a:lnTo>
                    <a:pt x="3014289" y="2670412"/>
                  </a:lnTo>
                  <a:lnTo>
                    <a:pt x="3014476" y="2670430"/>
                  </a:lnTo>
                  <a:lnTo>
                    <a:pt x="3014663" y="2670430"/>
                  </a:lnTo>
                  <a:lnTo>
                    <a:pt x="3014850" y="2670430"/>
                  </a:lnTo>
                  <a:lnTo>
                    <a:pt x="3015037" y="2670430"/>
                  </a:lnTo>
                  <a:lnTo>
                    <a:pt x="3015224" y="2670572"/>
                  </a:lnTo>
                  <a:lnTo>
                    <a:pt x="3015411" y="2671149"/>
                  </a:lnTo>
                  <a:lnTo>
                    <a:pt x="3015598" y="2671784"/>
                  </a:lnTo>
                  <a:lnTo>
                    <a:pt x="3015785" y="2672552"/>
                  </a:lnTo>
                  <a:lnTo>
                    <a:pt x="3015972" y="2673002"/>
                  </a:lnTo>
                  <a:lnTo>
                    <a:pt x="3016158" y="2673495"/>
                  </a:lnTo>
                  <a:lnTo>
                    <a:pt x="3016345" y="2673995"/>
                  </a:lnTo>
                  <a:lnTo>
                    <a:pt x="3016532" y="2674454"/>
                  </a:lnTo>
                  <a:lnTo>
                    <a:pt x="3016719" y="2674963"/>
                  </a:lnTo>
                  <a:lnTo>
                    <a:pt x="3016906" y="2675392"/>
                  </a:lnTo>
                  <a:lnTo>
                    <a:pt x="3017093" y="2675845"/>
                  </a:lnTo>
                  <a:lnTo>
                    <a:pt x="3017280" y="2676197"/>
                  </a:lnTo>
                  <a:lnTo>
                    <a:pt x="3017467" y="2676548"/>
                  </a:lnTo>
                  <a:lnTo>
                    <a:pt x="3017654" y="2676884"/>
                  </a:lnTo>
                  <a:lnTo>
                    <a:pt x="3017841" y="2677094"/>
                  </a:lnTo>
                  <a:lnTo>
                    <a:pt x="3018028" y="2676965"/>
                  </a:lnTo>
                  <a:lnTo>
                    <a:pt x="3018215" y="2676740"/>
                  </a:lnTo>
                  <a:lnTo>
                    <a:pt x="3018402" y="2676315"/>
                  </a:lnTo>
                  <a:lnTo>
                    <a:pt x="3018588" y="2676239"/>
                  </a:lnTo>
                  <a:lnTo>
                    <a:pt x="3018775" y="2676465"/>
                  </a:lnTo>
                  <a:lnTo>
                    <a:pt x="3018962" y="2676690"/>
                  </a:lnTo>
                  <a:lnTo>
                    <a:pt x="3019149" y="2676907"/>
                  </a:lnTo>
                  <a:lnTo>
                    <a:pt x="3019336" y="2677119"/>
                  </a:lnTo>
                  <a:lnTo>
                    <a:pt x="3019523" y="2677378"/>
                  </a:lnTo>
                  <a:lnTo>
                    <a:pt x="3019710" y="2677930"/>
                  </a:lnTo>
                  <a:lnTo>
                    <a:pt x="3019897" y="2678565"/>
                  </a:lnTo>
                  <a:lnTo>
                    <a:pt x="3020084" y="2679178"/>
                  </a:lnTo>
                  <a:lnTo>
                    <a:pt x="3020271" y="2679849"/>
                  </a:lnTo>
                  <a:lnTo>
                    <a:pt x="3020458" y="2680601"/>
                  </a:lnTo>
                  <a:lnTo>
                    <a:pt x="3020645" y="2681470"/>
                  </a:lnTo>
                  <a:lnTo>
                    <a:pt x="3020831" y="2682558"/>
                  </a:lnTo>
                  <a:lnTo>
                    <a:pt x="3021018" y="2683667"/>
                  </a:lnTo>
                  <a:lnTo>
                    <a:pt x="3021205" y="2684741"/>
                  </a:lnTo>
                  <a:lnTo>
                    <a:pt x="3021392" y="2685670"/>
                  </a:lnTo>
                  <a:lnTo>
                    <a:pt x="3021579" y="2686536"/>
                  </a:lnTo>
                  <a:lnTo>
                    <a:pt x="3021766" y="2687727"/>
                  </a:lnTo>
                  <a:lnTo>
                    <a:pt x="3021953" y="2688846"/>
                  </a:lnTo>
                  <a:lnTo>
                    <a:pt x="3022140" y="2690034"/>
                  </a:lnTo>
                  <a:lnTo>
                    <a:pt x="3022327" y="2691223"/>
                  </a:lnTo>
                  <a:lnTo>
                    <a:pt x="3022514" y="2692122"/>
                  </a:lnTo>
                  <a:lnTo>
                    <a:pt x="3022701" y="2692753"/>
                  </a:lnTo>
                  <a:lnTo>
                    <a:pt x="3022888" y="2693143"/>
                  </a:lnTo>
                  <a:lnTo>
                    <a:pt x="3023075" y="2693377"/>
                  </a:lnTo>
                  <a:lnTo>
                    <a:pt x="3023261" y="2693274"/>
                  </a:lnTo>
                  <a:lnTo>
                    <a:pt x="3023448" y="2693013"/>
                  </a:lnTo>
                  <a:lnTo>
                    <a:pt x="3023635" y="2692517"/>
                  </a:lnTo>
                  <a:lnTo>
                    <a:pt x="3023822" y="2691837"/>
                  </a:lnTo>
                  <a:lnTo>
                    <a:pt x="3024009" y="2690926"/>
                  </a:lnTo>
                  <a:lnTo>
                    <a:pt x="3024196" y="2690052"/>
                  </a:lnTo>
                  <a:lnTo>
                    <a:pt x="3024383" y="2688897"/>
                  </a:lnTo>
                  <a:lnTo>
                    <a:pt x="3024570" y="2687509"/>
                  </a:lnTo>
                  <a:lnTo>
                    <a:pt x="3024757" y="2686183"/>
                  </a:lnTo>
                  <a:lnTo>
                    <a:pt x="3024944" y="2684432"/>
                  </a:lnTo>
                  <a:lnTo>
                    <a:pt x="3025131" y="2682849"/>
                  </a:lnTo>
                  <a:lnTo>
                    <a:pt x="3025318" y="2681653"/>
                  </a:lnTo>
                  <a:lnTo>
                    <a:pt x="3025504" y="2680668"/>
                  </a:lnTo>
                  <a:lnTo>
                    <a:pt x="3025691" y="2679911"/>
                  </a:lnTo>
                  <a:lnTo>
                    <a:pt x="3025878" y="2679260"/>
                  </a:lnTo>
                  <a:lnTo>
                    <a:pt x="3026065" y="2678891"/>
                  </a:lnTo>
                  <a:lnTo>
                    <a:pt x="3026252" y="2678715"/>
                  </a:lnTo>
                  <a:lnTo>
                    <a:pt x="3026439" y="2678803"/>
                  </a:lnTo>
                  <a:lnTo>
                    <a:pt x="3026626" y="2679137"/>
                  </a:lnTo>
                  <a:lnTo>
                    <a:pt x="3026813" y="2679753"/>
                  </a:lnTo>
                  <a:lnTo>
                    <a:pt x="3027000" y="2680360"/>
                  </a:lnTo>
                  <a:lnTo>
                    <a:pt x="3027187" y="2681204"/>
                  </a:lnTo>
                  <a:lnTo>
                    <a:pt x="3027374" y="2682005"/>
                  </a:lnTo>
                  <a:lnTo>
                    <a:pt x="3027561" y="2682708"/>
                  </a:lnTo>
                  <a:lnTo>
                    <a:pt x="3027748" y="2683315"/>
                  </a:lnTo>
                  <a:lnTo>
                    <a:pt x="3027934" y="2683667"/>
                  </a:lnTo>
                  <a:lnTo>
                    <a:pt x="3028121" y="2683878"/>
                  </a:lnTo>
                  <a:lnTo>
                    <a:pt x="3028308" y="2684054"/>
                  </a:lnTo>
                  <a:lnTo>
                    <a:pt x="3028495" y="2684230"/>
                  </a:lnTo>
                  <a:lnTo>
                    <a:pt x="3028682" y="2684406"/>
                  </a:lnTo>
                  <a:lnTo>
                    <a:pt x="3028869" y="2684582"/>
                  </a:lnTo>
                  <a:lnTo>
                    <a:pt x="3029056" y="2684758"/>
                  </a:lnTo>
                  <a:lnTo>
                    <a:pt x="3029243" y="2684907"/>
                  </a:lnTo>
                  <a:lnTo>
                    <a:pt x="3029430" y="2685110"/>
                  </a:lnTo>
                  <a:lnTo>
                    <a:pt x="3029617" y="2685549"/>
                  </a:lnTo>
                  <a:lnTo>
                    <a:pt x="3029804" y="2686077"/>
                  </a:lnTo>
                  <a:lnTo>
                    <a:pt x="3029991" y="2686649"/>
                  </a:lnTo>
                  <a:lnTo>
                    <a:pt x="3030178" y="2687388"/>
                  </a:lnTo>
                  <a:lnTo>
                    <a:pt x="3030364" y="2687985"/>
                  </a:lnTo>
                  <a:lnTo>
                    <a:pt x="3030551" y="2688590"/>
                  </a:lnTo>
                  <a:lnTo>
                    <a:pt x="3030738" y="2689170"/>
                  </a:lnTo>
                  <a:lnTo>
                    <a:pt x="3030925" y="2689618"/>
                  </a:lnTo>
                  <a:lnTo>
                    <a:pt x="3031112" y="2689943"/>
                  </a:lnTo>
                  <a:lnTo>
                    <a:pt x="3031299" y="2690289"/>
                  </a:lnTo>
                  <a:lnTo>
                    <a:pt x="3031486" y="2690823"/>
                  </a:lnTo>
                  <a:lnTo>
                    <a:pt x="3031673" y="2691437"/>
                  </a:lnTo>
                  <a:lnTo>
                    <a:pt x="3031860" y="2692171"/>
                  </a:lnTo>
                  <a:lnTo>
                    <a:pt x="3032047" y="2692652"/>
                  </a:lnTo>
                  <a:lnTo>
                    <a:pt x="3032234" y="2693154"/>
                  </a:lnTo>
                  <a:lnTo>
                    <a:pt x="3032421" y="2693514"/>
                  </a:lnTo>
                  <a:lnTo>
                    <a:pt x="3032607" y="2693776"/>
                  </a:lnTo>
                  <a:lnTo>
                    <a:pt x="3032794" y="2694008"/>
                  </a:lnTo>
                  <a:lnTo>
                    <a:pt x="3032981" y="2694241"/>
                  </a:lnTo>
                  <a:lnTo>
                    <a:pt x="3033168" y="2694488"/>
                  </a:lnTo>
                  <a:lnTo>
                    <a:pt x="3033355" y="2694970"/>
                  </a:lnTo>
                  <a:lnTo>
                    <a:pt x="3033542" y="2695885"/>
                  </a:lnTo>
                  <a:lnTo>
                    <a:pt x="3033729" y="2697319"/>
                  </a:lnTo>
                  <a:lnTo>
                    <a:pt x="3033916" y="2698911"/>
                  </a:lnTo>
                  <a:lnTo>
                    <a:pt x="3034103" y="2700820"/>
                  </a:lnTo>
                  <a:lnTo>
                    <a:pt x="3034290" y="2702605"/>
                  </a:lnTo>
                  <a:lnTo>
                    <a:pt x="3034477" y="2704602"/>
                  </a:lnTo>
                  <a:lnTo>
                    <a:pt x="3034664" y="2706387"/>
                  </a:lnTo>
                  <a:lnTo>
                    <a:pt x="3034851" y="2708287"/>
                  </a:lnTo>
                  <a:lnTo>
                    <a:pt x="3035037" y="2710117"/>
                  </a:lnTo>
                  <a:lnTo>
                    <a:pt x="3035224" y="2711779"/>
                  </a:lnTo>
                  <a:lnTo>
                    <a:pt x="3035411" y="2713362"/>
                  </a:lnTo>
                  <a:lnTo>
                    <a:pt x="3035598" y="2714937"/>
                  </a:lnTo>
                  <a:lnTo>
                    <a:pt x="3035785" y="2716344"/>
                  </a:lnTo>
                  <a:lnTo>
                    <a:pt x="3035972" y="2717558"/>
                  </a:lnTo>
                  <a:lnTo>
                    <a:pt x="3036159" y="2718473"/>
                  </a:lnTo>
                  <a:lnTo>
                    <a:pt x="3036346" y="2719238"/>
                  </a:lnTo>
                  <a:lnTo>
                    <a:pt x="3036533" y="2719616"/>
                  </a:lnTo>
                  <a:lnTo>
                    <a:pt x="3036720" y="2719959"/>
                  </a:lnTo>
                  <a:lnTo>
                    <a:pt x="3036907" y="2719959"/>
                  </a:lnTo>
                  <a:lnTo>
                    <a:pt x="3037094" y="2719854"/>
                  </a:lnTo>
                  <a:lnTo>
                    <a:pt x="3037281" y="2719440"/>
                  </a:lnTo>
                  <a:lnTo>
                    <a:pt x="3037467" y="2719089"/>
                  </a:lnTo>
                  <a:lnTo>
                    <a:pt x="3037654" y="2718772"/>
                  </a:lnTo>
                  <a:lnTo>
                    <a:pt x="3037841" y="2718420"/>
                  </a:lnTo>
                  <a:lnTo>
                    <a:pt x="3038028" y="2717963"/>
                  </a:lnTo>
                  <a:lnTo>
                    <a:pt x="3038215" y="2717391"/>
                  </a:lnTo>
                  <a:lnTo>
                    <a:pt x="3038402" y="2716687"/>
                  </a:lnTo>
                  <a:lnTo>
                    <a:pt x="3038589" y="2715984"/>
                  </a:lnTo>
                  <a:lnTo>
                    <a:pt x="3038776" y="2715412"/>
                  </a:lnTo>
                  <a:lnTo>
                    <a:pt x="3038963" y="2714981"/>
                  </a:lnTo>
                  <a:lnTo>
                    <a:pt x="3039150" y="2714629"/>
                  </a:lnTo>
                  <a:lnTo>
                    <a:pt x="3039337" y="2714115"/>
                  </a:lnTo>
                  <a:lnTo>
                    <a:pt x="3039524" y="2713584"/>
                  </a:lnTo>
                  <a:lnTo>
                    <a:pt x="3039710" y="2713011"/>
                  </a:lnTo>
                  <a:lnTo>
                    <a:pt x="3039897" y="2712438"/>
                  </a:lnTo>
                  <a:lnTo>
                    <a:pt x="3040084" y="2711865"/>
                  </a:lnTo>
                  <a:lnTo>
                    <a:pt x="3040271" y="2711169"/>
                  </a:lnTo>
                  <a:lnTo>
                    <a:pt x="3040458" y="2710366"/>
                  </a:lnTo>
                  <a:lnTo>
                    <a:pt x="3040645" y="2709058"/>
                  </a:lnTo>
                  <a:lnTo>
                    <a:pt x="3040832" y="2707574"/>
                  </a:lnTo>
                  <a:lnTo>
                    <a:pt x="3041019" y="2706310"/>
                  </a:lnTo>
                  <a:lnTo>
                    <a:pt x="3041206" y="2705178"/>
                  </a:lnTo>
                  <a:lnTo>
                    <a:pt x="3041393" y="2703905"/>
                  </a:lnTo>
                  <a:lnTo>
                    <a:pt x="3041580" y="2702596"/>
                  </a:lnTo>
                  <a:lnTo>
                    <a:pt x="3041767" y="2701209"/>
                  </a:lnTo>
                  <a:lnTo>
                    <a:pt x="3041954" y="2700081"/>
                  </a:lnTo>
                  <a:lnTo>
                    <a:pt x="3042140" y="2698735"/>
                  </a:lnTo>
                  <a:lnTo>
                    <a:pt x="3042327" y="2697477"/>
                  </a:lnTo>
                  <a:lnTo>
                    <a:pt x="3042514" y="2696567"/>
                  </a:lnTo>
                  <a:lnTo>
                    <a:pt x="3042701" y="2695726"/>
                  </a:lnTo>
                  <a:lnTo>
                    <a:pt x="3042888" y="2695088"/>
                  </a:lnTo>
                  <a:lnTo>
                    <a:pt x="3043075" y="2694639"/>
                  </a:lnTo>
                  <a:lnTo>
                    <a:pt x="3043262" y="2694243"/>
                  </a:lnTo>
                  <a:lnTo>
                    <a:pt x="3043449" y="2694238"/>
                  </a:lnTo>
                  <a:lnTo>
                    <a:pt x="3043636" y="2694494"/>
                  </a:lnTo>
                  <a:lnTo>
                    <a:pt x="3043823" y="2694569"/>
                  </a:lnTo>
                  <a:lnTo>
                    <a:pt x="3044010" y="2694506"/>
                  </a:lnTo>
                  <a:lnTo>
                    <a:pt x="3044197" y="2694257"/>
                  </a:lnTo>
                  <a:lnTo>
                    <a:pt x="3044383" y="2693965"/>
                  </a:lnTo>
                  <a:lnTo>
                    <a:pt x="3044570" y="2693606"/>
                  </a:lnTo>
                  <a:lnTo>
                    <a:pt x="3044757" y="2692984"/>
                  </a:lnTo>
                  <a:lnTo>
                    <a:pt x="3044944" y="2692461"/>
                  </a:lnTo>
                  <a:lnTo>
                    <a:pt x="3045131" y="2691891"/>
                  </a:lnTo>
                  <a:lnTo>
                    <a:pt x="3045318" y="2691154"/>
                  </a:lnTo>
                  <a:lnTo>
                    <a:pt x="3045505" y="2690347"/>
                  </a:lnTo>
                  <a:lnTo>
                    <a:pt x="3045692" y="2689353"/>
                  </a:lnTo>
                  <a:lnTo>
                    <a:pt x="3045879" y="2688324"/>
                  </a:lnTo>
                  <a:lnTo>
                    <a:pt x="3046066" y="2687419"/>
                  </a:lnTo>
                  <a:lnTo>
                    <a:pt x="3046253" y="2686513"/>
                  </a:lnTo>
                  <a:lnTo>
                    <a:pt x="3046440" y="2685532"/>
                  </a:lnTo>
                  <a:lnTo>
                    <a:pt x="3046627" y="2684626"/>
                  </a:lnTo>
                  <a:lnTo>
                    <a:pt x="3046813" y="2683771"/>
                  </a:lnTo>
                  <a:lnTo>
                    <a:pt x="3047000" y="2683224"/>
                  </a:lnTo>
                  <a:lnTo>
                    <a:pt x="3047187" y="2683216"/>
                  </a:lnTo>
                  <a:lnTo>
                    <a:pt x="3047374" y="2683334"/>
                  </a:lnTo>
                  <a:lnTo>
                    <a:pt x="3047561" y="2683849"/>
                  </a:lnTo>
                  <a:lnTo>
                    <a:pt x="3047748" y="2684507"/>
                  </a:lnTo>
                  <a:lnTo>
                    <a:pt x="3047935" y="2685240"/>
                  </a:lnTo>
                  <a:lnTo>
                    <a:pt x="3048122" y="2685973"/>
                  </a:lnTo>
                  <a:lnTo>
                    <a:pt x="3048309" y="2686692"/>
                  </a:lnTo>
                  <a:lnTo>
                    <a:pt x="3048496" y="2687220"/>
                  </a:lnTo>
                  <a:lnTo>
                    <a:pt x="3048683" y="2687774"/>
                  </a:lnTo>
                  <a:lnTo>
                    <a:pt x="3048870" y="2688302"/>
                  </a:lnTo>
                  <a:lnTo>
                    <a:pt x="3049057" y="2688830"/>
                  </a:lnTo>
                  <a:lnTo>
                    <a:pt x="3049243" y="2689498"/>
                  </a:lnTo>
                  <a:lnTo>
                    <a:pt x="3049430" y="2690281"/>
                  </a:lnTo>
                  <a:lnTo>
                    <a:pt x="3049617" y="2691160"/>
                  </a:lnTo>
                  <a:lnTo>
                    <a:pt x="3049804" y="2691996"/>
                  </a:lnTo>
                  <a:lnTo>
                    <a:pt x="3049991" y="2692374"/>
                  </a:lnTo>
                  <a:lnTo>
                    <a:pt x="3050178" y="2692524"/>
                  </a:lnTo>
                  <a:lnTo>
                    <a:pt x="3050365" y="2692497"/>
                  </a:lnTo>
                  <a:lnTo>
                    <a:pt x="3050552" y="2692321"/>
                  </a:lnTo>
                  <a:lnTo>
                    <a:pt x="3050739" y="2692146"/>
                  </a:lnTo>
                  <a:lnTo>
                    <a:pt x="3050926" y="2692155"/>
                  </a:lnTo>
                  <a:lnTo>
                    <a:pt x="3051113" y="2692184"/>
                  </a:lnTo>
                  <a:lnTo>
                    <a:pt x="3051300" y="2692366"/>
                  </a:lnTo>
                  <a:lnTo>
                    <a:pt x="3051486" y="2692619"/>
                  </a:lnTo>
                  <a:lnTo>
                    <a:pt x="3051673" y="2692734"/>
                  </a:lnTo>
                  <a:lnTo>
                    <a:pt x="3051860" y="2692720"/>
                  </a:lnTo>
                  <a:lnTo>
                    <a:pt x="3052047" y="2692684"/>
                  </a:lnTo>
                  <a:lnTo>
                    <a:pt x="3052234" y="2692648"/>
                  </a:lnTo>
                  <a:lnTo>
                    <a:pt x="3052421" y="2692612"/>
                  </a:lnTo>
                  <a:lnTo>
                    <a:pt x="3052608" y="2692576"/>
                  </a:lnTo>
                  <a:lnTo>
                    <a:pt x="3052795" y="2692670"/>
                  </a:lnTo>
                  <a:lnTo>
                    <a:pt x="3052982" y="2692778"/>
                  </a:lnTo>
                  <a:lnTo>
                    <a:pt x="3053169" y="2692996"/>
                  </a:lnTo>
                  <a:lnTo>
                    <a:pt x="3053356" y="2693636"/>
                  </a:lnTo>
                  <a:lnTo>
                    <a:pt x="3053543" y="2694487"/>
                  </a:lnTo>
                  <a:lnTo>
                    <a:pt x="3053730" y="2695606"/>
                  </a:lnTo>
                  <a:lnTo>
                    <a:pt x="3053916" y="2696902"/>
                  </a:lnTo>
                  <a:lnTo>
                    <a:pt x="3054103" y="2698230"/>
                  </a:lnTo>
                  <a:lnTo>
                    <a:pt x="3054290" y="2699673"/>
                  </a:lnTo>
                  <a:lnTo>
                    <a:pt x="3054477" y="2701247"/>
                  </a:lnTo>
                  <a:lnTo>
                    <a:pt x="3054664" y="2702980"/>
                  </a:lnTo>
                  <a:lnTo>
                    <a:pt x="3054851" y="2704739"/>
                  </a:lnTo>
                  <a:lnTo>
                    <a:pt x="3055038" y="2706525"/>
                  </a:lnTo>
                  <a:lnTo>
                    <a:pt x="3055225" y="2708363"/>
                  </a:lnTo>
                  <a:lnTo>
                    <a:pt x="3055412" y="2710298"/>
                  </a:lnTo>
                  <a:lnTo>
                    <a:pt x="3055599" y="2712233"/>
                  </a:lnTo>
                  <a:lnTo>
                    <a:pt x="3055786" y="2714168"/>
                  </a:lnTo>
                  <a:lnTo>
                    <a:pt x="3055973" y="2715866"/>
                  </a:lnTo>
                  <a:lnTo>
                    <a:pt x="3056159" y="2717238"/>
                  </a:lnTo>
                  <a:lnTo>
                    <a:pt x="3056346" y="2718399"/>
                  </a:lnTo>
                  <a:lnTo>
                    <a:pt x="3056533" y="2719279"/>
                  </a:lnTo>
                  <a:lnTo>
                    <a:pt x="3056720" y="2719833"/>
                  </a:lnTo>
                  <a:lnTo>
                    <a:pt x="3056907" y="2719719"/>
                  </a:lnTo>
                  <a:lnTo>
                    <a:pt x="3057094" y="2719252"/>
                  </a:lnTo>
                  <a:lnTo>
                    <a:pt x="3057281" y="2718689"/>
                  </a:lnTo>
                  <a:lnTo>
                    <a:pt x="3057468" y="2717819"/>
                  </a:lnTo>
                  <a:lnTo>
                    <a:pt x="3057655" y="2716851"/>
                  </a:lnTo>
                  <a:lnTo>
                    <a:pt x="3057842" y="2715620"/>
                  </a:lnTo>
                  <a:lnTo>
                    <a:pt x="3058029" y="2714309"/>
                  </a:lnTo>
                  <a:lnTo>
                    <a:pt x="3058216" y="2712788"/>
                  </a:lnTo>
                  <a:lnTo>
                    <a:pt x="3058403" y="2711204"/>
                  </a:lnTo>
                  <a:lnTo>
                    <a:pt x="3058589" y="2709621"/>
                  </a:lnTo>
                  <a:lnTo>
                    <a:pt x="3058776" y="2708187"/>
                  </a:lnTo>
                  <a:lnTo>
                    <a:pt x="3058963" y="2706578"/>
                  </a:lnTo>
                  <a:lnTo>
                    <a:pt x="3059150" y="2704675"/>
                  </a:lnTo>
                  <a:lnTo>
                    <a:pt x="3059337" y="2702729"/>
                  </a:lnTo>
                  <a:lnTo>
                    <a:pt x="3059524" y="2700863"/>
                  </a:lnTo>
                  <a:lnTo>
                    <a:pt x="3059711" y="2699323"/>
                  </a:lnTo>
                  <a:lnTo>
                    <a:pt x="3059898" y="2698072"/>
                  </a:lnTo>
                  <a:lnTo>
                    <a:pt x="3060085" y="2697001"/>
                  </a:lnTo>
                  <a:lnTo>
                    <a:pt x="3060272" y="2696426"/>
                  </a:lnTo>
                  <a:lnTo>
                    <a:pt x="3060459" y="2696034"/>
                  </a:lnTo>
                  <a:lnTo>
                    <a:pt x="3060646" y="2695925"/>
                  </a:lnTo>
                  <a:lnTo>
                    <a:pt x="3060833" y="2695650"/>
                  </a:lnTo>
                  <a:lnTo>
                    <a:pt x="3061019" y="2695337"/>
                  </a:lnTo>
                  <a:lnTo>
                    <a:pt x="3061206" y="2695313"/>
                  </a:lnTo>
                  <a:lnTo>
                    <a:pt x="3061393" y="2695520"/>
                  </a:lnTo>
                  <a:lnTo>
                    <a:pt x="3061580" y="2695858"/>
                  </a:lnTo>
                  <a:lnTo>
                    <a:pt x="3061767" y="2696599"/>
                  </a:lnTo>
                  <a:lnTo>
                    <a:pt x="3061954" y="2697644"/>
                  </a:lnTo>
                  <a:lnTo>
                    <a:pt x="3062141" y="2698645"/>
                  </a:lnTo>
                  <a:lnTo>
                    <a:pt x="3062328" y="2699719"/>
                  </a:lnTo>
                  <a:lnTo>
                    <a:pt x="3062515" y="2700712"/>
                  </a:lnTo>
                  <a:lnTo>
                    <a:pt x="3062702" y="2701231"/>
                  </a:lnTo>
                  <a:lnTo>
                    <a:pt x="3062889" y="2701513"/>
                  </a:lnTo>
                  <a:lnTo>
                    <a:pt x="3063076" y="2701566"/>
                  </a:lnTo>
                  <a:lnTo>
                    <a:pt x="3063262" y="2701513"/>
                  </a:lnTo>
                  <a:lnTo>
                    <a:pt x="3063449" y="2701363"/>
                  </a:lnTo>
                  <a:lnTo>
                    <a:pt x="3063636" y="2701372"/>
                  </a:lnTo>
                  <a:lnTo>
                    <a:pt x="3063823" y="2701478"/>
                  </a:lnTo>
                  <a:lnTo>
                    <a:pt x="3064010" y="2701126"/>
                  </a:lnTo>
                  <a:lnTo>
                    <a:pt x="3064197" y="2700334"/>
                  </a:lnTo>
                  <a:lnTo>
                    <a:pt x="3064384" y="2699384"/>
                  </a:lnTo>
                  <a:lnTo>
                    <a:pt x="3064571" y="2698188"/>
                  </a:lnTo>
                  <a:lnTo>
                    <a:pt x="3064758" y="2696957"/>
                  </a:lnTo>
                  <a:lnTo>
                    <a:pt x="3064945" y="2695822"/>
                  </a:lnTo>
                  <a:lnTo>
                    <a:pt x="3065132" y="2695057"/>
                  </a:lnTo>
                  <a:lnTo>
                    <a:pt x="3065319" y="2694213"/>
                  </a:lnTo>
                  <a:lnTo>
                    <a:pt x="3065506" y="2693142"/>
                  </a:lnTo>
                  <a:lnTo>
                    <a:pt x="3065692" y="2691680"/>
                  </a:lnTo>
                  <a:lnTo>
                    <a:pt x="3065879" y="2690297"/>
                  </a:lnTo>
                  <a:lnTo>
                    <a:pt x="3066066" y="2688896"/>
                  </a:lnTo>
                  <a:lnTo>
                    <a:pt x="3066253" y="2687311"/>
                  </a:lnTo>
                  <a:lnTo>
                    <a:pt x="3066440" y="2685721"/>
                  </a:lnTo>
                  <a:lnTo>
                    <a:pt x="3066627" y="2683998"/>
                  </a:lnTo>
                  <a:lnTo>
                    <a:pt x="3066814" y="2682194"/>
                  </a:lnTo>
                  <a:lnTo>
                    <a:pt x="3067001" y="2680484"/>
                  </a:lnTo>
                  <a:lnTo>
                    <a:pt x="3067188" y="2678773"/>
                  </a:lnTo>
                  <a:lnTo>
                    <a:pt x="3067375" y="2677063"/>
                  </a:lnTo>
                  <a:lnTo>
                    <a:pt x="3067562" y="2675353"/>
                  </a:lnTo>
                  <a:lnTo>
                    <a:pt x="3067749" y="2673643"/>
                  </a:lnTo>
                  <a:lnTo>
                    <a:pt x="3067936" y="2671964"/>
                  </a:lnTo>
                  <a:lnTo>
                    <a:pt x="3068122" y="2670634"/>
                  </a:lnTo>
                  <a:lnTo>
                    <a:pt x="3068309" y="2669740"/>
                  </a:lnTo>
                  <a:lnTo>
                    <a:pt x="3068496" y="2669247"/>
                  </a:lnTo>
                  <a:lnTo>
                    <a:pt x="3068683" y="2668943"/>
                  </a:lnTo>
                  <a:lnTo>
                    <a:pt x="3068870" y="2668495"/>
                  </a:lnTo>
                  <a:lnTo>
                    <a:pt x="3069057" y="2668149"/>
                  </a:lnTo>
                  <a:lnTo>
                    <a:pt x="3069244" y="2667609"/>
                  </a:lnTo>
                  <a:lnTo>
                    <a:pt x="3069431" y="2667114"/>
                  </a:lnTo>
                  <a:lnTo>
                    <a:pt x="3069618" y="2666619"/>
                  </a:lnTo>
                  <a:lnTo>
                    <a:pt x="3069805" y="2666107"/>
                  </a:lnTo>
                  <a:lnTo>
                    <a:pt x="3069992" y="2665442"/>
                  </a:lnTo>
                  <a:lnTo>
                    <a:pt x="3070179" y="2664747"/>
                  </a:lnTo>
                  <a:lnTo>
                    <a:pt x="3070365" y="2664217"/>
                  </a:lnTo>
                  <a:lnTo>
                    <a:pt x="3070552" y="2663697"/>
                  </a:lnTo>
                  <a:lnTo>
                    <a:pt x="3070739" y="2663080"/>
                  </a:lnTo>
                  <a:lnTo>
                    <a:pt x="3070926" y="2662410"/>
                  </a:lnTo>
                  <a:lnTo>
                    <a:pt x="3071113" y="2661678"/>
                  </a:lnTo>
                  <a:lnTo>
                    <a:pt x="3071300" y="2660856"/>
                  </a:lnTo>
                  <a:lnTo>
                    <a:pt x="3071487" y="2659857"/>
                  </a:lnTo>
                  <a:lnTo>
                    <a:pt x="3071674" y="2658738"/>
                  </a:lnTo>
                  <a:lnTo>
                    <a:pt x="3071861" y="2657588"/>
                  </a:lnTo>
                  <a:lnTo>
                    <a:pt x="3072048" y="2656422"/>
                  </a:lnTo>
                  <a:lnTo>
                    <a:pt x="3072235" y="2655059"/>
                  </a:lnTo>
                  <a:lnTo>
                    <a:pt x="3072422" y="2653851"/>
                  </a:lnTo>
                  <a:lnTo>
                    <a:pt x="3072609" y="2652659"/>
                  </a:lnTo>
                  <a:lnTo>
                    <a:pt x="3072795" y="2651703"/>
                  </a:lnTo>
                  <a:lnTo>
                    <a:pt x="3072982" y="2650772"/>
                  </a:lnTo>
                  <a:lnTo>
                    <a:pt x="3073169" y="2650162"/>
                  </a:lnTo>
                  <a:lnTo>
                    <a:pt x="3073356" y="2649724"/>
                  </a:lnTo>
                  <a:lnTo>
                    <a:pt x="3073543" y="2649363"/>
                  </a:lnTo>
                  <a:lnTo>
                    <a:pt x="3073730" y="2648974"/>
                  </a:lnTo>
                  <a:lnTo>
                    <a:pt x="3073917" y="2648585"/>
                  </a:lnTo>
                  <a:lnTo>
                    <a:pt x="3074104" y="2648134"/>
                  </a:lnTo>
                  <a:lnTo>
                    <a:pt x="3074291" y="2647858"/>
                  </a:lnTo>
                  <a:lnTo>
                    <a:pt x="3074478" y="2647713"/>
                  </a:lnTo>
                  <a:lnTo>
                    <a:pt x="3074665" y="2647466"/>
                  </a:lnTo>
                  <a:lnTo>
                    <a:pt x="3074852" y="2647339"/>
                  </a:lnTo>
                  <a:lnTo>
                    <a:pt x="3075038" y="2647400"/>
                  </a:lnTo>
                  <a:lnTo>
                    <a:pt x="3075225" y="2647400"/>
                  </a:lnTo>
                  <a:lnTo>
                    <a:pt x="3075412" y="2647530"/>
                  </a:lnTo>
                  <a:lnTo>
                    <a:pt x="3075599" y="2647724"/>
                  </a:lnTo>
                  <a:lnTo>
                    <a:pt x="3075786" y="2647836"/>
                  </a:lnTo>
                  <a:lnTo>
                    <a:pt x="3075973" y="2647825"/>
                  </a:lnTo>
                  <a:lnTo>
                    <a:pt x="3076160" y="2647348"/>
                  </a:lnTo>
                  <a:lnTo>
                    <a:pt x="3076347" y="2646895"/>
                  </a:lnTo>
                  <a:lnTo>
                    <a:pt x="3076534" y="2646192"/>
                  </a:lnTo>
                  <a:lnTo>
                    <a:pt x="3076721" y="2645488"/>
                  </a:lnTo>
                  <a:lnTo>
                    <a:pt x="3076908" y="2644943"/>
                  </a:lnTo>
                  <a:lnTo>
                    <a:pt x="3077095" y="2644415"/>
                  </a:lnTo>
                  <a:lnTo>
                    <a:pt x="3077282" y="2643887"/>
                  </a:lnTo>
                  <a:lnTo>
                    <a:pt x="3077468" y="2643439"/>
                  </a:lnTo>
                  <a:lnTo>
                    <a:pt x="3077655" y="2643104"/>
                  </a:lnTo>
                  <a:lnTo>
                    <a:pt x="3077842" y="2643034"/>
                  </a:lnTo>
                  <a:lnTo>
                    <a:pt x="3078029" y="2643676"/>
                  </a:lnTo>
                  <a:lnTo>
                    <a:pt x="3078216" y="2644556"/>
                  </a:lnTo>
                  <a:lnTo>
                    <a:pt x="3078403" y="2645286"/>
                  </a:lnTo>
                  <a:lnTo>
                    <a:pt x="3078590" y="2646165"/>
                  </a:lnTo>
                  <a:lnTo>
                    <a:pt x="3078777" y="2647300"/>
                  </a:lnTo>
                  <a:lnTo>
                    <a:pt x="3078964" y="2648479"/>
                  </a:lnTo>
                  <a:lnTo>
                    <a:pt x="3079151" y="2649367"/>
                  </a:lnTo>
                  <a:lnTo>
                    <a:pt x="3079338" y="2649923"/>
                  </a:lnTo>
                  <a:lnTo>
                    <a:pt x="3079525" y="2650706"/>
                  </a:lnTo>
                  <a:lnTo>
                    <a:pt x="3079712" y="2651432"/>
                  </a:lnTo>
                  <a:lnTo>
                    <a:pt x="3079898" y="2652158"/>
                  </a:lnTo>
                  <a:lnTo>
                    <a:pt x="3080085" y="2652885"/>
                  </a:lnTo>
                  <a:lnTo>
                    <a:pt x="3080272" y="2653611"/>
                  </a:lnTo>
                  <a:lnTo>
                    <a:pt x="3080459" y="2654341"/>
                  </a:lnTo>
                  <a:lnTo>
                    <a:pt x="3080646" y="2654869"/>
                  </a:lnTo>
                  <a:lnTo>
                    <a:pt x="3080833" y="2654592"/>
                  </a:lnTo>
                  <a:lnTo>
                    <a:pt x="3081020" y="2653985"/>
                  </a:lnTo>
                  <a:lnTo>
                    <a:pt x="3081207" y="2653505"/>
                  </a:lnTo>
                  <a:lnTo>
                    <a:pt x="3081394" y="2653040"/>
                  </a:lnTo>
                  <a:lnTo>
                    <a:pt x="3081581" y="2652762"/>
                  </a:lnTo>
                  <a:lnTo>
                    <a:pt x="3081768" y="2652578"/>
                  </a:lnTo>
                  <a:lnTo>
                    <a:pt x="3081955" y="2652752"/>
                  </a:lnTo>
                  <a:lnTo>
                    <a:pt x="3082141" y="2653199"/>
                  </a:lnTo>
                  <a:lnTo>
                    <a:pt x="3082328" y="2653546"/>
                  </a:lnTo>
                  <a:lnTo>
                    <a:pt x="3082515" y="2653940"/>
                  </a:lnTo>
                  <a:lnTo>
                    <a:pt x="3082702" y="2654334"/>
                  </a:lnTo>
                  <a:lnTo>
                    <a:pt x="3082889" y="2654728"/>
                  </a:lnTo>
                  <a:lnTo>
                    <a:pt x="3083076" y="2655106"/>
                  </a:lnTo>
                  <a:lnTo>
                    <a:pt x="3083263" y="2655484"/>
                  </a:lnTo>
                  <a:lnTo>
                    <a:pt x="3083450" y="2655976"/>
                  </a:lnTo>
                  <a:lnTo>
                    <a:pt x="3083637" y="2656811"/>
                  </a:lnTo>
                  <a:lnTo>
                    <a:pt x="3083824" y="2657792"/>
                  </a:lnTo>
                  <a:lnTo>
                    <a:pt x="3084011" y="2658900"/>
                  </a:lnTo>
                  <a:lnTo>
                    <a:pt x="3084198" y="2660085"/>
                  </a:lnTo>
                  <a:lnTo>
                    <a:pt x="3084385" y="2661006"/>
                  </a:lnTo>
                  <a:lnTo>
                    <a:pt x="3084571" y="2661686"/>
                  </a:lnTo>
                  <a:lnTo>
                    <a:pt x="3084758" y="2662343"/>
                  </a:lnTo>
                  <a:lnTo>
                    <a:pt x="3084945" y="2662753"/>
                  </a:lnTo>
                  <a:lnTo>
                    <a:pt x="3085132" y="2663020"/>
                  </a:lnTo>
                  <a:lnTo>
                    <a:pt x="3085319" y="2663212"/>
                  </a:lnTo>
                  <a:lnTo>
                    <a:pt x="3085506" y="2663273"/>
                  </a:lnTo>
                  <a:lnTo>
                    <a:pt x="3085693" y="2663334"/>
                  </a:lnTo>
                  <a:lnTo>
                    <a:pt x="3085880" y="2663587"/>
                  </a:lnTo>
                  <a:lnTo>
                    <a:pt x="3086067" y="2663840"/>
                  </a:lnTo>
                  <a:lnTo>
                    <a:pt x="3086254" y="2664092"/>
                  </a:lnTo>
                  <a:lnTo>
                    <a:pt x="3086441" y="2664345"/>
                  </a:lnTo>
                  <a:lnTo>
                    <a:pt x="3086628" y="2664457"/>
                  </a:lnTo>
                  <a:lnTo>
                    <a:pt x="3086815" y="2664442"/>
                  </a:lnTo>
                  <a:lnTo>
                    <a:pt x="3087001" y="2664183"/>
                  </a:lnTo>
                  <a:lnTo>
                    <a:pt x="3087188" y="2663831"/>
                  </a:lnTo>
                  <a:lnTo>
                    <a:pt x="3087375" y="2663579"/>
                  </a:lnTo>
                  <a:lnTo>
                    <a:pt x="3087562" y="2663512"/>
                  </a:lnTo>
                  <a:lnTo>
                    <a:pt x="3087749" y="2663470"/>
                  </a:lnTo>
                  <a:lnTo>
                    <a:pt x="3087936" y="2663579"/>
                  </a:lnTo>
                  <a:lnTo>
                    <a:pt x="3088123" y="2663687"/>
                  </a:lnTo>
                  <a:lnTo>
                    <a:pt x="3088310" y="2663668"/>
                  </a:lnTo>
                  <a:lnTo>
                    <a:pt x="3088497" y="2663405"/>
                  </a:lnTo>
                  <a:lnTo>
                    <a:pt x="3088684" y="2662809"/>
                  </a:lnTo>
                  <a:lnTo>
                    <a:pt x="3088871" y="2662190"/>
                  </a:lnTo>
                  <a:lnTo>
                    <a:pt x="3089058" y="2661709"/>
                  </a:lnTo>
                  <a:lnTo>
                    <a:pt x="3089244" y="2661371"/>
                  </a:lnTo>
                  <a:lnTo>
                    <a:pt x="3089431" y="2661054"/>
                  </a:lnTo>
                  <a:lnTo>
                    <a:pt x="3089618" y="2660738"/>
                  </a:lnTo>
                  <a:lnTo>
                    <a:pt x="3089805" y="2660515"/>
                  </a:lnTo>
                  <a:lnTo>
                    <a:pt x="3089992" y="2660394"/>
                  </a:lnTo>
                  <a:lnTo>
                    <a:pt x="3090179" y="2660152"/>
                  </a:lnTo>
                  <a:lnTo>
                    <a:pt x="3090366" y="2659719"/>
                  </a:lnTo>
                  <a:lnTo>
                    <a:pt x="3090553" y="2659264"/>
                  </a:lnTo>
                  <a:lnTo>
                    <a:pt x="3090740" y="2658542"/>
                  </a:lnTo>
                  <a:lnTo>
                    <a:pt x="3090927" y="2657820"/>
                  </a:lnTo>
                  <a:lnTo>
                    <a:pt x="3091114" y="2657061"/>
                  </a:lnTo>
                  <a:lnTo>
                    <a:pt x="3091301" y="2656480"/>
                  </a:lnTo>
                  <a:lnTo>
                    <a:pt x="3091488" y="2656310"/>
                  </a:lnTo>
                  <a:lnTo>
                    <a:pt x="3091674" y="2655989"/>
                  </a:lnTo>
                  <a:lnTo>
                    <a:pt x="3091861" y="2655262"/>
                  </a:lnTo>
                  <a:lnTo>
                    <a:pt x="3092048" y="2653925"/>
                  </a:lnTo>
                  <a:lnTo>
                    <a:pt x="3092235" y="2652518"/>
                  </a:lnTo>
                  <a:lnTo>
                    <a:pt x="3092422" y="2651172"/>
                  </a:lnTo>
                  <a:lnTo>
                    <a:pt x="3092609" y="2649914"/>
                  </a:lnTo>
                  <a:lnTo>
                    <a:pt x="3092796" y="2648463"/>
                  </a:lnTo>
                  <a:lnTo>
                    <a:pt x="3092983" y="2646880"/>
                  </a:lnTo>
                  <a:lnTo>
                    <a:pt x="3093170" y="2645296"/>
                  </a:lnTo>
                  <a:lnTo>
                    <a:pt x="3093357" y="2643863"/>
                  </a:lnTo>
                  <a:lnTo>
                    <a:pt x="3093544" y="2642631"/>
                  </a:lnTo>
                  <a:lnTo>
                    <a:pt x="3093731" y="2641400"/>
                  </a:lnTo>
                  <a:lnTo>
                    <a:pt x="3093917" y="2640168"/>
                  </a:lnTo>
                  <a:lnTo>
                    <a:pt x="3094104" y="2639139"/>
                  </a:lnTo>
                  <a:lnTo>
                    <a:pt x="3094291" y="2638585"/>
                  </a:lnTo>
                  <a:lnTo>
                    <a:pt x="3094478" y="2638321"/>
                  </a:lnTo>
                  <a:lnTo>
                    <a:pt x="3094665" y="2638321"/>
                  </a:lnTo>
                  <a:lnTo>
                    <a:pt x="3094852" y="2638488"/>
                  </a:lnTo>
                  <a:lnTo>
                    <a:pt x="3095039" y="2638356"/>
                  </a:lnTo>
                  <a:lnTo>
                    <a:pt x="3095226" y="2637837"/>
                  </a:lnTo>
                  <a:lnTo>
                    <a:pt x="3095413" y="2637160"/>
                  </a:lnTo>
                  <a:lnTo>
                    <a:pt x="3095600" y="2636597"/>
                  </a:lnTo>
                  <a:lnTo>
                    <a:pt x="3095787" y="2636069"/>
                  </a:lnTo>
                  <a:lnTo>
                    <a:pt x="3095974" y="2635542"/>
                  </a:lnTo>
                  <a:lnTo>
                    <a:pt x="3096161" y="2634864"/>
                  </a:lnTo>
                  <a:lnTo>
                    <a:pt x="3096347" y="2634363"/>
                  </a:lnTo>
                  <a:lnTo>
                    <a:pt x="3096534" y="2634011"/>
                  </a:lnTo>
                  <a:lnTo>
                    <a:pt x="3096721" y="2633932"/>
                  </a:lnTo>
                  <a:lnTo>
                    <a:pt x="3096908" y="2633818"/>
                  </a:lnTo>
                  <a:lnTo>
                    <a:pt x="3097095" y="2633492"/>
                  </a:lnTo>
                  <a:lnTo>
                    <a:pt x="3097282" y="2633140"/>
                  </a:lnTo>
                  <a:lnTo>
                    <a:pt x="3097469" y="2632753"/>
                  </a:lnTo>
                  <a:lnTo>
                    <a:pt x="3097656" y="2632366"/>
                  </a:lnTo>
                  <a:lnTo>
                    <a:pt x="3097843" y="2632182"/>
                  </a:lnTo>
                  <a:lnTo>
                    <a:pt x="3098030" y="2632340"/>
                  </a:lnTo>
                  <a:lnTo>
                    <a:pt x="3098217" y="2632877"/>
                  </a:lnTo>
                  <a:lnTo>
                    <a:pt x="3098404" y="2633783"/>
                  </a:lnTo>
                  <a:lnTo>
                    <a:pt x="3098591" y="2634838"/>
                  </a:lnTo>
                  <a:lnTo>
                    <a:pt x="3098777" y="2635894"/>
                  </a:lnTo>
                  <a:lnTo>
                    <a:pt x="3098964" y="2636887"/>
                  </a:lnTo>
                  <a:lnTo>
                    <a:pt x="3099151" y="2637565"/>
                  </a:lnTo>
                  <a:lnTo>
                    <a:pt x="3099338" y="2638075"/>
                  </a:lnTo>
                  <a:lnTo>
                    <a:pt x="3099525" y="2638400"/>
                  </a:lnTo>
                  <a:lnTo>
                    <a:pt x="3099712" y="2639086"/>
                  </a:lnTo>
                  <a:lnTo>
                    <a:pt x="3099899" y="2639852"/>
                  </a:lnTo>
                  <a:lnTo>
                    <a:pt x="3100086" y="2640846"/>
                  </a:lnTo>
                  <a:lnTo>
                    <a:pt x="3100273" y="2641813"/>
                  </a:lnTo>
                  <a:lnTo>
                    <a:pt x="3100460" y="2642622"/>
                  </a:lnTo>
                  <a:lnTo>
                    <a:pt x="3100647" y="2643467"/>
                  </a:lnTo>
                  <a:lnTo>
                    <a:pt x="3100834" y="2644294"/>
                  </a:lnTo>
                  <a:lnTo>
                    <a:pt x="3101020" y="2644813"/>
                  </a:lnTo>
                  <a:lnTo>
                    <a:pt x="3101207" y="2645068"/>
                  </a:lnTo>
                  <a:lnTo>
                    <a:pt x="3101394" y="2645437"/>
                  </a:lnTo>
                  <a:lnTo>
                    <a:pt x="3101581" y="2645965"/>
                  </a:lnTo>
                  <a:lnTo>
                    <a:pt x="3101768" y="2646554"/>
                  </a:lnTo>
                  <a:lnTo>
                    <a:pt x="3101955" y="2647258"/>
                  </a:lnTo>
                  <a:lnTo>
                    <a:pt x="3102142" y="2647979"/>
                  </a:lnTo>
                  <a:lnTo>
                    <a:pt x="3102329" y="2648762"/>
                  </a:lnTo>
                  <a:lnTo>
                    <a:pt x="3102516" y="2649175"/>
                  </a:lnTo>
                  <a:lnTo>
                    <a:pt x="3102703" y="2649667"/>
                  </a:lnTo>
                  <a:lnTo>
                    <a:pt x="3102890" y="2650387"/>
                  </a:lnTo>
                  <a:lnTo>
                    <a:pt x="3103077" y="2651584"/>
                  </a:lnTo>
                  <a:lnTo>
                    <a:pt x="3103264" y="2652862"/>
                  </a:lnTo>
                  <a:lnTo>
                    <a:pt x="3103450" y="2654263"/>
                  </a:lnTo>
                  <a:lnTo>
                    <a:pt x="3103637" y="2655848"/>
                  </a:lnTo>
                  <a:lnTo>
                    <a:pt x="3103824" y="2657592"/>
                  </a:lnTo>
                  <a:lnTo>
                    <a:pt x="3104011" y="2659393"/>
                  </a:lnTo>
                  <a:lnTo>
                    <a:pt x="3104198" y="2661044"/>
                  </a:lnTo>
                  <a:lnTo>
                    <a:pt x="3104385" y="2662457"/>
                  </a:lnTo>
                  <a:lnTo>
                    <a:pt x="3104572" y="2663840"/>
                  </a:lnTo>
                  <a:lnTo>
                    <a:pt x="3104759" y="2665102"/>
                  </a:lnTo>
                  <a:lnTo>
                    <a:pt x="3104946" y="2666365"/>
                  </a:lnTo>
                  <a:lnTo>
                    <a:pt x="3105133" y="2667575"/>
                  </a:lnTo>
                  <a:lnTo>
                    <a:pt x="3105320" y="2668657"/>
                  </a:lnTo>
                  <a:lnTo>
                    <a:pt x="3105507" y="2669486"/>
                  </a:lnTo>
                  <a:lnTo>
                    <a:pt x="3105694" y="2669906"/>
                  </a:lnTo>
                  <a:lnTo>
                    <a:pt x="3105880" y="2670003"/>
                  </a:lnTo>
                  <a:lnTo>
                    <a:pt x="3106067" y="2669911"/>
                  </a:lnTo>
                  <a:lnTo>
                    <a:pt x="3106254" y="2669925"/>
                  </a:lnTo>
                  <a:lnTo>
                    <a:pt x="3106441" y="2669597"/>
                  </a:lnTo>
                  <a:lnTo>
                    <a:pt x="3106628" y="2669090"/>
                  </a:lnTo>
                  <a:lnTo>
                    <a:pt x="3106815" y="2668793"/>
                  </a:lnTo>
                  <a:lnTo>
                    <a:pt x="3107002" y="2668770"/>
                  </a:lnTo>
                  <a:lnTo>
                    <a:pt x="3107189" y="2669009"/>
                  </a:lnTo>
                  <a:lnTo>
                    <a:pt x="3107376" y="2669358"/>
                  </a:lnTo>
                  <a:lnTo>
                    <a:pt x="3107563" y="2669876"/>
                  </a:lnTo>
                  <a:lnTo>
                    <a:pt x="3107750" y="2670230"/>
                  </a:lnTo>
                  <a:lnTo>
                    <a:pt x="3107937" y="2670892"/>
                  </a:lnTo>
                  <a:lnTo>
                    <a:pt x="3108123" y="2671765"/>
                  </a:lnTo>
                  <a:lnTo>
                    <a:pt x="3108310" y="2672526"/>
                  </a:lnTo>
                  <a:lnTo>
                    <a:pt x="3108497" y="2673099"/>
                  </a:lnTo>
                  <a:lnTo>
                    <a:pt x="3108684" y="2673562"/>
                  </a:lnTo>
                  <a:lnTo>
                    <a:pt x="3108871" y="2674165"/>
                  </a:lnTo>
                  <a:lnTo>
                    <a:pt x="3109058" y="2674926"/>
                  </a:lnTo>
                  <a:lnTo>
                    <a:pt x="3109245" y="2675961"/>
                  </a:lnTo>
                  <a:lnTo>
                    <a:pt x="3109432" y="2677199"/>
                  </a:lnTo>
                  <a:lnTo>
                    <a:pt x="3109619" y="2678581"/>
                  </a:lnTo>
                  <a:lnTo>
                    <a:pt x="3109806" y="2679869"/>
                  </a:lnTo>
                  <a:lnTo>
                    <a:pt x="3109993" y="2681123"/>
                  </a:lnTo>
                  <a:lnTo>
                    <a:pt x="3110180" y="2682310"/>
                  </a:lnTo>
                  <a:lnTo>
                    <a:pt x="3110367" y="2683471"/>
                  </a:lnTo>
                  <a:lnTo>
                    <a:pt x="3110553" y="2684312"/>
                  </a:lnTo>
                  <a:lnTo>
                    <a:pt x="3110740" y="2685083"/>
                  </a:lnTo>
                  <a:lnTo>
                    <a:pt x="3110927" y="2685619"/>
                  </a:lnTo>
                  <a:lnTo>
                    <a:pt x="3111114" y="2686263"/>
                  </a:lnTo>
                  <a:lnTo>
                    <a:pt x="3111301" y="2687171"/>
                  </a:lnTo>
                  <a:lnTo>
                    <a:pt x="3111488" y="2688282"/>
                  </a:lnTo>
                  <a:lnTo>
                    <a:pt x="3111675" y="2689262"/>
                  </a:lnTo>
                  <a:lnTo>
                    <a:pt x="3111862" y="2690110"/>
                  </a:lnTo>
                  <a:lnTo>
                    <a:pt x="3112049" y="2691035"/>
                  </a:lnTo>
                  <a:lnTo>
                    <a:pt x="3112236" y="2691689"/>
                  </a:lnTo>
                  <a:lnTo>
                    <a:pt x="3112423" y="2692041"/>
                  </a:lnTo>
                  <a:lnTo>
                    <a:pt x="3112610" y="2692394"/>
                  </a:lnTo>
                  <a:lnTo>
                    <a:pt x="3112796" y="2692721"/>
                  </a:lnTo>
                  <a:lnTo>
                    <a:pt x="3112983" y="2693099"/>
                  </a:lnTo>
                  <a:lnTo>
                    <a:pt x="3113170" y="2693690"/>
                  </a:lnTo>
                  <a:lnTo>
                    <a:pt x="3113357" y="2694405"/>
                  </a:lnTo>
                  <a:lnTo>
                    <a:pt x="3113544" y="2695304"/>
                  </a:lnTo>
                  <a:lnTo>
                    <a:pt x="3113731" y="2695976"/>
                  </a:lnTo>
                  <a:lnTo>
                    <a:pt x="3113918" y="2696856"/>
                  </a:lnTo>
                  <a:lnTo>
                    <a:pt x="3114105" y="2697736"/>
                  </a:lnTo>
                  <a:lnTo>
                    <a:pt x="3114292" y="2698457"/>
                  </a:lnTo>
                  <a:lnTo>
                    <a:pt x="3114479" y="2699161"/>
                  </a:lnTo>
                  <a:lnTo>
                    <a:pt x="3114666" y="2699864"/>
                  </a:lnTo>
                  <a:lnTo>
                    <a:pt x="3114853" y="2700489"/>
                  </a:lnTo>
                  <a:lnTo>
                    <a:pt x="3115040" y="2701122"/>
                  </a:lnTo>
                  <a:lnTo>
                    <a:pt x="3115226" y="2701685"/>
                  </a:lnTo>
                  <a:lnTo>
                    <a:pt x="3115413" y="2701746"/>
                  </a:lnTo>
                  <a:lnTo>
                    <a:pt x="3115600" y="2701403"/>
                  </a:lnTo>
                  <a:lnTo>
                    <a:pt x="3115787" y="2700805"/>
                  </a:lnTo>
                  <a:lnTo>
                    <a:pt x="3115974" y="2699882"/>
                  </a:lnTo>
                  <a:lnTo>
                    <a:pt x="3116161" y="2698571"/>
                  </a:lnTo>
                  <a:lnTo>
                    <a:pt x="3116348" y="2697340"/>
                  </a:lnTo>
                  <a:lnTo>
                    <a:pt x="3116535" y="2696372"/>
                  </a:lnTo>
                  <a:lnTo>
                    <a:pt x="3116722" y="2695158"/>
                  </a:lnTo>
                  <a:lnTo>
                    <a:pt x="3116909" y="2693505"/>
                  </a:lnTo>
                  <a:lnTo>
                    <a:pt x="3117096" y="2691508"/>
                  </a:lnTo>
                  <a:lnTo>
                    <a:pt x="3117283" y="2689265"/>
                  </a:lnTo>
                  <a:lnTo>
                    <a:pt x="3117470" y="2686978"/>
                  </a:lnTo>
                  <a:lnTo>
                    <a:pt x="3117656" y="2684691"/>
                  </a:lnTo>
                  <a:lnTo>
                    <a:pt x="3117843" y="2682299"/>
                  </a:lnTo>
                  <a:lnTo>
                    <a:pt x="3118030" y="2679950"/>
                  </a:lnTo>
                  <a:lnTo>
                    <a:pt x="3118217" y="2678297"/>
                  </a:lnTo>
                  <a:lnTo>
                    <a:pt x="3118404" y="2677057"/>
                  </a:lnTo>
                  <a:lnTo>
                    <a:pt x="3118591" y="2676054"/>
                  </a:lnTo>
                  <a:lnTo>
                    <a:pt x="3118778" y="2675069"/>
                  </a:lnTo>
                  <a:lnTo>
                    <a:pt x="3118965" y="2674330"/>
                  </a:lnTo>
                  <a:lnTo>
                    <a:pt x="3119152" y="2673450"/>
                  </a:lnTo>
                  <a:lnTo>
                    <a:pt x="3119339" y="2672439"/>
                  </a:lnTo>
                  <a:lnTo>
                    <a:pt x="3119526" y="2671718"/>
                  </a:lnTo>
                  <a:lnTo>
                    <a:pt x="3119713" y="2671436"/>
                  </a:lnTo>
                  <a:lnTo>
                    <a:pt x="3119899" y="2671287"/>
                  </a:lnTo>
                  <a:lnTo>
                    <a:pt x="3120086" y="2671243"/>
                  </a:lnTo>
                  <a:lnTo>
                    <a:pt x="3120273" y="2671243"/>
                  </a:lnTo>
                  <a:lnTo>
                    <a:pt x="3120460" y="2671475"/>
                  </a:lnTo>
                  <a:lnTo>
                    <a:pt x="3120647" y="2671318"/>
                  </a:lnTo>
                  <a:lnTo>
                    <a:pt x="3120834" y="2671014"/>
                  </a:lnTo>
                  <a:lnTo>
                    <a:pt x="3121021" y="2670295"/>
                  </a:lnTo>
                  <a:lnTo>
                    <a:pt x="3121208" y="2669506"/>
                  </a:lnTo>
                  <a:lnTo>
                    <a:pt x="3121395" y="2668515"/>
                  </a:lnTo>
                  <a:lnTo>
                    <a:pt x="3121582" y="2667518"/>
                  </a:lnTo>
                  <a:lnTo>
                    <a:pt x="3121769" y="2666544"/>
                  </a:lnTo>
                  <a:lnTo>
                    <a:pt x="3121956" y="2665483"/>
                  </a:lnTo>
                  <a:lnTo>
                    <a:pt x="3122143" y="2664472"/>
                  </a:lnTo>
                  <a:lnTo>
                    <a:pt x="3122329" y="2663462"/>
                  </a:lnTo>
                  <a:lnTo>
                    <a:pt x="3122516" y="2662322"/>
                  </a:lnTo>
                  <a:lnTo>
                    <a:pt x="3122703" y="2661340"/>
                  </a:lnTo>
                  <a:lnTo>
                    <a:pt x="3122890" y="2660604"/>
                  </a:lnTo>
                  <a:lnTo>
                    <a:pt x="3123077" y="2660073"/>
                  </a:lnTo>
                  <a:lnTo>
                    <a:pt x="3123264" y="2659358"/>
                  </a:lnTo>
                  <a:lnTo>
                    <a:pt x="3123451" y="2659171"/>
                  </a:lnTo>
                  <a:lnTo>
                    <a:pt x="3123638" y="2658810"/>
                  </a:lnTo>
                  <a:lnTo>
                    <a:pt x="3123825" y="2658283"/>
                  </a:lnTo>
                  <a:lnTo>
                    <a:pt x="3124012" y="2657706"/>
                  </a:lnTo>
                  <a:lnTo>
                    <a:pt x="3124199" y="2657141"/>
                  </a:lnTo>
                  <a:lnTo>
                    <a:pt x="3124386" y="2656724"/>
                  </a:lnTo>
                  <a:lnTo>
                    <a:pt x="3124573" y="2656399"/>
                  </a:lnTo>
                  <a:lnTo>
                    <a:pt x="3124759" y="2656342"/>
                  </a:lnTo>
                  <a:lnTo>
                    <a:pt x="3124946" y="2656197"/>
                  </a:lnTo>
                  <a:lnTo>
                    <a:pt x="3125133" y="2656199"/>
                  </a:lnTo>
                  <a:lnTo>
                    <a:pt x="3125320" y="2656346"/>
                  </a:lnTo>
                  <a:lnTo>
                    <a:pt x="3125507" y="2656513"/>
                  </a:lnTo>
                  <a:lnTo>
                    <a:pt x="3125694" y="2656623"/>
                  </a:lnTo>
                  <a:lnTo>
                    <a:pt x="3125881" y="2656948"/>
                  </a:lnTo>
                  <a:lnTo>
                    <a:pt x="3126068" y="2657532"/>
                  </a:lnTo>
                  <a:lnTo>
                    <a:pt x="3126255" y="2658021"/>
                  </a:lnTo>
                  <a:lnTo>
                    <a:pt x="3126442" y="2658639"/>
                  </a:lnTo>
                  <a:lnTo>
                    <a:pt x="3126629" y="2659396"/>
                  </a:lnTo>
                  <a:lnTo>
                    <a:pt x="3126816" y="2660131"/>
                  </a:lnTo>
                  <a:lnTo>
                    <a:pt x="3127002" y="2660671"/>
                  </a:lnTo>
                  <a:lnTo>
                    <a:pt x="3127189" y="2660829"/>
                  </a:lnTo>
                  <a:lnTo>
                    <a:pt x="3127376" y="2660805"/>
                  </a:lnTo>
                  <a:lnTo>
                    <a:pt x="3127563" y="2660774"/>
                  </a:lnTo>
                  <a:lnTo>
                    <a:pt x="3127750" y="2660918"/>
                  </a:lnTo>
                  <a:lnTo>
                    <a:pt x="3127937" y="2660997"/>
                  </a:lnTo>
                  <a:lnTo>
                    <a:pt x="3128124" y="2661155"/>
                  </a:lnTo>
                  <a:lnTo>
                    <a:pt x="3128311" y="2660920"/>
                  </a:lnTo>
                  <a:lnTo>
                    <a:pt x="3128498" y="2660736"/>
                  </a:lnTo>
                  <a:lnTo>
                    <a:pt x="3128685" y="2660408"/>
                  </a:lnTo>
                  <a:lnTo>
                    <a:pt x="3128872" y="2659875"/>
                  </a:lnTo>
                  <a:lnTo>
                    <a:pt x="3129059" y="2659492"/>
                  </a:lnTo>
                  <a:lnTo>
                    <a:pt x="3129246" y="2659348"/>
                  </a:lnTo>
                  <a:lnTo>
                    <a:pt x="3129432" y="2659761"/>
                  </a:lnTo>
                  <a:lnTo>
                    <a:pt x="3129619" y="2660307"/>
                  </a:lnTo>
                  <a:lnTo>
                    <a:pt x="3129806" y="2661090"/>
                  </a:lnTo>
                  <a:lnTo>
                    <a:pt x="3129993" y="2662251"/>
                  </a:lnTo>
                  <a:lnTo>
                    <a:pt x="3130180" y="2663702"/>
                  </a:lnTo>
                  <a:lnTo>
                    <a:pt x="3130367" y="2665285"/>
                  </a:lnTo>
                  <a:lnTo>
                    <a:pt x="3130554" y="2666860"/>
                  </a:lnTo>
                  <a:lnTo>
                    <a:pt x="3130741" y="2668267"/>
                  </a:lnTo>
                  <a:lnTo>
                    <a:pt x="3130928" y="2669542"/>
                  </a:lnTo>
                  <a:lnTo>
                    <a:pt x="3131115" y="2670950"/>
                  </a:lnTo>
                  <a:lnTo>
                    <a:pt x="3131302" y="2672331"/>
                  </a:lnTo>
                  <a:lnTo>
                    <a:pt x="3131489" y="2673474"/>
                  </a:lnTo>
                  <a:lnTo>
                    <a:pt x="3131675" y="2674468"/>
                  </a:lnTo>
                  <a:lnTo>
                    <a:pt x="3131862" y="2675163"/>
                  </a:lnTo>
                  <a:lnTo>
                    <a:pt x="3132049" y="2675480"/>
                  </a:lnTo>
                  <a:lnTo>
                    <a:pt x="3132236" y="2675743"/>
                  </a:lnTo>
                  <a:lnTo>
                    <a:pt x="3132423" y="2676315"/>
                  </a:lnTo>
                  <a:lnTo>
                    <a:pt x="3132610" y="2677450"/>
                  </a:lnTo>
                  <a:lnTo>
                    <a:pt x="3132797" y="2678620"/>
                  </a:lnTo>
                  <a:lnTo>
                    <a:pt x="3132984" y="2679622"/>
                  </a:lnTo>
                  <a:lnTo>
                    <a:pt x="3133171" y="2680502"/>
                  </a:lnTo>
                  <a:lnTo>
                    <a:pt x="3133358" y="2681390"/>
                  </a:lnTo>
                  <a:lnTo>
                    <a:pt x="3133545" y="2682411"/>
                  </a:lnTo>
                  <a:lnTo>
                    <a:pt x="3133732" y="2683176"/>
                  </a:lnTo>
                  <a:lnTo>
                    <a:pt x="3133919" y="2683880"/>
                  </a:lnTo>
                  <a:lnTo>
                    <a:pt x="3134105" y="2684460"/>
                  </a:lnTo>
                  <a:lnTo>
                    <a:pt x="3134292" y="2685164"/>
                  </a:lnTo>
                  <a:lnTo>
                    <a:pt x="3134479" y="2685753"/>
                  </a:lnTo>
                  <a:lnTo>
                    <a:pt x="3134666" y="2686378"/>
                  </a:lnTo>
                  <a:lnTo>
                    <a:pt x="3134853" y="2686861"/>
                  </a:lnTo>
                  <a:lnTo>
                    <a:pt x="3135040" y="2687108"/>
                  </a:lnTo>
                  <a:lnTo>
                    <a:pt x="3135227" y="2687029"/>
                  </a:lnTo>
                  <a:lnTo>
                    <a:pt x="3135414" y="2686554"/>
                  </a:lnTo>
                  <a:lnTo>
                    <a:pt x="3135601" y="2686061"/>
                  </a:lnTo>
                  <a:lnTo>
                    <a:pt x="3135788" y="2685542"/>
                  </a:lnTo>
                  <a:lnTo>
                    <a:pt x="3135975" y="2685014"/>
                  </a:lnTo>
                  <a:lnTo>
                    <a:pt x="3136162" y="2684487"/>
                  </a:lnTo>
                  <a:lnTo>
                    <a:pt x="3136349" y="2684056"/>
                  </a:lnTo>
                  <a:lnTo>
                    <a:pt x="3136535" y="2683994"/>
                  </a:lnTo>
                  <a:lnTo>
                    <a:pt x="3136722" y="2684012"/>
                  </a:lnTo>
                  <a:lnTo>
                    <a:pt x="3136909" y="2684187"/>
                  </a:lnTo>
                  <a:lnTo>
                    <a:pt x="3137096" y="2684363"/>
                  </a:lnTo>
                  <a:lnTo>
                    <a:pt x="3137283" y="2684539"/>
                  </a:lnTo>
                  <a:lnTo>
                    <a:pt x="3137470" y="2684715"/>
                  </a:lnTo>
                  <a:lnTo>
                    <a:pt x="3137657" y="2685269"/>
                  </a:lnTo>
                  <a:lnTo>
                    <a:pt x="3137844" y="2686105"/>
                  </a:lnTo>
                  <a:lnTo>
                    <a:pt x="3138031" y="2686870"/>
                  </a:lnTo>
                  <a:lnTo>
                    <a:pt x="3138218" y="2687442"/>
                  </a:lnTo>
                  <a:lnTo>
                    <a:pt x="3138405" y="2687803"/>
                  </a:lnTo>
                  <a:lnTo>
                    <a:pt x="3138592" y="2688154"/>
                  </a:lnTo>
                  <a:lnTo>
                    <a:pt x="3138778" y="2688506"/>
                  </a:lnTo>
                  <a:lnTo>
                    <a:pt x="3138965" y="2688858"/>
                  </a:lnTo>
                  <a:lnTo>
                    <a:pt x="3139152" y="2689148"/>
                  </a:lnTo>
                  <a:lnTo>
                    <a:pt x="3139339" y="2689324"/>
                  </a:lnTo>
                  <a:lnTo>
                    <a:pt x="3139526" y="2689483"/>
                  </a:lnTo>
                  <a:lnTo>
                    <a:pt x="3139713" y="2689483"/>
                  </a:lnTo>
                  <a:lnTo>
                    <a:pt x="3139900" y="2689483"/>
                  </a:lnTo>
                  <a:lnTo>
                    <a:pt x="3140087" y="2689483"/>
                  </a:lnTo>
                  <a:lnTo>
                    <a:pt x="3140274" y="2689483"/>
                  </a:lnTo>
                  <a:lnTo>
                    <a:pt x="3140461" y="2689395"/>
                  </a:lnTo>
                  <a:lnTo>
                    <a:pt x="3140648" y="2689140"/>
                  </a:lnTo>
                  <a:lnTo>
                    <a:pt x="3140835" y="2688761"/>
                  </a:lnTo>
                  <a:lnTo>
                    <a:pt x="3141022" y="2688234"/>
                  </a:lnTo>
                  <a:lnTo>
                    <a:pt x="3141208" y="2687719"/>
                  </a:lnTo>
                  <a:lnTo>
                    <a:pt x="3141395" y="2687113"/>
                  </a:lnTo>
                  <a:lnTo>
                    <a:pt x="3141582" y="2686387"/>
                  </a:lnTo>
                  <a:lnTo>
                    <a:pt x="3141769" y="2685805"/>
                  </a:lnTo>
                  <a:lnTo>
                    <a:pt x="3141956" y="2685252"/>
                  </a:lnTo>
                  <a:lnTo>
                    <a:pt x="3142143" y="2684820"/>
                  </a:lnTo>
                  <a:lnTo>
                    <a:pt x="3142330" y="2684388"/>
                  </a:lnTo>
                  <a:lnTo>
                    <a:pt x="3142517" y="2684008"/>
                  </a:lnTo>
                  <a:lnTo>
                    <a:pt x="3142704" y="2683700"/>
                  </a:lnTo>
                  <a:lnTo>
                    <a:pt x="3142891" y="2683242"/>
                  </a:lnTo>
                  <a:lnTo>
                    <a:pt x="3143078" y="2682845"/>
                  </a:lnTo>
                  <a:lnTo>
                    <a:pt x="3143265" y="2682282"/>
                  </a:lnTo>
                  <a:lnTo>
                    <a:pt x="3143451" y="2681632"/>
                  </a:lnTo>
                  <a:lnTo>
                    <a:pt x="3143638" y="2681159"/>
                  </a:lnTo>
                  <a:lnTo>
                    <a:pt x="3143825" y="2680954"/>
                  </a:lnTo>
                  <a:lnTo>
                    <a:pt x="3144012" y="2681130"/>
                  </a:lnTo>
                  <a:lnTo>
                    <a:pt x="3144199" y="2681394"/>
                  </a:lnTo>
                  <a:lnTo>
                    <a:pt x="3144386" y="2681737"/>
                  </a:lnTo>
                  <a:lnTo>
                    <a:pt x="3144573" y="2681983"/>
                  </a:lnTo>
                  <a:lnTo>
                    <a:pt x="3144760" y="2682300"/>
                  </a:lnTo>
                  <a:lnTo>
                    <a:pt x="3144947" y="2682476"/>
                  </a:lnTo>
                  <a:lnTo>
                    <a:pt x="3145134" y="2682652"/>
                  </a:lnTo>
                  <a:lnTo>
                    <a:pt x="3145321" y="2682511"/>
                  </a:lnTo>
                  <a:lnTo>
                    <a:pt x="3145508" y="2682219"/>
                  </a:lnTo>
                  <a:lnTo>
                    <a:pt x="3145695" y="2681846"/>
                  </a:lnTo>
                  <a:lnTo>
                    <a:pt x="3145881" y="2681470"/>
                  </a:lnTo>
                  <a:lnTo>
                    <a:pt x="3146068" y="2681379"/>
                  </a:lnTo>
                  <a:lnTo>
                    <a:pt x="3146255" y="2681663"/>
                  </a:lnTo>
                  <a:lnTo>
                    <a:pt x="3146442" y="2681949"/>
                  </a:lnTo>
                  <a:lnTo>
                    <a:pt x="3146629" y="2682016"/>
                  </a:lnTo>
                  <a:lnTo>
                    <a:pt x="3146816" y="2681987"/>
                  </a:lnTo>
                  <a:lnTo>
                    <a:pt x="3147003" y="2681973"/>
                  </a:lnTo>
                  <a:lnTo>
                    <a:pt x="3147190" y="2681414"/>
                  </a:lnTo>
                  <a:lnTo>
                    <a:pt x="3147377" y="2680833"/>
                  </a:lnTo>
                  <a:lnTo>
                    <a:pt x="3147564" y="2680127"/>
                  </a:lnTo>
                  <a:lnTo>
                    <a:pt x="3147751" y="2679472"/>
                  </a:lnTo>
                  <a:lnTo>
                    <a:pt x="3147938" y="2678816"/>
                  </a:lnTo>
                  <a:lnTo>
                    <a:pt x="3148125" y="2678154"/>
                  </a:lnTo>
                  <a:lnTo>
                    <a:pt x="3148311" y="2677628"/>
                  </a:lnTo>
                  <a:lnTo>
                    <a:pt x="3148498" y="2677244"/>
                  </a:lnTo>
                  <a:lnTo>
                    <a:pt x="3148685" y="2676651"/>
                  </a:lnTo>
                  <a:lnTo>
                    <a:pt x="3148872" y="2675758"/>
                  </a:lnTo>
                  <a:lnTo>
                    <a:pt x="3149059" y="2674732"/>
                  </a:lnTo>
                  <a:lnTo>
                    <a:pt x="3149246" y="2673650"/>
                  </a:lnTo>
                  <a:lnTo>
                    <a:pt x="3149433" y="2672514"/>
                  </a:lnTo>
                  <a:lnTo>
                    <a:pt x="3149620" y="2671197"/>
                  </a:lnTo>
                  <a:lnTo>
                    <a:pt x="3149807" y="2670001"/>
                  </a:lnTo>
                  <a:lnTo>
                    <a:pt x="3149994" y="2669179"/>
                  </a:lnTo>
                  <a:lnTo>
                    <a:pt x="3150181" y="2668217"/>
                  </a:lnTo>
                  <a:lnTo>
                    <a:pt x="3150368" y="2667215"/>
                  </a:lnTo>
                  <a:lnTo>
                    <a:pt x="3150554" y="2665961"/>
                  </a:lnTo>
                  <a:lnTo>
                    <a:pt x="3150741" y="2664707"/>
                  </a:lnTo>
                  <a:lnTo>
                    <a:pt x="3150928" y="2663653"/>
                  </a:lnTo>
                  <a:lnTo>
                    <a:pt x="3151115" y="2662872"/>
                  </a:lnTo>
                  <a:lnTo>
                    <a:pt x="3151302" y="2662152"/>
                  </a:lnTo>
                  <a:lnTo>
                    <a:pt x="3151489" y="2661167"/>
                  </a:lnTo>
                  <a:lnTo>
                    <a:pt x="3151676" y="2660463"/>
                  </a:lnTo>
                  <a:lnTo>
                    <a:pt x="3151863" y="2659918"/>
                  </a:lnTo>
                  <a:lnTo>
                    <a:pt x="3152050" y="2659469"/>
                  </a:lnTo>
                  <a:lnTo>
                    <a:pt x="3152237" y="2659267"/>
                  </a:lnTo>
                  <a:lnTo>
                    <a:pt x="3152424" y="2659258"/>
                  </a:lnTo>
                  <a:lnTo>
                    <a:pt x="3152611" y="2659258"/>
                  </a:lnTo>
                  <a:lnTo>
                    <a:pt x="3152798" y="2659610"/>
                  </a:lnTo>
                  <a:lnTo>
                    <a:pt x="3152984" y="2660472"/>
                  </a:lnTo>
                  <a:lnTo>
                    <a:pt x="3153171" y="2661607"/>
                  </a:lnTo>
                  <a:lnTo>
                    <a:pt x="3153358" y="2662882"/>
                  </a:lnTo>
                  <a:lnTo>
                    <a:pt x="3153545" y="2664430"/>
                  </a:lnTo>
                  <a:lnTo>
                    <a:pt x="3153732" y="2665723"/>
                  </a:lnTo>
                  <a:lnTo>
                    <a:pt x="3153919" y="2666937"/>
                  </a:lnTo>
                  <a:lnTo>
                    <a:pt x="3154106" y="2668089"/>
                  </a:lnTo>
                  <a:lnTo>
                    <a:pt x="3154293" y="2669391"/>
                  </a:lnTo>
                  <a:lnTo>
                    <a:pt x="3154480" y="2670860"/>
                  </a:lnTo>
                  <a:lnTo>
                    <a:pt x="3154667" y="2672399"/>
                  </a:lnTo>
                  <a:lnTo>
                    <a:pt x="3154854" y="2673982"/>
                  </a:lnTo>
                  <a:lnTo>
                    <a:pt x="3155041" y="2675275"/>
                  </a:lnTo>
                  <a:lnTo>
                    <a:pt x="3155228" y="2676331"/>
                  </a:lnTo>
                  <a:lnTo>
                    <a:pt x="3155414" y="2677333"/>
                  </a:lnTo>
                  <a:lnTo>
                    <a:pt x="3155601" y="2677633"/>
                  </a:lnTo>
                  <a:lnTo>
                    <a:pt x="3155788" y="2677289"/>
                  </a:lnTo>
                  <a:lnTo>
                    <a:pt x="3155975" y="2676762"/>
                  </a:lnTo>
                  <a:lnTo>
                    <a:pt x="3156162" y="2676340"/>
                  </a:lnTo>
                  <a:lnTo>
                    <a:pt x="3156349" y="2675671"/>
                  </a:lnTo>
                  <a:lnTo>
                    <a:pt x="3156536" y="2675258"/>
                  </a:lnTo>
                  <a:lnTo>
                    <a:pt x="3156723" y="2674791"/>
                  </a:lnTo>
                  <a:lnTo>
                    <a:pt x="3156910" y="2674343"/>
                  </a:lnTo>
                  <a:lnTo>
                    <a:pt x="3157097" y="2673745"/>
                  </a:lnTo>
                  <a:lnTo>
                    <a:pt x="3157284" y="2673191"/>
                  </a:lnTo>
                  <a:lnTo>
                    <a:pt x="3157471" y="2672707"/>
                  </a:lnTo>
                  <a:lnTo>
                    <a:pt x="3157657" y="2672179"/>
                  </a:lnTo>
                  <a:lnTo>
                    <a:pt x="3157844" y="2671710"/>
                  </a:lnTo>
                  <a:lnTo>
                    <a:pt x="3158031" y="2672089"/>
                  </a:lnTo>
                  <a:lnTo>
                    <a:pt x="3158218" y="2672580"/>
                  </a:lnTo>
                  <a:lnTo>
                    <a:pt x="3158405" y="2673489"/>
                  </a:lnTo>
                  <a:lnTo>
                    <a:pt x="3158592" y="2674644"/>
                  </a:lnTo>
                  <a:lnTo>
                    <a:pt x="3158779" y="2675798"/>
                  </a:lnTo>
                  <a:lnTo>
                    <a:pt x="3158966" y="2676830"/>
                  </a:lnTo>
                  <a:lnTo>
                    <a:pt x="3159153" y="2677841"/>
                  </a:lnTo>
                  <a:lnTo>
                    <a:pt x="3159340" y="2678938"/>
                  </a:lnTo>
                  <a:lnTo>
                    <a:pt x="3159527" y="2680092"/>
                  </a:lnTo>
                  <a:lnTo>
                    <a:pt x="3159714" y="2681052"/>
                  </a:lnTo>
                  <a:lnTo>
                    <a:pt x="3159901" y="2681983"/>
                  </a:lnTo>
                  <a:lnTo>
                    <a:pt x="3160087" y="2682669"/>
                  </a:lnTo>
                  <a:lnTo>
                    <a:pt x="3160274" y="2683102"/>
                  </a:lnTo>
                  <a:lnTo>
                    <a:pt x="3160461" y="2683236"/>
                  </a:lnTo>
                  <a:lnTo>
                    <a:pt x="3160648" y="2683511"/>
                  </a:lnTo>
                  <a:lnTo>
                    <a:pt x="3160835" y="2682993"/>
                  </a:lnTo>
                  <a:lnTo>
                    <a:pt x="3161022" y="2682555"/>
                  </a:lnTo>
                  <a:lnTo>
                    <a:pt x="3161209" y="2681950"/>
                  </a:lnTo>
                  <a:lnTo>
                    <a:pt x="3161396" y="2681307"/>
                  </a:lnTo>
                  <a:lnTo>
                    <a:pt x="3161583" y="2680576"/>
                  </a:lnTo>
                  <a:lnTo>
                    <a:pt x="3161770" y="2679845"/>
                  </a:lnTo>
                  <a:lnTo>
                    <a:pt x="3161957" y="2679114"/>
                  </a:lnTo>
                  <a:lnTo>
                    <a:pt x="3162144" y="2678174"/>
                  </a:lnTo>
                  <a:lnTo>
                    <a:pt x="3162330" y="2677155"/>
                  </a:lnTo>
                  <a:lnTo>
                    <a:pt x="3162517" y="2676226"/>
                  </a:lnTo>
                  <a:lnTo>
                    <a:pt x="3162704" y="2675171"/>
                  </a:lnTo>
                  <a:lnTo>
                    <a:pt x="3162891" y="2674200"/>
                  </a:lnTo>
                  <a:lnTo>
                    <a:pt x="3163078" y="2673230"/>
                  </a:lnTo>
                  <a:lnTo>
                    <a:pt x="3163265" y="2672267"/>
                  </a:lnTo>
                  <a:lnTo>
                    <a:pt x="3163452" y="2671332"/>
                  </a:lnTo>
                  <a:lnTo>
                    <a:pt x="3163639" y="2670814"/>
                  </a:lnTo>
                  <a:lnTo>
                    <a:pt x="3163826" y="2670209"/>
                  </a:lnTo>
                  <a:lnTo>
                    <a:pt x="3164013" y="2669453"/>
                  </a:lnTo>
                  <a:lnTo>
                    <a:pt x="3164200" y="2668807"/>
                  </a:lnTo>
                  <a:lnTo>
                    <a:pt x="3164387" y="2668443"/>
                  </a:lnTo>
                  <a:lnTo>
                    <a:pt x="3164574" y="2668368"/>
                  </a:lnTo>
                  <a:lnTo>
                    <a:pt x="3164760" y="2668373"/>
                  </a:lnTo>
                  <a:lnTo>
                    <a:pt x="3164947" y="2668333"/>
                  </a:lnTo>
                  <a:lnTo>
                    <a:pt x="3165134" y="2668162"/>
                  </a:lnTo>
                  <a:lnTo>
                    <a:pt x="3165321" y="2668056"/>
                  </a:lnTo>
                  <a:lnTo>
                    <a:pt x="3165508" y="2668033"/>
                  </a:lnTo>
                  <a:lnTo>
                    <a:pt x="3165695" y="2668384"/>
                  </a:lnTo>
                  <a:lnTo>
                    <a:pt x="3165882" y="2668903"/>
                  </a:lnTo>
                  <a:lnTo>
                    <a:pt x="3166069" y="2669554"/>
                  </a:lnTo>
                  <a:lnTo>
                    <a:pt x="3166256" y="2670258"/>
                  </a:lnTo>
                  <a:lnTo>
                    <a:pt x="3166443" y="2670962"/>
                  </a:lnTo>
                  <a:lnTo>
                    <a:pt x="3166630" y="2671665"/>
                  </a:lnTo>
                  <a:lnTo>
                    <a:pt x="3166817" y="2672263"/>
                  </a:lnTo>
                  <a:lnTo>
                    <a:pt x="3167004" y="2672774"/>
                  </a:lnTo>
                  <a:lnTo>
                    <a:pt x="3167190" y="2673046"/>
                  </a:lnTo>
                  <a:lnTo>
                    <a:pt x="3167377" y="2672967"/>
                  </a:lnTo>
                  <a:lnTo>
                    <a:pt x="3167564" y="2672791"/>
                  </a:lnTo>
                  <a:lnTo>
                    <a:pt x="3167751" y="2672659"/>
                  </a:lnTo>
                  <a:lnTo>
                    <a:pt x="3167938" y="2672668"/>
                  </a:lnTo>
                  <a:lnTo>
                    <a:pt x="3168125" y="2672844"/>
                  </a:lnTo>
                  <a:lnTo>
                    <a:pt x="3168312" y="2673134"/>
                  </a:lnTo>
                  <a:lnTo>
                    <a:pt x="3168499" y="2673310"/>
                  </a:lnTo>
                  <a:lnTo>
                    <a:pt x="3168686" y="2673512"/>
                  </a:lnTo>
                  <a:lnTo>
                    <a:pt x="3168873" y="2673864"/>
                  </a:lnTo>
                  <a:lnTo>
                    <a:pt x="3169060" y="2674216"/>
                  </a:lnTo>
                  <a:lnTo>
                    <a:pt x="3169247" y="2674665"/>
                  </a:lnTo>
                  <a:lnTo>
                    <a:pt x="3169433" y="2675263"/>
                  </a:lnTo>
                  <a:lnTo>
                    <a:pt x="3169620" y="2676054"/>
                  </a:lnTo>
                  <a:lnTo>
                    <a:pt x="3169807" y="2676934"/>
                  </a:lnTo>
                  <a:lnTo>
                    <a:pt x="3169994" y="2677814"/>
                  </a:lnTo>
                  <a:lnTo>
                    <a:pt x="3170181" y="2678728"/>
                  </a:lnTo>
                  <a:lnTo>
                    <a:pt x="3170368" y="2679634"/>
                  </a:lnTo>
                  <a:lnTo>
                    <a:pt x="3170555" y="2680549"/>
                  </a:lnTo>
                  <a:lnTo>
                    <a:pt x="3170742" y="2681209"/>
                  </a:lnTo>
                  <a:lnTo>
                    <a:pt x="3170929" y="2681596"/>
                  </a:lnTo>
                  <a:lnTo>
                    <a:pt x="3171116" y="2682238"/>
                  </a:lnTo>
                  <a:lnTo>
                    <a:pt x="3171303" y="2682942"/>
                  </a:lnTo>
                  <a:lnTo>
                    <a:pt x="3171490" y="2683619"/>
                  </a:lnTo>
                  <a:lnTo>
                    <a:pt x="3171677" y="2684147"/>
                  </a:lnTo>
                  <a:lnTo>
                    <a:pt x="3171863" y="2684674"/>
                  </a:lnTo>
                  <a:lnTo>
                    <a:pt x="3172050" y="2685105"/>
                  </a:lnTo>
                  <a:lnTo>
                    <a:pt x="3172237" y="2685580"/>
                  </a:lnTo>
                  <a:lnTo>
                    <a:pt x="3172424" y="2685906"/>
                  </a:lnTo>
                  <a:lnTo>
                    <a:pt x="3172611" y="2686258"/>
                  </a:lnTo>
                  <a:lnTo>
                    <a:pt x="3172798" y="2686609"/>
                  </a:lnTo>
                  <a:lnTo>
                    <a:pt x="3172985" y="2686926"/>
                  </a:lnTo>
                  <a:lnTo>
                    <a:pt x="3173172" y="2687137"/>
                  </a:lnTo>
                  <a:lnTo>
                    <a:pt x="3173359" y="2687278"/>
                  </a:lnTo>
                  <a:lnTo>
                    <a:pt x="3173546" y="2687463"/>
                  </a:lnTo>
                  <a:lnTo>
                    <a:pt x="3173733" y="2687603"/>
                  </a:lnTo>
                  <a:lnTo>
                    <a:pt x="3173920" y="2687489"/>
                  </a:lnTo>
                  <a:lnTo>
                    <a:pt x="3174107" y="2687313"/>
                  </a:lnTo>
                  <a:lnTo>
                    <a:pt x="3174293" y="2687137"/>
                  </a:lnTo>
                  <a:lnTo>
                    <a:pt x="3174480" y="2686873"/>
                  </a:lnTo>
                  <a:lnTo>
                    <a:pt x="3174667" y="2686346"/>
                  </a:lnTo>
                  <a:lnTo>
                    <a:pt x="3174854" y="2685818"/>
                  </a:lnTo>
                  <a:lnTo>
                    <a:pt x="3175041" y="2685097"/>
                  </a:lnTo>
                  <a:lnTo>
                    <a:pt x="3175228" y="2684331"/>
                  </a:lnTo>
                  <a:lnTo>
                    <a:pt x="3175415" y="2683601"/>
                  </a:lnTo>
                  <a:lnTo>
                    <a:pt x="3175602" y="2682898"/>
                  </a:lnTo>
                  <a:lnTo>
                    <a:pt x="3175789" y="2682088"/>
                  </a:lnTo>
                  <a:lnTo>
                    <a:pt x="3175976" y="2681226"/>
                  </a:lnTo>
                  <a:lnTo>
                    <a:pt x="3176163" y="2680347"/>
                  </a:lnTo>
                  <a:lnTo>
                    <a:pt x="3176350" y="2679669"/>
                  </a:lnTo>
                  <a:lnTo>
                    <a:pt x="3176536" y="2679142"/>
                  </a:lnTo>
                  <a:lnTo>
                    <a:pt x="3176723" y="2678614"/>
                  </a:lnTo>
                  <a:lnTo>
                    <a:pt x="3176910" y="2678086"/>
                  </a:lnTo>
                  <a:lnTo>
                    <a:pt x="3177097" y="2677558"/>
                  </a:lnTo>
                  <a:lnTo>
                    <a:pt x="3177284" y="2677119"/>
                  </a:lnTo>
                  <a:lnTo>
                    <a:pt x="3177471" y="2676943"/>
                  </a:lnTo>
                  <a:lnTo>
                    <a:pt x="3177658" y="2676547"/>
                  </a:lnTo>
                  <a:lnTo>
                    <a:pt x="3177845" y="2675931"/>
                  </a:lnTo>
                  <a:lnTo>
                    <a:pt x="3178032" y="2675148"/>
                  </a:lnTo>
                  <a:lnTo>
                    <a:pt x="3178219" y="2674295"/>
                  </a:lnTo>
                  <a:lnTo>
                    <a:pt x="3178406" y="2673530"/>
                  </a:lnTo>
                  <a:lnTo>
                    <a:pt x="3178593" y="2672756"/>
                  </a:lnTo>
                  <a:lnTo>
                    <a:pt x="3178780" y="2672325"/>
                  </a:lnTo>
                  <a:lnTo>
                    <a:pt x="3178966" y="2672325"/>
                  </a:lnTo>
                  <a:lnTo>
                    <a:pt x="3179153" y="2672290"/>
                  </a:lnTo>
                  <a:lnTo>
                    <a:pt x="3179340" y="2672401"/>
                  </a:lnTo>
                  <a:lnTo>
                    <a:pt x="3179527" y="2672754"/>
                  </a:lnTo>
                  <a:lnTo>
                    <a:pt x="3179714" y="2672973"/>
                  </a:lnTo>
                  <a:lnTo>
                    <a:pt x="3179901" y="2673152"/>
                  </a:lnTo>
                  <a:lnTo>
                    <a:pt x="3180088" y="2673304"/>
                  </a:lnTo>
                  <a:lnTo>
                    <a:pt x="3180275" y="2673703"/>
                  </a:lnTo>
                  <a:lnTo>
                    <a:pt x="3180462" y="2674188"/>
                  </a:lnTo>
                  <a:lnTo>
                    <a:pt x="3180649" y="2674910"/>
                  </a:lnTo>
                  <a:lnTo>
                    <a:pt x="3180836" y="2675726"/>
                  </a:lnTo>
                  <a:lnTo>
                    <a:pt x="3181023" y="2676453"/>
                  </a:lnTo>
                  <a:lnTo>
                    <a:pt x="3181209" y="2677192"/>
                  </a:lnTo>
                  <a:lnTo>
                    <a:pt x="3181396" y="2677999"/>
                  </a:lnTo>
                  <a:lnTo>
                    <a:pt x="3181583" y="2678630"/>
                  </a:lnTo>
                  <a:lnTo>
                    <a:pt x="3181770" y="2678909"/>
                  </a:lnTo>
                  <a:lnTo>
                    <a:pt x="3181957" y="2679131"/>
                  </a:lnTo>
                  <a:lnTo>
                    <a:pt x="3182144" y="2679357"/>
                  </a:lnTo>
                  <a:lnTo>
                    <a:pt x="3182331" y="2679439"/>
                  </a:lnTo>
                  <a:lnTo>
                    <a:pt x="3182518" y="2679507"/>
                  </a:lnTo>
                  <a:lnTo>
                    <a:pt x="3182705" y="2679775"/>
                  </a:lnTo>
                  <a:lnTo>
                    <a:pt x="3182892" y="2679965"/>
                  </a:lnTo>
                  <a:lnTo>
                    <a:pt x="3183079" y="2680285"/>
                  </a:lnTo>
                  <a:lnTo>
                    <a:pt x="3183266" y="2680823"/>
                  </a:lnTo>
                  <a:lnTo>
                    <a:pt x="3183453" y="2681105"/>
                  </a:lnTo>
                  <a:lnTo>
                    <a:pt x="3183639" y="2681050"/>
                  </a:lnTo>
                  <a:lnTo>
                    <a:pt x="3183826" y="2680947"/>
                  </a:lnTo>
                  <a:lnTo>
                    <a:pt x="3184013" y="2680668"/>
                  </a:lnTo>
                  <a:lnTo>
                    <a:pt x="3184200" y="2680159"/>
                  </a:lnTo>
                  <a:lnTo>
                    <a:pt x="3184387" y="2679310"/>
                  </a:lnTo>
                  <a:lnTo>
                    <a:pt x="3184574" y="2678795"/>
                  </a:lnTo>
                  <a:lnTo>
                    <a:pt x="3184761" y="2678180"/>
                  </a:lnTo>
                  <a:lnTo>
                    <a:pt x="3184948" y="2677564"/>
                  </a:lnTo>
                  <a:lnTo>
                    <a:pt x="3185135" y="2676810"/>
                  </a:lnTo>
                  <a:lnTo>
                    <a:pt x="3185322" y="2675890"/>
                  </a:lnTo>
                  <a:lnTo>
                    <a:pt x="3185509" y="2674936"/>
                  </a:lnTo>
                  <a:lnTo>
                    <a:pt x="3185696" y="2673640"/>
                  </a:lnTo>
                  <a:lnTo>
                    <a:pt x="3185883" y="2671896"/>
                  </a:lnTo>
                  <a:lnTo>
                    <a:pt x="3186069" y="2669964"/>
                  </a:lnTo>
                  <a:lnTo>
                    <a:pt x="3186256" y="2668042"/>
                  </a:lnTo>
                  <a:lnTo>
                    <a:pt x="3186443" y="2666246"/>
                  </a:lnTo>
                  <a:lnTo>
                    <a:pt x="3186630" y="2664433"/>
                  </a:lnTo>
                  <a:lnTo>
                    <a:pt x="3186817" y="2662667"/>
                  </a:lnTo>
                  <a:lnTo>
                    <a:pt x="3187004" y="2661152"/>
                  </a:lnTo>
                  <a:lnTo>
                    <a:pt x="3187191" y="2659727"/>
                  </a:lnTo>
                  <a:lnTo>
                    <a:pt x="3187378" y="2657971"/>
                  </a:lnTo>
                  <a:lnTo>
                    <a:pt x="3187565" y="2656426"/>
                  </a:lnTo>
                  <a:lnTo>
                    <a:pt x="3187752" y="2655089"/>
                  </a:lnTo>
                  <a:lnTo>
                    <a:pt x="3187939" y="2654179"/>
                  </a:lnTo>
                  <a:lnTo>
                    <a:pt x="3188126" y="2653437"/>
                  </a:lnTo>
                  <a:lnTo>
                    <a:pt x="3188312" y="2652714"/>
                  </a:lnTo>
                  <a:lnTo>
                    <a:pt x="3188499" y="2652281"/>
                  </a:lnTo>
                  <a:lnTo>
                    <a:pt x="3188686" y="2652060"/>
                  </a:lnTo>
                  <a:lnTo>
                    <a:pt x="3188873" y="2652236"/>
                  </a:lnTo>
                  <a:lnTo>
                    <a:pt x="3189060" y="2652280"/>
                  </a:lnTo>
                  <a:lnTo>
                    <a:pt x="3189247" y="2652297"/>
                  </a:lnTo>
                  <a:lnTo>
                    <a:pt x="3189434" y="2652297"/>
                  </a:lnTo>
                  <a:lnTo>
                    <a:pt x="3189621" y="2652236"/>
                  </a:lnTo>
                  <a:lnTo>
                    <a:pt x="3189808" y="2652391"/>
                  </a:lnTo>
                  <a:lnTo>
                    <a:pt x="3189995" y="2652694"/>
                  </a:lnTo>
                  <a:lnTo>
                    <a:pt x="3190182" y="2653259"/>
                  </a:lnTo>
                  <a:lnTo>
                    <a:pt x="3190369" y="2653607"/>
                  </a:lnTo>
                  <a:lnTo>
                    <a:pt x="3190556" y="2653755"/>
                  </a:lnTo>
                  <a:lnTo>
                    <a:pt x="3190742" y="2653460"/>
                  </a:lnTo>
                  <a:lnTo>
                    <a:pt x="3190929" y="2652928"/>
                  </a:lnTo>
                  <a:lnTo>
                    <a:pt x="3191116" y="2652168"/>
                  </a:lnTo>
                  <a:lnTo>
                    <a:pt x="3191303" y="2651196"/>
                  </a:lnTo>
                  <a:lnTo>
                    <a:pt x="3191490" y="2650040"/>
                  </a:lnTo>
                  <a:lnTo>
                    <a:pt x="3191677" y="2648777"/>
                  </a:lnTo>
                  <a:lnTo>
                    <a:pt x="3191864" y="2647342"/>
                  </a:lnTo>
                  <a:lnTo>
                    <a:pt x="3192051" y="2646013"/>
                  </a:lnTo>
                  <a:lnTo>
                    <a:pt x="3192238" y="2643981"/>
                  </a:lnTo>
                  <a:lnTo>
                    <a:pt x="3192425" y="2642268"/>
                  </a:lnTo>
                  <a:lnTo>
                    <a:pt x="3192612" y="2640549"/>
                  </a:lnTo>
                  <a:lnTo>
                    <a:pt x="3192799" y="2638721"/>
                  </a:lnTo>
                  <a:lnTo>
                    <a:pt x="3192986" y="2637145"/>
                  </a:lnTo>
                  <a:lnTo>
                    <a:pt x="3193172" y="2635861"/>
                  </a:lnTo>
                  <a:lnTo>
                    <a:pt x="3193359" y="2634230"/>
                  </a:lnTo>
                  <a:lnTo>
                    <a:pt x="3193546" y="2632883"/>
                  </a:lnTo>
                  <a:lnTo>
                    <a:pt x="3193733" y="2631467"/>
                  </a:lnTo>
                  <a:lnTo>
                    <a:pt x="3193920" y="2629900"/>
                  </a:lnTo>
                  <a:lnTo>
                    <a:pt x="3194107" y="2628520"/>
                  </a:lnTo>
                  <a:lnTo>
                    <a:pt x="3194294" y="2627397"/>
                  </a:lnTo>
                  <a:lnTo>
                    <a:pt x="3194481" y="2626357"/>
                  </a:lnTo>
                  <a:lnTo>
                    <a:pt x="3194668" y="2625501"/>
                  </a:lnTo>
                  <a:lnTo>
                    <a:pt x="3194855" y="2624656"/>
                  </a:lnTo>
                  <a:lnTo>
                    <a:pt x="3195042" y="2624472"/>
                  </a:lnTo>
                  <a:lnTo>
                    <a:pt x="3195229" y="2624224"/>
                  </a:lnTo>
                  <a:lnTo>
                    <a:pt x="3195415" y="2623728"/>
                  </a:lnTo>
                  <a:lnTo>
                    <a:pt x="3195602" y="2623217"/>
                  </a:lnTo>
                  <a:lnTo>
                    <a:pt x="3195789" y="2622442"/>
                  </a:lnTo>
                  <a:lnTo>
                    <a:pt x="3195976" y="2621542"/>
                  </a:lnTo>
                  <a:lnTo>
                    <a:pt x="3196163" y="2620755"/>
                  </a:lnTo>
                  <a:lnTo>
                    <a:pt x="3196350" y="2619968"/>
                  </a:lnTo>
                  <a:lnTo>
                    <a:pt x="3196537" y="2619181"/>
                  </a:lnTo>
                  <a:lnTo>
                    <a:pt x="3196724" y="2618394"/>
                  </a:lnTo>
                  <a:lnTo>
                    <a:pt x="3196911" y="2617607"/>
                  </a:lnTo>
                  <a:lnTo>
                    <a:pt x="3197098" y="2617022"/>
                  </a:lnTo>
                  <a:lnTo>
                    <a:pt x="3197285" y="2616722"/>
                  </a:lnTo>
                  <a:lnTo>
                    <a:pt x="3197472" y="2616357"/>
                  </a:lnTo>
                  <a:lnTo>
                    <a:pt x="3197659" y="2616218"/>
                  </a:lnTo>
                  <a:lnTo>
                    <a:pt x="3197845" y="2616441"/>
                  </a:lnTo>
                  <a:lnTo>
                    <a:pt x="3198032" y="2616690"/>
                  </a:lnTo>
                  <a:lnTo>
                    <a:pt x="3198219" y="2617064"/>
                  </a:lnTo>
                  <a:lnTo>
                    <a:pt x="3198406" y="2617434"/>
                  </a:lnTo>
                  <a:lnTo>
                    <a:pt x="3198593" y="2618243"/>
                  </a:lnTo>
                  <a:lnTo>
                    <a:pt x="3198780" y="2619211"/>
                  </a:lnTo>
                  <a:lnTo>
                    <a:pt x="3198967" y="2620458"/>
                  </a:lnTo>
                  <a:lnTo>
                    <a:pt x="3199154" y="2621718"/>
                  </a:lnTo>
                  <a:lnTo>
                    <a:pt x="3199341" y="2623014"/>
                  </a:lnTo>
                  <a:lnTo>
                    <a:pt x="3199528" y="2624322"/>
                  </a:lnTo>
                  <a:lnTo>
                    <a:pt x="3199715" y="2625631"/>
                  </a:lnTo>
                  <a:lnTo>
                    <a:pt x="3199902" y="2626701"/>
                  </a:lnTo>
                  <a:lnTo>
                    <a:pt x="3200088" y="2627754"/>
                  </a:lnTo>
                  <a:lnTo>
                    <a:pt x="3200275" y="2628702"/>
                  </a:lnTo>
                  <a:lnTo>
                    <a:pt x="3200462" y="2629649"/>
                  </a:lnTo>
                  <a:lnTo>
                    <a:pt x="3200649" y="2630597"/>
                  </a:lnTo>
                  <a:lnTo>
                    <a:pt x="3200836" y="2631638"/>
                  </a:lnTo>
                  <a:lnTo>
                    <a:pt x="3201023" y="2632496"/>
                  </a:lnTo>
                  <a:lnTo>
                    <a:pt x="3201210" y="2633339"/>
                  </a:lnTo>
                  <a:lnTo>
                    <a:pt x="3201397" y="2634087"/>
                  </a:lnTo>
                  <a:lnTo>
                    <a:pt x="3201584" y="2634748"/>
                  </a:lnTo>
                  <a:lnTo>
                    <a:pt x="3201771" y="2635279"/>
                  </a:lnTo>
                  <a:lnTo>
                    <a:pt x="3201958" y="2635811"/>
                  </a:lnTo>
                  <a:lnTo>
                    <a:pt x="3202145" y="2636318"/>
                  </a:lnTo>
                  <a:lnTo>
                    <a:pt x="3202332" y="2636714"/>
                  </a:lnTo>
                  <a:lnTo>
                    <a:pt x="3202518" y="2637242"/>
                  </a:lnTo>
                  <a:lnTo>
                    <a:pt x="3202705" y="2637699"/>
                  </a:lnTo>
                  <a:lnTo>
                    <a:pt x="3202892" y="2638033"/>
                  </a:lnTo>
                  <a:lnTo>
                    <a:pt x="3203079" y="2638385"/>
                  </a:lnTo>
                  <a:lnTo>
                    <a:pt x="3203266" y="2638570"/>
                  </a:lnTo>
                  <a:lnTo>
                    <a:pt x="3203453" y="2638623"/>
                  </a:lnTo>
                  <a:lnTo>
                    <a:pt x="3203640" y="2638482"/>
                  </a:lnTo>
                  <a:lnTo>
                    <a:pt x="3203827" y="2638218"/>
                  </a:lnTo>
                  <a:lnTo>
                    <a:pt x="3204014" y="2637910"/>
                  </a:lnTo>
                  <a:lnTo>
                    <a:pt x="3204201" y="2637418"/>
                  </a:lnTo>
                  <a:lnTo>
                    <a:pt x="3204388" y="2636846"/>
                  </a:lnTo>
                  <a:lnTo>
                    <a:pt x="3204575" y="2636107"/>
                  </a:lnTo>
                  <a:lnTo>
                    <a:pt x="3204762" y="2635228"/>
                  </a:lnTo>
                  <a:lnTo>
                    <a:pt x="3204948" y="2634348"/>
                  </a:lnTo>
                  <a:lnTo>
                    <a:pt x="3205135" y="2633345"/>
                  </a:lnTo>
                  <a:lnTo>
                    <a:pt x="3205322" y="2631956"/>
                  </a:lnTo>
                  <a:lnTo>
                    <a:pt x="3205509" y="2630425"/>
                  </a:lnTo>
                  <a:lnTo>
                    <a:pt x="3205696" y="2628481"/>
                  </a:lnTo>
                  <a:lnTo>
                    <a:pt x="3205883" y="2626150"/>
                  </a:lnTo>
                  <a:lnTo>
                    <a:pt x="3206070" y="2623371"/>
                  </a:lnTo>
                  <a:lnTo>
                    <a:pt x="3206257" y="2620301"/>
                  </a:lnTo>
                  <a:lnTo>
                    <a:pt x="3206444" y="2617011"/>
                  </a:lnTo>
                  <a:lnTo>
                    <a:pt x="3206631" y="2613607"/>
                  </a:lnTo>
                  <a:lnTo>
                    <a:pt x="3206818" y="2610168"/>
                  </a:lnTo>
                  <a:lnTo>
                    <a:pt x="3207005" y="2606817"/>
                  </a:lnTo>
                  <a:lnTo>
                    <a:pt x="3207191" y="2603466"/>
                  </a:lnTo>
                  <a:lnTo>
                    <a:pt x="3207378" y="2599842"/>
                  </a:lnTo>
                  <a:lnTo>
                    <a:pt x="3207565" y="2595796"/>
                  </a:lnTo>
                  <a:lnTo>
                    <a:pt x="3207752" y="2591723"/>
                  </a:lnTo>
                  <a:lnTo>
                    <a:pt x="3207939" y="2587721"/>
                  </a:lnTo>
                  <a:lnTo>
                    <a:pt x="3208126" y="2584115"/>
                  </a:lnTo>
                  <a:lnTo>
                    <a:pt x="3208313" y="2580790"/>
                  </a:lnTo>
                  <a:lnTo>
                    <a:pt x="3208500" y="2577826"/>
                  </a:lnTo>
                  <a:lnTo>
                    <a:pt x="3208687" y="2575214"/>
                  </a:lnTo>
                  <a:lnTo>
                    <a:pt x="3208874" y="2572865"/>
                  </a:lnTo>
                  <a:lnTo>
                    <a:pt x="3209061" y="2570517"/>
                  </a:lnTo>
                  <a:lnTo>
                    <a:pt x="3209248" y="2568397"/>
                  </a:lnTo>
                  <a:lnTo>
                    <a:pt x="3209435" y="2566260"/>
                  </a:lnTo>
                  <a:lnTo>
                    <a:pt x="3209621" y="2564360"/>
                  </a:lnTo>
                  <a:lnTo>
                    <a:pt x="3209808" y="2562750"/>
                  </a:lnTo>
                  <a:lnTo>
                    <a:pt x="3209995" y="2561220"/>
                  </a:lnTo>
                  <a:lnTo>
                    <a:pt x="3210182" y="2560129"/>
                  </a:lnTo>
                  <a:lnTo>
                    <a:pt x="3210369" y="2559434"/>
                  </a:lnTo>
                  <a:lnTo>
                    <a:pt x="3210556" y="2559113"/>
                  </a:lnTo>
                  <a:lnTo>
                    <a:pt x="3210743" y="2558714"/>
                  </a:lnTo>
                  <a:lnTo>
                    <a:pt x="3210930" y="2558299"/>
                  </a:lnTo>
                  <a:lnTo>
                    <a:pt x="3211117" y="2557893"/>
                  </a:lnTo>
                  <a:lnTo>
                    <a:pt x="3211304" y="2557487"/>
                  </a:lnTo>
                  <a:lnTo>
                    <a:pt x="3211491" y="2557096"/>
                  </a:lnTo>
                  <a:lnTo>
                    <a:pt x="3211678" y="2556856"/>
                  </a:lnTo>
                  <a:lnTo>
                    <a:pt x="3211865" y="2556942"/>
                  </a:lnTo>
                  <a:lnTo>
                    <a:pt x="3212051" y="2557401"/>
                  </a:lnTo>
                  <a:lnTo>
                    <a:pt x="3212238" y="2558068"/>
                  </a:lnTo>
                  <a:lnTo>
                    <a:pt x="3212425" y="2558639"/>
                  </a:lnTo>
                  <a:lnTo>
                    <a:pt x="3212612" y="2559131"/>
                  </a:lnTo>
                  <a:lnTo>
                    <a:pt x="3212799" y="2559608"/>
                  </a:lnTo>
                  <a:lnTo>
                    <a:pt x="3212986" y="2559955"/>
                  </a:lnTo>
                  <a:lnTo>
                    <a:pt x="3213173" y="2560713"/>
                  </a:lnTo>
                  <a:lnTo>
                    <a:pt x="3213360" y="2561592"/>
                  </a:lnTo>
                  <a:lnTo>
                    <a:pt x="3213547" y="2562596"/>
                  </a:lnTo>
                  <a:lnTo>
                    <a:pt x="3213734" y="2563378"/>
                  </a:lnTo>
                  <a:lnTo>
                    <a:pt x="3213921" y="2563924"/>
                  </a:lnTo>
                  <a:lnTo>
                    <a:pt x="3214108" y="2564056"/>
                  </a:lnTo>
                  <a:lnTo>
                    <a:pt x="3214294" y="2564056"/>
                  </a:lnTo>
                  <a:lnTo>
                    <a:pt x="3214481" y="2564056"/>
                  </a:lnTo>
                  <a:lnTo>
                    <a:pt x="3214668" y="2563915"/>
                  </a:lnTo>
                  <a:lnTo>
                    <a:pt x="3214855" y="2563654"/>
                  </a:lnTo>
                  <a:lnTo>
                    <a:pt x="3215042" y="2563654"/>
                  </a:lnTo>
                  <a:lnTo>
                    <a:pt x="3215229" y="2563824"/>
                  </a:lnTo>
                  <a:lnTo>
                    <a:pt x="3215416" y="2564096"/>
                  </a:lnTo>
                  <a:lnTo>
                    <a:pt x="3215603" y="2564377"/>
                  </a:lnTo>
                  <a:lnTo>
                    <a:pt x="3215790" y="2564849"/>
                  </a:lnTo>
                  <a:lnTo>
                    <a:pt x="3215977" y="2565149"/>
                  </a:lnTo>
                  <a:lnTo>
                    <a:pt x="3216164" y="2565142"/>
                  </a:lnTo>
                  <a:lnTo>
                    <a:pt x="3216351" y="2564912"/>
                  </a:lnTo>
                  <a:lnTo>
                    <a:pt x="3216538" y="2564717"/>
                  </a:lnTo>
                  <a:lnTo>
                    <a:pt x="3216724" y="2564506"/>
                  </a:lnTo>
                  <a:lnTo>
                    <a:pt x="3216911" y="2564392"/>
                  </a:lnTo>
                  <a:lnTo>
                    <a:pt x="3217098" y="2564520"/>
                  </a:lnTo>
                  <a:lnTo>
                    <a:pt x="3217285" y="2564689"/>
                  </a:lnTo>
                  <a:lnTo>
                    <a:pt x="3217472" y="2564954"/>
                  </a:lnTo>
                  <a:lnTo>
                    <a:pt x="3217659" y="2565208"/>
                  </a:lnTo>
                  <a:lnTo>
                    <a:pt x="3217846" y="2565375"/>
                  </a:lnTo>
                  <a:lnTo>
                    <a:pt x="3218033" y="2565589"/>
                  </a:lnTo>
                  <a:lnTo>
                    <a:pt x="3218220" y="2565706"/>
                  </a:lnTo>
                  <a:lnTo>
                    <a:pt x="3218407" y="2565884"/>
                  </a:lnTo>
                  <a:lnTo>
                    <a:pt x="3218594" y="2566025"/>
                  </a:lnTo>
                  <a:lnTo>
                    <a:pt x="3218781" y="2566116"/>
                  </a:lnTo>
                  <a:lnTo>
                    <a:pt x="3218967" y="2566364"/>
                  </a:lnTo>
                  <a:lnTo>
                    <a:pt x="3219154" y="2566788"/>
                  </a:lnTo>
                  <a:lnTo>
                    <a:pt x="3219341" y="2567271"/>
                  </a:lnTo>
                  <a:lnTo>
                    <a:pt x="3219528" y="2567748"/>
                  </a:lnTo>
                  <a:lnTo>
                    <a:pt x="3219715" y="2568370"/>
                  </a:lnTo>
                  <a:lnTo>
                    <a:pt x="3219902" y="2569005"/>
                  </a:lnTo>
                  <a:lnTo>
                    <a:pt x="3220089" y="2569441"/>
                  </a:lnTo>
                  <a:lnTo>
                    <a:pt x="3220276" y="2570129"/>
                  </a:lnTo>
                  <a:lnTo>
                    <a:pt x="3220463" y="2570851"/>
                  </a:lnTo>
                  <a:lnTo>
                    <a:pt x="3220650" y="2571514"/>
                  </a:lnTo>
                  <a:lnTo>
                    <a:pt x="3220837" y="2572135"/>
                  </a:lnTo>
                  <a:lnTo>
                    <a:pt x="3221024" y="2572649"/>
                  </a:lnTo>
                  <a:lnTo>
                    <a:pt x="3221211" y="2573049"/>
                  </a:lnTo>
                  <a:lnTo>
                    <a:pt x="3221397" y="2573509"/>
                  </a:lnTo>
                  <a:lnTo>
                    <a:pt x="3221584" y="2574251"/>
                  </a:lnTo>
                  <a:lnTo>
                    <a:pt x="3221771" y="2575318"/>
                  </a:lnTo>
                  <a:lnTo>
                    <a:pt x="3221958" y="2576596"/>
                  </a:lnTo>
                  <a:lnTo>
                    <a:pt x="3222145" y="2577935"/>
                  </a:lnTo>
                  <a:lnTo>
                    <a:pt x="3222332" y="2579310"/>
                  </a:lnTo>
                  <a:lnTo>
                    <a:pt x="3222519" y="2580651"/>
                  </a:lnTo>
                  <a:lnTo>
                    <a:pt x="3222706" y="2581992"/>
                  </a:lnTo>
                  <a:lnTo>
                    <a:pt x="3222893" y="2583404"/>
                  </a:lnTo>
                  <a:lnTo>
                    <a:pt x="3223080" y="2585203"/>
                  </a:lnTo>
                  <a:lnTo>
                    <a:pt x="3223267" y="2587183"/>
                  </a:lnTo>
                  <a:lnTo>
                    <a:pt x="3223454" y="2589012"/>
                  </a:lnTo>
                  <a:lnTo>
                    <a:pt x="3223641" y="2591097"/>
                  </a:lnTo>
                  <a:lnTo>
                    <a:pt x="3223827" y="2593278"/>
                  </a:lnTo>
                  <a:lnTo>
                    <a:pt x="3224014" y="2595363"/>
                  </a:lnTo>
                  <a:lnTo>
                    <a:pt x="3224201" y="2597801"/>
                  </a:lnTo>
                  <a:lnTo>
                    <a:pt x="3224388" y="2600186"/>
                  </a:lnTo>
                  <a:lnTo>
                    <a:pt x="3224575" y="2602419"/>
                  </a:lnTo>
                  <a:lnTo>
                    <a:pt x="3224762" y="2604602"/>
                  </a:lnTo>
                  <a:lnTo>
                    <a:pt x="3224949" y="2606576"/>
                  </a:lnTo>
                  <a:lnTo>
                    <a:pt x="3225136" y="2608189"/>
                  </a:lnTo>
                  <a:lnTo>
                    <a:pt x="3225323" y="2609654"/>
                  </a:lnTo>
                  <a:lnTo>
                    <a:pt x="3225510" y="2611119"/>
                  </a:lnTo>
                  <a:lnTo>
                    <a:pt x="3225697" y="2612513"/>
                  </a:lnTo>
                  <a:lnTo>
                    <a:pt x="3225884" y="2613502"/>
                  </a:lnTo>
                  <a:lnTo>
                    <a:pt x="3226070" y="2614263"/>
                  </a:lnTo>
                  <a:lnTo>
                    <a:pt x="3226257" y="2614892"/>
                  </a:lnTo>
                  <a:lnTo>
                    <a:pt x="3226444" y="2615249"/>
                  </a:lnTo>
                  <a:lnTo>
                    <a:pt x="3226631" y="2615452"/>
                  </a:lnTo>
                  <a:lnTo>
                    <a:pt x="3226818" y="2615835"/>
                  </a:lnTo>
                  <a:lnTo>
                    <a:pt x="3227005" y="2616004"/>
                  </a:lnTo>
                  <a:lnTo>
                    <a:pt x="3227192" y="2615746"/>
                  </a:lnTo>
                  <a:lnTo>
                    <a:pt x="3227379" y="2615091"/>
                  </a:lnTo>
                  <a:lnTo>
                    <a:pt x="3227566" y="2614182"/>
                  </a:lnTo>
                  <a:lnTo>
                    <a:pt x="3227753" y="2613492"/>
                  </a:lnTo>
                  <a:lnTo>
                    <a:pt x="3227940" y="2613150"/>
                  </a:lnTo>
                  <a:lnTo>
                    <a:pt x="3228127" y="2613269"/>
                  </a:lnTo>
                  <a:lnTo>
                    <a:pt x="3228314" y="2613625"/>
                  </a:lnTo>
                  <a:lnTo>
                    <a:pt x="3228500" y="2614376"/>
                  </a:lnTo>
                  <a:lnTo>
                    <a:pt x="3228687" y="2615444"/>
                  </a:lnTo>
                  <a:lnTo>
                    <a:pt x="3228874" y="2617015"/>
                  </a:lnTo>
                  <a:lnTo>
                    <a:pt x="3229061" y="2618980"/>
                  </a:lnTo>
                  <a:lnTo>
                    <a:pt x="3229248" y="2621445"/>
                  </a:lnTo>
                  <a:lnTo>
                    <a:pt x="3229435" y="2624005"/>
                  </a:lnTo>
                  <a:lnTo>
                    <a:pt x="3229622" y="2627269"/>
                  </a:lnTo>
                  <a:lnTo>
                    <a:pt x="3229809" y="2630504"/>
                  </a:lnTo>
                  <a:lnTo>
                    <a:pt x="3229996" y="2633981"/>
                  </a:lnTo>
                  <a:lnTo>
                    <a:pt x="3230183" y="2637622"/>
                  </a:lnTo>
                  <a:lnTo>
                    <a:pt x="3230370" y="2641362"/>
                  </a:lnTo>
                  <a:lnTo>
                    <a:pt x="3230557" y="2645108"/>
                  </a:lnTo>
                  <a:lnTo>
                    <a:pt x="3230744" y="2649079"/>
                  </a:lnTo>
                  <a:lnTo>
                    <a:pt x="3230930" y="2652713"/>
                  </a:lnTo>
                  <a:lnTo>
                    <a:pt x="3231117" y="2656416"/>
                  </a:lnTo>
                  <a:lnTo>
                    <a:pt x="3231304" y="2660102"/>
                  </a:lnTo>
                  <a:lnTo>
                    <a:pt x="3231491" y="2663497"/>
                  </a:lnTo>
                  <a:lnTo>
                    <a:pt x="3231678" y="2666317"/>
                  </a:lnTo>
                  <a:lnTo>
                    <a:pt x="3231865" y="2668765"/>
                  </a:lnTo>
                  <a:lnTo>
                    <a:pt x="3232052" y="2670853"/>
                  </a:lnTo>
                  <a:lnTo>
                    <a:pt x="3232239" y="2672603"/>
                  </a:lnTo>
                  <a:lnTo>
                    <a:pt x="3232426" y="2673667"/>
                  </a:lnTo>
                  <a:lnTo>
                    <a:pt x="3232613" y="2674504"/>
                  </a:lnTo>
                  <a:lnTo>
                    <a:pt x="3232800" y="2675129"/>
                  </a:lnTo>
                  <a:lnTo>
                    <a:pt x="3232987" y="2675691"/>
                  </a:lnTo>
                  <a:lnTo>
                    <a:pt x="3233173" y="2676170"/>
                  </a:lnTo>
                  <a:lnTo>
                    <a:pt x="3233360" y="2676528"/>
                  </a:lnTo>
                  <a:lnTo>
                    <a:pt x="3233547" y="2676897"/>
                  </a:lnTo>
                  <a:lnTo>
                    <a:pt x="3233734" y="2677169"/>
                  </a:lnTo>
                  <a:lnTo>
                    <a:pt x="3233921" y="2677336"/>
                  </a:lnTo>
                  <a:lnTo>
                    <a:pt x="3234108" y="2677054"/>
                  </a:lnTo>
                  <a:lnTo>
                    <a:pt x="3234295" y="2676772"/>
                  </a:lnTo>
                  <a:lnTo>
                    <a:pt x="3234482" y="2676298"/>
                  </a:lnTo>
                  <a:lnTo>
                    <a:pt x="3234669" y="2675416"/>
                  </a:lnTo>
                  <a:lnTo>
                    <a:pt x="3234856" y="2674510"/>
                  </a:lnTo>
                  <a:lnTo>
                    <a:pt x="3235043" y="2673384"/>
                  </a:lnTo>
                  <a:lnTo>
                    <a:pt x="3235230" y="2671871"/>
                  </a:lnTo>
                  <a:lnTo>
                    <a:pt x="3235417" y="2670226"/>
                  </a:lnTo>
                  <a:lnTo>
                    <a:pt x="3235603" y="2668722"/>
                  </a:lnTo>
                  <a:lnTo>
                    <a:pt x="3235790" y="2667315"/>
                  </a:lnTo>
                  <a:lnTo>
                    <a:pt x="3235977" y="2665670"/>
                  </a:lnTo>
                  <a:lnTo>
                    <a:pt x="3236164" y="2663911"/>
                  </a:lnTo>
                  <a:lnTo>
                    <a:pt x="3236351" y="2661960"/>
                  </a:lnTo>
                  <a:lnTo>
                    <a:pt x="3236538" y="2660145"/>
                  </a:lnTo>
                  <a:lnTo>
                    <a:pt x="3236725" y="2658401"/>
                  </a:lnTo>
                  <a:lnTo>
                    <a:pt x="3236912" y="2657093"/>
                  </a:lnTo>
                  <a:lnTo>
                    <a:pt x="3237099" y="2655785"/>
                  </a:lnTo>
                  <a:lnTo>
                    <a:pt x="3237286" y="2654661"/>
                  </a:lnTo>
                  <a:lnTo>
                    <a:pt x="3237473" y="2653819"/>
                  </a:lnTo>
                  <a:lnTo>
                    <a:pt x="3237660" y="2653153"/>
                  </a:lnTo>
                  <a:lnTo>
                    <a:pt x="3237846" y="2652610"/>
                  </a:lnTo>
                  <a:lnTo>
                    <a:pt x="3238033" y="2652208"/>
                  </a:lnTo>
                  <a:lnTo>
                    <a:pt x="3238220" y="2651862"/>
                  </a:lnTo>
                  <a:lnTo>
                    <a:pt x="3238407" y="2651277"/>
                  </a:lnTo>
                  <a:lnTo>
                    <a:pt x="3238594" y="2650610"/>
                  </a:lnTo>
                  <a:lnTo>
                    <a:pt x="3238781" y="2650169"/>
                  </a:lnTo>
                  <a:lnTo>
                    <a:pt x="3238968" y="2649772"/>
                  </a:lnTo>
                  <a:lnTo>
                    <a:pt x="3239155" y="2649417"/>
                  </a:lnTo>
                  <a:lnTo>
                    <a:pt x="3239342" y="2649061"/>
                  </a:lnTo>
                  <a:lnTo>
                    <a:pt x="3239529" y="2648730"/>
                  </a:lnTo>
                  <a:lnTo>
                    <a:pt x="3239716" y="2648554"/>
                  </a:lnTo>
                  <a:lnTo>
                    <a:pt x="3239903" y="2648378"/>
                  </a:lnTo>
                  <a:lnTo>
                    <a:pt x="3240090" y="2648272"/>
                  </a:lnTo>
                  <a:lnTo>
                    <a:pt x="3240276" y="2648272"/>
                  </a:lnTo>
                  <a:lnTo>
                    <a:pt x="3240463" y="2648272"/>
                  </a:lnTo>
                  <a:lnTo>
                    <a:pt x="3240650" y="2648431"/>
                  </a:lnTo>
                  <a:lnTo>
                    <a:pt x="3240837" y="2648607"/>
                  </a:lnTo>
                  <a:lnTo>
                    <a:pt x="3241024" y="2648923"/>
                  </a:lnTo>
                  <a:lnTo>
                    <a:pt x="3241211" y="2649486"/>
                  </a:lnTo>
                  <a:lnTo>
                    <a:pt x="3241398" y="2650146"/>
                  </a:lnTo>
                  <a:lnTo>
                    <a:pt x="3241585" y="2650990"/>
                  </a:lnTo>
                  <a:lnTo>
                    <a:pt x="3241772" y="2651914"/>
                  </a:lnTo>
                  <a:lnTo>
                    <a:pt x="3241959" y="2653004"/>
                  </a:lnTo>
                  <a:lnTo>
                    <a:pt x="3242146" y="2654236"/>
                  </a:lnTo>
                  <a:lnTo>
                    <a:pt x="3242333" y="2655467"/>
                  </a:lnTo>
                  <a:lnTo>
                    <a:pt x="3242520" y="2656778"/>
                  </a:lnTo>
                  <a:lnTo>
                    <a:pt x="3242706" y="2658343"/>
                  </a:lnTo>
                  <a:lnTo>
                    <a:pt x="3242893" y="2660050"/>
                  </a:lnTo>
                  <a:lnTo>
                    <a:pt x="3243080" y="2661879"/>
                  </a:lnTo>
                  <a:lnTo>
                    <a:pt x="3243267" y="2664196"/>
                  </a:lnTo>
                  <a:lnTo>
                    <a:pt x="3243454" y="2666979"/>
                  </a:lnTo>
                  <a:lnTo>
                    <a:pt x="3243641" y="2669797"/>
                  </a:lnTo>
                  <a:lnTo>
                    <a:pt x="3243828" y="2672790"/>
                  </a:lnTo>
                  <a:lnTo>
                    <a:pt x="3244015" y="2675857"/>
                  </a:lnTo>
                  <a:lnTo>
                    <a:pt x="3244202" y="2678641"/>
                  </a:lnTo>
                  <a:lnTo>
                    <a:pt x="3244389" y="2681113"/>
                  </a:lnTo>
                  <a:lnTo>
                    <a:pt x="3244576" y="2683499"/>
                  </a:lnTo>
                  <a:lnTo>
                    <a:pt x="3244763" y="2686158"/>
                  </a:lnTo>
                  <a:lnTo>
                    <a:pt x="3244949" y="2689225"/>
                  </a:lnTo>
                  <a:lnTo>
                    <a:pt x="3245136" y="2692363"/>
                  </a:lnTo>
                  <a:lnTo>
                    <a:pt x="3245323" y="2695573"/>
                  </a:lnTo>
                  <a:lnTo>
                    <a:pt x="3245510" y="2698632"/>
                  </a:lnTo>
                  <a:lnTo>
                    <a:pt x="3245697" y="2701551"/>
                  </a:lnTo>
                  <a:lnTo>
                    <a:pt x="3245884" y="2704218"/>
                  </a:lnTo>
                  <a:lnTo>
                    <a:pt x="3246071" y="2706547"/>
                  </a:lnTo>
                  <a:lnTo>
                    <a:pt x="3246258" y="2708551"/>
                  </a:lnTo>
                  <a:lnTo>
                    <a:pt x="3246445" y="2710810"/>
                  </a:lnTo>
                  <a:lnTo>
                    <a:pt x="3246632" y="2712939"/>
                  </a:lnTo>
                  <a:lnTo>
                    <a:pt x="3246819" y="2714994"/>
                  </a:lnTo>
                  <a:lnTo>
                    <a:pt x="3247006" y="2717269"/>
                  </a:lnTo>
                  <a:lnTo>
                    <a:pt x="3247193" y="2719573"/>
                  </a:lnTo>
                  <a:lnTo>
                    <a:pt x="3247379" y="2721884"/>
                  </a:lnTo>
                  <a:lnTo>
                    <a:pt x="3247566" y="2723755"/>
                  </a:lnTo>
                  <a:lnTo>
                    <a:pt x="3247753" y="2725244"/>
                  </a:lnTo>
                  <a:lnTo>
                    <a:pt x="3247940" y="2726428"/>
                  </a:lnTo>
                  <a:lnTo>
                    <a:pt x="3248127" y="2727612"/>
                  </a:lnTo>
                  <a:lnTo>
                    <a:pt x="3248314" y="2728767"/>
                  </a:lnTo>
                  <a:lnTo>
                    <a:pt x="3248501" y="2729777"/>
                  </a:lnTo>
                  <a:lnTo>
                    <a:pt x="3248688" y="2730787"/>
                  </a:lnTo>
                  <a:lnTo>
                    <a:pt x="3248875" y="2731783"/>
                  </a:lnTo>
                  <a:lnTo>
                    <a:pt x="3249062" y="2732555"/>
                  </a:lnTo>
                  <a:lnTo>
                    <a:pt x="3249249" y="2732974"/>
                  </a:lnTo>
                  <a:lnTo>
                    <a:pt x="3249436" y="2733168"/>
                  </a:lnTo>
                  <a:lnTo>
                    <a:pt x="3249622" y="2733244"/>
                  </a:lnTo>
                  <a:lnTo>
                    <a:pt x="3249809" y="2733304"/>
                  </a:lnTo>
                  <a:lnTo>
                    <a:pt x="3249996" y="2733103"/>
                  </a:lnTo>
                  <a:lnTo>
                    <a:pt x="3250183" y="2732801"/>
                  </a:lnTo>
                  <a:lnTo>
                    <a:pt x="3250370" y="2732471"/>
                  </a:lnTo>
                  <a:lnTo>
                    <a:pt x="3250557" y="2731811"/>
                  </a:lnTo>
                  <a:lnTo>
                    <a:pt x="3250744" y="2731090"/>
                  </a:lnTo>
                  <a:lnTo>
                    <a:pt x="3250931" y="2730262"/>
                  </a:lnTo>
                  <a:lnTo>
                    <a:pt x="3251118" y="2729453"/>
                  </a:lnTo>
                  <a:lnTo>
                    <a:pt x="3251305" y="2728908"/>
                  </a:lnTo>
                  <a:lnTo>
                    <a:pt x="3251492" y="2728776"/>
                  </a:lnTo>
                  <a:lnTo>
                    <a:pt x="3251679" y="2728776"/>
                  </a:lnTo>
                  <a:lnTo>
                    <a:pt x="3251866" y="2728864"/>
                  </a:lnTo>
                  <a:lnTo>
                    <a:pt x="3252052" y="2729145"/>
                  </a:lnTo>
                  <a:lnTo>
                    <a:pt x="3252239" y="2729406"/>
                  </a:lnTo>
                  <a:lnTo>
                    <a:pt x="3252426" y="2729626"/>
                  </a:lnTo>
                  <a:lnTo>
                    <a:pt x="3252613" y="2729896"/>
                  </a:lnTo>
                  <a:lnTo>
                    <a:pt x="3252800" y="2730301"/>
                  </a:lnTo>
                  <a:lnTo>
                    <a:pt x="3252987" y="2730900"/>
                  </a:lnTo>
                  <a:lnTo>
                    <a:pt x="3253174" y="2731527"/>
                  </a:lnTo>
                  <a:lnTo>
                    <a:pt x="3253361" y="2732362"/>
                  </a:lnTo>
                  <a:lnTo>
                    <a:pt x="3253548" y="2733328"/>
                  </a:lnTo>
                  <a:lnTo>
                    <a:pt x="3253735" y="2734437"/>
                  </a:lnTo>
                  <a:lnTo>
                    <a:pt x="3253922" y="2735547"/>
                  </a:lnTo>
                  <a:lnTo>
                    <a:pt x="3254109" y="2736526"/>
                  </a:lnTo>
                  <a:lnTo>
                    <a:pt x="3254296" y="2737167"/>
                  </a:lnTo>
                  <a:lnTo>
                    <a:pt x="3254482" y="2737699"/>
                  </a:lnTo>
                  <a:lnTo>
                    <a:pt x="3254669" y="2738231"/>
                  </a:lnTo>
                  <a:lnTo>
                    <a:pt x="3254856" y="2738720"/>
                  </a:lnTo>
                  <a:lnTo>
                    <a:pt x="3255043" y="2739123"/>
                  </a:lnTo>
                  <a:lnTo>
                    <a:pt x="3255230" y="2739570"/>
                  </a:lnTo>
                  <a:lnTo>
                    <a:pt x="3255417" y="2739944"/>
                  </a:lnTo>
                  <a:lnTo>
                    <a:pt x="3255604" y="2740410"/>
                  </a:lnTo>
                  <a:lnTo>
                    <a:pt x="3255791" y="2740762"/>
                  </a:lnTo>
                  <a:lnTo>
                    <a:pt x="3255978" y="2741070"/>
                  </a:lnTo>
                  <a:lnTo>
                    <a:pt x="3256165" y="2741408"/>
                  </a:lnTo>
                  <a:lnTo>
                    <a:pt x="3256352" y="2741309"/>
                  </a:lnTo>
                  <a:lnTo>
                    <a:pt x="3256539" y="2741225"/>
                  </a:lnTo>
                  <a:lnTo>
                    <a:pt x="3256725" y="2741153"/>
                  </a:lnTo>
                  <a:lnTo>
                    <a:pt x="3256912" y="2741077"/>
                  </a:lnTo>
                  <a:lnTo>
                    <a:pt x="3257099" y="2741002"/>
                  </a:lnTo>
                  <a:lnTo>
                    <a:pt x="3257286" y="2740927"/>
                  </a:lnTo>
                  <a:lnTo>
                    <a:pt x="3257473" y="2740852"/>
                  </a:lnTo>
                  <a:lnTo>
                    <a:pt x="3257660" y="2740638"/>
                  </a:lnTo>
                  <a:lnTo>
                    <a:pt x="3257847" y="2740409"/>
                  </a:lnTo>
                  <a:lnTo>
                    <a:pt x="3258034" y="2740144"/>
                  </a:lnTo>
                  <a:lnTo>
                    <a:pt x="3258221" y="2739966"/>
                  </a:lnTo>
                  <a:lnTo>
                    <a:pt x="3258408" y="2739896"/>
                  </a:lnTo>
                  <a:lnTo>
                    <a:pt x="3258595" y="2739949"/>
                  </a:lnTo>
                  <a:lnTo>
                    <a:pt x="3258782" y="2740146"/>
                  </a:lnTo>
                  <a:lnTo>
                    <a:pt x="3258969" y="2740425"/>
                  </a:lnTo>
                  <a:lnTo>
                    <a:pt x="3259155" y="2740913"/>
                  </a:lnTo>
                  <a:lnTo>
                    <a:pt x="3259342" y="2741305"/>
                  </a:lnTo>
                  <a:lnTo>
                    <a:pt x="3259529" y="2741565"/>
                  </a:lnTo>
                  <a:lnTo>
                    <a:pt x="3259716" y="2741632"/>
                  </a:lnTo>
                  <a:lnTo>
                    <a:pt x="3259903" y="2741823"/>
                  </a:lnTo>
                  <a:lnTo>
                    <a:pt x="3260090" y="2742012"/>
                  </a:lnTo>
                  <a:lnTo>
                    <a:pt x="3260277" y="2742192"/>
                  </a:lnTo>
                  <a:lnTo>
                    <a:pt x="3260464" y="2742390"/>
                  </a:lnTo>
                  <a:lnTo>
                    <a:pt x="3260651" y="2742635"/>
                  </a:lnTo>
                  <a:lnTo>
                    <a:pt x="3260838" y="2743163"/>
                  </a:lnTo>
                  <a:lnTo>
                    <a:pt x="3261025" y="2743585"/>
                  </a:lnTo>
                  <a:lnTo>
                    <a:pt x="3261212" y="2743875"/>
                  </a:lnTo>
                  <a:lnTo>
                    <a:pt x="3261399" y="2744510"/>
                  </a:lnTo>
                  <a:lnTo>
                    <a:pt x="3261585" y="2744678"/>
                  </a:lnTo>
                  <a:lnTo>
                    <a:pt x="3261772" y="2744828"/>
                  </a:lnTo>
                  <a:lnTo>
                    <a:pt x="3261959" y="2744886"/>
                  </a:lnTo>
                  <a:lnTo>
                    <a:pt x="3262146" y="2744777"/>
                  </a:lnTo>
                  <a:lnTo>
                    <a:pt x="3262333" y="2744932"/>
                  </a:lnTo>
                  <a:lnTo>
                    <a:pt x="3262520" y="2745321"/>
                  </a:lnTo>
                  <a:lnTo>
                    <a:pt x="3262707" y="2745682"/>
                  </a:lnTo>
                  <a:lnTo>
                    <a:pt x="3262894" y="2746006"/>
                  </a:lnTo>
                  <a:lnTo>
                    <a:pt x="3263081" y="2746337"/>
                  </a:lnTo>
                  <a:lnTo>
                    <a:pt x="3263268" y="2746667"/>
                  </a:lnTo>
                  <a:lnTo>
                    <a:pt x="3263455" y="2746998"/>
                  </a:lnTo>
                  <a:lnTo>
                    <a:pt x="3263642" y="2747328"/>
                  </a:lnTo>
                  <a:lnTo>
                    <a:pt x="3263828" y="2747782"/>
                  </a:lnTo>
                  <a:lnTo>
                    <a:pt x="3264015" y="2748257"/>
                  </a:lnTo>
                  <a:lnTo>
                    <a:pt x="3264202" y="2748469"/>
                  </a:lnTo>
                  <a:lnTo>
                    <a:pt x="3264389" y="2748831"/>
                  </a:lnTo>
                  <a:lnTo>
                    <a:pt x="3264576" y="2749211"/>
                  </a:lnTo>
                  <a:lnTo>
                    <a:pt x="3264763" y="2749758"/>
                  </a:lnTo>
                  <a:lnTo>
                    <a:pt x="3264950" y="2750469"/>
                  </a:lnTo>
                  <a:lnTo>
                    <a:pt x="3265137" y="2751023"/>
                  </a:lnTo>
                  <a:lnTo>
                    <a:pt x="3265324" y="2751226"/>
                  </a:lnTo>
                  <a:lnTo>
                    <a:pt x="3265511" y="2751228"/>
                  </a:lnTo>
                  <a:lnTo>
                    <a:pt x="3265698" y="2751053"/>
                  </a:lnTo>
                  <a:lnTo>
                    <a:pt x="3265885" y="2750877"/>
                  </a:lnTo>
                  <a:lnTo>
                    <a:pt x="3266072" y="2750701"/>
                  </a:lnTo>
                  <a:lnTo>
                    <a:pt x="3266258" y="2750358"/>
                  </a:lnTo>
                  <a:lnTo>
                    <a:pt x="3266445" y="2750006"/>
                  </a:lnTo>
                  <a:lnTo>
                    <a:pt x="3266632" y="2749505"/>
                  </a:lnTo>
                  <a:lnTo>
                    <a:pt x="3266819" y="2748977"/>
                  </a:lnTo>
                  <a:lnTo>
                    <a:pt x="3267006" y="2748141"/>
                  </a:lnTo>
                  <a:lnTo>
                    <a:pt x="3267193" y="2747059"/>
                  </a:lnTo>
                  <a:lnTo>
                    <a:pt x="3267380" y="2745520"/>
                  </a:lnTo>
                  <a:lnTo>
                    <a:pt x="3267567" y="2743673"/>
                  </a:lnTo>
                  <a:lnTo>
                    <a:pt x="3267754" y="2741738"/>
                  </a:lnTo>
                  <a:lnTo>
                    <a:pt x="3267941" y="2739917"/>
                  </a:lnTo>
                  <a:lnTo>
                    <a:pt x="3268128" y="2738334"/>
                  </a:lnTo>
                  <a:lnTo>
                    <a:pt x="3268315" y="2736751"/>
                  </a:lnTo>
                  <a:lnTo>
                    <a:pt x="3268501" y="2735167"/>
                  </a:lnTo>
                  <a:lnTo>
                    <a:pt x="3268688" y="2733584"/>
                  </a:lnTo>
                  <a:lnTo>
                    <a:pt x="3268875" y="2732001"/>
                  </a:lnTo>
                  <a:lnTo>
                    <a:pt x="3269062" y="2730268"/>
                  </a:lnTo>
                  <a:lnTo>
                    <a:pt x="3269249" y="2728509"/>
                  </a:lnTo>
                  <a:lnTo>
                    <a:pt x="3269436" y="2726706"/>
                  </a:lnTo>
                  <a:lnTo>
                    <a:pt x="3269623" y="2724920"/>
                  </a:lnTo>
                  <a:lnTo>
                    <a:pt x="3269810" y="2723469"/>
                  </a:lnTo>
                  <a:lnTo>
                    <a:pt x="3269997" y="2722264"/>
                  </a:lnTo>
                  <a:lnTo>
                    <a:pt x="3270184" y="2721516"/>
                  </a:lnTo>
                  <a:lnTo>
                    <a:pt x="3270371" y="2721076"/>
                  </a:lnTo>
                  <a:lnTo>
                    <a:pt x="3270558" y="2720725"/>
                  </a:lnTo>
                  <a:lnTo>
                    <a:pt x="3270745" y="2720373"/>
                  </a:lnTo>
                  <a:lnTo>
                    <a:pt x="3270931" y="2719845"/>
                  </a:lnTo>
                  <a:lnTo>
                    <a:pt x="3271118" y="2719370"/>
                  </a:lnTo>
                  <a:lnTo>
                    <a:pt x="3271305" y="2718921"/>
                  </a:lnTo>
                  <a:lnTo>
                    <a:pt x="3271492" y="2718921"/>
                  </a:lnTo>
                  <a:lnTo>
                    <a:pt x="3271679" y="2718921"/>
                  </a:lnTo>
                  <a:lnTo>
                    <a:pt x="3271866" y="2719423"/>
                  </a:lnTo>
                  <a:lnTo>
                    <a:pt x="3272053" y="2720232"/>
                  </a:lnTo>
                  <a:lnTo>
                    <a:pt x="3272240" y="2720980"/>
                  </a:lnTo>
                  <a:lnTo>
                    <a:pt x="3272427" y="2721930"/>
                  </a:lnTo>
                  <a:lnTo>
                    <a:pt x="3272614" y="2722862"/>
                  </a:lnTo>
                  <a:lnTo>
                    <a:pt x="3272801" y="2723442"/>
                  </a:lnTo>
                  <a:lnTo>
                    <a:pt x="3272988" y="2723733"/>
                  </a:lnTo>
                  <a:lnTo>
                    <a:pt x="3273175" y="2723768"/>
                  </a:lnTo>
                  <a:lnTo>
                    <a:pt x="3273361" y="2723381"/>
                  </a:lnTo>
                  <a:lnTo>
                    <a:pt x="3273548" y="2722827"/>
                  </a:lnTo>
                  <a:lnTo>
                    <a:pt x="3273735" y="2721956"/>
                  </a:lnTo>
                  <a:lnTo>
                    <a:pt x="3273922" y="2720707"/>
                  </a:lnTo>
                  <a:lnTo>
                    <a:pt x="3274109" y="2719185"/>
                  </a:lnTo>
                  <a:lnTo>
                    <a:pt x="3274296" y="2717741"/>
                  </a:lnTo>
                  <a:lnTo>
                    <a:pt x="3274483" y="2716553"/>
                  </a:lnTo>
                  <a:lnTo>
                    <a:pt x="3274670" y="2714940"/>
                  </a:lnTo>
                  <a:lnTo>
                    <a:pt x="3274857" y="2713053"/>
                  </a:lnTo>
                  <a:lnTo>
                    <a:pt x="3275044" y="2710865"/>
                  </a:lnTo>
                  <a:lnTo>
                    <a:pt x="3275231" y="2708698"/>
                  </a:lnTo>
                  <a:lnTo>
                    <a:pt x="3275418" y="2706274"/>
                  </a:lnTo>
                  <a:lnTo>
                    <a:pt x="3275604" y="2703966"/>
                  </a:lnTo>
                  <a:lnTo>
                    <a:pt x="3275791" y="2702116"/>
                  </a:lnTo>
                  <a:lnTo>
                    <a:pt x="3275978" y="2700151"/>
                  </a:lnTo>
                  <a:lnTo>
                    <a:pt x="3276165" y="2697992"/>
                  </a:lnTo>
                  <a:lnTo>
                    <a:pt x="3276352" y="2695607"/>
                  </a:lnTo>
                  <a:lnTo>
                    <a:pt x="3276539" y="2693226"/>
                  </a:lnTo>
                  <a:lnTo>
                    <a:pt x="3276726" y="2690958"/>
                  </a:lnTo>
                  <a:lnTo>
                    <a:pt x="3276913" y="2688789"/>
                  </a:lnTo>
                  <a:lnTo>
                    <a:pt x="3277100" y="2686633"/>
                  </a:lnTo>
                  <a:lnTo>
                    <a:pt x="3277287" y="2684469"/>
                  </a:lnTo>
                  <a:lnTo>
                    <a:pt x="3277474" y="2682356"/>
                  </a:lnTo>
                  <a:lnTo>
                    <a:pt x="3277661" y="2680281"/>
                  </a:lnTo>
                  <a:lnTo>
                    <a:pt x="3277848" y="2678348"/>
                  </a:lnTo>
                  <a:lnTo>
                    <a:pt x="3278034" y="2676082"/>
                  </a:lnTo>
                  <a:lnTo>
                    <a:pt x="3278221" y="2673532"/>
                  </a:lnTo>
                  <a:lnTo>
                    <a:pt x="3278408" y="2671010"/>
                  </a:lnTo>
                  <a:lnTo>
                    <a:pt x="3278595" y="2668271"/>
                  </a:lnTo>
                  <a:lnTo>
                    <a:pt x="3278782" y="2665913"/>
                  </a:lnTo>
                  <a:lnTo>
                    <a:pt x="3278969" y="2663705"/>
                  </a:lnTo>
                  <a:lnTo>
                    <a:pt x="3279156" y="2662051"/>
                  </a:lnTo>
                  <a:lnTo>
                    <a:pt x="3279343" y="2660811"/>
                  </a:lnTo>
                  <a:lnTo>
                    <a:pt x="3279530" y="2659756"/>
                  </a:lnTo>
                  <a:lnTo>
                    <a:pt x="3279717" y="2658762"/>
                  </a:lnTo>
                  <a:lnTo>
                    <a:pt x="3279904" y="2657882"/>
                  </a:lnTo>
                  <a:lnTo>
                    <a:pt x="3280091" y="2657003"/>
                  </a:lnTo>
                  <a:lnTo>
                    <a:pt x="3280278" y="2656167"/>
                  </a:lnTo>
                  <a:lnTo>
                    <a:pt x="3280464" y="2655630"/>
                  </a:lnTo>
                  <a:lnTo>
                    <a:pt x="3280651" y="2654993"/>
                  </a:lnTo>
                  <a:lnTo>
                    <a:pt x="3280838" y="2654559"/>
                  </a:lnTo>
                  <a:lnTo>
                    <a:pt x="3281025" y="2654301"/>
                  </a:lnTo>
                  <a:lnTo>
                    <a:pt x="3281212" y="2654070"/>
                  </a:lnTo>
                  <a:lnTo>
                    <a:pt x="3281399" y="2653879"/>
                  </a:lnTo>
                  <a:lnTo>
                    <a:pt x="3281586" y="2654007"/>
                  </a:lnTo>
                  <a:lnTo>
                    <a:pt x="3281773" y="2654357"/>
                  </a:lnTo>
                  <a:lnTo>
                    <a:pt x="3281960" y="2654795"/>
                  </a:lnTo>
                  <a:lnTo>
                    <a:pt x="3282147" y="2655039"/>
                  </a:lnTo>
                  <a:lnTo>
                    <a:pt x="3282334" y="2655284"/>
                  </a:lnTo>
                  <a:lnTo>
                    <a:pt x="3282521" y="2655503"/>
                  </a:lnTo>
                  <a:lnTo>
                    <a:pt x="3282707" y="2655714"/>
                  </a:lnTo>
                  <a:lnTo>
                    <a:pt x="3282894" y="2655602"/>
                  </a:lnTo>
                  <a:lnTo>
                    <a:pt x="3283081" y="2655220"/>
                  </a:lnTo>
                  <a:lnTo>
                    <a:pt x="3283268" y="2654657"/>
                  </a:lnTo>
                  <a:lnTo>
                    <a:pt x="3283455" y="2653971"/>
                  </a:lnTo>
                  <a:lnTo>
                    <a:pt x="3283642" y="2653403"/>
                  </a:lnTo>
                  <a:lnTo>
                    <a:pt x="3283829" y="2652452"/>
                  </a:lnTo>
                  <a:lnTo>
                    <a:pt x="3284016" y="2651302"/>
                  </a:lnTo>
                  <a:lnTo>
                    <a:pt x="3284203" y="2650101"/>
                  </a:lnTo>
                  <a:lnTo>
                    <a:pt x="3284390" y="2648319"/>
                  </a:lnTo>
                  <a:lnTo>
                    <a:pt x="3284577" y="2645947"/>
                  </a:lnTo>
                  <a:lnTo>
                    <a:pt x="3284764" y="2643349"/>
                  </a:lnTo>
                  <a:lnTo>
                    <a:pt x="3284951" y="2640682"/>
                  </a:lnTo>
                  <a:lnTo>
                    <a:pt x="3285137" y="2637674"/>
                  </a:lnTo>
                  <a:lnTo>
                    <a:pt x="3285324" y="2634505"/>
                  </a:lnTo>
                  <a:lnTo>
                    <a:pt x="3285511" y="2631209"/>
                  </a:lnTo>
                  <a:lnTo>
                    <a:pt x="3285698" y="2628059"/>
                  </a:lnTo>
                  <a:lnTo>
                    <a:pt x="3285885" y="2625186"/>
                  </a:lnTo>
                  <a:lnTo>
                    <a:pt x="3286072" y="2622032"/>
                  </a:lnTo>
                  <a:lnTo>
                    <a:pt x="3286259" y="2619182"/>
                  </a:lnTo>
                  <a:lnTo>
                    <a:pt x="3286446" y="2616815"/>
                  </a:lnTo>
                  <a:lnTo>
                    <a:pt x="3286633" y="2615174"/>
                  </a:lnTo>
                  <a:lnTo>
                    <a:pt x="3286820" y="2613766"/>
                  </a:lnTo>
                  <a:lnTo>
                    <a:pt x="3287007" y="2612132"/>
                  </a:lnTo>
                  <a:lnTo>
                    <a:pt x="3287194" y="2610765"/>
                  </a:lnTo>
                  <a:lnTo>
                    <a:pt x="3287380" y="2610065"/>
                  </a:lnTo>
                  <a:lnTo>
                    <a:pt x="3287567" y="2609637"/>
                  </a:lnTo>
                  <a:lnTo>
                    <a:pt x="3287754" y="2609606"/>
                  </a:lnTo>
                  <a:lnTo>
                    <a:pt x="3287941" y="2610331"/>
                  </a:lnTo>
                  <a:lnTo>
                    <a:pt x="3288128" y="2611281"/>
                  </a:lnTo>
                  <a:lnTo>
                    <a:pt x="3288315" y="2612381"/>
                  </a:lnTo>
                  <a:lnTo>
                    <a:pt x="3288502" y="2613626"/>
                  </a:lnTo>
                  <a:lnTo>
                    <a:pt x="3288689" y="2614695"/>
                  </a:lnTo>
                  <a:lnTo>
                    <a:pt x="3288876" y="2615764"/>
                  </a:lnTo>
                  <a:lnTo>
                    <a:pt x="3289063" y="2616780"/>
                  </a:lnTo>
                  <a:lnTo>
                    <a:pt x="3289250" y="2617538"/>
                  </a:lnTo>
                  <a:lnTo>
                    <a:pt x="3289437" y="2617837"/>
                  </a:lnTo>
                  <a:lnTo>
                    <a:pt x="3289624" y="2618013"/>
                  </a:lnTo>
                  <a:lnTo>
                    <a:pt x="3289810" y="2618189"/>
                  </a:lnTo>
                  <a:lnTo>
                    <a:pt x="3289997" y="2618365"/>
                  </a:lnTo>
                  <a:lnTo>
                    <a:pt x="3290184" y="2618479"/>
                  </a:lnTo>
                  <a:lnTo>
                    <a:pt x="3290371" y="2618479"/>
                  </a:lnTo>
                  <a:lnTo>
                    <a:pt x="3290558" y="2618506"/>
                  </a:lnTo>
                  <a:lnTo>
                    <a:pt x="3290745" y="2618359"/>
                  </a:lnTo>
                  <a:lnTo>
                    <a:pt x="3290932" y="2618260"/>
                  </a:lnTo>
                  <a:lnTo>
                    <a:pt x="3291119" y="2618125"/>
                  </a:lnTo>
                  <a:lnTo>
                    <a:pt x="3291306" y="2617881"/>
                  </a:lnTo>
                  <a:lnTo>
                    <a:pt x="3291493" y="2617587"/>
                  </a:lnTo>
                  <a:lnTo>
                    <a:pt x="3291680" y="2617199"/>
                  </a:lnTo>
                  <a:lnTo>
                    <a:pt x="3291867" y="2616848"/>
                  </a:lnTo>
                  <a:lnTo>
                    <a:pt x="3292054" y="2616496"/>
                  </a:lnTo>
                  <a:lnTo>
                    <a:pt x="3292240" y="2616252"/>
                  </a:lnTo>
                  <a:lnTo>
                    <a:pt x="3292427" y="2616009"/>
                  </a:lnTo>
                  <a:lnTo>
                    <a:pt x="3292614" y="2615513"/>
                  </a:lnTo>
                  <a:lnTo>
                    <a:pt x="3292801" y="2614836"/>
                  </a:lnTo>
                  <a:lnTo>
                    <a:pt x="3292988" y="2614160"/>
                  </a:lnTo>
                  <a:lnTo>
                    <a:pt x="3293175" y="2613274"/>
                  </a:lnTo>
                  <a:lnTo>
                    <a:pt x="3293362" y="2612185"/>
                  </a:lnTo>
                  <a:lnTo>
                    <a:pt x="3293549" y="2610983"/>
                  </a:lnTo>
                  <a:lnTo>
                    <a:pt x="3293736" y="2609498"/>
                  </a:lnTo>
                  <a:lnTo>
                    <a:pt x="3293923" y="2608232"/>
                  </a:lnTo>
                  <a:lnTo>
                    <a:pt x="3294110" y="2607106"/>
                  </a:lnTo>
                  <a:lnTo>
                    <a:pt x="3294297" y="2606099"/>
                  </a:lnTo>
                  <a:lnTo>
                    <a:pt x="3294483" y="2605144"/>
                  </a:lnTo>
                  <a:lnTo>
                    <a:pt x="3294670" y="2603922"/>
                  </a:lnTo>
                  <a:lnTo>
                    <a:pt x="3294857" y="2602744"/>
                  </a:lnTo>
                  <a:lnTo>
                    <a:pt x="3295044" y="2601442"/>
                  </a:lnTo>
                  <a:lnTo>
                    <a:pt x="3295231" y="2600119"/>
                  </a:lnTo>
                  <a:lnTo>
                    <a:pt x="3295418" y="2599049"/>
                  </a:lnTo>
                  <a:lnTo>
                    <a:pt x="3295605" y="2598159"/>
                  </a:lnTo>
                  <a:lnTo>
                    <a:pt x="3295792" y="2597269"/>
                  </a:lnTo>
                  <a:lnTo>
                    <a:pt x="3295979" y="2596588"/>
                  </a:lnTo>
                  <a:lnTo>
                    <a:pt x="3296166" y="2596103"/>
                  </a:lnTo>
                  <a:lnTo>
                    <a:pt x="3296353" y="2595535"/>
                  </a:lnTo>
                  <a:lnTo>
                    <a:pt x="3296540" y="2594902"/>
                  </a:lnTo>
                  <a:lnTo>
                    <a:pt x="3296727" y="2594351"/>
                  </a:lnTo>
                  <a:lnTo>
                    <a:pt x="3296913" y="2593887"/>
                  </a:lnTo>
                  <a:lnTo>
                    <a:pt x="3297100" y="2593582"/>
                  </a:lnTo>
                  <a:lnTo>
                    <a:pt x="3297287" y="2593133"/>
                  </a:lnTo>
                  <a:lnTo>
                    <a:pt x="3297474" y="2593186"/>
                  </a:lnTo>
                  <a:lnTo>
                    <a:pt x="3297661" y="2593362"/>
                  </a:lnTo>
                  <a:lnTo>
                    <a:pt x="3297848" y="2593687"/>
                  </a:lnTo>
                  <a:lnTo>
                    <a:pt x="3298035" y="2594039"/>
                  </a:lnTo>
                  <a:lnTo>
                    <a:pt x="3298222" y="2594391"/>
                  </a:lnTo>
                  <a:lnTo>
                    <a:pt x="3298409" y="2594743"/>
                  </a:lnTo>
                  <a:lnTo>
                    <a:pt x="3298596" y="2595095"/>
                  </a:lnTo>
                  <a:lnTo>
                    <a:pt x="3298783" y="2595269"/>
                  </a:lnTo>
                  <a:lnTo>
                    <a:pt x="3298970" y="2595566"/>
                  </a:lnTo>
                  <a:lnTo>
                    <a:pt x="3299157" y="2595810"/>
                  </a:lnTo>
                  <a:lnTo>
                    <a:pt x="3299343" y="2595903"/>
                  </a:lnTo>
                  <a:lnTo>
                    <a:pt x="3299530" y="2595782"/>
                  </a:lnTo>
                  <a:lnTo>
                    <a:pt x="3299717" y="2595007"/>
                  </a:lnTo>
                  <a:lnTo>
                    <a:pt x="3299904" y="2593902"/>
                  </a:lnTo>
                  <a:lnTo>
                    <a:pt x="3300091" y="2592569"/>
                  </a:lnTo>
                  <a:lnTo>
                    <a:pt x="3300278" y="2590894"/>
                  </a:lnTo>
                  <a:lnTo>
                    <a:pt x="3300465" y="2588827"/>
                  </a:lnTo>
                  <a:lnTo>
                    <a:pt x="3300652" y="2586741"/>
                  </a:lnTo>
                  <a:lnTo>
                    <a:pt x="3300839" y="2584533"/>
                  </a:lnTo>
                  <a:lnTo>
                    <a:pt x="3301026" y="2582272"/>
                  </a:lnTo>
                  <a:lnTo>
                    <a:pt x="3301213" y="2580010"/>
                  </a:lnTo>
                  <a:lnTo>
                    <a:pt x="3301400" y="2577749"/>
                  </a:lnTo>
                  <a:lnTo>
                    <a:pt x="3301586" y="2575491"/>
                  </a:lnTo>
                  <a:lnTo>
                    <a:pt x="3301773" y="2573113"/>
                  </a:lnTo>
                  <a:lnTo>
                    <a:pt x="3301960" y="2570699"/>
                  </a:lnTo>
                  <a:lnTo>
                    <a:pt x="3302147" y="2568420"/>
                  </a:lnTo>
                  <a:lnTo>
                    <a:pt x="3302334" y="2566108"/>
                  </a:lnTo>
                  <a:lnTo>
                    <a:pt x="3302521" y="2563715"/>
                  </a:lnTo>
                  <a:lnTo>
                    <a:pt x="3302708" y="2561515"/>
                  </a:lnTo>
                  <a:lnTo>
                    <a:pt x="3302895" y="2559779"/>
                  </a:lnTo>
                  <a:lnTo>
                    <a:pt x="3303082" y="2558436"/>
                  </a:lnTo>
                  <a:lnTo>
                    <a:pt x="3303269" y="2557433"/>
                  </a:lnTo>
                  <a:lnTo>
                    <a:pt x="3303456" y="2556386"/>
                  </a:lnTo>
                  <a:lnTo>
                    <a:pt x="3303643" y="2555608"/>
                  </a:lnTo>
                  <a:lnTo>
                    <a:pt x="3303830" y="2554882"/>
                  </a:lnTo>
                  <a:lnTo>
                    <a:pt x="3304016" y="2554156"/>
                  </a:lnTo>
                  <a:lnTo>
                    <a:pt x="3304203" y="2553430"/>
                  </a:lnTo>
                  <a:lnTo>
                    <a:pt x="3304390" y="2553011"/>
                  </a:lnTo>
                  <a:lnTo>
                    <a:pt x="3304577" y="2552839"/>
                  </a:lnTo>
                  <a:lnTo>
                    <a:pt x="3304764" y="2553197"/>
                  </a:lnTo>
                  <a:lnTo>
                    <a:pt x="3304951" y="2553963"/>
                  </a:lnTo>
                  <a:lnTo>
                    <a:pt x="3305138" y="2555020"/>
                  </a:lnTo>
                  <a:lnTo>
                    <a:pt x="3305325" y="2556453"/>
                  </a:lnTo>
                  <a:lnTo>
                    <a:pt x="3305512" y="2557945"/>
                  </a:lnTo>
                  <a:lnTo>
                    <a:pt x="3305699" y="2559709"/>
                  </a:lnTo>
                  <a:lnTo>
                    <a:pt x="3305886" y="2561460"/>
                  </a:lnTo>
                  <a:lnTo>
                    <a:pt x="3306073" y="2563149"/>
                  </a:lnTo>
                  <a:lnTo>
                    <a:pt x="3306259" y="2564732"/>
                  </a:lnTo>
                  <a:lnTo>
                    <a:pt x="3306446" y="2566412"/>
                  </a:lnTo>
                  <a:lnTo>
                    <a:pt x="3306633" y="2567995"/>
                  </a:lnTo>
                  <a:lnTo>
                    <a:pt x="3306820" y="2569622"/>
                  </a:lnTo>
                  <a:lnTo>
                    <a:pt x="3307007" y="2571382"/>
                  </a:lnTo>
                  <a:lnTo>
                    <a:pt x="3307194" y="2572833"/>
                  </a:lnTo>
                  <a:lnTo>
                    <a:pt x="3307381" y="2574038"/>
                  </a:lnTo>
                  <a:lnTo>
                    <a:pt x="3307568" y="2574786"/>
                  </a:lnTo>
                  <a:lnTo>
                    <a:pt x="3307755" y="2575225"/>
                  </a:lnTo>
                  <a:lnTo>
                    <a:pt x="3307942" y="2575577"/>
                  </a:lnTo>
                  <a:lnTo>
                    <a:pt x="3308129" y="2575929"/>
                  </a:lnTo>
                  <a:lnTo>
                    <a:pt x="3308316" y="2576334"/>
                  </a:lnTo>
                  <a:lnTo>
                    <a:pt x="3308503" y="2576782"/>
                  </a:lnTo>
                  <a:lnTo>
                    <a:pt x="3308689" y="2577310"/>
                  </a:lnTo>
                  <a:lnTo>
                    <a:pt x="3308876" y="2577838"/>
                  </a:lnTo>
                  <a:lnTo>
                    <a:pt x="3309063" y="2578453"/>
                  </a:lnTo>
                  <a:lnTo>
                    <a:pt x="3309250" y="2578717"/>
                  </a:lnTo>
                  <a:lnTo>
                    <a:pt x="3309437" y="2579016"/>
                  </a:lnTo>
                  <a:lnTo>
                    <a:pt x="3309624" y="2579439"/>
                  </a:lnTo>
                  <a:lnTo>
                    <a:pt x="3309811" y="2579746"/>
                  </a:lnTo>
                  <a:lnTo>
                    <a:pt x="3309998" y="2580072"/>
                  </a:lnTo>
                  <a:lnTo>
                    <a:pt x="3310185" y="2580899"/>
                  </a:lnTo>
                  <a:lnTo>
                    <a:pt x="3310372" y="2582016"/>
                  </a:lnTo>
                  <a:lnTo>
                    <a:pt x="3310559" y="2583291"/>
                  </a:lnTo>
                  <a:lnTo>
                    <a:pt x="3310746" y="2585042"/>
                  </a:lnTo>
                  <a:lnTo>
                    <a:pt x="3310933" y="2587003"/>
                  </a:lnTo>
                  <a:lnTo>
                    <a:pt x="3311119" y="2589281"/>
                  </a:lnTo>
                  <a:lnTo>
                    <a:pt x="3311306" y="2591788"/>
                  </a:lnTo>
                  <a:lnTo>
                    <a:pt x="3311493" y="2594391"/>
                  </a:lnTo>
                  <a:lnTo>
                    <a:pt x="3311680" y="2596364"/>
                  </a:lnTo>
                  <a:lnTo>
                    <a:pt x="3311867" y="2598168"/>
                  </a:lnTo>
                  <a:lnTo>
                    <a:pt x="3312054" y="2600106"/>
                  </a:lnTo>
                  <a:lnTo>
                    <a:pt x="3312241" y="2601808"/>
                  </a:lnTo>
                  <a:lnTo>
                    <a:pt x="3312428" y="2603705"/>
                  </a:lnTo>
                  <a:lnTo>
                    <a:pt x="3312615" y="2605504"/>
                  </a:lnTo>
                  <a:lnTo>
                    <a:pt x="3312802" y="2607549"/>
                  </a:lnTo>
                  <a:lnTo>
                    <a:pt x="3312989" y="2609329"/>
                  </a:lnTo>
                  <a:lnTo>
                    <a:pt x="3313176" y="2610704"/>
                  </a:lnTo>
                  <a:lnTo>
                    <a:pt x="3313362" y="2612107"/>
                  </a:lnTo>
                  <a:lnTo>
                    <a:pt x="3313549" y="2613262"/>
                  </a:lnTo>
                  <a:lnTo>
                    <a:pt x="3313736" y="2614504"/>
                  </a:lnTo>
                  <a:lnTo>
                    <a:pt x="3313923" y="2615416"/>
                  </a:lnTo>
                  <a:lnTo>
                    <a:pt x="3314110" y="2615758"/>
                  </a:lnTo>
                  <a:lnTo>
                    <a:pt x="3314297" y="2615596"/>
                  </a:lnTo>
                  <a:lnTo>
                    <a:pt x="3314484" y="2615087"/>
                  </a:lnTo>
                  <a:lnTo>
                    <a:pt x="3314671" y="2614269"/>
                  </a:lnTo>
                  <a:lnTo>
                    <a:pt x="3314858" y="2613277"/>
                  </a:lnTo>
                  <a:lnTo>
                    <a:pt x="3315045" y="2612458"/>
                  </a:lnTo>
                  <a:lnTo>
                    <a:pt x="3315232" y="2611401"/>
                  </a:lnTo>
                  <a:lnTo>
                    <a:pt x="3315419" y="2610369"/>
                  </a:lnTo>
                  <a:lnTo>
                    <a:pt x="3315606" y="2609242"/>
                  </a:lnTo>
                  <a:lnTo>
                    <a:pt x="3315792" y="2607374"/>
                  </a:lnTo>
                  <a:lnTo>
                    <a:pt x="3315979" y="2605311"/>
                  </a:lnTo>
                  <a:lnTo>
                    <a:pt x="3316166" y="2603008"/>
                  </a:lnTo>
                  <a:lnTo>
                    <a:pt x="3316353" y="2600809"/>
                  </a:lnTo>
                  <a:lnTo>
                    <a:pt x="3316540" y="2597950"/>
                  </a:lnTo>
                  <a:lnTo>
                    <a:pt x="3316727" y="2594520"/>
                  </a:lnTo>
                  <a:lnTo>
                    <a:pt x="3316914" y="2591344"/>
                  </a:lnTo>
                  <a:lnTo>
                    <a:pt x="3317101" y="2588582"/>
                  </a:lnTo>
                  <a:lnTo>
                    <a:pt x="3317288" y="2586146"/>
                  </a:lnTo>
                  <a:lnTo>
                    <a:pt x="3317475" y="2583877"/>
                  </a:lnTo>
                  <a:lnTo>
                    <a:pt x="3317662" y="2581854"/>
                  </a:lnTo>
                  <a:lnTo>
                    <a:pt x="3317849" y="2579743"/>
                  </a:lnTo>
                  <a:lnTo>
                    <a:pt x="3318036" y="2577755"/>
                  </a:lnTo>
                  <a:lnTo>
                    <a:pt x="3318222" y="2575547"/>
                  </a:lnTo>
                  <a:lnTo>
                    <a:pt x="3318409" y="2573744"/>
                  </a:lnTo>
                  <a:lnTo>
                    <a:pt x="3318596" y="2572504"/>
                  </a:lnTo>
                  <a:lnTo>
                    <a:pt x="3318783" y="2571624"/>
                  </a:lnTo>
                  <a:lnTo>
                    <a:pt x="3318970" y="2570789"/>
                  </a:lnTo>
                  <a:lnTo>
                    <a:pt x="3319157" y="2570085"/>
                  </a:lnTo>
                  <a:lnTo>
                    <a:pt x="3319344" y="2569584"/>
                  </a:lnTo>
                  <a:lnTo>
                    <a:pt x="3319531" y="2569759"/>
                  </a:lnTo>
                  <a:lnTo>
                    <a:pt x="3319718" y="2569966"/>
                  </a:lnTo>
                  <a:lnTo>
                    <a:pt x="3319905" y="2570329"/>
                  </a:lnTo>
                  <a:lnTo>
                    <a:pt x="3320092" y="2570700"/>
                  </a:lnTo>
                  <a:lnTo>
                    <a:pt x="3320279" y="2571543"/>
                  </a:lnTo>
                  <a:lnTo>
                    <a:pt x="3320465" y="2572683"/>
                  </a:lnTo>
                  <a:lnTo>
                    <a:pt x="3320652" y="2573895"/>
                  </a:lnTo>
                  <a:lnTo>
                    <a:pt x="3320839" y="2575216"/>
                  </a:lnTo>
                  <a:lnTo>
                    <a:pt x="3321026" y="2576630"/>
                  </a:lnTo>
                  <a:lnTo>
                    <a:pt x="3321213" y="2578207"/>
                  </a:lnTo>
                  <a:lnTo>
                    <a:pt x="3321400" y="2580052"/>
                  </a:lnTo>
                  <a:lnTo>
                    <a:pt x="3321587" y="2582038"/>
                  </a:lnTo>
                  <a:lnTo>
                    <a:pt x="3321774" y="2584245"/>
                  </a:lnTo>
                  <a:lnTo>
                    <a:pt x="3321961" y="2586804"/>
                  </a:lnTo>
                  <a:lnTo>
                    <a:pt x="3322148" y="2589501"/>
                  </a:lnTo>
                  <a:lnTo>
                    <a:pt x="3322335" y="2592267"/>
                  </a:lnTo>
                  <a:lnTo>
                    <a:pt x="3322522" y="2595271"/>
                  </a:lnTo>
                  <a:lnTo>
                    <a:pt x="3322709" y="2598140"/>
                  </a:lnTo>
                  <a:lnTo>
                    <a:pt x="3322895" y="2601039"/>
                  </a:lnTo>
                  <a:lnTo>
                    <a:pt x="3323082" y="2603793"/>
                  </a:lnTo>
                  <a:lnTo>
                    <a:pt x="3323269" y="2606412"/>
                  </a:lnTo>
                  <a:lnTo>
                    <a:pt x="3323456" y="2609314"/>
                  </a:lnTo>
                  <a:lnTo>
                    <a:pt x="3323643" y="2611903"/>
                  </a:lnTo>
                  <a:lnTo>
                    <a:pt x="3323830" y="2613913"/>
                  </a:lnTo>
                  <a:lnTo>
                    <a:pt x="3324017" y="2615313"/>
                  </a:lnTo>
                  <a:lnTo>
                    <a:pt x="3324204" y="2616596"/>
                  </a:lnTo>
                  <a:lnTo>
                    <a:pt x="3324391" y="2617839"/>
                  </a:lnTo>
                  <a:lnTo>
                    <a:pt x="3324578" y="2618557"/>
                  </a:lnTo>
                  <a:lnTo>
                    <a:pt x="3324765" y="2618616"/>
                  </a:lnTo>
                  <a:lnTo>
                    <a:pt x="3324952" y="2618366"/>
                  </a:lnTo>
                  <a:lnTo>
                    <a:pt x="3325138" y="2617852"/>
                  </a:lnTo>
                  <a:lnTo>
                    <a:pt x="3325325" y="2616862"/>
                  </a:lnTo>
                  <a:lnTo>
                    <a:pt x="3325512" y="2615816"/>
                  </a:lnTo>
                  <a:lnTo>
                    <a:pt x="3325699" y="2614716"/>
                  </a:lnTo>
                  <a:lnTo>
                    <a:pt x="3325886" y="2613207"/>
                  </a:lnTo>
                  <a:lnTo>
                    <a:pt x="3326073" y="2611399"/>
                  </a:lnTo>
                  <a:lnTo>
                    <a:pt x="3326260" y="2609765"/>
                  </a:lnTo>
                  <a:lnTo>
                    <a:pt x="3326447" y="2608137"/>
                  </a:lnTo>
                  <a:lnTo>
                    <a:pt x="3326634" y="2606800"/>
                  </a:lnTo>
                  <a:lnTo>
                    <a:pt x="3326821" y="2605753"/>
                  </a:lnTo>
                  <a:lnTo>
                    <a:pt x="3327008" y="2604454"/>
                  </a:lnTo>
                  <a:lnTo>
                    <a:pt x="3327195" y="2603119"/>
                  </a:lnTo>
                  <a:lnTo>
                    <a:pt x="3327382" y="2601820"/>
                  </a:lnTo>
                  <a:lnTo>
                    <a:pt x="3327568" y="2600427"/>
                  </a:lnTo>
                  <a:lnTo>
                    <a:pt x="3327755" y="2599071"/>
                  </a:lnTo>
                  <a:lnTo>
                    <a:pt x="3327942" y="2597751"/>
                  </a:lnTo>
                  <a:lnTo>
                    <a:pt x="3328129" y="2596281"/>
                  </a:lnTo>
                  <a:lnTo>
                    <a:pt x="3328316" y="2594670"/>
                  </a:lnTo>
                  <a:lnTo>
                    <a:pt x="3328503" y="2593095"/>
                  </a:lnTo>
                  <a:lnTo>
                    <a:pt x="3328690" y="2591817"/>
                  </a:lnTo>
                  <a:lnTo>
                    <a:pt x="3328877" y="2590803"/>
                  </a:lnTo>
                  <a:lnTo>
                    <a:pt x="3329064" y="2590024"/>
                  </a:lnTo>
                  <a:lnTo>
                    <a:pt x="3329251" y="2589278"/>
                  </a:lnTo>
                  <a:lnTo>
                    <a:pt x="3329438" y="2588500"/>
                  </a:lnTo>
                  <a:lnTo>
                    <a:pt x="3329625" y="2587489"/>
                  </a:lnTo>
                  <a:lnTo>
                    <a:pt x="3329812" y="2586731"/>
                  </a:lnTo>
                  <a:lnTo>
                    <a:pt x="3329998" y="2586407"/>
                  </a:lnTo>
                  <a:lnTo>
                    <a:pt x="3330185" y="2586450"/>
                  </a:lnTo>
                  <a:lnTo>
                    <a:pt x="3330372" y="2586796"/>
                  </a:lnTo>
                  <a:lnTo>
                    <a:pt x="3330559" y="2587439"/>
                  </a:lnTo>
                  <a:lnTo>
                    <a:pt x="3330746" y="2588364"/>
                  </a:lnTo>
                  <a:lnTo>
                    <a:pt x="3330933" y="2589565"/>
                  </a:lnTo>
                  <a:lnTo>
                    <a:pt x="3331120" y="2591324"/>
                  </a:lnTo>
                  <a:lnTo>
                    <a:pt x="3331307" y="2592665"/>
                  </a:lnTo>
                  <a:lnTo>
                    <a:pt x="3331494" y="2593688"/>
                  </a:lnTo>
                  <a:lnTo>
                    <a:pt x="3331681" y="2594594"/>
                  </a:lnTo>
                  <a:lnTo>
                    <a:pt x="3331868" y="2595448"/>
                  </a:lnTo>
                  <a:lnTo>
                    <a:pt x="3332055" y="2596569"/>
                  </a:lnTo>
                  <a:lnTo>
                    <a:pt x="3332241" y="2597471"/>
                  </a:lnTo>
                  <a:lnTo>
                    <a:pt x="3332428" y="2598479"/>
                  </a:lnTo>
                  <a:lnTo>
                    <a:pt x="3332615" y="2599349"/>
                  </a:lnTo>
                  <a:lnTo>
                    <a:pt x="3332802" y="2599967"/>
                  </a:lnTo>
                  <a:lnTo>
                    <a:pt x="3332989" y="2600035"/>
                  </a:lnTo>
                  <a:lnTo>
                    <a:pt x="3333176" y="2599514"/>
                  </a:lnTo>
                  <a:lnTo>
                    <a:pt x="3333363" y="2598405"/>
                  </a:lnTo>
                  <a:lnTo>
                    <a:pt x="3333550" y="2597173"/>
                  </a:lnTo>
                  <a:lnTo>
                    <a:pt x="3333737" y="2596148"/>
                  </a:lnTo>
                  <a:lnTo>
                    <a:pt x="3333924" y="2594572"/>
                  </a:lnTo>
                  <a:lnTo>
                    <a:pt x="3334111" y="2592982"/>
                  </a:lnTo>
                  <a:lnTo>
                    <a:pt x="3334298" y="2591579"/>
                  </a:lnTo>
                  <a:lnTo>
                    <a:pt x="3334485" y="2590209"/>
                  </a:lnTo>
                  <a:lnTo>
                    <a:pt x="3334671" y="2588982"/>
                  </a:lnTo>
                  <a:lnTo>
                    <a:pt x="3334858" y="2587421"/>
                  </a:lnTo>
                  <a:lnTo>
                    <a:pt x="3335045" y="2585840"/>
                  </a:lnTo>
                  <a:lnTo>
                    <a:pt x="3335232" y="2584119"/>
                  </a:lnTo>
                  <a:lnTo>
                    <a:pt x="3335419" y="2582455"/>
                  </a:lnTo>
                  <a:lnTo>
                    <a:pt x="3335606" y="2580958"/>
                  </a:lnTo>
                  <a:lnTo>
                    <a:pt x="3335793" y="2579567"/>
                  </a:lnTo>
                  <a:lnTo>
                    <a:pt x="3335980" y="2578470"/>
                  </a:lnTo>
                  <a:lnTo>
                    <a:pt x="3336167" y="2577491"/>
                  </a:lnTo>
                  <a:lnTo>
                    <a:pt x="3336354" y="2576647"/>
                  </a:lnTo>
                  <a:lnTo>
                    <a:pt x="3336541" y="2576067"/>
                  </a:lnTo>
                  <a:lnTo>
                    <a:pt x="3336728" y="2575954"/>
                  </a:lnTo>
                  <a:lnTo>
                    <a:pt x="3336915" y="2576450"/>
                  </a:lnTo>
                  <a:lnTo>
                    <a:pt x="3337101" y="2577503"/>
                  </a:lnTo>
                  <a:lnTo>
                    <a:pt x="3337288" y="2578767"/>
                  </a:lnTo>
                  <a:lnTo>
                    <a:pt x="3337475" y="2580195"/>
                  </a:lnTo>
                  <a:lnTo>
                    <a:pt x="3337662" y="2581834"/>
                  </a:lnTo>
                  <a:lnTo>
                    <a:pt x="3337849" y="2583859"/>
                  </a:lnTo>
                  <a:lnTo>
                    <a:pt x="3338036" y="2585903"/>
                  </a:lnTo>
                  <a:lnTo>
                    <a:pt x="3338223" y="2588034"/>
                  </a:lnTo>
                  <a:lnTo>
                    <a:pt x="3338410" y="2590039"/>
                  </a:lnTo>
                  <a:lnTo>
                    <a:pt x="3338597" y="2591728"/>
                  </a:lnTo>
                  <a:lnTo>
                    <a:pt x="3338784" y="2592828"/>
                  </a:lnTo>
                  <a:lnTo>
                    <a:pt x="3338971" y="2593558"/>
                  </a:lnTo>
                  <a:lnTo>
                    <a:pt x="3339158" y="2594156"/>
                  </a:lnTo>
                  <a:lnTo>
                    <a:pt x="3339344" y="2594376"/>
                  </a:lnTo>
                  <a:lnTo>
                    <a:pt x="3339531" y="2594525"/>
                  </a:lnTo>
                  <a:lnTo>
                    <a:pt x="3339718" y="2594226"/>
                  </a:lnTo>
                  <a:lnTo>
                    <a:pt x="3339905" y="2593910"/>
                  </a:lnTo>
                  <a:lnTo>
                    <a:pt x="3340092" y="2593479"/>
                  </a:lnTo>
                  <a:lnTo>
                    <a:pt x="3340279" y="2592750"/>
                  </a:lnTo>
                  <a:lnTo>
                    <a:pt x="3340466" y="2591736"/>
                  </a:lnTo>
                  <a:lnTo>
                    <a:pt x="3340653" y="2590276"/>
                  </a:lnTo>
                  <a:lnTo>
                    <a:pt x="3340840" y="2588860"/>
                  </a:lnTo>
                  <a:lnTo>
                    <a:pt x="3341027" y="2587219"/>
                  </a:lnTo>
                  <a:lnTo>
                    <a:pt x="3341214" y="2585518"/>
                  </a:lnTo>
                  <a:lnTo>
                    <a:pt x="3341401" y="2583886"/>
                  </a:lnTo>
                  <a:lnTo>
                    <a:pt x="3341588" y="2582809"/>
                  </a:lnTo>
                  <a:lnTo>
                    <a:pt x="3341774" y="2582242"/>
                  </a:lnTo>
                  <a:lnTo>
                    <a:pt x="3341961" y="2581843"/>
                  </a:lnTo>
                  <a:lnTo>
                    <a:pt x="3342148" y="2581784"/>
                  </a:lnTo>
                  <a:lnTo>
                    <a:pt x="3342335" y="2581633"/>
                  </a:lnTo>
                  <a:lnTo>
                    <a:pt x="3342522" y="2581589"/>
                  </a:lnTo>
                  <a:lnTo>
                    <a:pt x="3342709" y="2581141"/>
                  </a:lnTo>
                  <a:lnTo>
                    <a:pt x="3342896" y="2580652"/>
                  </a:lnTo>
                  <a:lnTo>
                    <a:pt x="3343083" y="2579943"/>
                  </a:lnTo>
                  <a:lnTo>
                    <a:pt x="3343270" y="2579318"/>
                  </a:lnTo>
                  <a:lnTo>
                    <a:pt x="3343457" y="2578860"/>
                  </a:lnTo>
                  <a:lnTo>
                    <a:pt x="3343644" y="2578412"/>
                  </a:lnTo>
                  <a:lnTo>
                    <a:pt x="3343831" y="2578086"/>
                  </a:lnTo>
                  <a:lnTo>
                    <a:pt x="3344017" y="2578051"/>
                  </a:lnTo>
                  <a:lnTo>
                    <a:pt x="3344204" y="2577954"/>
                  </a:lnTo>
                  <a:lnTo>
                    <a:pt x="3344391" y="2577779"/>
                  </a:lnTo>
                  <a:lnTo>
                    <a:pt x="3344578" y="2577603"/>
                  </a:lnTo>
                  <a:lnTo>
                    <a:pt x="3344765" y="2577418"/>
                  </a:lnTo>
                  <a:lnTo>
                    <a:pt x="3344952" y="2577066"/>
                  </a:lnTo>
                  <a:lnTo>
                    <a:pt x="3345139" y="2576679"/>
                  </a:lnTo>
                  <a:lnTo>
                    <a:pt x="3345326" y="2576116"/>
                  </a:lnTo>
                  <a:lnTo>
                    <a:pt x="3345513" y="2575263"/>
                  </a:lnTo>
                  <a:lnTo>
                    <a:pt x="3345700" y="2574383"/>
                  </a:lnTo>
                  <a:lnTo>
                    <a:pt x="3345887" y="2573504"/>
                  </a:lnTo>
                  <a:lnTo>
                    <a:pt x="3346074" y="2572624"/>
                  </a:lnTo>
                  <a:lnTo>
                    <a:pt x="3346261" y="2571745"/>
                  </a:lnTo>
                  <a:lnTo>
                    <a:pt x="3346447" y="2570812"/>
                  </a:lnTo>
                  <a:lnTo>
                    <a:pt x="3346634" y="2569880"/>
                  </a:lnTo>
                  <a:lnTo>
                    <a:pt x="3346821" y="2568886"/>
                  </a:lnTo>
                  <a:lnTo>
                    <a:pt x="3347008" y="2568244"/>
                  </a:lnTo>
                  <a:lnTo>
                    <a:pt x="3347195" y="2567751"/>
                  </a:lnTo>
                  <a:lnTo>
                    <a:pt x="3347382" y="2567136"/>
                  </a:lnTo>
                  <a:lnTo>
                    <a:pt x="3347569" y="2566344"/>
                  </a:lnTo>
                  <a:lnTo>
                    <a:pt x="3347756" y="2565350"/>
                  </a:lnTo>
                  <a:lnTo>
                    <a:pt x="3347943" y="2564251"/>
                  </a:lnTo>
                  <a:lnTo>
                    <a:pt x="3348130" y="2563353"/>
                  </a:lnTo>
                  <a:lnTo>
                    <a:pt x="3348317" y="2562623"/>
                  </a:lnTo>
                  <a:lnTo>
                    <a:pt x="3348504" y="2561770"/>
                  </a:lnTo>
                  <a:lnTo>
                    <a:pt x="3348691" y="2560891"/>
                  </a:lnTo>
                  <a:lnTo>
                    <a:pt x="3348877" y="2560081"/>
                  </a:lnTo>
                  <a:lnTo>
                    <a:pt x="3349064" y="2559378"/>
                  </a:lnTo>
                  <a:lnTo>
                    <a:pt x="3349251" y="2558648"/>
                  </a:lnTo>
                  <a:lnTo>
                    <a:pt x="3349438" y="2558137"/>
                  </a:lnTo>
                  <a:lnTo>
                    <a:pt x="3349625" y="2557856"/>
                  </a:lnTo>
                  <a:lnTo>
                    <a:pt x="3349812" y="2557504"/>
                  </a:lnTo>
                  <a:lnTo>
                    <a:pt x="3349999" y="2557117"/>
                  </a:lnTo>
                  <a:lnTo>
                    <a:pt x="3350186" y="2556853"/>
                  </a:lnTo>
                  <a:lnTo>
                    <a:pt x="3350373" y="2556774"/>
                  </a:lnTo>
                  <a:lnTo>
                    <a:pt x="3350560" y="2557135"/>
                  </a:lnTo>
                  <a:lnTo>
                    <a:pt x="3350747" y="2557874"/>
                  </a:lnTo>
                  <a:lnTo>
                    <a:pt x="3350934" y="2558973"/>
                  </a:lnTo>
                  <a:lnTo>
                    <a:pt x="3351120" y="2560292"/>
                  </a:lnTo>
                  <a:lnTo>
                    <a:pt x="3351307" y="2562016"/>
                  </a:lnTo>
                  <a:lnTo>
                    <a:pt x="3351494" y="2563784"/>
                  </a:lnTo>
                  <a:lnTo>
                    <a:pt x="3351681" y="2565939"/>
                  </a:lnTo>
                  <a:lnTo>
                    <a:pt x="3351868" y="2568429"/>
                  </a:lnTo>
                  <a:lnTo>
                    <a:pt x="3352055" y="2571182"/>
                  </a:lnTo>
                  <a:lnTo>
                    <a:pt x="3352242" y="2573935"/>
                  </a:lnTo>
                  <a:lnTo>
                    <a:pt x="3352429" y="2576389"/>
                  </a:lnTo>
                  <a:lnTo>
                    <a:pt x="3352616" y="2578764"/>
                  </a:lnTo>
                  <a:lnTo>
                    <a:pt x="3352803" y="2580576"/>
                  </a:lnTo>
                  <a:lnTo>
                    <a:pt x="3352990" y="2582326"/>
                  </a:lnTo>
                  <a:lnTo>
                    <a:pt x="3353177" y="2584578"/>
                  </a:lnTo>
                  <a:lnTo>
                    <a:pt x="3353364" y="2586865"/>
                  </a:lnTo>
                  <a:lnTo>
                    <a:pt x="3353550" y="2588562"/>
                  </a:lnTo>
                  <a:lnTo>
                    <a:pt x="3353737" y="2589750"/>
                  </a:lnTo>
                  <a:lnTo>
                    <a:pt x="3353924" y="2590902"/>
                  </a:lnTo>
                  <a:lnTo>
                    <a:pt x="3354111" y="2592125"/>
                  </a:lnTo>
                  <a:lnTo>
                    <a:pt x="3354298" y="2593215"/>
                  </a:lnTo>
                  <a:lnTo>
                    <a:pt x="3354485" y="2593664"/>
                  </a:lnTo>
                  <a:lnTo>
                    <a:pt x="3354672" y="2593637"/>
                  </a:lnTo>
                  <a:lnTo>
                    <a:pt x="3354859" y="2593321"/>
                  </a:lnTo>
                  <a:lnTo>
                    <a:pt x="3355046" y="2592380"/>
                  </a:lnTo>
                  <a:lnTo>
                    <a:pt x="3355233" y="2591377"/>
                  </a:lnTo>
                  <a:lnTo>
                    <a:pt x="3355420" y="2590409"/>
                  </a:lnTo>
                  <a:lnTo>
                    <a:pt x="3355607" y="2590154"/>
                  </a:lnTo>
                  <a:lnTo>
                    <a:pt x="3355793" y="2589996"/>
                  </a:lnTo>
                  <a:lnTo>
                    <a:pt x="3355980" y="2589327"/>
                  </a:lnTo>
                  <a:lnTo>
                    <a:pt x="3356167" y="2588492"/>
                  </a:lnTo>
                  <a:lnTo>
                    <a:pt x="3356354" y="2587806"/>
                  </a:lnTo>
                  <a:lnTo>
                    <a:pt x="3356541" y="2587111"/>
                  </a:lnTo>
                  <a:lnTo>
                    <a:pt x="3356728" y="2586082"/>
                  </a:lnTo>
                  <a:lnTo>
                    <a:pt x="3356915" y="2584692"/>
                  </a:lnTo>
                  <a:lnTo>
                    <a:pt x="3357102" y="2583417"/>
                  </a:lnTo>
                  <a:lnTo>
                    <a:pt x="3357289" y="2582282"/>
                  </a:lnTo>
                  <a:lnTo>
                    <a:pt x="3357476" y="2581051"/>
                  </a:lnTo>
                  <a:lnTo>
                    <a:pt x="3357663" y="2579617"/>
                  </a:lnTo>
                  <a:lnTo>
                    <a:pt x="3357850" y="2578315"/>
                  </a:lnTo>
                  <a:lnTo>
                    <a:pt x="3358037" y="2577040"/>
                  </a:lnTo>
                  <a:lnTo>
                    <a:pt x="3358223" y="2575272"/>
                  </a:lnTo>
                  <a:lnTo>
                    <a:pt x="3358410" y="2573011"/>
                  </a:lnTo>
                  <a:lnTo>
                    <a:pt x="3358597" y="2570179"/>
                  </a:lnTo>
                  <a:lnTo>
                    <a:pt x="3358784" y="2566581"/>
                  </a:lnTo>
                  <a:lnTo>
                    <a:pt x="3358971" y="2562896"/>
                  </a:lnTo>
                  <a:lnTo>
                    <a:pt x="3359158" y="2559290"/>
                  </a:lnTo>
                  <a:lnTo>
                    <a:pt x="3359345" y="2555560"/>
                  </a:lnTo>
                  <a:lnTo>
                    <a:pt x="3359532" y="2551558"/>
                  </a:lnTo>
                  <a:lnTo>
                    <a:pt x="3359719" y="2547187"/>
                  </a:lnTo>
                  <a:lnTo>
                    <a:pt x="3359906" y="2542287"/>
                  </a:lnTo>
                  <a:lnTo>
                    <a:pt x="3360093" y="2537441"/>
                  </a:lnTo>
                  <a:lnTo>
                    <a:pt x="3360280" y="2533188"/>
                  </a:lnTo>
                  <a:lnTo>
                    <a:pt x="3360467" y="2528930"/>
                  </a:lnTo>
                  <a:lnTo>
                    <a:pt x="3360653" y="2525085"/>
                  </a:lnTo>
                  <a:lnTo>
                    <a:pt x="3360840" y="2521073"/>
                  </a:lnTo>
                  <a:lnTo>
                    <a:pt x="3361027" y="2517120"/>
                  </a:lnTo>
                  <a:lnTo>
                    <a:pt x="3361214" y="2513204"/>
                  </a:lnTo>
                  <a:lnTo>
                    <a:pt x="3361401" y="2509389"/>
                  </a:lnTo>
                  <a:lnTo>
                    <a:pt x="3361588" y="2506050"/>
                  </a:lnTo>
                  <a:lnTo>
                    <a:pt x="3361775" y="2502657"/>
                  </a:lnTo>
                  <a:lnTo>
                    <a:pt x="3361962" y="2499348"/>
                  </a:lnTo>
                  <a:lnTo>
                    <a:pt x="3362149" y="2496302"/>
                  </a:lnTo>
                  <a:lnTo>
                    <a:pt x="3362336" y="2493629"/>
                  </a:lnTo>
                  <a:lnTo>
                    <a:pt x="3362523" y="2491307"/>
                  </a:lnTo>
                  <a:lnTo>
                    <a:pt x="3362710" y="2489193"/>
                  </a:lnTo>
                  <a:lnTo>
                    <a:pt x="3362896" y="2486926"/>
                  </a:lnTo>
                  <a:lnTo>
                    <a:pt x="3363083" y="2484604"/>
                  </a:lnTo>
                  <a:lnTo>
                    <a:pt x="3363270" y="2482771"/>
                  </a:lnTo>
                  <a:lnTo>
                    <a:pt x="3363457" y="2481015"/>
                  </a:lnTo>
                  <a:lnTo>
                    <a:pt x="3363644" y="2478730"/>
                  </a:lnTo>
                  <a:lnTo>
                    <a:pt x="3363831" y="2476923"/>
                  </a:lnTo>
                  <a:lnTo>
                    <a:pt x="3364018" y="2475497"/>
                  </a:lnTo>
                  <a:lnTo>
                    <a:pt x="3364205" y="2474512"/>
                  </a:lnTo>
                  <a:lnTo>
                    <a:pt x="3364392" y="2473973"/>
                  </a:lnTo>
                  <a:lnTo>
                    <a:pt x="3364579" y="2473900"/>
                  </a:lnTo>
                  <a:lnTo>
                    <a:pt x="3364766" y="2474144"/>
                  </a:lnTo>
                  <a:lnTo>
                    <a:pt x="3364953" y="2474613"/>
                  </a:lnTo>
                  <a:lnTo>
                    <a:pt x="3365140" y="2474949"/>
                  </a:lnTo>
                  <a:lnTo>
                    <a:pt x="3365326" y="2474369"/>
                  </a:lnTo>
                  <a:lnTo>
                    <a:pt x="3365513" y="2473813"/>
                  </a:lnTo>
                  <a:lnTo>
                    <a:pt x="3365700" y="2473412"/>
                  </a:lnTo>
                  <a:lnTo>
                    <a:pt x="3365887" y="2473143"/>
                  </a:lnTo>
                  <a:lnTo>
                    <a:pt x="3366074" y="2472703"/>
                  </a:lnTo>
                  <a:lnTo>
                    <a:pt x="3366261" y="2471883"/>
                  </a:lnTo>
                  <a:lnTo>
                    <a:pt x="3366448" y="2470455"/>
                  </a:lnTo>
                  <a:lnTo>
                    <a:pt x="3366635" y="2468281"/>
                  </a:lnTo>
                  <a:lnTo>
                    <a:pt x="3366822" y="2465338"/>
                  </a:lnTo>
                  <a:lnTo>
                    <a:pt x="3367009" y="2462133"/>
                  </a:lnTo>
                  <a:lnTo>
                    <a:pt x="3367196" y="2458428"/>
                  </a:lnTo>
                  <a:lnTo>
                    <a:pt x="3367383" y="2453866"/>
                  </a:lnTo>
                  <a:lnTo>
                    <a:pt x="3367570" y="2448606"/>
                  </a:lnTo>
                  <a:lnTo>
                    <a:pt x="3367756" y="2443043"/>
                  </a:lnTo>
                  <a:lnTo>
                    <a:pt x="3367943" y="2437200"/>
                  </a:lnTo>
                  <a:lnTo>
                    <a:pt x="3368130" y="2431892"/>
                  </a:lnTo>
                  <a:lnTo>
                    <a:pt x="3368317" y="2426164"/>
                  </a:lnTo>
                  <a:lnTo>
                    <a:pt x="3368504" y="2420804"/>
                  </a:lnTo>
                  <a:lnTo>
                    <a:pt x="3368691" y="2415741"/>
                  </a:lnTo>
                  <a:lnTo>
                    <a:pt x="3368878" y="2411381"/>
                  </a:lnTo>
                  <a:lnTo>
                    <a:pt x="3369065" y="2406836"/>
                  </a:lnTo>
                  <a:lnTo>
                    <a:pt x="3369252" y="2401926"/>
                  </a:lnTo>
                  <a:lnTo>
                    <a:pt x="3369439" y="2397155"/>
                  </a:lnTo>
                  <a:lnTo>
                    <a:pt x="3369626" y="2392629"/>
                  </a:lnTo>
                  <a:lnTo>
                    <a:pt x="3369813" y="2387989"/>
                  </a:lnTo>
                  <a:lnTo>
                    <a:pt x="3369999" y="2382979"/>
                  </a:lnTo>
                  <a:lnTo>
                    <a:pt x="3370186" y="2377818"/>
                  </a:lnTo>
                  <a:lnTo>
                    <a:pt x="3370373" y="2372517"/>
                  </a:lnTo>
                  <a:lnTo>
                    <a:pt x="3370560" y="2367518"/>
                  </a:lnTo>
                  <a:lnTo>
                    <a:pt x="3370747" y="2363838"/>
                  </a:lnTo>
                  <a:lnTo>
                    <a:pt x="3370934" y="2359560"/>
                  </a:lnTo>
                  <a:lnTo>
                    <a:pt x="3371121" y="2354899"/>
                  </a:lnTo>
                  <a:lnTo>
                    <a:pt x="3371308" y="2350277"/>
                  </a:lnTo>
                  <a:lnTo>
                    <a:pt x="3371495" y="2344669"/>
                  </a:lnTo>
                  <a:lnTo>
                    <a:pt x="3371682" y="2337936"/>
                  </a:lnTo>
                  <a:lnTo>
                    <a:pt x="3371869" y="2330848"/>
                  </a:lnTo>
                  <a:lnTo>
                    <a:pt x="3372056" y="2323545"/>
                  </a:lnTo>
                  <a:lnTo>
                    <a:pt x="3372243" y="2316179"/>
                  </a:lnTo>
                  <a:lnTo>
                    <a:pt x="3372429" y="2309082"/>
                  </a:lnTo>
                  <a:lnTo>
                    <a:pt x="3372616" y="2302342"/>
                  </a:lnTo>
                  <a:lnTo>
                    <a:pt x="3372803" y="2296152"/>
                  </a:lnTo>
                  <a:lnTo>
                    <a:pt x="3372990" y="2291008"/>
                  </a:lnTo>
                  <a:lnTo>
                    <a:pt x="3373177" y="2285723"/>
                  </a:lnTo>
                  <a:lnTo>
                    <a:pt x="3373364" y="2280182"/>
                  </a:lnTo>
                  <a:lnTo>
                    <a:pt x="3373551" y="2273297"/>
                  </a:lnTo>
                  <a:lnTo>
                    <a:pt x="3373738" y="2266916"/>
                  </a:lnTo>
                  <a:lnTo>
                    <a:pt x="3373925" y="2259659"/>
                  </a:lnTo>
                  <a:lnTo>
                    <a:pt x="3374112" y="2253272"/>
                  </a:lnTo>
                  <a:lnTo>
                    <a:pt x="3374299" y="2247753"/>
                  </a:lnTo>
                  <a:lnTo>
                    <a:pt x="3374486" y="2243156"/>
                  </a:lnTo>
                  <a:lnTo>
                    <a:pt x="3374672" y="2239455"/>
                  </a:lnTo>
                  <a:lnTo>
                    <a:pt x="3374859" y="2236814"/>
                  </a:lnTo>
                  <a:lnTo>
                    <a:pt x="3375046" y="2234454"/>
                  </a:lnTo>
                  <a:lnTo>
                    <a:pt x="3375233" y="2232234"/>
                  </a:lnTo>
                  <a:lnTo>
                    <a:pt x="3375420" y="2230015"/>
                  </a:lnTo>
                  <a:lnTo>
                    <a:pt x="3375607" y="2227796"/>
                  </a:lnTo>
                  <a:lnTo>
                    <a:pt x="3375794" y="2225614"/>
                  </a:lnTo>
                  <a:lnTo>
                    <a:pt x="3375981" y="2223952"/>
                  </a:lnTo>
                  <a:lnTo>
                    <a:pt x="3376168" y="2223310"/>
                  </a:lnTo>
                  <a:lnTo>
                    <a:pt x="3376355" y="2223275"/>
                  </a:lnTo>
                  <a:lnTo>
                    <a:pt x="3376542" y="2223635"/>
                  </a:lnTo>
                  <a:lnTo>
                    <a:pt x="3376729" y="2224374"/>
                  </a:lnTo>
                  <a:lnTo>
                    <a:pt x="3376916" y="2225254"/>
                  </a:lnTo>
                  <a:lnTo>
                    <a:pt x="3377102" y="2226248"/>
                  </a:lnTo>
                  <a:lnTo>
                    <a:pt x="3377289" y="2227593"/>
                  </a:lnTo>
                  <a:lnTo>
                    <a:pt x="3377476" y="2229270"/>
                  </a:lnTo>
                  <a:lnTo>
                    <a:pt x="3377663" y="2231109"/>
                  </a:lnTo>
                  <a:lnTo>
                    <a:pt x="3377850" y="2233142"/>
                  </a:lnTo>
                  <a:lnTo>
                    <a:pt x="3378037" y="2235280"/>
                  </a:lnTo>
                  <a:lnTo>
                    <a:pt x="3378224" y="2237339"/>
                  </a:lnTo>
                  <a:lnTo>
                    <a:pt x="3378411" y="2239318"/>
                  </a:lnTo>
                  <a:lnTo>
                    <a:pt x="3378598" y="2241222"/>
                  </a:lnTo>
                  <a:lnTo>
                    <a:pt x="3378785" y="2242853"/>
                  </a:lnTo>
                  <a:lnTo>
                    <a:pt x="3378972" y="2243786"/>
                  </a:lnTo>
                  <a:lnTo>
                    <a:pt x="3379159" y="2244201"/>
                  </a:lnTo>
                  <a:lnTo>
                    <a:pt x="3379346" y="2244312"/>
                  </a:lnTo>
                  <a:lnTo>
                    <a:pt x="3379532" y="2244147"/>
                  </a:lnTo>
                  <a:lnTo>
                    <a:pt x="3379719" y="2243980"/>
                  </a:lnTo>
                  <a:lnTo>
                    <a:pt x="3379906" y="2243484"/>
                  </a:lnTo>
                  <a:lnTo>
                    <a:pt x="3380093" y="2242790"/>
                  </a:lnTo>
                  <a:lnTo>
                    <a:pt x="3380280" y="2241709"/>
                  </a:lnTo>
                  <a:lnTo>
                    <a:pt x="3380467" y="2240091"/>
                  </a:lnTo>
                  <a:lnTo>
                    <a:pt x="3380654" y="2238437"/>
                  </a:lnTo>
                  <a:lnTo>
                    <a:pt x="3380841" y="2236643"/>
                  </a:lnTo>
                  <a:lnTo>
                    <a:pt x="3381028" y="2234901"/>
                  </a:lnTo>
                  <a:lnTo>
                    <a:pt x="3381215" y="2233204"/>
                  </a:lnTo>
                  <a:lnTo>
                    <a:pt x="3381402" y="2231409"/>
                  </a:lnTo>
                  <a:lnTo>
                    <a:pt x="3381589" y="2229923"/>
                  </a:lnTo>
                  <a:lnTo>
                    <a:pt x="3381775" y="2228436"/>
                  </a:lnTo>
                  <a:lnTo>
                    <a:pt x="3381962" y="2226774"/>
                  </a:lnTo>
                  <a:lnTo>
                    <a:pt x="3382149" y="2225059"/>
                  </a:lnTo>
                  <a:lnTo>
                    <a:pt x="3382336" y="2223212"/>
                  </a:lnTo>
                  <a:lnTo>
                    <a:pt x="3382523" y="2220925"/>
                  </a:lnTo>
                  <a:lnTo>
                    <a:pt x="3382710" y="2218893"/>
                  </a:lnTo>
                  <a:lnTo>
                    <a:pt x="3382897" y="2217283"/>
                  </a:lnTo>
                  <a:lnTo>
                    <a:pt x="3383084" y="2215858"/>
                  </a:lnTo>
                  <a:lnTo>
                    <a:pt x="3383271" y="2214205"/>
                  </a:lnTo>
                  <a:lnTo>
                    <a:pt x="3383458" y="2212621"/>
                  </a:lnTo>
                  <a:lnTo>
                    <a:pt x="3383645" y="2211073"/>
                  </a:lnTo>
                  <a:lnTo>
                    <a:pt x="3383832" y="2209472"/>
                  </a:lnTo>
                  <a:lnTo>
                    <a:pt x="3384019" y="2207432"/>
                  </a:lnTo>
                  <a:lnTo>
                    <a:pt x="3384205" y="2205497"/>
                  </a:lnTo>
                  <a:lnTo>
                    <a:pt x="3384392" y="2203324"/>
                  </a:lnTo>
                  <a:lnTo>
                    <a:pt x="3384579" y="2201301"/>
                  </a:lnTo>
                  <a:lnTo>
                    <a:pt x="3384766" y="2199718"/>
                  </a:lnTo>
                  <a:lnTo>
                    <a:pt x="3384953" y="2198539"/>
                  </a:lnTo>
                  <a:lnTo>
                    <a:pt x="3385140" y="2197704"/>
                  </a:lnTo>
                  <a:lnTo>
                    <a:pt x="3385327" y="2197431"/>
                  </a:lnTo>
                  <a:lnTo>
                    <a:pt x="3385514" y="2197097"/>
                  </a:lnTo>
                  <a:lnTo>
                    <a:pt x="3385701" y="2196604"/>
                  </a:lnTo>
                  <a:lnTo>
                    <a:pt x="3385888" y="2195962"/>
                  </a:lnTo>
                  <a:lnTo>
                    <a:pt x="3386075" y="2195742"/>
                  </a:lnTo>
                  <a:lnTo>
                    <a:pt x="3386262" y="2195285"/>
                  </a:lnTo>
                  <a:lnTo>
                    <a:pt x="3386449" y="2194687"/>
                  </a:lnTo>
                  <a:lnTo>
                    <a:pt x="3386635" y="2193675"/>
                  </a:lnTo>
                  <a:lnTo>
                    <a:pt x="3386822" y="2192365"/>
                  </a:lnTo>
                  <a:lnTo>
                    <a:pt x="3387009" y="2190772"/>
                  </a:lnTo>
                  <a:lnTo>
                    <a:pt x="3387196" y="2188732"/>
                  </a:lnTo>
                  <a:lnTo>
                    <a:pt x="3387383" y="2186234"/>
                  </a:lnTo>
                  <a:lnTo>
                    <a:pt x="3387570" y="2182839"/>
                  </a:lnTo>
                  <a:lnTo>
                    <a:pt x="3387757" y="2179030"/>
                  </a:lnTo>
                  <a:lnTo>
                    <a:pt x="3387944" y="2174667"/>
                  </a:lnTo>
                  <a:lnTo>
                    <a:pt x="3388131" y="2169478"/>
                  </a:lnTo>
                  <a:lnTo>
                    <a:pt x="3388318" y="2163409"/>
                  </a:lnTo>
                  <a:lnTo>
                    <a:pt x="3388505" y="2156434"/>
                  </a:lnTo>
                  <a:lnTo>
                    <a:pt x="3388692" y="2149001"/>
                  </a:lnTo>
                  <a:lnTo>
                    <a:pt x="3388878" y="2141384"/>
                  </a:lnTo>
                  <a:lnTo>
                    <a:pt x="3389065" y="2133432"/>
                  </a:lnTo>
                  <a:lnTo>
                    <a:pt x="3389252" y="2124742"/>
                  </a:lnTo>
                  <a:lnTo>
                    <a:pt x="3389439" y="2115876"/>
                  </a:lnTo>
                  <a:lnTo>
                    <a:pt x="3389626" y="2107661"/>
                  </a:lnTo>
                  <a:lnTo>
                    <a:pt x="3389813" y="2099577"/>
                  </a:lnTo>
                  <a:lnTo>
                    <a:pt x="3390000" y="2091705"/>
                  </a:lnTo>
                  <a:lnTo>
                    <a:pt x="3390187" y="2084396"/>
                  </a:lnTo>
                  <a:lnTo>
                    <a:pt x="3390374" y="2077649"/>
                  </a:lnTo>
                  <a:lnTo>
                    <a:pt x="3390561" y="2071114"/>
                  </a:lnTo>
                  <a:lnTo>
                    <a:pt x="3390748" y="2064975"/>
                  </a:lnTo>
                  <a:lnTo>
                    <a:pt x="3390935" y="2059855"/>
                  </a:lnTo>
                  <a:lnTo>
                    <a:pt x="3391122" y="2055897"/>
                  </a:lnTo>
                  <a:lnTo>
                    <a:pt x="3391308" y="2052880"/>
                  </a:lnTo>
                  <a:lnTo>
                    <a:pt x="3391495" y="2050655"/>
                  </a:lnTo>
                  <a:lnTo>
                    <a:pt x="3391682" y="2048729"/>
                  </a:lnTo>
                  <a:lnTo>
                    <a:pt x="3391869" y="2047471"/>
                  </a:lnTo>
                  <a:lnTo>
                    <a:pt x="3392056" y="2046978"/>
                  </a:lnTo>
                  <a:lnTo>
                    <a:pt x="3392243" y="2047277"/>
                  </a:lnTo>
                  <a:lnTo>
                    <a:pt x="3392430" y="2048210"/>
                  </a:lnTo>
                  <a:lnTo>
                    <a:pt x="3392617" y="2049441"/>
                  </a:lnTo>
                  <a:lnTo>
                    <a:pt x="3392804" y="2050910"/>
                  </a:lnTo>
                  <a:lnTo>
                    <a:pt x="3392991" y="2052265"/>
                  </a:lnTo>
                  <a:lnTo>
                    <a:pt x="3393178" y="2053698"/>
                  </a:lnTo>
                  <a:lnTo>
                    <a:pt x="3393365" y="2055326"/>
                  </a:lnTo>
                  <a:lnTo>
                    <a:pt x="3393551" y="2056962"/>
                  </a:lnTo>
                  <a:lnTo>
                    <a:pt x="3393738" y="2058343"/>
                  </a:lnTo>
                  <a:lnTo>
                    <a:pt x="3393925" y="2059565"/>
                  </a:lnTo>
                  <a:lnTo>
                    <a:pt x="3394112" y="2060920"/>
                  </a:lnTo>
                  <a:lnTo>
                    <a:pt x="3394299" y="2062151"/>
                  </a:lnTo>
                  <a:lnTo>
                    <a:pt x="3394486" y="2063251"/>
                  </a:lnTo>
                  <a:lnTo>
                    <a:pt x="3394673" y="2064341"/>
                  </a:lnTo>
                  <a:lnTo>
                    <a:pt x="3394860" y="2065511"/>
                  </a:lnTo>
                  <a:lnTo>
                    <a:pt x="3395047" y="2066584"/>
                  </a:lnTo>
                  <a:lnTo>
                    <a:pt x="3395234" y="2067059"/>
                  </a:lnTo>
                  <a:lnTo>
                    <a:pt x="3395421" y="2067446"/>
                  </a:lnTo>
                  <a:lnTo>
                    <a:pt x="3395608" y="2067807"/>
                  </a:lnTo>
                  <a:lnTo>
                    <a:pt x="3395795" y="2067824"/>
                  </a:lnTo>
                  <a:lnTo>
                    <a:pt x="3395981" y="2068053"/>
                  </a:lnTo>
                  <a:lnTo>
                    <a:pt x="3396168" y="2068836"/>
                  </a:lnTo>
                  <a:lnTo>
                    <a:pt x="3396355" y="2069707"/>
                  </a:lnTo>
                  <a:lnTo>
                    <a:pt x="3396542" y="2070595"/>
                  </a:lnTo>
                  <a:lnTo>
                    <a:pt x="3396729" y="2071299"/>
                  </a:lnTo>
                  <a:lnTo>
                    <a:pt x="3396916" y="2071809"/>
                  </a:lnTo>
                  <a:lnTo>
                    <a:pt x="3397103" y="2072583"/>
                  </a:lnTo>
                  <a:lnTo>
                    <a:pt x="3397290" y="2073410"/>
                  </a:lnTo>
                  <a:lnTo>
                    <a:pt x="3397477" y="2074043"/>
                  </a:lnTo>
                  <a:lnTo>
                    <a:pt x="3397664" y="2074118"/>
                  </a:lnTo>
                  <a:lnTo>
                    <a:pt x="3397851" y="2074225"/>
                  </a:lnTo>
                  <a:lnTo>
                    <a:pt x="3398038" y="2074322"/>
                  </a:lnTo>
                  <a:lnTo>
                    <a:pt x="3398225" y="2074288"/>
                  </a:lnTo>
                  <a:lnTo>
                    <a:pt x="3398411" y="2074380"/>
                  </a:lnTo>
                  <a:lnTo>
                    <a:pt x="3398598" y="2075288"/>
                  </a:lnTo>
                  <a:lnTo>
                    <a:pt x="3398785" y="2076306"/>
                  </a:lnTo>
                  <a:lnTo>
                    <a:pt x="3398972" y="2076830"/>
                  </a:lnTo>
                  <a:lnTo>
                    <a:pt x="3399159" y="2077584"/>
                  </a:lnTo>
                  <a:lnTo>
                    <a:pt x="3399346" y="2078553"/>
                  </a:lnTo>
                  <a:lnTo>
                    <a:pt x="3399533" y="2079629"/>
                  </a:lnTo>
                  <a:lnTo>
                    <a:pt x="3399720" y="2080420"/>
                  </a:lnTo>
                  <a:lnTo>
                    <a:pt x="3399907" y="2080675"/>
                  </a:lnTo>
                  <a:lnTo>
                    <a:pt x="3400094" y="2080924"/>
                  </a:lnTo>
                  <a:lnTo>
                    <a:pt x="3400281" y="2081247"/>
                  </a:lnTo>
                  <a:lnTo>
                    <a:pt x="3400468" y="2081291"/>
                  </a:lnTo>
                  <a:lnTo>
                    <a:pt x="3400654" y="2081092"/>
                  </a:lnTo>
                  <a:lnTo>
                    <a:pt x="3400841" y="2081125"/>
                  </a:lnTo>
                  <a:lnTo>
                    <a:pt x="3401028" y="2081872"/>
                  </a:lnTo>
                  <a:lnTo>
                    <a:pt x="3401215" y="2082356"/>
                  </a:lnTo>
                  <a:lnTo>
                    <a:pt x="3401402" y="2081846"/>
                  </a:lnTo>
                  <a:lnTo>
                    <a:pt x="3401589" y="2080764"/>
                  </a:lnTo>
                  <a:lnTo>
                    <a:pt x="3401776" y="2079233"/>
                  </a:lnTo>
                  <a:lnTo>
                    <a:pt x="3401963" y="2077034"/>
                  </a:lnTo>
                  <a:lnTo>
                    <a:pt x="3402150" y="2074413"/>
                  </a:lnTo>
                  <a:lnTo>
                    <a:pt x="3402337" y="2071889"/>
                  </a:lnTo>
                  <a:lnTo>
                    <a:pt x="3402524" y="2069998"/>
                  </a:lnTo>
                  <a:lnTo>
                    <a:pt x="3402711" y="2069285"/>
                  </a:lnTo>
                  <a:lnTo>
                    <a:pt x="3402898" y="2068819"/>
                  </a:lnTo>
                  <a:lnTo>
                    <a:pt x="3403084" y="2068001"/>
                  </a:lnTo>
                  <a:lnTo>
                    <a:pt x="3403271" y="2067183"/>
                  </a:lnTo>
                  <a:lnTo>
                    <a:pt x="3403458" y="2066268"/>
                  </a:lnTo>
                  <a:lnTo>
                    <a:pt x="3403645" y="2065406"/>
                  </a:lnTo>
                  <a:lnTo>
                    <a:pt x="3403832" y="2064544"/>
                  </a:lnTo>
                  <a:lnTo>
                    <a:pt x="3404019" y="2063823"/>
                  </a:lnTo>
                  <a:lnTo>
                    <a:pt x="3404206" y="2063515"/>
                  </a:lnTo>
                  <a:lnTo>
                    <a:pt x="3404393" y="2063049"/>
                  </a:lnTo>
                  <a:lnTo>
                    <a:pt x="3404580" y="2062486"/>
                  </a:lnTo>
                  <a:lnTo>
                    <a:pt x="3404767" y="2062240"/>
                  </a:lnTo>
                  <a:lnTo>
                    <a:pt x="3404954" y="2062196"/>
                  </a:lnTo>
                  <a:lnTo>
                    <a:pt x="3405141" y="2061633"/>
                  </a:lnTo>
                  <a:lnTo>
                    <a:pt x="3405328" y="2060208"/>
                  </a:lnTo>
                  <a:lnTo>
                    <a:pt x="3405514" y="2058573"/>
                  </a:lnTo>
                  <a:lnTo>
                    <a:pt x="3405701" y="2057134"/>
                  </a:lnTo>
                  <a:lnTo>
                    <a:pt x="3405888" y="2055323"/>
                  </a:lnTo>
                  <a:lnTo>
                    <a:pt x="3406075" y="2053151"/>
                  </a:lnTo>
                  <a:lnTo>
                    <a:pt x="3406262" y="2049981"/>
                  </a:lnTo>
                  <a:lnTo>
                    <a:pt x="3406449" y="2046823"/>
                  </a:lnTo>
                  <a:lnTo>
                    <a:pt x="3406636" y="2043994"/>
                  </a:lnTo>
                  <a:lnTo>
                    <a:pt x="3406823" y="2041372"/>
                  </a:lnTo>
                  <a:lnTo>
                    <a:pt x="3407010" y="2039201"/>
                  </a:lnTo>
                  <a:lnTo>
                    <a:pt x="3407197" y="2037508"/>
                  </a:lnTo>
                  <a:lnTo>
                    <a:pt x="3407384" y="2036387"/>
                  </a:lnTo>
                  <a:lnTo>
                    <a:pt x="3407571" y="2035568"/>
                  </a:lnTo>
                  <a:lnTo>
                    <a:pt x="3407757" y="2035467"/>
                  </a:lnTo>
                  <a:lnTo>
                    <a:pt x="3407944" y="2035980"/>
                  </a:lnTo>
                  <a:lnTo>
                    <a:pt x="3408131" y="2036214"/>
                  </a:lnTo>
                  <a:lnTo>
                    <a:pt x="3408318" y="2037196"/>
                  </a:lnTo>
                  <a:lnTo>
                    <a:pt x="3408505" y="2038368"/>
                  </a:lnTo>
                  <a:lnTo>
                    <a:pt x="3408692" y="2039536"/>
                  </a:lnTo>
                  <a:lnTo>
                    <a:pt x="3408879" y="2041367"/>
                  </a:lnTo>
                  <a:lnTo>
                    <a:pt x="3409066" y="2044822"/>
                  </a:lnTo>
                  <a:lnTo>
                    <a:pt x="3409253" y="2048819"/>
                  </a:lnTo>
                  <a:lnTo>
                    <a:pt x="3409440" y="2053540"/>
                  </a:lnTo>
                  <a:lnTo>
                    <a:pt x="3409627" y="2058614"/>
                  </a:lnTo>
                  <a:lnTo>
                    <a:pt x="3409814" y="2063572"/>
                  </a:lnTo>
                  <a:lnTo>
                    <a:pt x="3410001" y="2068558"/>
                  </a:lnTo>
                  <a:lnTo>
                    <a:pt x="3410187" y="2073431"/>
                  </a:lnTo>
                  <a:lnTo>
                    <a:pt x="3410374" y="2077345"/>
                  </a:lnTo>
                  <a:lnTo>
                    <a:pt x="3410561" y="2081329"/>
                  </a:lnTo>
                  <a:lnTo>
                    <a:pt x="3410748" y="2085346"/>
                  </a:lnTo>
                  <a:lnTo>
                    <a:pt x="3410935" y="2090580"/>
                  </a:lnTo>
                  <a:lnTo>
                    <a:pt x="3411122" y="2095333"/>
                  </a:lnTo>
                  <a:lnTo>
                    <a:pt x="3411309" y="2101297"/>
                  </a:lnTo>
                  <a:lnTo>
                    <a:pt x="3411496" y="2106153"/>
                  </a:lnTo>
                  <a:lnTo>
                    <a:pt x="3411683" y="2110548"/>
                  </a:lnTo>
                  <a:lnTo>
                    <a:pt x="3411870" y="2113453"/>
                  </a:lnTo>
                  <a:lnTo>
                    <a:pt x="3412057" y="2114427"/>
                  </a:lnTo>
                  <a:lnTo>
                    <a:pt x="3412244" y="2112928"/>
                  </a:lnTo>
                  <a:lnTo>
                    <a:pt x="3412430" y="2109614"/>
                  </a:lnTo>
                  <a:lnTo>
                    <a:pt x="3412617" y="2105310"/>
                  </a:lnTo>
                  <a:lnTo>
                    <a:pt x="3412804" y="2100811"/>
                  </a:lnTo>
                  <a:lnTo>
                    <a:pt x="3412991" y="2096086"/>
                  </a:lnTo>
                  <a:lnTo>
                    <a:pt x="3413178" y="2091229"/>
                  </a:lnTo>
                  <a:lnTo>
                    <a:pt x="3413365" y="2086790"/>
                  </a:lnTo>
                  <a:lnTo>
                    <a:pt x="3413552" y="2081776"/>
                  </a:lnTo>
                  <a:lnTo>
                    <a:pt x="3413739" y="2076310"/>
                  </a:lnTo>
                  <a:lnTo>
                    <a:pt x="3413926" y="2070478"/>
                  </a:lnTo>
                  <a:lnTo>
                    <a:pt x="3414113" y="2064359"/>
                  </a:lnTo>
                  <a:lnTo>
                    <a:pt x="3414300" y="2057829"/>
                  </a:lnTo>
                  <a:lnTo>
                    <a:pt x="3414487" y="2051107"/>
                  </a:lnTo>
                  <a:lnTo>
                    <a:pt x="3414674" y="2044362"/>
                  </a:lnTo>
                  <a:lnTo>
                    <a:pt x="3414860" y="2038232"/>
                  </a:lnTo>
                  <a:lnTo>
                    <a:pt x="3415047" y="2032709"/>
                  </a:lnTo>
                  <a:lnTo>
                    <a:pt x="3415234" y="2027836"/>
                  </a:lnTo>
                  <a:lnTo>
                    <a:pt x="3415421" y="2023159"/>
                  </a:lnTo>
                  <a:lnTo>
                    <a:pt x="3415608" y="2018561"/>
                  </a:lnTo>
                  <a:lnTo>
                    <a:pt x="3415795" y="2013766"/>
                  </a:lnTo>
                  <a:lnTo>
                    <a:pt x="3415982" y="2007689"/>
                  </a:lnTo>
                  <a:lnTo>
                    <a:pt x="3416169" y="2000959"/>
                  </a:lnTo>
                  <a:lnTo>
                    <a:pt x="3416356" y="1993209"/>
                  </a:lnTo>
                  <a:lnTo>
                    <a:pt x="3416543" y="1985072"/>
                  </a:lnTo>
                  <a:lnTo>
                    <a:pt x="3416730" y="1977586"/>
                  </a:lnTo>
                  <a:lnTo>
                    <a:pt x="3416917" y="1970385"/>
                  </a:lnTo>
                  <a:lnTo>
                    <a:pt x="3417104" y="1962057"/>
                  </a:lnTo>
                  <a:lnTo>
                    <a:pt x="3417290" y="1954632"/>
                  </a:lnTo>
                  <a:lnTo>
                    <a:pt x="3417477" y="1947241"/>
                  </a:lnTo>
                  <a:lnTo>
                    <a:pt x="3417664" y="1939552"/>
                  </a:lnTo>
                  <a:lnTo>
                    <a:pt x="3417851" y="1932125"/>
                  </a:lnTo>
                  <a:lnTo>
                    <a:pt x="3418038" y="1924727"/>
                  </a:lnTo>
                  <a:lnTo>
                    <a:pt x="3418225" y="1917924"/>
                  </a:lnTo>
                  <a:lnTo>
                    <a:pt x="3418412" y="1910560"/>
                  </a:lnTo>
                  <a:lnTo>
                    <a:pt x="3418599" y="1903024"/>
                  </a:lnTo>
                  <a:lnTo>
                    <a:pt x="3418786" y="1896542"/>
                  </a:lnTo>
                  <a:lnTo>
                    <a:pt x="3418973" y="1889851"/>
                  </a:lnTo>
                  <a:lnTo>
                    <a:pt x="3419160" y="1883417"/>
                  </a:lnTo>
                  <a:lnTo>
                    <a:pt x="3419347" y="1877082"/>
                  </a:lnTo>
                  <a:lnTo>
                    <a:pt x="3419533" y="1870630"/>
                  </a:lnTo>
                  <a:lnTo>
                    <a:pt x="3419720" y="1864528"/>
                  </a:lnTo>
                  <a:lnTo>
                    <a:pt x="3419907" y="1859112"/>
                  </a:lnTo>
                  <a:lnTo>
                    <a:pt x="3420094" y="1852955"/>
                  </a:lnTo>
                  <a:lnTo>
                    <a:pt x="3420281" y="1846544"/>
                  </a:lnTo>
                  <a:lnTo>
                    <a:pt x="3420468" y="1839884"/>
                  </a:lnTo>
                  <a:lnTo>
                    <a:pt x="3420655" y="1834755"/>
                  </a:lnTo>
                  <a:lnTo>
                    <a:pt x="3420842" y="1829786"/>
                  </a:lnTo>
                  <a:lnTo>
                    <a:pt x="3421029" y="1824131"/>
                  </a:lnTo>
                  <a:lnTo>
                    <a:pt x="3421216" y="1817703"/>
                  </a:lnTo>
                  <a:lnTo>
                    <a:pt x="3421403" y="1811951"/>
                  </a:lnTo>
                  <a:lnTo>
                    <a:pt x="3421590" y="1805349"/>
                  </a:lnTo>
                  <a:lnTo>
                    <a:pt x="3421777" y="1798831"/>
                  </a:lnTo>
                  <a:lnTo>
                    <a:pt x="3421963" y="1792534"/>
                  </a:lnTo>
                  <a:lnTo>
                    <a:pt x="3422150" y="1785533"/>
                  </a:lnTo>
                  <a:lnTo>
                    <a:pt x="3422337" y="1778910"/>
                  </a:lnTo>
                  <a:lnTo>
                    <a:pt x="3422524" y="1772120"/>
                  </a:lnTo>
                  <a:lnTo>
                    <a:pt x="3422711" y="1764816"/>
                  </a:lnTo>
                  <a:lnTo>
                    <a:pt x="3422898" y="1757182"/>
                  </a:lnTo>
                  <a:lnTo>
                    <a:pt x="3423085" y="1749702"/>
                  </a:lnTo>
                  <a:lnTo>
                    <a:pt x="3423272" y="1743158"/>
                  </a:lnTo>
                  <a:lnTo>
                    <a:pt x="3423459" y="1735410"/>
                  </a:lnTo>
                  <a:lnTo>
                    <a:pt x="3423646" y="1728078"/>
                  </a:lnTo>
                  <a:lnTo>
                    <a:pt x="3423833" y="1720964"/>
                  </a:lnTo>
                  <a:lnTo>
                    <a:pt x="3424020" y="1713966"/>
                  </a:lnTo>
                  <a:lnTo>
                    <a:pt x="3424207" y="1707767"/>
                  </a:lnTo>
                  <a:lnTo>
                    <a:pt x="3424393" y="1701818"/>
                  </a:lnTo>
                  <a:lnTo>
                    <a:pt x="3424580" y="1695751"/>
                  </a:lnTo>
                  <a:lnTo>
                    <a:pt x="3424767" y="1689906"/>
                  </a:lnTo>
                  <a:lnTo>
                    <a:pt x="3424954" y="1685152"/>
                  </a:lnTo>
                  <a:lnTo>
                    <a:pt x="3425141" y="1680110"/>
                  </a:lnTo>
                  <a:lnTo>
                    <a:pt x="3425328" y="1675360"/>
                  </a:lnTo>
                  <a:lnTo>
                    <a:pt x="3425515" y="1671118"/>
                  </a:lnTo>
                  <a:lnTo>
                    <a:pt x="3425702" y="1666691"/>
                  </a:lnTo>
                  <a:lnTo>
                    <a:pt x="3425889" y="1662904"/>
                  </a:lnTo>
                  <a:lnTo>
                    <a:pt x="3426076" y="1659027"/>
                  </a:lnTo>
                  <a:lnTo>
                    <a:pt x="3426263" y="1656267"/>
                  </a:lnTo>
                  <a:lnTo>
                    <a:pt x="3426450" y="1653209"/>
                  </a:lnTo>
                  <a:lnTo>
                    <a:pt x="3426636" y="1650547"/>
                  </a:lnTo>
                  <a:lnTo>
                    <a:pt x="3426823" y="1647931"/>
                  </a:lnTo>
                  <a:lnTo>
                    <a:pt x="3427010" y="1645512"/>
                  </a:lnTo>
                  <a:lnTo>
                    <a:pt x="3427197" y="1643102"/>
                  </a:lnTo>
                  <a:lnTo>
                    <a:pt x="3427384" y="1639912"/>
                  </a:lnTo>
                  <a:lnTo>
                    <a:pt x="3427571" y="1637524"/>
                  </a:lnTo>
                  <a:lnTo>
                    <a:pt x="3427758" y="1635045"/>
                  </a:lnTo>
                  <a:lnTo>
                    <a:pt x="3427945" y="1632787"/>
                  </a:lnTo>
                  <a:lnTo>
                    <a:pt x="3428132" y="1631415"/>
                  </a:lnTo>
                  <a:lnTo>
                    <a:pt x="3428319" y="1629774"/>
                  </a:lnTo>
                  <a:lnTo>
                    <a:pt x="3428506" y="1628488"/>
                  </a:lnTo>
                  <a:lnTo>
                    <a:pt x="3428693" y="1626409"/>
                  </a:lnTo>
                  <a:lnTo>
                    <a:pt x="3428880" y="1625006"/>
                  </a:lnTo>
                  <a:lnTo>
                    <a:pt x="3429066" y="1622908"/>
                  </a:lnTo>
                  <a:lnTo>
                    <a:pt x="3429253" y="1620326"/>
                  </a:lnTo>
                  <a:lnTo>
                    <a:pt x="3429440" y="1616920"/>
                  </a:lnTo>
                  <a:lnTo>
                    <a:pt x="3429627" y="1613115"/>
                  </a:lnTo>
                  <a:lnTo>
                    <a:pt x="3429814" y="1609389"/>
                  </a:lnTo>
                  <a:lnTo>
                    <a:pt x="3430001" y="1606043"/>
                  </a:lnTo>
                  <a:lnTo>
                    <a:pt x="3430188" y="1603214"/>
                  </a:lnTo>
                  <a:lnTo>
                    <a:pt x="3430375" y="1599826"/>
                  </a:lnTo>
                  <a:lnTo>
                    <a:pt x="3430562" y="1596146"/>
                  </a:lnTo>
                  <a:lnTo>
                    <a:pt x="3430749" y="1592237"/>
                  </a:lnTo>
                  <a:lnTo>
                    <a:pt x="3430936" y="1588126"/>
                  </a:lnTo>
                  <a:lnTo>
                    <a:pt x="3431123" y="1584076"/>
                  </a:lnTo>
                  <a:lnTo>
                    <a:pt x="3431309" y="1580106"/>
                  </a:lnTo>
                  <a:lnTo>
                    <a:pt x="3431496" y="1576315"/>
                  </a:lnTo>
                  <a:lnTo>
                    <a:pt x="3431683" y="1572618"/>
                  </a:lnTo>
                  <a:lnTo>
                    <a:pt x="3431870" y="1569505"/>
                  </a:lnTo>
                  <a:lnTo>
                    <a:pt x="3432057" y="1565678"/>
                  </a:lnTo>
                  <a:lnTo>
                    <a:pt x="3432244" y="1562054"/>
                  </a:lnTo>
                  <a:lnTo>
                    <a:pt x="3432431" y="1558932"/>
                  </a:lnTo>
                  <a:lnTo>
                    <a:pt x="3432618" y="1556487"/>
                  </a:lnTo>
                  <a:lnTo>
                    <a:pt x="3432805" y="1554217"/>
                  </a:lnTo>
                  <a:lnTo>
                    <a:pt x="3432992" y="1552573"/>
                  </a:lnTo>
                  <a:lnTo>
                    <a:pt x="3433179" y="1551068"/>
                  </a:lnTo>
                  <a:lnTo>
                    <a:pt x="3433366" y="1549573"/>
                  </a:lnTo>
                  <a:lnTo>
                    <a:pt x="3433553" y="1547867"/>
                  </a:lnTo>
                  <a:lnTo>
                    <a:pt x="3433739" y="1545958"/>
                  </a:lnTo>
                  <a:lnTo>
                    <a:pt x="3433926" y="1543759"/>
                  </a:lnTo>
                  <a:lnTo>
                    <a:pt x="3434113" y="1541683"/>
                  </a:lnTo>
                  <a:lnTo>
                    <a:pt x="3434300" y="1540426"/>
                  </a:lnTo>
                  <a:lnTo>
                    <a:pt x="3434487" y="1540126"/>
                  </a:lnTo>
                  <a:lnTo>
                    <a:pt x="3434674" y="1540478"/>
                  </a:lnTo>
                  <a:lnTo>
                    <a:pt x="3434861" y="1541622"/>
                  </a:lnTo>
                  <a:lnTo>
                    <a:pt x="3435048" y="1543152"/>
                  </a:lnTo>
                  <a:lnTo>
                    <a:pt x="3435235" y="1544665"/>
                  </a:lnTo>
                  <a:lnTo>
                    <a:pt x="3435422" y="1545958"/>
                  </a:lnTo>
                  <a:lnTo>
                    <a:pt x="3435609" y="1547823"/>
                  </a:lnTo>
                  <a:lnTo>
                    <a:pt x="3435796" y="1549476"/>
                  </a:lnTo>
                  <a:lnTo>
                    <a:pt x="3435983" y="1550805"/>
                  </a:lnTo>
                  <a:lnTo>
                    <a:pt x="3436169" y="1551922"/>
                  </a:lnTo>
                  <a:lnTo>
                    <a:pt x="3436356" y="1553127"/>
                  </a:lnTo>
                  <a:lnTo>
                    <a:pt x="3436543" y="1554508"/>
                  </a:lnTo>
                  <a:lnTo>
                    <a:pt x="3436730" y="1556056"/>
                  </a:lnTo>
                  <a:lnTo>
                    <a:pt x="3436917" y="1557305"/>
                  </a:lnTo>
                  <a:lnTo>
                    <a:pt x="3437104" y="1558457"/>
                  </a:lnTo>
                  <a:lnTo>
                    <a:pt x="3437291" y="1559618"/>
                  </a:lnTo>
                  <a:lnTo>
                    <a:pt x="3437478" y="1560102"/>
                  </a:lnTo>
                  <a:lnTo>
                    <a:pt x="3437665" y="1560679"/>
                  </a:lnTo>
                  <a:lnTo>
                    <a:pt x="3437852" y="1560777"/>
                  </a:lnTo>
                  <a:lnTo>
                    <a:pt x="3438039" y="1559836"/>
                  </a:lnTo>
                  <a:lnTo>
                    <a:pt x="3438226" y="1558093"/>
                  </a:lnTo>
                  <a:lnTo>
                    <a:pt x="3438412" y="1555563"/>
                  </a:lnTo>
                  <a:lnTo>
                    <a:pt x="3438599" y="1552938"/>
                  </a:lnTo>
                  <a:lnTo>
                    <a:pt x="3438786" y="1550798"/>
                  </a:lnTo>
                  <a:lnTo>
                    <a:pt x="3438973" y="1548803"/>
                  </a:lnTo>
                  <a:lnTo>
                    <a:pt x="3439160" y="1547040"/>
                  </a:lnTo>
                  <a:lnTo>
                    <a:pt x="3439347" y="1545314"/>
                  </a:lnTo>
                  <a:lnTo>
                    <a:pt x="3439534" y="1543570"/>
                  </a:lnTo>
                  <a:lnTo>
                    <a:pt x="3439721" y="1541563"/>
                  </a:lnTo>
                  <a:lnTo>
                    <a:pt x="3439908" y="1538917"/>
                  </a:lnTo>
                  <a:lnTo>
                    <a:pt x="3440095" y="1535846"/>
                  </a:lnTo>
                  <a:lnTo>
                    <a:pt x="3440282" y="1533052"/>
                  </a:lnTo>
                  <a:lnTo>
                    <a:pt x="3440469" y="1530932"/>
                  </a:lnTo>
                  <a:lnTo>
                    <a:pt x="3440656" y="1529245"/>
                  </a:lnTo>
                  <a:lnTo>
                    <a:pt x="3440842" y="1528251"/>
                  </a:lnTo>
                  <a:lnTo>
                    <a:pt x="3441029" y="1528172"/>
                  </a:lnTo>
                  <a:lnTo>
                    <a:pt x="3441216" y="1528726"/>
                  </a:lnTo>
                  <a:lnTo>
                    <a:pt x="3441403" y="1529386"/>
                  </a:lnTo>
                  <a:lnTo>
                    <a:pt x="3441590" y="1530125"/>
                  </a:lnTo>
                  <a:lnTo>
                    <a:pt x="3441777" y="1531348"/>
                  </a:lnTo>
                  <a:lnTo>
                    <a:pt x="3441964" y="1533124"/>
                  </a:lnTo>
                  <a:lnTo>
                    <a:pt x="3442151" y="1535534"/>
                  </a:lnTo>
                  <a:lnTo>
                    <a:pt x="3442338" y="1538243"/>
                  </a:lnTo>
                  <a:lnTo>
                    <a:pt x="3442525" y="1541823"/>
                  </a:lnTo>
                  <a:lnTo>
                    <a:pt x="3442712" y="1546652"/>
                  </a:lnTo>
                  <a:lnTo>
                    <a:pt x="3442899" y="1550997"/>
                  </a:lnTo>
                  <a:lnTo>
                    <a:pt x="3443086" y="1555311"/>
                  </a:lnTo>
                  <a:lnTo>
                    <a:pt x="3443272" y="1559061"/>
                  </a:lnTo>
                  <a:lnTo>
                    <a:pt x="3443459" y="1562787"/>
                  </a:lnTo>
                  <a:lnTo>
                    <a:pt x="3443646" y="1566983"/>
                  </a:lnTo>
                  <a:lnTo>
                    <a:pt x="3443833" y="1571519"/>
                  </a:lnTo>
                  <a:lnTo>
                    <a:pt x="3444020" y="1576505"/>
                  </a:lnTo>
                  <a:lnTo>
                    <a:pt x="3444207" y="1581435"/>
                  </a:lnTo>
                  <a:lnTo>
                    <a:pt x="3444394" y="1585124"/>
                  </a:lnTo>
                  <a:lnTo>
                    <a:pt x="3444581" y="1587147"/>
                  </a:lnTo>
                  <a:lnTo>
                    <a:pt x="3444768" y="1588257"/>
                  </a:lnTo>
                  <a:lnTo>
                    <a:pt x="3444955" y="1589449"/>
                  </a:lnTo>
                  <a:lnTo>
                    <a:pt x="3445142" y="1590213"/>
                  </a:lnTo>
                  <a:lnTo>
                    <a:pt x="3445329" y="1589774"/>
                  </a:lnTo>
                  <a:lnTo>
                    <a:pt x="3445515" y="1588190"/>
                  </a:lnTo>
                  <a:lnTo>
                    <a:pt x="3445702" y="1585967"/>
                  </a:lnTo>
                  <a:lnTo>
                    <a:pt x="3445889" y="1583517"/>
                  </a:lnTo>
                  <a:lnTo>
                    <a:pt x="3446076" y="1581299"/>
                  </a:lnTo>
                  <a:lnTo>
                    <a:pt x="3446263" y="1579369"/>
                  </a:lnTo>
                  <a:lnTo>
                    <a:pt x="3446450" y="1575931"/>
                  </a:lnTo>
                  <a:lnTo>
                    <a:pt x="3446637" y="1572346"/>
                  </a:lnTo>
                  <a:lnTo>
                    <a:pt x="3446824" y="1568493"/>
                  </a:lnTo>
                  <a:lnTo>
                    <a:pt x="3447011" y="1563753"/>
                  </a:lnTo>
                  <a:lnTo>
                    <a:pt x="3447198" y="1558559"/>
                  </a:lnTo>
                  <a:lnTo>
                    <a:pt x="3447385" y="1554051"/>
                  </a:lnTo>
                  <a:lnTo>
                    <a:pt x="3447572" y="1548306"/>
                  </a:lnTo>
                  <a:lnTo>
                    <a:pt x="3447759" y="1542866"/>
                  </a:lnTo>
                  <a:lnTo>
                    <a:pt x="3447945" y="1537210"/>
                  </a:lnTo>
                  <a:lnTo>
                    <a:pt x="3448132" y="1531714"/>
                  </a:lnTo>
                  <a:lnTo>
                    <a:pt x="3448319" y="1526001"/>
                  </a:lnTo>
                  <a:lnTo>
                    <a:pt x="3448506" y="1520420"/>
                  </a:lnTo>
                  <a:lnTo>
                    <a:pt x="3448693" y="1514052"/>
                  </a:lnTo>
                  <a:lnTo>
                    <a:pt x="3448880" y="1507546"/>
                  </a:lnTo>
                  <a:lnTo>
                    <a:pt x="3449067" y="1501379"/>
                  </a:lnTo>
                  <a:lnTo>
                    <a:pt x="3449254" y="1495875"/>
                  </a:lnTo>
                  <a:lnTo>
                    <a:pt x="3449441" y="1491772"/>
                  </a:lnTo>
                  <a:lnTo>
                    <a:pt x="3449628" y="1489068"/>
                  </a:lnTo>
                  <a:lnTo>
                    <a:pt x="3449815" y="1488175"/>
                  </a:lnTo>
                  <a:lnTo>
                    <a:pt x="3450002" y="1488889"/>
                  </a:lnTo>
                  <a:lnTo>
                    <a:pt x="3450188" y="1490487"/>
                  </a:lnTo>
                  <a:lnTo>
                    <a:pt x="3450375" y="1492784"/>
                  </a:lnTo>
                  <a:lnTo>
                    <a:pt x="3450562" y="1495181"/>
                  </a:lnTo>
                  <a:lnTo>
                    <a:pt x="3450749" y="1496741"/>
                  </a:lnTo>
                  <a:lnTo>
                    <a:pt x="3450936" y="1498468"/>
                  </a:lnTo>
                  <a:lnTo>
                    <a:pt x="3451123" y="1500775"/>
                  </a:lnTo>
                  <a:lnTo>
                    <a:pt x="3451310" y="1503897"/>
                  </a:lnTo>
                  <a:lnTo>
                    <a:pt x="3451497" y="1507951"/>
                  </a:lnTo>
                  <a:lnTo>
                    <a:pt x="3451684" y="1512620"/>
                  </a:lnTo>
                  <a:lnTo>
                    <a:pt x="3451871" y="1518100"/>
                  </a:lnTo>
                  <a:lnTo>
                    <a:pt x="3452058" y="1523688"/>
                  </a:lnTo>
                  <a:lnTo>
                    <a:pt x="3452245" y="1528721"/>
                  </a:lnTo>
                  <a:lnTo>
                    <a:pt x="3452432" y="1532985"/>
                  </a:lnTo>
                  <a:lnTo>
                    <a:pt x="3452618" y="1536978"/>
                  </a:lnTo>
                  <a:lnTo>
                    <a:pt x="3452805" y="1541047"/>
                  </a:lnTo>
                  <a:lnTo>
                    <a:pt x="3452992" y="1545240"/>
                  </a:lnTo>
                  <a:lnTo>
                    <a:pt x="3453179" y="1550158"/>
                  </a:lnTo>
                  <a:lnTo>
                    <a:pt x="3453366" y="1556617"/>
                  </a:lnTo>
                  <a:lnTo>
                    <a:pt x="3453553" y="1564232"/>
                  </a:lnTo>
                  <a:lnTo>
                    <a:pt x="3453740" y="1572510"/>
                  </a:lnTo>
                  <a:lnTo>
                    <a:pt x="3453927" y="1580996"/>
                  </a:lnTo>
                  <a:lnTo>
                    <a:pt x="3454114" y="1588829"/>
                  </a:lnTo>
                  <a:lnTo>
                    <a:pt x="3454301" y="1596178"/>
                  </a:lnTo>
                  <a:lnTo>
                    <a:pt x="3454488" y="1604381"/>
                  </a:lnTo>
                  <a:lnTo>
                    <a:pt x="3454675" y="1611644"/>
                  </a:lnTo>
                  <a:lnTo>
                    <a:pt x="3454862" y="1618963"/>
                  </a:lnTo>
                  <a:lnTo>
                    <a:pt x="3455048" y="1626678"/>
                  </a:lnTo>
                  <a:lnTo>
                    <a:pt x="3455235" y="1634658"/>
                  </a:lnTo>
                  <a:lnTo>
                    <a:pt x="3455422" y="1642514"/>
                  </a:lnTo>
                  <a:lnTo>
                    <a:pt x="3455609" y="1649705"/>
                  </a:lnTo>
                  <a:lnTo>
                    <a:pt x="3455796" y="1657332"/>
                  </a:lnTo>
                  <a:lnTo>
                    <a:pt x="3455983" y="1664401"/>
                  </a:lnTo>
                  <a:lnTo>
                    <a:pt x="3456170" y="1670013"/>
                  </a:lnTo>
                  <a:lnTo>
                    <a:pt x="3456357" y="1674927"/>
                  </a:lnTo>
                  <a:lnTo>
                    <a:pt x="3456544" y="1679593"/>
                  </a:lnTo>
                  <a:lnTo>
                    <a:pt x="3456731" y="1684020"/>
                  </a:lnTo>
                  <a:lnTo>
                    <a:pt x="3456918" y="1688036"/>
                  </a:lnTo>
                  <a:lnTo>
                    <a:pt x="3457105" y="1691314"/>
                  </a:lnTo>
                  <a:lnTo>
                    <a:pt x="3457291" y="1693871"/>
                  </a:lnTo>
                  <a:lnTo>
                    <a:pt x="3457478" y="1696633"/>
                  </a:lnTo>
                  <a:lnTo>
                    <a:pt x="3457665" y="1698505"/>
                  </a:lnTo>
                  <a:lnTo>
                    <a:pt x="3457852" y="1699439"/>
                  </a:lnTo>
                  <a:lnTo>
                    <a:pt x="3458039" y="1698068"/>
                  </a:lnTo>
                  <a:lnTo>
                    <a:pt x="3458226" y="1697340"/>
                  </a:lnTo>
                  <a:lnTo>
                    <a:pt x="3458413" y="1697198"/>
                  </a:lnTo>
                  <a:lnTo>
                    <a:pt x="3458600" y="1697654"/>
                  </a:lnTo>
                  <a:lnTo>
                    <a:pt x="3458787" y="1698113"/>
                  </a:lnTo>
                  <a:lnTo>
                    <a:pt x="3458974" y="1699303"/>
                  </a:lnTo>
                  <a:lnTo>
                    <a:pt x="3459161" y="1700575"/>
                  </a:lnTo>
                  <a:lnTo>
                    <a:pt x="3459348" y="1700865"/>
                  </a:lnTo>
                  <a:lnTo>
                    <a:pt x="3459535" y="1701356"/>
                  </a:lnTo>
                  <a:lnTo>
                    <a:pt x="3459721" y="1701336"/>
                  </a:lnTo>
                  <a:lnTo>
                    <a:pt x="3459908" y="1701703"/>
                  </a:lnTo>
                  <a:lnTo>
                    <a:pt x="3460095" y="1702712"/>
                  </a:lnTo>
                  <a:lnTo>
                    <a:pt x="3460282" y="1704115"/>
                  </a:lnTo>
                  <a:lnTo>
                    <a:pt x="3460469" y="1706162"/>
                  </a:lnTo>
                  <a:lnTo>
                    <a:pt x="3460656" y="1708252"/>
                  </a:lnTo>
                  <a:lnTo>
                    <a:pt x="3460843" y="1711643"/>
                  </a:lnTo>
                  <a:lnTo>
                    <a:pt x="3461030" y="1714419"/>
                  </a:lnTo>
                  <a:lnTo>
                    <a:pt x="3461217" y="1716895"/>
                  </a:lnTo>
                  <a:lnTo>
                    <a:pt x="3461404" y="1719998"/>
                  </a:lnTo>
                  <a:lnTo>
                    <a:pt x="3461591" y="1721887"/>
                  </a:lnTo>
                  <a:lnTo>
                    <a:pt x="3461778" y="1724019"/>
                  </a:lnTo>
                  <a:lnTo>
                    <a:pt x="3461964" y="1727201"/>
                  </a:lnTo>
                  <a:lnTo>
                    <a:pt x="3462151" y="1731585"/>
                  </a:lnTo>
                  <a:lnTo>
                    <a:pt x="3462338" y="1736401"/>
                  </a:lnTo>
                  <a:lnTo>
                    <a:pt x="3462525" y="1742085"/>
                  </a:lnTo>
                  <a:lnTo>
                    <a:pt x="3462712" y="1747715"/>
                  </a:lnTo>
                  <a:lnTo>
                    <a:pt x="3462899" y="1753135"/>
                  </a:lnTo>
                  <a:lnTo>
                    <a:pt x="3463086" y="1759700"/>
                  </a:lnTo>
                  <a:lnTo>
                    <a:pt x="3463273" y="1766380"/>
                  </a:lnTo>
                  <a:lnTo>
                    <a:pt x="3463460" y="1773618"/>
                  </a:lnTo>
                  <a:lnTo>
                    <a:pt x="3463647" y="1780248"/>
                  </a:lnTo>
                  <a:lnTo>
                    <a:pt x="3463834" y="1788152"/>
                  </a:lnTo>
                  <a:lnTo>
                    <a:pt x="3464021" y="1795802"/>
                  </a:lnTo>
                  <a:lnTo>
                    <a:pt x="3464208" y="1803255"/>
                  </a:lnTo>
                  <a:lnTo>
                    <a:pt x="3464394" y="1809667"/>
                  </a:lnTo>
                  <a:lnTo>
                    <a:pt x="3464581" y="1815473"/>
                  </a:lnTo>
                  <a:lnTo>
                    <a:pt x="3464768" y="1821583"/>
                  </a:lnTo>
                  <a:lnTo>
                    <a:pt x="3464955" y="1826725"/>
                  </a:lnTo>
                  <a:lnTo>
                    <a:pt x="3465142" y="1831350"/>
                  </a:lnTo>
                  <a:lnTo>
                    <a:pt x="3465329" y="1835692"/>
                  </a:lnTo>
                  <a:lnTo>
                    <a:pt x="3465516" y="1838762"/>
                  </a:lnTo>
                  <a:lnTo>
                    <a:pt x="3465703" y="1841740"/>
                  </a:lnTo>
                  <a:lnTo>
                    <a:pt x="3465890" y="1843570"/>
                  </a:lnTo>
                  <a:lnTo>
                    <a:pt x="3466077" y="1845412"/>
                  </a:lnTo>
                  <a:lnTo>
                    <a:pt x="3466264" y="1846112"/>
                  </a:lnTo>
                  <a:lnTo>
                    <a:pt x="3466451" y="1847471"/>
                  </a:lnTo>
                  <a:lnTo>
                    <a:pt x="3466638" y="1849121"/>
                  </a:lnTo>
                  <a:lnTo>
                    <a:pt x="3466824" y="1851885"/>
                  </a:lnTo>
                  <a:lnTo>
                    <a:pt x="3467011" y="1854845"/>
                  </a:lnTo>
                  <a:lnTo>
                    <a:pt x="3467198" y="1857718"/>
                  </a:lnTo>
                  <a:lnTo>
                    <a:pt x="3467385" y="1860474"/>
                  </a:lnTo>
                  <a:lnTo>
                    <a:pt x="3467572" y="1862873"/>
                  </a:lnTo>
                  <a:lnTo>
                    <a:pt x="3467759" y="1865768"/>
                  </a:lnTo>
                  <a:lnTo>
                    <a:pt x="3467946" y="1868929"/>
                  </a:lnTo>
                  <a:lnTo>
                    <a:pt x="3468133" y="1872416"/>
                  </a:lnTo>
                  <a:lnTo>
                    <a:pt x="3468320" y="1876404"/>
                  </a:lnTo>
                  <a:lnTo>
                    <a:pt x="3468507" y="1880594"/>
                  </a:lnTo>
                  <a:lnTo>
                    <a:pt x="3468694" y="1884618"/>
                  </a:lnTo>
                  <a:lnTo>
                    <a:pt x="3468881" y="1888232"/>
                  </a:lnTo>
                  <a:lnTo>
                    <a:pt x="3469067" y="1891577"/>
                  </a:lnTo>
                  <a:lnTo>
                    <a:pt x="3469254" y="1894418"/>
                  </a:lnTo>
                  <a:lnTo>
                    <a:pt x="3469441" y="1897840"/>
                  </a:lnTo>
                  <a:lnTo>
                    <a:pt x="3469628" y="1901026"/>
                  </a:lnTo>
                  <a:lnTo>
                    <a:pt x="3469815" y="1903358"/>
                  </a:lnTo>
                  <a:lnTo>
                    <a:pt x="3470002" y="1904949"/>
                  </a:lnTo>
                  <a:lnTo>
                    <a:pt x="3470189" y="1905240"/>
                  </a:lnTo>
                  <a:lnTo>
                    <a:pt x="3470376" y="1904596"/>
                  </a:lnTo>
                  <a:lnTo>
                    <a:pt x="3470563" y="1904117"/>
                  </a:lnTo>
                  <a:lnTo>
                    <a:pt x="3470750" y="1903625"/>
                  </a:lnTo>
                  <a:lnTo>
                    <a:pt x="3470937" y="1903010"/>
                  </a:lnTo>
                  <a:lnTo>
                    <a:pt x="3471124" y="1902932"/>
                  </a:lnTo>
                  <a:lnTo>
                    <a:pt x="3471311" y="1902726"/>
                  </a:lnTo>
                  <a:lnTo>
                    <a:pt x="3471497" y="1902308"/>
                  </a:lnTo>
                  <a:lnTo>
                    <a:pt x="3471684" y="1901184"/>
                  </a:lnTo>
                  <a:lnTo>
                    <a:pt x="3471871" y="1898486"/>
                  </a:lnTo>
                  <a:lnTo>
                    <a:pt x="3472058" y="1895258"/>
                  </a:lnTo>
                  <a:lnTo>
                    <a:pt x="3472245" y="1891533"/>
                  </a:lnTo>
                  <a:lnTo>
                    <a:pt x="3472432" y="1887670"/>
                  </a:lnTo>
                  <a:lnTo>
                    <a:pt x="3472619" y="1884028"/>
                  </a:lnTo>
                  <a:lnTo>
                    <a:pt x="3472806" y="1880144"/>
                  </a:lnTo>
                  <a:lnTo>
                    <a:pt x="3472993" y="1876052"/>
                  </a:lnTo>
                  <a:lnTo>
                    <a:pt x="3473180" y="1872433"/>
                  </a:lnTo>
                  <a:lnTo>
                    <a:pt x="3473367" y="1868693"/>
                  </a:lnTo>
                  <a:lnTo>
                    <a:pt x="3473554" y="1864568"/>
                  </a:lnTo>
                  <a:lnTo>
                    <a:pt x="3473741" y="1860441"/>
                  </a:lnTo>
                  <a:lnTo>
                    <a:pt x="3473927" y="1855747"/>
                  </a:lnTo>
                  <a:lnTo>
                    <a:pt x="3474114" y="1851560"/>
                  </a:lnTo>
                  <a:lnTo>
                    <a:pt x="3474301" y="1847310"/>
                  </a:lnTo>
                  <a:lnTo>
                    <a:pt x="3474488" y="1842602"/>
                  </a:lnTo>
                  <a:lnTo>
                    <a:pt x="3474675" y="1837817"/>
                  </a:lnTo>
                  <a:lnTo>
                    <a:pt x="3474862" y="1833604"/>
                  </a:lnTo>
                  <a:lnTo>
                    <a:pt x="3475049" y="1829086"/>
                  </a:lnTo>
                  <a:lnTo>
                    <a:pt x="3475236" y="1824977"/>
                  </a:lnTo>
                  <a:lnTo>
                    <a:pt x="3475423" y="1821159"/>
                  </a:lnTo>
                  <a:lnTo>
                    <a:pt x="3475610" y="1817828"/>
                  </a:lnTo>
                  <a:lnTo>
                    <a:pt x="3475797" y="1814640"/>
                  </a:lnTo>
                  <a:lnTo>
                    <a:pt x="3475984" y="1810906"/>
                  </a:lnTo>
                  <a:lnTo>
                    <a:pt x="3476170" y="1806317"/>
                  </a:lnTo>
                  <a:lnTo>
                    <a:pt x="3476357" y="1801716"/>
                  </a:lnTo>
                  <a:lnTo>
                    <a:pt x="3476544" y="1797382"/>
                  </a:lnTo>
                  <a:lnTo>
                    <a:pt x="3476731" y="1793348"/>
                  </a:lnTo>
                  <a:lnTo>
                    <a:pt x="3476918" y="1788943"/>
                  </a:lnTo>
                  <a:lnTo>
                    <a:pt x="3477105" y="1784345"/>
                  </a:lnTo>
                  <a:lnTo>
                    <a:pt x="3477292" y="1779329"/>
                  </a:lnTo>
                  <a:lnTo>
                    <a:pt x="3477479" y="1773974"/>
                  </a:lnTo>
                  <a:lnTo>
                    <a:pt x="3477666" y="1770175"/>
                  </a:lnTo>
                  <a:lnTo>
                    <a:pt x="3477853" y="1766214"/>
                  </a:lnTo>
                  <a:lnTo>
                    <a:pt x="3478040" y="1761433"/>
                  </a:lnTo>
                  <a:lnTo>
                    <a:pt x="3478227" y="1755967"/>
                  </a:lnTo>
                  <a:lnTo>
                    <a:pt x="3478414" y="1749411"/>
                  </a:lnTo>
                  <a:lnTo>
                    <a:pt x="3478600" y="1742609"/>
                  </a:lnTo>
                  <a:lnTo>
                    <a:pt x="3478787" y="1736995"/>
                  </a:lnTo>
                  <a:lnTo>
                    <a:pt x="3478974" y="1731654"/>
                  </a:lnTo>
                  <a:lnTo>
                    <a:pt x="3479161" y="1726886"/>
                  </a:lnTo>
                  <a:lnTo>
                    <a:pt x="3479348" y="1721679"/>
                  </a:lnTo>
                  <a:lnTo>
                    <a:pt x="3479535" y="1715922"/>
                  </a:lnTo>
                  <a:lnTo>
                    <a:pt x="3479722" y="1710951"/>
                  </a:lnTo>
                  <a:lnTo>
                    <a:pt x="3479909" y="1706063"/>
                  </a:lnTo>
                  <a:lnTo>
                    <a:pt x="3480096" y="1701559"/>
                  </a:lnTo>
                  <a:lnTo>
                    <a:pt x="3480283" y="1697579"/>
                  </a:lnTo>
                  <a:lnTo>
                    <a:pt x="3480470" y="1693330"/>
                  </a:lnTo>
                  <a:lnTo>
                    <a:pt x="3480657" y="1688800"/>
                  </a:lnTo>
                  <a:lnTo>
                    <a:pt x="3480843" y="1684467"/>
                  </a:lnTo>
                  <a:lnTo>
                    <a:pt x="3481030" y="1680553"/>
                  </a:lnTo>
                  <a:lnTo>
                    <a:pt x="3481217" y="1677182"/>
                  </a:lnTo>
                  <a:lnTo>
                    <a:pt x="3481404" y="1674133"/>
                  </a:lnTo>
                  <a:lnTo>
                    <a:pt x="3481591" y="1671033"/>
                  </a:lnTo>
                  <a:lnTo>
                    <a:pt x="3481778" y="1669088"/>
                  </a:lnTo>
                  <a:lnTo>
                    <a:pt x="3481965" y="1668901"/>
                  </a:lnTo>
                  <a:lnTo>
                    <a:pt x="3482152" y="1669278"/>
                  </a:lnTo>
                  <a:lnTo>
                    <a:pt x="3482339" y="1669384"/>
                  </a:lnTo>
                  <a:lnTo>
                    <a:pt x="3482526" y="1668612"/>
                  </a:lnTo>
                  <a:lnTo>
                    <a:pt x="3482713" y="1668507"/>
                  </a:lnTo>
                  <a:lnTo>
                    <a:pt x="3482900" y="1668646"/>
                  </a:lnTo>
                  <a:lnTo>
                    <a:pt x="3483087" y="1669420"/>
                  </a:lnTo>
                  <a:lnTo>
                    <a:pt x="3483273" y="1671128"/>
                  </a:lnTo>
                  <a:lnTo>
                    <a:pt x="3483460" y="1673250"/>
                  </a:lnTo>
                  <a:lnTo>
                    <a:pt x="3483647" y="1675927"/>
                  </a:lnTo>
                  <a:lnTo>
                    <a:pt x="3483834" y="1679110"/>
                  </a:lnTo>
                  <a:lnTo>
                    <a:pt x="3484021" y="1682361"/>
                  </a:lnTo>
                  <a:lnTo>
                    <a:pt x="3484208" y="1685431"/>
                  </a:lnTo>
                  <a:lnTo>
                    <a:pt x="3484395" y="1689309"/>
                  </a:lnTo>
                  <a:lnTo>
                    <a:pt x="3484582" y="1693650"/>
                  </a:lnTo>
                  <a:lnTo>
                    <a:pt x="3484769" y="1697032"/>
                  </a:lnTo>
                  <a:lnTo>
                    <a:pt x="3484956" y="1700657"/>
                  </a:lnTo>
                  <a:lnTo>
                    <a:pt x="3485143" y="1702993"/>
                  </a:lnTo>
                  <a:lnTo>
                    <a:pt x="3485330" y="1704699"/>
                  </a:lnTo>
                  <a:lnTo>
                    <a:pt x="3485517" y="1705964"/>
                  </a:lnTo>
                  <a:lnTo>
                    <a:pt x="3485703" y="1707165"/>
                  </a:lnTo>
                  <a:lnTo>
                    <a:pt x="3485890" y="1707372"/>
                  </a:lnTo>
                  <a:lnTo>
                    <a:pt x="3486077" y="1706957"/>
                  </a:lnTo>
                  <a:lnTo>
                    <a:pt x="3486264" y="1705469"/>
                  </a:lnTo>
                  <a:lnTo>
                    <a:pt x="3486451" y="1702437"/>
                  </a:lnTo>
                  <a:lnTo>
                    <a:pt x="3486638" y="1699355"/>
                  </a:lnTo>
                  <a:lnTo>
                    <a:pt x="3486825" y="1695042"/>
                  </a:lnTo>
                  <a:lnTo>
                    <a:pt x="3487012" y="1690159"/>
                  </a:lnTo>
                  <a:lnTo>
                    <a:pt x="3487199" y="1684453"/>
                  </a:lnTo>
                  <a:lnTo>
                    <a:pt x="3487386" y="1677840"/>
                  </a:lnTo>
                  <a:lnTo>
                    <a:pt x="3487573" y="1669799"/>
                  </a:lnTo>
                  <a:lnTo>
                    <a:pt x="3487760" y="1661223"/>
                  </a:lnTo>
                  <a:lnTo>
                    <a:pt x="3487946" y="1652513"/>
                  </a:lnTo>
                  <a:lnTo>
                    <a:pt x="3488133" y="1644758"/>
                  </a:lnTo>
                  <a:lnTo>
                    <a:pt x="3488320" y="1636250"/>
                  </a:lnTo>
                  <a:lnTo>
                    <a:pt x="3488507" y="1626645"/>
                  </a:lnTo>
                  <a:lnTo>
                    <a:pt x="3488694" y="1615669"/>
                  </a:lnTo>
                  <a:lnTo>
                    <a:pt x="3488881" y="1604197"/>
                  </a:lnTo>
                  <a:lnTo>
                    <a:pt x="3489068" y="1592328"/>
                  </a:lnTo>
                  <a:lnTo>
                    <a:pt x="3489255" y="1579682"/>
                  </a:lnTo>
                  <a:lnTo>
                    <a:pt x="3489442" y="1566960"/>
                  </a:lnTo>
                  <a:lnTo>
                    <a:pt x="3489629" y="1554373"/>
                  </a:lnTo>
                  <a:lnTo>
                    <a:pt x="3489816" y="1542050"/>
                  </a:lnTo>
                  <a:lnTo>
                    <a:pt x="3490003" y="1528681"/>
                  </a:lnTo>
                  <a:lnTo>
                    <a:pt x="3490190" y="1514176"/>
                  </a:lnTo>
                  <a:lnTo>
                    <a:pt x="3490376" y="1499470"/>
                  </a:lnTo>
                  <a:lnTo>
                    <a:pt x="3490563" y="1483875"/>
                  </a:lnTo>
                  <a:lnTo>
                    <a:pt x="3490750" y="1469177"/>
                  </a:lnTo>
                  <a:lnTo>
                    <a:pt x="3490937" y="1454796"/>
                  </a:lnTo>
                  <a:lnTo>
                    <a:pt x="3491124" y="1442332"/>
                  </a:lnTo>
                  <a:lnTo>
                    <a:pt x="3491311" y="1431293"/>
                  </a:lnTo>
                  <a:lnTo>
                    <a:pt x="3491498" y="1421284"/>
                  </a:lnTo>
                  <a:lnTo>
                    <a:pt x="3491685" y="1411731"/>
                  </a:lnTo>
                  <a:lnTo>
                    <a:pt x="3491872" y="1403375"/>
                  </a:lnTo>
                  <a:lnTo>
                    <a:pt x="3492059" y="1394834"/>
                  </a:lnTo>
                  <a:lnTo>
                    <a:pt x="3492246" y="1385572"/>
                  </a:lnTo>
                  <a:lnTo>
                    <a:pt x="3492433" y="1375915"/>
                  </a:lnTo>
                  <a:lnTo>
                    <a:pt x="3492620" y="1367839"/>
                  </a:lnTo>
                  <a:lnTo>
                    <a:pt x="3492806" y="1360114"/>
                  </a:lnTo>
                  <a:lnTo>
                    <a:pt x="3492993" y="1353088"/>
                  </a:lnTo>
                  <a:lnTo>
                    <a:pt x="3493180" y="1346947"/>
                  </a:lnTo>
                  <a:lnTo>
                    <a:pt x="3493367" y="1342045"/>
                  </a:lnTo>
                  <a:lnTo>
                    <a:pt x="3493554" y="1337558"/>
                  </a:lnTo>
                  <a:lnTo>
                    <a:pt x="3493741" y="1332972"/>
                  </a:lnTo>
                  <a:lnTo>
                    <a:pt x="3493928" y="1327598"/>
                  </a:lnTo>
                  <a:lnTo>
                    <a:pt x="3494115" y="1321783"/>
                  </a:lnTo>
                  <a:lnTo>
                    <a:pt x="3494302" y="1316485"/>
                  </a:lnTo>
                  <a:lnTo>
                    <a:pt x="3494489" y="1312727"/>
                  </a:lnTo>
                  <a:lnTo>
                    <a:pt x="3494676" y="1310328"/>
                  </a:lnTo>
                  <a:lnTo>
                    <a:pt x="3494863" y="1310051"/>
                  </a:lnTo>
                  <a:lnTo>
                    <a:pt x="3495049" y="1311571"/>
                  </a:lnTo>
                  <a:lnTo>
                    <a:pt x="3495236" y="1315236"/>
                  </a:lnTo>
                  <a:lnTo>
                    <a:pt x="3495423" y="1319498"/>
                  </a:lnTo>
                  <a:lnTo>
                    <a:pt x="3495610" y="1322457"/>
                  </a:lnTo>
                  <a:lnTo>
                    <a:pt x="3495797" y="1325137"/>
                  </a:lnTo>
                  <a:lnTo>
                    <a:pt x="3495984" y="1327776"/>
                  </a:lnTo>
                  <a:lnTo>
                    <a:pt x="3496171" y="1330240"/>
                  </a:lnTo>
                  <a:lnTo>
                    <a:pt x="3496358" y="1332654"/>
                  </a:lnTo>
                  <a:lnTo>
                    <a:pt x="3496545" y="1335180"/>
                  </a:lnTo>
                  <a:lnTo>
                    <a:pt x="3496732" y="1338550"/>
                  </a:lnTo>
                  <a:lnTo>
                    <a:pt x="3496919" y="1342602"/>
                  </a:lnTo>
                  <a:lnTo>
                    <a:pt x="3497106" y="1346722"/>
                  </a:lnTo>
                  <a:lnTo>
                    <a:pt x="3497293" y="1350768"/>
                  </a:lnTo>
                  <a:lnTo>
                    <a:pt x="3497479" y="1354331"/>
                  </a:lnTo>
                  <a:lnTo>
                    <a:pt x="3497666" y="1357407"/>
                  </a:lnTo>
                  <a:lnTo>
                    <a:pt x="3497853" y="1359490"/>
                  </a:lnTo>
                  <a:lnTo>
                    <a:pt x="3498040" y="1359909"/>
                  </a:lnTo>
                  <a:lnTo>
                    <a:pt x="3498227" y="1359577"/>
                  </a:lnTo>
                  <a:lnTo>
                    <a:pt x="3498414" y="1360300"/>
                  </a:lnTo>
                  <a:lnTo>
                    <a:pt x="3498601" y="1361552"/>
                  </a:lnTo>
                  <a:lnTo>
                    <a:pt x="3498788" y="1362589"/>
                  </a:lnTo>
                  <a:lnTo>
                    <a:pt x="3498975" y="1364174"/>
                  </a:lnTo>
                  <a:lnTo>
                    <a:pt x="3499162" y="1365549"/>
                  </a:lnTo>
                  <a:lnTo>
                    <a:pt x="3499349" y="1365677"/>
                  </a:lnTo>
                  <a:lnTo>
                    <a:pt x="3499536" y="1364610"/>
                  </a:lnTo>
                  <a:lnTo>
                    <a:pt x="3499722" y="1362427"/>
                  </a:lnTo>
                  <a:lnTo>
                    <a:pt x="3499909" y="1359363"/>
                  </a:lnTo>
                  <a:lnTo>
                    <a:pt x="3500096" y="1355715"/>
                  </a:lnTo>
                  <a:lnTo>
                    <a:pt x="3500283" y="1351842"/>
                  </a:lnTo>
                  <a:lnTo>
                    <a:pt x="3500470" y="1347330"/>
                  </a:lnTo>
                  <a:lnTo>
                    <a:pt x="3500657" y="1342179"/>
                  </a:lnTo>
                  <a:lnTo>
                    <a:pt x="3500844" y="1336929"/>
                  </a:lnTo>
                  <a:lnTo>
                    <a:pt x="3501031" y="1331292"/>
                  </a:lnTo>
                  <a:lnTo>
                    <a:pt x="3501218" y="1324948"/>
                  </a:lnTo>
                  <a:lnTo>
                    <a:pt x="3501405" y="1319220"/>
                  </a:lnTo>
                  <a:lnTo>
                    <a:pt x="3501592" y="1314369"/>
                  </a:lnTo>
                  <a:lnTo>
                    <a:pt x="3501779" y="1309526"/>
                  </a:lnTo>
                  <a:lnTo>
                    <a:pt x="3501966" y="1305611"/>
                  </a:lnTo>
                  <a:lnTo>
                    <a:pt x="3502152" y="1302106"/>
                  </a:lnTo>
                  <a:lnTo>
                    <a:pt x="3502339" y="1299129"/>
                  </a:lnTo>
                  <a:lnTo>
                    <a:pt x="3502526" y="1296570"/>
                  </a:lnTo>
                  <a:lnTo>
                    <a:pt x="3502713" y="1293383"/>
                  </a:lnTo>
                  <a:lnTo>
                    <a:pt x="3502900" y="1291171"/>
                  </a:lnTo>
                  <a:lnTo>
                    <a:pt x="3503087" y="1287859"/>
                  </a:lnTo>
                  <a:lnTo>
                    <a:pt x="3503274" y="1285024"/>
                  </a:lnTo>
                  <a:lnTo>
                    <a:pt x="3503461" y="1283016"/>
                  </a:lnTo>
                  <a:lnTo>
                    <a:pt x="3503648" y="1281409"/>
                  </a:lnTo>
                  <a:lnTo>
                    <a:pt x="3503835" y="1279767"/>
                  </a:lnTo>
                  <a:lnTo>
                    <a:pt x="3504022" y="1276733"/>
                  </a:lnTo>
                  <a:lnTo>
                    <a:pt x="3504209" y="1273426"/>
                  </a:lnTo>
                  <a:lnTo>
                    <a:pt x="3504396" y="1268236"/>
                  </a:lnTo>
                  <a:lnTo>
                    <a:pt x="3504582" y="1261701"/>
                  </a:lnTo>
                  <a:lnTo>
                    <a:pt x="3504769" y="1254180"/>
                  </a:lnTo>
                  <a:lnTo>
                    <a:pt x="3504956" y="1245552"/>
                  </a:lnTo>
                  <a:lnTo>
                    <a:pt x="3505143" y="1235903"/>
                  </a:lnTo>
                  <a:lnTo>
                    <a:pt x="3505330" y="1227042"/>
                  </a:lnTo>
                  <a:lnTo>
                    <a:pt x="3505517" y="1218058"/>
                  </a:lnTo>
                  <a:lnTo>
                    <a:pt x="3505704" y="1208578"/>
                  </a:lnTo>
                  <a:lnTo>
                    <a:pt x="3505891" y="1199053"/>
                  </a:lnTo>
                  <a:lnTo>
                    <a:pt x="3506078" y="1189189"/>
                  </a:lnTo>
                  <a:lnTo>
                    <a:pt x="3506265" y="1179220"/>
                  </a:lnTo>
                  <a:lnTo>
                    <a:pt x="3506452" y="1169608"/>
                  </a:lnTo>
                  <a:lnTo>
                    <a:pt x="3506639" y="1159886"/>
                  </a:lnTo>
                  <a:lnTo>
                    <a:pt x="3506825" y="1150045"/>
                  </a:lnTo>
                  <a:lnTo>
                    <a:pt x="3507012" y="1140957"/>
                  </a:lnTo>
                  <a:lnTo>
                    <a:pt x="3507199" y="1132797"/>
                  </a:lnTo>
                  <a:lnTo>
                    <a:pt x="3507386" y="1125263"/>
                  </a:lnTo>
                  <a:lnTo>
                    <a:pt x="3507573" y="1118971"/>
                  </a:lnTo>
                  <a:lnTo>
                    <a:pt x="3507760" y="1114119"/>
                  </a:lnTo>
                  <a:lnTo>
                    <a:pt x="3507947" y="1110083"/>
                  </a:lnTo>
                  <a:lnTo>
                    <a:pt x="3508134" y="1106976"/>
                  </a:lnTo>
                  <a:lnTo>
                    <a:pt x="3508321" y="1104582"/>
                  </a:lnTo>
                  <a:lnTo>
                    <a:pt x="3508508" y="1102125"/>
                  </a:lnTo>
                  <a:lnTo>
                    <a:pt x="3508695" y="1101078"/>
                  </a:lnTo>
                  <a:lnTo>
                    <a:pt x="3508882" y="1100367"/>
                  </a:lnTo>
                  <a:lnTo>
                    <a:pt x="3509069" y="1100404"/>
                  </a:lnTo>
                  <a:lnTo>
                    <a:pt x="3509255" y="1100011"/>
                  </a:lnTo>
                  <a:lnTo>
                    <a:pt x="3509442" y="1099657"/>
                  </a:lnTo>
                  <a:lnTo>
                    <a:pt x="3509629" y="1099137"/>
                  </a:lnTo>
                  <a:lnTo>
                    <a:pt x="3509816" y="1098335"/>
                  </a:lnTo>
                  <a:lnTo>
                    <a:pt x="3510003" y="1097107"/>
                  </a:lnTo>
                  <a:lnTo>
                    <a:pt x="3510190" y="1095688"/>
                  </a:lnTo>
                  <a:lnTo>
                    <a:pt x="3510377" y="1094987"/>
                  </a:lnTo>
                  <a:lnTo>
                    <a:pt x="3510564" y="1093171"/>
                  </a:lnTo>
                  <a:lnTo>
                    <a:pt x="3510751" y="1091179"/>
                  </a:lnTo>
                  <a:lnTo>
                    <a:pt x="3510938" y="1088684"/>
                  </a:lnTo>
                  <a:lnTo>
                    <a:pt x="3511125" y="1086126"/>
                  </a:lnTo>
                  <a:lnTo>
                    <a:pt x="3511312" y="1084108"/>
                  </a:lnTo>
                  <a:lnTo>
                    <a:pt x="3511499" y="1080987"/>
                  </a:lnTo>
                  <a:lnTo>
                    <a:pt x="3511685" y="1078086"/>
                  </a:lnTo>
                  <a:lnTo>
                    <a:pt x="3511872" y="1075852"/>
                  </a:lnTo>
                  <a:lnTo>
                    <a:pt x="3512059" y="1075592"/>
                  </a:lnTo>
                  <a:lnTo>
                    <a:pt x="3512246" y="1076239"/>
                  </a:lnTo>
                  <a:lnTo>
                    <a:pt x="3512433" y="1077691"/>
                  </a:lnTo>
                  <a:lnTo>
                    <a:pt x="3512620" y="1079924"/>
                  </a:lnTo>
                  <a:lnTo>
                    <a:pt x="3512807" y="1083057"/>
                  </a:lnTo>
                  <a:lnTo>
                    <a:pt x="3512994" y="1086418"/>
                  </a:lnTo>
                  <a:lnTo>
                    <a:pt x="3513181" y="1090051"/>
                  </a:lnTo>
                  <a:lnTo>
                    <a:pt x="3513368" y="1094688"/>
                  </a:lnTo>
                  <a:lnTo>
                    <a:pt x="3513555" y="1100395"/>
                  </a:lnTo>
                  <a:lnTo>
                    <a:pt x="3513742" y="1105979"/>
                  </a:lnTo>
                  <a:lnTo>
                    <a:pt x="3513928" y="1111540"/>
                  </a:lnTo>
                  <a:lnTo>
                    <a:pt x="3514115" y="1117334"/>
                  </a:lnTo>
                  <a:lnTo>
                    <a:pt x="3514302" y="1123381"/>
                  </a:lnTo>
                  <a:lnTo>
                    <a:pt x="3514489" y="1130028"/>
                  </a:lnTo>
                  <a:lnTo>
                    <a:pt x="3514676" y="1137325"/>
                  </a:lnTo>
                  <a:lnTo>
                    <a:pt x="3514863" y="1144610"/>
                  </a:lnTo>
                  <a:lnTo>
                    <a:pt x="3515050" y="1149409"/>
                  </a:lnTo>
                  <a:lnTo>
                    <a:pt x="3515237" y="1154853"/>
                  </a:lnTo>
                  <a:lnTo>
                    <a:pt x="3515424" y="1161806"/>
                  </a:lnTo>
                  <a:lnTo>
                    <a:pt x="3515611" y="1169248"/>
                  </a:lnTo>
                  <a:lnTo>
                    <a:pt x="3515798" y="1176922"/>
                  </a:lnTo>
                  <a:lnTo>
                    <a:pt x="3515985" y="1184609"/>
                  </a:lnTo>
                  <a:lnTo>
                    <a:pt x="3516172" y="1191509"/>
                  </a:lnTo>
                  <a:lnTo>
                    <a:pt x="3516358" y="1198188"/>
                  </a:lnTo>
                  <a:lnTo>
                    <a:pt x="3516545" y="1204147"/>
                  </a:lnTo>
                  <a:lnTo>
                    <a:pt x="3516732" y="1210128"/>
                  </a:lnTo>
                  <a:lnTo>
                    <a:pt x="3516919" y="1216048"/>
                  </a:lnTo>
                  <a:lnTo>
                    <a:pt x="3517106" y="1220897"/>
                  </a:lnTo>
                  <a:lnTo>
                    <a:pt x="3517293" y="1224840"/>
                  </a:lnTo>
                  <a:lnTo>
                    <a:pt x="3517480" y="1228121"/>
                  </a:lnTo>
                  <a:lnTo>
                    <a:pt x="3517667" y="1230886"/>
                  </a:lnTo>
                  <a:lnTo>
                    <a:pt x="3517854" y="1233648"/>
                  </a:lnTo>
                  <a:lnTo>
                    <a:pt x="3518041" y="1237571"/>
                  </a:lnTo>
                  <a:lnTo>
                    <a:pt x="3518228" y="1241391"/>
                  </a:lnTo>
                  <a:lnTo>
                    <a:pt x="3518415" y="1244379"/>
                  </a:lnTo>
                  <a:lnTo>
                    <a:pt x="3518601" y="1246740"/>
                  </a:lnTo>
                  <a:lnTo>
                    <a:pt x="3518788" y="1247965"/>
                  </a:lnTo>
                  <a:lnTo>
                    <a:pt x="3518975" y="1248605"/>
                  </a:lnTo>
                  <a:lnTo>
                    <a:pt x="3519162" y="1248778"/>
                  </a:lnTo>
                  <a:lnTo>
                    <a:pt x="3519349" y="1248397"/>
                  </a:lnTo>
                  <a:lnTo>
                    <a:pt x="3519536" y="1248443"/>
                  </a:lnTo>
                  <a:lnTo>
                    <a:pt x="3519723" y="1248518"/>
                  </a:lnTo>
                  <a:lnTo>
                    <a:pt x="3519910" y="1249759"/>
                  </a:lnTo>
                  <a:lnTo>
                    <a:pt x="3520097" y="1251264"/>
                  </a:lnTo>
                  <a:lnTo>
                    <a:pt x="3520284" y="1253205"/>
                  </a:lnTo>
                  <a:lnTo>
                    <a:pt x="3520471" y="1254774"/>
                  </a:lnTo>
                  <a:lnTo>
                    <a:pt x="3520658" y="1255904"/>
                  </a:lnTo>
                  <a:lnTo>
                    <a:pt x="3520845" y="1256311"/>
                  </a:lnTo>
                  <a:lnTo>
                    <a:pt x="3521031" y="1256006"/>
                  </a:lnTo>
                  <a:lnTo>
                    <a:pt x="3521218" y="1255631"/>
                  </a:lnTo>
                  <a:lnTo>
                    <a:pt x="3521405" y="1254649"/>
                  </a:lnTo>
                  <a:lnTo>
                    <a:pt x="3521592" y="1253828"/>
                  </a:lnTo>
                  <a:lnTo>
                    <a:pt x="3521779" y="1252933"/>
                  </a:lnTo>
                  <a:lnTo>
                    <a:pt x="3521966" y="1252743"/>
                  </a:lnTo>
                  <a:lnTo>
                    <a:pt x="3522153" y="1252729"/>
                  </a:lnTo>
                  <a:lnTo>
                    <a:pt x="3522340" y="1253135"/>
                  </a:lnTo>
                  <a:lnTo>
                    <a:pt x="3522527" y="1254505"/>
                  </a:lnTo>
                  <a:lnTo>
                    <a:pt x="3522714" y="1256639"/>
                  </a:lnTo>
                  <a:lnTo>
                    <a:pt x="3522901" y="1258966"/>
                  </a:lnTo>
                  <a:lnTo>
                    <a:pt x="3523088" y="1261332"/>
                  </a:lnTo>
                  <a:lnTo>
                    <a:pt x="3523275" y="1264031"/>
                  </a:lnTo>
                  <a:lnTo>
                    <a:pt x="3523461" y="1266823"/>
                  </a:lnTo>
                  <a:lnTo>
                    <a:pt x="3523648" y="1270863"/>
                  </a:lnTo>
                  <a:lnTo>
                    <a:pt x="3523835" y="1275324"/>
                  </a:lnTo>
                  <a:lnTo>
                    <a:pt x="3524022" y="1280220"/>
                  </a:lnTo>
                  <a:lnTo>
                    <a:pt x="3524209" y="1286008"/>
                  </a:lnTo>
                  <a:lnTo>
                    <a:pt x="3524396" y="1292938"/>
                  </a:lnTo>
                  <a:lnTo>
                    <a:pt x="3524583" y="1300907"/>
                  </a:lnTo>
                  <a:lnTo>
                    <a:pt x="3524770" y="1308906"/>
                  </a:lnTo>
                  <a:lnTo>
                    <a:pt x="3524957" y="1317441"/>
                  </a:lnTo>
                  <a:lnTo>
                    <a:pt x="3525144" y="1326015"/>
                  </a:lnTo>
                  <a:lnTo>
                    <a:pt x="3525331" y="1334725"/>
                  </a:lnTo>
                  <a:lnTo>
                    <a:pt x="3525518" y="1342631"/>
                  </a:lnTo>
                  <a:lnTo>
                    <a:pt x="3525704" y="1351603"/>
                  </a:lnTo>
                  <a:lnTo>
                    <a:pt x="3525891" y="1361032"/>
                  </a:lnTo>
                  <a:lnTo>
                    <a:pt x="3526078" y="1370987"/>
                  </a:lnTo>
                  <a:lnTo>
                    <a:pt x="3526265" y="1380735"/>
                  </a:lnTo>
                  <a:lnTo>
                    <a:pt x="3526452" y="1390858"/>
                  </a:lnTo>
                  <a:lnTo>
                    <a:pt x="3526639" y="1401179"/>
                  </a:lnTo>
                  <a:lnTo>
                    <a:pt x="3526826" y="1411305"/>
                  </a:lnTo>
                  <a:lnTo>
                    <a:pt x="3527013" y="1420919"/>
                  </a:lnTo>
                  <a:lnTo>
                    <a:pt x="3527200" y="1430316"/>
                  </a:lnTo>
                  <a:lnTo>
                    <a:pt x="3527387" y="1439972"/>
                  </a:lnTo>
                  <a:lnTo>
                    <a:pt x="3527574" y="1449746"/>
                  </a:lnTo>
                  <a:lnTo>
                    <a:pt x="3527761" y="1459633"/>
                  </a:lnTo>
                  <a:lnTo>
                    <a:pt x="3527948" y="1470728"/>
                  </a:lnTo>
                  <a:lnTo>
                    <a:pt x="3528134" y="1480869"/>
                  </a:lnTo>
                  <a:lnTo>
                    <a:pt x="3528321" y="1490413"/>
                  </a:lnTo>
                  <a:lnTo>
                    <a:pt x="3528508" y="1498581"/>
                  </a:lnTo>
                  <a:lnTo>
                    <a:pt x="3528695" y="1505556"/>
                  </a:lnTo>
                  <a:lnTo>
                    <a:pt x="3528882" y="1511631"/>
                  </a:lnTo>
                  <a:lnTo>
                    <a:pt x="3529069" y="1517285"/>
                  </a:lnTo>
                  <a:lnTo>
                    <a:pt x="3529256" y="1522087"/>
                  </a:lnTo>
                  <a:lnTo>
                    <a:pt x="3529443" y="1527323"/>
                  </a:lnTo>
                  <a:lnTo>
                    <a:pt x="3529630" y="1533109"/>
                  </a:lnTo>
                  <a:lnTo>
                    <a:pt x="3529817" y="1539310"/>
                  </a:lnTo>
                  <a:lnTo>
                    <a:pt x="3530004" y="1543841"/>
                  </a:lnTo>
                  <a:lnTo>
                    <a:pt x="3530191" y="1548540"/>
                  </a:lnTo>
                  <a:lnTo>
                    <a:pt x="3530378" y="1552411"/>
                  </a:lnTo>
                  <a:lnTo>
                    <a:pt x="3530564" y="1555765"/>
                  </a:lnTo>
                  <a:lnTo>
                    <a:pt x="3530751" y="1558025"/>
                  </a:lnTo>
                  <a:lnTo>
                    <a:pt x="3530938" y="1560265"/>
                  </a:lnTo>
                  <a:lnTo>
                    <a:pt x="3531125" y="1562708"/>
                  </a:lnTo>
                  <a:lnTo>
                    <a:pt x="3531312" y="1565596"/>
                  </a:lnTo>
                  <a:lnTo>
                    <a:pt x="3531499" y="1569370"/>
                  </a:lnTo>
                  <a:lnTo>
                    <a:pt x="3531686" y="1572829"/>
                  </a:lnTo>
                  <a:lnTo>
                    <a:pt x="3531873" y="1575253"/>
                  </a:lnTo>
                  <a:lnTo>
                    <a:pt x="3532060" y="1577418"/>
                  </a:lnTo>
                  <a:lnTo>
                    <a:pt x="3532247" y="1576895"/>
                  </a:lnTo>
                  <a:lnTo>
                    <a:pt x="3532434" y="1575022"/>
                  </a:lnTo>
                  <a:lnTo>
                    <a:pt x="3532621" y="1571385"/>
                  </a:lnTo>
                  <a:lnTo>
                    <a:pt x="3532807" y="1567043"/>
                  </a:lnTo>
                  <a:lnTo>
                    <a:pt x="3532994" y="1562663"/>
                  </a:lnTo>
                  <a:lnTo>
                    <a:pt x="3533181" y="1558218"/>
                  </a:lnTo>
                  <a:lnTo>
                    <a:pt x="3533368" y="1554530"/>
                  </a:lnTo>
                  <a:lnTo>
                    <a:pt x="3533555" y="1551836"/>
                  </a:lnTo>
                  <a:lnTo>
                    <a:pt x="3533742" y="1549701"/>
                  </a:lnTo>
                  <a:lnTo>
                    <a:pt x="3533929" y="1546872"/>
                  </a:lnTo>
                  <a:lnTo>
                    <a:pt x="3534116" y="1543764"/>
                  </a:lnTo>
                  <a:lnTo>
                    <a:pt x="3534303" y="1541524"/>
                  </a:lnTo>
                  <a:lnTo>
                    <a:pt x="3534490" y="1538802"/>
                  </a:lnTo>
                  <a:lnTo>
                    <a:pt x="3534677" y="1534922"/>
                  </a:lnTo>
                  <a:lnTo>
                    <a:pt x="3534864" y="1530618"/>
                  </a:lnTo>
                  <a:lnTo>
                    <a:pt x="3535051" y="1525929"/>
                  </a:lnTo>
                  <a:lnTo>
                    <a:pt x="3535237" y="1520642"/>
                  </a:lnTo>
                  <a:lnTo>
                    <a:pt x="3535424" y="1515098"/>
                  </a:lnTo>
                  <a:lnTo>
                    <a:pt x="3535611" y="1509260"/>
                  </a:lnTo>
                  <a:lnTo>
                    <a:pt x="3535798" y="1502552"/>
                  </a:lnTo>
                  <a:lnTo>
                    <a:pt x="3535985" y="1495035"/>
                  </a:lnTo>
                  <a:lnTo>
                    <a:pt x="3536172" y="1487974"/>
                  </a:lnTo>
                  <a:lnTo>
                    <a:pt x="3536359" y="1480441"/>
                  </a:lnTo>
                  <a:lnTo>
                    <a:pt x="3536546" y="1472320"/>
                  </a:lnTo>
                  <a:lnTo>
                    <a:pt x="3536733" y="1464016"/>
                  </a:lnTo>
                  <a:lnTo>
                    <a:pt x="3536920" y="1456890"/>
                  </a:lnTo>
                  <a:lnTo>
                    <a:pt x="3537107" y="1449549"/>
                  </a:lnTo>
                  <a:lnTo>
                    <a:pt x="3537294" y="1443656"/>
                  </a:lnTo>
                  <a:lnTo>
                    <a:pt x="3537480" y="1439214"/>
                  </a:lnTo>
                  <a:lnTo>
                    <a:pt x="3537667" y="1435028"/>
                  </a:lnTo>
                  <a:lnTo>
                    <a:pt x="3537854" y="1431682"/>
                  </a:lnTo>
                  <a:lnTo>
                    <a:pt x="3538041" y="1429329"/>
                  </a:lnTo>
                  <a:lnTo>
                    <a:pt x="3538228" y="1427741"/>
                  </a:lnTo>
                  <a:lnTo>
                    <a:pt x="3538415" y="1426665"/>
                  </a:lnTo>
                  <a:lnTo>
                    <a:pt x="3538602" y="1425153"/>
                  </a:lnTo>
                  <a:lnTo>
                    <a:pt x="3538789" y="1423898"/>
                  </a:lnTo>
                  <a:lnTo>
                    <a:pt x="3538976" y="1422801"/>
                  </a:lnTo>
                  <a:lnTo>
                    <a:pt x="3539163" y="1422648"/>
                  </a:lnTo>
                  <a:lnTo>
                    <a:pt x="3539350" y="1421237"/>
                  </a:lnTo>
                  <a:lnTo>
                    <a:pt x="3539537" y="1420471"/>
                  </a:lnTo>
                  <a:lnTo>
                    <a:pt x="3539724" y="1419720"/>
                  </a:lnTo>
                  <a:lnTo>
                    <a:pt x="3539910" y="1419246"/>
                  </a:lnTo>
                  <a:lnTo>
                    <a:pt x="3540097" y="1417501"/>
                  </a:lnTo>
                  <a:lnTo>
                    <a:pt x="3540284" y="1415091"/>
                  </a:lnTo>
                  <a:lnTo>
                    <a:pt x="3540471" y="1412712"/>
                  </a:lnTo>
                  <a:lnTo>
                    <a:pt x="3540658" y="1410058"/>
                  </a:lnTo>
                  <a:lnTo>
                    <a:pt x="3540845" y="1406956"/>
                  </a:lnTo>
                  <a:lnTo>
                    <a:pt x="3541032" y="1403057"/>
                  </a:lnTo>
                  <a:lnTo>
                    <a:pt x="3541219" y="1399121"/>
                  </a:lnTo>
                  <a:lnTo>
                    <a:pt x="3541406" y="1397354"/>
                  </a:lnTo>
                  <a:lnTo>
                    <a:pt x="3541593" y="1394715"/>
                  </a:lnTo>
                  <a:lnTo>
                    <a:pt x="3541780" y="1393325"/>
                  </a:lnTo>
                  <a:lnTo>
                    <a:pt x="3541967" y="1392709"/>
                  </a:lnTo>
                  <a:lnTo>
                    <a:pt x="3542154" y="1393017"/>
                  </a:lnTo>
                  <a:lnTo>
                    <a:pt x="3542340" y="1393492"/>
                  </a:lnTo>
                  <a:lnTo>
                    <a:pt x="3542527" y="1393862"/>
                  </a:lnTo>
                  <a:lnTo>
                    <a:pt x="3542714" y="1392132"/>
                  </a:lnTo>
                  <a:lnTo>
                    <a:pt x="3542901" y="1392312"/>
                  </a:lnTo>
                  <a:lnTo>
                    <a:pt x="3543088" y="1391991"/>
                  </a:lnTo>
                  <a:lnTo>
                    <a:pt x="3543275" y="1389980"/>
                  </a:lnTo>
                  <a:lnTo>
                    <a:pt x="3543462" y="1387357"/>
                  </a:lnTo>
                  <a:lnTo>
                    <a:pt x="3543649" y="1383850"/>
                  </a:lnTo>
                  <a:lnTo>
                    <a:pt x="3543836" y="1380559"/>
                  </a:lnTo>
                  <a:lnTo>
                    <a:pt x="3544023" y="1377676"/>
                  </a:lnTo>
                  <a:lnTo>
                    <a:pt x="3544210" y="1375137"/>
                  </a:lnTo>
                  <a:lnTo>
                    <a:pt x="3544397" y="1372437"/>
                  </a:lnTo>
                  <a:lnTo>
                    <a:pt x="3544583" y="1369491"/>
                  </a:lnTo>
                  <a:lnTo>
                    <a:pt x="3544770" y="1367001"/>
                  </a:lnTo>
                  <a:lnTo>
                    <a:pt x="3544957" y="1365140"/>
                  </a:lnTo>
                  <a:lnTo>
                    <a:pt x="3545144" y="1363988"/>
                  </a:lnTo>
                  <a:lnTo>
                    <a:pt x="3545331" y="1363506"/>
                  </a:lnTo>
                  <a:lnTo>
                    <a:pt x="3545518" y="1363478"/>
                  </a:lnTo>
                  <a:lnTo>
                    <a:pt x="3545705" y="1362874"/>
                  </a:lnTo>
                  <a:lnTo>
                    <a:pt x="3545892" y="1362333"/>
                  </a:lnTo>
                  <a:lnTo>
                    <a:pt x="3546079" y="1361302"/>
                  </a:lnTo>
                  <a:lnTo>
                    <a:pt x="3546266" y="1360592"/>
                  </a:lnTo>
                  <a:lnTo>
                    <a:pt x="3546453" y="1361155"/>
                  </a:lnTo>
                  <a:lnTo>
                    <a:pt x="3546640" y="1362980"/>
                  </a:lnTo>
                  <a:lnTo>
                    <a:pt x="3546827" y="1365244"/>
                  </a:lnTo>
                  <a:lnTo>
                    <a:pt x="3547013" y="1367450"/>
                  </a:lnTo>
                  <a:lnTo>
                    <a:pt x="3547200" y="1369559"/>
                  </a:lnTo>
                  <a:lnTo>
                    <a:pt x="3547387" y="1371994"/>
                  </a:lnTo>
                  <a:lnTo>
                    <a:pt x="3547574" y="1373971"/>
                  </a:lnTo>
                  <a:lnTo>
                    <a:pt x="3547761" y="1375203"/>
                  </a:lnTo>
                  <a:lnTo>
                    <a:pt x="3547948" y="1375617"/>
                  </a:lnTo>
                  <a:lnTo>
                    <a:pt x="3548135" y="1374481"/>
                  </a:lnTo>
                  <a:lnTo>
                    <a:pt x="3548322" y="1372780"/>
                  </a:lnTo>
                  <a:lnTo>
                    <a:pt x="3548509" y="1370257"/>
                  </a:lnTo>
                  <a:lnTo>
                    <a:pt x="3548696" y="1367606"/>
                  </a:lnTo>
                  <a:lnTo>
                    <a:pt x="3548883" y="1365476"/>
                  </a:lnTo>
                  <a:lnTo>
                    <a:pt x="3549070" y="1363311"/>
                  </a:lnTo>
                  <a:lnTo>
                    <a:pt x="3549257" y="1358906"/>
                  </a:lnTo>
                  <a:lnTo>
                    <a:pt x="3549443" y="1352807"/>
                  </a:lnTo>
                  <a:lnTo>
                    <a:pt x="3549630" y="1345335"/>
                  </a:lnTo>
                  <a:lnTo>
                    <a:pt x="3549817" y="1336885"/>
                  </a:lnTo>
                  <a:lnTo>
                    <a:pt x="3550004" y="1326446"/>
                  </a:lnTo>
                  <a:lnTo>
                    <a:pt x="3550191" y="1315035"/>
                  </a:lnTo>
                  <a:lnTo>
                    <a:pt x="3550378" y="1303870"/>
                  </a:lnTo>
                  <a:lnTo>
                    <a:pt x="3550565" y="1292732"/>
                  </a:lnTo>
                  <a:lnTo>
                    <a:pt x="3550752" y="1282071"/>
                  </a:lnTo>
                  <a:lnTo>
                    <a:pt x="3550939" y="1270656"/>
                  </a:lnTo>
                  <a:lnTo>
                    <a:pt x="3551126" y="1261351"/>
                  </a:lnTo>
                  <a:lnTo>
                    <a:pt x="3551313" y="1253573"/>
                  </a:lnTo>
                  <a:lnTo>
                    <a:pt x="3551500" y="1246090"/>
                  </a:lnTo>
                  <a:lnTo>
                    <a:pt x="3551686" y="1239498"/>
                  </a:lnTo>
                  <a:lnTo>
                    <a:pt x="3551873" y="1233784"/>
                  </a:lnTo>
                  <a:lnTo>
                    <a:pt x="3552060" y="1229019"/>
                  </a:lnTo>
                  <a:lnTo>
                    <a:pt x="3552247" y="1224584"/>
                  </a:lnTo>
                  <a:lnTo>
                    <a:pt x="3552434" y="1220398"/>
                  </a:lnTo>
                  <a:lnTo>
                    <a:pt x="3552621" y="1216610"/>
                  </a:lnTo>
                  <a:lnTo>
                    <a:pt x="3552808" y="1212005"/>
                  </a:lnTo>
                  <a:lnTo>
                    <a:pt x="3552995" y="1206808"/>
                  </a:lnTo>
                  <a:lnTo>
                    <a:pt x="3553182" y="1201735"/>
                  </a:lnTo>
                  <a:lnTo>
                    <a:pt x="3553369" y="1196321"/>
                  </a:lnTo>
                  <a:lnTo>
                    <a:pt x="3553556" y="1191109"/>
                  </a:lnTo>
                  <a:lnTo>
                    <a:pt x="3553743" y="1186065"/>
                  </a:lnTo>
                  <a:lnTo>
                    <a:pt x="3553930" y="1181172"/>
                  </a:lnTo>
                  <a:lnTo>
                    <a:pt x="3554116" y="1175534"/>
                  </a:lnTo>
                  <a:lnTo>
                    <a:pt x="3554303" y="1170176"/>
                  </a:lnTo>
                  <a:lnTo>
                    <a:pt x="3554490" y="1164056"/>
                  </a:lnTo>
                  <a:lnTo>
                    <a:pt x="3554677" y="1159115"/>
                  </a:lnTo>
                  <a:lnTo>
                    <a:pt x="3554864" y="1153482"/>
                  </a:lnTo>
                  <a:lnTo>
                    <a:pt x="3555051" y="1147687"/>
                  </a:lnTo>
                  <a:lnTo>
                    <a:pt x="3555238" y="1141412"/>
                  </a:lnTo>
                  <a:lnTo>
                    <a:pt x="3555425" y="1134455"/>
                  </a:lnTo>
                  <a:lnTo>
                    <a:pt x="3555612" y="1127391"/>
                  </a:lnTo>
                  <a:lnTo>
                    <a:pt x="3555799" y="1120384"/>
                  </a:lnTo>
                  <a:lnTo>
                    <a:pt x="3555986" y="1113819"/>
                  </a:lnTo>
                  <a:lnTo>
                    <a:pt x="3556173" y="1107603"/>
                  </a:lnTo>
                  <a:lnTo>
                    <a:pt x="3556359" y="1101545"/>
                  </a:lnTo>
                  <a:lnTo>
                    <a:pt x="3556546" y="1095581"/>
                  </a:lnTo>
                  <a:lnTo>
                    <a:pt x="3556733" y="1089854"/>
                  </a:lnTo>
                  <a:lnTo>
                    <a:pt x="3556920" y="1084719"/>
                  </a:lnTo>
                  <a:lnTo>
                    <a:pt x="3557107" y="1079747"/>
                  </a:lnTo>
                  <a:lnTo>
                    <a:pt x="3557294" y="1075239"/>
                  </a:lnTo>
                  <a:lnTo>
                    <a:pt x="3557481" y="1070124"/>
                  </a:lnTo>
                  <a:lnTo>
                    <a:pt x="3557668" y="1064577"/>
                  </a:lnTo>
                  <a:lnTo>
                    <a:pt x="3557855" y="1060774"/>
                  </a:lnTo>
                  <a:lnTo>
                    <a:pt x="3558042" y="1057260"/>
                  </a:lnTo>
                  <a:lnTo>
                    <a:pt x="3558229" y="1055692"/>
                  </a:lnTo>
                  <a:lnTo>
                    <a:pt x="3558416" y="1055540"/>
                  </a:lnTo>
                  <a:lnTo>
                    <a:pt x="3558603" y="1055915"/>
                  </a:lnTo>
                  <a:lnTo>
                    <a:pt x="3558789" y="1057337"/>
                  </a:lnTo>
                  <a:lnTo>
                    <a:pt x="3558976" y="1059231"/>
                  </a:lnTo>
                  <a:lnTo>
                    <a:pt x="3559163" y="1061260"/>
                  </a:lnTo>
                  <a:lnTo>
                    <a:pt x="3559350" y="1062014"/>
                  </a:lnTo>
                  <a:lnTo>
                    <a:pt x="3559537" y="1062564"/>
                  </a:lnTo>
                  <a:lnTo>
                    <a:pt x="3559724" y="1063029"/>
                  </a:lnTo>
                  <a:lnTo>
                    <a:pt x="3559911" y="1063128"/>
                  </a:lnTo>
                  <a:lnTo>
                    <a:pt x="3560098" y="1063060"/>
                  </a:lnTo>
                  <a:lnTo>
                    <a:pt x="3560285" y="1062985"/>
                  </a:lnTo>
                  <a:lnTo>
                    <a:pt x="3560472" y="1063012"/>
                  </a:lnTo>
                  <a:lnTo>
                    <a:pt x="3560659" y="1063462"/>
                  </a:lnTo>
                  <a:lnTo>
                    <a:pt x="3560846" y="1064803"/>
                  </a:lnTo>
                  <a:lnTo>
                    <a:pt x="3561033" y="1066261"/>
                  </a:lnTo>
                  <a:lnTo>
                    <a:pt x="3561219" y="1068344"/>
                  </a:lnTo>
                  <a:lnTo>
                    <a:pt x="3561406" y="1070529"/>
                  </a:lnTo>
                  <a:lnTo>
                    <a:pt x="3561593" y="1073291"/>
                  </a:lnTo>
                  <a:lnTo>
                    <a:pt x="3561780" y="1075886"/>
                  </a:lnTo>
                  <a:lnTo>
                    <a:pt x="3561967" y="1078420"/>
                  </a:lnTo>
                  <a:lnTo>
                    <a:pt x="3562154" y="1081591"/>
                  </a:lnTo>
                  <a:lnTo>
                    <a:pt x="3562341" y="1084992"/>
                  </a:lnTo>
                  <a:lnTo>
                    <a:pt x="3562528" y="1087862"/>
                  </a:lnTo>
                  <a:lnTo>
                    <a:pt x="3562715" y="1090559"/>
                  </a:lnTo>
                  <a:lnTo>
                    <a:pt x="3562902" y="1093147"/>
                  </a:lnTo>
                  <a:lnTo>
                    <a:pt x="3563089" y="1094484"/>
                  </a:lnTo>
                  <a:lnTo>
                    <a:pt x="3563276" y="1094616"/>
                  </a:lnTo>
                  <a:lnTo>
                    <a:pt x="3563462" y="1094575"/>
                  </a:lnTo>
                  <a:lnTo>
                    <a:pt x="3563649" y="1093309"/>
                  </a:lnTo>
                  <a:lnTo>
                    <a:pt x="3563836" y="1090317"/>
                  </a:lnTo>
                  <a:lnTo>
                    <a:pt x="3564023" y="1086611"/>
                  </a:lnTo>
                  <a:lnTo>
                    <a:pt x="3564210" y="1082041"/>
                  </a:lnTo>
                  <a:lnTo>
                    <a:pt x="3564397" y="1076998"/>
                  </a:lnTo>
                  <a:lnTo>
                    <a:pt x="3564584" y="1070950"/>
                  </a:lnTo>
                  <a:lnTo>
                    <a:pt x="3564771" y="1064336"/>
                  </a:lnTo>
                  <a:lnTo>
                    <a:pt x="3564958" y="1056908"/>
                  </a:lnTo>
                  <a:lnTo>
                    <a:pt x="3565145" y="1047533"/>
                  </a:lnTo>
                  <a:lnTo>
                    <a:pt x="3565332" y="1036863"/>
                  </a:lnTo>
                  <a:lnTo>
                    <a:pt x="3565519" y="1025679"/>
                  </a:lnTo>
                  <a:lnTo>
                    <a:pt x="3565706" y="1014203"/>
                  </a:lnTo>
                  <a:lnTo>
                    <a:pt x="3565892" y="1002065"/>
                  </a:lnTo>
                  <a:lnTo>
                    <a:pt x="3566079" y="990047"/>
                  </a:lnTo>
                  <a:lnTo>
                    <a:pt x="3566266" y="977970"/>
                  </a:lnTo>
                  <a:lnTo>
                    <a:pt x="3566453" y="966321"/>
                  </a:lnTo>
                  <a:lnTo>
                    <a:pt x="3566640" y="955227"/>
                  </a:lnTo>
                  <a:lnTo>
                    <a:pt x="3566827" y="942549"/>
                  </a:lnTo>
                  <a:lnTo>
                    <a:pt x="3567014" y="930466"/>
                  </a:lnTo>
                  <a:lnTo>
                    <a:pt x="3567201" y="919022"/>
                  </a:lnTo>
                  <a:lnTo>
                    <a:pt x="3567388" y="908205"/>
                  </a:lnTo>
                  <a:lnTo>
                    <a:pt x="3567575" y="896911"/>
                  </a:lnTo>
                  <a:lnTo>
                    <a:pt x="3567762" y="887434"/>
                  </a:lnTo>
                  <a:lnTo>
                    <a:pt x="3567949" y="880632"/>
                  </a:lnTo>
                  <a:lnTo>
                    <a:pt x="3568135" y="874551"/>
                  </a:lnTo>
                  <a:lnTo>
                    <a:pt x="3568322" y="868207"/>
                  </a:lnTo>
                  <a:lnTo>
                    <a:pt x="3568509" y="862063"/>
                  </a:lnTo>
                  <a:lnTo>
                    <a:pt x="3568696" y="855674"/>
                  </a:lnTo>
                  <a:lnTo>
                    <a:pt x="3568883" y="851008"/>
                  </a:lnTo>
                  <a:lnTo>
                    <a:pt x="3569070" y="846158"/>
                  </a:lnTo>
                  <a:lnTo>
                    <a:pt x="3569257" y="841874"/>
                  </a:lnTo>
                  <a:lnTo>
                    <a:pt x="3569444" y="836164"/>
                  </a:lnTo>
                  <a:lnTo>
                    <a:pt x="3569631" y="831739"/>
                  </a:lnTo>
                  <a:lnTo>
                    <a:pt x="3569818" y="827435"/>
                  </a:lnTo>
                  <a:lnTo>
                    <a:pt x="3570005" y="823497"/>
                  </a:lnTo>
                  <a:lnTo>
                    <a:pt x="3570192" y="821709"/>
                  </a:lnTo>
                  <a:lnTo>
                    <a:pt x="3570379" y="819850"/>
                  </a:lnTo>
                  <a:lnTo>
                    <a:pt x="3570565" y="818876"/>
                  </a:lnTo>
                  <a:lnTo>
                    <a:pt x="3570752" y="817047"/>
                  </a:lnTo>
                  <a:lnTo>
                    <a:pt x="3570939" y="813754"/>
                  </a:lnTo>
                  <a:lnTo>
                    <a:pt x="3571126" y="809139"/>
                  </a:lnTo>
                  <a:lnTo>
                    <a:pt x="3571313" y="804720"/>
                  </a:lnTo>
                  <a:lnTo>
                    <a:pt x="3571500" y="800815"/>
                  </a:lnTo>
                  <a:lnTo>
                    <a:pt x="3571687" y="795839"/>
                  </a:lnTo>
                  <a:lnTo>
                    <a:pt x="3571874" y="791338"/>
                  </a:lnTo>
                  <a:lnTo>
                    <a:pt x="3572061" y="787910"/>
                  </a:lnTo>
                  <a:lnTo>
                    <a:pt x="3572248" y="784291"/>
                  </a:lnTo>
                  <a:lnTo>
                    <a:pt x="3572435" y="782009"/>
                  </a:lnTo>
                  <a:lnTo>
                    <a:pt x="3572622" y="780587"/>
                  </a:lnTo>
                  <a:lnTo>
                    <a:pt x="3572809" y="780896"/>
                  </a:lnTo>
                  <a:lnTo>
                    <a:pt x="3572995" y="781367"/>
                  </a:lnTo>
                  <a:lnTo>
                    <a:pt x="3573182" y="782678"/>
                  </a:lnTo>
                  <a:lnTo>
                    <a:pt x="3573369" y="784764"/>
                  </a:lnTo>
                  <a:lnTo>
                    <a:pt x="3573556" y="787652"/>
                  </a:lnTo>
                  <a:lnTo>
                    <a:pt x="3573743" y="791767"/>
                  </a:lnTo>
                  <a:lnTo>
                    <a:pt x="3573930" y="797877"/>
                  </a:lnTo>
                  <a:lnTo>
                    <a:pt x="3574117" y="806190"/>
                  </a:lnTo>
                  <a:lnTo>
                    <a:pt x="3574304" y="814175"/>
                  </a:lnTo>
                  <a:lnTo>
                    <a:pt x="3574491" y="822147"/>
                  </a:lnTo>
                  <a:lnTo>
                    <a:pt x="3574678" y="829168"/>
                  </a:lnTo>
                  <a:lnTo>
                    <a:pt x="3574865" y="835787"/>
                  </a:lnTo>
                  <a:lnTo>
                    <a:pt x="3575052" y="843128"/>
                  </a:lnTo>
                  <a:lnTo>
                    <a:pt x="3575238" y="850295"/>
                  </a:lnTo>
                  <a:lnTo>
                    <a:pt x="3575425" y="856842"/>
                  </a:lnTo>
                  <a:lnTo>
                    <a:pt x="3575612" y="862559"/>
                  </a:lnTo>
                  <a:lnTo>
                    <a:pt x="3575799" y="868519"/>
                  </a:lnTo>
                  <a:lnTo>
                    <a:pt x="3575986" y="875381"/>
                  </a:lnTo>
                  <a:lnTo>
                    <a:pt x="3576173" y="881042"/>
                  </a:lnTo>
                  <a:lnTo>
                    <a:pt x="3576360" y="885966"/>
                  </a:lnTo>
                  <a:lnTo>
                    <a:pt x="3576547" y="890487"/>
                  </a:lnTo>
                  <a:lnTo>
                    <a:pt x="3576734" y="895245"/>
                  </a:lnTo>
                  <a:lnTo>
                    <a:pt x="3576921" y="899628"/>
                  </a:lnTo>
                  <a:lnTo>
                    <a:pt x="3577108" y="903379"/>
                  </a:lnTo>
                  <a:lnTo>
                    <a:pt x="3577295" y="906751"/>
                  </a:lnTo>
                  <a:lnTo>
                    <a:pt x="3577482" y="912021"/>
                  </a:lnTo>
                  <a:lnTo>
                    <a:pt x="3577668" y="917763"/>
                  </a:lnTo>
                  <a:lnTo>
                    <a:pt x="3577855" y="923557"/>
                  </a:lnTo>
                  <a:lnTo>
                    <a:pt x="3578042" y="929171"/>
                  </a:lnTo>
                  <a:lnTo>
                    <a:pt x="3578229" y="934597"/>
                  </a:lnTo>
                  <a:lnTo>
                    <a:pt x="3578416" y="939610"/>
                  </a:lnTo>
                  <a:lnTo>
                    <a:pt x="3578603" y="943385"/>
                  </a:lnTo>
                  <a:lnTo>
                    <a:pt x="3578790" y="946337"/>
                  </a:lnTo>
                  <a:lnTo>
                    <a:pt x="3578977" y="948918"/>
                  </a:lnTo>
                  <a:lnTo>
                    <a:pt x="3579164" y="950898"/>
                  </a:lnTo>
                  <a:lnTo>
                    <a:pt x="3579351" y="952945"/>
                  </a:lnTo>
                  <a:lnTo>
                    <a:pt x="3579538" y="953622"/>
                  </a:lnTo>
                  <a:lnTo>
                    <a:pt x="3579725" y="953765"/>
                  </a:lnTo>
                  <a:lnTo>
                    <a:pt x="3579912" y="954608"/>
                  </a:lnTo>
                  <a:lnTo>
                    <a:pt x="3580098" y="957338"/>
                  </a:lnTo>
                  <a:lnTo>
                    <a:pt x="3580285" y="957859"/>
                  </a:lnTo>
                  <a:lnTo>
                    <a:pt x="3580472" y="960282"/>
                  </a:lnTo>
                  <a:lnTo>
                    <a:pt x="3580659" y="965120"/>
                  </a:lnTo>
                  <a:lnTo>
                    <a:pt x="3580846" y="970763"/>
                  </a:lnTo>
                  <a:lnTo>
                    <a:pt x="3581033" y="978278"/>
                  </a:lnTo>
                  <a:lnTo>
                    <a:pt x="3581220" y="985424"/>
                  </a:lnTo>
                  <a:lnTo>
                    <a:pt x="3581407" y="992027"/>
                  </a:lnTo>
                  <a:lnTo>
                    <a:pt x="3581594" y="998280"/>
                  </a:lnTo>
                  <a:lnTo>
                    <a:pt x="3581781" y="1004200"/>
                  </a:lnTo>
                  <a:lnTo>
                    <a:pt x="3581968" y="1010047"/>
                  </a:lnTo>
                  <a:lnTo>
                    <a:pt x="3582155" y="1014848"/>
                  </a:lnTo>
                  <a:lnTo>
                    <a:pt x="3582341" y="1019059"/>
                  </a:lnTo>
                  <a:lnTo>
                    <a:pt x="3582528" y="1022079"/>
                  </a:lnTo>
                  <a:lnTo>
                    <a:pt x="3582715" y="1024356"/>
                  </a:lnTo>
                  <a:lnTo>
                    <a:pt x="3582902" y="1025182"/>
                  </a:lnTo>
                  <a:lnTo>
                    <a:pt x="3583089" y="1026021"/>
                  </a:lnTo>
                  <a:lnTo>
                    <a:pt x="3583276" y="1025323"/>
                  </a:lnTo>
                  <a:lnTo>
                    <a:pt x="3583463" y="1023984"/>
                  </a:lnTo>
                  <a:lnTo>
                    <a:pt x="3583650" y="1021732"/>
                  </a:lnTo>
                  <a:lnTo>
                    <a:pt x="3583837" y="1016824"/>
                  </a:lnTo>
                  <a:lnTo>
                    <a:pt x="3584024" y="1011902"/>
                  </a:lnTo>
                  <a:lnTo>
                    <a:pt x="3584211" y="1006536"/>
                  </a:lnTo>
                  <a:lnTo>
                    <a:pt x="3584398" y="1002881"/>
                  </a:lnTo>
                  <a:lnTo>
                    <a:pt x="3584585" y="1000144"/>
                  </a:lnTo>
                  <a:lnTo>
                    <a:pt x="3584771" y="997143"/>
                  </a:lnTo>
                  <a:lnTo>
                    <a:pt x="3584958" y="995585"/>
                  </a:lnTo>
                  <a:lnTo>
                    <a:pt x="3585145" y="994539"/>
                  </a:lnTo>
                  <a:lnTo>
                    <a:pt x="3585332" y="993816"/>
                  </a:lnTo>
                  <a:lnTo>
                    <a:pt x="3585519" y="993797"/>
                  </a:lnTo>
                  <a:lnTo>
                    <a:pt x="3585706" y="995169"/>
                  </a:lnTo>
                  <a:lnTo>
                    <a:pt x="3585893" y="997376"/>
                  </a:lnTo>
                  <a:lnTo>
                    <a:pt x="3586080" y="999615"/>
                  </a:lnTo>
                  <a:lnTo>
                    <a:pt x="3586267" y="1002051"/>
                  </a:lnTo>
                  <a:lnTo>
                    <a:pt x="3586454" y="1004954"/>
                  </a:lnTo>
                  <a:lnTo>
                    <a:pt x="3586641" y="1010056"/>
                  </a:lnTo>
                  <a:lnTo>
                    <a:pt x="3586828" y="1014656"/>
                  </a:lnTo>
                  <a:lnTo>
                    <a:pt x="3587014" y="1018622"/>
                  </a:lnTo>
                  <a:lnTo>
                    <a:pt x="3587201" y="1022586"/>
                  </a:lnTo>
                  <a:lnTo>
                    <a:pt x="3587388" y="1027757"/>
                  </a:lnTo>
                  <a:lnTo>
                    <a:pt x="3587575" y="1033256"/>
                  </a:lnTo>
                  <a:lnTo>
                    <a:pt x="3587762" y="1038262"/>
                  </a:lnTo>
                  <a:lnTo>
                    <a:pt x="3587949" y="1043085"/>
                  </a:lnTo>
                  <a:lnTo>
                    <a:pt x="3588136" y="1046505"/>
                  </a:lnTo>
                  <a:lnTo>
                    <a:pt x="3588323" y="1050868"/>
                  </a:lnTo>
                  <a:lnTo>
                    <a:pt x="3588510" y="1052601"/>
                  </a:lnTo>
                  <a:lnTo>
                    <a:pt x="3588697" y="1053538"/>
                  </a:lnTo>
                  <a:lnTo>
                    <a:pt x="3588884" y="1054413"/>
                  </a:lnTo>
                  <a:lnTo>
                    <a:pt x="3589071" y="1053865"/>
                  </a:lnTo>
                  <a:lnTo>
                    <a:pt x="3589258" y="1051483"/>
                  </a:lnTo>
                  <a:lnTo>
                    <a:pt x="3589444" y="1048095"/>
                  </a:lnTo>
                  <a:lnTo>
                    <a:pt x="3589631" y="1044263"/>
                  </a:lnTo>
                  <a:lnTo>
                    <a:pt x="3589818" y="1040978"/>
                  </a:lnTo>
                  <a:lnTo>
                    <a:pt x="3590005" y="1036570"/>
                  </a:lnTo>
                  <a:lnTo>
                    <a:pt x="3590192" y="1031865"/>
                  </a:lnTo>
                  <a:lnTo>
                    <a:pt x="3590379" y="1027681"/>
                  </a:lnTo>
                  <a:lnTo>
                    <a:pt x="3590566" y="1023486"/>
                  </a:lnTo>
                  <a:lnTo>
                    <a:pt x="3590753" y="1020426"/>
                  </a:lnTo>
                  <a:lnTo>
                    <a:pt x="3590940" y="1018357"/>
                  </a:lnTo>
                  <a:lnTo>
                    <a:pt x="3591127" y="1017169"/>
                  </a:lnTo>
                  <a:lnTo>
                    <a:pt x="3591314" y="1017164"/>
                  </a:lnTo>
                  <a:lnTo>
                    <a:pt x="3591501" y="1018426"/>
                  </a:lnTo>
                  <a:lnTo>
                    <a:pt x="3591688" y="1019924"/>
                  </a:lnTo>
                  <a:lnTo>
                    <a:pt x="3591874" y="1021822"/>
                  </a:lnTo>
                  <a:lnTo>
                    <a:pt x="3592061" y="1023071"/>
                  </a:lnTo>
                  <a:lnTo>
                    <a:pt x="3592248" y="1025985"/>
                  </a:lnTo>
                  <a:lnTo>
                    <a:pt x="3592435" y="1029536"/>
                  </a:lnTo>
                  <a:lnTo>
                    <a:pt x="3592622" y="1033872"/>
                  </a:lnTo>
                  <a:lnTo>
                    <a:pt x="3592809" y="1038357"/>
                  </a:lnTo>
                  <a:lnTo>
                    <a:pt x="3592996" y="1042656"/>
                  </a:lnTo>
                  <a:lnTo>
                    <a:pt x="3593183" y="1047309"/>
                  </a:lnTo>
                  <a:lnTo>
                    <a:pt x="3593370" y="1051957"/>
                  </a:lnTo>
                  <a:lnTo>
                    <a:pt x="3593557" y="1056441"/>
                  </a:lnTo>
                  <a:lnTo>
                    <a:pt x="3593744" y="1060325"/>
                  </a:lnTo>
                  <a:lnTo>
                    <a:pt x="3593931" y="1063253"/>
                  </a:lnTo>
                  <a:lnTo>
                    <a:pt x="3594117" y="1065027"/>
                  </a:lnTo>
                  <a:lnTo>
                    <a:pt x="3594304" y="1065274"/>
                  </a:lnTo>
                  <a:lnTo>
                    <a:pt x="3594491" y="1065438"/>
                  </a:lnTo>
                  <a:lnTo>
                    <a:pt x="3594678" y="1064368"/>
                  </a:lnTo>
                  <a:lnTo>
                    <a:pt x="3594865" y="1063413"/>
                  </a:lnTo>
                  <a:lnTo>
                    <a:pt x="3595052" y="1061575"/>
                  </a:lnTo>
                  <a:lnTo>
                    <a:pt x="3595239" y="1057295"/>
                  </a:lnTo>
                  <a:lnTo>
                    <a:pt x="3595426" y="1048956"/>
                  </a:lnTo>
                  <a:lnTo>
                    <a:pt x="3595613" y="1037469"/>
                  </a:lnTo>
                  <a:lnTo>
                    <a:pt x="3595800" y="1023730"/>
                  </a:lnTo>
                  <a:lnTo>
                    <a:pt x="3595987" y="1008548"/>
                  </a:lnTo>
                  <a:lnTo>
                    <a:pt x="3596174" y="993919"/>
                  </a:lnTo>
                  <a:lnTo>
                    <a:pt x="3596361" y="978024"/>
                  </a:lnTo>
                  <a:lnTo>
                    <a:pt x="3596547" y="961379"/>
                  </a:lnTo>
                  <a:lnTo>
                    <a:pt x="3596734" y="944682"/>
                  </a:lnTo>
                  <a:lnTo>
                    <a:pt x="3596921" y="927636"/>
                  </a:lnTo>
                  <a:lnTo>
                    <a:pt x="3597108" y="910255"/>
                  </a:lnTo>
                  <a:lnTo>
                    <a:pt x="3597295" y="892225"/>
                  </a:lnTo>
                  <a:lnTo>
                    <a:pt x="3597482" y="875021"/>
                  </a:lnTo>
                  <a:lnTo>
                    <a:pt x="3597669" y="859077"/>
                  </a:lnTo>
                  <a:lnTo>
                    <a:pt x="3597856" y="844733"/>
                  </a:lnTo>
                  <a:lnTo>
                    <a:pt x="3598043" y="831332"/>
                  </a:lnTo>
                  <a:lnTo>
                    <a:pt x="3598230" y="819287"/>
                  </a:lnTo>
                  <a:lnTo>
                    <a:pt x="3598417" y="808615"/>
                  </a:lnTo>
                  <a:lnTo>
                    <a:pt x="3598604" y="798399"/>
                  </a:lnTo>
                  <a:lnTo>
                    <a:pt x="3598791" y="788651"/>
                  </a:lnTo>
                  <a:lnTo>
                    <a:pt x="3598977" y="779373"/>
                  </a:lnTo>
                  <a:lnTo>
                    <a:pt x="3599164" y="771133"/>
                  </a:lnTo>
                  <a:lnTo>
                    <a:pt x="3599351" y="762443"/>
                  </a:lnTo>
                  <a:lnTo>
                    <a:pt x="3599538" y="754773"/>
                  </a:lnTo>
                  <a:lnTo>
                    <a:pt x="3599725" y="748642"/>
                  </a:lnTo>
                  <a:lnTo>
                    <a:pt x="3599912" y="744543"/>
                  </a:lnTo>
                  <a:lnTo>
                    <a:pt x="3600099" y="741949"/>
                  </a:lnTo>
                  <a:lnTo>
                    <a:pt x="3600286" y="739969"/>
                  </a:lnTo>
                  <a:lnTo>
                    <a:pt x="3600473" y="738826"/>
                  </a:lnTo>
                  <a:lnTo>
                    <a:pt x="3600660" y="738949"/>
                  </a:lnTo>
                  <a:lnTo>
                    <a:pt x="3600847" y="739898"/>
                  </a:lnTo>
                  <a:lnTo>
                    <a:pt x="3601034" y="742411"/>
                  </a:lnTo>
                  <a:lnTo>
                    <a:pt x="3601220" y="746063"/>
                  </a:lnTo>
                  <a:lnTo>
                    <a:pt x="3601407" y="750452"/>
                  </a:lnTo>
                  <a:lnTo>
                    <a:pt x="3601594" y="754757"/>
                  </a:lnTo>
                  <a:lnTo>
                    <a:pt x="3601781" y="758171"/>
                  </a:lnTo>
                  <a:lnTo>
                    <a:pt x="3601968" y="761683"/>
                  </a:lnTo>
                  <a:lnTo>
                    <a:pt x="3602155" y="765203"/>
                  </a:lnTo>
                  <a:lnTo>
                    <a:pt x="3602342" y="769692"/>
                  </a:lnTo>
                  <a:lnTo>
                    <a:pt x="3602529" y="775099"/>
                  </a:lnTo>
                  <a:lnTo>
                    <a:pt x="3602716" y="780927"/>
                  </a:lnTo>
                  <a:lnTo>
                    <a:pt x="3602903" y="787503"/>
                  </a:lnTo>
                  <a:lnTo>
                    <a:pt x="3603090" y="794414"/>
                  </a:lnTo>
                  <a:lnTo>
                    <a:pt x="3603277" y="801858"/>
                  </a:lnTo>
                  <a:lnTo>
                    <a:pt x="3603464" y="809584"/>
                  </a:lnTo>
                  <a:lnTo>
                    <a:pt x="3603650" y="817645"/>
                  </a:lnTo>
                  <a:lnTo>
                    <a:pt x="3603837" y="825311"/>
                  </a:lnTo>
                  <a:lnTo>
                    <a:pt x="3604024" y="832860"/>
                  </a:lnTo>
                  <a:lnTo>
                    <a:pt x="3604211" y="842386"/>
                  </a:lnTo>
                  <a:lnTo>
                    <a:pt x="3604398" y="852528"/>
                  </a:lnTo>
                  <a:lnTo>
                    <a:pt x="3604585" y="863575"/>
                  </a:lnTo>
                  <a:lnTo>
                    <a:pt x="3604772" y="874957"/>
                  </a:lnTo>
                  <a:lnTo>
                    <a:pt x="3604959" y="886840"/>
                  </a:lnTo>
                  <a:lnTo>
                    <a:pt x="3605146" y="897158"/>
                  </a:lnTo>
                  <a:lnTo>
                    <a:pt x="3605333" y="904284"/>
                  </a:lnTo>
                  <a:lnTo>
                    <a:pt x="3605520" y="910280"/>
                  </a:lnTo>
                  <a:lnTo>
                    <a:pt x="3605707" y="915247"/>
                  </a:lnTo>
                  <a:lnTo>
                    <a:pt x="3605893" y="919392"/>
                  </a:lnTo>
                  <a:lnTo>
                    <a:pt x="3606080" y="923481"/>
                  </a:lnTo>
                  <a:lnTo>
                    <a:pt x="3606267" y="924401"/>
                  </a:lnTo>
                  <a:lnTo>
                    <a:pt x="3606454" y="925337"/>
                  </a:lnTo>
                  <a:lnTo>
                    <a:pt x="3606641" y="925758"/>
                  </a:lnTo>
                  <a:lnTo>
                    <a:pt x="3606828" y="926494"/>
                  </a:lnTo>
                  <a:lnTo>
                    <a:pt x="3607015" y="925914"/>
                  </a:lnTo>
                  <a:lnTo>
                    <a:pt x="3607202" y="925513"/>
                  </a:lnTo>
                  <a:lnTo>
                    <a:pt x="3607389" y="924198"/>
                  </a:lnTo>
                  <a:lnTo>
                    <a:pt x="3607576" y="922810"/>
                  </a:lnTo>
                  <a:lnTo>
                    <a:pt x="3607763" y="922235"/>
                  </a:lnTo>
                  <a:lnTo>
                    <a:pt x="3607950" y="920492"/>
                  </a:lnTo>
                  <a:lnTo>
                    <a:pt x="3608137" y="919244"/>
                  </a:lnTo>
                  <a:lnTo>
                    <a:pt x="3608323" y="919108"/>
                  </a:lnTo>
                  <a:lnTo>
                    <a:pt x="3608510" y="920420"/>
                  </a:lnTo>
                  <a:lnTo>
                    <a:pt x="3608697" y="922638"/>
                  </a:lnTo>
                  <a:lnTo>
                    <a:pt x="3608884" y="924520"/>
                  </a:lnTo>
                  <a:lnTo>
                    <a:pt x="3609071" y="927900"/>
                  </a:lnTo>
                  <a:lnTo>
                    <a:pt x="3609258" y="930916"/>
                  </a:lnTo>
                  <a:lnTo>
                    <a:pt x="3609445" y="933419"/>
                  </a:lnTo>
                  <a:lnTo>
                    <a:pt x="3609632" y="937217"/>
                  </a:lnTo>
                  <a:lnTo>
                    <a:pt x="3609819" y="940158"/>
                  </a:lnTo>
                  <a:lnTo>
                    <a:pt x="3610006" y="942644"/>
                  </a:lnTo>
                  <a:lnTo>
                    <a:pt x="3610193" y="944533"/>
                  </a:lnTo>
                  <a:lnTo>
                    <a:pt x="3610380" y="946614"/>
                  </a:lnTo>
                  <a:lnTo>
                    <a:pt x="3610567" y="946965"/>
                  </a:lnTo>
                  <a:lnTo>
                    <a:pt x="3610753" y="947899"/>
                  </a:lnTo>
                  <a:lnTo>
                    <a:pt x="3610940" y="948104"/>
                  </a:lnTo>
                  <a:lnTo>
                    <a:pt x="3611127" y="947877"/>
                  </a:lnTo>
                  <a:lnTo>
                    <a:pt x="3611314" y="946291"/>
                  </a:lnTo>
                  <a:lnTo>
                    <a:pt x="3611501" y="943227"/>
                  </a:lnTo>
                  <a:lnTo>
                    <a:pt x="3611688" y="938930"/>
                  </a:lnTo>
                  <a:lnTo>
                    <a:pt x="3611875" y="934787"/>
                  </a:lnTo>
                  <a:lnTo>
                    <a:pt x="3612062" y="930282"/>
                  </a:lnTo>
                  <a:lnTo>
                    <a:pt x="3612249" y="924781"/>
                  </a:lnTo>
                  <a:lnTo>
                    <a:pt x="3612436" y="917414"/>
                  </a:lnTo>
                  <a:lnTo>
                    <a:pt x="3612623" y="910407"/>
                  </a:lnTo>
                  <a:lnTo>
                    <a:pt x="3612810" y="901661"/>
                  </a:lnTo>
                  <a:lnTo>
                    <a:pt x="3612996" y="893337"/>
                  </a:lnTo>
                  <a:lnTo>
                    <a:pt x="3613183" y="885539"/>
                  </a:lnTo>
                  <a:lnTo>
                    <a:pt x="3613370" y="877149"/>
                  </a:lnTo>
                  <a:lnTo>
                    <a:pt x="3613557" y="868742"/>
                  </a:lnTo>
                  <a:lnTo>
                    <a:pt x="3613744" y="859035"/>
                  </a:lnTo>
                  <a:lnTo>
                    <a:pt x="3613931" y="848296"/>
                  </a:lnTo>
                  <a:lnTo>
                    <a:pt x="3614118" y="837657"/>
                  </a:lnTo>
                  <a:lnTo>
                    <a:pt x="3614305" y="829592"/>
                  </a:lnTo>
                  <a:lnTo>
                    <a:pt x="3614492" y="822771"/>
                  </a:lnTo>
                  <a:lnTo>
                    <a:pt x="3614679" y="817135"/>
                  </a:lnTo>
                  <a:lnTo>
                    <a:pt x="3614866" y="813540"/>
                  </a:lnTo>
                  <a:lnTo>
                    <a:pt x="3615053" y="809841"/>
                  </a:lnTo>
                  <a:lnTo>
                    <a:pt x="3615240" y="807028"/>
                  </a:lnTo>
                  <a:lnTo>
                    <a:pt x="3615426" y="804203"/>
                  </a:lnTo>
                  <a:lnTo>
                    <a:pt x="3615613" y="801451"/>
                  </a:lnTo>
                  <a:lnTo>
                    <a:pt x="3615800" y="799661"/>
                  </a:lnTo>
                  <a:lnTo>
                    <a:pt x="3615987" y="798363"/>
                  </a:lnTo>
                  <a:lnTo>
                    <a:pt x="3616174" y="796791"/>
                  </a:lnTo>
                  <a:lnTo>
                    <a:pt x="3616361" y="795696"/>
                  </a:lnTo>
                  <a:lnTo>
                    <a:pt x="3616548" y="795761"/>
                  </a:lnTo>
                  <a:lnTo>
                    <a:pt x="3616735" y="796116"/>
                  </a:lnTo>
                  <a:lnTo>
                    <a:pt x="3616922" y="796981"/>
                  </a:lnTo>
                  <a:lnTo>
                    <a:pt x="3617109" y="797851"/>
                  </a:lnTo>
                  <a:lnTo>
                    <a:pt x="3617296" y="797409"/>
                  </a:lnTo>
                  <a:lnTo>
                    <a:pt x="3617483" y="797065"/>
                  </a:lnTo>
                  <a:lnTo>
                    <a:pt x="3617670" y="797168"/>
                  </a:lnTo>
                  <a:lnTo>
                    <a:pt x="3617856" y="796702"/>
                  </a:lnTo>
                  <a:lnTo>
                    <a:pt x="3618043" y="795302"/>
                  </a:lnTo>
                  <a:lnTo>
                    <a:pt x="3618230" y="793611"/>
                  </a:lnTo>
                  <a:lnTo>
                    <a:pt x="3618417" y="791174"/>
                  </a:lnTo>
                  <a:lnTo>
                    <a:pt x="3618604" y="788904"/>
                  </a:lnTo>
                  <a:lnTo>
                    <a:pt x="3618791" y="787360"/>
                  </a:lnTo>
                  <a:lnTo>
                    <a:pt x="3618978" y="786499"/>
                  </a:lnTo>
                  <a:lnTo>
                    <a:pt x="3619165" y="785307"/>
                  </a:lnTo>
                  <a:lnTo>
                    <a:pt x="3619352" y="783830"/>
                  </a:lnTo>
                  <a:lnTo>
                    <a:pt x="3619539" y="782849"/>
                  </a:lnTo>
                  <a:lnTo>
                    <a:pt x="3619726" y="782080"/>
                  </a:lnTo>
                  <a:lnTo>
                    <a:pt x="3619913" y="781776"/>
                  </a:lnTo>
                  <a:lnTo>
                    <a:pt x="3620099" y="781354"/>
                  </a:lnTo>
                  <a:lnTo>
                    <a:pt x="3620286" y="782509"/>
                  </a:lnTo>
                  <a:lnTo>
                    <a:pt x="3620473" y="783525"/>
                  </a:lnTo>
                  <a:lnTo>
                    <a:pt x="3620660" y="786288"/>
                  </a:lnTo>
                  <a:lnTo>
                    <a:pt x="3620847" y="789189"/>
                  </a:lnTo>
                  <a:lnTo>
                    <a:pt x="3621034" y="793763"/>
                  </a:lnTo>
                  <a:lnTo>
                    <a:pt x="3621221" y="799729"/>
                  </a:lnTo>
                  <a:lnTo>
                    <a:pt x="3621408" y="805629"/>
                  </a:lnTo>
                  <a:lnTo>
                    <a:pt x="3621595" y="812081"/>
                  </a:lnTo>
                  <a:lnTo>
                    <a:pt x="3621782" y="816891"/>
                  </a:lnTo>
                  <a:lnTo>
                    <a:pt x="3621969" y="820802"/>
                  </a:lnTo>
                  <a:lnTo>
                    <a:pt x="3622156" y="824686"/>
                  </a:lnTo>
                  <a:lnTo>
                    <a:pt x="3622343" y="827788"/>
                  </a:lnTo>
                  <a:lnTo>
                    <a:pt x="3622529" y="830184"/>
                  </a:lnTo>
                  <a:lnTo>
                    <a:pt x="3622716" y="833883"/>
                  </a:lnTo>
                  <a:lnTo>
                    <a:pt x="3622903" y="838572"/>
                  </a:lnTo>
                  <a:lnTo>
                    <a:pt x="3623090" y="843156"/>
                  </a:lnTo>
                  <a:lnTo>
                    <a:pt x="3623277" y="847775"/>
                  </a:lnTo>
                  <a:lnTo>
                    <a:pt x="3623464" y="852109"/>
                  </a:lnTo>
                  <a:lnTo>
                    <a:pt x="3623651" y="856178"/>
                  </a:lnTo>
                  <a:lnTo>
                    <a:pt x="3623838" y="859179"/>
                  </a:lnTo>
                  <a:lnTo>
                    <a:pt x="3624025" y="861849"/>
                  </a:lnTo>
                  <a:lnTo>
                    <a:pt x="3624212" y="863740"/>
                  </a:lnTo>
                  <a:lnTo>
                    <a:pt x="3624399" y="865332"/>
                  </a:lnTo>
                  <a:lnTo>
                    <a:pt x="3624586" y="863856"/>
                  </a:lnTo>
                  <a:lnTo>
                    <a:pt x="3624772" y="861264"/>
                  </a:lnTo>
                  <a:lnTo>
                    <a:pt x="3624959" y="856428"/>
                  </a:lnTo>
                  <a:lnTo>
                    <a:pt x="3625146" y="851443"/>
                  </a:lnTo>
                  <a:lnTo>
                    <a:pt x="3625333" y="847601"/>
                  </a:lnTo>
                  <a:lnTo>
                    <a:pt x="3625520" y="842661"/>
                  </a:lnTo>
                  <a:lnTo>
                    <a:pt x="3625707" y="837145"/>
                  </a:lnTo>
                  <a:lnTo>
                    <a:pt x="3625894" y="833863"/>
                  </a:lnTo>
                  <a:lnTo>
                    <a:pt x="3626081" y="829577"/>
                  </a:lnTo>
                  <a:lnTo>
                    <a:pt x="3626268" y="825607"/>
                  </a:lnTo>
                  <a:lnTo>
                    <a:pt x="3626455" y="823388"/>
                  </a:lnTo>
                  <a:lnTo>
                    <a:pt x="3626642" y="821685"/>
                  </a:lnTo>
                  <a:lnTo>
                    <a:pt x="3626829" y="820209"/>
                  </a:lnTo>
                  <a:lnTo>
                    <a:pt x="3627016" y="819463"/>
                  </a:lnTo>
                  <a:lnTo>
                    <a:pt x="3627202" y="818383"/>
                  </a:lnTo>
                  <a:lnTo>
                    <a:pt x="3627389" y="817140"/>
                  </a:lnTo>
                  <a:lnTo>
                    <a:pt x="3627576" y="816490"/>
                  </a:lnTo>
                  <a:lnTo>
                    <a:pt x="3627763" y="816783"/>
                  </a:lnTo>
                  <a:lnTo>
                    <a:pt x="3627950" y="817662"/>
                  </a:lnTo>
                  <a:lnTo>
                    <a:pt x="3628137" y="818379"/>
                  </a:lnTo>
                  <a:lnTo>
                    <a:pt x="3628324" y="818782"/>
                  </a:lnTo>
                  <a:lnTo>
                    <a:pt x="3628511" y="818640"/>
                  </a:lnTo>
                  <a:lnTo>
                    <a:pt x="3628698" y="817562"/>
                  </a:lnTo>
                  <a:lnTo>
                    <a:pt x="3628885" y="815889"/>
                  </a:lnTo>
                  <a:lnTo>
                    <a:pt x="3629072" y="813844"/>
                  </a:lnTo>
                  <a:lnTo>
                    <a:pt x="3629259" y="811675"/>
                  </a:lnTo>
                  <a:lnTo>
                    <a:pt x="3629446" y="809599"/>
                  </a:lnTo>
                  <a:lnTo>
                    <a:pt x="3629632" y="805936"/>
                  </a:lnTo>
                  <a:lnTo>
                    <a:pt x="3629819" y="802552"/>
                  </a:lnTo>
                  <a:lnTo>
                    <a:pt x="3630006" y="799365"/>
                  </a:lnTo>
                  <a:lnTo>
                    <a:pt x="3630193" y="795624"/>
                  </a:lnTo>
                  <a:lnTo>
                    <a:pt x="3630380" y="790342"/>
                  </a:lnTo>
                  <a:lnTo>
                    <a:pt x="3630567" y="784049"/>
                  </a:lnTo>
                  <a:lnTo>
                    <a:pt x="3630754" y="777120"/>
                  </a:lnTo>
                  <a:lnTo>
                    <a:pt x="3630941" y="769355"/>
                  </a:lnTo>
                  <a:lnTo>
                    <a:pt x="3631128" y="761987"/>
                  </a:lnTo>
                  <a:lnTo>
                    <a:pt x="3631315" y="754784"/>
                  </a:lnTo>
                  <a:lnTo>
                    <a:pt x="3631502" y="747185"/>
                  </a:lnTo>
                  <a:lnTo>
                    <a:pt x="3631689" y="739745"/>
                  </a:lnTo>
                  <a:lnTo>
                    <a:pt x="3631875" y="731474"/>
                  </a:lnTo>
                  <a:lnTo>
                    <a:pt x="3632062" y="724337"/>
                  </a:lnTo>
                  <a:lnTo>
                    <a:pt x="3632249" y="718369"/>
                  </a:lnTo>
                  <a:lnTo>
                    <a:pt x="3632436" y="713293"/>
                  </a:lnTo>
                  <a:lnTo>
                    <a:pt x="3632623" y="708561"/>
                  </a:lnTo>
                  <a:lnTo>
                    <a:pt x="3632810" y="706908"/>
                  </a:lnTo>
                  <a:lnTo>
                    <a:pt x="3632997" y="706958"/>
                  </a:lnTo>
                  <a:lnTo>
                    <a:pt x="3633184" y="708408"/>
                  </a:lnTo>
                  <a:lnTo>
                    <a:pt x="3633371" y="711683"/>
                  </a:lnTo>
                  <a:lnTo>
                    <a:pt x="3633558" y="714307"/>
                  </a:lnTo>
                  <a:lnTo>
                    <a:pt x="3633745" y="718528"/>
                  </a:lnTo>
                  <a:lnTo>
                    <a:pt x="3633932" y="723356"/>
                  </a:lnTo>
                  <a:lnTo>
                    <a:pt x="3634119" y="728848"/>
                  </a:lnTo>
                  <a:lnTo>
                    <a:pt x="3634305" y="735646"/>
                  </a:lnTo>
                  <a:lnTo>
                    <a:pt x="3634492" y="745072"/>
                  </a:lnTo>
                  <a:lnTo>
                    <a:pt x="3634679" y="755973"/>
                  </a:lnTo>
                  <a:lnTo>
                    <a:pt x="3634866" y="767258"/>
                  </a:lnTo>
                  <a:lnTo>
                    <a:pt x="3635053" y="777394"/>
                  </a:lnTo>
                  <a:lnTo>
                    <a:pt x="3635240" y="786605"/>
                  </a:lnTo>
                  <a:lnTo>
                    <a:pt x="3635427" y="794984"/>
                  </a:lnTo>
                  <a:lnTo>
                    <a:pt x="3635614" y="802331"/>
                  </a:lnTo>
                  <a:lnTo>
                    <a:pt x="3635801" y="807725"/>
                  </a:lnTo>
                  <a:lnTo>
                    <a:pt x="3635988" y="812546"/>
                  </a:lnTo>
                  <a:lnTo>
                    <a:pt x="3636175" y="815564"/>
                  </a:lnTo>
                  <a:lnTo>
                    <a:pt x="3636362" y="816677"/>
                  </a:lnTo>
                  <a:lnTo>
                    <a:pt x="3636549" y="815575"/>
                  </a:lnTo>
                  <a:lnTo>
                    <a:pt x="3636735" y="813716"/>
                  </a:lnTo>
                  <a:lnTo>
                    <a:pt x="3636922" y="810111"/>
                  </a:lnTo>
                  <a:lnTo>
                    <a:pt x="3637109" y="804729"/>
                  </a:lnTo>
                  <a:lnTo>
                    <a:pt x="3637296" y="797062"/>
                  </a:lnTo>
                  <a:lnTo>
                    <a:pt x="3637483" y="788223"/>
                  </a:lnTo>
                  <a:lnTo>
                    <a:pt x="3637670" y="776920"/>
                  </a:lnTo>
                  <a:lnTo>
                    <a:pt x="3637857" y="763162"/>
                  </a:lnTo>
                  <a:lnTo>
                    <a:pt x="3638044" y="749977"/>
                  </a:lnTo>
                  <a:lnTo>
                    <a:pt x="3638231" y="735868"/>
                  </a:lnTo>
                  <a:lnTo>
                    <a:pt x="3638418" y="720492"/>
                  </a:lnTo>
                  <a:lnTo>
                    <a:pt x="3638605" y="708549"/>
                  </a:lnTo>
                  <a:lnTo>
                    <a:pt x="3638792" y="696295"/>
                  </a:lnTo>
                  <a:lnTo>
                    <a:pt x="3638978" y="684631"/>
                  </a:lnTo>
                  <a:lnTo>
                    <a:pt x="3639165" y="676425"/>
                  </a:lnTo>
                  <a:lnTo>
                    <a:pt x="3639352" y="670212"/>
                  </a:lnTo>
                  <a:lnTo>
                    <a:pt x="3639539" y="666347"/>
                  </a:lnTo>
                  <a:lnTo>
                    <a:pt x="3639726" y="663942"/>
                  </a:lnTo>
                  <a:lnTo>
                    <a:pt x="3639913" y="663651"/>
                  </a:lnTo>
                  <a:lnTo>
                    <a:pt x="3640100" y="663632"/>
                  </a:lnTo>
                  <a:lnTo>
                    <a:pt x="3640287" y="663667"/>
                  </a:lnTo>
                  <a:lnTo>
                    <a:pt x="3640474" y="664382"/>
                  </a:lnTo>
                  <a:lnTo>
                    <a:pt x="3640661" y="665402"/>
                  </a:lnTo>
                  <a:lnTo>
                    <a:pt x="3640848" y="665569"/>
                  </a:lnTo>
                  <a:lnTo>
                    <a:pt x="3641035" y="665613"/>
                  </a:lnTo>
                  <a:lnTo>
                    <a:pt x="3641222" y="665940"/>
                  </a:lnTo>
                  <a:lnTo>
                    <a:pt x="3641408" y="665578"/>
                  </a:lnTo>
                  <a:lnTo>
                    <a:pt x="3641595" y="664825"/>
                  </a:lnTo>
                  <a:lnTo>
                    <a:pt x="3641782" y="662900"/>
                  </a:lnTo>
                  <a:lnTo>
                    <a:pt x="3641969" y="659288"/>
                  </a:lnTo>
                  <a:lnTo>
                    <a:pt x="3642156" y="653852"/>
                  </a:lnTo>
                  <a:lnTo>
                    <a:pt x="3642343" y="647219"/>
                  </a:lnTo>
                  <a:lnTo>
                    <a:pt x="3642530" y="640150"/>
                  </a:lnTo>
                  <a:lnTo>
                    <a:pt x="3642717" y="632865"/>
                  </a:lnTo>
                  <a:lnTo>
                    <a:pt x="3642904" y="626205"/>
                  </a:lnTo>
                  <a:lnTo>
                    <a:pt x="3643091" y="620518"/>
                  </a:lnTo>
                  <a:lnTo>
                    <a:pt x="3643278" y="617094"/>
                  </a:lnTo>
                  <a:lnTo>
                    <a:pt x="3643465" y="615032"/>
                  </a:lnTo>
                  <a:lnTo>
                    <a:pt x="3643651" y="614835"/>
                  </a:lnTo>
                  <a:lnTo>
                    <a:pt x="3643838" y="616016"/>
                  </a:lnTo>
                  <a:lnTo>
                    <a:pt x="3644025" y="617942"/>
                  </a:lnTo>
                  <a:lnTo>
                    <a:pt x="3644212" y="620370"/>
                  </a:lnTo>
                  <a:lnTo>
                    <a:pt x="3644399" y="623931"/>
                  </a:lnTo>
                  <a:lnTo>
                    <a:pt x="3644586" y="627373"/>
                  </a:lnTo>
                  <a:lnTo>
                    <a:pt x="3644773" y="633091"/>
                  </a:lnTo>
                  <a:lnTo>
                    <a:pt x="3644960" y="637971"/>
                  </a:lnTo>
                  <a:lnTo>
                    <a:pt x="3645147" y="642256"/>
                  </a:lnTo>
                  <a:lnTo>
                    <a:pt x="3645334" y="648507"/>
                  </a:lnTo>
                  <a:lnTo>
                    <a:pt x="3645521" y="655080"/>
                  </a:lnTo>
                  <a:lnTo>
                    <a:pt x="3645708" y="661992"/>
                  </a:lnTo>
                  <a:lnTo>
                    <a:pt x="3645895" y="668690"/>
                  </a:lnTo>
                  <a:lnTo>
                    <a:pt x="3646081" y="674755"/>
                  </a:lnTo>
                  <a:lnTo>
                    <a:pt x="3646268" y="680835"/>
                  </a:lnTo>
                  <a:lnTo>
                    <a:pt x="3646455" y="685605"/>
                  </a:lnTo>
                  <a:lnTo>
                    <a:pt x="3646642" y="690606"/>
                  </a:lnTo>
                  <a:lnTo>
                    <a:pt x="3646829" y="696366"/>
                  </a:lnTo>
                  <a:lnTo>
                    <a:pt x="3647016" y="701648"/>
                  </a:lnTo>
                  <a:lnTo>
                    <a:pt x="3647203" y="707331"/>
                  </a:lnTo>
                  <a:lnTo>
                    <a:pt x="3647390" y="713766"/>
                  </a:lnTo>
                  <a:lnTo>
                    <a:pt x="3647577" y="720461"/>
                  </a:lnTo>
                  <a:lnTo>
                    <a:pt x="3647764" y="726960"/>
                  </a:lnTo>
                  <a:lnTo>
                    <a:pt x="3647951" y="734627"/>
                  </a:lnTo>
                  <a:lnTo>
                    <a:pt x="3648138" y="741293"/>
                  </a:lnTo>
                  <a:lnTo>
                    <a:pt x="3648325" y="746593"/>
                  </a:lnTo>
                  <a:lnTo>
                    <a:pt x="3648511" y="751367"/>
                  </a:lnTo>
                  <a:lnTo>
                    <a:pt x="3648698" y="753988"/>
                  </a:lnTo>
                  <a:lnTo>
                    <a:pt x="3648885" y="755861"/>
                  </a:lnTo>
                  <a:lnTo>
                    <a:pt x="3649072" y="758101"/>
                  </a:lnTo>
                  <a:lnTo>
                    <a:pt x="3649259" y="761426"/>
                  </a:lnTo>
                  <a:lnTo>
                    <a:pt x="3649446" y="765696"/>
                  </a:lnTo>
                  <a:lnTo>
                    <a:pt x="3649633" y="770456"/>
                  </a:lnTo>
                  <a:lnTo>
                    <a:pt x="3649820" y="776729"/>
                  </a:lnTo>
                  <a:lnTo>
                    <a:pt x="3650007" y="782478"/>
                  </a:lnTo>
                  <a:lnTo>
                    <a:pt x="3650194" y="790496"/>
                  </a:lnTo>
                  <a:lnTo>
                    <a:pt x="3650381" y="798645"/>
                  </a:lnTo>
                  <a:lnTo>
                    <a:pt x="3650568" y="805894"/>
                  </a:lnTo>
                  <a:lnTo>
                    <a:pt x="3650754" y="813512"/>
                  </a:lnTo>
                  <a:lnTo>
                    <a:pt x="3650941" y="822638"/>
                  </a:lnTo>
                  <a:lnTo>
                    <a:pt x="3651128" y="833160"/>
                  </a:lnTo>
                  <a:lnTo>
                    <a:pt x="3651315" y="844210"/>
                  </a:lnTo>
                  <a:lnTo>
                    <a:pt x="3651502" y="855874"/>
                  </a:lnTo>
                  <a:lnTo>
                    <a:pt x="3651689" y="864923"/>
                  </a:lnTo>
                  <a:lnTo>
                    <a:pt x="3651876" y="873234"/>
                  </a:lnTo>
                  <a:lnTo>
                    <a:pt x="3652063" y="880035"/>
                  </a:lnTo>
                  <a:lnTo>
                    <a:pt x="3652250" y="884654"/>
                  </a:lnTo>
                  <a:lnTo>
                    <a:pt x="3652437" y="888760"/>
                  </a:lnTo>
                  <a:lnTo>
                    <a:pt x="3652624" y="892556"/>
                  </a:lnTo>
                  <a:lnTo>
                    <a:pt x="3652811" y="896293"/>
                  </a:lnTo>
                  <a:lnTo>
                    <a:pt x="3652998" y="899153"/>
                  </a:lnTo>
                  <a:lnTo>
                    <a:pt x="3653184" y="899293"/>
                  </a:lnTo>
                  <a:lnTo>
                    <a:pt x="3653371" y="899056"/>
                  </a:lnTo>
                  <a:lnTo>
                    <a:pt x="3653558" y="899714"/>
                  </a:lnTo>
                  <a:lnTo>
                    <a:pt x="3653745" y="901099"/>
                  </a:lnTo>
                  <a:lnTo>
                    <a:pt x="3653932" y="902839"/>
                  </a:lnTo>
                  <a:lnTo>
                    <a:pt x="3654119" y="904849"/>
                  </a:lnTo>
                  <a:lnTo>
                    <a:pt x="3654306" y="906856"/>
                  </a:lnTo>
                  <a:lnTo>
                    <a:pt x="3654493" y="910016"/>
                  </a:lnTo>
                  <a:lnTo>
                    <a:pt x="3654680" y="914079"/>
                  </a:lnTo>
                  <a:lnTo>
                    <a:pt x="3654867" y="917470"/>
                  </a:lnTo>
                  <a:lnTo>
                    <a:pt x="3655054" y="920546"/>
                  </a:lnTo>
                  <a:lnTo>
                    <a:pt x="3655241" y="923227"/>
                  </a:lnTo>
                  <a:lnTo>
                    <a:pt x="3655428" y="925819"/>
                  </a:lnTo>
                  <a:lnTo>
                    <a:pt x="3655614" y="928253"/>
                  </a:lnTo>
                  <a:lnTo>
                    <a:pt x="3655801" y="931887"/>
                  </a:lnTo>
                  <a:lnTo>
                    <a:pt x="3655988" y="935707"/>
                  </a:lnTo>
                  <a:lnTo>
                    <a:pt x="3656175" y="938742"/>
                  </a:lnTo>
                  <a:lnTo>
                    <a:pt x="3656362" y="940477"/>
                  </a:lnTo>
                  <a:lnTo>
                    <a:pt x="3656549" y="942027"/>
                  </a:lnTo>
                  <a:lnTo>
                    <a:pt x="3656736" y="943931"/>
                  </a:lnTo>
                  <a:lnTo>
                    <a:pt x="3656923" y="945277"/>
                  </a:lnTo>
                  <a:lnTo>
                    <a:pt x="3657110" y="945600"/>
                  </a:lnTo>
                  <a:lnTo>
                    <a:pt x="3657297" y="944890"/>
                  </a:lnTo>
                  <a:lnTo>
                    <a:pt x="3657484" y="943611"/>
                  </a:lnTo>
                  <a:lnTo>
                    <a:pt x="3657671" y="940945"/>
                  </a:lnTo>
                  <a:lnTo>
                    <a:pt x="3657857" y="938279"/>
                  </a:lnTo>
                  <a:lnTo>
                    <a:pt x="3658044" y="934625"/>
                  </a:lnTo>
                  <a:lnTo>
                    <a:pt x="3658231" y="930983"/>
                  </a:lnTo>
                  <a:lnTo>
                    <a:pt x="3658418" y="926155"/>
                  </a:lnTo>
                  <a:lnTo>
                    <a:pt x="3658605" y="920500"/>
                  </a:lnTo>
                  <a:lnTo>
                    <a:pt x="3658792" y="914779"/>
                  </a:lnTo>
                  <a:lnTo>
                    <a:pt x="3658979" y="908703"/>
                  </a:lnTo>
                  <a:lnTo>
                    <a:pt x="3659166" y="902367"/>
                  </a:lnTo>
                  <a:lnTo>
                    <a:pt x="3659353" y="896168"/>
                  </a:lnTo>
                  <a:lnTo>
                    <a:pt x="3659540" y="888353"/>
                  </a:lnTo>
                  <a:lnTo>
                    <a:pt x="3659727" y="880993"/>
                  </a:lnTo>
                  <a:lnTo>
                    <a:pt x="3659914" y="873399"/>
                  </a:lnTo>
                  <a:lnTo>
                    <a:pt x="3660101" y="866105"/>
                  </a:lnTo>
                  <a:lnTo>
                    <a:pt x="3660287" y="858949"/>
                  </a:lnTo>
                  <a:lnTo>
                    <a:pt x="3660474" y="851985"/>
                  </a:lnTo>
                  <a:lnTo>
                    <a:pt x="3660661" y="845296"/>
                  </a:lnTo>
                  <a:lnTo>
                    <a:pt x="3660848" y="839383"/>
                  </a:lnTo>
                  <a:lnTo>
                    <a:pt x="3661035" y="832641"/>
                  </a:lnTo>
                  <a:lnTo>
                    <a:pt x="3661222" y="826238"/>
                  </a:lnTo>
                  <a:lnTo>
                    <a:pt x="3661409" y="820126"/>
                  </a:lnTo>
                  <a:lnTo>
                    <a:pt x="3661596" y="814833"/>
                  </a:lnTo>
                  <a:lnTo>
                    <a:pt x="3661783" y="811212"/>
                  </a:lnTo>
                  <a:lnTo>
                    <a:pt x="3661970" y="811289"/>
                  </a:lnTo>
                  <a:lnTo>
                    <a:pt x="3662157" y="813895"/>
                  </a:lnTo>
                  <a:lnTo>
                    <a:pt x="3662344" y="820396"/>
                  </a:lnTo>
                  <a:lnTo>
                    <a:pt x="3662530" y="827874"/>
                  </a:lnTo>
                  <a:lnTo>
                    <a:pt x="3662717" y="834714"/>
                  </a:lnTo>
                  <a:lnTo>
                    <a:pt x="3662904" y="842889"/>
                  </a:lnTo>
                  <a:lnTo>
                    <a:pt x="3663091" y="851102"/>
                  </a:lnTo>
                  <a:lnTo>
                    <a:pt x="3663278" y="858501"/>
                  </a:lnTo>
                  <a:lnTo>
                    <a:pt x="3663465" y="866819"/>
                  </a:lnTo>
                  <a:lnTo>
                    <a:pt x="3663652" y="874646"/>
                  </a:lnTo>
                  <a:lnTo>
                    <a:pt x="3663839" y="881641"/>
                  </a:lnTo>
                  <a:lnTo>
                    <a:pt x="3664026" y="888338"/>
                  </a:lnTo>
                  <a:lnTo>
                    <a:pt x="3664213" y="895516"/>
                  </a:lnTo>
                  <a:lnTo>
                    <a:pt x="3664400" y="902838"/>
                  </a:lnTo>
                  <a:lnTo>
                    <a:pt x="3664587" y="910378"/>
                  </a:lnTo>
                  <a:lnTo>
                    <a:pt x="3664774" y="917181"/>
                  </a:lnTo>
                  <a:lnTo>
                    <a:pt x="3664960" y="923130"/>
                  </a:lnTo>
                  <a:lnTo>
                    <a:pt x="3665147" y="927689"/>
                  </a:lnTo>
                  <a:lnTo>
                    <a:pt x="3665334" y="932157"/>
                  </a:lnTo>
                  <a:lnTo>
                    <a:pt x="3665521" y="935994"/>
                  </a:lnTo>
                  <a:lnTo>
                    <a:pt x="3665708" y="939298"/>
                  </a:lnTo>
                  <a:lnTo>
                    <a:pt x="3665895" y="943002"/>
                  </a:lnTo>
                  <a:lnTo>
                    <a:pt x="3666082" y="946615"/>
                  </a:lnTo>
                  <a:lnTo>
                    <a:pt x="3666269" y="949981"/>
                  </a:lnTo>
                  <a:lnTo>
                    <a:pt x="3666456" y="952980"/>
                  </a:lnTo>
                  <a:lnTo>
                    <a:pt x="3666643" y="956409"/>
                  </a:lnTo>
                  <a:lnTo>
                    <a:pt x="3666830" y="959424"/>
                  </a:lnTo>
                  <a:lnTo>
                    <a:pt x="3667017" y="963071"/>
                  </a:lnTo>
                  <a:lnTo>
                    <a:pt x="3667204" y="965733"/>
                  </a:lnTo>
                  <a:lnTo>
                    <a:pt x="3667390" y="967907"/>
                  </a:lnTo>
                  <a:lnTo>
                    <a:pt x="3667577" y="970560"/>
                  </a:lnTo>
                  <a:lnTo>
                    <a:pt x="3667764" y="975622"/>
                  </a:lnTo>
                  <a:lnTo>
                    <a:pt x="3667951" y="982387"/>
                  </a:lnTo>
                  <a:lnTo>
                    <a:pt x="3668138" y="988391"/>
                  </a:lnTo>
                  <a:lnTo>
                    <a:pt x="3668325" y="995820"/>
                  </a:lnTo>
                  <a:lnTo>
                    <a:pt x="3668512" y="1002912"/>
                  </a:lnTo>
                  <a:lnTo>
                    <a:pt x="3668699" y="1008983"/>
                  </a:lnTo>
                  <a:lnTo>
                    <a:pt x="3668886" y="1016883"/>
                  </a:lnTo>
                  <a:lnTo>
                    <a:pt x="3669073" y="1025407"/>
                  </a:lnTo>
                  <a:lnTo>
                    <a:pt x="3669260" y="1035489"/>
                  </a:lnTo>
                  <a:lnTo>
                    <a:pt x="3669447" y="1045658"/>
                  </a:lnTo>
                  <a:lnTo>
                    <a:pt x="3669633" y="1055718"/>
                  </a:lnTo>
                  <a:lnTo>
                    <a:pt x="3669820" y="1066274"/>
                  </a:lnTo>
                  <a:lnTo>
                    <a:pt x="3670007" y="1077832"/>
                  </a:lnTo>
                  <a:lnTo>
                    <a:pt x="3670194" y="1090134"/>
                  </a:lnTo>
                  <a:lnTo>
                    <a:pt x="3670381" y="1102169"/>
                  </a:lnTo>
                  <a:lnTo>
                    <a:pt x="3670568" y="1113891"/>
                  </a:lnTo>
                  <a:lnTo>
                    <a:pt x="3670755" y="1125368"/>
                  </a:lnTo>
                  <a:lnTo>
                    <a:pt x="3670942" y="1136352"/>
                  </a:lnTo>
                  <a:lnTo>
                    <a:pt x="3671129" y="1146222"/>
                  </a:lnTo>
                  <a:lnTo>
                    <a:pt x="3671316" y="1155920"/>
                  </a:lnTo>
                  <a:lnTo>
                    <a:pt x="3671503" y="1164999"/>
                  </a:lnTo>
                  <a:lnTo>
                    <a:pt x="3671690" y="1172687"/>
                  </a:lnTo>
                  <a:lnTo>
                    <a:pt x="3671877" y="1178049"/>
                  </a:lnTo>
                  <a:lnTo>
                    <a:pt x="3672063" y="1182737"/>
                  </a:lnTo>
                  <a:lnTo>
                    <a:pt x="3672250" y="1185575"/>
                  </a:lnTo>
                  <a:lnTo>
                    <a:pt x="3672437" y="1188136"/>
                  </a:lnTo>
                  <a:lnTo>
                    <a:pt x="3672624" y="1190257"/>
                  </a:lnTo>
                  <a:lnTo>
                    <a:pt x="3672811" y="1192450"/>
                  </a:lnTo>
                  <a:lnTo>
                    <a:pt x="3672998" y="1194461"/>
                  </a:lnTo>
                  <a:lnTo>
                    <a:pt x="3673185" y="1196193"/>
                  </a:lnTo>
                  <a:lnTo>
                    <a:pt x="3673372" y="1197875"/>
                  </a:lnTo>
                  <a:lnTo>
                    <a:pt x="3673559" y="1200255"/>
                  </a:lnTo>
                  <a:lnTo>
                    <a:pt x="3673746" y="1203060"/>
                  </a:lnTo>
                  <a:lnTo>
                    <a:pt x="3673933" y="1207113"/>
                  </a:lnTo>
                  <a:lnTo>
                    <a:pt x="3674120" y="1212454"/>
                  </a:lnTo>
                  <a:lnTo>
                    <a:pt x="3674306" y="1218429"/>
                  </a:lnTo>
                  <a:lnTo>
                    <a:pt x="3674493" y="1224493"/>
                  </a:lnTo>
                  <a:lnTo>
                    <a:pt x="3674680" y="1230734"/>
                  </a:lnTo>
                  <a:lnTo>
                    <a:pt x="3674867" y="1237939"/>
                  </a:lnTo>
                  <a:lnTo>
                    <a:pt x="3675054" y="1246931"/>
                  </a:lnTo>
                  <a:lnTo>
                    <a:pt x="3675241" y="1259215"/>
                  </a:lnTo>
                  <a:lnTo>
                    <a:pt x="3675428" y="1269974"/>
                  </a:lnTo>
                  <a:lnTo>
                    <a:pt x="3675615" y="1280803"/>
                  </a:lnTo>
                  <a:lnTo>
                    <a:pt x="3675802" y="1291801"/>
                  </a:lnTo>
                  <a:lnTo>
                    <a:pt x="3675989" y="1299383"/>
                  </a:lnTo>
                  <a:lnTo>
                    <a:pt x="3676176" y="1307602"/>
                  </a:lnTo>
                  <a:lnTo>
                    <a:pt x="3676363" y="1316541"/>
                  </a:lnTo>
                  <a:lnTo>
                    <a:pt x="3676550" y="1323870"/>
                  </a:lnTo>
                  <a:lnTo>
                    <a:pt x="3676736" y="1329926"/>
                  </a:lnTo>
                  <a:lnTo>
                    <a:pt x="3676923" y="1334801"/>
                  </a:lnTo>
                  <a:lnTo>
                    <a:pt x="3677110" y="1339071"/>
                  </a:lnTo>
                  <a:lnTo>
                    <a:pt x="3677297" y="1343659"/>
                  </a:lnTo>
                  <a:lnTo>
                    <a:pt x="3677484" y="1348374"/>
                  </a:lnTo>
                  <a:lnTo>
                    <a:pt x="3677671" y="1353943"/>
                  </a:lnTo>
                  <a:lnTo>
                    <a:pt x="3677858" y="1358714"/>
                  </a:lnTo>
                  <a:lnTo>
                    <a:pt x="3678045" y="1362710"/>
                  </a:lnTo>
                  <a:lnTo>
                    <a:pt x="3678232" y="1366660"/>
                  </a:lnTo>
                  <a:lnTo>
                    <a:pt x="3678419" y="1369951"/>
                  </a:lnTo>
                  <a:lnTo>
                    <a:pt x="3678606" y="1371891"/>
                  </a:lnTo>
                  <a:lnTo>
                    <a:pt x="3678793" y="1374110"/>
                  </a:lnTo>
                  <a:lnTo>
                    <a:pt x="3678980" y="1375628"/>
                  </a:lnTo>
                  <a:lnTo>
                    <a:pt x="3679166" y="1375849"/>
                  </a:lnTo>
                  <a:lnTo>
                    <a:pt x="3679353" y="1375795"/>
                  </a:lnTo>
                  <a:lnTo>
                    <a:pt x="3679540" y="1377099"/>
                  </a:lnTo>
                  <a:lnTo>
                    <a:pt x="3679727" y="1378959"/>
                  </a:lnTo>
                  <a:lnTo>
                    <a:pt x="3679914" y="1381721"/>
                  </a:lnTo>
                  <a:lnTo>
                    <a:pt x="3680101" y="1385053"/>
                  </a:lnTo>
                  <a:lnTo>
                    <a:pt x="3680288" y="1388058"/>
                  </a:lnTo>
                  <a:lnTo>
                    <a:pt x="3680475" y="1390543"/>
                  </a:lnTo>
                  <a:lnTo>
                    <a:pt x="3680662" y="1392179"/>
                  </a:lnTo>
                  <a:lnTo>
                    <a:pt x="3680849" y="1392951"/>
                  </a:lnTo>
                  <a:lnTo>
                    <a:pt x="3681036" y="1393913"/>
                  </a:lnTo>
                  <a:lnTo>
                    <a:pt x="3681223" y="1393805"/>
                  </a:lnTo>
                  <a:lnTo>
                    <a:pt x="3681409" y="1393233"/>
                  </a:lnTo>
                  <a:lnTo>
                    <a:pt x="3681596" y="1392727"/>
                  </a:lnTo>
                  <a:lnTo>
                    <a:pt x="3681783" y="1391123"/>
                  </a:lnTo>
                  <a:lnTo>
                    <a:pt x="3681970" y="1391393"/>
                  </a:lnTo>
                  <a:lnTo>
                    <a:pt x="3682157" y="1390550"/>
                  </a:lnTo>
                  <a:lnTo>
                    <a:pt x="3682344" y="1389790"/>
                  </a:lnTo>
                  <a:lnTo>
                    <a:pt x="3682531" y="1389442"/>
                  </a:lnTo>
                  <a:lnTo>
                    <a:pt x="3682718" y="1387622"/>
                  </a:lnTo>
                  <a:lnTo>
                    <a:pt x="3682905" y="1385064"/>
                  </a:lnTo>
                  <a:lnTo>
                    <a:pt x="3683092" y="1381221"/>
                  </a:lnTo>
                  <a:lnTo>
                    <a:pt x="3683279" y="1377065"/>
                  </a:lnTo>
                  <a:lnTo>
                    <a:pt x="3683466" y="1373324"/>
                  </a:lnTo>
                  <a:lnTo>
                    <a:pt x="3683653" y="1369246"/>
                  </a:lnTo>
                  <a:lnTo>
                    <a:pt x="3683839" y="1364643"/>
                  </a:lnTo>
                  <a:lnTo>
                    <a:pt x="3684026" y="1360057"/>
                  </a:lnTo>
                  <a:lnTo>
                    <a:pt x="3684213" y="1354667"/>
                  </a:lnTo>
                  <a:lnTo>
                    <a:pt x="3684400" y="1348552"/>
                  </a:lnTo>
                  <a:lnTo>
                    <a:pt x="3684587" y="1341987"/>
                  </a:lnTo>
                  <a:lnTo>
                    <a:pt x="3684774" y="1334717"/>
                  </a:lnTo>
                  <a:lnTo>
                    <a:pt x="3684961" y="1326226"/>
                  </a:lnTo>
                  <a:lnTo>
                    <a:pt x="3685148" y="1319287"/>
                  </a:lnTo>
                  <a:lnTo>
                    <a:pt x="3685335" y="1312400"/>
                  </a:lnTo>
                  <a:lnTo>
                    <a:pt x="3685522" y="1305647"/>
                  </a:lnTo>
                  <a:lnTo>
                    <a:pt x="3685709" y="1298540"/>
                  </a:lnTo>
                  <a:lnTo>
                    <a:pt x="3685896" y="1291648"/>
                  </a:lnTo>
                  <a:lnTo>
                    <a:pt x="3686083" y="1285338"/>
                  </a:lnTo>
                  <a:lnTo>
                    <a:pt x="3686269" y="1279784"/>
                  </a:lnTo>
                  <a:lnTo>
                    <a:pt x="3686456" y="1274698"/>
                  </a:lnTo>
                  <a:lnTo>
                    <a:pt x="3686643" y="1270513"/>
                  </a:lnTo>
                  <a:lnTo>
                    <a:pt x="3686830" y="1264948"/>
                  </a:lnTo>
                  <a:lnTo>
                    <a:pt x="3687017" y="1259598"/>
                  </a:lnTo>
                  <a:lnTo>
                    <a:pt x="3687204" y="1255441"/>
                  </a:lnTo>
                  <a:lnTo>
                    <a:pt x="3687391" y="1251148"/>
                  </a:lnTo>
                  <a:lnTo>
                    <a:pt x="3687578" y="1246407"/>
                  </a:lnTo>
                  <a:lnTo>
                    <a:pt x="3687765" y="1241310"/>
                  </a:lnTo>
                  <a:lnTo>
                    <a:pt x="3687952" y="1235824"/>
                  </a:lnTo>
                  <a:lnTo>
                    <a:pt x="3688139" y="1229270"/>
                  </a:lnTo>
                  <a:lnTo>
                    <a:pt x="3688326" y="1221133"/>
                  </a:lnTo>
                  <a:lnTo>
                    <a:pt x="3688512" y="1212935"/>
                  </a:lnTo>
                  <a:lnTo>
                    <a:pt x="3688699" y="1204581"/>
                  </a:lnTo>
                  <a:lnTo>
                    <a:pt x="3688886" y="1197289"/>
                  </a:lnTo>
                  <a:lnTo>
                    <a:pt x="3689073" y="1189759"/>
                  </a:lnTo>
                  <a:lnTo>
                    <a:pt x="3689260" y="1182405"/>
                  </a:lnTo>
                  <a:lnTo>
                    <a:pt x="3689447" y="1175790"/>
                  </a:lnTo>
                  <a:lnTo>
                    <a:pt x="3689634" y="1169049"/>
                  </a:lnTo>
                  <a:lnTo>
                    <a:pt x="3689821" y="1163484"/>
                  </a:lnTo>
                  <a:lnTo>
                    <a:pt x="3690008" y="1159093"/>
                  </a:lnTo>
                  <a:lnTo>
                    <a:pt x="3690195" y="1153896"/>
                  </a:lnTo>
                  <a:lnTo>
                    <a:pt x="3690382" y="1149313"/>
                  </a:lnTo>
                  <a:lnTo>
                    <a:pt x="3690569" y="1148063"/>
                  </a:lnTo>
                  <a:lnTo>
                    <a:pt x="3690756" y="1147101"/>
                  </a:lnTo>
                  <a:lnTo>
                    <a:pt x="3690942" y="1145302"/>
                  </a:lnTo>
                  <a:lnTo>
                    <a:pt x="3691129" y="1142841"/>
                  </a:lnTo>
                  <a:lnTo>
                    <a:pt x="3691316" y="1139544"/>
                  </a:lnTo>
                  <a:lnTo>
                    <a:pt x="3691503" y="1135835"/>
                  </a:lnTo>
                  <a:lnTo>
                    <a:pt x="3691690" y="1133608"/>
                  </a:lnTo>
                  <a:lnTo>
                    <a:pt x="3691877" y="1131981"/>
                  </a:lnTo>
                  <a:lnTo>
                    <a:pt x="3692064" y="1130225"/>
                  </a:lnTo>
                  <a:lnTo>
                    <a:pt x="3692251" y="1127459"/>
                  </a:lnTo>
                  <a:lnTo>
                    <a:pt x="3692438" y="1124557"/>
                  </a:lnTo>
                  <a:lnTo>
                    <a:pt x="3692625" y="1120023"/>
                  </a:lnTo>
                  <a:lnTo>
                    <a:pt x="3692812" y="1115382"/>
                  </a:lnTo>
                  <a:lnTo>
                    <a:pt x="3692999" y="1111138"/>
                  </a:lnTo>
                  <a:lnTo>
                    <a:pt x="3693185" y="1106117"/>
                  </a:lnTo>
                  <a:lnTo>
                    <a:pt x="3693372" y="1100505"/>
                  </a:lnTo>
                  <a:lnTo>
                    <a:pt x="3693559" y="1096101"/>
                  </a:lnTo>
                  <a:lnTo>
                    <a:pt x="3693746" y="1092145"/>
                  </a:lnTo>
                  <a:lnTo>
                    <a:pt x="3693933" y="1088659"/>
                  </a:lnTo>
                  <a:lnTo>
                    <a:pt x="3694120" y="1087231"/>
                  </a:lnTo>
                  <a:lnTo>
                    <a:pt x="3694307" y="1086952"/>
                  </a:lnTo>
                  <a:lnTo>
                    <a:pt x="3694494" y="1087851"/>
                  </a:lnTo>
                  <a:lnTo>
                    <a:pt x="3694681" y="1088825"/>
                  </a:lnTo>
                  <a:lnTo>
                    <a:pt x="3694868" y="1089863"/>
                  </a:lnTo>
                  <a:lnTo>
                    <a:pt x="3695055" y="1091216"/>
                  </a:lnTo>
                  <a:lnTo>
                    <a:pt x="3695242" y="1092884"/>
                  </a:lnTo>
                  <a:lnTo>
                    <a:pt x="3695429" y="1095551"/>
                  </a:lnTo>
                  <a:lnTo>
                    <a:pt x="3695615" y="1098071"/>
                  </a:lnTo>
                  <a:lnTo>
                    <a:pt x="3695802" y="1100786"/>
                  </a:lnTo>
                  <a:lnTo>
                    <a:pt x="3695989" y="1103781"/>
                  </a:lnTo>
                  <a:lnTo>
                    <a:pt x="3696176" y="1106863"/>
                  </a:lnTo>
                  <a:lnTo>
                    <a:pt x="3696363" y="1110832"/>
                  </a:lnTo>
                  <a:lnTo>
                    <a:pt x="3696550" y="1115220"/>
                  </a:lnTo>
                  <a:lnTo>
                    <a:pt x="3696737" y="1119329"/>
                  </a:lnTo>
                  <a:lnTo>
                    <a:pt x="3696924" y="1125149"/>
                  </a:lnTo>
                  <a:lnTo>
                    <a:pt x="3697111" y="1129975"/>
                  </a:lnTo>
                  <a:lnTo>
                    <a:pt x="3697298" y="1135401"/>
                  </a:lnTo>
                  <a:lnTo>
                    <a:pt x="3697485" y="1139840"/>
                  </a:lnTo>
                  <a:lnTo>
                    <a:pt x="3697672" y="1144191"/>
                  </a:lnTo>
                  <a:lnTo>
                    <a:pt x="3697859" y="1148638"/>
                  </a:lnTo>
                  <a:lnTo>
                    <a:pt x="3698045" y="1152871"/>
                  </a:lnTo>
                  <a:lnTo>
                    <a:pt x="3698232" y="1155975"/>
                  </a:lnTo>
                  <a:lnTo>
                    <a:pt x="3698419" y="1160293"/>
                  </a:lnTo>
                  <a:lnTo>
                    <a:pt x="3698606" y="1164506"/>
                  </a:lnTo>
                  <a:lnTo>
                    <a:pt x="3698793" y="1169223"/>
                  </a:lnTo>
                  <a:lnTo>
                    <a:pt x="3698980" y="1173786"/>
                  </a:lnTo>
                  <a:lnTo>
                    <a:pt x="3699167" y="1178288"/>
                  </a:lnTo>
                  <a:lnTo>
                    <a:pt x="3699354" y="1180645"/>
                  </a:lnTo>
                  <a:lnTo>
                    <a:pt x="3699541" y="1181532"/>
                  </a:lnTo>
                  <a:lnTo>
                    <a:pt x="3699728" y="1179985"/>
                  </a:lnTo>
                  <a:lnTo>
                    <a:pt x="3699915" y="1177243"/>
                  </a:lnTo>
                  <a:lnTo>
                    <a:pt x="3700102" y="1171990"/>
                  </a:lnTo>
                  <a:lnTo>
                    <a:pt x="3700288" y="1167249"/>
                  </a:lnTo>
                  <a:lnTo>
                    <a:pt x="3700475" y="1161858"/>
                  </a:lnTo>
                  <a:lnTo>
                    <a:pt x="3700662" y="1155717"/>
                  </a:lnTo>
                  <a:lnTo>
                    <a:pt x="3700849" y="1147311"/>
                  </a:lnTo>
                  <a:lnTo>
                    <a:pt x="3701036" y="1140342"/>
                  </a:lnTo>
                  <a:lnTo>
                    <a:pt x="3701223" y="1132930"/>
                  </a:lnTo>
                  <a:lnTo>
                    <a:pt x="3701410" y="1125443"/>
                  </a:lnTo>
                  <a:lnTo>
                    <a:pt x="3701597" y="1117161"/>
                  </a:lnTo>
                  <a:lnTo>
                    <a:pt x="3701784" y="1108663"/>
                  </a:lnTo>
                  <a:lnTo>
                    <a:pt x="3701971" y="1100859"/>
                  </a:lnTo>
                  <a:lnTo>
                    <a:pt x="3702158" y="1095178"/>
                  </a:lnTo>
                  <a:lnTo>
                    <a:pt x="3702345" y="1089264"/>
                  </a:lnTo>
                  <a:lnTo>
                    <a:pt x="3702532" y="1082951"/>
                  </a:lnTo>
                  <a:lnTo>
                    <a:pt x="3702718" y="1076074"/>
                  </a:lnTo>
                  <a:lnTo>
                    <a:pt x="3702905" y="1069104"/>
                  </a:lnTo>
                  <a:lnTo>
                    <a:pt x="3703092" y="1060546"/>
                  </a:lnTo>
                  <a:lnTo>
                    <a:pt x="3703279" y="1052380"/>
                  </a:lnTo>
                  <a:lnTo>
                    <a:pt x="3703466" y="1044853"/>
                  </a:lnTo>
                  <a:lnTo>
                    <a:pt x="3703653" y="1038800"/>
                  </a:lnTo>
                  <a:lnTo>
                    <a:pt x="3703840" y="1033751"/>
                  </a:lnTo>
                  <a:lnTo>
                    <a:pt x="3704027" y="1029464"/>
                  </a:lnTo>
                  <a:lnTo>
                    <a:pt x="3704214" y="1025051"/>
                  </a:lnTo>
                  <a:lnTo>
                    <a:pt x="3704401" y="1020673"/>
                  </a:lnTo>
                  <a:lnTo>
                    <a:pt x="3704588" y="1016074"/>
                  </a:lnTo>
                  <a:lnTo>
                    <a:pt x="3704775" y="1011198"/>
                  </a:lnTo>
                  <a:lnTo>
                    <a:pt x="3704962" y="1006568"/>
                  </a:lnTo>
                  <a:lnTo>
                    <a:pt x="3705148" y="1001623"/>
                  </a:lnTo>
                  <a:lnTo>
                    <a:pt x="3705335" y="997518"/>
                  </a:lnTo>
                  <a:lnTo>
                    <a:pt x="3705522" y="996162"/>
                  </a:lnTo>
                  <a:lnTo>
                    <a:pt x="3705709" y="995657"/>
                  </a:lnTo>
                  <a:lnTo>
                    <a:pt x="3705896" y="997252"/>
                  </a:lnTo>
                  <a:lnTo>
                    <a:pt x="3706083" y="1000648"/>
                  </a:lnTo>
                  <a:lnTo>
                    <a:pt x="3706270" y="1003425"/>
                  </a:lnTo>
                  <a:lnTo>
                    <a:pt x="3706457" y="1005698"/>
                  </a:lnTo>
                  <a:lnTo>
                    <a:pt x="3706644" y="1005799"/>
                  </a:lnTo>
                  <a:lnTo>
                    <a:pt x="3706831" y="1004764"/>
                  </a:lnTo>
                  <a:lnTo>
                    <a:pt x="3707018" y="1002986"/>
                  </a:lnTo>
                  <a:lnTo>
                    <a:pt x="3707205" y="1001068"/>
                  </a:lnTo>
                  <a:lnTo>
                    <a:pt x="3707391" y="999128"/>
                  </a:lnTo>
                  <a:lnTo>
                    <a:pt x="3707578" y="996300"/>
                  </a:lnTo>
                  <a:lnTo>
                    <a:pt x="3707765" y="992755"/>
                  </a:lnTo>
                  <a:lnTo>
                    <a:pt x="3707952" y="987429"/>
                  </a:lnTo>
                  <a:lnTo>
                    <a:pt x="3708139" y="980330"/>
                  </a:lnTo>
                  <a:lnTo>
                    <a:pt x="3708326" y="971332"/>
                  </a:lnTo>
                  <a:lnTo>
                    <a:pt x="3708513" y="961279"/>
                  </a:lnTo>
                  <a:lnTo>
                    <a:pt x="3708700" y="950442"/>
                  </a:lnTo>
                  <a:lnTo>
                    <a:pt x="3708887" y="939339"/>
                  </a:lnTo>
                  <a:lnTo>
                    <a:pt x="3709074" y="928345"/>
                  </a:lnTo>
                  <a:lnTo>
                    <a:pt x="3709261" y="917199"/>
                  </a:lnTo>
                  <a:lnTo>
                    <a:pt x="3709448" y="906533"/>
                  </a:lnTo>
                  <a:lnTo>
                    <a:pt x="3709635" y="898517"/>
                  </a:lnTo>
                  <a:lnTo>
                    <a:pt x="3709821" y="892265"/>
                  </a:lnTo>
                  <a:lnTo>
                    <a:pt x="3710008" y="887231"/>
                  </a:lnTo>
                  <a:lnTo>
                    <a:pt x="3710195" y="882410"/>
                  </a:lnTo>
                  <a:lnTo>
                    <a:pt x="3710382" y="877881"/>
                  </a:lnTo>
                  <a:lnTo>
                    <a:pt x="3710569" y="874481"/>
                  </a:lnTo>
                  <a:lnTo>
                    <a:pt x="3710756" y="870962"/>
                  </a:lnTo>
                  <a:lnTo>
                    <a:pt x="3710943" y="867589"/>
                  </a:lnTo>
                  <a:lnTo>
                    <a:pt x="3711130" y="865191"/>
                  </a:lnTo>
                  <a:lnTo>
                    <a:pt x="3711317" y="862129"/>
                  </a:lnTo>
                  <a:lnTo>
                    <a:pt x="3711504" y="858461"/>
                  </a:lnTo>
                  <a:lnTo>
                    <a:pt x="3711691" y="854464"/>
                  </a:lnTo>
                  <a:lnTo>
                    <a:pt x="3711878" y="850714"/>
                  </a:lnTo>
                  <a:lnTo>
                    <a:pt x="3712064" y="847676"/>
                  </a:lnTo>
                  <a:lnTo>
                    <a:pt x="3712251" y="843340"/>
                  </a:lnTo>
                  <a:lnTo>
                    <a:pt x="3712438" y="839294"/>
                  </a:lnTo>
                  <a:lnTo>
                    <a:pt x="3712625" y="834243"/>
                  </a:lnTo>
                  <a:lnTo>
                    <a:pt x="3712812" y="830050"/>
                  </a:lnTo>
                  <a:lnTo>
                    <a:pt x="3712999" y="826076"/>
                  </a:lnTo>
                  <a:lnTo>
                    <a:pt x="3713186" y="821463"/>
                  </a:lnTo>
                  <a:lnTo>
                    <a:pt x="3713373" y="815680"/>
                  </a:lnTo>
                  <a:lnTo>
                    <a:pt x="3713560" y="810506"/>
                  </a:lnTo>
                  <a:lnTo>
                    <a:pt x="3713747" y="805744"/>
                  </a:lnTo>
                  <a:lnTo>
                    <a:pt x="3713934" y="800997"/>
                  </a:lnTo>
                  <a:lnTo>
                    <a:pt x="3714121" y="797332"/>
                  </a:lnTo>
                  <a:lnTo>
                    <a:pt x="3714308" y="793575"/>
                  </a:lnTo>
                  <a:lnTo>
                    <a:pt x="3714494" y="789335"/>
                  </a:lnTo>
                  <a:lnTo>
                    <a:pt x="3714681" y="783463"/>
                  </a:lnTo>
                  <a:lnTo>
                    <a:pt x="3714868" y="777053"/>
                  </a:lnTo>
                  <a:lnTo>
                    <a:pt x="3715055" y="769925"/>
                  </a:lnTo>
                  <a:lnTo>
                    <a:pt x="3715242" y="763641"/>
                  </a:lnTo>
                  <a:lnTo>
                    <a:pt x="3715429" y="758408"/>
                  </a:lnTo>
                  <a:lnTo>
                    <a:pt x="3715616" y="753208"/>
                  </a:lnTo>
                  <a:lnTo>
                    <a:pt x="3715803" y="748316"/>
                  </a:lnTo>
                  <a:lnTo>
                    <a:pt x="3715990" y="744581"/>
                  </a:lnTo>
                  <a:lnTo>
                    <a:pt x="3716177" y="740912"/>
                  </a:lnTo>
                  <a:lnTo>
                    <a:pt x="3716364" y="737948"/>
                  </a:lnTo>
                  <a:lnTo>
                    <a:pt x="3716551" y="736635"/>
                  </a:lnTo>
                  <a:lnTo>
                    <a:pt x="3716738" y="736096"/>
                  </a:lnTo>
                  <a:lnTo>
                    <a:pt x="3716924" y="735294"/>
                  </a:lnTo>
                  <a:lnTo>
                    <a:pt x="3717111" y="735405"/>
                  </a:lnTo>
                  <a:lnTo>
                    <a:pt x="3717298" y="735841"/>
                  </a:lnTo>
                  <a:lnTo>
                    <a:pt x="3717485" y="736294"/>
                  </a:lnTo>
                  <a:lnTo>
                    <a:pt x="3717672" y="737161"/>
                  </a:lnTo>
                  <a:lnTo>
                    <a:pt x="3717859" y="739669"/>
                  </a:lnTo>
                  <a:lnTo>
                    <a:pt x="3718046" y="742265"/>
                  </a:lnTo>
                  <a:lnTo>
                    <a:pt x="3718233" y="744655"/>
                  </a:lnTo>
                  <a:lnTo>
                    <a:pt x="3718420" y="745933"/>
                  </a:lnTo>
                  <a:lnTo>
                    <a:pt x="3718607" y="746621"/>
                  </a:lnTo>
                  <a:lnTo>
                    <a:pt x="3718794" y="746972"/>
                  </a:lnTo>
                  <a:lnTo>
                    <a:pt x="3718981" y="747505"/>
                  </a:lnTo>
                  <a:lnTo>
                    <a:pt x="3719167" y="749289"/>
                  </a:lnTo>
                  <a:lnTo>
                    <a:pt x="3719354" y="749437"/>
                  </a:lnTo>
                  <a:lnTo>
                    <a:pt x="3719541" y="748876"/>
                  </a:lnTo>
                  <a:lnTo>
                    <a:pt x="3719728" y="748585"/>
                  </a:lnTo>
                  <a:lnTo>
                    <a:pt x="3719915" y="747765"/>
                  </a:lnTo>
                  <a:lnTo>
                    <a:pt x="3720102" y="746167"/>
                  </a:lnTo>
                  <a:lnTo>
                    <a:pt x="3720289" y="745502"/>
                  </a:lnTo>
                  <a:lnTo>
                    <a:pt x="3720476" y="746119"/>
                  </a:lnTo>
                  <a:lnTo>
                    <a:pt x="3720663" y="746929"/>
                  </a:lnTo>
                  <a:lnTo>
                    <a:pt x="3720850" y="746978"/>
                  </a:lnTo>
                  <a:lnTo>
                    <a:pt x="3721037" y="747175"/>
                  </a:lnTo>
                  <a:lnTo>
                    <a:pt x="3721224" y="747660"/>
                  </a:lnTo>
                  <a:lnTo>
                    <a:pt x="3721411" y="747960"/>
                  </a:lnTo>
                  <a:lnTo>
                    <a:pt x="3721597" y="747895"/>
                  </a:lnTo>
                  <a:lnTo>
                    <a:pt x="3721784" y="748220"/>
                  </a:lnTo>
                  <a:lnTo>
                    <a:pt x="3721971" y="747436"/>
                  </a:lnTo>
                  <a:lnTo>
                    <a:pt x="3722158" y="746302"/>
                  </a:lnTo>
                  <a:lnTo>
                    <a:pt x="3722345" y="745859"/>
                  </a:lnTo>
                  <a:lnTo>
                    <a:pt x="3722532" y="744320"/>
                  </a:lnTo>
                  <a:lnTo>
                    <a:pt x="3722719" y="742286"/>
                  </a:lnTo>
                  <a:lnTo>
                    <a:pt x="3722906" y="741199"/>
                  </a:lnTo>
                  <a:lnTo>
                    <a:pt x="3723093" y="742064"/>
                  </a:lnTo>
                  <a:lnTo>
                    <a:pt x="3723280" y="744087"/>
                  </a:lnTo>
                  <a:lnTo>
                    <a:pt x="3723467" y="749370"/>
                  </a:lnTo>
                  <a:lnTo>
                    <a:pt x="3723654" y="754683"/>
                  </a:lnTo>
                  <a:lnTo>
                    <a:pt x="3723841" y="760433"/>
                  </a:lnTo>
                  <a:lnTo>
                    <a:pt x="3724027" y="765273"/>
                  </a:lnTo>
                  <a:lnTo>
                    <a:pt x="3724214" y="770901"/>
                  </a:lnTo>
                  <a:lnTo>
                    <a:pt x="3724401" y="776306"/>
                  </a:lnTo>
                  <a:lnTo>
                    <a:pt x="3724588" y="780507"/>
                  </a:lnTo>
                  <a:lnTo>
                    <a:pt x="3724775" y="785212"/>
                  </a:lnTo>
                  <a:lnTo>
                    <a:pt x="3724962" y="790639"/>
                  </a:lnTo>
                  <a:lnTo>
                    <a:pt x="3725149" y="795809"/>
                  </a:lnTo>
                  <a:lnTo>
                    <a:pt x="3725336" y="801260"/>
                  </a:lnTo>
                  <a:lnTo>
                    <a:pt x="3725523" y="808126"/>
                  </a:lnTo>
                  <a:lnTo>
                    <a:pt x="3725710" y="815961"/>
                  </a:lnTo>
                  <a:lnTo>
                    <a:pt x="3725897" y="823858"/>
                  </a:lnTo>
                  <a:lnTo>
                    <a:pt x="3726084" y="832118"/>
                  </a:lnTo>
                  <a:lnTo>
                    <a:pt x="3726270" y="838611"/>
                  </a:lnTo>
                  <a:lnTo>
                    <a:pt x="3726457" y="845772"/>
                  </a:lnTo>
                  <a:lnTo>
                    <a:pt x="3726644" y="852742"/>
                  </a:lnTo>
                  <a:lnTo>
                    <a:pt x="3726831" y="859381"/>
                  </a:lnTo>
                  <a:lnTo>
                    <a:pt x="3727018" y="866281"/>
                  </a:lnTo>
                  <a:lnTo>
                    <a:pt x="3727205" y="871321"/>
                  </a:lnTo>
                  <a:lnTo>
                    <a:pt x="3727392" y="875314"/>
                  </a:lnTo>
                  <a:lnTo>
                    <a:pt x="3727579" y="879926"/>
                  </a:lnTo>
                  <a:lnTo>
                    <a:pt x="3727766" y="884557"/>
                  </a:lnTo>
                  <a:lnTo>
                    <a:pt x="3727953" y="888863"/>
                  </a:lnTo>
                  <a:lnTo>
                    <a:pt x="3728140" y="893387"/>
                  </a:lnTo>
                  <a:lnTo>
                    <a:pt x="3728327" y="897705"/>
                  </a:lnTo>
                  <a:lnTo>
                    <a:pt x="3728514" y="901916"/>
                  </a:lnTo>
                  <a:lnTo>
                    <a:pt x="3728700" y="906118"/>
                  </a:lnTo>
                  <a:lnTo>
                    <a:pt x="3728887" y="910287"/>
                  </a:lnTo>
                  <a:lnTo>
                    <a:pt x="3729074" y="912732"/>
                  </a:lnTo>
                  <a:lnTo>
                    <a:pt x="3729261" y="914428"/>
                  </a:lnTo>
                  <a:lnTo>
                    <a:pt x="3729448" y="915764"/>
                  </a:lnTo>
                  <a:lnTo>
                    <a:pt x="3729635" y="917024"/>
                  </a:lnTo>
                  <a:lnTo>
                    <a:pt x="3729822" y="918731"/>
                  </a:lnTo>
                  <a:lnTo>
                    <a:pt x="3730009" y="921989"/>
                  </a:lnTo>
                  <a:lnTo>
                    <a:pt x="3730196" y="925595"/>
                  </a:lnTo>
                  <a:lnTo>
                    <a:pt x="3730383" y="929568"/>
                  </a:lnTo>
                  <a:lnTo>
                    <a:pt x="3730570" y="932312"/>
                  </a:lnTo>
                  <a:lnTo>
                    <a:pt x="3730757" y="934314"/>
                  </a:lnTo>
                  <a:lnTo>
                    <a:pt x="3730943" y="933451"/>
                  </a:lnTo>
                  <a:lnTo>
                    <a:pt x="3731130" y="932753"/>
                  </a:lnTo>
                  <a:lnTo>
                    <a:pt x="3731317" y="931821"/>
                  </a:lnTo>
                  <a:lnTo>
                    <a:pt x="3731504" y="927305"/>
                  </a:lnTo>
                  <a:lnTo>
                    <a:pt x="3731691" y="921152"/>
                  </a:lnTo>
                  <a:lnTo>
                    <a:pt x="3731878" y="912908"/>
                  </a:lnTo>
                  <a:lnTo>
                    <a:pt x="3732065" y="905617"/>
                  </a:lnTo>
                  <a:lnTo>
                    <a:pt x="3732252" y="898541"/>
                  </a:lnTo>
                  <a:lnTo>
                    <a:pt x="3732439" y="891628"/>
                  </a:lnTo>
                  <a:lnTo>
                    <a:pt x="3732626" y="884828"/>
                  </a:lnTo>
                  <a:lnTo>
                    <a:pt x="3732813" y="876522"/>
                  </a:lnTo>
                  <a:lnTo>
                    <a:pt x="3733000" y="869518"/>
                  </a:lnTo>
                  <a:lnTo>
                    <a:pt x="3733187" y="861853"/>
                  </a:lnTo>
                  <a:lnTo>
                    <a:pt x="3733373" y="855453"/>
                  </a:lnTo>
                  <a:lnTo>
                    <a:pt x="3733560" y="850205"/>
                  </a:lnTo>
                  <a:lnTo>
                    <a:pt x="3733747" y="844748"/>
                  </a:lnTo>
                  <a:lnTo>
                    <a:pt x="3733934" y="839325"/>
                  </a:lnTo>
                  <a:lnTo>
                    <a:pt x="3734121" y="834453"/>
                  </a:lnTo>
                  <a:lnTo>
                    <a:pt x="3734308" y="830449"/>
                  </a:lnTo>
                  <a:lnTo>
                    <a:pt x="3734495" y="828258"/>
                  </a:lnTo>
                  <a:lnTo>
                    <a:pt x="3734682" y="827021"/>
                  </a:lnTo>
                  <a:lnTo>
                    <a:pt x="3734869" y="825991"/>
                  </a:lnTo>
                  <a:lnTo>
                    <a:pt x="3735056" y="825198"/>
                  </a:lnTo>
                  <a:lnTo>
                    <a:pt x="3735243" y="825190"/>
                  </a:lnTo>
                  <a:lnTo>
                    <a:pt x="3735430" y="825744"/>
                  </a:lnTo>
                  <a:lnTo>
                    <a:pt x="3735617" y="827561"/>
                  </a:lnTo>
                  <a:lnTo>
                    <a:pt x="3735803" y="829058"/>
                  </a:lnTo>
                  <a:lnTo>
                    <a:pt x="3735990" y="831438"/>
                  </a:lnTo>
                  <a:lnTo>
                    <a:pt x="3736177" y="834255"/>
                  </a:lnTo>
                  <a:lnTo>
                    <a:pt x="3736364" y="838547"/>
                  </a:lnTo>
                  <a:lnTo>
                    <a:pt x="3736551" y="843313"/>
                  </a:lnTo>
                  <a:lnTo>
                    <a:pt x="3736738" y="850297"/>
                  </a:lnTo>
                  <a:lnTo>
                    <a:pt x="3736925" y="857797"/>
                  </a:lnTo>
                  <a:lnTo>
                    <a:pt x="3737112" y="866351"/>
                  </a:lnTo>
                  <a:lnTo>
                    <a:pt x="3737299" y="875255"/>
                  </a:lnTo>
                  <a:lnTo>
                    <a:pt x="3737486" y="886095"/>
                  </a:lnTo>
                  <a:lnTo>
                    <a:pt x="3737673" y="896501"/>
                  </a:lnTo>
                  <a:lnTo>
                    <a:pt x="3737860" y="908105"/>
                  </a:lnTo>
                  <a:lnTo>
                    <a:pt x="3738046" y="919692"/>
                  </a:lnTo>
                  <a:lnTo>
                    <a:pt x="3738233" y="932698"/>
                  </a:lnTo>
                  <a:lnTo>
                    <a:pt x="3738420" y="943880"/>
                  </a:lnTo>
                  <a:lnTo>
                    <a:pt x="3738607" y="955323"/>
                  </a:lnTo>
                  <a:lnTo>
                    <a:pt x="3738794" y="967208"/>
                  </a:lnTo>
                  <a:lnTo>
                    <a:pt x="3738981" y="979105"/>
                  </a:lnTo>
                  <a:lnTo>
                    <a:pt x="3739168" y="990708"/>
                  </a:lnTo>
                  <a:lnTo>
                    <a:pt x="3739355" y="1001045"/>
                  </a:lnTo>
                  <a:lnTo>
                    <a:pt x="3739542" y="1009717"/>
                  </a:lnTo>
                  <a:lnTo>
                    <a:pt x="3739729" y="1018322"/>
                  </a:lnTo>
                  <a:lnTo>
                    <a:pt x="3739916" y="1027726"/>
                  </a:lnTo>
                  <a:lnTo>
                    <a:pt x="3740103" y="1037652"/>
                  </a:lnTo>
                  <a:lnTo>
                    <a:pt x="3740290" y="1048360"/>
                  </a:lnTo>
                  <a:lnTo>
                    <a:pt x="3740476" y="1060621"/>
                  </a:lnTo>
                  <a:lnTo>
                    <a:pt x="3740663" y="1071853"/>
                  </a:lnTo>
                  <a:lnTo>
                    <a:pt x="3740850" y="1081670"/>
                  </a:lnTo>
                  <a:lnTo>
                    <a:pt x="3741037" y="1089313"/>
                  </a:lnTo>
                  <a:lnTo>
                    <a:pt x="3741224" y="1095188"/>
                  </a:lnTo>
                  <a:lnTo>
                    <a:pt x="3741411" y="1099517"/>
                  </a:lnTo>
                  <a:lnTo>
                    <a:pt x="3741598" y="1103818"/>
                  </a:lnTo>
                  <a:lnTo>
                    <a:pt x="3741785" y="1108154"/>
                  </a:lnTo>
                  <a:lnTo>
                    <a:pt x="3741972" y="1112974"/>
                  </a:lnTo>
                  <a:lnTo>
                    <a:pt x="3742159" y="1118041"/>
                  </a:lnTo>
                  <a:lnTo>
                    <a:pt x="3742346" y="1122192"/>
                  </a:lnTo>
                  <a:lnTo>
                    <a:pt x="3742533" y="1125359"/>
                  </a:lnTo>
                  <a:lnTo>
                    <a:pt x="3742720" y="1125895"/>
                  </a:lnTo>
                  <a:lnTo>
                    <a:pt x="3742906" y="1123775"/>
                  </a:lnTo>
                  <a:lnTo>
                    <a:pt x="3743093" y="1121638"/>
                  </a:lnTo>
                  <a:lnTo>
                    <a:pt x="3743280" y="1118022"/>
                  </a:lnTo>
                  <a:lnTo>
                    <a:pt x="3743467" y="1114248"/>
                  </a:lnTo>
                  <a:lnTo>
                    <a:pt x="3743654" y="1111387"/>
                  </a:lnTo>
                  <a:lnTo>
                    <a:pt x="3743841" y="1109423"/>
                  </a:lnTo>
                  <a:lnTo>
                    <a:pt x="3744028" y="1109170"/>
                  </a:lnTo>
                  <a:lnTo>
                    <a:pt x="3744215" y="1110277"/>
                  </a:lnTo>
                  <a:lnTo>
                    <a:pt x="3744402" y="1111341"/>
                  </a:lnTo>
                  <a:lnTo>
                    <a:pt x="3744589" y="1112085"/>
                  </a:lnTo>
                  <a:lnTo>
                    <a:pt x="3744776" y="1111996"/>
                  </a:lnTo>
                  <a:lnTo>
                    <a:pt x="3744963" y="1112490"/>
                  </a:lnTo>
                  <a:lnTo>
                    <a:pt x="3745149" y="1114197"/>
                  </a:lnTo>
                  <a:lnTo>
                    <a:pt x="3745336" y="1117735"/>
                  </a:lnTo>
                  <a:lnTo>
                    <a:pt x="3745523" y="1123064"/>
                  </a:lnTo>
                  <a:lnTo>
                    <a:pt x="3745710" y="1130222"/>
                  </a:lnTo>
                  <a:lnTo>
                    <a:pt x="3745897" y="1137035"/>
                  </a:lnTo>
                  <a:lnTo>
                    <a:pt x="3746084" y="1143307"/>
                  </a:lnTo>
                  <a:lnTo>
                    <a:pt x="3746271" y="1148884"/>
                  </a:lnTo>
                  <a:lnTo>
                    <a:pt x="3746458" y="1153060"/>
                  </a:lnTo>
                  <a:lnTo>
                    <a:pt x="3746645" y="1157185"/>
                  </a:lnTo>
                  <a:lnTo>
                    <a:pt x="3746832" y="1160456"/>
                  </a:lnTo>
                  <a:lnTo>
                    <a:pt x="3747019" y="1161137"/>
                  </a:lnTo>
                  <a:lnTo>
                    <a:pt x="3747206" y="1161201"/>
                  </a:lnTo>
                  <a:lnTo>
                    <a:pt x="3747393" y="1158638"/>
                  </a:lnTo>
                  <a:lnTo>
                    <a:pt x="3747579" y="1154423"/>
                  </a:lnTo>
                  <a:lnTo>
                    <a:pt x="3747766" y="1150148"/>
                  </a:lnTo>
                  <a:lnTo>
                    <a:pt x="3747953" y="1146676"/>
                  </a:lnTo>
                  <a:lnTo>
                    <a:pt x="3748140" y="1144605"/>
                  </a:lnTo>
                  <a:lnTo>
                    <a:pt x="3748327" y="1142294"/>
                  </a:lnTo>
                  <a:lnTo>
                    <a:pt x="3748514" y="1139646"/>
                  </a:lnTo>
                  <a:lnTo>
                    <a:pt x="3748701" y="1138180"/>
                  </a:lnTo>
                  <a:lnTo>
                    <a:pt x="3748888" y="1137700"/>
                  </a:lnTo>
                  <a:lnTo>
                    <a:pt x="3749075" y="1136956"/>
                  </a:lnTo>
                  <a:lnTo>
                    <a:pt x="3749262" y="1136771"/>
                  </a:lnTo>
                  <a:lnTo>
                    <a:pt x="3749449" y="1136812"/>
                  </a:lnTo>
                  <a:lnTo>
                    <a:pt x="3749636" y="1137803"/>
                  </a:lnTo>
                  <a:lnTo>
                    <a:pt x="3749822" y="1139358"/>
                  </a:lnTo>
                  <a:lnTo>
                    <a:pt x="3750009" y="1141721"/>
                  </a:lnTo>
                  <a:lnTo>
                    <a:pt x="3750196" y="1144897"/>
                  </a:lnTo>
                  <a:lnTo>
                    <a:pt x="3750383" y="1149300"/>
                  </a:lnTo>
                  <a:lnTo>
                    <a:pt x="3750570" y="1156177"/>
                  </a:lnTo>
                  <a:lnTo>
                    <a:pt x="3750757" y="1165309"/>
                  </a:lnTo>
                  <a:lnTo>
                    <a:pt x="3750944" y="1172919"/>
                  </a:lnTo>
                  <a:lnTo>
                    <a:pt x="3751131" y="1179733"/>
                  </a:lnTo>
                  <a:lnTo>
                    <a:pt x="3751318" y="1186221"/>
                  </a:lnTo>
                  <a:lnTo>
                    <a:pt x="3751505" y="1191504"/>
                  </a:lnTo>
                  <a:lnTo>
                    <a:pt x="3751692" y="1196511"/>
                  </a:lnTo>
                  <a:lnTo>
                    <a:pt x="3751879" y="1202327"/>
                  </a:lnTo>
                  <a:lnTo>
                    <a:pt x="3752066" y="1209000"/>
                  </a:lnTo>
                  <a:lnTo>
                    <a:pt x="3752252" y="1216680"/>
                  </a:lnTo>
                  <a:lnTo>
                    <a:pt x="3752439" y="1223992"/>
                  </a:lnTo>
                  <a:lnTo>
                    <a:pt x="3752626" y="1230920"/>
                  </a:lnTo>
                  <a:lnTo>
                    <a:pt x="3752813" y="1236521"/>
                  </a:lnTo>
                  <a:lnTo>
                    <a:pt x="3753000" y="1242757"/>
                  </a:lnTo>
                  <a:lnTo>
                    <a:pt x="3753187" y="1249416"/>
                  </a:lnTo>
                  <a:lnTo>
                    <a:pt x="3753374" y="1255661"/>
                  </a:lnTo>
                  <a:lnTo>
                    <a:pt x="3753561" y="1261308"/>
                  </a:lnTo>
                  <a:lnTo>
                    <a:pt x="3753748" y="1266902"/>
                  </a:lnTo>
                  <a:lnTo>
                    <a:pt x="3753935" y="1272144"/>
                  </a:lnTo>
                  <a:lnTo>
                    <a:pt x="3754122" y="1276252"/>
                  </a:lnTo>
                  <a:lnTo>
                    <a:pt x="3754309" y="1279887"/>
                  </a:lnTo>
                  <a:lnTo>
                    <a:pt x="3754496" y="1281548"/>
                  </a:lnTo>
                  <a:lnTo>
                    <a:pt x="3754682" y="1282526"/>
                  </a:lnTo>
                  <a:lnTo>
                    <a:pt x="3754869" y="1283532"/>
                  </a:lnTo>
                  <a:lnTo>
                    <a:pt x="3755056" y="1284126"/>
                  </a:lnTo>
                  <a:lnTo>
                    <a:pt x="3755243" y="1283799"/>
                  </a:lnTo>
                  <a:lnTo>
                    <a:pt x="3755430" y="1282840"/>
                  </a:lnTo>
                  <a:lnTo>
                    <a:pt x="3755617" y="1282301"/>
                  </a:lnTo>
                  <a:lnTo>
                    <a:pt x="3755804" y="1282222"/>
                  </a:lnTo>
                  <a:lnTo>
                    <a:pt x="3755991" y="1282861"/>
                  </a:lnTo>
                  <a:lnTo>
                    <a:pt x="3756178" y="1283552"/>
                  </a:lnTo>
                  <a:lnTo>
                    <a:pt x="3756365" y="1284081"/>
                  </a:lnTo>
                  <a:lnTo>
                    <a:pt x="3756552" y="1283942"/>
                  </a:lnTo>
                  <a:lnTo>
                    <a:pt x="3756739" y="1284441"/>
                  </a:lnTo>
                  <a:lnTo>
                    <a:pt x="3756925" y="1286372"/>
                  </a:lnTo>
                  <a:lnTo>
                    <a:pt x="3757112" y="1288568"/>
                  </a:lnTo>
                  <a:lnTo>
                    <a:pt x="3757299" y="1291694"/>
                  </a:lnTo>
                  <a:lnTo>
                    <a:pt x="3757486" y="1295897"/>
                  </a:lnTo>
                  <a:lnTo>
                    <a:pt x="3757673" y="1299760"/>
                  </a:lnTo>
                  <a:lnTo>
                    <a:pt x="3757860" y="1302449"/>
                  </a:lnTo>
                  <a:lnTo>
                    <a:pt x="3758047" y="1304788"/>
                  </a:lnTo>
                  <a:lnTo>
                    <a:pt x="3758234" y="1307781"/>
                  </a:lnTo>
                  <a:lnTo>
                    <a:pt x="3758421" y="1311142"/>
                  </a:lnTo>
                  <a:lnTo>
                    <a:pt x="3758608" y="1314585"/>
                  </a:lnTo>
                  <a:lnTo>
                    <a:pt x="3758795" y="1318401"/>
                  </a:lnTo>
                  <a:lnTo>
                    <a:pt x="3758982" y="1323458"/>
                  </a:lnTo>
                  <a:lnTo>
                    <a:pt x="3759169" y="1328895"/>
                  </a:lnTo>
                  <a:lnTo>
                    <a:pt x="3759355" y="1336226"/>
                  </a:lnTo>
                  <a:lnTo>
                    <a:pt x="3759542" y="1343709"/>
                  </a:lnTo>
                  <a:lnTo>
                    <a:pt x="3759729" y="1351675"/>
                  </a:lnTo>
                  <a:lnTo>
                    <a:pt x="3759916" y="1359801"/>
                  </a:lnTo>
                  <a:lnTo>
                    <a:pt x="3760103" y="1367663"/>
                  </a:lnTo>
                  <a:lnTo>
                    <a:pt x="3760290" y="1374010"/>
                  </a:lnTo>
                  <a:lnTo>
                    <a:pt x="3760477" y="1379115"/>
                  </a:lnTo>
                  <a:lnTo>
                    <a:pt x="3760664" y="1382148"/>
                  </a:lnTo>
                  <a:lnTo>
                    <a:pt x="3760851" y="1382250"/>
                  </a:lnTo>
                  <a:lnTo>
                    <a:pt x="3761038" y="1382376"/>
                  </a:lnTo>
                  <a:lnTo>
                    <a:pt x="3761225" y="1381688"/>
                  </a:lnTo>
                  <a:lnTo>
                    <a:pt x="3761412" y="1379324"/>
                  </a:lnTo>
                  <a:lnTo>
                    <a:pt x="3761599" y="1376278"/>
                  </a:lnTo>
                  <a:lnTo>
                    <a:pt x="3761785" y="1372927"/>
                  </a:lnTo>
                  <a:lnTo>
                    <a:pt x="3761972" y="1368968"/>
                  </a:lnTo>
                  <a:lnTo>
                    <a:pt x="3762159" y="1364971"/>
                  </a:lnTo>
                  <a:lnTo>
                    <a:pt x="3762346" y="1360610"/>
                  </a:lnTo>
                  <a:lnTo>
                    <a:pt x="3762533" y="1356122"/>
                  </a:lnTo>
                  <a:lnTo>
                    <a:pt x="3762720" y="1351915"/>
                  </a:lnTo>
                  <a:lnTo>
                    <a:pt x="3762907" y="1347813"/>
                  </a:lnTo>
                  <a:lnTo>
                    <a:pt x="3763094" y="1344161"/>
                  </a:lnTo>
                  <a:lnTo>
                    <a:pt x="3763281" y="1340448"/>
                  </a:lnTo>
                  <a:lnTo>
                    <a:pt x="3763468" y="1337211"/>
                  </a:lnTo>
                  <a:lnTo>
                    <a:pt x="3763655" y="1334532"/>
                  </a:lnTo>
                  <a:lnTo>
                    <a:pt x="3763842" y="1331630"/>
                  </a:lnTo>
                  <a:lnTo>
                    <a:pt x="3764028" y="1328564"/>
                  </a:lnTo>
                  <a:lnTo>
                    <a:pt x="3764215" y="1325500"/>
                  </a:lnTo>
                  <a:lnTo>
                    <a:pt x="3764402" y="1323217"/>
                  </a:lnTo>
                  <a:lnTo>
                    <a:pt x="3764589" y="1322184"/>
                  </a:lnTo>
                  <a:lnTo>
                    <a:pt x="3764776" y="1321490"/>
                  </a:lnTo>
                  <a:lnTo>
                    <a:pt x="3764963" y="1321659"/>
                  </a:lnTo>
                  <a:lnTo>
                    <a:pt x="3765150" y="1321881"/>
                  </a:lnTo>
                  <a:lnTo>
                    <a:pt x="3765337" y="1321602"/>
                  </a:lnTo>
                  <a:lnTo>
                    <a:pt x="3765524" y="1321389"/>
                  </a:lnTo>
                  <a:lnTo>
                    <a:pt x="3765711" y="1320915"/>
                  </a:lnTo>
                  <a:lnTo>
                    <a:pt x="3765898" y="1320095"/>
                  </a:lnTo>
                  <a:lnTo>
                    <a:pt x="3766085" y="1319354"/>
                  </a:lnTo>
                  <a:lnTo>
                    <a:pt x="3766272" y="1319059"/>
                  </a:lnTo>
                  <a:lnTo>
                    <a:pt x="3766458" y="1319298"/>
                  </a:lnTo>
                  <a:lnTo>
                    <a:pt x="3766645" y="1320092"/>
                  </a:lnTo>
                  <a:lnTo>
                    <a:pt x="3766832" y="1321614"/>
                  </a:lnTo>
                  <a:lnTo>
                    <a:pt x="3767019" y="1323675"/>
                  </a:lnTo>
                  <a:lnTo>
                    <a:pt x="3767206" y="1325178"/>
                  </a:lnTo>
                  <a:lnTo>
                    <a:pt x="3767393" y="1326079"/>
                  </a:lnTo>
                  <a:lnTo>
                    <a:pt x="3767580" y="1326640"/>
                  </a:lnTo>
                  <a:lnTo>
                    <a:pt x="3767767" y="1327140"/>
                  </a:lnTo>
                  <a:lnTo>
                    <a:pt x="3767954" y="1328802"/>
                  </a:lnTo>
                  <a:lnTo>
                    <a:pt x="3768141" y="1331029"/>
                  </a:lnTo>
                  <a:lnTo>
                    <a:pt x="3768328" y="1334858"/>
                  </a:lnTo>
                  <a:lnTo>
                    <a:pt x="3768515" y="1338621"/>
                  </a:lnTo>
                  <a:lnTo>
                    <a:pt x="3768701" y="1342520"/>
                  </a:lnTo>
                  <a:lnTo>
                    <a:pt x="3768888" y="1347554"/>
                  </a:lnTo>
                  <a:lnTo>
                    <a:pt x="3769075" y="1352950"/>
                  </a:lnTo>
                  <a:lnTo>
                    <a:pt x="3769262" y="1360128"/>
                  </a:lnTo>
                  <a:lnTo>
                    <a:pt x="3769449" y="1366516"/>
                  </a:lnTo>
                  <a:lnTo>
                    <a:pt x="3769636" y="1373320"/>
                  </a:lnTo>
                  <a:lnTo>
                    <a:pt x="3769823" y="1379961"/>
                  </a:lnTo>
                  <a:lnTo>
                    <a:pt x="3770010" y="1387084"/>
                  </a:lnTo>
                  <a:lnTo>
                    <a:pt x="3770197" y="1395263"/>
                  </a:lnTo>
                  <a:lnTo>
                    <a:pt x="3770384" y="1402635"/>
                  </a:lnTo>
                  <a:lnTo>
                    <a:pt x="3770571" y="1410543"/>
                  </a:lnTo>
                  <a:lnTo>
                    <a:pt x="3770758" y="1417044"/>
                  </a:lnTo>
                  <a:lnTo>
                    <a:pt x="3770945" y="1420938"/>
                  </a:lnTo>
                  <a:lnTo>
                    <a:pt x="3771131" y="1423319"/>
                  </a:lnTo>
                  <a:lnTo>
                    <a:pt x="3771318" y="1425887"/>
                  </a:lnTo>
                  <a:lnTo>
                    <a:pt x="3771505" y="1428240"/>
                  </a:lnTo>
                  <a:lnTo>
                    <a:pt x="3771692" y="1429738"/>
                  </a:lnTo>
                  <a:lnTo>
                    <a:pt x="3771879" y="1430016"/>
                  </a:lnTo>
                  <a:lnTo>
                    <a:pt x="3772066" y="1429973"/>
                  </a:lnTo>
                  <a:lnTo>
                    <a:pt x="3772253" y="1430274"/>
                  </a:lnTo>
                  <a:lnTo>
                    <a:pt x="3772440" y="1429525"/>
                  </a:lnTo>
                  <a:lnTo>
                    <a:pt x="3772627" y="1426802"/>
                  </a:lnTo>
                  <a:lnTo>
                    <a:pt x="3772814" y="1422830"/>
                  </a:lnTo>
                  <a:lnTo>
                    <a:pt x="3773001" y="1418057"/>
                  </a:lnTo>
                  <a:lnTo>
                    <a:pt x="3773188" y="1412610"/>
                  </a:lnTo>
                  <a:lnTo>
                    <a:pt x="3773375" y="1406983"/>
                  </a:lnTo>
                  <a:lnTo>
                    <a:pt x="3773561" y="1398821"/>
                  </a:lnTo>
                  <a:lnTo>
                    <a:pt x="3773748" y="1390343"/>
                  </a:lnTo>
                  <a:lnTo>
                    <a:pt x="3773935" y="1380617"/>
                  </a:lnTo>
                  <a:lnTo>
                    <a:pt x="3774122" y="1369490"/>
                  </a:lnTo>
                  <a:lnTo>
                    <a:pt x="3774309" y="1358207"/>
                  </a:lnTo>
                  <a:lnTo>
                    <a:pt x="3774496" y="1346717"/>
                  </a:lnTo>
                  <a:lnTo>
                    <a:pt x="3774683" y="1334969"/>
                  </a:lnTo>
                  <a:lnTo>
                    <a:pt x="3774870" y="1322164"/>
                  </a:lnTo>
                  <a:lnTo>
                    <a:pt x="3775057" y="1308481"/>
                  </a:lnTo>
                  <a:lnTo>
                    <a:pt x="3775244" y="1293923"/>
                  </a:lnTo>
                  <a:lnTo>
                    <a:pt x="3775431" y="1279762"/>
                  </a:lnTo>
                  <a:lnTo>
                    <a:pt x="3775618" y="1265517"/>
                  </a:lnTo>
                  <a:lnTo>
                    <a:pt x="3775804" y="1251120"/>
                  </a:lnTo>
                  <a:lnTo>
                    <a:pt x="3775991" y="1237170"/>
                  </a:lnTo>
                  <a:lnTo>
                    <a:pt x="3776178" y="1224157"/>
                  </a:lnTo>
                  <a:lnTo>
                    <a:pt x="3776365" y="1212136"/>
                  </a:lnTo>
                  <a:lnTo>
                    <a:pt x="3776552" y="1199239"/>
                  </a:lnTo>
                  <a:lnTo>
                    <a:pt x="3776739" y="1186355"/>
                  </a:lnTo>
                  <a:lnTo>
                    <a:pt x="3776926" y="1175848"/>
                  </a:lnTo>
                  <a:lnTo>
                    <a:pt x="3777113" y="1166582"/>
                  </a:lnTo>
                  <a:lnTo>
                    <a:pt x="3777300" y="1155323"/>
                  </a:lnTo>
                  <a:lnTo>
                    <a:pt x="3777487" y="1144223"/>
                  </a:lnTo>
                  <a:lnTo>
                    <a:pt x="3777674" y="1133536"/>
                  </a:lnTo>
                  <a:lnTo>
                    <a:pt x="3777861" y="1123077"/>
                  </a:lnTo>
                  <a:lnTo>
                    <a:pt x="3778048" y="1113552"/>
                  </a:lnTo>
                  <a:lnTo>
                    <a:pt x="3778234" y="1105899"/>
                  </a:lnTo>
                  <a:lnTo>
                    <a:pt x="3778421" y="1100481"/>
                  </a:lnTo>
                  <a:lnTo>
                    <a:pt x="3778608" y="1097183"/>
                  </a:lnTo>
                  <a:lnTo>
                    <a:pt x="3778795" y="1095133"/>
                  </a:lnTo>
                  <a:lnTo>
                    <a:pt x="3778982" y="1094082"/>
                  </a:lnTo>
                  <a:lnTo>
                    <a:pt x="3779169" y="1093151"/>
                  </a:lnTo>
                  <a:lnTo>
                    <a:pt x="3779356" y="1092612"/>
                  </a:lnTo>
                  <a:lnTo>
                    <a:pt x="3779543" y="1092236"/>
                  </a:lnTo>
                  <a:lnTo>
                    <a:pt x="3779730" y="1092430"/>
                  </a:lnTo>
                  <a:lnTo>
                    <a:pt x="3779917" y="1092351"/>
                  </a:lnTo>
                  <a:lnTo>
                    <a:pt x="3780104" y="1092359"/>
                  </a:lnTo>
                  <a:lnTo>
                    <a:pt x="3780291" y="1092747"/>
                  </a:lnTo>
                  <a:lnTo>
                    <a:pt x="3780477" y="1091358"/>
                  </a:lnTo>
                  <a:lnTo>
                    <a:pt x="3780664" y="1089226"/>
                  </a:lnTo>
                  <a:lnTo>
                    <a:pt x="3780851" y="1088181"/>
                  </a:lnTo>
                  <a:lnTo>
                    <a:pt x="3781038" y="1086054"/>
                  </a:lnTo>
                  <a:lnTo>
                    <a:pt x="3781225" y="1082129"/>
                  </a:lnTo>
                  <a:lnTo>
                    <a:pt x="3781412" y="1076759"/>
                  </a:lnTo>
                  <a:lnTo>
                    <a:pt x="3781599" y="1070112"/>
                  </a:lnTo>
                  <a:lnTo>
                    <a:pt x="3781786" y="1063212"/>
                  </a:lnTo>
                  <a:lnTo>
                    <a:pt x="3781973" y="1056424"/>
                  </a:lnTo>
                  <a:lnTo>
                    <a:pt x="3782160" y="1047843"/>
                  </a:lnTo>
                  <a:lnTo>
                    <a:pt x="3782347" y="1039400"/>
                  </a:lnTo>
                  <a:lnTo>
                    <a:pt x="3782534" y="1030574"/>
                  </a:lnTo>
                  <a:lnTo>
                    <a:pt x="3782721" y="1022022"/>
                  </a:lnTo>
                  <a:lnTo>
                    <a:pt x="3782907" y="1015721"/>
                  </a:lnTo>
                  <a:lnTo>
                    <a:pt x="3783094" y="1009723"/>
                  </a:lnTo>
                  <a:lnTo>
                    <a:pt x="3783281" y="1004961"/>
                  </a:lnTo>
                  <a:lnTo>
                    <a:pt x="3783468" y="1001524"/>
                  </a:lnTo>
                  <a:lnTo>
                    <a:pt x="3783655" y="999130"/>
                  </a:lnTo>
                  <a:lnTo>
                    <a:pt x="3783842" y="998063"/>
                  </a:lnTo>
                  <a:lnTo>
                    <a:pt x="3784029" y="997802"/>
                  </a:lnTo>
                  <a:lnTo>
                    <a:pt x="3784216" y="997041"/>
                  </a:lnTo>
                  <a:lnTo>
                    <a:pt x="3784403" y="997521"/>
                  </a:lnTo>
                  <a:lnTo>
                    <a:pt x="3784590" y="997261"/>
                  </a:lnTo>
                  <a:lnTo>
                    <a:pt x="3784777" y="998672"/>
                  </a:lnTo>
                  <a:lnTo>
                    <a:pt x="3784964" y="1001597"/>
                  </a:lnTo>
                  <a:lnTo>
                    <a:pt x="3785151" y="1003798"/>
                  </a:lnTo>
                  <a:lnTo>
                    <a:pt x="3785337" y="1004137"/>
                  </a:lnTo>
                  <a:lnTo>
                    <a:pt x="3785524" y="1003267"/>
                  </a:lnTo>
                  <a:lnTo>
                    <a:pt x="3785711" y="1002551"/>
                  </a:lnTo>
                  <a:lnTo>
                    <a:pt x="3785898" y="999888"/>
                  </a:lnTo>
                  <a:lnTo>
                    <a:pt x="3786085" y="996484"/>
                  </a:lnTo>
                  <a:lnTo>
                    <a:pt x="3786272" y="991565"/>
                  </a:lnTo>
                  <a:lnTo>
                    <a:pt x="3786459" y="985941"/>
                  </a:lnTo>
                  <a:lnTo>
                    <a:pt x="3786646" y="982581"/>
                  </a:lnTo>
                  <a:lnTo>
                    <a:pt x="3786833" y="980961"/>
                  </a:lnTo>
                  <a:lnTo>
                    <a:pt x="3787020" y="978668"/>
                  </a:lnTo>
                  <a:lnTo>
                    <a:pt x="3787207" y="977337"/>
                  </a:lnTo>
                  <a:lnTo>
                    <a:pt x="3787394" y="975500"/>
                  </a:lnTo>
                  <a:lnTo>
                    <a:pt x="3787580" y="973176"/>
                  </a:lnTo>
                  <a:lnTo>
                    <a:pt x="3787767" y="969367"/>
                  </a:lnTo>
                  <a:lnTo>
                    <a:pt x="3787954" y="964157"/>
                  </a:lnTo>
                  <a:lnTo>
                    <a:pt x="3788141" y="958159"/>
                  </a:lnTo>
                  <a:lnTo>
                    <a:pt x="3788328" y="952488"/>
                  </a:lnTo>
                  <a:lnTo>
                    <a:pt x="3788515" y="946456"/>
                  </a:lnTo>
                  <a:lnTo>
                    <a:pt x="3788702" y="939784"/>
                  </a:lnTo>
                  <a:lnTo>
                    <a:pt x="3788889" y="933680"/>
                  </a:lnTo>
                  <a:lnTo>
                    <a:pt x="3789076" y="927203"/>
                  </a:lnTo>
                  <a:lnTo>
                    <a:pt x="3789263" y="919656"/>
                  </a:lnTo>
                  <a:lnTo>
                    <a:pt x="3789450" y="911461"/>
                  </a:lnTo>
                  <a:lnTo>
                    <a:pt x="3789637" y="902171"/>
                  </a:lnTo>
                  <a:lnTo>
                    <a:pt x="3789824" y="893576"/>
                  </a:lnTo>
                  <a:lnTo>
                    <a:pt x="3790010" y="884397"/>
                  </a:lnTo>
                  <a:lnTo>
                    <a:pt x="3790197" y="874861"/>
                  </a:lnTo>
                  <a:lnTo>
                    <a:pt x="3790384" y="864930"/>
                  </a:lnTo>
                  <a:lnTo>
                    <a:pt x="3790571" y="855753"/>
                  </a:lnTo>
                  <a:lnTo>
                    <a:pt x="3790758" y="846463"/>
                  </a:lnTo>
                  <a:lnTo>
                    <a:pt x="3790945" y="838526"/>
                  </a:lnTo>
                  <a:lnTo>
                    <a:pt x="3791132" y="830417"/>
                  </a:lnTo>
                  <a:lnTo>
                    <a:pt x="3791319" y="822688"/>
                  </a:lnTo>
                  <a:lnTo>
                    <a:pt x="3791506" y="817437"/>
                  </a:lnTo>
                  <a:lnTo>
                    <a:pt x="3791693" y="813187"/>
                  </a:lnTo>
                  <a:lnTo>
                    <a:pt x="3791880" y="810019"/>
                  </a:lnTo>
                  <a:lnTo>
                    <a:pt x="3792067" y="807692"/>
                  </a:lnTo>
                  <a:lnTo>
                    <a:pt x="3792254" y="805852"/>
                  </a:lnTo>
                  <a:lnTo>
                    <a:pt x="3792440" y="804480"/>
                  </a:lnTo>
                  <a:lnTo>
                    <a:pt x="3792627" y="802976"/>
                  </a:lnTo>
                  <a:lnTo>
                    <a:pt x="3792814" y="801765"/>
                  </a:lnTo>
                  <a:lnTo>
                    <a:pt x="3793001" y="800537"/>
                  </a:lnTo>
                  <a:lnTo>
                    <a:pt x="3793188" y="799951"/>
                  </a:lnTo>
                  <a:lnTo>
                    <a:pt x="3793375" y="799637"/>
                  </a:lnTo>
                  <a:lnTo>
                    <a:pt x="3793562" y="798886"/>
                  </a:lnTo>
                  <a:lnTo>
                    <a:pt x="3793749" y="797786"/>
                  </a:lnTo>
                  <a:lnTo>
                    <a:pt x="3793936" y="795679"/>
                  </a:lnTo>
                  <a:lnTo>
                    <a:pt x="3794123" y="791479"/>
                  </a:lnTo>
                  <a:lnTo>
                    <a:pt x="3794310" y="784703"/>
                  </a:lnTo>
                  <a:lnTo>
                    <a:pt x="3794497" y="776558"/>
                  </a:lnTo>
                  <a:lnTo>
                    <a:pt x="3794683" y="768948"/>
                  </a:lnTo>
                  <a:lnTo>
                    <a:pt x="3794870" y="760854"/>
                  </a:lnTo>
                  <a:lnTo>
                    <a:pt x="3795057" y="752747"/>
                  </a:lnTo>
                  <a:lnTo>
                    <a:pt x="3795244" y="745036"/>
                  </a:lnTo>
                  <a:lnTo>
                    <a:pt x="3795431" y="737601"/>
                  </a:lnTo>
                  <a:lnTo>
                    <a:pt x="3795618" y="730141"/>
                  </a:lnTo>
                  <a:lnTo>
                    <a:pt x="3795805" y="722422"/>
                  </a:lnTo>
                  <a:lnTo>
                    <a:pt x="3795992" y="714692"/>
                  </a:lnTo>
                  <a:lnTo>
                    <a:pt x="3796179" y="706924"/>
                  </a:lnTo>
                  <a:lnTo>
                    <a:pt x="3796366" y="699473"/>
                  </a:lnTo>
                  <a:lnTo>
                    <a:pt x="3796553" y="691444"/>
                  </a:lnTo>
                  <a:lnTo>
                    <a:pt x="3796740" y="682837"/>
                  </a:lnTo>
                  <a:lnTo>
                    <a:pt x="3796927" y="674035"/>
                  </a:lnTo>
                  <a:lnTo>
                    <a:pt x="3797113" y="668244"/>
                  </a:lnTo>
                  <a:lnTo>
                    <a:pt x="3797300" y="662620"/>
                  </a:lnTo>
                  <a:lnTo>
                    <a:pt x="3797487" y="658298"/>
                  </a:lnTo>
                  <a:lnTo>
                    <a:pt x="3797674" y="654129"/>
                  </a:lnTo>
                  <a:lnTo>
                    <a:pt x="3797861" y="649627"/>
                  </a:lnTo>
                  <a:lnTo>
                    <a:pt x="3798048" y="645183"/>
                  </a:lnTo>
                  <a:lnTo>
                    <a:pt x="3798235" y="641449"/>
                  </a:lnTo>
                  <a:lnTo>
                    <a:pt x="3798422" y="637891"/>
                  </a:lnTo>
                  <a:lnTo>
                    <a:pt x="3798609" y="633575"/>
                  </a:lnTo>
                  <a:lnTo>
                    <a:pt x="3798796" y="629404"/>
                  </a:lnTo>
                  <a:lnTo>
                    <a:pt x="3798983" y="625823"/>
                  </a:lnTo>
                  <a:lnTo>
                    <a:pt x="3799170" y="622292"/>
                  </a:lnTo>
                  <a:lnTo>
                    <a:pt x="3799356" y="619974"/>
                  </a:lnTo>
                  <a:lnTo>
                    <a:pt x="3799543" y="617426"/>
                  </a:lnTo>
                  <a:lnTo>
                    <a:pt x="3799730" y="615169"/>
                  </a:lnTo>
                  <a:lnTo>
                    <a:pt x="3799917" y="612924"/>
                  </a:lnTo>
                  <a:lnTo>
                    <a:pt x="3800104" y="607318"/>
                  </a:lnTo>
                  <a:lnTo>
                    <a:pt x="3800291" y="600528"/>
                  </a:lnTo>
                  <a:lnTo>
                    <a:pt x="3800478" y="591741"/>
                  </a:lnTo>
                  <a:lnTo>
                    <a:pt x="3800665" y="583790"/>
                  </a:lnTo>
                  <a:lnTo>
                    <a:pt x="3800852" y="576803"/>
                  </a:lnTo>
                  <a:lnTo>
                    <a:pt x="3801039" y="569847"/>
                  </a:lnTo>
                  <a:lnTo>
                    <a:pt x="3801226" y="562435"/>
                  </a:lnTo>
                  <a:lnTo>
                    <a:pt x="3801413" y="556341"/>
                  </a:lnTo>
                  <a:lnTo>
                    <a:pt x="3801600" y="552443"/>
                  </a:lnTo>
                  <a:lnTo>
                    <a:pt x="3801786" y="547056"/>
                  </a:lnTo>
                  <a:lnTo>
                    <a:pt x="3801973" y="542773"/>
                  </a:lnTo>
                  <a:lnTo>
                    <a:pt x="3802160" y="537728"/>
                  </a:lnTo>
                  <a:lnTo>
                    <a:pt x="3802347" y="531694"/>
                  </a:lnTo>
                  <a:lnTo>
                    <a:pt x="3802534" y="526433"/>
                  </a:lnTo>
                  <a:lnTo>
                    <a:pt x="3802721" y="521296"/>
                  </a:lnTo>
                  <a:lnTo>
                    <a:pt x="3802908" y="516429"/>
                  </a:lnTo>
                  <a:lnTo>
                    <a:pt x="3803095" y="511687"/>
                  </a:lnTo>
                  <a:lnTo>
                    <a:pt x="3803282" y="506768"/>
                  </a:lnTo>
                  <a:lnTo>
                    <a:pt x="3803469" y="501909"/>
                  </a:lnTo>
                  <a:lnTo>
                    <a:pt x="3803656" y="496414"/>
                  </a:lnTo>
                  <a:lnTo>
                    <a:pt x="3803843" y="491181"/>
                  </a:lnTo>
                  <a:lnTo>
                    <a:pt x="3804030" y="485336"/>
                  </a:lnTo>
                  <a:lnTo>
                    <a:pt x="3804216" y="480023"/>
                  </a:lnTo>
                  <a:lnTo>
                    <a:pt x="3804403" y="474846"/>
                  </a:lnTo>
                  <a:lnTo>
                    <a:pt x="3804590" y="470412"/>
                  </a:lnTo>
                  <a:lnTo>
                    <a:pt x="3804777" y="465396"/>
                  </a:lnTo>
                  <a:lnTo>
                    <a:pt x="3804964" y="459939"/>
                  </a:lnTo>
                  <a:lnTo>
                    <a:pt x="3805151" y="454988"/>
                  </a:lnTo>
                  <a:lnTo>
                    <a:pt x="3805338" y="449386"/>
                  </a:lnTo>
                  <a:lnTo>
                    <a:pt x="3805525" y="443762"/>
                  </a:lnTo>
                  <a:lnTo>
                    <a:pt x="3805712" y="439631"/>
                  </a:lnTo>
                  <a:lnTo>
                    <a:pt x="3805899" y="436501"/>
                  </a:lnTo>
                  <a:lnTo>
                    <a:pt x="3806086" y="433727"/>
                  </a:lnTo>
                  <a:lnTo>
                    <a:pt x="3806273" y="431303"/>
                  </a:lnTo>
                  <a:lnTo>
                    <a:pt x="3806459" y="429634"/>
                  </a:lnTo>
                  <a:lnTo>
                    <a:pt x="3806646" y="427718"/>
                  </a:lnTo>
                  <a:lnTo>
                    <a:pt x="3806833" y="426316"/>
                  </a:lnTo>
                  <a:lnTo>
                    <a:pt x="3807020" y="424304"/>
                  </a:lnTo>
                  <a:lnTo>
                    <a:pt x="3807207" y="422964"/>
                  </a:lnTo>
                  <a:lnTo>
                    <a:pt x="3807394" y="421513"/>
                  </a:lnTo>
                  <a:lnTo>
                    <a:pt x="3807581" y="420788"/>
                  </a:lnTo>
                  <a:lnTo>
                    <a:pt x="3807768" y="420435"/>
                  </a:lnTo>
                  <a:lnTo>
                    <a:pt x="3807955" y="420624"/>
                  </a:lnTo>
                  <a:lnTo>
                    <a:pt x="3808142" y="421900"/>
                  </a:lnTo>
                  <a:lnTo>
                    <a:pt x="3808329" y="424823"/>
                  </a:lnTo>
                  <a:lnTo>
                    <a:pt x="3808516" y="427978"/>
                  </a:lnTo>
                  <a:lnTo>
                    <a:pt x="3808703" y="430397"/>
                  </a:lnTo>
                  <a:lnTo>
                    <a:pt x="3808889" y="432642"/>
                  </a:lnTo>
                  <a:lnTo>
                    <a:pt x="3809076" y="434490"/>
                  </a:lnTo>
                  <a:lnTo>
                    <a:pt x="3809263" y="436053"/>
                  </a:lnTo>
                  <a:lnTo>
                    <a:pt x="3809450" y="436003"/>
                  </a:lnTo>
                  <a:lnTo>
                    <a:pt x="3809637" y="435756"/>
                  </a:lnTo>
                  <a:lnTo>
                    <a:pt x="3809824" y="436375"/>
                  </a:lnTo>
                  <a:lnTo>
                    <a:pt x="3810011" y="437462"/>
                  </a:lnTo>
                  <a:lnTo>
                    <a:pt x="3810198" y="438151"/>
                  </a:lnTo>
                  <a:lnTo>
                    <a:pt x="3810385" y="437499"/>
                  </a:lnTo>
                  <a:lnTo>
                    <a:pt x="3810572" y="436287"/>
                  </a:lnTo>
                  <a:lnTo>
                    <a:pt x="3810759" y="433426"/>
                  </a:lnTo>
                  <a:lnTo>
                    <a:pt x="3810946" y="431877"/>
                  </a:lnTo>
                  <a:lnTo>
                    <a:pt x="3811133" y="429493"/>
                  </a:lnTo>
                  <a:lnTo>
                    <a:pt x="3811319" y="427147"/>
                  </a:lnTo>
                  <a:lnTo>
                    <a:pt x="3811506" y="425372"/>
                  </a:lnTo>
                  <a:lnTo>
                    <a:pt x="3811693" y="423185"/>
                  </a:lnTo>
                  <a:lnTo>
                    <a:pt x="3811880" y="421464"/>
                  </a:lnTo>
                  <a:lnTo>
                    <a:pt x="3812067" y="420445"/>
                  </a:lnTo>
                  <a:lnTo>
                    <a:pt x="3812254" y="420792"/>
                  </a:lnTo>
                  <a:lnTo>
                    <a:pt x="3812441" y="421808"/>
                  </a:lnTo>
                  <a:lnTo>
                    <a:pt x="3812628" y="422965"/>
                  </a:lnTo>
                  <a:lnTo>
                    <a:pt x="3812815" y="423637"/>
                  </a:lnTo>
                  <a:lnTo>
                    <a:pt x="3813002" y="424855"/>
                  </a:lnTo>
                  <a:lnTo>
                    <a:pt x="3813189" y="424827"/>
                  </a:lnTo>
                  <a:lnTo>
                    <a:pt x="3813376" y="424818"/>
                  </a:lnTo>
                  <a:lnTo>
                    <a:pt x="3813562" y="424919"/>
                  </a:lnTo>
                  <a:lnTo>
                    <a:pt x="3813749" y="423263"/>
                  </a:lnTo>
                  <a:lnTo>
                    <a:pt x="3813936" y="422886"/>
                  </a:lnTo>
                  <a:lnTo>
                    <a:pt x="3814123" y="423905"/>
                  </a:lnTo>
                  <a:lnTo>
                    <a:pt x="3814310" y="424358"/>
                  </a:lnTo>
                  <a:lnTo>
                    <a:pt x="3814497" y="424653"/>
                  </a:lnTo>
                  <a:lnTo>
                    <a:pt x="3814684" y="426562"/>
                  </a:lnTo>
                  <a:lnTo>
                    <a:pt x="3814871" y="427538"/>
                  </a:lnTo>
                  <a:lnTo>
                    <a:pt x="3815058" y="426184"/>
                  </a:lnTo>
                  <a:lnTo>
                    <a:pt x="3815245" y="424398"/>
                  </a:lnTo>
                  <a:lnTo>
                    <a:pt x="3815432" y="422234"/>
                  </a:lnTo>
                  <a:lnTo>
                    <a:pt x="3815619" y="419094"/>
                  </a:lnTo>
                  <a:lnTo>
                    <a:pt x="3815806" y="415365"/>
                  </a:lnTo>
                  <a:lnTo>
                    <a:pt x="3815992" y="411521"/>
                  </a:lnTo>
                  <a:lnTo>
                    <a:pt x="3816179" y="408205"/>
                  </a:lnTo>
                  <a:lnTo>
                    <a:pt x="3816366" y="404410"/>
                  </a:lnTo>
                  <a:lnTo>
                    <a:pt x="3816553" y="401119"/>
                  </a:lnTo>
                  <a:lnTo>
                    <a:pt x="3816740" y="397911"/>
                  </a:lnTo>
                  <a:lnTo>
                    <a:pt x="3816927" y="395604"/>
                  </a:lnTo>
                  <a:lnTo>
                    <a:pt x="3817114" y="393968"/>
                  </a:lnTo>
                  <a:lnTo>
                    <a:pt x="3817301" y="393915"/>
                  </a:lnTo>
                  <a:lnTo>
                    <a:pt x="3817488" y="394460"/>
                  </a:lnTo>
                  <a:lnTo>
                    <a:pt x="3817675" y="395384"/>
                  </a:lnTo>
                  <a:lnTo>
                    <a:pt x="3817862" y="397466"/>
                  </a:lnTo>
                  <a:lnTo>
                    <a:pt x="3818049" y="400040"/>
                  </a:lnTo>
                  <a:lnTo>
                    <a:pt x="3818235" y="400901"/>
                  </a:lnTo>
                  <a:lnTo>
                    <a:pt x="3818422" y="401606"/>
                  </a:lnTo>
                  <a:lnTo>
                    <a:pt x="3818609" y="403396"/>
                  </a:lnTo>
                  <a:lnTo>
                    <a:pt x="3818796" y="405438"/>
                  </a:lnTo>
                  <a:lnTo>
                    <a:pt x="3818983" y="407697"/>
                  </a:lnTo>
                  <a:lnTo>
                    <a:pt x="3819170" y="409276"/>
                  </a:lnTo>
                  <a:lnTo>
                    <a:pt x="3819357" y="409858"/>
                  </a:lnTo>
                  <a:lnTo>
                    <a:pt x="3819544" y="411570"/>
                  </a:lnTo>
                  <a:lnTo>
                    <a:pt x="3819731" y="410637"/>
                  </a:lnTo>
                  <a:lnTo>
                    <a:pt x="3819918" y="408097"/>
                  </a:lnTo>
                  <a:lnTo>
                    <a:pt x="3820105" y="403392"/>
                  </a:lnTo>
                  <a:lnTo>
                    <a:pt x="3820292" y="395190"/>
                  </a:lnTo>
                  <a:lnTo>
                    <a:pt x="3820479" y="385507"/>
                  </a:lnTo>
                  <a:lnTo>
                    <a:pt x="3820665" y="378719"/>
                  </a:lnTo>
                  <a:lnTo>
                    <a:pt x="3820852" y="372141"/>
                  </a:lnTo>
                  <a:lnTo>
                    <a:pt x="3821039" y="366536"/>
                  </a:lnTo>
                  <a:lnTo>
                    <a:pt x="3821226" y="361430"/>
                  </a:lnTo>
                  <a:lnTo>
                    <a:pt x="3821413" y="356493"/>
                  </a:lnTo>
                  <a:lnTo>
                    <a:pt x="3821600" y="352090"/>
                  </a:lnTo>
                  <a:lnTo>
                    <a:pt x="3821787" y="348798"/>
                  </a:lnTo>
                  <a:lnTo>
                    <a:pt x="3821974" y="345181"/>
                  </a:lnTo>
                  <a:lnTo>
                    <a:pt x="3822161" y="342826"/>
                  </a:lnTo>
                  <a:lnTo>
                    <a:pt x="3822348" y="340096"/>
                  </a:lnTo>
                  <a:lnTo>
                    <a:pt x="3822535" y="338613"/>
                  </a:lnTo>
                  <a:lnTo>
                    <a:pt x="3822722" y="338662"/>
                  </a:lnTo>
                  <a:lnTo>
                    <a:pt x="3822909" y="339651"/>
                  </a:lnTo>
                  <a:lnTo>
                    <a:pt x="3823095" y="341638"/>
                  </a:lnTo>
                  <a:lnTo>
                    <a:pt x="3823282" y="346680"/>
                  </a:lnTo>
                  <a:lnTo>
                    <a:pt x="3823469" y="352508"/>
                  </a:lnTo>
                  <a:lnTo>
                    <a:pt x="3823656" y="359114"/>
                  </a:lnTo>
                  <a:lnTo>
                    <a:pt x="3823843" y="366117"/>
                  </a:lnTo>
                  <a:lnTo>
                    <a:pt x="3824030" y="371348"/>
                  </a:lnTo>
                  <a:lnTo>
                    <a:pt x="3824217" y="373710"/>
                  </a:lnTo>
                  <a:lnTo>
                    <a:pt x="3824404" y="376723"/>
                  </a:lnTo>
                  <a:lnTo>
                    <a:pt x="3824591" y="379218"/>
                  </a:lnTo>
                  <a:lnTo>
                    <a:pt x="3824778" y="381889"/>
                  </a:lnTo>
                  <a:lnTo>
                    <a:pt x="3824965" y="384745"/>
                  </a:lnTo>
                  <a:lnTo>
                    <a:pt x="3825152" y="387693"/>
                  </a:lnTo>
                  <a:lnTo>
                    <a:pt x="3825338" y="390518"/>
                  </a:lnTo>
                  <a:lnTo>
                    <a:pt x="3825525" y="392606"/>
                  </a:lnTo>
                  <a:lnTo>
                    <a:pt x="3825712" y="394904"/>
                  </a:lnTo>
                  <a:lnTo>
                    <a:pt x="3825899" y="396715"/>
                  </a:lnTo>
                  <a:lnTo>
                    <a:pt x="3826086" y="398484"/>
                  </a:lnTo>
                  <a:lnTo>
                    <a:pt x="3826273" y="399395"/>
                  </a:lnTo>
                  <a:lnTo>
                    <a:pt x="3826460" y="400639"/>
                  </a:lnTo>
                  <a:lnTo>
                    <a:pt x="3826647" y="402251"/>
                  </a:lnTo>
                  <a:lnTo>
                    <a:pt x="3826834" y="403852"/>
                  </a:lnTo>
                  <a:lnTo>
                    <a:pt x="3827021" y="405086"/>
                  </a:lnTo>
                  <a:lnTo>
                    <a:pt x="3827208" y="405747"/>
                  </a:lnTo>
                  <a:lnTo>
                    <a:pt x="3827395" y="405317"/>
                  </a:lnTo>
                  <a:lnTo>
                    <a:pt x="3827582" y="405984"/>
                  </a:lnTo>
                  <a:lnTo>
                    <a:pt x="3827768" y="407317"/>
                  </a:lnTo>
                  <a:lnTo>
                    <a:pt x="3827955" y="407790"/>
                  </a:lnTo>
                  <a:lnTo>
                    <a:pt x="3828142" y="409917"/>
                  </a:lnTo>
                  <a:lnTo>
                    <a:pt x="3828329" y="410432"/>
                  </a:lnTo>
                  <a:lnTo>
                    <a:pt x="3828516" y="411259"/>
                  </a:lnTo>
                  <a:lnTo>
                    <a:pt x="3828703" y="410006"/>
                  </a:lnTo>
                  <a:lnTo>
                    <a:pt x="3828890" y="406996"/>
                  </a:lnTo>
                  <a:lnTo>
                    <a:pt x="3829077" y="402877"/>
                  </a:lnTo>
                  <a:lnTo>
                    <a:pt x="3829264" y="399031"/>
                  </a:lnTo>
                  <a:lnTo>
                    <a:pt x="3829451" y="394810"/>
                  </a:lnTo>
                  <a:lnTo>
                    <a:pt x="3829638" y="390513"/>
                  </a:lnTo>
                  <a:lnTo>
                    <a:pt x="3829825" y="386564"/>
                  </a:lnTo>
                  <a:lnTo>
                    <a:pt x="3830012" y="382393"/>
                  </a:lnTo>
                  <a:lnTo>
                    <a:pt x="3830198" y="377306"/>
                  </a:lnTo>
                  <a:lnTo>
                    <a:pt x="3830385" y="371043"/>
                  </a:lnTo>
                  <a:lnTo>
                    <a:pt x="3830572" y="364510"/>
                  </a:lnTo>
                  <a:lnTo>
                    <a:pt x="3830759" y="356637"/>
                  </a:lnTo>
                  <a:lnTo>
                    <a:pt x="3830946" y="348613"/>
                  </a:lnTo>
                  <a:lnTo>
                    <a:pt x="3831133" y="340821"/>
                  </a:lnTo>
                  <a:lnTo>
                    <a:pt x="3831320" y="337555"/>
                  </a:lnTo>
                  <a:lnTo>
                    <a:pt x="3831507" y="337029"/>
                  </a:lnTo>
                  <a:lnTo>
                    <a:pt x="3831694" y="339807"/>
                  </a:lnTo>
                  <a:lnTo>
                    <a:pt x="3831881" y="344743"/>
                  </a:lnTo>
                  <a:lnTo>
                    <a:pt x="3832068" y="349832"/>
                  </a:lnTo>
                  <a:lnTo>
                    <a:pt x="3832255" y="357466"/>
                  </a:lnTo>
                  <a:lnTo>
                    <a:pt x="3832441" y="364838"/>
                  </a:lnTo>
                  <a:lnTo>
                    <a:pt x="3832628" y="372733"/>
                  </a:lnTo>
                  <a:lnTo>
                    <a:pt x="3832815" y="380784"/>
                  </a:lnTo>
                  <a:lnTo>
                    <a:pt x="3833002" y="389015"/>
                  </a:lnTo>
                  <a:lnTo>
                    <a:pt x="3833189" y="397403"/>
                  </a:lnTo>
                  <a:lnTo>
                    <a:pt x="3833376" y="405311"/>
                  </a:lnTo>
                  <a:lnTo>
                    <a:pt x="3833563" y="413442"/>
                  </a:lnTo>
                  <a:lnTo>
                    <a:pt x="3833750" y="420660"/>
                  </a:lnTo>
                  <a:lnTo>
                    <a:pt x="3833937" y="428360"/>
                  </a:lnTo>
                  <a:lnTo>
                    <a:pt x="3834124" y="435917"/>
                  </a:lnTo>
                  <a:lnTo>
                    <a:pt x="3834311" y="444126"/>
                  </a:lnTo>
                  <a:lnTo>
                    <a:pt x="3834498" y="449629"/>
                  </a:lnTo>
                  <a:lnTo>
                    <a:pt x="3834685" y="454688"/>
                  </a:lnTo>
                  <a:lnTo>
                    <a:pt x="3834871" y="459011"/>
                  </a:lnTo>
                  <a:lnTo>
                    <a:pt x="3835058" y="463617"/>
                  </a:lnTo>
                  <a:lnTo>
                    <a:pt x="3835245" y="468965"/>
                  </a:lnTo>
                  <a:lnTo>
                    <a:pt x="3835432" y="475332"/>
                  </a:lnTo>
                  <a:lnTo>
                    <a:pt x="3835619" y="481987"/>
                  </a:lnTo>
                  <a:lnTo>
                    <a:pt x="3835806" y="488768"/>
                  </a:lnTo>
                  <a:lnTo>
                    <a:pt x="3835993" y="496736"/>
                  </a:lnTo>
                  <a:lnTo>
                    <a:pt x="3836180" y="505654"/>
                  </a:lnTo>
                  <a:lnTo>
                    <a:pt x="3836367" y="514241"/>
                  </a:lnTo>
                  <a:lnTo>
                    <a:pt x="3836554" y="523113"/>
                  </a:lnTo>
                  <a:lnTo>
                    <a:pt x="3836741" y="530725"/>
                  </a:lnTo>
                  <a:lnTo>
                    <a:pt x="3836928" y="537705"/>
                  </a:lnTo>
                  <a:lnTo>
                    <a:pt x="3837114" y="544256"/>
                  </a:lnTo>
                  <a:lnTo>
                    <a:pt x="3837301" y="550904"/>
                  </a:lnTo>
                  <a:lnTo>
                    <a:pt x="3837488" y="560867"/>
                  </a:lnTo>
                  <a:lnTo>
                    <a:pt x="3837675" y="571526"/>
                  </a:lnTo>
                  <a:lnTo>
                    <a:pt x="3837862" y="584254"/>
                  </a:lnTo>
                  <a:lnTo>
                    <a:pt x="3838049" y="596234"/>
                  </a:lnTo>
                  <a:lnTo>
                    <a:pt x="3838236" y="607333"/>
                  </a:lnTo>
                  <a:lnTo>
                    <a:pt x="3838423" y="618401"/>
                  </a:lnTo>
                  <a:lnTo>
                    <a:pt x="3838610" y="629810"/>
                  </a:lnTo>
                  <a:lnTo>
                    <a:pt x="3838797" y="639696"/>
                  </a:lnTo>
                  <a:lnTo>
                    <a:pt x="3838984" y="647012"/>
                  </a:lnTo>
                  <a:lnTo>
                    <a:pt x="3839171" y="655211"/>
                  </a:lnTo>
                  <a:lnTo>
                    <a:pt x="3839358" y="662086"/>
                  </a:lnTo>
                  <a:lnTo>
                    <a:pt x="3839544" y="669855"/>
                  </a:lnTo>
                  <a:lnTo>
                    <a:pt x="3839731" y="678117"/>
                  </a:lnTo>
                  <a:lnTo>
                    <a:pt x="3839918" y="685582"/>
                  </a:lnTo>
                  <a:lnTo>
                    <a:pt x="3840105" y="692367"/>
                  </a:lnTo>
                  <a:lnTo>
                    <a:pt x="3840292" y="698958"/>
                  </a:lnTo>
                  <a:lnTo>
                    <a:pt x="3840479" y="705566"/>
                  </a:lnTo>
                  <a:lnTo>
                    <a:pt x="3840666" y="712696"/>
                  </a:lnTo>
                  <a:lnTo>
                    <a:pt x="3840853" y="719377"/>
                  </a:lnTo>
                  <a:lnTo>
                    <a:pt x="3841040" y="725626"/>
                  </a:lnTo>
                  <a:lnTo>
                    <a:pt x="3841227" y="730513"/>
                  </a:lnTo>
                  <a:lnTo>
                    <a:pt x="3841414" y="734043"/>
                  </a:lnTo>
                  <a:lnTo>
                    <a:pt x="3841601" y="736435"/>
                  </a:lnTo>
                  <a:lnTo>
                    <a:pt x="3841788" y="738005"/>
                  </a:lnTo>
                  <a:lnTo>
                    <a:pt x="3841974" y="739373"/>
                  </a:lnTo>
                  <a:lnTo>
                    <a:pt x="3842161" y="741877"/>
                  </a:lnTo>
                  <a:lnTo>
                    <a:pt x="3842348" y="745170"/>
                  </a:lnTo>
                  <a:lnTo>
                    <a:pt x="3842535" y="747497"/>
                  </a:lnTo>
                  <a:lnTo>
                    <a:pt x="3842722" y="750136"/>
                  </a:lnTo>
                  <a:lnTo>
                    <a:pt x="3842909" y="754343"/>
                  </a:lnTo>
                  <a:lnTo>
                    <a:pt x="3843096" y="757167"/>
                  </a:lnTo>
                  <a:lnTo>
                    <a:pt x="3843283" y="759670"/>
                  </a:lnTo>
                  <a:lnTo>
                    <a:pt x="3843470" y="762247"/>
                  </a:lnTo>
                  <a:lnTo>
                    <a:pt x="3843657" y="764566"/>
                  </a:lnTo>
                  <a:lnTo>
                    <a:pt x="3843844" y="766021"/>
                  </a:lnTo>
                  <a:lnTo>
                    <a:pt x="3844031" y="768034"/>
                  </a:lnTo>
                  <a:lnTo>
                    <a:pt x="3844217" y="770048"/>
                  </a:lnTo>
                  <a:lnTo>
                    <a:pt x="3844404" y="773575"/>
                  </a:lnTo>
                  <a:lnTo>
                    <a:pt x="3844591" y="776975"/>
                  </a:lnTo>
                  <a:lnTo>
                    <a:pt x="3844778" y="781263"/>
                  </a:lnTo>
                  <a:lnTo>
                    <a:pt x="3844965" y="784697"/>
                  </a:lnTo>
                  <a:lnTo>
                    <a:pt x="3845152" y="787653"/>
                  </a:lnTo>
                  <a:lnTo>
                    <a:pt x="3845339" y="789945"/>
                  </a:lnTo>
                  <a:lnTo>
                    <a:pt x="3845526" y="791578"/>
                  </a:lnTo>
                  <a:lnTo>
                    <a:pt x="3845713" y="792611"/>
                  </a:lnTo>
                  <a:lnTo>
                    <a:pt x="3845900" y="794125"/>
                  </a:lnTo>
                  <a:lnTo>
                    <a:pt x="3846087" y="796136"/>
                  </a:lnTo>
                  <a:lnTo>
                    <a:pt x="3846274" y="798135"/>
                  </a:lnTo>
                  <a:lnTo>
                    <a:pt x="3846461" y="800537"/>
                  </a:lnTo>
                  <a:lnTo>
                    <a:pt x="3846647" y="803258"/>
                  </a:lnTo>
                  <a:lnTo>
                    <a:pt x="3846834" y="806654"/>
                  </a:lnTo>
                  <a:lnTo>
                    <a:pt x="3847021" y="810645"/>
                  </a:lnTo>
                  <a:lnTo>
                    <a:pt x="3847208" y="814278"/>
                  </a:lnTo>
                  <a:lnTo>
                    <a:pt x="3847395" y="818478"/>
                  </a:lnTo>
                  <a:lnTo>
                    <a:pt x="3847582" y="823603"/>
                  </a:lnTo>
                  <a:lnTo>
                    <a:pt x="3847769" y="830364"/>
                  </a:lnTo>
                  <a:lnTo>
                    <a:pt x="3847956" y="838150"/>
                  </a:lnTo>
                  <a:lnTo>
                    <a:pt x="3848143" y="847676"/>
                  </a:lnTo>
                  <a:lnTo>
                    <a:pt x="3848330" y="857598"/>
                  </a:lnTo>
                  <a:lnTo>
                    <a:pt x="3848517" y="868102"/>
                  </a:lnTo>
                  <a:lnTo>
                    <a:pt x="3848704" y="878879"/>
                  </a:lnTo>
                  <a:lnTo>
                    <a:pt x="3848891" y="890029"/>
                  </a:lnTo>
                  <a:lnTo>
                    <a:pt x="3849077" y="901794"/>
                  </a:lnTo>
                  <a:lnTo>
                    <a:pt x="3849264" y="913376"/>
                  </a:lnTo>
                  <a:lnTo>
                    <a:pt x="3849451" y="924720"/>
                  </a:lnTo>
                  <a:lnTo>
                    <a:pt x="3849638" y="936013"/>
                  </a:lnTo>
                  <a:lnTo>
                    <a:pt x="3849825" y="947654"/>
                  </a:lnTo>
                  <a:lnTo>
                    <a:pt x="3850012" y="959363"/>
                  </a:lnTo>
                  <a:lnTo>
                    <a:pt x="3850199" y="971398"/>
                  </a:lnTo>
                  <a:lnTo>
                    <a:pt x="3850386" y="982969"/>
                  </a:lnTo>
                  <a:lnTo>
                    <a:pt x="3850573" y="995986"/>
                  </a:lnTo>
                  <a:lnTo>
                    <a:pt x="3850760" y="1008838"/>
                  </a:lnTo>
                  <a:lnTo>
                    <a:pt x="3850947" y="1020643"/>
                  </a:lnTo>
                  <a:lnTo>
                    <a:pt x="3851134" y="1033123"/>
                  </a:lnTo>
                  <a:lnTo>
                    <a:pt x="3851320" y="1044827"/>
                  </a:lnTo>
                  <a:lnTo>
                    <a:pt x="3851507" y="1055536"/>
                  </a:lnTo>
                  <a:lnTo>
                    <a:pt x="3851694" y="1064271"/>
                  </a:lnTo>
                  <a:lnTo>
                    <a:pt x="3851881" y="1070491"/>
                  </a:lnTo>
                  <a:lnTo>
                    <a:pt x="3852068" y="1075779"/>
                  </a:lnTo>
                  <a:lnTo>
                    <a:pt x="3852255" y="1081349"/>
                  </a:lnTo>
                  <a:lnTo>
                    <a:pt x="3852442" y="1088342"/>
                  </a:lnTo>
                  <a:lnTo>
                    <a:pt x="3852629" y="1095637"/>
                  </a:lnTo>
                  <a:lnTo>
                    <a:pt x="3852816" y="1102393"/>
                  </a:lnTo>
                  <a:lnTo>
                    <a:pt x="3853003" y="1109892"/>
                  </a:lnTo>
                  <a:lnTo>
                    <a:pt x="3853190" y="1117509"/>
                  </a:lnTo>
                  <a:lnTo>
                    <a:pt x="3853377" y="1124186"/>
                  </a:lnTo>
                  <a:lnTo>
                    <a:pt x="3853564" y="1130304"/>
                  </a:lnTo>
                  <a:lnTo>
                    <a:pt x="3853750" y="1136167"/>
                  </a:lnTo>
                  <a:lnTo>
                    <a:pt x="3853937" y="1141424"/>
                  </a:lnTo>
                  <a:lnTo>
                    <a:pt x="3854124" y="1146768"/>
                  </a:lnTo>
                  <a:lnTo>
                    <a:pt x="3854311" y="1150671"/>
                  </a:lnTo>
                  <a:lnTo>
                    <a:pt x="3854498" y="1152721"/>
                  </a:lnTo>
                  <a:lnTo>
                    <a:pt x="3854685" y="1153275"/>
                  </a:lnTo>
                  <a:lnTo>
                    <a:pt x="3854872" y="1153638"/>
                  </a:lnTo>
                  <a:lnTo>
                    <a:pt x="3855059" y="1153387"/>
                  </a:lnTo>
                  <a:lnTo>
                    <a:pt x="3855246" y="1152303"/>
                  </a:lnTo>
                  <a:lnTo>
                    <a:pt x="3855433" y="1150782"/>
                  </a:lnTo>
                  <a:lnTo>
                    <a:pt x="3855620" y="1149508"/>
                  </a:lnTo>
                  <a:lnTo>
                    <a:pt x="3855807" y="1148124"/>
                  </a:lnTo>
                  <a:lnTo>
                    <a:pt x="3855993" y="1146140"/>
                  </a:lnTo>
                  <a:lnTo>
                    <a:pt x="3856180" y="1144223"/>
                  </a:lnTo>
                  <a:lnTo>
                    <a:pt x="3856367" y="1142988"/>
                  </a:lnTo>
                  <a:lnTo>
                    <a:pt x="3856554" y="1142252"/>
                  </a:lnTo>
                  <a:lnTo>
                    <a:pt x="3856741" y="1142338"/>
                  </a:lnTo>
                  <a:lnTo>
                    <a:pt x="3856928" y="1143364"/>
                  </a:lnTo>
                  <a:lnTo>
                    <a:pt x="3857115" y="1146769"/>
                  </a:lnTo>
                  <a:lnTo>
                    <a:pt x="3857302" y="1152150"/>
                  </a:lnTo>
                  <a:lnTo>
                    <a:pt x="3857489" y="1160401"/>
                  </a:lnTo>
                  <a:lnTo>
                    <a:pt x="3857676" y="1169233"/>
                  </a:lnTo>
                  <a:lnTo>
                    <a:pt x="3857863" y="1179323"/>
                  </a:lnTo>
                  <a:lnTo>
                    <a:pt x="3858050" y="1186867"/>
                  </a:lnTo>
                  <a:lnTo>
                    <a:pt x="3858237" y="1193434"/>
                  </a:lnTo>
                  <a:lnTo>
                    <a:pt x="3858423" y="1199599"/>
                  </a:lnTo>
                  <a:lnTo>
                    <a:pt x="3858610" y="1204330"/>
                  </a:lnTo>
                  <a:lnTo>
                    <a:pt x="3858797" y="1208741"/>
                  </a:lnTo>
                  <a:lnTo>
                    <a:pt x="3858984" y="1214234"/>
                  </a:lnTo>
                  <a:lnTo>
                    <a:pt x="3859171" y="1219172"/>
                  </a:lnTo>
                  <a:lnTo>
                    <a:pt x="3859358" y="1224120"/>
                  </a:lnTo>
                  <a:lnTo>
                    <a:pt x="3859545" y="1226491"/>
                  </a:lnTo>
                  <a:lnTo>
                    <a:pt x="3859732" y="1228448"/>
                  </a:lnTo>
                  <a:lnTo>
                    <a:pt x="3859919" y="1229231"/>
                  </a:lnTo>
                  <a:lnTo>
                    <a:pt x="3860106" y="1229277"/>
                  </a:lnTo>
                  <a:lnTo>
                    <a:pt x="3860293" y="1225043"/>
                  </a:lnTo>
                  <a:lnTo>
                    <a:pt x="3860480" y="1219996"/>
                  </a:lnTo>
                  <a:lnTo>
                    <a:pt x="3860667" y="1209812"/>
                  </a:lnTo>
                  <a:lnTo>
                    <a:pt x="3860853" y="1199451"/>
                  </a:lnTo>
                  <a:lnTo>
                    <a:pt x="3861040" y="1188922"/>
                  </a:lnTo>
                  <a:lnTo>
                    <a:pt x="3861227" y="1179900"/>
                  </a:lnTo>
                  <a:lnTo>
                    <a:pt x="3861414" y="1171447"/>
                  </a:lnTo>
                  <a:lnTo>
                    <a:pt x="3861601" y="1165158"/>
                  </a:lnTo>
                  <a:lnTo>
                    <a:pt x="3861788" y="1159101"/>
                  </a:lnTo>
                  <a:lnTo>
                    <a:pt x="3861975" y="1151736"/>
                  </a:lnTo>
                  <a:lnTo>
                    <a:pt x="3862162" y="1143999"/>
                  </a:lnTo>
                  <a:lnTo>
                    <a:pt x="3862349" y="1136090"/>
                  </a:lnTo>
                  <a:lnTo>
                    <a:pt x="3862536" y="1126812"/>
                  </a:lnTo>
                  <a:lnTo>
                    <a:pt x="3862723" y="1116089"/>
                  </a:lnTo>
                  <a:lnTo>
                    <a:pt x="3862910" y="1107876"/>
                  </a:lnTo>
                  <a:lnTo>
                    <a:pt x="3863096" y="1099849"/>
                  </a:lnTo>
                  <a:lnTo>
                    <a:pt x="3863283" y="1092720"/>
                  </a:lnTo>
                  <a:lnTo>
                    <a:pt x="3863470" y="1087179"/>
                  </a:lnTo>
                  <a:lnTo>
                    <a:pt x="3863657" y="1079722"/>
                  </a:lnTo>
                  <a:lnTo>
                    <a:pt x="3863844" y="1074918"/>
                  </a:lnTo>
                  <a:lnTo>
                    <a:pt x="3864031" y="1071460"/>
                  </a:lnTo>
                  <a:lnTo>
                    <a:pt x="3864218" y="1068419"/>
                  </a:lnTo>
                  <a:lnTo>
                    <a:pt x="3864405" y="1064771"/>
                  </a:lnTo>
                  <a:lnTo>
                    <a:pt x="3864592" y="1060623"/>
                  </a:lnTo>
                  <a:lnTo>
                    <a:pt x="3864779" y="1057083"/>
                  </a:lnTo>
                  <a:lnTo>
                    <a:pt x="3864966" y="1053888"/>
                  </a:lnTo>
                  <a:lnTo>
                    <a:pt x="3865153" y="1051549"/>
                  </a:lnTo>
                  <a:lnTo>
                    <a:pt x="3865340" y="1050144"/>
                  </a:lnTo>
                  <a:lnTo>
                    <a:pt x="3865526" y="1048629"/>
                  </a:lnTo>
                  <a:lnTo>
                    <a:pt x="3865713" y="1048639"/>
                  </a:lnTo>
                  <a:lnTo>
                    <a:pt x="3865900" y="1048572"/>
                  </a:lnTo>
                  <a:lnTo>
                    <a:pt x="3866087" y="1050849"/>
                  </a:lnTo>
                  <a:lnTo>
                    <a:pt x="3866274" y="1052869"/>
                  </a:lnTo>
                  <a:lnTo>
                    <a:pt x="3866461" y="1055353"/>
                  </a:lnTo>
                  <a:lnTo>
                    <a:pt x="3866648" y="1057075"/>
                  </a:lnTo>
                  <a:lnTo>
                    <a:pt x="3866835" y="1057745"/>
                  </a:lnTo>
                  <a:lnTo>
                    <a:pt x="3867022" y="1057875"/>
                  </a:lnTo>
                  <a:lnTo>
                    <a:pt x="3867209" y="1058063"/>
                  </a:lnTo>
                  <a:lnTo>
                    <a:pt x="3867396" y="1060304"/>
                  </a:lnTo>
                  <a:lnTo>
                    <a:pt x="3867583" y="1062660"/>
                  </a:lnTo>
                  <a:lnTo>
                    <a:pt x="3867770" y="1065595"/>
                  </a:lnTo>
                  <a:lnTo>
                    <a:pt x="3867956" y="1067569"/>
                  </a:lnTo>
                  <a:lnTo>
                    <a:pt x="3868143" y="1069087"/>
                  </a:lnTo>
                  <a:lnTo>
                    <a:pt x="3868330" y="1071137"/>
                  </a:lnTo>
                  <a:lnTo>
                    <a:pt x="3868517" y="1073121"/>
                  </a:lnTo>
                  <a:lnTo>
                    <a:pt x="3868704" y="1071443"/>
                  </a:lnTo>
                  <a:lnTo>
                    <a:pt x="3868891" y="1068895"/>
                  </a:lnTo>
                  <a:lnTo>
                    <a:pt x="3869078" y="1065938"/>
                  </a:lnTo>
                  <a:lnTo>
                    <a:pt x="3869265" y="1062547"/>
                  </a:lnTo>
                  <a:lnTo>
                    <a:pt x="3869452" y="1057934"/>
                  </a:lnTo>
                  <a:lnTo>
                    <a:pt x="3869639" y="1050239"/>
                  </a:lnTo>
                  <a:lnTo>
                    <a:pt x="3869826" y="1042794"/>
                  </a:lnTo>
                  <a:lnTo>
                    <a:pt x="3870013" y="1034670"/>
                  </a:lnTo>
                  <a:lnTo>
                    <a:pt x="3870199" y="1025981"/>
                  </a:lnTo>
                  <a:lnTo>
                    <a:pt x="3870386" y="1017656"/>
                  </a:lnTo>
                  <a:lnTo>
                    <a:pt x="3870573" y="1010439"/>
                  </a:lnTo>
                  <a:lnTo>
                    <a:pt x="3870760" y="1004519"/>
                  </a:lnTo>
                  <a:lnTo>
                    <a:pt x="3870947" y="999772"/>
                  </a:lnTo>
                  <a:lnTo>
                    <a:pt x="3871134" y="995996"/>
                  </a:lnTo>
                  <a:lnTo>
                    <a:pt x="3871321" y="991575"/>
                  </a:lnTo>
                  <a:lnTo>
                    <a:pt x="3871508" y="988113"/>
                  </a:lnTo>
                  <a:lnTo>
                    <a:pt x="3871695" y="986119"/>
                  </a:lnTo>
                  <a:lnTo>
                    <a:pt x="3871882" y="983719"/>
                  </a:lnTo>
                  <a:lnTo>
                    <a:pt x="3872069" y="981277"/>
                  </a:lnTo>
                  <a:lnTo>
                    <a:pt x="3872256" y="979939"/>
                  </a:lnTo>
                  <a:lnTo>
                    <a:pt x="3872443" y="980241"/>
                  </a:lnTo>
                  <a:lnTo>
                    <a:pt x="3872629" y="981125"/>
                  </a:lnTo>
                  <a:lnTo>
                    <a:pt x="3872816" y="981747"/>
                  </a:lnTo>
                  <a:lnTo>
                    <a:pt x="3873003" y="983027"/>
                  </a:lnTo>
                  <a:lnTo>
                    <a:pt x="3873190" y="984316"/>
                  </a:lnTo>
                  <a:lnTo>
                    <a:pt x="3873377" y="985098"/>
                  </a:lnTo>
                  <a:lnTo>
                    <a:pt x="3873564" y="985387"/>
                  </a:lnTo>
                  <a:lnTo>
                    <a:pt x="3873751" y="985982"/>
                  </a:lnTo>
                  <a:lnTo>
                    <a:pt x="3873938" y="986111"/>
                  </a:lnTo>
                  <a:lnTo>
                    <a:pt x="3874125" y="986534"/>
                  </a:lnTo>
                  <a:lnTo>
                    <a:pt x="3874312" y="987217"/>
                  </a:lnTo>
                  <a:lnTo>
                    <a:pt x="3874499" y="987679"/>
                  </a:lnTo>
                  <a:lnTo>
                    <a:pt x="3874686" y="988239"/>
                  </a:lnTo>
                  <a:lnTo>
                    <a:pt x="3874872" y="988861"/>
                  </a:lnTo>
                  <a:lnTo>
                    <a:pt x="3875059" y="989377"/>
                  </a:lnTo>
                  <a:lnTo>
                    <a:pt x="3875246" y="989470"/>
                  </a:lnTo>
                  <a:lnTo>
                    <a:pt x="3875433" y="989685"/>
                  </a:lnTo>
                  <a:lnTo>
                    <a:pt x="3875620" y="989739"/>
                  </a:lnTo>
                  <a:lnTo>
                    <a:pt x="3875807" y="989673"/>
                  </a:lnTo>
                  <a:lnTo>
                    <a:pt x="3875994" y="989222"/>
                  </a:lnTo>
                  <a:lnTo>
                    <a:pt x="3876181" y="989157"/>
                  </a:lnTo>
                  <a:lnTo>
                    <a:pt x="3876368" y="989888"/>
                  </a:lnTo>
                  <a:lnTo>
                    <a:pt x="3876555" y="990778"/>
                  </a:lnTo>
                  <a:lnTo>
                    <a:pt x="3876742" y="991806"/>
                  </a:lnTo>
                  <a:lnTo>
                    <a:pt x="3876929" y="993152"/>
                  </a:lnTo>
                  <a:lnTo>
                    <a:pt x="3877116" y="994506"/>
                  </a:lnTo>
                  <a:lnTo>
                    <a:pt x="3877302" y="995726"/>
                  </a:lnTo>
                  <a:lnTo>
                    <a:pt x="3877489" y="997093"/>
                  </a:lnTo>
                  <a:lnTo>
                    <a:pt x="3877676" y="998066"/>
                  </a:lnTo>
                  <a:lnTo>
                    <a:pt x="3877863" y="998970"/>
                  </a:lnTo>
                  <a:lnTo>
                    <a:pt x="3878050" y="999511"/>
                  </a:lnTo>
                  <a:lnTo>
                    <a:pt x="3878237" y="999615"/>
                  </a:lnTo>
                  <a:lnTo>
                    <a:pt x="3878424" y="999394"/>
                  </a:lnTo>
                  <a:lnTo>
                    <a:pt x="3878611" y="998996"/>
                  </a:lnTo>
                  <a:lnTo>
                    <a:pt x="3878798" y="998857"/>
                  </a:lnTo>
                  <a:lnTo>
                    <a:pt x="3878985" y="997069"/>
                  </a:lnTo>
                  <a:lnTo>
                    <a:pt x="3879172" y="993997"/>
                  </a:lnTo>
                  <a:lnTo>
                    <a:pt x="3879359" y="989845"/>
                  </a:lnTo>
                  <a:lnTo>
                    <a:pt x="3879546" y="985523"/>
                  </a:lnTo>
                  <a:lnTo>
                    <a:pt x="3879732" y="979996"/>
                  </a:lnTo>
                  <a:lnTo>
                    <a:pt x="3879919" y="976271"/>
                  </a:lnTo>
                  <a:lnTo>
                    <a:pt x="3880106" y="973754"/>
                  </a:lnTo>
                  <a:lnTo>
                    <a:pt x="3880293" y="969769"/>
                  </a:lnTo>
                  <a:lnTo>
                    <a:pt x="3880480" y="967274"/>
                  </a:lnTo>
                  <a:lnTo>
                    <a:pt x="3880667" y="964669"/>
                  </a:lnTo>
                  <a:lnTo>
                    <a:pt x="3880854" y="962089"/>
                  </a:lnTo>
                  <a:lnTo>
                    <a:pt x="3881041" y="961204"/>
                  </a:lnTo>
                  <a:lnTo>
                    <a:pt x="3881228" y="960646"/>
                  </a:lnTo>
                  <a:lnTo>
                    <a:pt x="3881415" y="960430"/>
                  </a:lnTo>
                  <a:lnTo>
                    <a:pt x="3881602" y="960220"/>
                  </a:lnTo>
                  <a:lnTo>
                    <a:pt x="3881789" y="958996"/>
                  </a:lnTo>
                  <a:lnTo>
                    <a:pt x="3881975" y="957346"/>
                  </a:lnTo>
                  <a:lnTo>
                    <a:pt x="3882162" y="954401"/>
                  </a:lnTo>
                  <a:lnTo>
                    <a:pt x="3882349" y="951542"/>
                  </a:lnTo>
                  <a:lnTo>
                    <a:pt x="3882536" y="948427"/>
                  </a:lnTo>
                  <a:lnTo>
                    <a:pt x="3882723" y="944760"/>
                  </a:lnTo>
                  <a:lnTo>
                    <a:pt x="3882910" y="941225"/>
                  </a:lnTo>
                  <a:lnTo>
                    <a:pt x="3883097" y="937568"/>
                  </a:lnTo>
                  <a:lnTo>
                    <a:pt x="3883284" y="933761"/>
                  </a:lnTo>
                  <a:lnTo>
                    <a:pt x="3883471" y="929695"/>
                  </a:lnTo>
                  <a:lnTo>
                    <a:pt x="3883658" y="925509"/>
                  </a:lnTo>
                  <a:lnTo>
                    <a:pt x="3883845" y="920060"/>
                  </a:lnTo>
                  <a:lnTo>
                    <a:pt x="3884032" y="913604"/>
                  </a:lnTo>
                  <a:lnTo>
                    <a:pt x="3884219" y="906689"/>
                  </a:lnTo>
                  <a:lnTo>
                    <a:pt x="3884405" y="899156"/>
                  </a:lnTo>
                  <a:lnTo>
                    <a:pt x="3884592" y="891611"/>
                  </a:lnTo>
                  <a:lnTo>
                    <a:pt x="3884779" y="883841"/>
                  </a:lnTo>
                  <a:lnTo>
                    <a:pt x="3884966" y="876726"/>
                  </a:lnTo>
                  <a:lnTo>
                    <a:pt x="3885153" y="870684"/>
                  </a:lnTo>
                  <a:lnTo>
                    <a:pt x="3885340" y="864855"/>
                  </a:lnTo>
                  <a:lnTo>
                    <a:pt x="3885527" y="859135"/>
                  </a:lnTo>
                  <a:lnTo>
                    <a:pt x="3885714" y="853818"/>
                  </a:lnTo>
                  <a:lnTo>
                    <a:pt x="3885901" y="848068"/>
                  </a:lnTo>
                  <a:lnTo>
                    <a:pt x="3886088" y="841849"/>
                  </a:lnTo>
                  <a:lnTo>
                    <a:pt x="3886275" y="836532"/>
                  </a:lnTo>
                  <a:lnTo>
                    <a:pt x="3886462" y="831320"/>
                  </a:lnTo>
                  <a:lnTo>
                    <a:pt x="3886648" y="827006"/>
                  </a:lnTo>
                  <a:lnTo>
                    <a:pt x="3886835" y="823542"/>
                  </a:lnTo>
                  <a:lnTo>
                    <a:pt x="3887022" y="819540"/>
                  </a:lnTo>
                  <a:lnTo>
                    <a:pt x="3887209" y="815905"/>
                  </a:lnTo>
                  <a:lnTo>
                    <a:pt x="3887396" y="812236"/>
                  </a:lnTo>
                  <a:lnTo>
                    <a:pt x="3887583" y="807948"/>
                  </a:lnTo>
                  <a:lnTo>
                    <a:pt x="3887770" y="804111"/>
                  </a:lnTo>
                  <a:lnTo>
                    <a:pt x="3887957" y="799116"/>
                  </a:lnTo>
                  <a:lnTo>
                    <a:pt x="3888144" y="793724"/>
                  </a:lnTo>
                  <a:lnTo>
                    <a:pt x="3888331" y="788128"/>
                  </a:lnTo>
                  <a:lnTo>
                    <a:pt x="3888518" y="782490"/>
                  </a:lnTo>
                  <a:lnTo>
                    <a:pt x="3888705" y="777483"/>
                  </a:lnTo>
                  <a:lnTo>
                    <a:pt x="3888892" y="772691"/>
                  </a:lnTo>
                  <a:lnTo>
                    <a:pt x="3889078" y="767371"/>
                  </a:lnTo>
                  <a:lnTo>
                    <a:pt x="3889265" y="764260"/>
                  </a:lnTo>
                  <a:lnTo>
                    <a:pt x="3889452" y="761120"/>
                  </a:lnTo>
                  <a:lnTo>
                    <a:pt x="3889639" y="755737"/>
                  </a:lnTo>
                  <a:lnTo>
                    <a:pt x="3889826" y="749643"/>
                  </a:lnTo>
                  <a:lnTo>
                    <a:pt x="3890013" y="742100"/>
                  </a:lnTo>
                  <a:lnTo>
                    <a:pt x="3890200" y="733912"/>
                  </a:lnTo>
                  <a:lnTo>
                    <a:pt x="3890387" y="724776"/>
                  </a:lnTo>
                  <a:lnTo>
                    <a:pt x="3890574" y="716246"/>
                  </a:lnTo>
                  <a:lnTo>
                    <a:pt x="3890761" y="708850"/>
                  </a:lnTo>
                  <a:lnTo>
                    <a:pt x="3890948" y="701614"/>
                  </a:lnTo>
                  <a:lnTo>
                    <a:pt x="3891135" y="696426"/>
                  </a:lnTo>
                  <a:lnTo>
                    <a:pt x="3891322" y="691383"/>
                  </a:lnTo>
                  <a:lnTo>
                    <a:pt x="3891508" y="686770"/>
                  </a:lnTo>
                  <a:lnTo>
                    <a:pt x="3891695" y="682590"/>
                  </a:lnTo>
                  <a:lnTo>
                    <a:pt x="3891882" y="681737"/>
                  </a:lnTo>
                  <a:lnTo>
                    <a:pt x="3892069" y="682509"/>
                  </a:lnTo>
                  <a:lnTo>
                    <a:pt x="3892256" y="685073"/>
                  </a:lnTo>
                  <a:lnTo>
                    <a:pt x="3892443" y="689597"/>
                  </a:lnTo>
                  <a:lnTo>
                    <a:pt x="3892630" y="695440"/>
                  </a:lnTo>
                  <a:lnTo>
                    <a:pt x="3892817" y="703142"/>
                  </a:lnTo>
                  <a:lnTo>
                    <a:pt x="3893004" y="711427"/>
                  </a:lnTo>
                  <a:lnTo>
                    <a:pt x="3893191" y="719766"/>
                  </a:lnTo>
                  <a:lnTo>
                    <a:pt x="3893378" y="729035"/>
                  </a:lnTo>
                  <a:lnTo>
                    <a:pt x="3893565" y="738371"/>
                  </a:lnTo>
                  <a:lnTo>
                    <a:pt x="3893751" y="746144"/>
                  </a:lnTo>
                  <a:lnTo>
                    <a:pt x="3893938" y="753438"/>
                  </a:lnTo>
                  <a:lnTo>
                    <a:pt x="3894125" y="760564"/>
                  </a:lnTo>
                  <a:lnTo>
                    <a:pt x="3894312" y="767518"/>
                  </a:lnTo>
                  <a:lnTo>
                    <a:pt x="3894499" y="774376"/>
                  </a:lnTo>
                  <a:lnTo>
                    <a:pt x="3894686" y="780908"/>
                  </a:lnTo>
                  <a:lnTo>
                    <a:pt x="3894873" y="786076"/>
                  </a:lnTo>
                  <a:lnTo>
                    <a:pt x="3895060" y="790927"/>
                  </a:lnTo>
                  <a:lnTo>
                    <a:pt x="3895247" y="794090"/>
                  </a:lnTo>
                  <a:lnTo>
                    <a:pt x="3895434" y="796791"/>
                  </a:lnTo>
                  <a:lnTo>
                    <a:pt x="3895621" y="797750"/>
                  </a:lnTo>
                  <a:lnTo>
                    <a:pt x="3895808" y="797053"/>
                  </a:lnTo>
                  <a:lnTo>
                    <a:pt x="3895995" y="798360"/>
                  </a:lnTo>
                  <a:lnTo>
                    <a:pt x="3896181" y="799549"/>
                  </a:lnTo>
                  <a:lnTo>
                    <a:pt x="3896368" y="800825"/>
                  </a:lnTo>
                  <a:lnTo>
                    <a:pt x="3896555" y="803191"/>
                  </a:lnTo>
                  <a:lnTo>
                    <a:pt x="3896742" y="806386"/>
                  </a:lnTo>
                  <a:lnTo>
                    <a:pt x="3896929" y="810893"/>
                  </a:lnTo>
                  <a:lnTo>
                    <a:pt x="3897116" y="815873"/>
                  </a:lnTo>
                  <a:lnTo>
                    <a:pt x="3897303" y="820198"/>
                  </a:lnTo>
                  <a:lnTo>
                    <a:pt x="3897490" y="823429"/>
                  </a:lnTo>
                  <a:lnTo>
                    <a:pt x="3897677" y="828986"/>
                  </a:lnTo>
                  <a:lnTo>
                    <a:pt x="3897864" y="834439"/>
                  </a:lnTo>
                  <a:lnTo>
                    <a:pt x="3898051" y="844039"/>
                  </a:lnTo>
                  <a:lnTo>
                    <a:pt x="3898238" y="852778"/>
                  </a:lnTo>
                  <a:lnTo>
                    <a:pt x="3898425" y="861676"/>
                  </a:lnTo>
                  <a:lnTo>
                    <a:pt x="3898611" y="870606"/>
                  </a:lnTo>
                  <a:lnTo>
                    <a:pt x="3898798" y="877092"/>
                  </a:lnTo>
                  <a:lnTo>
                    <a:pt x="3898985" y="881663"/>
                  </a:lnTo>
                  <a:lnTo>
                    <a:pt x="3899172" y="884525"/>
                  </a:lnTo>
                  <a:lnTo>
                    <a:pt x="3899359" y="887417"/>
                  </a:lnTo>
                  <a:lnTo>
                    <a:pt x="3899546" y="890324"/>
                  </a:lnTo>
                  <a:lnTo>
                    <a:pt x="3899733" y="893722"/>
                  </a:lnTo>
                  <a:lnTo>
                    <a:pt x="3899920" y="898112"/>
                  </a:lnTo>
                  <a:lnTo>
                    <a:pt x="3900107" y="904444"/>
                  </a:lnTo>
                  <a:lnTo>
                    <a:pt x="3900294" y="908574"/>
                  </a:lnTo>
                  <a:lnTo>
                    <a:pt x="3900481" y="912514"/>
                  </a:lnTo>
                  <a:lnTo>
                    <a:pt x="3900668" y="917480"/>
                  </a:lnTo>
                  <a:lnTo>
                    <a:pt x="3900854" y="922231"/>
                  </a:lnTo>
                  <a:lnTo>
                    <a:pt x="3901041" y="930141"/>
                  </a:lnTo>
                  <a:lnTo>
                    <a:pt x="3901228" y="935687"/>
                  </a:lnTo>
                  <a:lnTo>
                    <a:pt x="3901415" y="939874"/>
                  </a:lnTo>
                  <a:lnTo>
                    <a:pt x="3901602" y="944575"/>
                  </a:lnTo>
                  <a:lnTo>
                    <a:pt x="3901789" y="950454"/>
                  </a:lnTo>
                  <a:lnTo>
                    <a:pt x="3901976" y="956374"/>
                  </a:lnTo>
                  <a:lnTo>
                    <a:pt x="3902163" y="962952"/>
                  </a:lnTo>
                  <a:lnTo>
                    <a:pt x="3902350" y="969553"/>
                  </a:lnTo>
                  <a:lnTo>
                    <a:pt x="3902537" y="974934"/>
                  </a:lnTo>
                  <a:lnTo>
                    <a:pt x="3902724" y="979720"/>
                  </a:lnTo>
                  <a:lnTo>
                    <a:pt x="3902911" y="983775"/>
                  </a:lnTo>
                  <a:lnTo>
                    <a:pt x="3903098" y="986806"/>
                  </a:lnTo>
                  <a:lnTo>
                    <a:pt x="3903284" y="990351"/>
                  </a:lnTo>
                  <a:lnTo>
                    <a:pt x="3903471" y="993656"/>
                  </a:lnTo>
                  <a:lnTo>
                    <a:pt x="3903658" y="997820"/>
                  </a:lnTo>
                  <a:lnTo>
                    <a:pt x="3903845" y="1002582"/>
                  </a:lnTo>
                  <a:lnTo>
                    <a:pt x="3904032" y="1008689"/>
                  </a:lnTo>
                  <a:lnTo>
                    <a:pt x="3904219" y="1016199"/>
                  </a:lnTo>
                  <a:lnTo>
                    <a:pt x="3904406" y="1023753"/>
                  </a:lnTo>
                  <a:lnTo>
                    <a:pt x="3904593" y="1032118"/>
                  </a:lnTo>
                  <a:lnTo>
                    <a:pt x="3904780" y="1040406"/>
                  </a:lnTo>
                  <a:lnTo>
                    <a:pt x="3904967" y="1049893"/>
                  </a:lnTo>
                  <a:lnTo>
                    <a:pt x="3905154" y="1060283"/>
                  </a:lnTo>
                  <a:lnTo>
                    <a:pt x="3905341" y="1071582"/>
                  </a:lnTo>
                  <a:lnTo>
                    <a:pt x="3905527" y="1084186"/>
                  </a:lnTo>
                  <a:lnTo>
                    <a:pt x="3905714" y="1096162"/>
                  </a:lnTo>
                  <a:lnTo>
                    <a:pt x="3905901" y="1107298"/>
                  </a:lnTo>
                  <a:lnTo>
                    <a:pt x="3906088" y="1117719"/>
                  </a:lnTo>
                  <a:lnTo>
                    <a:pt x="3906275" y="1127135"/>
                  </a:lnTo>
                  <a:lnTo>
                    <a:pt x="3906462" y="1135240"/>
                  </a:lnTo>
                  <a:lnTo>
                    <a:pt x="3906649" y="1141995"/>
                  </a:lnTo>
                  <a:lnTo>
                    <a:pt x="3906836" y="1148492"/>
                  </a:lnTo>
                  <a:lnTo>
                    <a:pt x="3907023" y="1155470"/>
                  </a:lnTo>
                  <a:lnTo>
                    <a:pt x="3907210" y="1161766"/>
                  </a:lnTo>
                  <a:lnTo>
                    <a:pt x="3907397" y="1167328"/>
                  </a:lnTo>
                  <a:lnTo>
                    <a:pt x="3907584" y="1172849"/>
                  </a:lnTo>
                  <a:lnTo>
                    <a:pt x="3907771" y="1177127"/>
                  </a:lnTo>
                  <a:lnTo>
                    <a:pt x="3907957" y="1179529"/>
                  </a:lnTo>
                  <a:lnTo>
                    <a:pt x="3908144" y="1180704"/>
                  </a:lnTo>
                  <a:lnTo>
                    <a:pt x="3908331" y="1180536"/>
                  </a:lnTo>
                  <a:lnTo>
                    <a:pt x="3908518" y="1179429"/>
                  </a:lnTo>
                  <a:lnTo>
                    <a:pt x="3908705" y="1178407"/>
                  </a:lnTo>
                  <a:lnTo>
                    <a:pt x="3908892" y="1177498"/>
                  </a:lnTo>
                  <a:lnTo>
                    <a:pt x="3909079" y="1175488"/>
                  </a:lnTo>
                  <a:lnTo>
                    <a:pt x="3909266" y="1173801"/>
                  </a:lnTo>
                  <a:lnTo>
                    <a:pt x="3909453" y="1171348"/>
                  </a:lnTo>
                  <a:lnTo>
                    <a:pt x="3909640" y="1167317"/>
                  </a:lnTo>
                  <a:lnTo>
                    <a:pt x="3909827" y="1161233"/>
                  </a:lnTo>
                  <a:lnTo>
                    <a:pt x="3910014" y="1154369"/>
                  </a:lnTo>
                  <a:lnTo>
                    <a:pt x="3910201" y="1147806"/>
                  </a:lnTo>
                  <a:lnTo>
                    <a:pt x="3910387" y="1141281"/>
                  </a:lnTo>
                  <a:lnTo>
                    <a:pt x="3910574" y="1134760"/>
                  </a:lnTo>
                  <a:lnTo>
                    <a:pt x="3910761" y="1127998"/>
                  </a:lnTo>
                  <a:lnTo>
                    <a:pt x="3910948" y="1122035"/>
                  </a:lnTo>
                  <a:lnTo>
                    <a:pt x="3911135" y="1116539"/>
                  </a:lnTo>
                  <a:lnTo>
                    <a:pt x="3911322" y="1112176"/>
                  </a:lnTo>
                  <a:lnTo>
                    <a:pt x="3911509" y="1108686"/>
                  </a:lnTo>
                  <a:lnTo>
                    <a:pt x="3911696" y="1106023"/>
                  </a:lnTo>
                  <a:lnTo>
                    <a:pt x="3911883" y="1102955"/>
                  </a:lnTo>
                  <a:lnTo>
                    <a:pt x="3912070" y="1100738"/>
                  </a:lnTo>
                  <a:lnTo>
                    <a:pt x="3912257" y="1099065"/>
                  </a:lnTo>
                  <a:lnTo>
                    <a:pt x="3912444" y="1098494"/>
                  </a:lnTo>
                  <a:lnTo>
                    <a:pt x="3912630" y="1099133"/>
                  </a:lnTo>
                  <a:lnTo>
                    <a:pt x="3912817" y="1099884"/>
                  </a:lnTo>
                  <a:lnTo>
                    <a:pt x="3913004" y="1100343"/>
                  </a:lnTo>
                  <a:lnTo>
                    <a:pt x="3913191" y="1101033"/>
                  </a:lnTo>
                  <a:lnTo>
                    <a:pt x="3913378" y="1101299"/>
                  </a:lnTo>
                  <a:lnTo>
                    <a:pt x="3913565" y="1101196"/>
                  </a:lnTo>
                  <a:lnTo>
                    <a:pt x="3913752" y="1099940"/>
                  </a:lnTo>
                  <a:lnTo>
                    <a:pt x="3913939" y="1097413"/>
                  </a:lnTo>
                  <a:lnTo>
                    <a:pt x="3914126" y="1093059"/>
                  </a:lnTo>
                  <a:lnTo>
                    <a:pt x="3914313" y="1087108"/>
                  </a:lnTo>
                  <a:lnTo>
                    <a:pt x="3914500" y="1080049"/>
                  </a:lnTo>
                  <a:lnTo>
                    <a:pt x="3914687" y="1072954"/>
                  </a:lnTo>
                  <a:lnTo>
                    <a:pt x="3914874" y="1065511"/>
                  </a:lnTo>
                  <a:lnTo>
                    <a:pt x="3915060" y="1058797"/>
                  </a:lnTo>
                  <a:lnTo>
                    <a:pt x="3915247" y="1052461"/>
                  </a:lnTo>
                  <a:lnTo>
                    <a:pt x="3915434" y="1046197"/>
                  </a:lnTo>
                  <a:lnTo>
                    <a:pt x="3915621" y="1040279"/>
                  </a:lnTo>
                  <a:lnTo>
                    <a:pt x="3915808" y="1035175"/>
                  </a:lnTo>
                  <a:lnTo>
                    <a:pt x="3915995" y="1030798"/>
                  </a:lnTo>
                  <a:lnTo>
                    <a:pt x="3916182" y="1026742"/>
                  </a:lnTo>
                  <a:lnTo>
                    <a:pt x="3916369" y="1025787"/>
                  </a:lnTo>
                  <a:lnTo>
                    <a:pt x="3916556" y="1026426"/>
                  </a:lnTo>
                  <a:lnTo>
                    <a:pt x="3916743" y="1027838"/>
                  </a:lnTo>
                  <a:lnTo>
                    <a:pt x="3916930" y="1029146"/>
                  </a:lnTo>
                  <a:lnTo>
                    <a:pt x="3917117" y="1031954"/>
                  </a:lnTo>
                  <a:lnTo>
                    <a:pt x="3917304" y="1033838"/>
                  </a:lnTo>
                  <a:lnTo>
                    <a:pt x="3917490" y="1034995"/>
                  </a:lnTo>
                  <a:lnTo>
                    <a:pt x="3917677" y="1036280"/>
                  </a:lnTo>
                  <a:lnTo>
                    <a:pt x="3917864" y="1035518"/>
                  </a:lnTo>
                  <a:lnTo>
                    <a:pt x="3918051" y="1034273"/>
                  </a:lnTo>
                  <a:lnTo>
                    <a:pt x="3918238" y="1032616"/>
                  </a:lnTo>
                  <a:lnTo>
                    <a:pt x="3918425" y="1031546"/>
                  </a:lnTo>
                  <a:lnTo>
                    <a:pt x="3918612" y="1032887"/>
                  </a:lnTo>
                  <a:lnTo>
                    <a:pt x="3918799" y="1034535"/>
                  </a:lnTo>
                  <a:lnTo>
                    <a:pt x="3918986" y="1037079"/>
                  </a:lnTo>
                  <a:lnTo>
                    <a:pt x="3919173" y="1040147"/>
                  </a:lnTo>
                  <a:lnTo>
                    <a:pt x="3919360" y="1043334"/>
                  </a:lnTo>
                  <a:lnTo>
                    <a:pt x="3919547" y="1046777"/>
                  </a:lnTo>
                  <a:lnTo>
                    <a:pt x="3919733" y="1049918"/>
                  </a:lnTo>
                  <a:lnTo>
                    <a:pt x="3919920" y="1052652"/>
                  </a:lnTo>
                  <a:lnTo>
                    <a:pt x="3920107" y="1055828"/>
                  </a:lnTo>
                  <a:lnTo>
                    <a:pt x="3920294" y="1058477"/>
                  </a:lnTo>
                  <a:lnTo>
                    <a:pt x="3920481" y="1061409"/>
                  </a:lnTo>
                  <a:lnTo>
                    <a:pt x="3920668" y="1064753"/>
                  </a:lnTo>
                  <a:lnTo>
                    <a:pt x="3920855" y="1068321"/>
                  </a:lnTo>
                  <a:lnTo>
                    <a:pt x="3921042" y="1072201"/>
                  </a:lnTo>
                  <a:lnTo>
                    <a:pt x="3921229" y="1077633"/>
                  </a:lnTo>
                  <a:lnTo>
                    <a:pt x="3921416" y="1083795"/>
                  </a:lnTo>
                  <a:lnTo>
                    <a:pt x="3921603" y="1090342"/>
                  </a:lnTo>
                  <a:lnTo>
                    <a:pt x="3921790" y="1096902"/>
                  </a:lnTo>
                  <a:lnTo>
                    <a:pt x="3921977" y="1102720"/>
                  </a:lnTo>
                  <a:lnTo>
                    <a:pt x="3922163" y="1107891"/>
                  </a:lnTo>
                  <a:lnTo>
                    <a:pt x="3922350" y="1110355"/>
                  </a:lnTo>
                  <a:lnTo>
                    <a:pt x="3922537" y="1111211"/>
                  </a:lnTo>
                  <a:lnTo>
                    <a:pt x="3922724" y="1112466"/>
                  </a:lnTo>
                  <a:lnTo>
                    <a:pt x="3922911" y="1113362"/>
                  </a:lnTo>
                  <a:lnTo>
                    <a:pt x="3923098" y="1114601"/>
                  </a:lnTo>
                  <a:lnTo>
                    <a:pt x="3923285" y="1115497"/>
                  </a:lnTo>
                  <a:lnTo>
                    <a:pt x="3923472" y="1117117"/>
                  </a:lnTo>
                  <a:lnTo>
                    <a:pt x="3923659" y="1117798"/>
                  </a:lnTo>
                  <a:lnTo>
                    <a:pt x="3923846" y="1118698"/>
                  </a:lnTo>
                  <a:lnTo>
                    <a:pt x="3924033" y="1117939"/>
                  </a:lnTo>
                  <a:lnTo>
                    <a:pt x="3924220" y="1116643"/>
                  </a:lnTo>
                  <a:lnTo>
                    <a:pt x="3924406" y="1116409"/>
                  </a:lnTo>
                  <a:lnTo>
                    <a:pt x="3924593" y="1116073"/>
                  </a:lnTo>
                  <a:lnTo>
                    <a:pt x="3924780" y="1116166"/>
                  </a:lnTo>
                  <a:lnTo>
                    <a:pt x="3924967" y="1116200"/>
                  </a:lnTo>
                  <a:lnTo>
                    <a:pt x="3925154" y="1116311"/>
                  </a:lnTo>
                  <a:lnTo>
                    <a:pt x="3925341" y="1117112"/>
                  </a:lnTo>
                  <a:lnTo>
                    <a:pt x="3925528" y="1117383"/>
                  </a:lnTo>
                  <a:lnTo>
                    <a:pt x="3925715" y="1117191"/>
                  </a:lnTo>
                  <a:lnTo>
                    <a:pt x="3925902" y="1117029"/>
                  </a:lnTo>
                  <a:lnTo>
                    <a:pt x="3926089" y="1117473"/>
                  </a:lnTo>
                  <a:lnTo>
                    <a:pt x="3926276" y="1118370"/>
                  </a:lnTo>
                  <a:lnTo>
                    <a:pt x="3926463" y="1120098"/>
                  </a:lnTo>
                  <a:lnTo>
                    <a:pt x="3926650" y="1121731"/>
                  </a:lnTo>
                  <a:lnTo>
                    <a:pt x="3926836" y="1125201"/>
                  </a:lnTo>
                  <a:lnTo>
                    <a:pt x="3927023" y="1130811"/>
                  </a:lnTo>
                  <a:lnTo>
                    <a:pt x="3927210" y="1136559"/>
                  </a:lnTo>
                  <a:lnTo>
                    <a:pt x="3927397" y="1143098"/>
                  </a:lnTo>
                  <a:lnTo>
                    <a:pt x="3927584" y="1149945"/>
                  </a:lnTo>
                  <a:lnTo>
                    <a:pt x="3927771" y="1156638"/>
                  </a:lnTo>
                  <a:lnTo>
                    <a:pt x="3927958" y="1162512"/>
                  </a:lnTo>
                  <a:lnTo>
                    <a:pt x="3928145" y="1168047"/>
                  </a:lnTo>
                  <a:lnTo>
                    <a:pt x="3928332" y="1173947"/>
                  </a:lnTo>
                  <a:lnTo>
                    <a:pt x="3928519" y="1178272"/>
                  </a:lnTo>
                  <a:lnTo>
                    <a:pt x="3928706" y="1182609"/>
                  </a:lnTo>
                  <a:lnTo>
                    <a:pt x="3928893" y="1186561"/>
                  </a:lnTo>
                  <a:lnTo>
                    <a:pt x="3929080" y="1191178"/>
                  </a:lnTo>
                  <a:lnTo>
                    <a:pt x="3929266" y="1194007"/>
                  </a:lnTo>
                  <a:lnTo>
                    <a:pt x="3929453" y="1196218"/>
                  </a:lnTo>
                  <a:lnTo>
                    <a:pt x="3929640" y="1197030"/>
                  </a:lnTo>
                  <a:lnTo>
                    <a:pt x="3929827" y="1196108"/>
                  </a:lnTo>
                  <a:lnTo>
                    <a:pt x="3930014" y="1193405"/>
                  </a:lnTo>
                  <a:lnTo>
                    <a:pt x="3930201" y="1189652"/>
                  </a:lnTo>
                  <a:lnTo>
                    <a:pt x="3930388" y="1186142"/>
                  </a:lnTo>
                  <a:lnTo>
                    <a:pt x="3930575" y="1183171"/>
                  </a:lnTo>
                  <a:lnTo>
                    <a:pt x="3930762" y="1179852"/>
                  </a:lnTo>
                  <a:lnTo>
                    <a:pt x="3930949" y="1176312"/>
                  </a:lnTo>
                  <a:lnTo>
                    <a:pt x="3931136" y="1173531"/>
                  </a:lnTo>
                  <a:lnTo>
                    <a:pt x="3931323" y="1171464"/>
                  </a:lnTo>
                  <a:lnTo>
                    <a:pt x="3931509" y="1168986"/>
                  </a:lnTo>
                  <a:lnTo>
                    <a:pt x="3931696" y="1165955"/>
                  </a:lnTo>
                  <a:lnTo>
                    <a:pt x="3931883" y="1162203"/>
                  </a:lnTo>
                  <a:lnTo>
                    <a:pt x="3932070" y="1157829"/>
                  </a:lnTo>
                  <a:lnTo>
                    <a:pt x="3932257" y="1153408"/>
                  </a:lnTo>
                  <a:lnTo>
                    <a:pt x="3932444" y="1150409"/>
                  </a:lnTo>
                  <a:lnTo>
                    <a:pt x="3932631" y="1148659"/>
                  </a:lnTo>
                  <a:lnTo>
                    <a:pt x="3932818" y="1146950"/>
                  </a:lnTo>
                  <a:lnTo>
                    <a:pt x="3933005" y="1147868"/>
                  </a:lnTo>
                  <a:lnTo>
                    <a:pt x="3933192" y="1149284"/>
                  </a:lnTo>
                  <a:lnTo>
                    <a:pt x="3933379" y="1149833"/>
                  </a:lnTo>
                  <a:lnTo>
                    <a:pt x="3933566" y="1150292"/>
                  </a:lnTo>
                  <a:lnTo>
                    <a:pt x="3933753" y="1150903"/>
                  </a:lnTo>
                  <a:lnTo>
                    <a:pt x="3933939" y="1149137"/>
                  </a:lnTo>
                  <a:lnTo>
                    <a:pt x="3934126" y="1146315"/>
                  </a:lnTo>
                  <a:lnTo>
                    <a:pt x="3934313" y="1143369"/>
                  </a:lnTo>
                  <a:lnTo>
                    <a:pt x="3934500" y="1140872"/>
                  </a:lnTo>
                  <a:lnTo>
                    <a:pt x="3934687" y="1139930"/>
                  </a:lnTo>
                  <a:lnTo>
                    <a:pt x="3934874" y="1140648"/>
                  </a:lnTo>
                  <a:lnTo>
                    <a:pt x="3935061" y="1142018"/>
                  </a:lnTo>
                  <a:lnTo>
                    <a:pt x="3935248" y="1143453"/>
                  </a:lnTo>
                  <a:lnTo>
                    <a:pt x="3935435" y="1145358"/>
                  </a:lnTo>
                  <a:lnTo>
                    <a:pt x="3935622" y="1147875"/>
                  </a:lnTo>
                  <a:lnTo>
                    <a:pt x="3935809" y="1150663"/>
                  </a:lnTo>
                  <a:lnTo>
                    <a:pt x="3935996" y="1152464"/>
                  </a:lnTo>
                  <a:lnTo>
                    <a:pt x="3936183" y="1155134"/>
                  </a:lnTo>
                  <a:lnTo>
                    <a:pt x="3936369" y="1158662"/>
                  </a:lnTo>
                  <a:lnTo>
                    <a:pt x="3936556" y="1163368"/>
                  </a:lnTo>
                  <a:lnTo>
                    <a:pt x="3936743" y="1168891"/>
                  </a:lnTo>
                  <a:lnTo>
                    <a:pt x="3936930" y="1174827"/>
                  </a:lnTo>
                  <a:lnTo>
                    <a:pt x="3937117" y="1180648"/>
                  </a:lnTo>
                  <a:lnTo>
                    <a:pt x="3937304" y="1186896"/>
                  </a:lnTo>
                  <a:lnTo>
                    <a:pt x="3937491" y="1192382"/>
                  </a:lnTo>
                  <a:lnTo>
                    <a:pt x="3937678" y="1197772"/>
                  </a:lnTo>
                  <a:lnTo>
                    <a:pt x="3937865" y="1203781"/>
                  </a:lnTo>
                  <a:lnTo>
                    <a:pt x="3938052" y="1208528"/>
                  </a:lnTo>
                  <a:lnTo>
                    <a:pt x="3938239" y="1212147"/>
                  </a:lnTo>
                  <a:lnTo>
                    <a:pt x="3938426" y="1214984"/>
                  </a:lnTo>
                  <a:lnTo>
                    <a:pt x="3938612" y="1216739"/>
                  </a:lnTo>
                  <a:lnTo>
                    <a:pt x="3938799" y="1218024"/>
                  </a:lnTo>
                  <a:lnTo>
                    <a:pt x="3938986" y="1218107"/>
                  </a:lnTo>
                  <a:lnTo>
                    <a:pt x="3939173" y="1218421"/>
                  </a:lnTo>
                  <a:lnTo>
                    <a:pt x="3939360" y="1218780"/>
                  </a:lnTo>
                  <a:lnTo>
                    <a:pt x="3939547" y="1219112"/>
                  </a:lnTo>
                  <a:lnTo>
                    <a:pt x="3939734" y="1219093"/>
                  </a:lnTo>
                  <a:lnTo>
                    <a:pt x="3939921" y="1218447"/>
                  </a:lnTo>
                  <a:lnTo>
                    <a:pt x="3940108" y="1216655"/>
                  </a:lnTo>
                  <a:lnTo>
                    <a:pt x="3940295" y="1214317"/>
                  </a:lnTo>
                  <a:lnTo>
                    <a:pt x="3940482" y="1212638"/>
                  </a:lnTo>
                  <a:lnTo>
                    <a:pt x="3940669" y="1209420"/>
                  </a:lnTo>
                  <a:lnTo>
                    <a:pt x="3940856" y="1205858"/>
                  </a:lnTo>
                  <a:lnTo>
                    <a:pt x="3941042" y="1201799"/>
                  </a:lnTo>
                  <a:lnTo>
                    <a:pt x="3941229" y="1197506"/>
                  </a:lnTo>
                  <a:lnTo>
                    <a:pt x="3941416" y="1192009"/>
                  </a:lnTo>
                  <a:lnTo>
                    <a:pt x="3941603" y="1186316"/>
                  </a:lnTo>
                  <a:lnTo>
                    <a:pt x="3941790" y="1180378"/>
                  </a:lnTo>
                  <a:lnTo>
                    <a:pt x="3941977" y="1172624"/>
                  </a:lnTo>
                  <a:lnTo>
                    <a:pt x="3942164" y="1163151"/>
                  </a:lnTo>
                  <a:lnTo>
                    <a:pt x="3942351" y="1152860"/>
                  </a:lnTo>
                  <a:lnTo>
                    <a:pt x="3942538" y="1142787"/>
                  </a:lnTo>
                  <a:lnTo>
                    <a:pt x="3942725" y="1132342"/>
                  </a:lnTo>
                  <a:lnTo>
                    <a:pt x="3942912" y="1123348"/>
                  </a:lnTo>
                  <a:lnTo>
                    <a:pt x="3943099" y="1115650"/>
                  </a:lnTo>
                  <a:lnTo>
                    <a:pt x="3943285" y="1108584"/>
                  </a:lnTo>
                  <a:lnTo>
                    <a:pt x="3943472" y="1103631"/>
                  </a:lnTo>
                  <a:lnTo>
                    <a:pt x="3943659" y="1101188"/>
                  </a:lnTo>
                  <a:lnTo>
                    <a:pt x="3943846" y="1099931"/>
                  </a:lnTo>
                  <a:lnTo>
                    <a:pt x="3944033" y="1099832"/>
                  </a:lnTo>
                  <a:lnTo>
                    <a:pt x="3944220" y="1101488"/>
                  </a:lnTo>
                  <a:lnTo>
                    <a:pt x="3944407" y="1103778"/>
                  </a:lnTo>
                  <a:lnTo>
                    <a:pt x="3944594" y="1106119"/>
                  </a:lnTo>
                  <a:lnTo>
                    <a:pt x="3944781" y="1109878"/>
                  </a:lnTo>
                  <a:lnTo>
                    <a:pt x="3944968" y="1113922"/>
                  </a:lnTo>
                  <a:lnTo>
                    <a:pt x="3945155" y="1118167"/>
                  </a:lnTo>
                  <a:lnTo>
                    <a:pt x="3945342" y="1122857"/>
                  </a:lnTo>
                  <a:lnTo>
                    <a:pt x="3945529" y="1127938"/>
                  </a:lnTo>
                  <a:lnTo>
                    <a:pt x="3945715" y="1132746"/>
                  </a:lnTo>
                  <a:lnTo>
                    <a:pt x="3945902" y="1137503"/>
                  </a:lnTo>
                  <a:lnTo>
                    <a:pt x="3946089" y="1142775"/>
                  </a:lnTo>
                  <a:lnTo>
                    <a:pt x="3946276" y="1147402"/>
                  </a:lnTo>
                  <a:lnTo>
                    <a:pt x="3946463" y="1151818"/>
                  </a:lnTo>
                  <a:lnTo>
                    <a:pt x="3946650" y="1156306"/>
                  </a:lnTo>
                  <a:lnTo>
                    <a:pt x="3946837" y="1161752"/>
                  </a:lnTo>
                  <a:lnTo>
                    <a:pt x="3947024" y="1167930"/>
                  </a:lnTo>
                  <a:lnTo>
                    <a:pt x="3947211" y="1174536"/>
                  </a:lnTo>
                  <a:lnTo>
                    <a:pt x="3947398" y="1181437"/>
                  </a:lnTo>
                  <a:lnTo>
                    <a:pt x="3947585" y="1187758"/>
                  </a:lnTo>
                  <a:lnTo>
                    <a:pt x="3947772" y="1192663"/>
                  </a:lnTo>
                  <a:lnTo>
                    <a:pt x="3947959" y="1196046"/>
                  </a:lnTo>
                  <a:lnTo>
                    <a:pt x="3948145" y="1199847"/>
                  </a:lnTo>
                  <a:lnTo>
                    <a:pt x="3948332" y="1200735"/>
                  </a:lnTo>
                  <a:lnTo>
                    <a:pt x="3948519" y="1201118"/>
                  </a:lnTo>
                  <a:lnTo>
                    <a:pt x="3948706" y="1201652"/>
                  </a:lnTo>
                  <a:lnTo>
                    <a:pt x="3948893" y="1202069"/>
                  </a:lnTo>
                  <a:lnTo>
                    <a:pt x="3949080" y="1202386"/>
                  </a:lnTo>
                  <a:lnTo>
                    <a:pt x="3949267" y="1203800"/>
                  </a:lnTo>
                  <a:lnTo>
                    <a:pt x="3949454" y="1204247"/>
                  </a:lnTo>
                  <a:lnTo>
                    <a:pt x="3949641" y="1204580"/>
                  </a:lnTo>
                  <a:lnTo>
                    <a:pt x="3949828" y="1203982"/>
                  </a:lnTo>
                  <a:lnTo>
                    <a:pt x="3950015" y="1202594"/>
                  </a:lnTo>
                  <a:lnTo>
                    <a:pt x="3950202" y="1200705"/>
                  </a:lnTo>
                  <a:lnTo>
                    <a:pt x="3950388" y="1198785"/>
                  </a:lnTo>
                  <a:lnTo>
                    <a:pt x="3950575" y="1196879"/>
                  </a:lnTo>
                  <a:lnTo>
                    <a:pt x="3950762" y="1195949"/>
                  </a:lnTo>
                  <a:lnTo>
                    <a:pt x="3950949" y="1195115"/>
                  </a:lnTo>
                  <a:lnTo>
                    <a:pt x="3951136" y="1194941"/>
                  </a:lnTo>
                  <a:lnTo>
                    <a:pt x="3951323" y="1195780"/>
                  </a:lnTo>
                  <a:lnTo>
                    <a:pt x="3951510" y="1198055"/>
                  </a:lnTo>
                  <a:lnTo>
                    <a:pt x="3951697" y="1201151"/>
                  </a:lnTo>
                  <a:lnTo>
                    <a:pt x="3951884" y="1205217"/>
                  </a:lnTo>
                  <a:lnTo>
                    <a:pt x="3952071" y="1208776"/>
                  </a:lnTo>
                  <a:lnTo>
                    <a:pt x="3952258" y="1212864"/>
                  </a:lnTo>
                  <a:lnTo>
                    <a:pt x="3952445" y="1216032"/>
                  </a:lnTo>
                  <a:lnTo>
                    <a:pt x="3952632" y="1218762"/>
                  </a:lnTo>
                  <a:lnTo>
                    <a:pt x="3952818" y="1222020"/>
                  </a:lnTo>
                  <a:lnTo>
                    <a:pt x="3953005" y="1224248"/>
                  </a:lnTo>
                  <a:lnTo>
                    <a:pt x="3953192" y="1225850"/>
                  </a:lnTo>
                  <a:lnTo>
                    <a:pt x="3953379" y="1228167"/>
                  </a:lnTo>
                  <a:lnTo>
                    <a:pt x="3953566" y="1230177"/>
                  </a:lnTo>
                  <a:lnTo>
                    <a:pt x="3953753" y="1231389"/>
                  </a:lnTo>
                  <a:lnTo>
                    <a:pt x="3953940" y="1230898"/>
                  </a:lnTo>
                  <a:lnTo>
                    <a:pt x="3954127" y="1230425"/>
                  </a:lnTo>
                  <a:lnTo>
                    <a:pt x="3954314" y="1230831"/>
                  </a:lnTo>
                  <a:lnTo>
                    <a:pt x="3954501" y="1230738"/>
                  </a:lnTo>
                  <a:lnTo>
                    <a:pt x="3954688" y="1229947"/>
                  </a:lnTo>
                  <a:lnTo>
                    <a:pt x="3954875" y="1228598"/>
                  </a:lnTo>
                  <a:lnTo>
                    <a:pt x="3955062" y="1227322"/>
                  </a:lnTo>
                  <a:lnTo>
                    <a:pt x="3955248" y="1226849"/>
                  </a:lnTo>
                  <a:lnTo>
                    <a:pt x="3955435" y="1226311"/>
                  </a:lnTo>
                  <a:lnTo>
                    <a:pt x="3955622" y="1226933"/>
                  </a:lnTo>
                  <a:lnTo>
                    <a:pt x="3955809" y="1226314"/>
                  </a:lnTo>
                  <a:lnTo>
                    <a:pt x="3955996" y="1223468"/>
                  </a:lnTo>
                  <a:lnTo>
                    <a:pt x="3956183" y="1219290"/>
                  </a:lnTo>
                  <a:lnTo>
                    <a:pt x="3956370" y="1214994"/>
                  </a:lnTo>
                  <a:lnTo>
                    <a:pt x="3956557" y="1209878"/>
                  </a:lnTo>
                  <a:lnTo>
                    <a:pt x="3956744" y="1205487"/>
                  </a:lnTo>
                  <a:lnTo>
                    <a:pt x="3956931" y="1201083"/>
                  </a:lnTo>
                  <a:lnTo>
                    <a:pt x="3957118" y="1196288"/>
                  </a:lnTo>
                  <a:lnTo>
                    <a:pt x="3957305" y="1192242"/>
                  </a:lnTo>
                  <a:lnTo>
                    <a:pt x="3957491" y="1188888"/>
                  </a:lnTo>
                  <a:lnTo>
                    <a:pt x="3957678" y="1186206"/>
                  </a:lnTo>
                  <a:lnTo>
                    <a:pt x="3957865" y="1184029"/>
                  </a:lnTo>
                  <a:lnTo>
                    <a:pt x="3958052" y="1181595"/>
                  </a:lnTo>
                  <a:lnTo>
                    <a:pt x="3958239" y="1179275"/>
                  </a:lnTo>
                  <a:lnTo>
                    <a:pt x="3958426" y="1176309"/>
                  </a:lnTo>
                  <a:lnTo>
                    <a:pt x="3958613" y="1173852"/>
                  </a:lnTo>
                  <a:lnTo>
                    <a:pt x="3958800" y="1171370"/>
                  </a:lnTo>
                  <a:lnTo>
                    <a:pt x="3958987" y="1169669"/>
                  </a:lnTo>
                  <a:lnTo>
                    <a:pt x="3959174" y="1167060"/>
                  </a:lnTo>
                  <a:lnTo>
                    <a:pt x="3959361" y="1165017"/>
                  </a:lnTo>
                  <a:lnTo>
                    <a:pt x="3959548" y="1163034"/>
                  </a:lnTo>
                  <a:lnTo>
                    <a:pt x="3959735" y="1163374"/>
                  </a:lnTo>
                  <a:lnTo>
                    <a:pt x="3959921" y="1164236"/>
                  </a:lnTo>
                  <a:lnTo>
                    <a:pt x="3960108" y="1164242"/>
                  </a:lnTo>
                  <a:lnTo>
                    <a:pt x="3960295" y="1164214"/>
                  </a:lnTo>
                  <a:lnTo>
                    <a:pt x="3960482" y="1163560"/>
                  </a:lnTo>
                  <a:lnTo>
                    <a:pt x="3960669" y="1163674"/>
                  </a:lnTo>
                  <a:lnTo>
                    <a:pt x="3960856" y="1164693"/>
                  </a:lnTo>
                  <a:lnTo>
                    <a:pt x="3961043" y="1166465"/>
                  </a:lnTo>
                  <a:lnTo>
                    <a:pt x="3961230" y="1167552"/>
                  </a:lnTo>
                  <a:lnTo>
                    <a:pt x="3961417" y="1169696"/>
                  </a:lnTo>
                  <a:lnTo>
                    <a:pt x="3961604" y="1171811"/>
                  </a:lnTo>
                  <a:lnTo>
                    <a:pt x="3961791" y="1173636"/>
                  </a:lnTo>
                  <a:lnTo>
                    <a:pt x="3961978" y="1175611"/>
                  </a:lnTo>
                  <a:lnTo>
                    <a:pt x="3962164" y="1177685"/>
                  </a:lnTo>
                  <a:lnTo>
                    <a:pt x="3962351" y="1180900"/>
                  </a:lnTo>
                  <a:lnTo>
                    <a:pt x="3962538" y="1184070"/>
                  </a:lnTo>
                  <a:lnTo>
                    <a:pt x="3962725" y="1188730"/>
                  </a:lnTo>
                  <a:lnTo>
                    <a:pt x="3962912" y="1194997"/>
                  </a:lnTo>
                  <a:lnTo>
                    <a:pt x="3963099" y="1202069"/>
                  </a:lnTo>
                  <a:lnTo>
                    <a:pt x="3963286" y="1209373"/>
                  </a:lnTo>
                  <a:lnTo>
                    <a:pt x="3963473" y="1215928"/>
                  </a:lnTo>
                  <a:lnTo>
                    <a:pt x="3963660" y="1221216"/>
                  </a:lnTo>
                  <a:lnTo>
                    <a:pt x="3963847" y="1226022"/>
                  </a:lnTo>
                  <a:lnTo>
                    <a:pt x="3964034" y="1230270"/>
                  </a:lnTo>
                  <a:lnTo>
                    <a:pt x="3964221" y="1232542"/>
                  </a:lnTo>
                  <a:lnTo>
                    <a:pt x="3964408" y="1233834"/>
                  </a:lnTo>
                  <a:lnTo>
                    <a:pt x="3964594" y="1234900"/>
                  </a:lnTo>
                  <a:lnTo>
                    <a:pt x="3964781" y="1235770"/>
                  </a:lnTo>
                  <a:lnTo>
                    <a:pt x="3964968" y="1236528"/>
                  </a:lnTo>
                  <a:lnTo>
                    <a:pt x="3965155" y="1236988"/>
                  </a:lnTo>
                  <a:lnTo>
                    <a:pt x="3965342" y="1236504"/>
                  </a:lnTo>
                  <a:lnTo>
                    <a:pt x="3965529" y="1234335"/>
                  </a:lnTo>
                  <a:lnTo>
                    <a:pt x="3965716" y="1229387"/>
                  </a:lnTo>
                  <a:lnTo>
                    <a:pt x="3965903" y="1223129"/>
                  </a:lnTo>
                  <a:lnTo>
                    <a:pt x="3966090" y="1214900"/>
                  </a:lnTo>
                  <a:lnTo>
                    <a:pt x="3966277" y="1204008"/>
                  </a:lnTo>
                  <a:lnTo>
                    <a:pt x="3966464" y="1191313"/>
                  </a:lnTo>
                  <a:lnTo>
                    <a:pt x="3966651" y="1178342"/>
                  </a:lnTo>
                  <a:lnTo>
                    <a:pt x="3966838" y="1163844"/>
                  </a:lnTo>
                  <a:lnTo>
                    <a:pt x="3967024" y="1149322"/>
                  </a:lnTo>
                  <a:lnTo>
                    <a:pt x="3967211" y="1134448"/>
                  </a:lnTo>
                  <a:lnTo>
                    <a:pt x="3967398" y="1118583"/>
                  </a:lnTo>
                  <a:lnTo>
                    <a:pt x="3967585" y="1101395"/>
                  </a:lnTo>
                  <a:lnTo>
                    <a:pt x="3967772" y="1082237"/>
                  </a:lnTo>
                  <a:lnTo>
                    <a:pt x="3967959" y="1061603"/>
                  </a:lnTo>
                  <a:lnTo>
                    <a:pt x="3968146" y="1040591"/>
                  </a:lnTo>
                  <a:lnTo>
                    <a:pt x="3968333" y="1019823"/>
                  </a:lnTo>
                  <a:lnTo>
                    <a:pt x="3968520" y="999855"/>
                  </a:lnTo>
                  <a:lnTo>
                    <a:pt x="3968707" y="980025"/>
                  </a:lnTo>
                  <a:lnTo>
                    <a:pt x="3968894" y="961561"/>
                  </a:lnTo>
                  <a:lnTo>
                    <a:pt x="3969081" y="945036"/>
                  </a:lnTo>
                  <a:lnTo>
                    <a:pt x="3969267" y="930310"/>
                  </a:lnTo>
                  <a:lnTo>
                    <a:pt x="3969454" y="920498"/>
                  </a:lnTo>
                  <a:lnTo>
                    <a:pt x="3969641" y="912285"/>
                  </a:lnTo>
                  <a:lnTo>
                    <a:pt x="3969828" y="904341"/>
                  </a:lnTo>
                  <a:lnTo>
                    <a:pt x="3970015" y="898111"/>
                  </a:lnTo>
                  <a:lnTo>
                    <a:pt x="3970202" y="893635"/>
                  </a:lnTo>
                  <a:lnTo>
                    <a:pt x="3970389" y="890080"/>
                  </a:lnTo>
                  <a:lnTo>
                    <a:pt x="3970576" y="888406"/>
                  </a:lnTo>
                  <a:lnTo>
                    <a:pt x="3970763" y="888235"/>
                  </a:lnTo>
                  <a:lnTo>
                    <a:pt x="3970950" y="888859"/>
                  </a:lnTo>
                  <a:lnTo>
                    <a:pt x="3971137" y="889555"/>
                  </a:lnTo>
                  <a:lnTo>
                    <a:pt x="3971324" y="891784"/>
                  </a:lnTo>
                  <a:lnTo>
                    <a:pt x="3971511" y="895759"/>
                  </a:lnTo>
                  <a:lnTo>
                    <a:pt x="3971697" y="900829"/>
                  </a:lnTo>
                  <a:lnTo>
                    <a:pt x="3971884" y="906264"/>
                  </a:lnTo>
                  <a:lnTo>
                    <a:pt x="3972071" y="911562"/>
                  </a:lnTo>
                  <a:lnTo>
                    <a:pt x="3972258" y="915889"/>
                  </a:lnTo>
                  <a:lnTo>
                    <a:pt x="3972445" y="920345"/>
                  </a:lnTo>
                  <a:lnTo>
                    <a:pt x="3972632" y="923826"/>
                  </a:lnTo>
                  <a:lnTo>
                    <a:pt x="3972819" y="926549"/>
                  </a:lnTo>
                  <a:lnTo>
                    <a:pt x="3973006" y="928824"/>
                  </a:lnTo>
                  <a:lnTo>
                    <a:pt x="3973193" y="931026"/>
                  </a:lnTo>
                  <a:lnTo>
                    <a:pt x="3973380" y="933212"/>
                  </a:lnTo>
                  <a:lnTo>
                    <a:pt x="3973567" y="934876"/>
                  </a:lnTo>
                  <a:lnTo>
                    <a:pt x="3973754" y="935939"/>
                  </a:lnTo>
                  <a:lnTo>
                    <a:pt x="3973941" y="936488"/>
                  </a:lnTo>
                  <a:lnTo>
                    <a:pt x="3974127" y="935845"/>
                  </a:lnTo>
                  <a:lnTo>
                    <a:pt x="3974314" y="933293"/>
                  </a:lnTo>
                  <a:lnTo>
                    <a:pt x="3974501" y="930600"/>
                  </a:lnTo>
                  <a:lnTo>
                    <a:pt x="3974688" y="926974"/>
                  </a:lnTo>
                  <a:lnTo>
                    <a:pt x="3974875" y="923881"/>
                  </a:lnTo>
                  <a:lnTo>
                    <a:pt x="3975062" y="920931"/>
                  </a:lnTo>
                  <a:lnTo>
                    <a:pt x="3975249" y="917674"/>
                  </a:lnTo>
                  <a:lnTo>
                    <a:pt x="3975436" y="913962"/>
                  </a:lnTo>
                  <a:lnTo>
                    <a:pt x="3975623" y="910196"/>
                  </a:lnTo>
                  <a:lnTo>
                    <a:pt x="3975810" y="906226"/>
                  </a:lnTo>
                  <a:lnTo>
                    <a:pt x="3975997" y="903010"/>
                  </a:lnTo>
                  <a:lnTo>
                    <a:pt x="3976184" y="900616"/>
                  </a:lnTo>
                  <a:lnTo>
                    <a:pt x="3976370" y="898967"/>
                  </a:lnTo>
                  <a:lnTo>
                    <a:pt x="3976557" y="897765"/>
                  </a:lnTo>
                  <a:lnTo>
                    <a:pt x="3976744" y="896993"/>
                  </a:lnTo>
                  <a:lnTo>
                    <a:pt x="3976931" y="896873"/>
                  </a:lnTo>
                  <a:lnTo>
                    <a:pt x="3977118" y="897575"/>
                  </a:lnTo>
                  <a:lnTo>
                    <a:pt x="3977305" y="897969"/>
                  </a:lnTo>
                  <a:lnTo>
                    <a:pt x="3977492" y="898922"/>
                  </a:lnTo>
                  <a:lnTo>
                    <a:pt x="3977679" y="899026"/>
                  </a:lnTo>
                  <a:lnTo>
                    <a:pt x="3977866" y="896018"/>
                  </a:lnTo>
                  <a:lnTo>
                    <a:pt x="3978053" y="892248"/>
                  </a:lnTo>
                  <a:lnTo>
                    <a:pt x="3978240" y="887801"/>
                  </a:lnTo>
                  <a:lnTo>
                    <a:pt x="3978427" y="884592"/>
                  </a:lnTo>
                  <a:lnTo>
                    <a:pt x="3978614" y="880765"/>
                  </a:lnTo>
                  <a:lnTo>
                    <a:pt x="3978800" y="876875"/>
                  </a:lnTo>
                  <a:lnTo>
                    <a:pt x="3978987" y="871624"/>
                  </a:lnTo>
                  <a:lnTo>
                    <a:pt x="3979174" y="865259"/>
                  </a:lnTo>
                  <a:lnTo>
                    <a:pt x="3979361" y="858853"/>
                  </a:lnTo>
                  <a:lnTo>
                    <a:pt x="3979548" y="852420"/>
                  </a:lnTo>
                  <a:lnTo>
                    <a:pt x="3979735" y="845762"/>
                  </a:lnTo>
                  <a:lnTo>
                    <a:pt x="3979922" y="838271"/>
                  </a:lnTo>
                  <a:lnTo>
                    <a:pt x="3980109" y="831253"/>
                  </a:lnTo>
                  <a:lnTo>
                    <a:pt x="3980296" y="824154"/>
                  </a:lnTo>
                  <a:lnTo>
                    <a:pt x="3980483" y="817128"/>
                  </a:lnTo>
                  <a:lnTo>
                    <a:pt x="3980670" y="810930"/>
                  </a:lnTo>
                  <a:lnTo>
                    <a:pt x="3980857" y="805614"/>
                  </a:lnTo>
                  <a:lnTo>
                    <a:pt x="3981043" y="799787"/>
                  </a:lnTo>
                  <a:lnTo>
                    <a:pt x="3981230" y="793291"/>
                  </a:lnTo>
                  <a:lnTo>
                    <a:pt x="3981417" y="784531"/>
                  </a:lnTo>
                  <a:lnTo>
                    <a:pt x="3981604" y="774768"/>
                  </a:lnTo>
                  <a:lnTo>
                    <a:pt x="3981791" y="765615"/>
                  </a:lnTo>
                  <a:lnTo>
                    <a:pt x="3981978" y="758411"/>
                  </a:lnTo>
                  <a:lnTo>
                    <a:pt x="3982165" y="751154"/>
                  </a:lnTo>
                  <a:lnTo>
                    <a:pt x="3982352" y="744192"/>
                  </a:lnTo>
                  <a:lnTo>
                    <a:pt x="3982539" y="738403"/>
                  </a:lnTo>
                  <a:lnTo>
                    <a:pt x="3982726" y="733118"/>
                  </a:lnTo>
                  <a:lnTo>
                    <a:pt x="3982913" y="727502"/>
                  </a:lnTo>
                  <a:lnTo>
                    <a:pt x="3983100" y="720746"/>
                  </a:lnTo>
                  <a:lnTo>
                    <a:pt x="3983287" y="713990"/>
                  </a:lnTo>
                  <a:lnTo>
                    <a:pt x="3983473" y="707119"/>
                  </a:lnTo>
                  <a:lnTo>
                    <a:pt x="3983660" y="699460"/>
                  </a:lnTo>
                  <a:lnTo>
                    <a:pt x="3983847" y="691751"/>
                  </a:lnTo>
                  <a:lnTo>
                    <a:pt x="3984034" y="684558"/>
                  </a:lnTo>
                  <a:lnTo>
                    <a:pt x="3984221" y="677560"/>
                  </a:lnTo>
                  <a:lnTo>
                    <a:pt x="3984408" y="670110"/>
                  </a:lnTo>
                  <a:lnTo>
                    <a:pt x="3984595" y="661954"/>
                  </a:lnTo>
                  <a:lnTo>
                    <a:pt x="3984782" y="652613"/>
                  </a:lnTo>
                  <a:lnTo>
                    <a:pt x="3984969" y="642577"/>
                  </a:lnTo>
                  <a:lnTo>
                    <a:pt x="3985156" y="632020"/>
                  </a:lnTo>
                  <a:lnTo>
                    <a:pt x="3985343" y="621213"/>
                  </a:lnTo>
                  <a:lnTo>
                    <a:pt x="3985530" y="609513"/>
                  </a:lnTo>
                  <a:lnTo>
                    <a:pt x="3985717" y="600904"/>
                  </a:lnTo>
                  <a:lnTo>
                    <a:pt x="3985903" y="593827"/>
                  </a:lnTo>
                  <a:lnTo>
                    <a:pt x="3986090" y="587406"/>
                  </a:lnTo>
                  <a:lnTo>
                    <a:pt x="3986277" y="581348"/>
                  </a:lnTo>
                  <a:lnTo>
                    <a:pt x="3986464" y="574986"/>
                  </a:lnTo>
                  <a:lnTo>
                    <a:pt x="3986651" y="567319"/>
                  </a:lnTo>
                  <a:lnTo>
                    <a:pt x="3986838" y="558702"/>
                  </a:lnTo>
                  <a:lnTo>
                    <a:pt x="3987025" y="548872"/>
                  </a:lnTo>
                  <a:lnTo>
                    <a:pt x="3987212" y="539260"/>
                  </a:lnTo>
                  <a:lnTo>
                    <a:pt x="3987399" y="529378"/>
                  </a:lnTo>
                  <a:lnTo>
                    <a:pt x="3987586" y="520406"/>
                  </a:lnTo>
                  <a:lnTo>
                    <a:pt x="3987773" y="511857"/>
                  </a:lnTo>
                  <a:lnTo>
                    <a:pt x="3987960" y="504147"/>
                  </a:lnTo>
                  <a:lnTo>
                    <a:pt x="3988146" y="496176"/>
                  </a:lnTo>
                  <a:lnTo>
                    <a:pt x="3988333" y="488531"/>
                  </a:lnTo>
                  <a:lnTo>
                    <a:pt x="3988520" y="479909"/>
                  </a:lnTo>
                  <a:lnTo>
                    <a:pt x="3988707" y="469439"/>
                  </a:lnTo>
                  <a:lnTo>
                    <a:pt x="3988894" y="458977"/>
                  </a:lnTo>
                  <a:lnTo>
                    <a:pt x="3989081" y="447228"/>
                  </a:lnTo>
                  <a:lnTo>
                    <a:pt x="3989268" y="435208"/>
                  </a:lnTo>
                  <a:lnTo>
                    <a:pt x="3989455" y="423511"/>
                  </a:lnTo>
                  <a:lnTo>
                    <a:pt x="3989642" y="411900"/>
                  </a:lnTo>
                  <a:lnTo>
                    <a:pt x="3989829" y="401051"/>
                  </a:lnTo>
                  <a:lnTo>
                    <a:pt x="3990016" y="389595"/>
                  </a:lnTo>
                  <a:lnTo>
                    <a:pt x="3990203" y="377018"/>
                  </a:lnTo>
                  <a:lnTo>
                    <a:pt x="3990390" y="367852"/>
                  </a:lnTo>
                  <a:lnTo>
                    <a:pt x="3990576" y="359617"/>
                  </a:lnTo>
                  <a:lnTo>
                    <a:pt x="3990763" y="353086"/>
                  </a:lnTo>
                  <a:lnTo>
                    <a:pt x="3990950" y="348008"/>
                  </a:lnTo>
                  <a:lnTo>
                    <a:pt x="3991137" y="342896"/>
                  </a:lnTo>
                  <a:lnTo>
                    <a:pt x="3991324" y="339895"/>
                  </a:lnTo>
                  <a:lnTo>
                    <a:pt x="3991511" y="337582"/>
                  </a:lnTo>
                  <a:lnTo>
                    <a:pt x="3991698" y="335529"/>
                  </a:lnTo>
                  <a:lnTo>
                    <a:pt x="3991885" y="334580"/>
                  </a:lnTo>
                  <a:lnTo>
                    <a:pt x="3992072" y="332881"/>
                  </a:lnTo>
                  <a:lnTo>
                    <a:pt x="3992259" y="332121"/>
                  </a:lnTo>
                  <a:lnTo>
                    <a:pt x="3992446" y="332356"/>
                  </a:lnTo>
                  <a:lnTo>
                    <a:pt x="3992633" y="333335"/>
                  </a:lnTo>
                  <a:lnTo>
                    <a:pt x="3992819" y="335752"/>
                  </a:lnTo>
                  <a:lnTo>
                    <a:pt x="3993006" y="338356"/>
                  </a:lnTo>
                  <a:lnTo>
                    <a:pt x="3993193" y="340592"/>
                  </a:lnTo>
                  <a:lnTo>
                    <a:pt x="3993380" y="342237"/>
                  </a:lnTo>
                  <a:lnTo>
                    <a:pt x="3993567" y="344466"/>
                  </a:lnTo>
                  <a:lnTo>
                    <a:pt x="3993754" y="346054"/>
                  </a:lnTo>
                  <a:lnTo>
                    <a:pt x="3993941" y="347931"/>
                  </a:lnTo>
                  <a:lnTo>
                    <a:pt x="3994128" y="350506"/>
                  </a:lnTo>
                  <a:lnTo>
                    <a:pt x="3994315" y="353690"/>
                  </a:lnTo>
                  <a:lnTo>
                    <a:pt x="3994502" y="357999"/>
                  </a:lnTo>
                  <a:lnTo>
                    <a:pt x="3994689" y="362617"/>
                  </a:lnTo>
                  <a:lnTo>
                    <a:pt x="3994876" y="367680"/>
                  </a:lnTo>
                  <a:lnTo>
                    <a:pt x="3995063" y="371834"/>
                  </a:lnTo>
                  <a:lnTo>
                    <a:pt x="3995249" y="374815"/>
                  </a:lnTo>
                  <a:lnTo>
                    <a:pt x="3995436" y="377276"/>
                  </a:lnTo>
                  <a:lnTo>
                    <a:pt x="3995623" y="379339"/>
                  </a:lnTo>
                  <a:lnTo>
                    <a:pt x="3995810" y="381868"/>
                  </a:lnTo>
                  <a:lnTo>
                    <a:pt x="3995997" y="383604"/>
                  </a:lnTo>
                  <a:lnTo>
                    <a:pt x="3996184" y="385529"/>
                  </a:lnTo>
                  <a:lnTo>
                    <a:pt x="3996371" y="386516"/>
                  </a:lnTo>
                  <a:lnTo>
                    <a:pt x="3996558" y="388174"/>
                  </a:lnTo>
                  <a:lnTo>
                    <a:pt x="3996745" y="389372"/>
                  </a:lnTo>
                  <a:lnTo>
                    <a:pt x="3996932" y="392015"/>
                  </a:lnTo>
                  <a:lnTo>
                    <a:pt x="3997119" y="393966"/>
                  </a:lnTo>
                  <a:lnTo>
                    <a:pt x="3997306" y="395291"/>
                  </a:lnTo>
                  <a:lnTo>
                    <a:pt x="3997493" y="395729"/>
                  </a:lnTo>
                  <a:lnTo>
                    <a:pt x="3997679" y="394536"/>
                  </a:lnTo>
                  <a:lnTo>
                    <a:pt x="3997866" y="392142"/>
                  </a:lnTo>
                  <a:lnTo>
                    <a:pt x="3998053" y="388493"/>
                  </a:lnTo>
                  <a:lnTo>
                    <a:pt x="3998240" y="383361"/>
                  </a:lnTo>
                  <a:lnTo>
                    <a:pt x="3998427" y="376982"/>
                  </a:lnTo>
                  <a:lnTo>
                    <a:pt x="3998614" y="369893"/>
                  </a:lnTo>
                  <a:lnTo>
                    <a:pt x="3998801" y="362950"/>
                  </a:lnTo>
                  <a:lnTo>
                    <a:pt x="3998988" y="354600"/>
                  </a:lnTo>
                  <a:lnTo>
                    <a:pt x="3999175" y="346711"/>
                  </a:lnTo>
                  <a:lnTo>
                    <a:pt x="3999362" y="338996"/>
                  </a:lnTo>
                  <a:lnTo>
                    <a:pt x="3999549" y="331044"/>
                  </a:lnTo>
                  <a:lnTo>
                    <a:pt x="3999736" y="323833"/>
                  </a:lnTo>
                  <a:lnTo>
                    <a:pt x="3999922" y="317765"/>
                  </a:lnTo>
                  <a:lnTo>
                    <a:pt x="4000109" y="311412"/>
                  </a:lnTo>
                  <a:lnTo>
                    <a:pt x="4000296" y="304811"/>
                  </a:lnTo>
                  <a:lnTo>
                    <a:pt x="4000483" y="298368"/>
                  </a:lnTo>
                  <a:lnTo>
                    <a:pt x="4000670" y="292029"/>
                  </a:lnTo>
                  <a:lnTo>
                    <a:pt x="4000857" y="285502"/>
                  </a:lnTo>
                  <a:lnTo>
                    <a:pt x="4001044" y="280214"/>
                  </a:lnTo>
                  <a:lnTo>
                    <a:pt x="4001231" y="275182"/>
                  </a:lnTo>
                  <a:lnTo>
                    <a:pt x="4001418" y="270281"/>
                  </a:lnTo>
                  <a:lnTo>
                    <a:pt x="4001605" y="266711"/>
                  </a:lnTo>
                  <a:lnTo>
                    <a:pt x="4001792" y="263596"/>
                  </a:lnTo>
                  <a:lnTo>
                    <a:pt x="4001979" y="261327"/>
                  </a:lnTo>
                  <a:lnTo>
                    <a:pt x="4002166" y="259752"/>
                  </a:lnTo>
                  <a:lnTo>
                    <a:pt x="4002352" y="257584"/>
                  </a:lnTo>
                  <a:lnTo>
                    <a:pt x="4002539" y="254874"/>
                  </a:lnTo>
                  <a:lnTo>
                    <a:pt x="4002726" y="250940"/>
                  </a:lnTo>
                  <a:lnTo>
                    <a:pt x="4002913" y="247652"/>
                  </a:lnTo>
                  <a:lnTo>
                    <a:pt x="4003100" y="245829"/>
                  </a:lnTo>
                  <a:lnTo>
                    <a:pt x="4003287" y="244046"/>
                  </a:lnTo>
                  <a:lnTo>
                    <a:pt x="4003474" y="243628"/>
                  </a:lnTo>
                  <a:lnTo>
                    <a:pt x="4003661" y="245079"/>
                  </a:lnTo>
                  <a:lnTo>
                    <a:pt x="4003848" y="246424"/>
                  </a:lnTo>
                  <a:lnTo>
                    <a:pt x="4004035" y="248377"/>
                  </a:lnTo>
                  <a:lnTo>
                    <a:pt x="4004222" y="251782"/>
                  </a:lnTo>
                  <a:lnTo>
                    <a:pt x="4004409" y="256339"/>
                  </a:lnTo>
                  <a:lnTo>
                    <a:pt x="4004596" y="261456"/>
                  </a:lnTo>
                  <a:lnTo>
                    <a:pt x="4004782" y="268055"/>
                  </a:lnTo>
                  <a:lnTo>
                    <a:pt x="4004969" y="275557"/>
                  </a:lnTo>
                  <a:lnTo>
                    <a:pt x="4005156" y="284010"/>
                  </a:lnTo>
                  <a:lnTo>
                    <a:pt x="4005343" y="293306"/>
                  </a:lnTo>
                  <a:lnTo>
                    <a:pt x="4005530" y="302911"/>
                  </a:lnTo>
                  <a:lnTo>
                    <a:pt x="4005717" y="312438"/>
                  </a:lnTo>
                  <a:lnTo>
                    <a:pt x="4005904" y="320949"/>
                  </a:lnTo>
                  <a:lnTo>
                    <a:pt x="4006091" y="328692"/>
                  </a:lnTo>
                  <a:lnTo>
                    <a:pt x="4006278" y="334778"/>
                  </a:lnTo>
                  <a:lnTo>
                    <a:pt x="4006465" y="340709"/>
                  </a:lnTo>
                  <a:lnTo>
                    <a:pt x="4006652" y="346433"/>
                  </a:lnTo>
                  <a:lnTo>
                    <a:pt x="4006839" y="349181"/>
                  </a:lnTo>
                  <a:lnTo>
                    <a:pt x="4007025" y="351048"/>
                  </a:lnTo>
                  <a:lnTo>
                    <a:pt x="4007212" y="351890"/>
                  </a:lnTo>
                  <a:lnTo>
                    <a:pt x="4007399" y="350009"/>
                  </a:lnTo>
                  <a:lnTo>
                    <a:pt x="4007586" y="347242"/>
                  </a:lnTo>
                  <a:lnTo>
                    <a:pt x="4007773" y="344086"/>
                  </a:lnTo>
                  <a:lnTo>
                    <a:pt x="4007960" y="340965"/>
                  </a:lnTo>
                  <a:lnTo>
                    <a:pt x="4008147" y="337852"/>
                  </a:lnTo>
                  <a:lnTo>
                    <a:pt x="4008334" y="334506"/>
                  </a:lnTo>
                  <a:lnTo>
                    <a:pt x="4008521" y="331534"/>
                  </a:lnTo>
                  <a:lnTo>
                    <a:pt x="4008708" y="326527"/>
                  </a:lnTo>
                  <a:lnTo>
                    <a:pt x="4008895" y="319401"/>
                  </a:lnTo>
                  <a:lnTo>
                    <a:pt x="4009082" y="311335"/>
                  </a:lnTo>
                  <a:lnTo>
                    <a:pt x="4009269" y="302415"/>
                  </a:lnTo>
                  <a:lnTo>
                    <a:pt x="4009455" y="291911"/>
                  </a:lnTo>
                  <a:lnTo>
                    <a:pt x="4009642" y="282086"/>
                  </a:lnTo>
                  <a:lnTo>
                    <a:pt x="4009829" y="272336"/>
                  </a:lnTo>
                  <a:lnTo>
                    <a:pt x="4010016" y="263461"/>
                  </a:lnTo>
                  <a:lnTo>
                    <a:pt x="4010203" y="254311"/>
                  </a:lnTo>
                  <a:lnTo>
                    <a:pt x="4010390" y="244843"/>
                  </a:lnTo>
                  <a:lnTo>
                    <a:pt x="4010577" y="234789"/>
                  </a:lnTo>
                  <a:lnTo>
                    <a:pt x="4010764" y="223165"/>
                  </a:lnTo>
                  <a:lnTo>
                    <a:pt x="4010951" y="211814"/>
                  </a:lnTo>
                  <a:lnTo>
                    <a:pt x="4011138" y="201037"/>
                  </a:lnTo>
                  <a:lnTo>
                    <a:pt x="4011325" y="189702"/>
                  </a:lnTo>
                  <a:lnTo>
                    <a:pt x="4011512" y="179546"/>
                  </a:lnTo>
                  <a:lnTo>
                    <a:pt x="4011698" y="171085"/>
                  </a:lnTo>
                  <a:lnTo>
                    <a:pt x="4011885" y="162846"/>
                  </a:lnTo>
                  <a:lnTo>
                    <a:pt x="4012072" y="155834"/>
                  </a:lnTo>
                  <a:lnTo>
                    <a:pt x="4012259" y="146833"/>
                  </a:lnTo>
                  <a:lnTo>
                    <a:pt x="4012446" y="137642"/>
                  </a:lnTo>
                  <a:lnTo>
                    <a:pt x="4012633" y="127676"/>
                  </a:lnTo>
                  <a:lnTo>
                    <a:pt x="4012820" y="117882"/>
                  </a:lnTo>
                  <a:lnTo>
                    <a:pt x="4013007" y="108247"/>
                  </a:lnTo>
                  <a:lnTo>
                    <a:pt x="4013194" y="100292"/>
                  </a:lnTo>
                  <a:lnTo>
                    <a:pt x="4013381" y="92928"/>
                  </a:lnTo>
                  <a:lnTo>
                    <a:pt x="4013568" y="85413"/>
                  </a:lnTo>
                  <a:lnTo>
                    <a:pt x="4013755" y="76941"/>
                  </a:lnTo>
                  <a:lnTo>
                    <a:pt x="4013942" y="69927"/>
                  </a:lnTo>
                  <a:lnTo>
                    <a:pt x="4014128" y="61659"/>
                  </a:lnTo>
                  <a:lnTo>
                    <a:pt x="4014315" y="52322"/>
                  </a:lnTo>
                  <a:lnTo>
                    <a:pt x="4014502" y="42536"/>
                  </a:lnTo>
                  <a:lnTo>
                    <a:pt x="4014689" y="32046"/>
                  </a:lnTo>
                  <a:lnTo>
                    <a:pt x="4014876" y="21857"/>
                  </a:lnTo>
                  <a:lnTo>
                    <a:pt x="4015063" y="13055"/>
                  </a:lnTo>
                  <a:lnTo>
                    <a:pt x="4015250" y="7680"/>
                  </a:lnTo>
                  <a:lnTo>
                    <a:pt x="4015437" y="5169"/>
                  </a:lnTo>
                  <a:lnTo>
                    <a:pt x="4015624" y="3408"/>
                  </a:lnTo>
                  <a:lnTo>
                    <a:pt x="4015811" y="1924"/>
                  </a:lnTo>
                  <a:lnTo>
                    <a:pt x="4015998" y="755"/>
                  </a:lnTo>
                  <a:lnTo>
                    <a:pt x="4016185" y="0"/>
                  </a:lnTo>
                  <a:lnTo>
                    <a:pt x="4016372" y="410"/>
                  </a:lnTo>
                  <a:lnTo>
                    <a:pt x="4016558" y="3540"/>
                  </a:lnTo>
                  <a:lnTo>
                    <a:pt x="4016745" y="7036"/>
                  </a:lnTo>
                  <a:lnTo>
                    <a:pt x="4016932" y="10804"/>
                  </a:lnTo>
                  <a:lnTo>
                    <a:pt x="4017119" y="15974"/>
                  </a:lnTo>
                  <a:lnTo>
                    <a:pt x="4017306" y="22026"/>
                  </a:lnTo>
                  <a:lnTo>
                    <a:pt x="4017493" y="28320"/>
                  </a:lnTo>
                  <a:lnTo>
                    <a:pt x="4017680" y="33791"/>
                  </a:lnTo>
                  <a:lnTo>
                    <a:pt x="4017867" y="39282"/>
                  </a:lnTo>
                  <a:lnTo>
                    <a:pt x="4018054" y="44506"/>
                  </a:lnTo>
                  <a:lnTo>
                    <a:pt x="4018241" y="48119"/>
                  </a:lnTo>
                  <a:lnTo>
                    <a:pt x="4018428" y="51114"/>
                  </a:lnTo>
                  <a:lnTo>
                    <a:pt x="4018615" y="54055"/>
                  </a:lnTo>
                  <a:lnTo>
                    <a:pt x="4018801" y="59009"/>
                  </a:lnTo>
                  <a:lnTo>
                    <a:pt x="4018988" y="65049"/>
                  </a:lnTo>
                  <a:lnTo>
                    <a:pt x="4019175" y="70847"/>
                  </a:lnTo>
                  <a:lnTo>
                    <a:pt x="4019362" y="74945"/>
                  </a:lnTo>
                  <a:lnTo>
                    <a:pt x="4019549" y="78437"/>
                  </a:lnTo>
                  <a:lnTo>
                    <a:pt x="4019736" y="82246"/>
                  </a:lnTo>
                  <a:lnTo>
                    <a:pt x="4019923" y="85430"/>
                  </a:lnTo>
                  <a:lnTo>
                    <a:pt x="4020110" y="88324"/>
                  </a:lnTo>
                  <a:lnTo>
                    <a:pt x="4020297" y="91754"/>
                  </a:lnTo>
                  <a:lnTo>
                    <a:pt x="4020484" y="97436"/>
                  </a:lnTo>
                  <a:lnTo>
                    <a:pt x="4020671" y="103805"/>
                  </a:lnTo>
                  <a:lnTo>
                    <a:pt x="4020858" y="110824"/>
                  </a:lnTo>
                  <a:lnTo>
                    <a:pt x="4021045" y="118678"/>
                  </a:lnTo>
                  <a:lnTo>
                    <a:pt x="4021231" y="125530"/>
                  </a:lnTo>
                  <a:lnTo>
                    <a:pt x="4021418" y="129946"/>
                  </a:lnTo>
                  <a:lnTo>
                    <a:pt x="4021605" y="132013"/>
                  </a:lnTo>
                  <a:lnTo>
                    <a:pt x="4021792" y="133746"/>
                  </a:lnTo>
                  <a:lnTo>
                    <a:pt x="4021979" y="135725"/>
                  </a:lnTo>
                  <a:lnTo>
                    <a:pt x="4022166" y="138161"/>
                  </a:lnTo>
                  <a:lnTo>
                    <a:pt x="4022353" y="143152"/>
                  </a:lnTo>
                  <a:lnTo>
                    <a:pt x="4022540" y="148717"/>
                  </a:lnTo>
                  <a:lnTo>
                    <a:pt x="4022727" y="156393"/>
                  </a:lnTo>
                  <a:lnTo>
                    <a:pt x="4022914" y="164109"/>
                  </a:lnTo>
                  <a:lnTo>
                    <a:pt x="4023101" y="170802"/>
                  </a:lnTo>
                  <a:lnTo>
                    <a:pt x="4023288" y="174424"/>
                  </a:lnTo>
                  <a:lnTo>
                    <a:pt x="4023475" y="175281"/>
                  </a:lnTo>
                  <a:lnTo>
                    <a:pt x="4023661" y="173997"/>
                  </a:lnTo>
                  <a:lnTo>
                    <a:pt x="4023848" y="171872"/>
                  </a:lnTo>
                  <a:lnTo>
                    <a:pt x="4024035" y="170497"/>
                  </a:lnTo>
                  <a:lnTo>
                    <a:pt x="4024222" y="169925"/>
                  </a:lnTo>
                  <a:lnTo>
                    <a:pt x="4024409" y="171001"/>
                  </a:lnTo>
                  <a:lnTo>
                    <a:pt x="4024596" y="171062"/>
                  </a:lnTo>
                  <a:lnTo>
                    <a:pt x="4024783" y="169914"/>
                  </a:lnTo>
                  <a:lnTo>
                    <a:pt x="4024970" y="167271"/>
                  </a:lnTo>
                  <a:lnTo>
                    <a:pt x="4025157" y="164455"/>
                  </a:lnTo>
                  <a:lnTo>
                    <a:pt x="4025344" y="161126"/>
                  </a:lnTo>
                  <a:lnTo>
                    <a:pt x="4025531" y="155949"/>
                  </a:lnTo>
                  <a:lnTo>
                    <a:pt x="4025718" y="151895"/>
                  </a:lnTo>
                  <a:lnTo>
                    <a:pt x="4025904" y="150068"/>
                  </a:lnTo>
                  <a:lnTo>
                    <a:pt x="4026091" y="151454"/>
                  </a:lnTo>
                  <a:lnTo>
                    <a:pt x="4026278" y="152680"/>
                  </a:lnTo>
                  <a:lnTo>
                    <a:pt x="4026465" y="156340"/>
                  </a:lnTo>
                  <a:lnTo>
                    <a:pt x="4026652" y="160715"/>
                  </a:lnTo>
                  <a:lnTo>
                    <a:pt x="4026839" y="165818"/>
                  </a:lnTo>
                  <a:lnTo>
                    <a:pt x="4027026" y="171851"/>
                  </a:lnTo>
                  <a:lnTo>
                    <a:pt x="4027213" y="177424"/>
                  </a:lnTo>
                  <a:lnTo>
                    <a:pt x="4027400" y="184590"/>
                  </a:lnTo>
                  <a:lnTo>
                    <a:pt x="4027587" y="194096"/>
                  </a:lnTo>
                  <a:lnTo>
                    <a:pt x="4027774" y="202954"/>
                  </a:lnTo>
                  <a:lnTo>
                    <a:pt x="4027961" y="212475"/>
                  </a:lnTo>
                  <a:lnTo>
                    <a:pt x="4028148" y="220668"/>
                  </a:lnTo>
                  <a:lnTo>
                    <a:pt x="4028334" y="229240"/>
                  </a:lnTo>
                  <a:lnTo>
                    <a:pt x="4028521" y="236899"/>
                  </a:lnTo>
                  <a:lnTo>
                    <a:pt x="4028708" y="244351"/>
                  </a:lnTo>
                  <a:lnTo>
                    <a:pt x="4028895" y="252000"/>
                  </a:lnTo>
                  <a:lnTo>
                    <a:pt x="4029082" y="259352"/>
                  </a:lnTo>
                  <a:lnTo>
                    <a:pt x="4029269" y="265353"/>
                  </a:lnTo>
                  <a:lnTo>
                    <a:pt x="4029456" y="272448"/>
                  </a:lnTo>
                  <a:lnTo>
                    <a:pt x="4029643" y="279129"/>
                  </a:lnTo>
                  <a:lnTo>
                    <a:pt x="4029830" y="284852"/>
                  </a:lnTo>
                  <a:lnTo>
                    <a:pt x="4030017" y="290121"/>
                  </a:lnTo>
                  <a:lnTo>
                    <a:pt x="4030204" y="294292"/>
                  </a:lnTo>
                  <a:lnTo>
                    <a:pt x="4030391" y="297173"/>
                  </a:lnTo>
                  <a:lnTo>
                    <a:pt x="4030577" y="299644"/>
                  </a:lnTo>
                  <a:lnTo>
                    <a:pt x="4030764" y="302481"/>
                  </a:lnTo>
                  <a:lnTo>
                    <a:pt x="4030951" y="305130"/>
                  </a:lnTo>
                  <a:lnTo>
                    <a:pt x="4031138" y="307632"/>
                  </a:lnTo>
                  <a:lnTo>
                    <a:pt x="4031325" y="309639"/>
                  </a:lnTo>
                  <a:lnTo>
                    <a:pt x="4031512" y="309664"/>
                  </a:lnTo>
                  <a:lnTo>
                    <a:pt x="4031699" y="308625"/>
                  </a:lnTo>
                  <a:lnTo>
                    <a:pt x="4031886" y="306923"/>
                  </a:lnTo>
                  <a:lnTo>
                    <a:pt x="4032073" y="304534"/>
                  </a:lnTo>
                  <a:lnTo>
                    <a:pt x="4032260" y="301467"/>
                  </a:lnTo>
                  <a:lnTo>
                    <a:pt x="4032447" y="299034"/>
                  </a:lnTo>
                  <a:lnTo>
                    <a:pt x="4032634" y="297528"/>
                  </a:lnTo>
                  <a:lnTo>
                    <a:pt x="4032821" y="296053"/>
                  </a:lnTo>
                  <a:lnTo>
                    <a:pt x="4033007" y="294927"/>
                  </a:lnTo>
                  <a:lnTo>
                    <a:pt x="4033194" y="294004"/>
                  </a:lnTo>
                  <a:lnTo>
                    <a:pt x="4033381" y="293064"/>
                  </a:lnTo>
                  <a:lnTo>
                    <a:pt x="4033568" y="292224"/>
                  </a:lnTo>
                  <a:lnTo>
                    <a:pt x="4033755" y="291807"/>
                  </a:lnTo>
                  <a:lnTo>
                    <a:pt x="4033942" y="291189"/>
                  </a:lnTo>
                  <a:lnTo>
                    <a:pt x="4034129" y="291456"/>
                  </a:lnTo>
                  <a:lnTo>
                    <a:pt x="4034316" y="290693"/>
                  </a:lnTo>
                  <a:lnTo>
                    <a:pt x="4034503" y="290888"/>
                  </a:lnTo>
                  <a:lnTo>
                    <a:pt x="4034690" y="291096"/>
                  </a:lnTo>
                  <a:lnTo>
                    <a:pt x="4034877" y="292979"/>
                  </a:lnTo>
                  <a:lnTo>
                    <a:pt x="4035064" y="296964"/>
                  </a:lnTo>
                  <a:lnTo>
                    <a:pt x="4035251" y="301780"/>
                  </a:lnTo>
                  <a:lnTo>
                    <a:pt x="4035437" y="307947"/>
                  </a:lnTo>
                  <a:lnTo>
                    <a:pt x="4035624" y="314974"/>
                  </a:lnTo>
                  <a:lnTo>
                    <a:pt x="4035811" y="322926"/>
                  </a:lnTo>
                  <a:lnTo>
                    <a:pt x="4035998" y="332194"/>
                  </a:lnTo>
                  <a:lnTo>
                    <a:pt x="4036185" y="340337"/>
                  </a:lnTo>
                  <a:lnTo>
                    <a:pt x="4036372" y="349769"/>
                  </a:lnTo>
                  <a:lnTo>
                    <a:pt x="4036559" y="358321"/>
                  </a:lnTo>
                  <a:lnTo>
                    <a:pt x="4036746" y="366683"/>
                  </a:lnTo>
                  <a:lnTo>
                    <a:pt x="4036933" y="376072"/>
                  </a:lnTo>
                  <a:lnTo>
                    <a:pt x="4037120" y="383874"/>
                  </a:lnTo>
                  <a:lnTo>
                    <a:pt x="4037307" y="390362"/>
                  </a:lnTo>
                  <a:lnTo>
                    <a:pt x="4037494" y="395859"/>
                  </a:lnTo>
                  <a:lnTo>
                    <a:pt x="4037680" y="400718"/>
                  </a:lnTo>
                  <a:lnTo>
                    <a:pt x="4037867" y="404923"/>
                  </a:lnTo>
                  <a:lnTo>
                    <a:pt x="4038054" y="408561"/>
                  </a:lnTo>
                  <a:lnTo>
                    <a:pt x="4038241" y="412129"/>
                  </a:lnTo>
                  <a:lnTo>
                    <a:pt x="4038428" y="414978"/>
                  </a:lnTo>
                  <a:lnTo>
                    <a:pt x="4038615" y="418192"/>
                  </a:lnTo>
                  <a:lnTo>
                    <a:pt x="4038802" y="421664"/>
                  </a:lnTo>
                  <a:lnTo>
                    <a:pt x="4038989" y="424724"/>
                  </a:lnTo>
                  <a:lnTo>
                    <a:pt x="4039176" y="428568"/>
                  </a:lnTo>
                  <a:lnTo>
                    <a:pt x="4039363" y="432502"/>
                  </a:lnTo>
                  <a:lnTo>
                    <a:pt x="4039550" y="436120"/>
                  </a:lnTo>
                  <a:lnTo>
                    <a:pt x="4039737" y="440591"/>
                  </a:lnTo>
                  <a:lnTo>
                    <a:pt x="4039924" y="445557"/>
                  </a:lnTo>
                  <a:lnTo>
                    <a:pt x="4040110" y="451672"/>
                  </a:lnTo>
                  <a:lnTo>
                    <a:pt x="4040297" y="457487"/>
                  </a:lnTo>
                  <a:lnTo>
                    <a:pt x="4040484" y="464340"/>
                  </a:lnTo>
                  <a:lnTo>
                    <a:pt x="4040671" y="471074"/>
                  </a:lnTo>
                  <a:lnTo>
                    <a:pt x="4040858" y="478453"/>
                  </a:lnTo>
                  <a:lnTo>
                    <a:pt x="4041045" y="486413"/>
                  </a:lnTo>
                  <a:lnTo>
                    <a:pt x="4041232" y="495824"/>
                  </a:lnTo>
                  <a:lnTo>
                    <a:pt x="4041419" y="505561"/>
                  </a:lnTo>
                  <a:lnTo>
                    <a:pt x="4041606" y="515226"/>
                  </a:lnTo>
                  <a:lnTo>
                    <a:pt x="4041793" y="524639"/>
                  </a:lnTo>
                  <a:lnTo>
                    <a:pt x="4041980" y="534744"/>
                  </a:lnTo>
                  <a:lnTo>
                    <a:pt x="4042167" y="544951"/>
                  </a:lnTo>
                  <a:lnTo>
                    <a:pt x="4042354" y="555318"/>
                  </a:lnTo>
                  <a:lnTo>
                    <a:pt x="4042540" y="566428"/>
                  </a:lnTo>
                  <a:lnTo>
                    <a:pt x="4042727" y="578210"/>
                  </a:lnTo>
                  <a:lnTo>
                    <a:pt x="4042914" y="590420"/>
                  </a:lnTo>
                  <a:lnTo>
                    <a:pt x="4043101" y="603327"/>
                  </a:lnTo>
                  <a:lnTo>
                    <a:pt x="4043288" y="617491"/>
                  </a:lnTo>
                  <a:lnTo>
                    <a:pt x="4043475" y="631980"/>
                  </a:lnTo>
                  <a:lnTo>
                    <a:pt x="4043662" y="648444"/>
                  </a:lnTo>
                  <a:lnTo>
                    <a:pt x="4043849" y="663987"/>
                  </a:lnTo>
                  <a:lnTo>
                    <a:pt x="4044036" y="678988"/>
                  </a:lnTo>
                  <a:lnTo>
                    <a:pt x="4044223" y="692920"/>
                  </a:lnTo>
                  <a:lnTo>
                    <a:pt x="4044410" y="706685"/>
                  </a:lnTo>
                  <a:lnTo>
                    <a:pt x="4044597" y="720378"/>
                  </a:lnTo>
                  <a:lnTo>
                    <a:pt x="4044783" y="735485"/>
                  </a:lnTo>
                  <a:lnTo>
                    <a:pt x="4044970" y="750137"/>
                  </a:lnTo>
                  <a:lnTo>
                    <a:pt x="4045157" y="764113"/>
                  </a:lnTo>
                  <a:lnTo>
                    <a:pt x="4045344" y="776711"/>
                  </a:lnTo>
                  <a:lnTo>
                    <a:pt x="4045531" y="788269"/>
                  </a:lnTo>
                  <a:lnTo>
                    <a:pt x="4045718" y="799202"/>
                  </a:lnTo>
                  <a:lnTo>
                    <a:pt x="4045905" y="808833"/>
                  </a:lnTo>
                  <a:lnTo>
                    <a:pt x="4046092" y="819325"/>
                  </a:lnTo>
                  <a:lnTo>
                    <a:pt x="4046279" y="830471"/>
                  </a:lnTo>
                  <a:lnTo>
                    <a:pt x="4046466" y="841137"/>
                  </a:lnTo>
                  <a:lnTo>
                    <a:pt x="4046653" y="851147"/>
                  </a:lnTo>
                  <a:lnTo>
                    <a:pt x="4046840" y="862012"/>
                  </a:lnTo>
                  <a:lnTo>
                    <a:pt x="4047027" y="872371"/>
                  </a:lnTo>
                  <a:lnTo>
                    <a:pt x="4047213" y="881567"/>
                  </a:lnTo>
                  <a:lnTo>
                    <a:pt x="4047400" y="889916"/>
                  </a:lnTo>
                  <a:lnTo>
                    <a:pt x="4047587" y="898876"/>
                  </a:lnTo>
                  <a:lnTo>
                    <a:pt x="4047774" y="908748"/>
                  </a:lnTo>
                  <a:lnTo>
                    <a:pt x="4047961" y="918567"/>
                  </a:lnTo>
                  <a:lnTo>
                    <a:pt x="4048148" y="930404"/>
                  </a:lnTo>
                  <a:lnTo>
                    <a:pt x="4048335" y="942356"/>
                  </a:lnTo>
                  <a:lnTo>
                    <a:pt x="4048522" y="953261"/>
                  </a:lnTo>
                  <a:lnTo>
                    <a:pt x="4048709" y="965210"/>
                  </a:lnTo>
                  <a:lnTo>
                    <a:pt x="4048896" y="975911"/>
                  </a:lnTo>
                  <a:lnTo>
                    <a:pt x="4049083" y="986905"/>
                  </a:lnTo>
                  <a:lnTo>
                    <a:pt x="4049270" y="998149"/>
                  </a:lnTo>
                  <a:lnTo>
                    <a:pt x="4049456" y="1009068"/>
                  </a:lnTo>
                  <a:lnTo>
                    <a:pt x="4049643" y="1022309"/>
                  </a:lnTo>
                  <a:lnTo>
                    <a:pt x="4049830" y="1035170"/>
                  </a:lnTo>
                  <a:lnTo>
                    <a:pt x="4050017" y="1048918"/>
                  </a:lnTo>
                  <a:lnTo>
                    <a:pt x="4050204" y="1063363"/>
                  </a:lnTo>
                  <a:lnTo>
                    <a:pt x="4050391" y="1077789"/>
                  </a:lnTo>
                  <a:lnTo>
                    <a:pt x="4050578" y="1089806"/>
                  </a:lnTo>
                  <a:lnTo>
                    <a:pt x="4050765" y="1099689"/>
                  </a:lnTo>
                  <a:lnTo>
                    <a:pt x="4050952" y="1108255"/>
                  </a:lnTo>
                  <a:lnTo>
                    <a:pt x="4051139" y="1116392"/>
                  </a:lnTo>
                  <a:lnTo>
                    <a:pt x="4051326" y="1122130"/>
                  </a:lnTo>
                  <a:lnTo>
                    <a:pt x="4051513" y="1128605"/>
                  </a:lnTo>
                  <a:lnTo>
                    <a:pt x="4051700" y="1135615"/>
                  </a:lnTo>
                  <a:lnTo>
                    <a:pt x="4051886" y="1141388"/>
                  </a:lnTo>
                  <a:lnTo>
                    <a:pt x="4052073" y="1148981"/>
                  </a:lnTo>
                  <a:lnTo>
                    <a:pt x="4052260" y="1156037"/>
                  </a:lnTo>
                  <a:lnTo>
                    <a:pt x="4052447" y="1163150"/>
                  </a:lnTo>
                  <a:lnTo>
                    <a:pt x="4052634" y="1168939"/>
                  </a:lnTo>
                  <a:lnTo>
                    <a:pt x="4052821" y="1174492"/>
                  </a:lnTo>
                  <a:lnTo>
                    <a:pt x="4053008" y="1179564"/>
                  </a:lnTo>
                  <a:lnTo>
                    <a:pt x="4053195" y="1184156"/>
                  </a:lnTo>
                  <a:lnTo>
                    <a:pt x="4053382" y="1189361"/>
                  </a:lnTo>
                  <a:lnTo>
                    <a:pt x="4053569" y="1194315"/>
                  </a:lnTo>
                  <a:lnTo>
                    <a:pt x="4053756" y="1198809"/>
                  </a:lnTo>
                  <a:lnTo>
                    <a:pt x="4053943" y="1201297"/>
                  </a:lnTo>
                  <a:lnTo>
                    <a:pt x="4054130" y="1203269"/>
                  </a:lnTo>
                  <a:lnTo>
                    <a:pt x="4054316" y="1204599"/>
                  </a:lnTo>
                  <a:lnTo>
                    <a:pt x="4054503" y="1204850"/>
                  </a:lnTo>
                  <a:lnTo>
                    <a:pt x="4054690" y="1204328"/>
                  </a:lnTo>
                  <a:lnTo>
                    <a:pt x="4054877" y="1204147"/>
                  </a:lnTo>
                  <a:lnTo>
                    <a:pt x="4055064" y="1202937"/>
                  </a:lnTo>
                  <a:lnTo>
                    <a:pt x="4055251" y="1200702"/>
                  </a:lnTo>
                  <a:lnTo>
                    <a:pt x="4055438" y="1197979"/>
                  </a:lnTo>
                  <a:lnTo>
                    <a:pt x="4055625" y="1195148"/>
                  </a:lnTo>
                  <a:lnTo>
                    <a:pt x="4055812" y="1191156"/>
                  </a:lnTo>
                  <a:lnTo>
                    <a:pt x="4055999" y="1186560"/>
                  </a:lnTo>
                  <a:lnTo>
                    <a:pt x="4056186" y="1181706"/>
                  </a:lnTo>
                  <a:lnTo>
                    <a:pt x="4056373" y="1174709"/>
                  </a:lnTo>
                  <a:lnTo>
                    <a:pt x="4056559" y="1167225"/>
                  </a:lnTo>
                  <a:lnTo>
                    <a:pt x="4056746" y="1160851"/>
                  </a:lnTo>
                  <a:lnTo>
                    <a:pt x="4056933" y="1154534"/>
                  </a:lnTo>
                  <a:lnTo>
                    <a:pt x="4057120" y="1148351"/>
                  </a:lnTo>
                  <a:lnTo>
                    <a:pt x="4057307" y="1141732"/>
                  </a:lnTo>
                  <a:lnTo>
                    <a:pt x="4057494" y="1135105"/>
                  </a:lnTo>
                  <a:lnTo>
                    <a:pt x="4057681" y="1127704"/>
                  </a:lnTo>
                  <a:lnTo>
                    <a:pt x="4057868" y="1119357"/>
                  </a:lnTo>
                  <a:lnTo>
                    <a:pt x="4058055" y="1110680"/>
                  </a:lnTo>
                  <a:lnTo>
                    <a:pt x="4058242" y="1101127"/>
                  </a:lnTo>
                  <a:lnTo>
                    <a:pt x="4058429" y="1090970"/>
                  </a:lnTo>
                  <a:lnTo>
                    <a:pt x="4058616" y="1081560"/>
                  </a:lnTo>
                  <a:lnTo>
                    <a:pt x="4058803" y="1073602"/>
                  </a:lnTo>
                  <a:lnTo>
                    <a:pt x="4058989" y="1066708"/>
                  </a:lnTo>
                  <a:lnTo>
                    <a:pt x="4059176" y="1060949"/>
                  </a:lnTo>
                  <a:lnTo>
                    <a:pt x="4059363" y="1055757"/>
                  </a:lnTo>
                  <a:lnTo>
                    <a:pt x="4059550" y="1051352"/>
                  </a:lnTo>
                  <a:lnTo>
                    <a:pt x="4059737" y="1045113"/>
                  </a:lnTo>
                  <a:lnTo>
                    <a:pt x="4059924" y="1039921"/>
                  </a:lnTo>
                  <a:lnTo>
                    <a:pt x="4060111" y="1034437"/>
                  </a:lnTo>
                  <a:lnTo>
                    <a:pt x="4060298" y="1029871"/>
                  </a:lnTo>
                  <a:lnTo>
                    <a:pt x="4060485" y="1027485"/>
                  </a:lnTo>
                  <a:lnTo>
                    <a:pt x="4060672" y="1027787"/>
                  </a:lnTo>
                  <a:lnTo>
                    <a:pt x="4060859" y="1031605"/>
                  </a:lnTo>
                  <a:lnTo>
                    <a:pt x="4061046" y="1036675"/>
                  </a:lnTo>
                  <a:lnTo>
                    <a:pt x="4061233" y="1043495"/>
                  </a:lnTo>
                  <a:lnTo>
                    <a:pt x="4061419" y="1050488"/>
                  </a:lnTo>
                  <a:lnTo>
                    <a:pt x="4061606" y="1058533"/>
                  </a:lnTo>
                  <a:lnTo>
                    <a:pt x="4061793" y="1064931"/>
                  </a:lnTo>
                  <a:lnTo>
                    <a:pt x="4061980" y="1072448"/>
                  </a:lnTo>
                  <a:lnTo>
                    <a:pt x="4062167" y="1081114"/>
                  </a:lnTo>
                  <a:lnTo>
                    <a:pt x="4062354" y="1090967"/>
                  </a:lnTo>
                  <a:lnTo>
                    <a:pt x="4062541" y="1100993"/>
                  </a:lnTo>
                  <a:lnTo>
                    <a:pt x="4062728" y="1111059"/>
                  </a:lnTo>
                  <a:lnTo>
                    <a:pt x="4062915" y="1122206"/>
                  </a:lnTo>
                  <a:lnTo>
                    <a:pt x="4063102" y="1132297"/>
                  </a:lnTo>
                  <a:lnTo>
                    <a:pt x="4063289" y="1140742"/>
                  </a:lnTo>
                  <a:lnTo>
                    <a:pt x="4063476" y="1147247"/>
                  </a:lnTo>
                  <a:lnTo>
                    <a:pt x="4063662" y="1151366"/>
                  </a:lnTo>
                  <a:lnTo>
                    <a:pt x="4063849" y="1154068"/>
                  </a:lnTo>
                  <a:lnTo>
                    <a:pt x="4064036" y="1153067"/>
                  </a:lnTo>
                  <a:lnTo>
                    <a:pt x="4064223" y="1151709"/>
                  </a:lnTo>
                  <a:lnTo>
                    <a:pt x="4064410" y="1149764"/>
                  </a:lnTo>
                  <a:lnTo>
                    <a:pt x="4064597" y="1147667"/>
                  </a:lnTo>
                  <a:lnTo>
                    <a:pt x="4064784" y="1144593"/>
                  </a:lnTo>
                  <a:lnTo>
                    <a:pt x="4064971" y="1140536"/>
                  </a:lnTo>
                  <a:lnTo>
                    <a:pt x="4065158" y="1135287"/>
                  </a:lnTo>
                  <a:lnTo>
                    <a:pt x="4065345" y="1129779"/>
                  </a:lnTo>
                  <a:lnTo>
                    <a:pt x="4065532" y="1124799"/>
                  </a:lnTo>
                  <a:lnTo>
                    <a:pt x="4065719" y="1120342"/>
                  </a:lnTo>
                  <a:lnTo>
                    <a:pt x="4065906" y="1116227"/>
                  </a:lnTo>
                  <a:lnTo>
                    <a:pt x="4066092" y="1113909"/>
                  </a:lnTo>
                  <a:lnTo>
                    <a:pt x="4066279" y="1110931"/>
                  </a:lnTo>
                  <a:lnTo>
                    <a:pt x="4066466" y="1107155"/>
                  </a:lnTo>
                  <a:lnTo>
                    <a:pt x="4066653" y="1104050"/>
                  </a:lnTo>
                  <a:lnTo>
                    <a:pt x="4066840" y="1101099"/>
                  </a:lnTo>
                  <a:lnTo>
                    <a:pt x="4067027" y="1096663"/>
                  </a:lnTo>
                  <a:lnTo>
                    <a:pt x="4067214" y="1092049"/>
                  </a:lnTo>
                  <a:lnTo>
                    <a:pt x="4067401" y="1085329"/>
                  </a:lnTo>
                  <a:lnTo>
                    <a:pt x="4067588" y="1077382"/>
                  </a:lnTo>
                  <a:lnTo>
                    <a:pt x="4067775" y="1067880"/>
                  </a:lnTo>
                  <a:lnTo>
                    <a:pt x="4067962" y="1057546"/>
                  </a:lnTo>
                  <a:lnTo>
                    <a:pt x="4068149" y="1046807"/>
                  </a:lnTo>
                  <a:lnTo>
                    <a:pt x="4068335" y="1036613"/>
                  </a:lnTo>
                  <a:lnTo>
                    <a:pt x="4068522" y="1025170"/>
                  </a:lnTo>
                  <a:lnTo>
                    <a:pt x="4068709" y="1013617"/>
                  </a:lnTo>
                  <a:lnTo>
                    <a:pt x="4068896" y="999343"/>
                  </a:lnTo>
                  <a:lnTo>
                    <a:pt x="4069083" y="984321"/>
                  </a:lnTo>
                  <a:lnTo>
                    <a:pt x="4069270" y="970893"/>
                  </a:lnTo>
                  <a:lnTo>
                    <a:pt x="4069457" y="957005"/>
                  </a:lnTo>
                  <a:lnTo>
                    <a:pt x="4069644" y="944463"/>
                  </a:lnTo>
                  <a:lnTo>
                    <a:pt x="4069831" y="933096"/>
                  </a:lnTo>
                  <a:lnTo>
                    <a:pt x="4070018" y="923167"/>
                  </a:lnTo>
                  <a:lnTo>
                    <a:pt x="4070205" y="914902"/>
                  </a:lnTo>
                  <a:lnTo>
                    <a:pt x="4070392" y="907653"/>
                  </a:lnTo>
                  <a:lnTo>
                    <a:pt x="4070579" y="899930"/>
                  </a:lnTo>
                  <a:lnTo>
                    <a:pt x="4070765" y="893291"/>
                  </a:lnTo>
                  <a:lnTo>
                    <a:pt x="4070952" y="887688"/>
                  </a:lnTo>
                  <a:lnTo>
                    <a:pt x="4071139" y="881697"/>
                  </a:lnTo>
                  <a:lnTo>
                    <a:pt x="4071326" y="876199"/>
                  </a:lnTo>
                  <a:lnTo>
                    <a:pt x="4071513" y="870530"/>
                  </a:lnTo>
                  <a:lnTo>
                    <a:pt x="4071700" y="865632"/>
                  </a:lnTo>
                  <a:lnTo>
                    <a:pt x="4071887" y="860574"/>
                  </a:lnTo>
                  <a:lnTo>
                    <a:pt x="4072074" y="856485"/>
                  </a:lnTo>
                  <a:lnTo>
                    <a:pt x="4072261" y="851155"/>
                  </a:lnTo>
                  <a:lnTo>
                    <a:pt x="4072448" y="844800"/>
                  </a:lnTo>
                  <a:lnTo>
                    <a:pt x="4072635" y="839536"/>
                  </a:lnTo>
                  <a:lnTo>
                    <a:pt x="4072822" y="832925"/>
                  </a:lnTo>
                  <a:lnTo>
                    <a:pt x="4073009" y="826610"/>
                  </a:lnTo>
                  <a:lnTo>
                    <a:pt x="4073195" y="819424"/>
                  </a:lnTo>
                  <a:lnTo>
                    <a:pt x="4073382" y="812568"/>
                  </a:lnTo>
                  <a:lnTo>
                    <a:pt x="4073569" y="805115"/>
                  </a:lnTo>
                  <a:lnTo>
                    <a:pt x="4073756" y="796627"/>
                  </a:lnTo>
                  <a:lnTo>
                    <a:pt x="4073943" y="790392"/>
                  </a:lnTo>
                  <a:lnTo>
                    <a:pt x="4074130" y="783917"/>
                  </a:lnTo>
                  <a:lnTo>
                    <a:pt x="4074317" y="777934"/>
                  </a:lnTo>
                  <a:lnTo>
                    <a:pt x="4074504" y="772509"/>
                  </a:lnTo>
                  <a:lnTo>
                    <a:pt x="4074691" y="767767"/>
                  </a:lnTo>
                  <a:lnTo>
                    <a:pt x="4074878" y="765228"/>
                  </a:lnTo>
                  <a:lnTo>
                    <a:pt x="4075065" y="763359"/>
                  </a:lnTo>
                  <a:lnTo>
                    <a:pt x="4075252" y="762261"/>
                  </a:lnTo>
                  <a:lnTo>
                    <a:pt x="4075438" y="762045"/>
                  </a:lnTo>
                  <a:lnTo>
                    <a:pt x="4075625" y="761570"/>
                  </a:lnTo>
                  <a:lnTo>
                    <a:pt x="4075812" y="760969"/>
                  </a:lnTo>
                  <a:lnTo>
                    <a:pt x="4075999" y="760108"/>
                  </a:lnTo>
                  <a:lnTo>
                    <a:pt x="4076186" y="759452"/>
                  </a:lnTo>
                  <a:lnTo>
                    <a:pt x="4076373" y="758360"/>
                  </a:lnTo>
                  <a:lnTo>
                    <a:pt x="4076560" y="756376"/>
                  </a:lnTo>
                  <a:lnTo>
                    <a:pt x="4076747" y="753787"/>
                  </a:lnTo>
                  <a:lnTo>
                    <a:pt x="4076934" y="751100"/>
                  </a:lnTo>
                  <a:lnTo>
                    <a:pt x="4077121" y="748054"/>
                  </a:lnTo>
                  <a:lnTo>
                    <a:pt x="4077308" y="744684"/>
                  </a:lnTo>
                  <a:lnTo>
                    <a:pt x="4077495" y="741227"/>
                  </a:lnTo>
                  <a:lnTo>
                    <a:pt x="4077682" y="738867"/>
                  </a:lnTo>
                  <a:lnTo>
                    <a:pt x="4077868" y="735840"/>
                  </a:lnTo>
                  <a:lnTo>
                    <a:pt x="4078055" y="733759"/>
                  </a:lnTo>
                  <a:lnTo>
                    <a:pt x="4078242" y="731417"/>
                  </a:lnTo>
                  <a:lnTo>
                    <a:pt x="4078429" y="728845"/>
                  </a:lnTo>
                  <a:lnTo>
                    <a:pt x="4078616" y="725757"/>
                  </a:lnTo>
                  <a:lnTo>
                    <a:pt x="4078803" y="721809"/>
                  </a:lnTo>
                  <a:lnTo>
                    <a:pt x="4078990" y="717408"/>
                  </a:lnTo>
                  <a:lnTo>
                    <a:pt x="4079177" y="712580"/>
                  </a:lnTo>
                  <a:lnTo>
                    <a:pt x="4079364" y="707549"/>
                  </a:lnTo>
                  <a:lnTo>
                    <a:pt x="4079551" y="702716"/>
                  </a:lnTo>
                  <a:lnTo>
                    <a:pt x="4079738" y="698081"/>
                  </a:lnTo>
                  <a:lnTo>
                    <a:pt x="4079925" y="693337"/>
                  </a:lnTo>
                  <a:lnTo>
                    <a:pt x="4080112" y="689640"/>
                  </a:lnTo>
                  <a:lnTo>
                    <a:pt x="4080298" y="685857"/>
                  </a:lnTo>
                  <a:lnTo>
                    <a:pt x="4080485" y="681843"/>
                  </a:lnTo>
                  <a:lnTo>
                    <a:pt x="4080672" y="677020"/>
                  </a:lnTo>
                  <a:lnTo>
                    <a:pt x="4080859" y="673934"/>
                  </a:lnTo>
                  <a:lnTo>
                    <a:pt x="4081046" y="668685"/>
                  </a:lnTo>
                  <a:lnTo>
                    <a:pt x="4081233" y="663768"/>
                  </a:lnTo>
                  <a:lnTo>
                    <a:pt x="4081420" y="659123"/>
                  </a:lnTo>
                  <a:lnTo>
                    <a:pt x="4081607" y="654621"/>
                  </a:lnTo>
                  <a:lnTo>
                    <a:pt x="4081794" y="650283"/>
                  </a:lnTo>
                  <a:lnTo>
                    <a:pt x="4081981" y="646561"/>
                  </a:lnTo>
                  <a:lnTo>
                    <a:pt x="4082168" y="642344"/>
                  </a:lnTo>
                  <a:lnTo>
                    <a:pt x="4082355" y="637887"/>
                  </a:lnTo>
                  <a:lnTo>
                    <a:pt x="4082541" y="633612"/>
                  </a:lnTo>
                  <a:lnTo>
                    <a:pt x="4082728" y="629950"/>
                  </a:lnTo>
                  <a:lnTo>
                    <a:pt x="4082915" y="626549"/>
                  </a:lnTo>
                  <a:lnTo>
                    <a:pt x="4083102" y="622724"/>
                  </a:lnTo>
                  <a:lnTo>
                    <a:pt x="4083289" y="619056"/>
                  </a:lnTo>
                  <a:lnTo>
                    <a:pt x="4083476" y="615625"/>
                  </a:lnTo>
                  <a:lnTo>
                    <a:pt x="4083663" y="612010"/>
                  </a:lnTo>
                  <a:lnTo>
                    <a:pt x="4083850" y="609223"/>
                  </a:lnTo>
                  <a:lnTo>
                    <a:pt x="4084037" y="606549"/>
                  </a:lnTo>
                  <a:lnTo>
                    <a:pt x="4084224" y="603863"/>
                  </a:lnTo>
                  <a:lnTo>
                    <a:pt x="4084411" y="600558"/>
                  </a:lnTo>
                  <a:lnTo>
                    <a:pt x="4084598" y="597483"/>
                  </a:lnTo>
                  <a:lnTo>
                    <a:pt x="4084785" y="594682"/>
                  </a:lnTo>
                  <a:lnTo>
                    <a:pt x="4084971" y="591717"/>
                  </a:lnTo>
                  <a:lnTo>
                    <a:pt x="4085158" y="588359"/>
                  </a:lnTo>
                  <a:lnTo>
                    <a:pt x="4085345" y="584032"/>
                  </a:lnTo>
                  <a:lnTo>
                    <a:pt x="4085532" y="579034"/>
                  </a:lnTo>
                  <a:lnTo>
                    <a:pt x="4085719" y="573595"/>
                  </a:lnTo>
                  <a:lnTo>
                    <a:pt x="4085906" y="569368"/>
                  </a:lnTo>
                  <a:lnTo>
                    <a:pt x="4086093" y="565145"/>
                  </a:lnTo>
                  <a:lnTo>
                    <a:pt x="4086280" y="562802"/>
                  </a:lnTo>
                  <a:lnTo>
                    <a:pt x="4086467" y="560920"/>
                  </a:lnTo>
                  <a:lnTo>
                    <a:pt x="4086654" y="559588"/>
                  </a:lnTo>
                  <a:lnTo>
                    <a:pt x="4086841" y="558369"/>
                  </a:lnTo>
                  <a:lnTo>
                    <a:pt x="4087028" y="558791"/>
                  </a:lnTo>
                  <a:lnTo>
                    <a:pt x="4087214" y="559846"/>
                  </a:lnTo>
                  <a:lnTo>
                    <a:pt x="4087401" y="561188"/>
                  </a:lnTo>
                  <a:lnTo>
                    <a:pt x="4087588" y="561939"/>
                  </a:lnTo>
                  <a:lnTo>
                    <a:pt x="4087775" y="563205"/>
                  </a:lnTo>
                  <a:lnTo>
                    <a:pt x="4087962" y="565850"/>
                  </a:lnTo>
                  <a:lnTo>
                    <a:pt x="4088149" y="569833"/>
                  </a:lnTo>
                  <a:lnTo>
                    <a:pt x="4088336" y="575302"/>
                  </a:lnTo>
                  <a:lnTo>
                    <a:pt x="4088523" y="581406"/>
                  </a:lnTo>
                  <a:lnTo>
                    <a:pt x="4088710" y="587726"/>
                  </a:lnTo>
                  <a:lnTo>
                    <a:pt x="4088897" y="594929"/>
                  </a:lnTo>
                  <a:lnTo>
                    <a:pt x="4089084" y="601519"/>
                  </a:lnTo>
                  <a:lnTo>
                    <a:pt x="4089271" y="609001"/>
                  </a:lnTo>
                  <a:lnTo>
                    <a:pt x="4089458" y="616002"/>
                  </a:lnTo>
                  <a:lnTo>
                    <a:pt x="4089644" y="623376"/>
                  </a:lnTo>
                  <a:lnTo>
                    <a:pt x="4089831" y="630326"/>
                  </a:lnTo>
                  <a:lnTo>
                    <a:pt x="4090018" y="637229"/>
                  </a:lnTo>
                  <a:lnTo>
                    <a:pt x="4090205" y="643072"/>
                  </a:lnTo>
                  <a:lnTo>
                    <a:pt x="4090392" y="649419"/>
                  </a:lnTo>
                  <a:lnTo>
                    <a:pt x="4090579" y="654228"/>
                  </a:lnTo>
                  <a:lnTo>
                    <a:pt x="4090766" y="658272"/>
                  </a:lnTo>
                  <a:lnTo>
                    <a:pt x="4090953" y="662574"/>
                  </a:lnTo>
                  <a:lnTo>
                    <a:pt x="4091140" y="666765"/>
                  </a:lnTo>
                  <a:lnTo>
                    <a:pt x="4091327" y="671645"/>
                  </a:lnTo>
                  <a:lnTo>
                    <a:pt x="4091514" y="677687"/>
                  </a:lnTo>
                  <a:lnTo>
                    <a:pt x="4091701" y="684307"/>
                  </a:lnTo>
                  <a:lnTo>
                    <a:pt x="4091888" y="691305"/>
                  </a:lnTo>
                  <a:lnTo>
                    <a:pt x="4092074" y="698519"/>
                  </a:lnTo>
                  <a:lnTo>
                    <a:pt x="4092261" y="704026"/>
                  </a:lnTo>
                  <a:lnTo>
                    <a:pt x="4092448" y="710330"/>
                  </a:lnTo>
                  <a:lnTo>
                    <a:pt x="4092635" y="717262"/>
                  </a:lnTo>
                  <a:lnTo>
                    <a:pt x="4092822" y="723649"/>
                  </a:lnTo>
                  <a:lnTo>
                    <a:pt x="4093009" y="730487"/>
                  </a:lnTo>
                  <a:lnTo>
                    <a:pt x="4093196" y="738541"/>
                  </a:lnTo>
                  <a:lnTo>
                    <a:pt x="4093383" y="747345"/>
                  </a:lnTo>
                  <a:lnTo>
                    <a:pt x="4093570" y="755209"/>
                  </a:lnTo>
                  <a:lnTo>
                    <a:pt x="4093757" y="762834"/>
                  </a:lnTo>
                  <a:lnTo>
                    <a:pt x="4093944" y="768958"/>
                  </a:lnTo>
                  <a:lnTo>
                    <a:pt x="4094131" y="773768"/>
                  </a:lnTo>
                  <a:lnTo>
                    <a:pt x="4094317" y="777654"/>
                  </a:lnTo>
                  <a:lnTo>
                    <a:pt x="4094504" y="780410"/>
                  </a:lnTo>
                  <a:lnTo>
                    <a:pt x="4094691" y="783525"/>
                  </a:lnTo>
                  <a:lnTo>
                    <a:pt x="4094878" y="785576"/>
                  </a:lnTo>
                  <a:lnTo>
                    <a:pt x="4095065" y="786479"/>
                  </a:lnTo>
                  <a:lnTo>
                    <a:pt x="4095252" y="786444"/>
                  </a:lnTo>
                  <a:lnTo>
                    <a:pt x="4095439" y="784065"/>
                  </a:lnTo>
                  <a:lnTo>
                    <a:pt x="4095626" y="781435"/>
                  </a:lnTo>
                  <a:lnTo>
                    <a:pt x="4095813" y="778540"/>
                  </a:lnTo>
                  <a:lnTo>
                    <a:pt x="4096000" y="774650"/>
                  </a:lnTo>
                  <a:lnTo>
                    <a:pt x="4096187" y="769968"/>
                  </a:lnTo>
                  <a:lnTo>
                    <a:pt x="4096374" y="767028"/>
                  </a:lnTo>
                  <a:lnTo>
                    <a:pt x="4096561" y="765180"/>
                  </a:lnTo>
                  <a:lnTo>
                    <a:pt x="4096747" y="764636"/>
                  </a:lnTo>
                  <a:lnTo>
                    <a:pt x="4096934" y="764459"/>
                  </a:lnTo>
                  <a:lnTo>
                    <a:pt x="4097121" y="765479"/>
                  </a:lnTo>
                  <a:lnTo>
                    <a:pt x="4097308" y="767006"/>
                  </a:lnTo>
                  <a:lnTo>
                    <a:pt x="4097495" y="769316"/>
                  </a:lnTo>
                  <a:lnTo>
                    <a:pt x="4097682" y="771955"/>
                  </a:lnTo>
                  <a:lnTo>
                    <a:pt x="4097869" y="774748"/>
                  </a:lnTo>
                  <a:lnTo>
                    <a:pt x="4098056" y="776364"/>
                  </a:lnTo>
                  <a:lnTo>
                    <a:pt x="4098243" y="776558"/>
                  </a:lnTo>
                  <a:lnTo>
                    <a:pt x="4098430" y="777530"/>
                  </a:lnTo>
                  <a:lnTo>
                    <a:pt x="4098617" y="777754"/>
                  </a:lnTo>
                  <a:lnTo>
                    <a:pt x="4098804" y="777265"/>
                  </a:lnTo>
                  <a:lnTo>
                    <a:pt x="4098990" y="775756"/>
                  </a:lnTo>
                  <a:lnTo>
                    <a:pt x="4099177" y="774180"/>
                  </a:lnTo>
                  <a:lnTo>
                    <a:pt x="4099364" y="772112"/>
                  </a:lnTo>
                  <a:lnTo>
                    <a:pt x="4099551" y="769390"/>
                  </a:lnTo>
                  <a:lnTo>
                    <a:pt x="4099738" y="766000"/>
                  </a:lnTo>
                  <a:lnTo>
                    <a:pt x="4099925" y="761042"/>
                  </a:lnTo>
                  <a:lnTo>
                    <a:pt x="4100112" y="755855"/>
                  </a:lnTo>
                  <a:lnTo>
                    <a:pt x="4100299" y="750653"/>
                  </a:lnTo>
                  <a:lnTo>
                    <a:pt x="4100486" y="744595"/>
                  </a:lnTo>
                  <a:lnTo>
                    <a:pt x="4100673" y="737407"/>
                  </a:lnTo>
                  <a:lnTo>
                    <a:pt x="4100860" y="730051"/>
                  </a:lnTo>
                  <a:lnTo>
                    <a:pt x="4101047" y="725038"/>
                  </a:lnTo>
                  <a:lnTo>
                    <a:pt x="4101234" y="718457"/>
                  </a:lnTo>
                  <a:lnTo>
                    <a:pt x="4101420" y="715036"/>
                  </a:lnTo>
                  <a:lnTo>
                    <a:pt x="4101607" y="711749"/>
                  </a:lnTo>
                  <a:lnTo>
                    <a:pt x="4101794" y="708340"/>
                  </a:lnTo>
                  <a:lnTo>
                    <a:pt x="4101981" y="704815"/>
                  </a:lnTo>
                  <a:lnTo>
                    <a:pt x="4102168" y="701319"/>
                  </a:lnTo>
                  <a:lnTo>
                    <a:pt x="4102355" y="697638"/>
                  </a:lnTo>
                  <a:lnTo>
                    <a:pt x="4102542" y="695627"/>
                  </a:lnTo>
                  <a:lnTo>
                    <a:pt x="4102729" y="695004"/>
                  </a:lnTo>
                  <a:lnTo>
                    <a:pt x="4102916" y="695043"/>
                  </a:lnTo>
                  <a:lnTo>
                    <a:pt x="4103103" y="694131"/>
                  </a:lnTo>
                  <a:lnTo>
                    <a:pt x="4103290" y="694451"/>
                  </a:lnTo>
                  <a:lnTo>
                    <a:pt x="4103477" y="693923"/>
                  </a:lnTo>
                  <a:lnTo>
                    <a:pt x="4103664" y="694213"/>
                  </a:lnTo>
                  <a:lnTo>
                    <a:pt x="4103850" y="695272"/>
                  </a:lnTo>
                  <a:lnTo>
                    <a:pt x="4104037" y="696518"/>
                  </a:lnTo>
                  <a:lnTo>
                    <a:pt x="4104224" y="697959"/>
                  </a:lnTo>
                  <a:lnTo>
                    <a:pt x="4104411" y="700268"/>
                  </a:lnTo>
                  <a:lnTo>
                    <a:pt x="4104598" y="702898"/>
                  </a:lnTo>
                  <a:lnTo>
                    <a:pt x="4104785" y="707892"/>
                  </a:lnTo>
                  <a:lnTo>
                    <a:pt x="4104972" y="713937"/>
                  </a:lnTo>
                  <a:lnTo>
                    <a:pt x="4105159" y="721873"/>
                  </a:lnTo>
                  <a:lnTo>
                    <a:pt x="4105346" y="730014"/>
                  </a:lnTo>
                  <a:lnTo>
                    <a:pt x="4105533" y="737847"/>
                  </a:lnTo>
                  <a:lnTo>
                    <a:pt x="4105720" y="744078"/>
                  </a:lnTo>
                  <a:lnTo>
                    <a:pt x="4105907" y="750820"/>
                  </a:lnTo>
                  <a:lnTo>
                    <a:pt x="4106093" y="758241"/>
                  </a:lnTo>
                  <a:lnTo>
                    <a:pt x="4106280" y="768200"/>
                  </a:lnTo>
                  <a:lnTo>
                    <a:pt x="4106467" y="777561"/>
                  </a:lnTo>
                  <a:lnTo>
                    <a:pt x="4106654" y="784384"/>
                  </a:lnTo>
                  <a:lnTo>
                    <a:pt x="4106841" y="790859"/>
                  </a:lnTo>
                  <a:lnTo>
                    <a:pt x="4107028" y="795164"/>
                  </a:lnTo>
                  <a:lnTo>
                    <a:pt x="4107215" y="797674"/>
                  </a:lnTo>
                  <a:lnTo>
                    <a:pt x="4107402" y="798804"/>
                  </a:lnTo>
                  <a:lnTo>
                    <a:pt x="4107589" y="798638"/>
                  </a:lnTo>
                  <a:lnTo>
                    <a:pt x="4107776" y="797256"/>
                  </a:lnTo>
                  <a:lnTo>
                    <a:pt x="4107963" y="796729"/>
                  </a:lnTo>
                  <a:lnTo>
                    <a:pt x="4108150" y="793862"/>
                  </a:lnTo>
                  <a:lnTo>
                    <a:pt x="4108337" y="790462"/>
                  </a:lnTo>
                  <a:lnTo>
                    <a:pt x="4108523" y="787889"/>
                  </a:lnTo>
                  <a:lnTo>
                    <a:pt x="4108710" y="785540"/>
                  </a:lnTo>
                  <a:lnTo>
                    <a:pt x="4108897" y="783252"/>
                  </a:lnTo>
                  <a:lnTo>
                    <a:pt x="4109084" y="779957"/>
                  </a:lnTo>
                  <a:lnTo>
                    <a:pt x="4109271" y="777651"/>
                  </a:lnTo>
                  <a:lnTo>
                    <a:pt x="4109458" y="776272"/>
                  </a:lnTo>
                  <a:lnTo>
                    <a:pt x="4109645" y="777414"/>
                  </a:lnTo>
                  <a:lnTo>
                    <a:pt x="4109832" y="780491"/>
                  </a:lnTo>
                  <a:lnTo>
                    <a:pt x="4110019" y="783665"/>
                  </a:lnTo>
                  <a:lnTo>
                    <a:pt x="4110206" y="787989"/>
                  </a:lnTo>
                  <a:lnTo>
                    <a:pt x="4110393" y="790588"/>
                  </a:lnTo>
                  <a:lnTo>
                    <a:pt x="4110580" y="794238"/>
                  </a:lnTo>
                  <a:lnTo>
                    <a:pt x="4110767" y="796741"/>
                  </a:lnTo>
                  <a:lnTo>
                    <a:pt x="4110953" y="800584"/>
                  </a:lnTo>
                  <a:lnTo>
                    <a:pt x="4111140" y="805446"/>
                  </a:lnTo>
                  <a:lnTo>
                    <a:pt x="4111327" y="808601"/>
                  </a:lnTo>
                  <a:lnTo>
                    <a:pt x="4111514" y="812134"/>
                  </a:lnTo>
                  <a:lnTo>
                    <a:pt x="4111701" y="813955"/>
                  </a:lnTo>
                  <a:lnTo>
                    <a:pt x="4111888" y="815952"/>
                  </a:lnTo>
                  <a:lnTo>
                    <a:pt x="4112075" y="817790"/>
                  </a:lnTo>
                  <a:lnTo>
                    <a:pt x="4112262" y="817009"/>
                  </a:lnTo>
                  <a:lnTo>
                    <a:pt x="4112449" y="814880"/>
                  </a:lnTo>
                  <a:lnTo>
                    <a:pt x="4112636" y="811717"/>
                  </a:lnTo>
                  <a:lnTo>
                    <a:pt x="4112823" y="807588"/>
                  </a:lnTo>
                  <a:lnTo>
                    <a:pt x="4113010" y="802991"/>
                  </a:lnTo>
                  <a:lnTo>
                    <a:pt x="4113196" y="799635"/>
                  </a:lnTo>
                  <a:lnTo>
                    <a:pt x="4113383" y="796510"/>
                  </a:lnTo>
                  <a:lnTo>
                    <a:pt x="4113570" y="793227"/>
                  </a:lnTo>
                  <a:lnTo>
                    <a:pt x="4113757" y="791376"/>
                  </a:lnTo>
                  <a:lnTo>
                    <a:pt x="4113944" y="791153"/>
                  </a:lnTo>
                  <a:lnTo>
                    <a:pt x="4114131" y="791639"/>
                  </a:lnTo>
                  <a:lnTo>
                    <a:pt x="4114318" y="792847"/>
                  </a:lnTo>
                  <a:lnTo>
                    <a:pt x="4114505" y="795485"/>
                  </a:lnTo>
                  <a:lnTo>
                    <a:pt x="4114692" y="798971"/>
                  </a:lnTo>
                  <a:lnTo>
                    <a:pt x="4114879" y="802745"/>
                  </a:lnTo>
                  <a:lnTo>
                    <a:pt x="4115066" y="806204"/>
                  </a:lnTo>
                  <a:lnTo>
                    <a:pt x="4115253" y="810028"/>
                  </a:lnTo>
                  <a:lnTo>
                    <a:pt x="4115440" y="814133"/>
                  </a:lnTo>
                  <a:lnTo>
                    <a:pt x="4115626" y="818792"/>
                  </a:lnTo>
                  <a:lnTo>
                    <a:pt x="4115813" y="823742"/>
                  </a:lnTo>
                  <a:lnTo>
                    <a:pt x="4116000" y="829336"/>
                  </a:lnTo>
                  <a:lnTo>
                    <a:pt x="4116187" y="835114"/>
                  </a:lnTo>
                  <a:lnTo>
                    <a:pt x="4116374" y="841241"/>
                  </a:lnTo>
                  <a:lnTo>
                    <a:pt x="4116561" y="847051"/>
                  </a:lnTo>
                  <a:lnTo>
                    <a:pt x="4116748" y="852039"/>
                  </a:lnTo>
                  <a:lnTo>
                    <a:pt x="4116935" y="856895"/>
                  </a:lnTo>
                  <a:lnTo>
                    <a:pt x="4117122" y="860843"/>
                  </a:lnTo>
                  <a:lnTo>
                    <a:pt x="4117309" y="863599"/>
                  </a:lnTo>
                  <a:lnTo>
                    <a:pt x="4117496" y="866183"/>
                  </a:lnTo>
                  <a:lnTo>
                    <a:pt x="4117683" y="868936"/>
                  </a:lnTo>
                  <a:lnTo>
                    <a:pt x="4117869" y="871823"/>
                  </a:lnTo>
                  <a:lnTo>
                    <a:pt x="4118056" y="874562"/>
                  </a:lnTo>
                  <a:lnTo>
                    <a:pt x="4118243" y="876048"/>
                  </a:lnTo>
                  <a:lnTo>
                    <a:pt x="4118430" y="878940"/>
                  </a:lnTo>
                  <a:lnTo>
                    <a:pt x="4118617" y="881447"/>
                  </a:lnTo>
                  <a:lnTo>
                    <a:pt x="4118804" y="883682"/>
                  </a:lnTo>
                  <a:lnTo>
                    <a:pt x="4118991" y="885635"/>
                  </a:lnTo>
                  <a:lnTo>
                    <a:pt x="4119178" y="887297"/>
                  </a:lnTo>
                  <a:lnTo>
                    <a:pt x="4119365" y="888079"/>
                  </a:lnTo>
                  <a:lnTo>
                    <a:pt x="4119552" y="889845"/>
                  </a:lnTo>
                  <a:lnTo>
                    <a:pt x="4119739" y="891534"/>
                  </a:lnTo>
                  <a:lnTo>
                    <a:pt x="4119926" y="893191"/>
                  </a:lnTo>
                  <a:lnTo>
                    <a:pt x="4120113" y="893837"/>
                  </a:lnTo>
                  <a:lnTo>
                    <a:pt x="4120299" y="893297"/>
                  </a:lnTo>
                  <a:lnTo>
                    <a:pt x="4120486" y="891744"/>
                  </a:lnTo>
                  <a:lnTo>
                    <a:pt x="4120673" y="889417"/>
                  </a:lnTo>
                  <a:lnTo>
                    <a:pt x="4120860" y="887480"/>
                  </a:lnTo>
                  <a:lnTo>
                    <a:pt x="4121047" y="884097"/>
                  </a:lnTo>
                  <a:lnTo>
                    <a:pt x="4121234" y="879974"/>
                  </a:lnTo>
                  <a:lnTo>
                    <a:pt x="4121421" y="876775"/>
                  </a:lnTo>
                  <a:lnTo>
                    <a:pt x="4121608" y="874319"/>
                  </a:lnTo>
                  <a:lnTo>
                    <a:pt x="4121795" y="873251"/>
                  </a:lnTo>
                  <a:lnTo>
                    <a:pt x="4121982" y="873911"/>
                  </a:lnTo>
                  <a:lnTo>
                    <a:pt x="4122169" y="874950"/>
                  </a:lnTo>
                  <a:lnTo>
                    <a:pt x="4122356" y="876912"/>
                  </a:lnTo>
                  <a:lnTo>
                    <a:pt x="4122543" y="878693"/>
                  </a:lnTo>
                  <a:lnTo>
                    <a:pt x="4122729" y="881672"/>
                  </a:lnTo>
                  <a:lnTo>
                    <a:pt x="4122916" y="884971"/>
                  </a:lnTo>
                  <a:lnTo>
                    <a:pt x="4123103" y="887188"/>
                  </a:lnTo>
                  <a:lnTo>
                    <a:pt x="4123290" y="888332"/>
                  </a:lnTo>
                  <a:lnTo>
                    <a:pt x="4123477" y="887156"/>
                  </a:lnTo>
                  <a:lnTo>
                    <a:pt x="4123664" y="884698"/>
                  </a:lnTo>
                  <a:lnTo>
                    <a:pt x="4123851" y="881110"/>
                  </a:lnTo>
                  <a:lnTo>
                    <a:pt x="4124038" y="875751"/>
                  </a:lnTo>
                  <a:lnTo>
                    <a:pt x="4124225" y="870266"/>
                  </a:lnTo>
                  <a:lnTo>
                    <a:pt x="4124412" y="862626"/>
                  </a:lnTo>
                  <a:lnTo>
                    <a:pt x="4124599" y="854896"/>
                  </a:lnTo>
                  <a:lnTo>
                    <a:pt x="4124786" y="845897"/>
                  </a:lnTo>
                  <a:lnTo>
                    <a:pt x="4124972" y="836663"/>
                  </a:lnTo>
                  <a:lnTo>
                    <a:pt x="4125159" y="827318"/>
                  </a:lnTo>
                  <a:lnTo>
                    <a:pt x="4125346" y="818002"/>
                  </a:lnTo>
                  <a:lnTo>
                    <a:pt x="4125533" y="809551"/>
                  </a:lnTo>
                  <a:lnTo>
                    <a:pt x="4125720" y="800859"/>
                  </a:lnTo>
                  <a:lnTo>
                    <a:pt x="4125907" y="793368"/>
                  </a:lnTo>
                  <a:lnTo>
                    <a:pt x="4126094" y="786785"/>
                  </a:lnTo>
                  <a:lnTo>
                    <a:pt x="4126281" y="779434"/>
                  </a:lnTo>
                  <a:lnTo>
                    <a:pt x="4126468" y="772234"/>
                  </a:lnTo>
                  <a:lnTo>
                    <a:pt x="4126655" y="763815"/>
                  </a:lnTo>
                  <a:lnTo>
                    <a:pt x="4126842" y="754973"/>
                  </a:lnTo>
                  <a:lnTo>
                    <a:pt x="4127029" y="743850"/>
                  </a:lnTo>
                  <a:lnTo>
                    <a:pt x="4127216" y="729946"/>
                  </a:lnTo>
                  <a:lnTo>
                    <a:pt x="4127402" y="717343"/>
                  </a:lnTo>
                  <a:lnTo>
                    <a:pt x="4127589" y="706382"/>
                  </a:lnTo>
                  <a:lnTo>
                    <a:pt x="4127776" y="696822"/>
                  </a:lnTo>
                  <a:lnTo>
                    <a:pt x="4127963" y="687661"/>
                  </a:lnTo>
                  <a:lnTo>
                    <a:pt x="4128150" y="677930"/>
                  </a:lnTo>
                  <a:lnTo>
                    <a:pt x="4128337" y="667598"/>
                  </a:lnTo>
                  <a:lnTo>
                    <a:pt x="4128524" y="656694"/>
                  </a:lnTo>
                  <a:lnTo>
                    <a:pt x="4128711" y="645436"/>
                  </a:lnTo>
                  <a:lnTo>
                    <a:pt x="4128898" y="635279"/>
                  </a:lnTo>
                  <a:lnTo>
                    <a:pt x="4129085" y="626801"/>
                  </a:lnTo>
                  <a:lnTo>
                    <a:pt x="4129272" y="619677"/>
                  </a:lnTo>
                  <a:lnTo>
                    <a:pt x="4129459" y="613625"/>
                  </a:lnTo>
                  <a:lnTo>
                    <a:pt x="4129646" y="608015"/>
                  </a:lnTo>
                  <a:lnTo>
                    <a:pt x="4129832" y="602332"/>
                  </a:lnTo>
                  <a:lnTo>
                    <a:pt x="4130019" y="595361"/>
                  </a:lnTo>
                  <a:lnTo>
                    <a:pt x="4130206" y="590510"/>
                  </a:lnTo>
                  <a:lnTo>
                    <a:pt x="4130393" y="584203"/>
                  </a:lnTo>
                  <a:lnTo>
                    <a:pt x="4130580" y="578238"/>
                  </a:lnTo>
                  <a:lnTo>
                    <a:pt x="4130767" y="573597"/>
                  </a:lnTo>
                  <a:lnTo>
                    <a:pt x="4130954" y="569557"/>
                  </a:lnTo>
                  <a:lnTo>
                    <a:pt x="4131141" y="566789"/>
                  </a:lnTo>
                  <a:lnTo>
                    <a:pt x="4131328" y="564973"/>
                  </a:lnTo>
                  <a:lnTo>
                    <a:pt x="4131515" y="563330"/>
                  </a:lnTo>
                  <a:lnTo>
                    <a:pt x="4131702" y="561699"/>
                  </a:lnTo>
                  <a:lnTo>
                    <a:pt x="4131889" y="559910"/>
                  </a:lnTo>
                  <a:lnTo>
                    <a:pt x="4132075" y="557723"/>
                  </a:lnTo>
                  <a:lnTo>
                    <a:pt x="4132262" y="556627"/>
                  </a:lnTo>
                  <a:lnTo>
                    <a:pt x="4132449" y="557525"/>
                  </a:lnTo>
                  <a:lnTo>
                    <a:pt x="4132636" y="559918"/>
                  </a:lnTo>
                  <a:lnTo>
                    <a:pt x="4132823" y="565090"/>
                  </a:lnTo>
                  <a:lnTo>
                    <a:pt x="4133010" y="571052"/>
                  </a:lnTo>
                  <a:lnTo>
                    <a:pt x="4133197" y="577554"/>
                  </a:lnTo>
                  <a:lnTo>
                    <a:pt x="4133384" y="584823"/>
                  </a:lnTo>
                  <a:lnTo>
                    <a:pt x="4133571" y="590510"/>
                  </a:lnTo>
                  <a:lnTo>
                    <a:pt x="4133758" y="594963"/>
                  </a:lnTo>
                  <a:lnTo>
                    <a:pt x="4133945" y="596614"/>
                  </a:lnTo>
                  <a:lnTo>
                    <a:pt x="4134132" y="597739"/>
                  </a:lnTo>
                  <a:lnTo>
                    <a:pt x="4134319" y="598305"/>
                  </a:lnTo>
                  <a:lnTo>
                    <a:pt x="4134505" y="599215"/>
                  </a:lnTo>
                  <a:lnTo>
                    <a:pt x="4134692" y="599714"/>
                  </a:lnTo>
                  <a:lnTo>
                    <a:pt x="4134879" y="599017"/>
                  </a:lnTo>
                  <a:lnTo>
                    <a:pt x="4135066" y="596917"/>
                  </a:lnTo>
                  <a:lnTo>
                    <a:pt x="4135253" y="591939"/>
                  </a:lnTo>
                  <a:lnTo>
                    <a:pt x="4135440" y="586948"/>
                  </a:lnTo>
                  <a:lnTo>
                    <a:pt x="4135627" y="581253"/>
                  </a:lnTo>
                  <a:lnTo>
                    <a:pt x="4135814" y="575565"/>
                  </a:lnTo>
                  <a:lnTo>
                    <a:pt x="4136001" y="569741"/>
                  </a:lnTo>
                  <a:lnTo>
                    <a:pt x="4136188" y="564921"/>
                  </a:lnTo>
                  <a:lnTo>
                    <a:pt x="4136375" y="560584"/>
                  </a:lnTo>
                  <a:lnTo>
                    <a:pt x="4136562" y="556411"/>
                  </a:lnTo>
                  <a:lnTo>
                    <a:pt x="4136748" y="549047"/>
                  </a:lnTo>
                  <a:lnTo>
                    <a:pt x="4136935" y="544393"/>
                  </a:lnTo>
                  <a:lnTo>
                    <a:pt x="4137122" y="540579"/>
                  </a:lnTo>
                  <a:lnTo>
                    <a:pt x="4137309" y="537901"/>
                  </a:lnTo>
                  <a:lnTo>
                    <a:pt x="4137496" y="537847"/>
                  </a:lnTo>
                  <a:lnTo>
                    <a:pt x="4137683" y="538131"/>
                  </a:lnTo>
                  <a:lnTo>
                    <a:pt x="4137870" y="539682"/>
                  </a:lnTo>
                  <a:lnTo>
                    <a:pt x="4138057" y="543857"/>
                  </a:lnTo>
                  <a:lnTo>
                    <a:pt x="4138244" y="548082"/>
                  </a:lnTo>
                  <a:lnTo>
                    <a:pt x="4138431" y="552020"/>
                  </a:lnTo>
                  <a:lnTo>
                    <a:pt x="4138618" y="556784"/>
                  </a:lnTo>
                  <a:lnTo>
                    <a:pt x="4138805" y="561588"/>
                  </a:lnTo>
                  <a:lnTo>
                    <a:pt x="4138992" y="566391"/>
                  </a:lnTo>
                  <a:lnTo>
                    <a:pt x="4139178" y="571442"/>
                  </a:lnTo>
                  <a:lnTo>
                    <a:pt x="4139365" y="577869"/>
                  </a:lnTo>
                  <a:lnTo>
                    <a:pt x="4139552" y="585371"/>
                  </a:lnTo>
                  <a:lnTo>
                    <a:pt x="4139739" y="592818"/>
                  </a:lnTo>
                  <a:lnTo>
                    <a:pt x="4139926" y="598167"/>
                  </a:lnTo>
                  <a:lnTo>
                    <a:pt x="4140113" y="603961"/>
                  </a:lnTo>
                  <a:lnTo>
                    <a:pt x="4140300" y="607636"/>
                  </a:lnTo>
                  <a:lnTo>
                    <a:pt x="4140487" y="612850"/>
                  </a:lnTo>
                  <a:lnTo>
                    <a:pt x="4140674" y="617815"/>
                  </a:lnTo>
                  <a:lnTo>
                    <a:pt x="4140861" y="622602"/>
                  </a:lnTo>
                  <a:lnTo>
                    <a:pt x="4141048" y="625911"/>
                  </a:lnTo>
                  <a:lnTo>
                    <a:pt x="4141235" y="629435"/>
                  </a:lnTo>
                  <a:lnTo>
                    <a:pt x="4141422" y="632985"/>
                  </a:lnTo>
                  <a:lnTo>
                    <a:pt x="4141608" y="636321"/>
                  </a:lnTo>
                  <a:lnTo>
                    <a:pt x="4141795" y="639869"/>
                  </a:lnTo>
                  <a:lnTo>
                    <a:pt x="4141982" y="643132"/>
                  </a:lnTo>
                  <a:lnTo>
                    <a:pt x="4142169" y="645633"/>
                  </a:lnTo>
                  <a:lnTo>
                    <a:pt x="4142356" y="648058"/>
                  </a:lnTo>
                  <a:lnTo>
                    <a:pt x="4142543" y="650152"/>
                  </a:lnTo>
                  <a:lnTo>
                    <a:pt x="4142730" y="652857"/>
                  </a:lnTo>
                  <a:lnTo>
                    <a:pt x="4142917" y="656961"/>
                  </a:lnTo>
                  <a:lnTo>
                    <a:pt x="4143104" y="661894"/>
                  </a:lnTo>
                  <a:lnTo>
                    <a:pt x="4143291" y="667764"/>
                  </a:lnTo>
                  <a:lnTo>
                    <a:pt x="4143478" y="673277"/>
                  </a:lnTo>
                  <a:lnTo>
                    <a:pt x="4143665" y="679676"/>
                  </a:lnTo>
                  <a:lnTo>
                    <a:pt x="4143851" y="687645"/>
                  </a:lnTo>
                  <a:lnTo>
                    <a:pt x="4144038" y="696727"/>
                  </a:lnTo>
                  <a:lnTo>
                    <a:pt x="4144225" y="705220"/>
                  </a:lnTo>
                  <a:lnTo>
                    <a:pt x="4144412" y="713068"/>
                  </a:lnTo>
                  <a:lnTo>
                    <a:pt x="4144599" y="720429"/>
                  </a:lnTo>
                  <a:lnTo>
                    <a:pt x="4144786" y="727834"/>
                  </a:lnTo>
                  <a:lnTo>
                    <a:pt x="4144973" y="735867"/>
                  </a:lnTo>
                  <a:lnTo>
                    <a:pt x="4145160" y="744798"/>
                  </a:lnTo>
                  <a:lnTo>
                    <a:pt x="4145347" y="753568"/>
                  </a:lnTo>
                  <a:lnTo>
                    <a:pt x="4145534" y="763650"/>
                  </a:lnTo>
                  <a:lnTo>
                    <a:pt x="4145721" y="773033"/>
                  </a:lnTo>
                  <a:lnTo>
                    <a:pt x="4145908" y="782183"/>
                  </a:lnTo>
                  <a:lnTo>
                    <a:pt x="4146095" y="791813"/>
                  </a:lnTo>
                  <a:lnTo>
                    <a:pt x="4146281" y="801379"/>
                  </a:lnTo>
                  <a:lnTo>
                    <a:pt x="4146468" y="811594"/>
                  </a:lnTo>
                  <a:lnTo>
                    <a:pt x="4146655" y="820891"/>
                  </a:lnTo>
                  <a:lnTo>
                    <a:pt x="4146842" y="828995"/>
                  </a:lnTo>
                  <a:lnTo>
                    <a:pt x="4147029" y="835470"/>
                  </a:lnTo>
                  <a:lnTo>
                    <a:pt x="4147216" y="840967"/>
                  </a:lnTo>
                  <a:lnTo>
                    <a:pt x="4147403" y="845570"/>
                  </a:lnTo>
                  <a:lnTo>
                    <a:pt x="4147590" y="849842"/>
                  </a:lnTo>
                  <a:lnTo>
                    <a:pt x="4147777" y="854758"/>
                  </a:lnTo>
                  <a:lnTo>
                    <a:pt x="4147964" y="858558"/>
                  </a:lnTo>
                  <a:lnTo>
                    <a:pt x="4148151" y="862249"/>
                  </a:lnTo>
                  <a:lnTo>
                    <a:pt x="4148338" y="865619"/>
                  </a:lnTo>
                  <a:lnTo>
                    <a:pt x="4148525" y="867989"/>
                  </a:lnTo>
                  <a:lnTo>
                    <a:pt x="4148711" y="868803"/>
                  </a:lnTo>
                  <a:lnTo>
                    <a:pt x="4148898" y="867842"/>
                  </a:lnTo>
                  <a:lnTo>
                    <a:pt x="4149085" y="866340"/>
                  </a:lnTo>
                  <a:lnTo>
                    <a:pt x="4149272" y="863296"/>
                  </a:lnTo>
                  <a:lnTo>
                    <a:pt x="4149459" y="857159"/>
                  </a:lnTo>
                  <a:lnTo>
                    <a:pt x="4149646" y="849612"/>
                  </a:lnTo>
                  <a:lnTo>
                    <a:pt x="4149833" y="843549"/>
                  </a:lnTo>
                  <a:lnTo>
                    <a:pt x="4150020" y="836804"/>
                  </a:lnTo>
                  <a:lnTo>
                    <a:pt x="4150207" y="830607"/>
                  </a:lnTo>
                  <a:lnTo>
                    <a:pt x="4150394" y="824072"/>
                  </a:lnTo>
                  <a:lnTo>
                    <a:pt x="4150581" y="816880"/>
                  </a:lnTo>
                  <a:lnTo>
                    <a:pt x="4150768" y="809488"/>
                  </a:lnTo>
                  <a:lnTo>
                    <a:pt x="4150954" y="802834"/>
                  </a:lnTo>
                  <a:lnTo>
                    <a:pt x="4151141" y="795105"/>
                  </a:lnTo>
                  <a:lnTo>
                    <a:pt x="4151328" y="786865"/>
                  </a:lnTo>
                  <a:lnTo>
                    <a:pt x="4151515" y="778630"/>
                  </a:lnTo>
                  <a:lnTo>
                    <a:pt x="4151702" y="770278"/>
                  </a:lnTo>
                  <a:lnTo>
                    <a:pt x="4151889" y="762438"/>
                  </a:lnTo>
                  <a:lnTo>
                    <a:pt x="4152076" y="755379"/>
                  </a:lnTo>
                  <a:lnTo>
                    <a:pt x="4152263" y="749689"/>
                  </a:lnTo>
                  <a:lnTo>
                    <a:pt x="4152450" y="744302"/>
                  </a:lnTo>
                  <a:lnTo>
                    <a:pt x="4152637" y="739738"/>
                  </a:lnTo>
                  <a:lnTo>
                    <a:pt x="4152824" y="735996"/>
                  </a:lnTo>
                  <a:lnTo>
                    <a:pt x="4153011" y="732040"/>
                  </a:lnTo>
                  <a:lnTo>
                    <a:pt x="4153198" y="727681"/>
                  </a:lnTo>
                  <a:lnTo>
                    <a:pt x="4153384" y="723953"/>
                  </a:lnTo>
                  <a:lnTo>
                    <a:pt x="4153571" y="720208"/>
                  </a:lnTo>
                  <a:lnTo>
                    <a:pt x="4153758" y="716597"/>
                  </a:lnTo>
                  <a:lnTo>
                    <a:pt x="4153945" y="713302"/>
                  </a:lnTo>
                  <a:lnTo>
                    <a:pt x="4154132" y="710080"/>
                  </a:lnTo>
                  <a:lnTo>
                    <a:pt x="4154319" y="707792"/>
                  </a:lnTo>
                  <a:lnTo>
                    <a:pt x="4154506" y="706909"/>
                  </a:lnTo>
                  <a:lnTo>
                    <a:pt x="4154693" y="706754"/>
                  </a:lnTo>
                  <a:lnTo>
                    <a:pt x="4154880" y="704802"/>
                  </a:lnTo>
                  <a:lnTo>
                    <a:pt x="4155067" y="702371"/>
                  </a:lnTo>
                  <a:lnTo>
                    <a:pt x="4155254" y="700053"/>
                  </a:lnTo>
                  <a:lnTo>
                    <a:pt x="4155441" y="697835"/>
                  </a:lnTo>
                  <a:lnTo>
                    <a:pt x="4155627" y="695617"/>
                  </a:lnTo>
                  <a:lnTo>
                    <a:pt x="4155814" y="693159"/>
                  </a:lnTo>
                  <a:lnTo>
                    <a:pt x="4156001" y="690264"/>
                  </a:lnTo>
                  <a:lnTo>
                    <a:pt x="4156188" y="687057"/>
                  </a:lnTo>
                  <a:lnTo>
                    <a:pt x="4156375" y="683836"/>
                  </a:lnTo>
                  <a:lnTo>
                    <a:pt x="4156562" y="678152"/>
                  </a:lnTo>
                  <a:lnTo>
                    <a:pt x="4156749" y="672666"/>
                  </a:lnTo>
                  <a:lnTo>
                    <a:pt x="4156936" y="666415"/>
                  </a:lnTo>
                  <a:lnTo>
                    <a:pt x="4157123" y="659638"/>
                  </a:lnTo>
                  <a:lnTo>
                    <a:pt x="4157310" y="652550"/>
                  </a:lnTo>
                  <a:lnTo>
                    <a:pt x="4157497" y="646633"/>
                  </a:lnTo>
                  <a:lnTo>
                    <a:pt x="4157684" y="641906"/>
                  </a:lnTo>
                  <a:lnTo>
                    <a:pt x="4157871" y="638389"/>
                  </a:lnTo>
                  <a:lnTo>
                    <a:pt x="4158057" y="635570"/>
                  </a:lnTo>
                  <a:lnTo>
                    <a:pt x="4158244" y="632658"/>
                  </a:lnTo>
                  <a:lnTo>
                    <a:pt x="4158431" y="631690"/>
                  </a:lnTo>
                  <a:lnTo>
                    <a:pt x="4158618" y="630978"/>
                  </a:lnTo>
                  <a:lnTo>
                    <a:pt x="4158805" y="630626"/>
                  </a:lnTo>
                  <a:lnTo>
                    <a:pt x="4158992" y="629949"/>
                  </a:lnTo>
                  <a:lnTo>
                    <a:pt x="4159179" y="629994"/>
                  </a:lnTo>
                  <a:lnTo>
                    <a:pt x="4159366" y="629259"/>
                  </a:lnTo>
                  <a:lnTo>
                    <a:pt x="4159553" y="628363"/>
                  </a:lnTo>
                  <a:lnTo>
                    <a:pt x="4159740" y="625408"/>
                  </a:lnTo>
                  <a:lnTo>
                    <a:pt x="4159927" y="621690"/>
                  </a:lnTo>
                  <a:lnTo>
                    <a:pt x="4160114" y="619152"/>
                  </a:lnTo>
                  <a:lnTo>
                    <a:pt x="4160301" y="615834"/>
                  </a:lnTo>
                  <a:lnTo>
                    <a:pt x="4160487" y="613712"/>
                  </a:lnTo>
                  <a:lnTo>
                    <a:pt x="4160674" y="612423"/>
                  </a:lnTo>
                  <a:lnTo>
                    <a:pt x="4160861" y="612623"/>
                  </a:lnTo>
                  <a:lnTo>
                    <a:pt x="4161048" y="612344"/>
                  </a:lnTo>
                  <a:lnTo>
                    <a:pt x="4161235" y="611567"/>
                  </a:lnTo>
                  <a:lnTo>
                    <a:pt x="4161422" y="612166"/>
                  </a:lnTo>
                  <a:lnTo>
                    <a:pt x="4161609" y="611805"/>
                  </a:lnTo>
                  <a:lnTo>
                    <a:pt x="4161796" y="610928"/>
                  </a:lnTo>
                  <a:lnTo>
                    <a:pt x="4161983" y="608143"/>
                  </a:lnTo>
                  <a:lnTo>
                    <a:pt x="4162170" y="605258"/>
                  </a:lnTo>
                  <a:lnTo>
                    <a:pt x="4162357" y="602576"/>
                  </a:lnTo>
                  <a:lnTo>
                    <a:pt x="4162544" y="599954"/>
                  </a:lnTo>
                  <a:lnTo>
                    <a:pt x="4162730" y="597047"/>
                  </a:lnTo>
                  <a:lnTo>
                    <a:pt x="4162917" y="593924"/>
                  </a:lnTo>
                  <a:lnTo>
                    <a:pt x="4163104" y="592072"/>
                  </a:lnTo>
                  <a:lnTo>
                    <a:pt x="4163291" y="588132"/>
                  </a:lnTo>
                  <a:lnTo>
                    <a:pt x="4163478" y="583481"/>
                  </a:lnTo>
                  <a:lnTo>
                    <a:pt x="4163665" y="578449"/>
                  </a:lnTo>
                  <a:lnTo>
                    <a:pt x="4163852" y="573473"/>
                  </a:lnTo>
                  <a:lnTo>
                    <a:pt x="4164039" y="568074"/>
                  </a:lnTo>
                  <a:lnTo>
                    <a:pt x="4164226" y="562630"/>
                  </a:lnTo>
                  <a:lnTo>
                    <a:pt x="4164413" y="559305"/>
                  </a:lnTo>
                  <a:lnTo>
                    <a:pt x="4164600" y="558434"/>
                  </a:lnTo>
                  <a:lnTo>
                    <a:pt x="4164787" y="558678"/>
                  </a:lnTo>
                  <a:lnTo>
                    <a:pt x="4164974" y="557670"/>
                  </a:lnTo>
                  <a:lnTo>
                    <a:pt x="4165160" y="555186"/>
                  </a:lnTo>
                  <a:lnTo>
                    <a:pt x="4165347" y="553283"/>
                  </a:lnTo>
                  <a:lnTo>
                    <a:pt x="4165534" y="550766"/>
                  </a:lnTo>
                  <a:lnTo>
                    <a:pt x="4165721" y="550651"/>
                  </a:lnTo>
                  <a:lnTo>
                    <a:pt x="4165908" y="551738"/>
                  </a:lnTo>
                  <a:lnTo>
                    <a:pt x="4166095" y="553205"/>
                  </a:lnTo>
                  <a:lnTo>
                    <a:pt x="4166282" y="553512"/>
                  </a:lnTo>
                  <a:lnTo>
                    <a:pt x="4166469" y="552037"/>
                  </a:lnTo>
                  <a:lnTo>
                    <a:pt x="4166656" y="548966"/>
                  </a:lnTo>
                  <a:lnTo>
                    <a:pt x="4166843" y="546684"/>
                  </a:lnTo>
                  <a:lnTo>
                    <a:pt x="4167030" y="545161"/>
                  </a:lnTo>
                  <a:lnTo>
                    <a:pt x="4167217" y="544384"/>
                  </a:lnTo>
                  <a:lnTo>
                    <a:pt x="4167404" y="545401"/>
                  </a:lnTo>
                  <a:lnTo>
                    <a:pt x="4167590" y="545347"/>
                  </a:lnTo>
                  <a:lnTo>
                    <a:pt x="4167777" y="546447"/>
                  </a:lnTo>
                  <a:lnTo>
                    <a:pt x="4167964" y="547859"/>
                  </a:lnTo>
                  <a:lnTo>
                    <a:pt x="4168151" y="548008"/>
                  </a:lnTo>
                  <a:lnTo>
                    <a:pt x="4168338" y="550532"/>
                  </a:lnTo>
                  <a:lnTo>
                    <a:pt x="4168525" y="553945"/>
                  </a:lnTo>
                  <a:lnTo>
                    <a:pt x="4168712" y="558806"/>
                  </a:lnTo>
                  <a:lnTo>
                    <a:pt x="4168899" y="564433"/>
                  </a:lnTo>
                  <a:lnTo>
                    <a:pt x="4169086" y="571435"/>
                  </a:lnTo>
                  <a:lnTo>
                    <a:pt x="4169273" y="579507"/>
                  </a:lnTo>
                  <a:lnTo>
                    <a:pt x="4169460" y="588114"/>
                  </a:lnTo>
                  <a:lnTo>
                    <a:pt x="4169647" y="596349"/>
                  </a:lnTo>
                  <a:lnTo>
                    <a:pt x="4169833" y="604037"/>
                  </a:lnTo>
                  <a:lnTo>
                    <a:pt x="4170020" y="610872"/>
                  </a:lnTo>
                  <a:lnTo>
                    <a:pt x="4170207" y="616805"/>
                  </a:lnTo>
                  <a:lnTo>
                    <a:pt x="4170394" y="622155"/>
                  </a:lnTo>
                  <a:lnTo>
                    <a:pt x="4170581" y="627476"/>
                  </a:lnTo>
                  <a:lnTo>
                    <a:pt x="4170768" y="633131"/>
                  </a:lnTo>
                  <a:lnTo>
                    <a:pt x="4170955" y="641254"/>
                  </a:lnTo>
                  <a:lnTo>
                    <a:pt x="4171142" y="649898"/>
                  </a:lnTo>
                  <a:lnTo>
                    <a:pt x="4171329" y="659114"/>
                  </a:lnTo>
                  <a:lnTo>
                    <a:pt x="4171516" y="667620"/>
                  </a:lnTo>
                  <a:lnTo>
                    <a:pt x="4171703" y="676106"/>
                  </a:lnTo>
                  <a:lnTo>
                    <a:pt x="4171890" y="683012"/>
                  </a:lnTo>
                  <a:lnTo>
                    <a:pt x="4172077" y="689769"/>
                  </a:lnTo>
                  <a:lnTo>
                    <a:pt x="4172263" y="696829"/>
                  </a:lnTo>
                  <a:lnTo>
                    <a:pt x="4172450" y="704959"/>
                  </a:lnTo>
                  <a:lnTo>
                    <a:pt x="4172637" y="713947"/>
                  </a:lnTo>
                  <a:lnTo>
                    <a:pt x="4172824" y="722997"/>
                  </a:lnTo>
                  <a:lnTo>
                    <a:pt x="4173011" y="732710"/>
                  </a:lnTo>
                  <a:lnTo>
                    <a:pt x="4173198" y="741709"/>
                  </a:lnTo>
                  <a:lnTo>
                    <a:pt x="4173385" y="750235"/>
                  </a:lnTo>
                  <a:lnTo>
                    <a:pt x="4173572" y="758293"/>
                  </a:lnTo>
                  <a:lnTo>
                    <a:pt x="4173759" y="766625"/>
                  </a:lnTo>
                  <a:lnTo>
                    <a:pt x="4173946" y="774825"/>
                  </a:lnTo>
                  <a:lnTo>
                    <a:pt x="4174133" y="786273"/>
                  </a:lnTo>
                  <a:lnTo>
                    <a:pt x="4174320" y="794991"/>
                  </a:lnTo>
                  <a:lnTo>
                    <a:pt x="4174506" y="802542"/>
                  </a:lnTo>
                  <a:lnTo>
                    <a:pt x="4174693" y="809995"/>
                  </a:lnTo>
                  <a:lnTo>
                    <a:pt x="4174880" y="813567"/>
                  </a:lnTo>
                  <a:lnTo>
                    <a:pt x="4175067" y="817168"/>
                  </a:lnTo>
                  <a:lnTo>
                    <a:pt x="4175254" y="819899"/>
                  </a:lnTo>
                  <a:lnTo>
                    <a:pt x="4175441" y="820918"/>
                  </a:lnTo>
                  <a:lnTo>
                    <a:pt x="4175628" y="822154"/>
                  </a:lnTo>
                  <a:lnTo>
                    <a:pt x="4175815" y="823979"/>
                  </a:lnTo>
                  <a:lnTo>
                    <a:pt x="4176002" y="825882"/>
                  </a:lnTo>
                  <a:lnTo>
                    <a:pt x="4176189" y="826648"/>
                  </a:lnTo>
                  <a:lnTo>
                    <a:pt x="4176376" y="826318"/>
                  </a:lnTo>
                  <a:lnTo>
                    <a:pt x="4176563" y="823983"/>
                  </a:lnTo>
                  <a:lnTo>
                    <a:pt x="4176750" y="820169"/>
                  </a:lnTo>
                  <a:lnTo>
                    <a:pt x="4176936" y="813782"/>
                  </a:lnTo>
                  <a:lnTo>
                    <a:pt x="4177123" y="807802"/>
                  </a:lnTo>
                  <a:lnTo>
                    <a:pt x="4177310" y="800894"/>
                  </a:lnTo>
                  <a:lnTo>
                    <a:pt x="4177497" y="792087"/>
                  </a:lnTo>
                  <a:lnTo>
                    <a:pt x="4177684" y="784498"/>
                  </a:lnTo>
                  <a:lnTo>
                    <a:pt x="4177871" y="777667"/>
                  </a:lnTo>
                  <a:lnTo>
                    <a:pt x="4178058" y="771467"/>
                  </a:lnTo>
                  <a:lnTo>
                    <a:pt x="4178245" y="764637"/>
                  </a:lnTo>
                  <a:lnTo>
                    <a:pt x="4178432" y="758028"/>
                  </a:lnTo>
                  <a:lnTo>
                    <a:pt x="4178619" y="751106"/>
                  </a:lnTo>
                  <a:lnTo>
                    <a:pt x="4178806" y="743515"/>
                  </a:lnTo>
                  <a:lnTo>
                    <a:pt x="4178993" y="735974"/>
                  </a:lnTo>
                  <a:lnTo>
                    <a:pt x="4179180" y="729261"/>
                  </a:lnTo>
                  <a:lnTo>
                    <a:pt x="4179366" y="723507"/>
                  </a:lnTo>
                  <a:lnTo>
                    <a:pt x="4179553" y="717705"/>
                  </a:lnTo>
                  <a:lnTo>
                    <a:pt x="4179740" y="711538"/>
                  </a:lnTo>
                  <a:lnTo>
                    <a:pt x="4179927" y="705199"/>
                  </a:lnTo>
                  <a:lnTo>
                    <a:pt x="4180114" y="698538"/>
                  </a:lnTo>
                  <a:lnTo>
                    <a:pt x="4180301" y="691467"/>
                  </a:lnTo>
                  <a:lnTo>
                    <a:pt x="4180488" y="684219"/>
                  </a:lnTo>
                  <a:lnTo>
                    <a:pt x="4180675" y="676352"/>
                  </a:lnTo>
                  <a:lnTo>
                    <a:pt x="4180862" y="667920"/>
                  </a:lnTo>
                  <a:lnTo>
                    <a:pt x="4181049" y="657535"/>
                  </a:lnTo>
                  <a:lnTo>
                    <a:pt x="4181236" y="646483"/>
                  </a:lnTo>
                  <a:lnTo>
                    <a:pt x="4181423" y="634378"/>
                  </a:lnTo>
                  <a:lnTo>
                    <a:pt x="4181609" y="622657"/>
                  </a:lnTo>
                  <a:lnTo>
                    <a:pt x="4181796" y="612438"/>
                  </a:lnTo>
                  <a:lnTo>
                    <a:pt x="4181983" y="602422"/>
                  </a:lnTo>
                  <a:lnTo>
                    <a:pt x="4182170" y="592222"/>
                  </a:lnTo>
                  <a:lnTo>
                    <a:pt x="4182357" y="582202"/>
                  </a:lnTo>
                  <a:lnTo>
                    <a:pt x="4182544" y="570907"/>
                  </a:lnTo>
                  <a:lnTo>
                    <a:pt x="4182731" y="560032"/>
                  </a:lnTo>
                  <a:lnTo>
                    <a:pt x="4182918" y="549347"/>
                  </a:lnTo>
                  <a:lnTo>
                    <a:pt x="4183105" y="539924"/>
                  </a:lnTo>
                  <a:lnTo>
                    <a:pt x="4183292" y="529492"/>
                  </a:lnTo>
                  <a:lnTo>
                    <a:pt x="4183479" y="519108"/>
                  </a:lnTo>
                  <a:lnTo>
                    <a:pt x="4183666" y="509784"/>
                  </a:lnTo>
                  <a:lnTo>
                    <a:pt x="4183853" y="501713"/>
                  </a:lnTo>
                  <a:lnTo>
                    <a:pt x="4184039" y="494509"/>
                  </a:lnTo>
                  <a:lnTo>
                    <a:pt x="4184226" y="487187"/>
                  </a:lnTo>
                  <a:lnTo>
                    <a:pt x="4184413" y="479512"/>
                  </a:lnTo>
                  <a:lnTo>
                    <a:pt x="4184600" y="471647"/>
                  </a:lnTo>
                  <a:lnTo>
                    <a:pt x="4184787" y="463394"/>
                  </a:lnTo>
                  <a:lnTo>
                    <a:pt x="4184974" y="455688"/>
                  </a:lnTo>
                  <a:lnTo>
                    <a:pt x="4185161" y="449518"/>
                  </a:lnTo>
                  <a:lnTo>
                    <a:pt x="4185348" y="443321"/>
                  </a:lnTo>
                  <a:lnTo>
                    <a:pt x="4185535" y="436752"/>
                  </a:lnTo>
                  <a:lnTo>
                    <a:pt x="4185722" y="430348"/>
                  </a:lnTo>
                  <a:lnTo>
                    <a:pt x="4185909" y="424422"/>
                  </a:lnTo>
                  <a:lnTo>
                    <a:pt x="4186096" y="419644"/>
                  </a:lnTo>
                  <a:lnTo>
                    <a:pt x="4186283" y="415929"/>
                  </a:lnTo>
                  <a:lnTo>
                    <a:pt x="4186469" y="412538"/>
                  </a:lnTo>
                  <a:lnTo>
                    <a:pt x="4186656" y="409408"/>
                  </a:lnTo>
                  <a:lnTo>
                    <a:pt x="4186843" y="408675"/>
                  </a:lnTo>
                  <a:lnTo>
                    <a:pt x="4187030" y="410282"/>
                  </a:lnTo>
                  <a:lnTo>
                    <a:pt x="4187217" y="410727"/>
                  </a:lnTo>
                  <a:lnTo>
                    <a:pt x="4187404" y="413443"/>
                  </a:lnTo>
                  <a:lnTo>
                    <a:pt x="4187591" y="416141"/>
                  </a:lnTo>
                  <a:lnTo>
                    <a:pt x="4187778" y="420001"/>
                  </a:lnTo>
                  <a:lnTo>
                    <a:pt x="4187965" y="423483"/>
                  </a:lnTo>
                  <a:lnTo>
                    <a:pt x="4188152" y="427832"/>
                  </a:lnTo>
                  <a:lnTo>
                    <a:pt x="4188339" y="431538"/>
                  </a:lnTo>
                  <a:lnTo>
                    <a:pt x="4188526" y="435488"/>
                  </a:lnTo>
                  <a:lnTo>
                    <a:pt x="4188712" y="439078"/>
                  </a:lnTo>
                  <a:lnTo>
                    <a:pt x="4188899" y="442783"/>
                  </a:lnTo>
                  <a:lnTo>
                    <a:pt x="4189086" y="445625"/>
                  </a:lnTo>
                  <a:lnTo>
                    <a:pt x="4189273" y="447759"/>
                  </a:lnTo>
                  <a:lnTo>
                    <a:pt x="4189460" y="449959"/>
                  </a:lnTo>
                  <a:lnTo>
                    <a:pt x="4189647" y="451449"/>
                  </a:lnTo>
                  <a:lnTo>
                    <a:pt x="4189834" y="453884"/>
                  </a:lnTo>
                  <a:lnTo>
                    <a:pt x="4190021" y="456254"/>
                  </a:lnTo>
                  <a:lnTo>
                    <a:pt x="4190208" y="457465"/>
                  </a:lnTo>
                  <a:lnTo>
                    <a:pt x="4190395" y="458172"/>
                  </a:lnTo>
                  <a:lnTo>
                    <a:pt x="4190582" y="459652"/>
                  </a:lnTo>
                  <a:lnTo>
                    <a:pt x="4190769" y="461197"/>
                  </a:lnTo>
                  <a:lnTo>
                    <a:pt x="4190956" y="461869"/>
                  </a:lnTo>
                  <a:lnTo>
                    <a:pt x="4191142" y="463038"/>
                  </a:lnTo>
                  <a:lnTo>
                    <a:pt x="4191329" y="463861"/>
                  </a:lnTo>
                  <a:lnTo>
                    <a:pt x="4191516" y="464993"/>
                  </a:lnTo>
                  <a:lnTo>
                    <a:pt x="4191703" y="464455"/>
                  </a:lnTo>
                  <a:lnTo>
                    <a:pt x="4191890" y="462581"/>
                  </a:lnTo>
                  <a:lnTo>
                    <a:pt x="4192077" y="461634"/>
                  </a:lnTo>
                  <a:lnTo>
                    <a:pt x="4192264" y="460394"/>
                  </a:lnTo>
                  <a:lnTo>
                    <a:pt x="4192451" y="458536"/>
                  </a:lnTo>
                  <a:lnTo>
                    <a:pt x="4192638" y="454746"/>
                  </a:lnTo>
                  <a:lnTo>
                    <a:pt x="4192825" y="451040"/>
                  </a:lnTo>
                  <a:lnTo>
                    <a:pt x="4193012" y="447141"/>
                  </a:lnTo>
                  <a:lnTo>
                    <a:pt x="4193199" y="442974"/>
                  </a:lnTo>
                  <a:lnTo>
                    <a:pt x="4193385" y="439112"/>
                  </a:lnTo>
                  <a:lnTo>
                    <a:pt x="4193572" y="434469"/>
                  </a:lnTo>
                  <a:lnTo>
                    <a:pt x="4193759" y="429330"/>
                  </a:lnTo>
                  <a:lnTo>
                    <a:pt x="4193946" y="427010"/>
                  </a:lnTo>
                  <a:lnTo>
                    <a:pt x="4194133" y="425036"/>
                  </a:lnTo>
                  <a:lnTo>
                    <a:pt x="4194320" y="423871"/>
                  </a:lnTo>
                  <a:lnTo>
                    <a:pt x="4194507" y="424430"/>
                  </a:lnTo>
                  <a:lnTo>
                    <a:pt x="4194694" y="426374"/>
                  </a:lnTo>
                  <a:lnTo>
                    <a:pt x="4194881" y="429119"/>
                  </a:lnTo>
                  <a:lnTo>
                    <a:pt x="4195068" y="432604"/>
                  </a:lnTo>
                  <a:lnTo>
                    <a:pt x="4195255" y="436395"/>
                  </a:lnTo>
                  <a:lnTo>
                    <a:pt x="4195442" y="442086"/>
                  </a:lnTo>
                  <a:lnTo>
                    <a:pt x="4195629" y="448411"/>
                  </a:lnTo>
                  <a:lnTo>
                    <a:pt x="4195815" y="454783"/>
                  </a:lnTo>
                  <a:lnTo>
                    <a:pt x="4196002" y="460245"/>
                  </a:lnTo>
                  <a:lnTo>
                    <a:pt x="4196189" y="465259"/>
                  </a:lnTo>
                  <a:lnTo>
                    <a:pt x="4196376" y="470440"/>
                  </a:lnTo>
                  <a:lnTo>
                    <a:pt x="4196563" y="474388"/>
                  </a:lnTo>
                  <a:lnTo>
                    <a:pt x="4196750" y="477523"/>
                  </a:lnTo>
                  <a:lnTo>
                    <a:pt x="4196937" y="480206"/>
                  </a:lnTo>
                  <a:lnTo>
                    <a:pt x="4197124" y="482242"/>
                  </a:lnTo>
                  <a:lnTo>
                    <a:pt x="4197311" y="485096"/>
                  </a:lnTo>
                  <a:lnTo>
                    <a:pt x="4197498" y="485971"/>
                  </a:lnTo>
                  <a:lnTo>
                    <a:pt x="4197685" y="486962"/>
                  </a:lnTo>
                  <a:lnTo>
                    <a:pt x="4197872" y="487669"/>
                  </a:lnTo>
                  <a:lnTo>
                    <a:pt x="4198059" y="488007"/>
                  </a:lnTo>
                  <a:lnTo>
                    <a:pt x="4198245" y="488928"/>
                  </a:lnTo>
                  <a:lnTo>
                    <a:pt x="4198432" y="490894"/>
                  </a:lnTo>
                  <a:lnTo>
                    <a:pt x="4198619" y="494168"/>
                  </a:lnTo>
                  <a:lnTo>
                    <a:pt x="4198806" y="497089"/>
                  </a:lnTo>
                  <a:lnTo>
                    <a:pt x="4198993" y="501541"/>
                  </a:lnTo>
                  <a:lnTo>
                    <a:pt x="4199180" y="507893"/>
                  </a:lnTo>
                  <a:lnTo>
                    <a:pt x="4199367" y="517255"/>
                  </a:lnTo>
                  <a:lnTo>
                    <a:pt x="4199554" y="528101"/>
                  </a:lnTo>
                  <a:lnTo>
                    <a:pt x="4199741" y="540272"/>
                  </a:lnTo>
                  <a:lnTo>
                    <a:pt x="4199928" y="553889"/>
                  </a:lnTo>
                  <a:lnTo>
                    <a:pt x="4200115" y="568502"/>
                  </a:lnTo>
                  <a:lnTo>
                    <a:pt x="4200302" y="583642"/>
                  </a:lnTo>
                  <a:lnTo>
                    <a:pt x="4200488" y="598264"/>
                  </a:lnTo>
                  <a:lnTo>
                    <a:pt x="4200675" y="613974"/>
                  </a:lnTo>
                  <a:lnTo>
                    <a:pt x="4200862" y="629303"/>
                  </a:lnTo>
                  <a:lnTo>
                    <a:pt x="4201049" y="644110"/>
                  </a:lnTo>
                  <a:lnTo>
                    <a:pt x="4201236" y="658285"/>
                  </a:lnTo>
                  <a:lnTo>
                    <a:pt x="4201423" y="673617"/>
                  </a:lnTo>
                  <a:lnTo>
                    <a:pt x="4201610" y="689465"/>
                  </a:lnTo>
                  <a:lnTo>
                    <a:pt x="4201797" y="705483"/>
                  </a:lnTo>
                  <a:lnTo>
                    <a:pt x="4201984" y="721818"/>
                  </a:lnTo>
                  <a:lnTo>
                    <a:pt x="4202171" y="736315"/>
                  </a:lnTo>
                  <a:lnTo>
                    <a:pt x="4202358" y="750552"/>
                  </a:lnTo>
                  <a:lnTo>
                    <a:pt x="4202545" y="764919"/>
                  </a:lnTo>
                  <a:lnTo>
                    <a:pt x="4202732" y="778899"/>
                  </a:lnTo>
                  <a:lnTo>
                    <a:pt x="4202918" y="793950"/>
                  </a:lnTo>
                  <a:lnTo>
                    <a:pt x="4203105" y="807329"/>
                  </a:lnTo>
                  <a:lnTo>
                    <a:pt x="4203292" y="820034"/>
                  </a:lnTo>
                  <a:lnTo>
                    <a:pt x="4203479" y="833001"/>
                  </a:lnTo>
                  <a:lnTo>
                    <a:pt x="4203666" y="845844"/>
                  </a:lnTo>
                  <a:lnTo>
                    <a:pt x="4203853" y="858480"/>
                  </a:lnTo>
                  <a:lnTo>
                    <a:pt x="4204040" y="871140"/>
                  </a:lnTo>
                  <a:lnTo>
                    <a:pt x="4204227" y="881020"/>
                  </a:lnTo>
                  <a:lnTo>
                    <a:pt x="4204414" y="889892"/>
                  </a:lnTo>
                  <a:lnTo>
                    <a:pt x="4204601" y="896106"/>
                  </a:lnTo>
                  <a:lnTo>
                    <a:pt x="4204788" y="901130"/>
                  </a:lnTo>
                  <a:lnTo>
                    <a:pt x="4204975" y="904138"/>
                  </a:lnTo>
                  <a:lnTo>
                    <a:pt x="4205161" y="906281"/>
                  </a:lnTo>
                  <a:lnTo>
                    <a:pt x="4205348" y="906377"/>
                  </a:lnTo>
                  <a:lnTo>
                    <a:pt x="4205535" y="905009"/>
                  </a:lnTo>
                  <a:lnTo>
                    <a:pt x="4205722" y="899904"/>
                  </a:lnTo>
                  <a:lnTo>
                    <a:pt x="4205909" y="892100"/>
                  </a:lnTo>
                  <a:lnTo>
                    <a:pt x="4206096" y="882395"/>
                  </a:lnTo>
                  <a:lnTo>
                    <a:pt x="4206283" y="870447"/>
                  </a:lnTo>
                  <a:lnTo>
                    <a:pt x="4206470" y="858333"/>
                  </a:lnTo>
                  <a:lnTo>
                    <a:pt x="4206657" y="846188"/>
                  </a:lnTo>
                  <a:lnTo>
                    <a:pt x="4206844" y="834110"/>
                  </a:lnTo>
                  <a:lnTo>
                    <a:pt x="4207031" y="822828"/>
                  </a:lnTo>
                  <a:lnTo>
                    <a:pt x="4207218" y="812065"/>
                  </a:lnTo>
                  <a:lnTo>
                    <a:pt x="4207405" y="802280"/>
                  </a:lnTo>
                  <a:lnTo>
                    <a:pt x="4207591" y="793408"/>
                  </a:lnTo>
                  <a:lnTo>
                    <a:pt x="4207778" y="785620"/>
                  </a:lnTo>
                  <a:lnTo>
                    <a:pt x="4207965" y="776673"/>
                  </a:lnTo>
                  <a:lnTo>
                    <a:pt x="4208152" y="767675"/>
                  </a:lnTo>
                  <a:lnTo>
                    <a:pt x="4208339" y="759138"/>
                  </a:lnTo>
                  <a:lnTo>
                    <a:pt x="4208526" y="750976"/>
                  </a:lnTo>
                  <a:lnTo>
                    <a:pt x="4208713" y="743998"/>
                  </a:lnTo>
                  <a:lnTo>
                    <a:pt x="4208900" y="737152"/>
                  </a:lnTo>
                  <a:lnTo>
                    <a:pt x="4209087" y="730730"/>
                  </a:lnTo>
                  <a:lnTo>
                    <a:pt x="4209274" y="725280"/>
                  </a:lnTo>
                  <a:lnTo>
                    <a:pt x="4209461" y="719321"/>
                  </a:lnTo>
                  <a:lnTo>
                    <a:pt x="4209648" y="712529"/>
                  </a:lnTo>
                  <a:lnTo>
                    <a:pt x="4209835" y="706283"/>
                  </a:lnTo>
                  <a:lnTo>
                    <a:pt x="4210021" y="697681"/>
                  </a:lnTo>
                  <a:lnTo>
                    <a:pt x="4210208" y="688327"/>
                  </a:lnTo>
                  <a:lnTo>
                    <a:pt x="4210395" y="676325"/>
                  </a:lnTo>
                  <a:lnTo>
                    <a:pt x="4210582" y="666271"/>
                  </a:lnTo>
                  <a:lnTo>
                    <a:pt x="4210769" y="656799"/>
                  </a:lnTo>
                  <a:lnTo>
                    <a:pt x="4210956" y="648443"/>
                  </a:lnTo>
                  <a:lnTo>
                    <a:pt x="4211143" y="639005"/>
                  </a:lnTo>
                  <a:lnTo>
                    <a:pt x="4211330" y="629935"/>
                  </a:lnTo>
                  <a:lnTo>
                    <a:pt x="4211517" y="620364"/>
                  </a:lnTo>
                  <a:lnTo>
                    <a:pt x="4211704" y="611260"/>
                  </a:lnTo>
                  <a:lnTo>
                    <a:pt x="4211891" y="603423"/>
                  </a:lnTo>
                  <a:lnTo>
                    <a:pt x="4212078" y="595946"/>
                  </a:lnTo>
                  <a:lnTo>
                    <a:pt x="4212264" y="590033"/>
                  </a:lnTo>
                  <a:lnTo>
                    <a:pt x="4212451" y="584995"/>
                  </a:lnTo>
                  <a:lnTo>
                    <a:pt x="4212638" y="579265"/>
                  </a:lnTo>
                  <a:lnTo>
                    <a:pt x="4212825" y="575315"/>
                  </a:lnTo>
                  <a:lnTo>
                    <a:pt x="4213012" y="571699"/>
                  </a:lnTo>
                  <a:lnTo>
                    <a:pt x="4213199" y="567221"/>
                  </a:lnTo>
                  <a:lnTo>
                    <a:pt x="4213386" y="563688"/>
                  </a:lnTo>
                  <a:lnTo>
                    <a:pt x="4213573" y="561785"/>
                  </a:lnTo>
                  <a:lnTo>
                    <a:pt x="4213760" y="561904"/>
                  </a:lnTo>
                  <a:lnTo>
                    <a:pt x="4213947" y="564235"/>
                  </a:lnTo>
                  <a:lnTo>
                    <a:pt x="4214134" y="567795"/>
                  </a:lnTo>
                  <a:lnTo>
                    <a:pt x="4214321" y="573926"/>
                  </a:lnTo>
                  <a:lnTo>
                    <a:pt x="4214508" y="579898"/>
                  </a:lnTo>
                  <a:lnTo>
                    <a:pt x="4214694" y="587409"/>
                  </a:lnTo>
                  <a:lnTo>
                    <a:pt x="4214881" y="594776"/>
                  </a:lnTo>
                  <a:lnTo>
                    <a:pt x="4215068" y="602183"/>
                  </a:lnTo>
                  <a:lnTo>
                    <a:pt x="4215255" y="606286"/>
                  </a:lnTo>
                  <a:lnTo>
                    <a:pt x="4215442" y="608914"/>
                  </a:lnTo>
                  <a:lnTo>
                    <a:pt x="4215629" y="611735"/>
                  </a:lnTo>
                  <a:lnTo>
                    <a:pt x="4215816" y="615674"/>
                  </a:lnTo>
                  <a:lnTo>
                    <a:pt x="4216003" y="619260"/>
                  </a:lnTo>
                  <a:lnTo>
                    <a:pt x="4216190" y="623800"/>
                  </a:lnTo>
                  <a:lnTo>
                    <a:pt x="4216377" y="628151"/>
                  </a:lnTo>
                  <a:lnTo>
                    <a:pt x="4216564" y="631572"/>
                  </a:lnTo>
                  <a:lnTo>
                    <a:pt x="4216751" y="634018"/>
                  </a:lnTo>
                  <a:lnTo>
                    <a:pt x="4216938" y="636527"/>
                  </a:lnTo>
                  <a:lnTo>
                    <a:pt x="4217124" y="640128"/>
                  </a:lnTo>
                  <a:lnTo>
                    <a:pt x="4217311" y="643265"/>
                  </a:lnTo>
                  <a:lnTo>
                    <a:pt x="4217498" y="645952"/>
                  </a:lnTo>
                  <a:lnTo>
                    <a:pt x="4217685" y="649427"/>
                  </a:lnTo>
                  <a:lnTo>
                    <a:pt x="4217872" y="652660"/>
                  </a:lnTo>
                  <a:lnTo>
                    <a:pt x="4218059" y="656057"/>
                  </a:lnTo>
                  <a:lnTo>
                    <a:pt x="4218246" y="660262"/>
                  </a:lnTo>
                  <a:lnTo>
                    <a:pt x="4218433" y="666932"/>
                  </a:lnTo>
                  <a:lnTo>
                    <a:pt x="4218620" y="674749"/>
                  </a:lnTo>
                  <a:lnTo>
                    <a:pt x="4218807" y="684040"/>
                  </a:lnTo>
                  <a:lnTo>
                    <a:pt x="4218994" y="694072"/>
                  </a:lnTo>
                  <a:lnTo>
                    <a:pt x="4219181" y="704193"/>
                  </a:lnTo>
                  <a:lnTo>
                    <a:pt x="4219367" y="715505"/>
                  </a:lnTo>
                  <a:lnTo>
                    <a:pt x="4219554" y="726481"/>
                  </a:lnTo>
                  <a:lnTo>
                    <a:pt x="4219741" y="736945"/>
                  </a:lnTo>
                  <a:lnTo>
                    <a:pt x="4219928" y="747900"/>
                  </a:lnTo>
                  <a:lnTo>
                    <a:pt x="4220115" y="758204"/>
                  </a:lnTo>
                  <a:lnTo>
                    <a:pt x="4220302" y="768421"/>
                  </a:lnTo>
                  <a:lnTo>
                    <a:pt x="4220489" y="777491"/>
                  </a:lnTo>
                  <a:lnTo>
                    <a:pt x="4220676" y="787558"/>
                  </a:lnTo>
                  <a:lnTo>
                    <a:pt x="4220863" y="797308"/>
                  </a:lnTo>
                  <a:lnTo>
                    <a:pt x="4221050" y="805742"/>
                  </a:lnTo>
                  <a:lnTo>
                    <a:pt x="4221237" y="812856"/>
                  </a:lnTo>
                  <a:lnTo>
                    <a:pt x="4221424" y="818841"/>
                  </a:lnTo>
                  <a:lnTo>
                    <a:pt x="4221611" y="824230"/>
                  </a:lnTo>
                  <a:lnTo>
                    <a:pt x="4221797" y="829999"/>
                  </a:lnTo>
                  <a:lnTo>
                    <a:pt x="4221984" y="835139"/>
                  </a:lnTo>
                  <a:lnTo>
                    <a:pt x="4222171" y="840380"/>
                  </a:lnTo>
                  <a:lnTo>
                    <a:pt x="4222358" y="845273"/>
                  </a:lnTo>
                  <a:lnTo>
                    <a:pt x="4222545" y="849393"/>
                  </a:lnTo>
                  <a:lnTo>
                    <a:pt x="4222732" y="854525"/>
                  </a:lnTo>
                  <a:lnTo>
                    <a:pt x="4222919" y="860602"/>
                  </a:lnTo>
                  <a:lnTo>
                    <a:pt x="4223106" y="867524"/>
                  </a:lnTo>
                  <a:lnTo>
                    <a:pt x="4223293" y="875510"/>
                  </a:lnTo>
                  <a:lnTo>
                    <a:pt x="4223480" y="883120"/>
                  </a:lnTo>
                  <a:lnTo>
                    <a:pt x="4223667" y="891712"/>
                  </a:lnTo>
                  <a:lnTo>
                    <a:pt x="4223854" y="899998"/>
                  </a:lnTo>
                  <a:lnTo>
                    <a:pt x="4224040" y="908010"/>
                  </a:lnTo>
                  <a:lnTo>
                    <a:pt x="4224227" y="914918"/>
                  </a:lnTo>
                  <a:lnTo>
                    <a:pt x="4224414" y="920251"/>
                  </a:lnTo>
                  <a:lnTo>
                    <a:pt x="4224601" y="924941"/>
                  </a:lnTo>
                  <a:lnTo>
                    <a:pt x="4224788" y="927807"/>
                  </a:lnTo>
                  <a:lnTo>
                    <a:pt x="4224975" y="930425"/>
                  </a:lnTo>
                  <a:lnTo>
                    <a:pt x="4225162" y="932817"/>
                  </a:lnTo>
                  <a:lnTo>
                    <a:pt x="4225349" y="933603"/>
                  </a:lnTo>
                  <a:lnTo>
                    <a:pt x="4225536" y="933048"/>
                  </a:lnTo>
                  <a:lnTo>
                    <a:pt x="4225723" y="931427"/>
                  </a:lnTo>
                  <a:lnTo>
                    <a:pt x="4225910" y="930942"/>
                  </a:lnTo>
                  <a:lnTo>
                    <a:pt x="4226097" y="930331"/>
                  </a:lnTo>
                  <a:lnTo>
                    <a:pt x="4226284" y="928973"/>
                  </a:lnTo>
                  <a:lnTo>
                    <a:pt x="4226470" y="928325"/>
                  </a:lnTo>
                  <a:lnTo>
                    <a:pt x="4226657" y="926161"/>
                  </a:lnTo>
                  <a:lnTo>
                    <a:pt x="4226844" y="924171"/>
                  </a:lnTo>
                  <a:lnTo>
                    <a:pt x="4227031" y="922440"/>
                  </a:lnTo>
                  <a:lnTo>
                    <a:pt x="4227218" y="919846"/>
                  </a:lnTo>
                  <a:lnTo>
                    <a:pt x="4227405" y="915691"/>
                  </a:lnTo>
                  <a:lnTo>
                    <a:pt x="4227592" y="910681"/>
                  </a:lnTo>
                  <a:lnTo>
                    <a:pt x="4227779" y="905909"/>
                  </a:lnTo>
                  <a:lnTo>
                    <a:pt x="4227966" y="899935"/>
                  </a:lnTo>
                  <a:lnTo>
                    <a:pt x="4228153" y="894989"/>
                  </a:lnTo>
                  <a:lnTo>
                    <a:pt x="4228340" y="890811"/>
                  </a:lnTo>
                  <a:lnTo>
                    <a:pt x="4228527" y="885799"/>
                  </a:lnTo>
                  <a:lnTo>
                    <a:pt x="4228714" y="881359"/>
                  </a:lnTo>
                  <a:lnTo>
                    <a:pt x="4228900" y="876957"/>
                  </a:lnTo>
                  <a:lnTo>
                    <a:pt x="4229087" y="873322"/>
                  </a:lnTo>
                  <a:lnTo>
                    <a:pt x="4229274" y="870229"/>
                  </a:lnTo>
                  <a:lnTo>
                    <a:pt x="4229461" y="866194"/>
                  </a:lnTo>
                  <a:lnTo>
                    <a:pt x="4229648" y="863053"/>
                  </a:lnTo>
                  <a:lnTo>
                    <a:pt x="4229835" y="860222"/>
                  </a:lnTo>
                  <a:lnTo>
                    <a:pt x="4230022" y="859275"/>
                  </a:lnTo>
                  <a:lnTo>
                    <a:pt x="4230209" y="858806"/>
                  </a:lnTo>
                  <a:lnTo>
                    <a:pt x="4230396" y="859216"/>
                  </a:lnTo>
                  <a:lnTo>
                    <a:pt x="4230583" y="859886"/>
                  </a:lnTo>
                  <a:lnTo>
                    <a:pt x="4230770" y="861115"/>
                  </a:lnTo>
                  <a:lnTo>
                    <a:pt x="4230957" y="861806"/>
                  </a:lnTo>
                  <a:lnTo>
                    <a:pt x="4231143" y="863842"/>
                  </a:lnTo>
                  <a:lnTo>
                    <a:pt x="4231330" y="864975"/>
                  </a:lnTo>
                  <a:lnTo>
                    <a:pt x="4231517" y="866544"/>
                  </a:lnTo>
                  <a:lnTo>
                    <a:pt x="4231704" y="868809"/>
                  </a:lnTo>
                  <a:lnTo>
                    <a:pt x="4231891" y="871046"/>
                  </a:lnTo>
                  <a:lnTo>
                    <a:pt x="4232078" y="872946"/>
                  </a:lnTo>
                  <a:lnTo>
                    <a:pt x="4232265" y="874635"/>
                  </a:lnTo>
                  <a:lnTo>
                    <a:pt x="4232452" y="876985"/>
                  </a:lnTo>
                  <a:lnTo>
                    <a:pt x="4232639" y="880930"/>
                  </a:lnTo>
                  <a:lnTo>
                    <a:pt x="4232826" y="883189"/>
                  </a:lnTo>
                  <a:lnTo>
                    <a:pt x="4233013" y="884243"/>
                  </a:lnTo>
                  <a:lnTo>
                    <a:pt x="4233200" y="885403"/>
                  </a:lnTo>
                  <a:lnTo>
                    <a:pt x="4233387" y="887481"/>
                  </a:lnTo>
                  <a:lnTo>
                    <a:pt x="4233573" y="888295"/>
                  </a:lnTo>
                  <a:lnTo>
                    <a:pt x="4233760" y="888082"/>
                  </a:lnTo>
                  <a:lnTo>
                    <a:pt x="4233947" y="886671"/>
                  </a:lnTo>
                  <a:lnTo>
                    <a:pt x="4234134" y="884707"/>
                  </a:lnTo>
                  <a:lnTo>
                    <a:pt x="4234321" y="882190"/>
                  </a:lnTo>
                  <a:lnTo>
                    <a:pt x="4234508" y="881140"/>
                  </a:lnTo>
                  <a:lnTo>
                    <a:pt x="4234695" y="879978"/>
                  </a:lnTo>
                  <a:lnTo>
                    <a:pt x="4234882" y="879664"/>
                  </a:lnTo>
                  <a:lnTo>
                    <a:pt x="4235069" y="879435"/>
                  </a:lnTo>
                  <a:lnTo>
                    <a:pt x="4235256" y="879845"/>
                  </a:lnTo>
                  <a:lnTo>
                    <a:pt x="4235443" y="880137"/>
                  </a:lnTo>
                  <a:lnTo>
                    <a:pt x="4235630" y="879511"/>
                  </a:lnTo>
                  <a:lnTo>
                    <a:pt x="4235817" y="878662"/>
                  </a:lnTo>
                  <a:lnTo>
                    <a:pt x="4236003" y="877942"/>
                  </a:lnTo>
                  <a:lnTo>
                    <a:pt x="4236190" y="876137"/>
                  </a:lnTo>
                  <a:lnTo>
                    <a:pt x="4236377" y="875068"/>
                  </a:lnTo>
                  <a:lnTo>
                    <a:pt x="4236564" y="873596"/>
                  </a:lnTo>
                  <a:lnTo>
                    <a:pt x="4236751" y="871504"/>
                  </a:lnTo>
                  <a:lnTo>
                    <a:pt x="4236938" y="869249"/>
                  </a:lnTo>
                  <a:lnTo>
                    <a:pt x="4237125" y="866769"/>
                  </a:lnTo>
                  <a:lnTo>
                    <a:pt x="4237312" y="862616"/>
                  </a:lnTo>
                  <a:lnTo>
                    <a:pt x="4237499" y="856412"/>
                  </a:lnTo>
                  <a:lnTo>
                    <a:pt x="4237686" y="848958"/>
                  </a:lnTo>
                  <a:lnTo>
                    <a:pt x="4237873" y="840103"/>
                  </a:lnTo>
                  <a:lnTo>
                    <a:pt x="4238060" y="829977"/>
                  </a:lnTo>
                  <a:lnTo>
                    <a:pt x="4238246" y="819454"/>
                  </a:lnTo>
                  <a:lnTo>
                    <a:pt x="4238433" y="810640"/>
                  </a:lnTo>
                  <a:lnTo>
                    <a:pt x="4238620" y="802518"/>
                  </a:lnTo>
                  <a:lnTo>
                    <a:pt x="4238807" y="795088"/>
                  </a:lnTo>
                  <a:lnTo>
                    <a:pt x="4238994" y="788268"/>
                  </a:lnTo>
                  <a:lnTo>
                    <a:pt x="4239181" y="780924"/>
                  </a:lnTo>
                  <a:lnTo>
                    <a:pt x="4239368" y="773696"/>
                  </a:lnTo>
                  <a:lnTo>
                    <a:pt x="4239555" y="766113"/>
                  </a:lnTo>
                  <a:lnTo>
                    <a:pt x="4239742" y="758371"/>
                  </a:lnTo>
                  <a:lnTo>
                    <a:pt x="4239929" y="750061"/>
                  </a:lnTo>
                  <a:lnTo>
                    <a:pt x="4240116" y="742580"/>
                  </a:lnTo>
                  <a:lnTo>
                    <a:pt x="4240303" y="735803"/>
                  </a:lnTo>
                  <a:lnTo>
                    <a:pt x="4240490" y="729130"/>
                  </a:lnTo>
                  <a:lnTo>
                    <a:pt x="4240676" y="723641"/>
                  </a:lnTo>
                  <a:lnTo>
                    <a:pt x="4240863" y="718607"/>
                  </a:lnTo>
                  <a:lnTo>
                    <a:pt x="4241050" y="714958"/>
                  </a:lnTo>
                  <a:lnTo>
                    <a:pt x="4241237" y="712484"/>
                  </a:lnTo>
                  <a:lnTo>
                    <a:pt x="4241424" y="711083"/>
                  </a:lnTo>
                  <a:lnTo>
                    <a:pt x="4241611" y="710799"/>
                  </a:lnTo>
                  <a:lnTo>
                    <a:pt x="4241798" y="710869"/>
                  </a:lnTo>
                  <a:lnTo>
                    <a:pt x="4241985" y="712828"/>
                  </a:lnTo>
                  <a:lnTo>
                    <a:pt x="4242172" y="715531"/>
                  </a:lnTo>
                  <a:lnTo>
                    <a:pt x="4242359" y="720093"/>
                  </a:lnTo>
                  <a:lnTo>
                    <a:pt x="4242546" y="725382"/>
                  </a:lnTo>
                  <a:lnTo>
                    <a:pt x="4242733" y="730865"/>
                  </a:lnTo>
                  <a:lnTo>
                    <a:pt x="4242919" y="736817"/>
                  </a:lnTo>
                  <a:lnTo>
                    <a:pt x="4243106" y="743998"/>
                  </a:lnTo>
                  <a:lnTo>
                    <a:pt x="4243293" y="752833"/>
                  </a:lnTo>
                  <a:lnTo>
                    <a:pt x="4243480" y="762255"/>
                  </a:lnTo>
                  <a:lnTo>
                    <a:pt x="4243667" y="773416"/>
                  </a:lnTo>
                  <a:lnTo>
                    <a:pt x="4243854" y="784147"/>
                  </a:lnTo>
                  <a:lnTo>
                    <a:pt x="4244041" y="794294"/>
                  </a:lnTo>
                  <a:lnTo>
                    <a:pt x="4244228" y="804138"/>
                  </a:lnTo>
                  <a:lnTo>
                    <a:pt x="4244415" y="813470"/>
                  </a:lnTo>
                  <a:lnTo>
                    <a:pt x="4244602" y="822214"/>
                  </a:lnTo>
                  <a:lnTo>
                    <a:pt x="4244789" y="830403"/>
                  </a:lnTo>
                  <a:lnTo>
                    <a:pt x="4244976" y="837812"/>
                  </a:lnTo>
                  <a:lnTo>
                    <a:pt x="4245163" y="843744"/>
                  </a:lnTo>
                  <a:lnTo>
                    <a:pt x="4245349" y="850607"/>
                  </a:lnTo>
                  <a:lnTo>
                    <a:pt x="4245536" y="857225"/>
                  </a:lnTo>
                  <a:lnTo>
                    <a:pt x="4245723" y="863701"/>
                  </a:lnTo>
                  <a:lnTo>
                    <a:pt x="4245910" y="870544"/>
                  </a:lnTo>
                  <a:lnTo>
                    <a:pt x="4246097" y="877303"/>
                  </a:lnTo>
                  <a:lnTo>
                    <a:pt x="4246284" y="883809"/>
                  </a:lnTo>
                  <a:lnTo>
                    <a:pt x="4246471" y="889126"/>
                  </a:lnTo>
                  <a:lnTo>
                    <a:pt x="4246658" y="893313"/>
                  </a:lnTo>
                  <a:lnTo>
                    <a:pt x="4246845" y="897412"/>
                  </a:lnTo>
                  <a:lnTo>
                    <a:pt x="4247032" y="902108"/>
                  </a:lnTo>
                  <a:lnTo>
                    <a:pt x="4247219" y="906236"/>
                  </a:lnTo>
                  <a:lnTo>
                    <a:pt x="4247406" y="912636"/>
                  </a:lnTo>
                  <a:lnTo>
                    <a:pt x="4247593" y="919990"/>
                  </a:lnTo>
                  <a:lnTo>
                    <a:pt x="4247779" y="929121"/>
                  </a:lnTo>
                  <a:lnTo>
                    <a:pt x="4247966" y="937173"/>
                  </a:lnTo>
                  <a:lnTo>
                    <a:pt x="4248153" y="945533"/>
                  </a:lnTo>
                  <a:lnTo>
                    <a:pt x="4248340" y="952555"/>
                  </a:lnTo>
                  <a:lnTo>
                    <a:pt x="4248527" y="959875"/>
                  </a:lnTo>
                  <a:lnTo>
                    <a:pt x="4248714" y="968232"/>
                  </a:lnTo>
                  <a:lnTo>
                    <a:pt x="4248901" y="977049"/>
                  </a:lnTo>
                  <a:lnTo>
                    <a:pt x="4249088" y="985230"/>
                  </a:lnTo>
                  <a:lnTo>
                    <a:pt x="4249275" y="992864"/>
                  </a:lnTo>
                  <a:lnTo>
                    <a:pt x="4249462" y="1000363"/>
                  </a:lnTo>
                  <a:lnTo>
                    <a:pt x="4249649" y="1007503"/>
                  </a:lnTo>
                  <a:lnTo>
                    <a:pt x="4249836" y="1013567"/>
                  </a:lnTo>
                  <a:lnTo>
                    <a:pt x="4250022" y="1020766"/>
                  </a:lnTo>
                  <a:lnTo>
                    <a:pt x="4250209" y="1026568"/>
                  </a:lnTo>
                  <a:lnTo>
                    <a:pt x="4250396" y="1033285"/>
                  </a:lnTo>
                  <a:lnTo>
                    <a:pt x="4250583" y="1040754"/>
                  </a:lnTo>
                  <a:lnTo>
                    <a:pt x="4250770" y="1049058"/>
                  </a:lnTo>
                  <a:lnTo>
                    <a:pt x="4250957" y="1056901"/>
                  </a:lnTo>
                  <a:lnTo>
                    <a:pt x="4251144" y="1063454"/>
                  </a:lnTo>
                  <a:lnTo>
                    <a:pt x="4251331" y="1069123"/>
                  </a:lnTo>
                  <a:lnTo>
                    <a:pt x="4251518" y="1074695"/>
                  </a:lnTo>
                  <a:lnTo>
                    <a:pt x="4251705" y="1080106"/>
                  </a:lnTo>
                  <a:lnTo>
                    <a:pt x="4251892" y="1084914"/>
                  </a:lnTo>
                  <a:lnTo>
                    <a:pt x="4252079" y="1089348"/>
                  </a:lnTo>
                  <a:lnTo>
                    <a:pt x="4252266" y="1093926"/>
                  </a:lnTo>
                  <a:lnTo>
                    <a:pt x="4252452" y="1097570"/>
                  </a:lnTo>
                  <a:lnTo>
                    <a:pt x="4252639" y="1102155"/>
                  </a:lnTo>
                  <a:lnTo>
                    <a:pt x="4252826" y="1106833"/>
                  </a:lnTo>
                  <a:lnTo>
                    <a:pt x="4253013" y="1111682"/>
                  </a:lnTo>
                  <a:lnTo>
                    <a:pt x="4253200" y="1115908"/>
                  </a:lnTo>
                  <a:lnTo>
                    <a:pt x="4253387" y="1119338"/>
                  </a:lnTo>
                  <a:lnTo>
                    <a:pt x="4253574" y="1122183"/>
                  </a:lnTo>
                  <a:lnTo>
                    <a:pt x="4253761" y="1125072"/>
                  </a:lnTo>
                  <a:lnTo>
                    <a:pt x="4253948" y="1128354"/>
                  </a:lnTo>
                  <a:lnTo>
                    <a:pt x="4254135" y="1131447"/>
                  </a:lnTo>
                  <a:lnTo>
                    <a:pt x="4254322" y="1134852"/>
                  </a:lnTo>
                  <a:lnTo>
                    <a:pt x="4254509" y="1136982"/>
                  </a:lnTo>
                  <a:lnTo>
                    <a:pt x="4254696" y="1139288"/>
                  </a:lnTo>
                  <a:lnTo>
                    <a:pt x="4254882" y="1141981"/>
                  </a:lnTo>
                  <a:lnTo>
                    <a:pt x="4255069" y="1143619"/>
                  </a:lnTo>
                  <a:lnTo>
                    <a:pt x="4255256" y="1145909"/>
                  </a:lnTo>
                  <a:lnTo>
                    <a:pt x="4255443" y="1149033"/>
                  </a:lnTo>
                  <a:lnTo>
                    <a:pt x="4255630" y="1151647"/>
                  </a:lnTo>
                  <a:lnTo>
                    <a:pt x="4255817" y="1153312"/>
                  </a:lnTo>
                  <a:lnTo>
                    <a:pt x="4256004" y="1154491"/>
                  </a:lnTo>
                  <a:lnTo>
                    <a:pt x="4256191" y="1154686"/>
                  </a:lnTo>
                  <a:lnTo>
                    <a:pt x="4256378" y="1154329"/>
                  </a:lnTo>
                  <a:lnTo>
                    <a:pt x="4256565" y="1153948"/>
                  </a:lnTo>
                  <a:lnTo>
                    <a:pt x="4256752" y="1151725"/>
                  </a:lnTo>
                  <a:lnTo>
                    <a:pt x="4256939" y="1150453"/>
                  </a:lnTo>
                  <a:lnTo>
                    <a:pt x="4257125" y="1148879"/>
                  </a:lnTo>
                  <a:lnTo>
                    <a:pt x="4257312" y="1147498"/>
                  </a:lnTo>
                  <a:lnTo>
                    <a:pt x="4257499" y="1145140"/>
                  </a:lnTo>
                  <a:lnTo>
                    <a:pt x="4257686" y="1143267"/>
                  </a:lnTo>
                  <a:lnTo>
                    <a:pt x="4257873" y="1141500"/>
                  </a:lnTo>
                  <a:lnTo>
                    <a:pt x="4258060" y="1140315"/>
                  </a:lnTo>
                  <a:lnTo>
                    <a:pt x="4258247" y="1139055"/>
                  </a:lnTo>
                  <a:lnTo>
                    <a:pt x="4258434" y="1138358"/>
                  </a:lnTo>
                  <a:lnTo>
                    <a:pt x="4258621" y="1138118"/>
                  </a:lnTo>
                  <a:lnTo>
                    <a:pt x="4258808" y="1137451"/>
                  </a:lnTo>
                  <a:lnTo>
                    <a:pt x="4258995" y="1136916"/>
                  </a:lnTo>
                  <a:lnTo>
                    <a:pt x="4259182" y="1136269"/>
                  </a:lnTo>
                  <a:lnTo>
                    <a:pt x="4259369" y="1135836"/>
                  </a:lnTo>
                  <a:lnTo>
                    <a:pt x="4259555" y="1135612"/>
                  </a:lnTo>
                  <a:lnTo>
                    <a:pt x="4259742" y="1135598"/>
                  </a:lnTo>
                  <a:lnTo>
                    <a:pt x="4259929" y="1134427"/>
                  </a:lnTo>
                  <a:lnTo>
                    <a:pt x="4260116" y="1133374"/>
                  </a:lnTo>
                  <a:lnTo>
                    <a:pt x="4260303" y="1132706"/>
                  </a:lnTo>
                  <a:lnTo>
                    <a:pt x="4260490" y="1130994"/>
                  </a:lnTo>
                  <a:lnTo>
                    <a:pt x="4260677" y="1128325"/>
                  </a:lnTo>
                  <a:lnTo>
                    <a:pt x="4260864" y="1126111"/>
                  </a:lnTo>
                  <a:lnTo>
                    <a:pt x="4261051" y="1122650"/>
                  </a:lnTo>
                  <a:lnTo>
                    <a:pt x="4261238" y="1119769"/>
                  </a:lnTo>
                  <a:lnTo>
                    <a:pt x="4261425" y="1117289"/>
                  </a:lnTo>
                  <a:lnTo>
                    <a:pt x="4261612" y="1116172"/>
                  </a:lnTo>
                  <a:lnTo>
                    <a:pt x="4261798" y="1116039"/>
                  </a:lnTo>
                  <a:lnTo>
                    <a:pt x="4261985" y="1116393"/>
                  </a:lnTo>
                  <a:lnTo>
                    <a:pt x="4262172" y="1118444"/>
                  </a:lnTo>
                  <a:lnTo>
                    <a:pt x="4262359" y="1121689"/>
                  </a:lnTo>
                  <a:lnTo>
                    <a:pt x="4262546" y="1125087"/>
                  </a:lnTo>
                  <a:lnTo>
                    <a:pt x="4262733" y="1130251"/>
                  </a:lnTo>
                  <a:lnTo>
                    <a:pt x="4262920" y="1135978"/>
                  </a:lnTo>
                  <a:lnTo>
                    <a:pt x="4263107" y="1142678"/>
                  </a:lnTo>
                  <a:lnTo>
                    <a:pt x="4263294" y="1147948"/>
                  </a:lnTo>
                  <a:lnTo>
                    <a:pt x="4263481" y="1153930"/>
                  </a:lnTo>
                  <a:lnTo>
                    <a:pt x="4263668" y="1160690"/>
                  </a:lnTo>
                  <a:lnTo>
                    <a:pt x="4263855" y="1166799"/>
                  </a:lnTo>
                  <a:lnTo>
                    <a:pt x="4264042" y="1174165"/>
                  </a:lnTo>
                  <a:lnTo>
                    <a:pt x="4264228" y="1180026"/>
                  </a:lnTo>
                  <a:lnTo>
                    <a:pt x="4264415" y="1185858"/>
                  </a:lnTo>
                  <a:lnTo>
                    <a:pt x="4264602" y="1191397"/>
                  </a:lnTo>
                  <a:lnTo>
                    <a:pt x="4264789" y="1197913"/>
                  </a:lnTo>
                  <a:lnTo>
                    <a:pt x="4264976" y="1205417"/>
                  </a:lnTo>
                  <a:lnTo>
                    <a:pt x="4265163" y="1212507"/>
                  </a:lnTo>
                  <a:lnTo>
                    <a:pt x="4265350" y="1220188"/>
                  </a:lnTo>
                  <a:lnTo>
                    <a:pt x="4265537" y="1226241"/>
                  </a:lnTo>
                  <a:lnTo>
                    <a:pt x="4265724" y="1232106"/>
                  </a:lnTo>
                  <a:lnTo>
                    <a:pt x="4265911" y="1238701"/>
                  </a:lnTo>
                  <a:lnTo>
                    <a:pt x="4266098" y="1244180"/>
                  </a:lnTo>
                  <a:lnTo>
                    <a:pt x="4266285" y="1249685"/>
                  </a:lnTo>
                  <a:lnTo>
                    <a:pt x="4266472" y="1254958"/>
                  </a:lnTo>
                  <a:lnTo>
                    <a:pt x="4266658" y="1260275"/>
                  </a:lnTo>
                  <a:lnTo>
                    <a:pt x="4266845" y="1266790"/>
                  </a:lnTo>
                  <a:lnTo>
                    <a:pt x="4267032" y="1272804"/>
                  </a:lnTo>
                  <a:lnTo>
                    <a:pt x="4267219" y="1279579"/>
                  </a:lnTo>
                  <a:lnTo>
                    <a:pt x="4267406" y="1286602"/>
                  </a:lnTo>
                  <a:lnTo>
                    <a:pt x="4267593" y="1293493"/>
                  </a:lnTo>
                  <a:lnTo>
                    <a:pt x="4267780" y="1299369"/>
                  </a:lnTo>
                  <a:lnTo>
                    <a:pt x="4267967" y="1306146"/>
                  </a:lnTo>
                  <a:lnTo>
                    <a:pt x="4268154" y="1311738"/>
                  </a:lnTo>
                  <a:lnTo>
                    <a:pt x="4268341" y="1318895"/>
                  </a:lnTo>
                  <a:lnTo>
                    <a:pt x="4268528" y="1324778"/>
                  </a:lnTo>
                  <a:lnTo>
                    <a:pt x="4268715" y="1331162"/>
                  </a:lnTo>
                  <a:lnTo>
                    <a:pt x="4268901" y="1337503"/>
                  </a:lnTo>
                  <a:lnTo>
                    <a:pt x="4269088" y="1343369"/>
                  </a:lnTo>
                  <a:lnTo>
                    <a:pt x="4269275" y="1348517"/>
                  </a:lnTo>
                  <a:lnTo>
                    <a:pt x="4269462" y="1352530"/>
                  </a:lnTo>
                  <a:lnTo>
                    <a:pt x="4269649" y="1355485"/>
                  </a:lnTo>
                  <a:lnTo>
                    <a:pt x="4269836" y="1356248"/>
                  </a:lnTo>
                  <a:lnTo>
                    <a:pt x="4270023" y="1354915"/>
                  </a:lnTo>
                  <a:lnTo>
                    <a:pt x="4270210" y="1350712"/>
                  </a:lnTo>
                  <a:lnTo>
                    <a:pt x="4270397" y="1346569"/>
                  </a:lnTo>
                  <a:lnTo>
                    <a:pt x="4270584" y="1341799"/>
                  </a:lnTo>
                  <a:lnTo>
                    <a:pt x="4270771" y="1336678"/>
                  </a:lnTo>
                  <a:lnTo>
                    <a:pt x="4270958" y="1333419"/>
                  </a:lnTo>
                  <a:lnTo>
                    <a:pt x="4271145" y="1331591"/>
                  </a:lnTo>
                  <a:lnTo>
                    <a:pt x="4271331" y="1331911"/>
                  </a:lnTo>
                  <a:lnTo>
                    <a:pt x="4271518" y="1333383"/>
                  </a:lnTo>
                  <a:lnTo>
                    <a:pt x="4271705" y="1336214"/>
                  </a:lnTo>
                  <a:lnTo>
                    <a:pt x="4271892" y="1339241"/>
                  </a:lnTo>
                  <a:lnTo>
                    <a:pt x="4272079" y="1341211"/>
                  </a:lnTo>
                  <a:lnTo>
                    <a:pt x="4272266" y="1342759"/>
                  </a:lnTo>
                  <a:lnTo>
                    <a:pt x="4272453" y="1344565"/>
                  </a:lnTo>
                  <a:lnTo>
                    <a:pt x="4272640" y="1346218"/>
                  </a:lnTo>
                  <a:lnTo>
                    <a:pt x="4272827" y="1347912"/>
                  </a:lnTo>
                  <a:lnTo>
                    <a:pt x="4273014" y="1350547"/>
                  </a:lnTo>
                  <a:lnTo>
                    <a:pt x="4273201" y="1353013"/>
                  </a:lnTo>
                  <a:lnTo>
                    <a:pt x="4273388" y="1354788"/>
                  </a:lnTo>
                  <a:lnTo>
                    <a:pt x="4273575" y="1356969"/>
                  </a:lnTo>
                  <a:lnTo>
                    <a:pt x="4273761" y="1357923"/>
                  </a:lnTo>
                  <a:lnTo>
                    <a:pt x="4273948" y="1358374"/>
                  </a:lnTo>
                  <a:lnTo>
                    <a:pt x="4274135" y="1358785"/>
                  </a:lnTo>
                  <a:lnTo>
                    <a:pt x="4274322" y="1358937"/>
                  </a:lnTo>
                  <a:lnTo>
                    <a:pt x="4274509" y="1359189"/>
                  </a:lnTo>
                  <a:lnTo>
                    <a:pt x="4274696" y="1358843"/>
                  </a:lnTo>
                  <a:lnTo>
                    <a:pt x="4274883" y="1360524"/>
                  </a:lnTo>
                  <a:lnTo>
                    <a:pt x="4275070" y="1362067"/>
                  </a:lnTo>
                  <a:lnTo>
                    <a:pt x="4275257" y="1365008"/>
                  </a:lnTo>
                  <a:lnTo>
                    <a:pt x="4275444" y="1370173"/>
                  </a:lnTo>
                  <a:lnTo>
                    <a:pt x="4275631" y="1376844"/>
                  </a:lnTo>
                  <a:lnTo>
                    <a:pt x="4275818" y="1383309"/>
                  </a:lnTo>
                  <a:lnTo>
                    <a:pt x="4276004" y="1390068"/>
                  </a:lnTo>
                  <a:lnTo>
                    <a:pt x="4276191" y="1396795"/>
                  </a:lnTo>
                  <a:lnTo>
                    <a:pt x="4276378" y="1402902"/>
                  </a:lnTo>
                  <a:lnTo>
                    <a:pt x="4276565" y="1409665"/>
                  </a:lnTo>
                  <a:lnTo>
                    <a:pt x="4276752" y="1416392"/>
                  </a:lnTo>
                  <a:lnTo>
                    <a:pt x="4276939" y="1423509"/>
                  </a:lnTo>
                  <a:lnTo>
                    <a:pt x="4277126" y="1430204"/>
                  </a:lnTo>
                  <a:lnTo>
                    <a:pt x="4277313" y="1436464"/>
                  </a:lnTo>
                  <a:lnTo>
                    <a:pt x="4277500" y="1440268"/>
                  </a:lnTo>
                  <a:lnTo>
                    <a:pt x="4277687" y="1442508"/>
                  </a:lnTo>
                  <a:lnTo>
                    <a:pt x="4277874" y="1443814"/>
                  </a:lnTo>
                  <a:lnTo>
                    <a:pt x="4278061" y="1445163"/>
                  </a:lnTo>
                  <a:lnTo>
                    <a:pt x="4278248" y="1445762"/>
                  </a:lnTo>
                  <a:lnTo>
                    <a:pt x="4278434" y="1444529"/>
                  </a:lnTo>
                  <a:lnTo>
                    <a:pt x="4278621" y="1442156"/>
                  </a:lnTo>
                  <a:lnTo>
                    <a:pt x="4278808" y="1439289"/>
                  </a:lnTo>
                  <a:lnTo>
                    <a:pt x="4278995" y="1436376"/>
                  </a:lnTo>
                  <a:lnTo>
                    <a:pt x="4279182" y="1433705"/>
                  </a:lnTo>
                  <a:lnTo>
                    <a:pt x="4279369" y="1431287"/>
                  </a:lnTo>
                  <a:lnTo>
                    <a:pt x="4279556" y="1428649"/>
                  </a:lnTo>
                  <a:lnTo>
                    <a:pt x="4279743" y="1425070"/>
                  </a:lnTo>
                  <a:lnTo>
                    <a:pt x="4279930" y="1421647"/>
                  </a:lnTo>
                  <a:lnTo>
                    <a:pt x="4280117" y="1418629"/>
                  </a:lnTo>
                  <a:lnTo>
                    <a:pt x="4280304" y="1416684"/>
                  </a:lnTo>
                  <a:lnTo>
                    <a:pt x="4280491" y="1415048"/>
                  </a:lnTo>
                  <a:lnTo>
                    <a:pt x="4280677" y="1413371"/>
                  </a:lnTo>
                  <a:lnTo>
                    <a:pt x="4280864" y="1411904"/>
                  </a:lnTo>
                  <a:lnTo>
                    <a:pt x="4281051" y="1409887"/>
                  </a:lnTo>
                  <a:lnTo>
                    <a:pt x="4281238" y="1407634"/>
                  </a:lnTo>
                  <a:lnTo>
                    <a:pt x="4281425" y="1405531"/>
                  </a:lnTo>
                  <a:lnTo>
                    <a:pt x="4281612" y="1403481"/>
                  </a:lnTo>
                  <a:lnTo>
                    <a:pt x="4281799" y="1401782"/>
                  </a:lnTo>
                  <a:lnTo>
                    <a:pt x="4281986" y="1400042"/>
                  </a:lnTo>
                  <a:lnTo>
                    <a:pt x="4282173" y="1397657"/>
                  </a:lnTo>
                  <a:lnTo>
                    <a:pt x="4282360" y="1394566"/>
                  </a:lnTo>
                  <a:lnTo>
                    <a:pt x="4282547" y="1391833"/>
                  </a:lnTo>
                  <a:lnTo>
                    <a:pt x="4282734" y="1388346"/>
                  </a:lnTo>
                  <a:lnTo>
                    <a:pt x="4282921" y="1385293"/>
                  </a:lnTo>
                  <a:lnTo>
                    <a:pt x="4283107" y="1381606"/>
                  </a:lnTo>
                  <a:lnTo>
                    <a:pt x="4283294" y="1377037"/>
                  </a:lnTo>
                  <a:lnTo>
                    <a:pt x="4283481" y="1371712"/>
                  </a:lnTo>
                  <a:lnTo>
                    <a:pt x="4283668" y="1367474"/>
                  </a:lnTo>
                  <a:lnTo>
                    <a:pt x="4283855" y="1363376"/>
                  </a:lnTo>
                  <a:lnTo>
                    <a:pt x="4284042" y="1359096"/>
                  </a:lnTo>
                  <a:lnTo>
                    <a:pt x="4284229" y="1355384"/>
                  </a:lnTo>
                  <a:lnTo>
                    <a:pt x="4284416" y="1351018"/>
                  </a:lnTo>
                  <a:lnTo>
                    <a:pt x="4284603" y="1346358"/>
                  </a:lnTo>
                  <a:lnTo>
                    <a:pt x="4284790" y="1342419"/>
                  </a:lnTo>
                  <a:lnTo>
                    <a:pt x="4284977" y="1338200"/>
                  </a:lnTo>
                  <a:lnTo>
                    <a:pt x="4285164" y="1333834"/>
                  </a:lnTo>
                  <a:lnTo>
                    <a:pt x="4285351" y="1328990"/>
                  </a:lnTo>
                  <a:lnTo>
                    <a:pt x="4285537" y="1323667"/>
                  </a:lnTo>
                  <a:lnTo>
                    <a:pt x="4285724" y="1317656"/>
                  </a:lnTo>
                  <a:lnTo>
                    <a:pt x="4285911" y="1312387"/>
                  </a:lnTo>
                  <a:lnTo>
                    <a:pt x="4286098" y="1307195"/>
                  </a:lnTo>
                  <a:lnTo>
                    <a:pt x="4286285" y="1302167"/>
                  </a:lnTo>
                  <a:lnTo>
                    <a:pt x="4286472" y="1298057"/>
                  </a:lnTo>
                  <a:lnTo>
                    <a:pt x="4286659" y="1294806"/>
                  </a:lnTo>
                  <a:lnTo>
                    <a:pt x="4286846" y="1291611"/>
                  </a:lnTo>
                  <a:lnTo>
                    <a:pt x="4287033" y="1288779"/>
                  </a:lnTo>
                  <a:lnTo>
                    <a:pt x="4287220" y="1285782"/>
                  </a:lnTo>
                  <a:lnTo>
                    <a:pt x="4287407" y="1283134"/>
                  </a:lnTo>
                  <a:lnTo>
                    <a:pt x="4287594" y="1281193"/>
                  </a:lnTo>
                  <a:lnTo>
                    <a:pt x="4287780" y="1278979"/>
                  </a:lnTo>
                  <a:lnTo>
                    <a:pt x="4287967" y="1276822"/>
                  </a:lnTo>
                  <a:lnTo>
                    <a:pt x="4288154" y="1273978"/>
                  </a:lnTo>
                  <a:lnTo>
                    <a:pt x="4288341" y="1271627"/>
                  </a:lnTo>
                  <a:lnTo>
                    <a:pt x="4288528" y="1269753"/>
                  </a:lnTo>
                  <a:lnTo>
                    <a:pt x="4288715" y="1267950"/>
                  </a:lnTo>
                  <a:lnTo>
                    <a:pt x="4288902" y="1265219"/>
                  </a:lnTo>
                  <a:lnTo>
                    <a:pt x="4289089" y="1261971"/>
                  </a:lnTo>
                  <a:lnTo>
                    <a:pt x="4289276" y="1259040"/>
                  </a:lnTo>
                  <a:lnTo>
                    <a:pt x="4289463" y="1255624"/>
                  </a:lnTo>
                  <a:lnTo>
                    <a:pt x="4289650" y="1252880"/>
                  </a:lnTo>
                  <a:lnTo>
                    <a:pt x="4289837" y="1250565"/>
                  </a:lnTo>
                  <a:lnTo>
                    <a:pt x="4290024" y="1248504"/>
                  </a:lnTo>
                  <a:lnTo>
                    <a:pt x="4290210" y="1246990"/>
                  </a:lnTo>
                  <a:lnTo>
                    <a:pt x="4290397" y="1245516"/>
                  </a:lnTo>
                  <a:lnTo>
                    <a:pt x="4290584" y="1244088"/>
                  </a:lnTo>
                  <a:lnTo>
                    <a:pt x="4290771" y="1243625"/>
                  </a:lnTo>
                  <a:lnTo>
                    <a:pt x="4290958" y="1243147"/>
                  </a:lnTo>
                  <a:lnTo>
                    <a:pt x="4291145" y="1243412"/>
                  </a:lnTo>
                  <a:lnTo>
                    <a:pt x="4291332" y="1243814"/>
                  </a:lnTo>
                  <a:lnTo>
                    <a:pt x="4291519" y="1245296"/>
                  </a:lnTo>
                  <a:lnTo>
                    <a:pt x="4291706" y="1247247"/>
                  </a:lnTo>
                  <a:lnTo>
                    <a:pt x="4291893" y="1250382"/>
                  </a:lnTo>
                  <a:lnTo>
                    <a:pt x="4292080" y="1254146"/>
                  </a:lnTo>
                  <a:lnTo>
                    <a:pt x="4292267" y="1258548"/>
                  </a:lnTo>
                  <a:lnTo>
                    <a:pt x="4292454" y="1263410"/>
                  </a:lnTo>
                  <a:lnTo>
                    <a:pt x="4292640" y="1268314"/>
                  </a:lnTo>
                  <a:lnTo>
                    <a:pt x="4292827" y="1272421"/>
                  </a:lnTo>
                  <a:lnTo>
                    <a:pt x="4293014" y="1277015"/>
                  </a:lnTo>
                  <a:lnTo>
                    <a:pt x="4293201" y="1281926"/>
                  </a:lnTo>
                  <a:lnTo>
                    <a:pt x="4293388" y="1286847"/>
                  </a:lnTo>
                  <a:lnTo>
                    <a:pt x="4293575" y="1292333"/>
                  </a:lnTo>
                  <a:lnTo>
                    <a:pt x="4293762" y="1298582"/>
                  </a:lnTo>
                  <a:lnTo>
                    <a:pt x="4293949" y="1304752"/>
                  </a:lnTo>
                  <a:lnTo>
                    <a:pt x="4294136" y="1312360"/>
                  </a:lnTo>
                  <a:lnTo>
                    <a:pt x="4294323" y="1319528"/>
                  </a:lnTo>
                  <a:lnTo>
                    <a:pt x="4294510" y="1326992"/>
                  </a:lnTo>
                  <a:lnTo>
                    <a:pt x="4294697" y="1334173"/>
                  </a:lnTo>
                  <a:lnTo>
                    <a:pt x="4294883" y="1342221"/>
                  </a:lnTo>
                  <a:lnTo>
                    <a:pt x="4295070" y="1349578"/>
                  </a:lnTo>
                  <a:lnTo>
                    <a:pt x="4295257" y="1357033"/>
                  </a:lnTo>
                  <a:lnTo>
                    <a:pt x="4295444" y="1363085"/>
                  </a:lnTo>
                  <a:lnTo>
                    <a:pt x="4295631" y="1368605"/>
                  </a:lnTo>
                  <a:lnTo>
                    <a:pt x="4295818" y="1373462"/>
                  </a:lnTo>
                  <a:lnTo>
                    <a:pt x="4296005" y="1377518"/>
                  </a:lnTo>
                  <a:lnTo>
                    <a:pt x="4296192" y="1381125"/>
                  </a:lnTo>
                  <a:lnTo>
                    <a:pt x="4296379" y="1384700"/>
                  </a:lnTo>
                  <a:lnTo>
                    <a:pt x="4296566" y="1387705"/>
                  </a:lnTo>
                  <a:lnTo>
                    <a:pt x="4296753" y="1390615"/>
                  </a:lnTo>
                  <a:lnTo>
                    <a:pt x="4296940" y="1393332"/>
                  </a:lnTo>
                  <a:lnTo>
                    <a:pt x="4297127" y="1395777"/>
                  </a:lnTo>
                  <a:lnTo>
                    <a:pt x="4297313" y="1398965"/>
                  </a:lnTo>
                  <a:lnTo>
                    <a:pt x="4297500" y="1401111"/>
                  </a:lnTo>
                  <a:lnTo>
                    <a:pt x="4297687" y="1402703"/>
                  </a:lnTo>
                  <a:lnTo>
                    <a:pt x="4297874" y="1404495"/>
                  </a:lnTo>
                  <a:lnTo>
                    <a:pt x="4298061" y="1406093"/>
                  </a:lnTo>
                  <a:lnTo>
                    <a:pt x="4298248" y="1407416"/>
                  </a:lnTo>
                  <a:lnTo>
                    <a:pt x="4298435" y="1408599"/>
                  </a:lnTo>
                  <a:lnTo>
                    <a:pt x="4298622" y="1409523"/>
                  </a:lnTo>
                  <a:lnTo>
                    <a:pt x="4298809" y="1411149"/>
                  </a:lnTo>
                  <a:lnTo>
                    <a:pt x="4298996" y="1412404"/>
                  </a:lnTo>
                  <a:lnTo>
                    <a:pt x="4299183" y="1414155"/>
                  </a:lnTo>
                  <a:lnTo>
                    <a:pt x="4299370" y="1416876"/>
                  </a:lnTo>
                  <a:lnTo>
                    <a:pt x="4299556" y="1418724"/>
                  </a:lnTo>
                  <a:lnTo>
                    <a:pt x="4299743" y="1418918"/>
                  </a:lnTo>
                  <a:lnTo>
                    <a:pt x="4299930" y="1418564"/>
                  </a:lnTo>
                  <a:lnTo>
                    <a:pt x="4300117" y="1417639"/>
                  </a:lnTo>
                  <a:lnTo>
                    <a:pt x="4300304" y="1417109"/>
                  </a:lnTo>
                  <a:lnTo>
                    <a:pt x="4300491" y="1416554"/>
                  </a:lnTo>
                  <a:lnTo>
                    <a:pt x="4300678" y="1416530"/>
                  </a:lnTo>
                  <a:lnTo>
                    <a:pt x="4300865" y="1415828"/>
                  </a:lnTo>
                  <a:lnTo>
                    <a:pt x="4301052" y="1414610"/>
                  </a:lnTo>
                  <a:lnTo>
                    <a:pt x="4301239" y="1413558"/>
                  </a:lnTo>
                  <a:lnTo>
                    <a:pt x="4301426" y="1412301"/>
                  </a:lnTo>
                  <a:lnTo>
                    <a:pt x="4301613" y="1411310"/>
                  </a:lnTo>
                  <a:lnTo>
                    <a:pt x="4301800" y="1409906"/>
                  </a:lnTo>
                  <a:lnTo>
                    <a:pt x="4301986" y="1407440"/>
                  </a:lnTo>
                  <a:lnTo>
                    <a:pt x="4302173" y="1402773"/>
                  </a:lnTo>
                  <a:lnTo>
                    <a:pt x="4302360" y="1396549"/>
                  </a:lnTo>
                  <a:lnTo>
                    <a:pt x="4302547" y="1390611"/>
                  </a:lnTo>
                  <a:lnTo>
                    <a:pt x="4302734" y="1384638"/>
                  </a:lnTo>
                  <a:lnTo>
                    <a:pt x="4302921" y="1378539"/>
                  </a:lnTo>
                  <a:lnTo>
                    <a:pt x="4303108" y="1373108"/>
                  </a:lnTo>
                  <a:lnTo>
                    <a:pt x="4303295" y="1367052"/>
                  </a:lnTo>
                  <a:lnTo>
                    <a:pt x="4303482" y="1361493"/>
                  </a:lnTo>
                  <a:lnTo>
                    <a:pt x="4303669" y="1356158"/>
                  </a:lnTo>
                  <a:lnTo>
                    <a:pt x="4303856" y="1351662"/>
                  </a:lnTo>
                  <a:lnTo>
                    <a:pt x="4304043" y="1348514"/>
                  </a:lnTo>
                  <a:lnTo>
                    <a:pt x="4304230" y="1344839"/>
                  </a:lnTo>
                  <a:lnTo>
                    <a:pt x="4304416" y="1342609"/>
                  </a:lnTo>
                  <a:lnTo>
                    <a:pt x="4304603" y="1340170"/>
                  </a:lnTo>
                  <a:lnTo>
                    <a:pt x="4304790" y="1337440"/>
                  </a:lnTo>
                  <a:lnTo>
                    <a:pt x="4304977" y="1336414"/>
                  </a:lnTo>
                  <a:lnTo>
                    <a:pt x="4305164" y="1336783"/>
                  </a:lnTo>
                  <a:lnTo>
                    <a:pt x="4305351" y="1336514"/>
                  </a:lnTo>
                  <a:lnTo>
                    <a:pt x="4305538" y="1337248"/>
                  </a:lnTo>
                  <a:lnTo>
                    <a:pt x="4305725" y="1338169"/>
                  </a:lnTo>
                  <a:lnTo>
                    <a:pt x="4305912" y="1339584"/>
                  </a:lnTo>
                  <a:lnTo>
                    <a:pt x="4306099" y="1341275"/>
                  </a:lnTo>
                  <a:lnTo>
                    <a:pt x="4306286" y="1342416"/>
                  </a:lnTo>
                  <a:lnTo>
                    <a:pt x="4306473" y="1342613"/>
                  </a:lnTo>
                  <a:lnTo>
                    <a:pt x="4306659" y="1341670"/>
                  </a:lnTo>
                  <a:lnTo>
                    <a:pt x="4306846" y="1339868"/>
                  </a:lnTo>
                  <a:lnTo>
                    <a:pt x="4307033" y="1337184"/>
                  </a:lnTo>
                  <a:lnTo>
                    <a:pt x="4307220" y="1334369"/>
                  </a:lnTo>
                  <a:lnTo>
                    <a:pt x="4307407" y="1333016"/>
                  </a:lnTo>
                  <a:lnTo>
                    <a:pt x="4307594" y="1333674"/>
                  </a:lnTo>
                  <a:lnTo>
                    <a:pt x="4307781" y="1334251"/>
                  </a:lnTo>
                  <a:lnTo>
                    <a:pt x="4307968" y="1335344"/>
                  </a:lnTo>
                  <a:lnTo>
                    <a:pt x="4308155" y="1337376"/>
                  </a:lnTo>
                  <a:lnTo>
                    <a:pt x="4308342" y="1338774"/>
                  </a:lnTo>
                  <a:lnTo>
                    <a:pt x="4308529" y="1340585"/>
                  </a:lnTo>
                  <a:lnTo>
                    <a:pt x="4308716" y="1341857"/>
                  </a:lnTo>
                  <a:lnTo>
                    <a:pt x="4308903" y="1343077"/>
                  </a:lnTo>
                  <a:lnTo>
                    <a:pt x="4309089" y="1345020"/>
                  </a:lnTo>
                  <a:lnTo>
                    <a:pt x="4309276" y="1347172"/>
                  </a:lnTo>
                  <a:lnTo>
                    <a:pt x="4309463" y="1350645"/>
                  </a:lnTo>
                  <a:lnTo>
                    <a:pt x="4309650" y="1354369"/>
                  </a:lnTo>
                  <a:lnTo>
                    <a:pt x="4309837" y="1358271"/>
                  </a:lnTo>
                  <a:lnTo>
                    <a:pt x="4310024" y="1362294"/>
                  </a:lnTo>
                  <a:lnTo>
                    <a:pt x="4310211" y="1366699"/>
                  </a:lnTo>
                  <a:lnTo>
                    <a:pt x="4310398" y="1371244"/>
                  </a:lnTo>
                  <a:lnTo>
                    <a:pt x="4310585" y="1375872"/>
                  </a:lnTo>
                  <a:lnTo>
                    <a:pt x="4310772" y="1380655"/>
                  </a:lnTo>
                  <a:lnTo>
                    <a:pt x="4310959" y="1385395"/>
                  </a:lnTo>
                  <a:lnTo>
                    <a:pt x="4311146" y="1390705"/>
                  </a:lnTo>
                  <a:lnTo>
                    <a:pt x="4311332" y="1395800"/>
                  </a:lnTo>
                  <a:lnTo>
                    <a:pt x="4311519" y="1400735"/>
                  </a:lnTo>
                  <a:lnTo>
                    <a:pt x="4311706" y="1405301"/>
                  </a:lnTo>
                  <a:lnTo>
                    <a:pt x="4311893" y="1407376"/>
                  </a:lnTo>
                  <a:lnTo>
                    <a:pt x="4312080" y="1409161"/>
                  </a:lnTo>
                  <a:lnTo>
                    <a:pt x="4312267" y="1408894"/>
                  </a:lnTo>
                  <a:lnTo>
                    <a:pt x="4312454" y="1407574"/>
                  </a:lnTo>
                  <a:lnTo>
                    <a:pt x="4312641" y="1404952"/>
                  </a:lnTo>
                  <a:lnTo>
                    <a:pt x="4312828" y="1401128"/>
                  </a:lnTo>
                  <a:lnTo>
                    <a:pt x="4313015" y="1394729"/>
                  </a:lnTo>
                  <a:lnTo>
                    <a:pt x="4313202" y="1387565"/>
                  </a:lnTo>
                  <a:lnTo>
                    <a:pt x="4313389" y="1379963"/>
                  </a:lnTo>
                  <a:lnTo>
                    <a:pt x="4313576" y="1372351"/>
                  </a:lnTo>
                  <a:lnTo>
                    <a:pt x="4313762" y="1364909"/>
                  </a:lnTo>
                  <a:lnTo>
                    <a:pt x="4313949" y="1357103"/>
                  </a:lnTo>
                  <a:lnTo>
                    <a:pt x="4314136" y="1349406"/>
                  </a:lnTo>
                  <a:lnTo>
                    <a:pt x="4314323" y="1342083"/>
                  </a:lnTo>
                  <a:lnTo>
                    <a:pt x="4314510" y="1335480"/>
                  </a:lnTo>
                  <a:lnTo>
                    <a:pt x="4314697" y="1329867"/>
                  </a:lnTo>
                  <a:lnTo>
                    <a:pt x="4314884" y="1326122"/>
                  </a:lnTo>
                  <a:lnTo>
                    <a:pt x="4315071" y="1324101"/>
                  </a:lnTo>
                  <a:lnTo>
                    <a:pt x="4315258" y="1321963"/>
                  </a:lnTo>
                  <a:lnTo>
                    <a:pt x="4315445" y="1320774"/>
                  </a:lnTo>
                  <a:lnTo>
                    <a:pt x="4315632" y="1320794"/>
                  </a:lnTo>
                  <a:lnTo>
                    <a:pt x="4315819" y="1322962"/>
                  </a:lnTo>
                  <a:lnTo>
                    <a:pt x="4316006" y="1326009"/>
                  </a:lnTo>
                  <a:lnTo>
                    <a:pt x="4316192" y="1328770"/>
                  </a:lnTo>
                  <a:lnTo>
                    <a:pt x="4316379" y="1331374"/>
                  </a:lnTo>
                  <a:lnTo>
                    <a:pt x="4316566" y="1334014"/>
                  </a:lnTo>
                  <a:lnTo>
                    <a:pt x="4316753" y="1337514"/>
                  </a:lnTo>
                  <a:lnTo>
                    <a:pt x="4316940" y="1341429"/>
                  </a:lnTo>
                  <a:lnTo>
                    <a:pt x="4317127" y="1346333"/>
                  </a:lnTo>
                  <a:lnTo>
                    <a:pt x="4317314" y="1351196"/>
                  </a:lnTo>
                  <a:lnTo>
                    <a:pt x="4317501" y="1356076"/>
                  </a:lnTo>
                  <a:lnTo>
                    <a:pt x="4317688" y="1360607"/>
                  </a:lnTo>
                  <a:lnTo>
                    <a:pt x="4317875" y="1365105"/>
                  </a:lnTo>
                  <a:lnTo>
                    <a:pt x="4318062" y="1369694"/>
                  </a:lnTo>
                  <a:lnTo>
                    <a:pt x="4318249" y="1374853"/>
                  </a:lnTo>
                  <a:lnTo>
                    <a:pt x="4318435" y="1380549"/>
                  </a:lnTo>
                  <a:lnTo>
                    <a:pt x="4318622" y="1386823"/>
                  </a:lnTo>
                  <a:lnTo>
                    <a:pt x="4318809" y="1392946"/>
                  </a:lnTo>
                  <a:lnTo>
                    <a:pt x="4318996" y="1399043"/>
                  </a:lnTo>
                  <a:lnTo>
                    <a:pt x="4319183" y="1404921"/>
                  </a:lnTo>
                  <a:lnTo>
                    <a:pt x="4319370" y="1410709"/>
                  </a:lnTo>
                  <a:lnTo>
                    <a:pt x="4319557" y="1416806"/>
                  </a:lnTo>
                  <a:lnTo>
                    <a:pt x="4319744" y="1423641"/>
                  </a:lnTo>
                  <a:lnTo>
                    <a:pt x="4319931" y="1430524"/>
                  </a:lnTo>
                  <a:lnTo>
                    <a:pt x="4320118" y="1438055"/>
                  </a:lnTo>
                  <a:lnTo>
                    <a:pt x="4320305" y="1445395"/>
                  </a:lnTo>
                  <a:lnTo>
                    <a:pt x="4320492" y="1452631"/>
                  </a:lnTo>
                  <a:lnTo>
                    <a:pt x="4320679" y="1458255"/>
                  </a:lnTo>
                  <a:lnTo>
                    <a:pt x="4320865" y="1463988"/>
                  </a:lnTo>
                  <a:lnTo>
                    <a:pt x="4321052" y="1468663"/>
                  </a:lnTo>
                  <a:lnTo>
                    <a:pt x="4321239" y="1473436"/>
                  </a:lnTo>
                  <a:lnTo>
                    <a:pt x="4321426" y="1478497"/>
                  </a:lnTo>
                  <a:lnTo>
                    <a:pt x="4321613" y="1483613"/>
                  </a:lnTo>
                  <a:lnTo>
                    <a:pt x="4321800" y="1489588"/>
                  </a:lnTo>
                  <a:lnTo>
                    <a:pt x="4321987" y="1495415"/>
                  </a:lnTo>
                  <a:lnTo>
                    <a:pt x="4322174" y="1500391"/>
                  </a:lnTo>
                  <a:lnTo>
                    <a:pt x="4322361" y="1505304"/>
                  </a:lnTo>
                  <a:lnTo>
                    <a:pt x="4322548" y="1510713"/>
                  </a:lnTo>
                  <a:lnTo>
                    <a:pt x="4322735" y="1515530"/>
                  </a:lnTo>
                  <a:lnTo>
                    <a:pt x="4322922" y="1520956"/>
                  </a:lnTo>
                  <a:lnTo>
                    <a:pt x="4323109" y="1526773"/>
                  </a:lnTo>
                  <a:lnTo>
                    <a:pt x="4323295" y="1532240"/>
                  </a:lnTo>
                  <a:lnTo>
                    <a:pt x="4323482" y="1537436"/>
                  </a:lnTo>
                  <a:lnTo>
                    <a:pt x="4323669" y="1542669"/>
                  </a:lnTo>
                  <a:lnTo>
                    <a:pt x="4323856" y="1547673"/>
                  </a:lnTo>
                  <a:lnTo>
                    <a:pt x="4324043" y="1552001"/>
                  </a:lnTo>
                  <a:lnTo>
                    <a:pt x="4324230" y="1556548"/>
                  </a:lnTo>
                  <a:lnTo>
                    <a:pt x="4324417" y="1561325"/>
                  </a:lnTo>
                  <a:lnTo>
                    <a:pt x="4324604" y="1567074"/>
                  </a:lnTo>
                  <a:lnTo>
                    <a:pt x="4324791" y="1572408"/>
                  </a:lnTo>
                  <a:lnTo>
                    <a:pt x="4324978" y="1577584"/>
                  </a:lnTo>
                  <a:lnTo>
                    <a:pt x="4325165" y="1582186"/>
                  </a:lnTo>
                  <a:lnTo>
                    <a:pt x="4325352" y="1587174"/>
                  </a:lnTo>
                  <a:lnTo>
                    <a:pt x="4325538" y="1591861"/>
                  </a:lnTo>
                  <a:lnTo>
                    <a:pt x="4325725" y="1595967"/>
                  </a:lnTo>
                  <a:lnTo>
                    <a:pt x="4325912" y="1599371"/>
                  </a:lnTo>
                  <a:lnTo>
                    <a:pt x="4326099" y="1602280"/>
                  </a:lnTo>
                  <a:lnTo>
                    <a:pt x="4326286" y="1605099"/>
                  </a:lnTo>
                  <a:lnTo>
                    <a:pt x="4326473" y="1607936"/>
                  </a:lnTo>
                  <a:lnTo>
                    <a:pt x="4326660" y="1610389"/>
                  </a:lnTo>
                  <a:lnTo>
                    <a:pt x="4326847" y="1612733"/>
                  </a:lnTo>
                  <a:lnTo>
                    <a:pt x="4327034" y="1613611"/>
                  </a:lnTo>
                  <a:lnTo>
                    <a:pt x="4327221" y="1614331"/>
                  </a:lnTo>
                  <a:lnTo>
                    <a:pt x="4327408" y="1613829"/>
                  </a:lnTo>
                  <a:lnTo>
                    <a:pt x="4327595" y="1613757"/>
                  </a:lnTo>
                  <a:lnTo>
                    <a:pt x="4327782" y="1613153"/>
                  </a:lnTo>
                  <a:lnTo>
                    <a:pt x="4327968" y="1612193"/>
                  </a:lnTo>
                  <a:lnTo>
                    <a:pt x="4328155" y="1610722"/>
                  </a:lnTo>
                  <a:lnTo>
                    <a:pt x="4328342" y="1608574"/>
                  </a:lnTo>
                  <a:lnTo>
                    <a:pt x="4328529" y="1606006"/>
                  </a:lnTo>
                  <a:lnTo>
                    <a:pt x="4328716" y="1603393"/>
                  </a:lnTo>
                  <a:lnTo>
                    <a:pt x="4328903" y="1600598"/>
                  </a:lnTo>
                  <a:lnTo>
                    <a:pt x="4329090" y="1597115"/>
                  </a:lnTo>
                  <a:lnTo>
                    <a:pt x="4329277" y="1592889"/>
                  </a:lnTo>
                  <a:lnTo>
                    <a:pt x="4329464" y="1588059"/>
                  </a:lnTo>
                  <a:lnTo>
                    <a:pt x="4329651" y="1583908"/>
                  </a:lnTo>
                  <a:lnTo>
                    <a:pt x="4329838" y="1580128"/>
                  </a:lnTo>
                  <a:lnTo>
                    <a:pt x="4330025" y="1575755"/>
                  </a:lnTo>
                  <a:lnTo>
                    <a:pt x="4330211" y="1569828"/>
                  </a:lnTo>
                  <a:lnTo>
                    <a:pt x="4330398" y="1563896"/>
                  </a:lnTo>
                  <a:lnTo>
                    <a:pt x="4330585" y="1557685"/>
                  </a:lnTo>
                  <a:lnTo>
                    <a:pt x="4330772" y="1551441"/>
                  </a:lnTo>
                  <a:lnTo>
                    <a:pt x="4330959" y="1544663"/>
                  </a:lnTo>
                  <a:lnTo>
                    <a:pt x="4331146" y="1537987"/>
                  </a:lnTo>
                  <a:lnTo>
                    <a:pt x="4331333" y="1530885"/>
                  </a:lnTo>
                  <a:lnTo>
                    <a:pt x="4331520" y="1523964"/>
                  </a:lnTo>
                  <a:lnTo>
                    <a:pt x="4331707" y="1517155"/>
                  </a:lnTo>
                  <a:lnTo>
                    <a:pt x="4331894" y="1510183"/>
                  </a:lnTo>
                  <a:lnTo>
                    <a:pt x="4332081" y="1503451"/>
                  </a:lnTo>
                  <a:lnTo>
                    <a:pt x="4332268" y="1496902"/>
                  </a:lnTo>
                  <a:lnTo>
                    <a:pt x="4332455" y="1490603"/>
                  </a:lnTo>
                  <a:lnTo>
                    <a:pt x="4332641" y="1484318"/>
                  </a:lnTo>
                  <a:lnTo>
                    <a:pt x="4332828" y="1479026"/>
                  </a:lnTo>
                  <a:lnTo>
                    <a:pt x="4333015" y="1475015"/>
                  </a:lnTo>
                  <a:lnTo>
                    <a:pt x="4333202" y="1471749"/>
                  </a:lnTo>
                  <a:lnTo>
                    <a:pt x="4333389" y="1469763"/>
                  </a:lnTo>
                  <a:lnTo>
                    <a:pt x="4333576" y="1468464"/>
                  </a:lnTo>
                  <a:lnTo>
                    <a:pt x="4333763" y="1467888"/>
                  </a:lnTo>
                  <a:lnTo>
                    <a:pt x="4333950" y="1468143"/>
                  </a:lnTo>
                  <a:lnTo>
                    <a:pt x="4334137" y="1467773"/>
                  </a:lnTo>
                  <a:lnTo>
                    <a:pt x="4334324" y="1465988"/>
                  </a:lnTo>
                  <a:lnTo>
                    <a:pt x="4334511" y="1463428"/>
                  </a:lnTo>
                  <a:lnTo>
                    <a:pt x="4334698" y="1460570"/>
                  </a:lnTo>
                  <a:lnTo>
                    <a:pt x="4334885" y="1458704"/>
                  </a:lnTo>
                  <a:lnTo>
                    <a:pt x="4335071" y="1456462"/>
                  </a:lnTo>
                  <a:lnTo>
                    <a:pt x="4335258" y="1454018"/>
                  </a:lnTo>
                  <a:lnTo>
                    <a:pt x="4335445" y="1451484"/>
                  </a:lnTo>
                  <a:lnTo>
                    <a:pt x="4335632" y="1448073"/>
                  </a:lnTo>
                  <a:lnTo>
                    <a:pt x="4335819" y="1444019"/>
                  </a:lnTo>
                  <a:lnTo>
                    <a:pt x="4336006" y="1438861"/>
                  </a:lnTo>
                  <a:lnTo>
                    <a:pt x="4336193" y="1433321"/>
                  </a:lnTo>
                  <a:lnTo>
                    <a:pt x="4336380" y="1426972"/>
                  </a:lnTo>
                  <a:lnTo>
                    <a:pt x="4336567" y="1419658"/>
                  </a:lnTo>
                  <a:lnTo>
                    <a:pt x="4336754" y="1411249"/>
                  </a:lnTo>
                  <a:lnTo>
                    <a:pt x="4336941" y="1402724"/>
                  </a:lnTo>
                  <a:lnTo>
                    <a:pt x="4337128" y="1395662"/>
                  </a:lnTo>
                  <a:lnTo>
                    <a:pt x="4337314" y="1389589"/>
                  </a:lnTo>
                  <a:lnTo>
                    <a:pt x="4337501" y="1383984"/>
                  </a:lnTo>
                  <a:lnTo>
                    <a:pt x="4337688" y="1378412"/>
                  </a:lnTo>
                  <a:lnTo>
                    <a:pt x="4337875" y="1373132"/>
                  </a:lnTo>
                  <a:lnTo>
                    <a:pt x="4338062" y="1366492"/>
                  </a:lnTo>
                  <a:lnTo>
                    <a:pt x="4338249" y="1360519"/>
                  </a:lnTo>
                  <a:lnTo>
                    <a:pt x="4338436" y="1355763"/>
                  </a:lnTo>
                  <a:lnTo>
                    <a:pt x="4338623" y="1352276"/>
                  </a:lnTo>
                  <a:lnTo>
                    <a:pt x="4338810" y="1349892"/>
                  </a:lnTo>
                  <a:lnTo>
                    <a:pt x="4338997" y="1349305"/>
                  </a:lnTo>
                  <a:lnTo>
                    <a:pt x="4339184" y="1349838"/>
                  </a:lnTo>
                  <a:lnTo>
                    <a:pt x="4339371" y="1351570"/>
                  </a:lnTo>
                  <a:lnTo>
                    <a:pt x="4339558" y="1356056"/>
                  </a:lnTo>
                  <a:lnTo>
                    <a:pt x="4339744" y="1361950"/>
                  </a:lnTo>
                  <a:lnTo>
                    <a:pt x="4339931" y="1366541"/>
                  </a:lnTo>
                  <a:lnTo>
                    <a:pt x="4340118" y="1369760"/>
                  </a:lnTo>
                  <a:lnTo>
                    <a:pt x="4340305" y="1371722"/>
                  </a:lnTo>
                  <a:lnTo>
                    <a:pt x="4340492" y="1373367"/>
                  </a:lnTo>
                  <a:lnTo>
                    <a:pt x="4340679" y="1374730"/>
                  </a:lnTo>
                  <a:lnTo>
                    <a:pt x="4340866" y="1376348"/>
                  </a:lnTo>
                  <a:lnTo>
                    <a:pt x="4341053" y="1378169"/>
                  </a:lnTo>
                  <a:lnTo>
                    <a:pt x="4341240" y="1379365"/>
                  </a:lnTo>
                  <a:lnTo>
                    <a:pt x="4341427" y="1379374"/>
                  </a:lnTo>
                  <a:lnTo>
                    <a:pt x="4341614" y="1379049"/>
                  </a:lnTo>
                  <a:lnTo>
                    <a:pt x="4341801" y="1378037"/>
                  </a:lnTo>
                  <a:lnTo>
                    <a:pt x="4341988" y="1376554"/>
                  </a:lnTo>
                  <a:lnTo>
                    <a:pt x="4342174" y="1375037"/>
                  </a:lnTo>
                  <a:lnTo>
                    <a:pt x="4342361" y="1372250"/>
                  </a:lnTo>
                  <a:lnTo>
                    <a:pt x="4342548" y="1369621"/>
                  </a:lnTo>
                  <a:lnTo>
                    <a:pt x="4342735" y="1368331"/>
                  </a:lnTo>
                  <a:lnTo>
                    <a:pt x="4342922" y="1368384"/>
                  </a:lnTo>
                  <a:lnTo>
                    <a:pt x="4343109" y="1369223"/>
                  </a:lnTo>
                  <a:lnTo>
                    <a:pt x="4343296" y="1370637"/>
                  </a:lnTo>
                  <a:lnTo>
                    <a:pt x="4343483" y="1371982"/>
                  </a:lnTo>
                  <a:lnTo>
                    <a:pt x="4343670" y="1372529"/>
                  </a:lnTo>
                  <a:lnTo>
                    <a:pt x="4343857" y="1372900"/>
                  </a:lnTo>
                  <a:lnTo>
                    <a:pt x="4344044" y="1373899"/>
                  </a:lnTo>
                  <a:lnTo>
                    <a:pt x="4344231" y="1376395"/>
                  </a:lnTo>
                  <a:lnTo>
                    <a:pt x="4344417" y="1380141"/>
                  </a:lnTo>
                  <a:lnTo>
                    <a:pt x="4344604" y="1384175"/>
                  </a:lnTo>
                  <a:lnTo>
                    <a:pt x="4344791" y="1387660"/>
                  </a:lnTo>
                  <a:lnTo>
                    <a:pt x="4344978" y="1391557"/>
                  </a:lnTo>
                  <a:lnTo>
                    <a:pt x="4345165" y="1394977"/>
                  </a:lnTo>
                  <a:lnTo>
                    <a:pt x="4345352" y="1397790"/>
                  </a:lnTo>
                  <a:lnTo>
                    <a:pt x="4345539" y="1399780"/>
                  </a:lnTo>
                  <a:lnTo>
                    <a:pt x="4345726" y="1401260"/>
                  </a:lnTo>
                  <a:lnTo>
                    <a:pt x="4345913" y="1401323"/>
                  </a:lnTo>
                  <a:lnTo>
                    <a:pt x="4346100" y="1400514"/>
                  </a:lnTo>
                  <a:lnTo>
                    <a:pt x="4346287" y="1400427"/>
                  </a:lnTo>
                  <a:lnTo>
                    <a:pt x="4346474" y="1399549"/>
                  </a:lnTo>
                  <a:lnTo>
                    <a:pt x="4346661" y="1398310"/>
                  </a:lnTo>
                  <a:lnTo>
                    <a:pt x="4346847" y="1396701"/>
                  </a:lnTo>
                  <a:lnTo>
                    <a:pt x="4347034" y="1394955"/>
                  </a:lnTo>
                  <a:lnTo>
                    <a:pt x="4347221" y="1392761"/>
                  </a:lnTo>
                  <a:lnTo>
                    <a:pt x="4347408" y="1391189"/>
                  </a:lnTo>
                  <a:lnTo>
                    <a:pt x="4347595" y="1389887"/>
                  </a:lnTo>
                  <a:lnTo>
                    <a:pt x="4347782" y="1388543"/>
                  </a:lnTo>
                  <a:lnTo>
                    <a:pt x="4347969" y="1386769"/>
                  </a:lnTo>
                  <a:lnTo>
                    <a:pt x="4348156" y="1384455"/>
                  </a:lnTo>
                  <a:lnTo>
                    <a:pt x="4348343" y="1382470"/>
                  </a:lnTo>
                  <a:lnTo>
                    <a:pt x="4348530" y="1380059"/>
                  </a:lnTo>
                  <a:lnTo>
                    <a:pt x="4348717" y="1377777"/>
                  </a:lnTo>
                  <a:lnTo>
                    <a:pt x="4348904" y="1375388"/>
                  </a:lnTo>
                  <a:lnTo>
                    <a:pt x="4349090" y="1372791"/>
                  </a:lnTo>
                  <a:lnTo>
                    <a:pt x="4349277" y="1371333"/>
                  </a:lnTo>
                  <a:lnTo>
                    <a:pt x="4349464" y="1371390"/>
                  </a:lnTo>
                  <a:lnTo>
                    <a:pt x="4349651" y="1372298"/>
                  </a:lnTo>
                  <a:lnTo>
                    <a:pt x="4349838" y="1375598"/>
                  </a:lnTo>
                  <a:lnTo>
                    <a:pt x="4350025" y="1378916"/>
                  </a:lnTo>
                  <a:lnTo>
                    <a:pt x="4350212" y="1382015"/>
                  </a:lnTo>
                  <a:lnTo>
                    <a:pt x="4350399" y="1387419"/>
                  </a:lnTo>
                  <a:lnTo>
                    <a:pt x="4350586" y="1393018"/>
                  </a:lnTo>
                  <a:lnTo>
                    <a:pt x="4350773" y="1398815"/>
                  </a:lnTo>
                  <a:lnTo>
                    <a:pt x="4350960" y="1404663"/>
                  </a:lnTo>
                  <a:lnTo>
                    <a:pt x="4351147" y="1410872"/>
                  </a:lnTo>
                  <a:lnTo>
                    <a:pt x="4351334" y="1417829"/>
                  </a:lnTo>
                  <a:lnTo>
                    <a:pt x="4351520" y="1424524"/>
                  </a:lnTo>
                  <a:lnTo>
                    <a:pt x="4351707" y="1430410"/>
                  </a:lnTo>
                  <a:lnTo>
                    <a:pt x="4351894" y="1436316"/>
                  </a:lnTo>
                  <a:lnTo>
                    <a:pt x="4352081" y="1442311"/>
                  </a:lnTo>
                  <a:lnTo>
                    <a:pt x="4352268" y="1447844"/>
                  </a:lnTo>
                  <a:lnTo>
                    <a:pt x="4352455" y="1451862"/>
                  </a:lnTo>
                  <a:lnTo>
                    <a:pt x="4352642" y="1456574"/>
                  </a:lnTo>
                  <a:lnTo>
                    <a:pt x="4352829" y="1459132"/>
                  </a:lnTo>
                  <a:lnTo>
                    <a:pt x="4353016" y="1459447"/>
                  </a:lnTo>
                  <a:lnTo>
                    <a:pt x="4353203" y="1457735"/>
                  </a:lnTo>
                  <a:lnTo>
                    <a:pt x="4353390" y="1454781"/>
                  </a:lnTo>
                  <a:lnTo>
                    <a:pt x="4353577" y="1451177"/>
                  </a:lnTo>
                  <a:lnTo>
                    <a:pt x="4353764" y="1447264"/>
                  </a:lnTo>
                  <a:lnTo>
                    <a:pt x="4353950" y="1443283"/>
                  </a:lnTo>
                  <a:lnTo>
                    <a:pt x="4354137" y="1437501"/>
                  </a:lnTo>
                  <a:lnTo>
                    <a:pt x="4354324" y="1431109"/>
                  </a:lnTo>
                  <a:lnTo>
                    <a:pt x="4354511" y="1425504"/>
                  </a:lnTo>
                  <a:lnTo>
                    <a:pt x="4354698" y="1419769"/>
                  </a:lnTo>
                  <a:lnTo>
                    <a:pt x="4354885" y="1413630"/>
                  </a:lnTo>
                  <a:lnTo>
                    <a:pt x="4355072" y="1407338"/>
                  </a:lnTo>
                  <a:lnTo>
                    <a:pt x="4355259" y="1400469"/>
                  </a:lnTo>
                  <a:lnTo>
                    <a:pt x="4355446" y="1393208"/>
                  </a:lnTo>
                  <a:lnTo>
                    <a:pt x="4355633" y="1384989"/>
                  </a:lnTo>
                  <a:lnTo>
                    <a:pt x="4355820" y="1376283"/>
                  </a:lnTo>
                  <a:lnTo>
                    <a:pt x="4356007" y="1367331"/>
                  </a:lnTo>
                  <a:lnTo>
                    <a:pt x="4356193" y="1358396"/>
                  </a:lnTo>
                  <a:lnTo>
                    <a:pt x="4356380" y="1349777"/>
                  </a:lnTo>
                  <a:lnTo>
                    <a:pt x="4356567" y="1341713"/>
                  </a:lnTo>
                  <a:lnTo>
                    <a:pt x="4356754" y="1334556"/>
                  </a:lnTo>
                  <a:lnTo>
                    <a:pt x="4356941" y="1328500"/>
                  </a:lnTo>
                  <a:lnTo>
                    <a:pt x="4357128" y="1323431"/>
                  </a:lnTo>
                  <a:lnTo>
                    <a:pt x="4357315" y="1318363"/>
                  </a:lnTo>
                  <a:lnTo>
                    <a:pt x="4357502" y="1313962"/>
                  </a:lnTo>
                  <a:lnTo>
                    <a:pt x="4357689" y="1310608"/>
                  </a:lnTo>
                  <a:lnTo>
                    <a:pt x="4357876" y="1307382"/>
                  </a:lnTo>
                  <a:lnTo>
                    <a:pt x="4358063" y="1306480"/>
                  </a:lnTo>
                  <a:lnTo>
                    <a:pt x="4358250" y="1305674"/>
                  </a:lnTo>
                  <a:lnTo>
                    <a:pt x="4358437" y="1304771"/>
                  </a:lnTo>
                  <a:lnTo>
                    <a:pt x="4358623" y="1304651"/>
                  </a:lnTo>
                  <a:lnTo>
                    <a:pt x="4358810" y="1305124"/>
                  </a:lnTo>
                  <a:lnTo>
                    <a:pt x="4358997" y="1305824"/>
                  </a:lnTo>
                  <a:lnTo>
                    <a:pt x="4359184" y="1306412"/>
                  </a:lnTo>
                  <a:lnTo>
                    <a:pt x="4359371" y="1307094"/>
                  </a:lnTo>
                  <a:lnTo>
                    <a:pt x="4359558" y="1307951"/>
                  </a:lnTo>
                  <a:lnTo>
                    <a:pt x="4359745" y="1308939"/>
                  </a:lnTo>
                  <a:lnTo>
                    <a:pt x="4359932" y="1308705"/>
                  </a:lnTo>
                  <a:lnTo>
                    <a:pt x="4360119" y="1308443"/>
                  </a:lnTo>
                  <a:lnTo>
                    <a:pt x="4360306" y="1307241"/>
                  </a:lnTo>
                  <a:lnTo>
                    <a:pt x="4360493" y="1306484"/>
                  </a:lnTo>
                  <a:lnTo>
                    <a:pt x="4360680" y="1304629"/>
                  </a:lnTo>
                  <a:lnTo>
                    <a:pt x="4360867" y="1302426"/>
                  </a:lnTo>
                  <a:lnTo>
                    <a:pt x="4361053" y="1299247"/>
                  </a:lnTo>
                  <a:lnTo>
                    <a:pt x="4361240" y="1296288"/>
                  </a:lnTo>
                  <a:lnTo>
                    <a:pt x="4361427" y="1292984"/>
                  </a:lnTo>
                  <a:lnTo>
                    <a:pt x="4361614" y="1289471"/>
                  </a:lnTo>
                  <a:lnTo>
                    <a:pt x="4361801" y="1286182"/>
                  </a:lnTo>
                  <a:lnTo>
                    <a:pt x="4361988" y="1283304"/>
                  </a:lnTo>
                  <a:lnTo>
                    <a:pt x="4362175" y="1281589"/>
                  </a:lnTo>
                  <a:lnTo>
                    <a:pt x="4362362" y="1280661"/>
                  </a:lnTo>
                  <a:lnTo>
                    <a:pt x="4362549" y="1280140"/>
                  </a:lnTo>
                  <a:lnTo>
                    <a:pt x="4362736" y="1279519"/>
                  </a:lnTo>
                  <a:lnTo>
                    <a:pt x="4362923" y="1278824"/>
                  </a:lnTo>
                  <a:lnTo>
                    <a:pt x="4363110" y="1278430"/>
                  </a:lnTo>
                  <a:lnTo>
                    <a:pt x="4363296" y="1278731"/>
                  </a:lnTo>
                  <a:lnTo>
                    <a:pt x="4363483" y="1279439"/>
                  </a:lnTo>
                  <a:lnTo>
                    <a:pt x="4363670" y="1280473"/>
                  </a:lnTo>
                  <a:lnTo>
                    <a:pt x="4363857" y="1281246"/>
                  </a:lnTo>
                  <a:lnTo>
                    <a:pt x="4364044" y="1282361"/>
                  </a:lnTo>
                  <a:lnTo>
                    <a:pt x="4364231" y="1284064"/>
                  </a:lnTo>
                  <a:lnTo>
                    <a:pt x="4364418" y="1286165"/>
                  </a:lnTo>
                  <a:lnTo>
                    <a:pt x="4364605" y="1288072"/>
                  </a:lnTo>
                  <a:lnTo>
                    <a:pt x="4364792" y="1290855"/>
                  </a:lnTo>
                  <a:lnTo>
                    <a:pt x="4364979" y="1292999"/>
                  </a:lnTo>
                  <a:lnTo>
                    <a:pt x="4365166" y="1295512"/>
                  </a:lnTo>
                  <a:lnTo>
                    <a:pt x="4365353" y="1298387"/>
                  </a:lnTo>
                  <a:lnTo>
                    <a:pt x="4365540" y="1301170"/>
                  </a:lnTo>
                  <a:lnTo>
                    <a:pt x="4365726" y="1304544"/>
                  </a:lnTo>
                  <a:lnTo>
                    <a:pt x="4365913" y="1306934"/>
                  </a:lnTo>
                  <a:lnTo>
                    <a:pt x="4366100" y="1309042"/>
                  </a:lnTo>
                  <a:lnTo>
                    <a:pt x="4366287" y="1309707"/>
                  </a:lnTo>
                  <a:lnTo>
                    <a:pt x="4366474" y="1310375"/>
                  </a:lnTo>
                  <a:lnTo>
                    <a:pt x="4366661" y="1311743"/>
                  </a:lnTo>
                  <a:lnTo>
                    <a:pt x="4366848" y="1313981"/>
                  </a:lnTo>
                  <a:lnTo>
                    <a:pt x="4367035" y="1315638"/>
                  </a:lnTo>
                  <a:lnTo>
                    <a:pt x="4367222" y="1317426"/>
                  </a:lnTo>
                  <a:lnTo>
                    <a:pt x="4367409" y="1320515"/>
                  </a:lnTo>
                  <a:lnTo>
                    <a:pt x="4367596" y="1325624"/>
                  </a:lnTo>
                  <a:lnTo>
                    <a:pt x="4367783" y="1331485"/>
                  </a:lnTo>
                  <a:lnTo>
                    <a:pt x="4367969" y="1337371"/>
                  </a:lnTo>
                  <a:lnTo>
                    <a:pt x="4368156" y="1343177"/>
                  </a:lnTo>
                  <a:lnTo>
                    <a:pt x="4368343" y="1349229"/>
                  </a:lnTo>
                  <a:lnTo>
                    <a:pt x="4368530" y="1355045"/>
                  </a:lnTo>
                  <a:lnTo>
                    <a:pt x="4368717" y="1361000"/>
                  </a:lnTo>
                  <a:lnTo>
                    <a:pt x="4368904" y="1366442"/>
                  </a:lnTo>
                  <a:lnTo>
                    <a:pt x="4369091" y="1370751"/>
                  </a:lnTo>
                  <a:lnTo>
                    <a:pt x="4369278" y="1375103"/>
                  </a:lnTo>
                  <a:lnTo>
                    <a:pt x="4369465" y="1378707"/>
                  </a:lnTo>
                  <a:lnTo>
                    <a:pt x="4369652" y="1382187"/>
                  </a:lnTo>
                  <a:lnTo>
                    <a:pt x="4369839" y="1385230"/>
                  </a:lnTo>
                  <a:lnTo>
                    <a:pt x="4370026" y="1387756"/>
                  </a:lnTo>
                  <a:lnTo>
                    <a:pt x="4370213" y="1389391"/>
                  </a:lnTo>
                  <a:lnTo>
                    <a:pt x="4370399" y="1389552"/>
                  </a:lnTo>
                  <a:lnTo>
                    <a:pt x="4370586" y="1389465"/>
                  </a:lnTo>
                  <a:lnTo>
                    <a:pt x="4370773" y="1388126"/>
                  </a:lnTo>
                  <a:lnTo>
                    <a:pt x="4370960" y="1386544"/>
                  </a:lnTo>
                  <a:lnTo>
                    <a:pt x="4371147" y="1384582"/>
                  </a:lnTo>
                  <a:lnTo>
                    <a:pt x="4371334" y="1381374"/>
                  </a:lnTo>
                  <a:lnTo>
                    <a:pt x="4371521" y="1378769"/>
                  </a:lnTo>
                  <a:lnTo>
                    <a:pt x="4371708" y="1377813"/>
                  </a:lnTo>
                  <a:lnTo>
                    <a:pt x="4371895" y="1377640"/>
                  </a:lnTo>
                  <a:lnTo>
                    <a:pt x="4372082" y="1376672"/>
                  </a:lnTo>
                  <a:lnTo>
                    <a:pt x="4372269" y="1375317"/>
                  </a:lnTo>
                  <a:lnTo>
                    <a:pt x="4372456" y="1374513"/>
                  </a:lnTo>
                  <a:lnTo>
                    <a:pt x="4372643" y="1374792"/>
                  </a:lnTo>
                  <a:lnTo>
                    <a:pt x="4372829" y="1376418"/>
                  </a:lnTo>
                  <a:lnTo>
                    <a:pt x="4373016" y="1379223"/>
                  </a:lnTo>
                  <a:lnTo>
                    <a:pt x="4373203" y="1383280"/>
                  </a:lnTo>
                  <a:lnTo>
                    <a:pt x="4373390" y="1389071"/>
                  </a:lnTo>
                  <a:lnTo>
                    <a:pt x="4373577" y="1394398"/>
                  </a:lnTo>
                  <a:lnTo>
                    <a:pt x="4373764" y="1400331"/>
                  </a:lnTo>
                  <a:lnTo>
                    <a:pt x="4373951" y="1407011"/>
                  </a:lnTo>
                  <a:lnTo>
                    <a:pt x="4374138" y="1414239"/>
                  </a:lnTo>
                  <a:lnTo>
                    <a:pt x="4374325" y="1421013"/>
                  </a:lnTo>
                  <a:lnTo>
                    <a:pt x="4374512" y="1426409"/>
                  </a:lnTo>
                  <a:lnTo>
                    <a:pt x="4374699" y="1430964"/>
                  </a:lnTo>
                  <a:lnTo>
                    <a:pt x="4374886" y="1435894"/>
                  </a:lnTo>
                  <a:lnTo>
                    <a:pt x="4375072" y="1439710"/>
                  </a:lnTo>
                  <a:lnTo>
                    <a:pt x="4375259" y="1442386"/>
                  </a:lnTo>
                  <a:lnTo>
                    <a:pt x="4375446" y="1444710"/>
                  </a:lnTo>
                  <a:lnTo>
                    <a:pt x="4375633" y="1444955"/>
                  </a:lnTo>
                  <a:lnTo>
                    <a:pt x="4375820" y="1443289"/>
                  </a:lnTo>
                  <a:lnTo>
                    <a:pt x="4376007" y="1440111"/>
                  </a:lnTo>
                  <a:lnTo>
                    <a:pt x="4376194" y="1434429"/>
                  </a:lnTo>
                  <a:lnTo>
                    <a:pt x="4376381" y="1427539"/>
                  </a:lnTo>
                  <a:lnTo>
                    <a:pt x="4376568" y="1419475"/>
                  </a:lnTo>
                  <a:lnTo>
                    <a:pt x="4376755" y="1411412"/>
                  </a:lnTo>
                  <a:lnTo>
                    <a:pt x="4376942" y="1402480"/>
                  </a:lnTo>
                  <a:lnTo>
                    <a:pt x="4377129" y="1393637"/>
                  </a:lnTo>
                  <a:lnTo>
                    <a:pt x="4377316" y="1385437"/>
                  </a:lnTo>
                  <a:lnTo>
                    <a:pt x="4377502" y="1378498"/>
                  </a:lnTo>
                  <a:lnTo>
                    <a:pt x="4377689" y="1372676"/>
                  </a:lnTo>
                  <a:lnTo>
                    <a:pt x="4377876" y="1368068"/>
                  </a:lnTo>
                  <a:lnTo>
                    <a:pt x="4378063" y="1364131"/>
                  </a:lnTo>
                  <a:lnTo>
                    <a:pt x="4378250" y="1360540"/>
                  </a:lnTo>
                  <a:lnTo>
                    <a:pt x="4378437" y="1356725"/>
                  </a:lnTo>
                  <a:lnTo>
                    <a:pt x="4378624" y="1352952"/>
                  </a:lnTo>
                  <a:lnTo>
                    <a:pt x="4378811" y="1350243"/>
                  </a:lnTo>
                  <a:lnTo>
                    <a:pt x="4378998" y="1347407"/>
                  </a:lnTo>
                  <a:lnTo>
                    <a:pt x="4379185" y="1344275"/>
                  </a:lnTo>
                  <a:lnTo>
                    <a:pt x="4379372" y="1341586"/>
                  </a:lnTo>
                  <a:lnTo>
                    <a:pt x="4379559" y="1339059"/>
                  </a:lnTo>
                  <a:lnTo>
                    <a:pt x="4379746" y="1334771"/>
                  </a:lnTo>
                  <a:lnTo>
                    <a:pt x="4379932" y="1330478"/>
                  </a:lnTo>
                  <a:lnTo>
                    <a:pt x="4380119" y="1325564"/>
                  </a:lnTo>
                  <a:lnTo>
                    <a:pt x="4380306" y="1317657"/>
                  </a:lnTo>
                  <a:lnTo>
                    <a:pt x="4380493" y="1310182"/>
                  </a:lnTo>
                  <a:lnTo>
                    <a:pt x="4380680" y="1301682"/>
                  </a:lnTo>
                  <a:lnTo>
                    <a:pt x="4380867" y="1291878"/>
                  </a:lnTo>
                  <a:lnTo>
                    <a:pt x="4381054" y="1281570"/>
                  </a:lnTo>
                  <a:lnTo>
                    <a:pt x="4381241" y="1270753"/>
                  </a:lnTo>
                  <a:lnTo>
                    <a:pt x="4381428" y="1260784"/>
                  </a:lnTo>
                  <a:lnTo>
                    <a:pt x="4381615" y="1250998"/>
                  </a:lnTo>
                  <a:lnTo>
                    <a:pt x="4381802" y="1241205"/>
                  </a:lnTo>
                  <a:lnTo>
                    <a:pt x="4381989" y="1232041"/>
                  </a:lnTo>
                  <a:lnTo>
                    <a:pt x="4382175" y="1222849"/>
                  </a:lnTo>
                  <a:lnTo>
                    <a:pt x="4382362" y="1214938"/>
                  </a:lnTo>
                  <a:lnTo>
                    <a:pt x="4382549" y="1207044"/>
                  </a:lnTo>
                  <a:lnTo>
                    <a:pt x="4382736" y="1198913"/>
                  </a:lnTo>
                  <a:lnTo>
                    <a:pt x="4382923" y="1191132"/>
                  </a:lnTo>
                  <a:lnTo>
                    <a:pt x="4383110" y="1184688"/>
                  </a:lnTo>
                  <a:lnTo>
                    <a:pt x="4383297" y="1178472"/>
                  </a:lnTo>
                  <a:lnTo>
                    <a:pt x="4383484" y="1174073"/>
                  </a:lnTo>
                  <a:lnTo>
                    <a:pt x="4383671" y="1170206"/>
                  </a:lnTo>
                  <a:lnTo>
                    <a:pt x="4383858" y="1166829"/>
                  </a:lnTo>
                  <a:lnTo>
                    <a:pt x="4384045" y="1164847"/>
                  </a:lnTo>
                  <a:lnTo>
                    <a:pt x="4384232" y="1162730"/>
                  </a:lnTo>
                  <a:lnTo>
                    <a:pt x="4384419" y="1160842"/>
                  </a:lnTo>
                  <a:lnTo>
                    <a:pt x="4384605" y="1159253"/>
                  </a:lnTo>
                  <a:lnTo>
                    <a:pt x="4384792" y="1155999"/>
                  </a:lnTo>
                  <a:lnTo>
                    <a:pt x="4384979" y="1151806"/>
                  </a:lnTo>
                  <a:lnTo>
                    <a:pt x="4385166" y="1148798"/>
                  </a:lnTo>
                  <a:lnTo>
                    <a:pt x="4385353" y="1146112"/>
                  </a:lnTo>
                  <a:lnTo>
                    <a:pt x="4385540" y="1144600"/>
                  </a:lnTo>
                  <a:lnTo>
                    <a:pt x="4385727" y="1142986"/>
                  </a:lnTo>
                  <a:lnTo>
                    <a:pt x="4385914" y="1141771"/>
                  </a:lnTo>
                  <a:lnTo>
                    <a:pt x="4386101" y="1140324"/>
                  </a:lnTo>
                  <a:lnTo>
                    <a:pt x="4386288" y="1139118"/>
                  </a:lnTo>
                  <a:lnTo>
                    <a:pt x="4386475" y="1137556"/>
                  </a:lnTo>
                  <a:lnTo>
                    <a:pt x="4386662" y="1136067"/>
                  </a:lnTo>
                  <a:lnTo>
                    <a:pt x="4386848" y="1133919"/>
                  </a:lnTo>
                  <a:lnTo>
                    <a:pt x="4387035" y="1131834"/>
                  </a:lnTo>
                  <a:lnTo>
                    <a:pt x="4387222" y="1129546"/>
                  </a:lnTo>
                  <a:lnTo>
                    <a:pt x="4387409" y="1127659"/>
                  </a:lnTo>
                  <a:lnTo>
                    <a:pt x="4387596" y="1127568"/>
                  </a:lnTo>
                  <a:lnTo>
                    <a:pt x="4387783" y="1127720"/>
                  </a:lnTo>
                  <a:lnTo>
                    <a:pt x="4387970" y="1127952"/>
                  </a:lnTo>
                  <a:lnTo>
                    <a:pt x="4388157" y="1128565"/>
                  </a:lnTo>
                  <a:lnTo>
                    <a:pt x="4388344" y="1129008"/>
                  </a:lnTo>
                  <a:lnTo>
                    <a:pt x="4388531" y="1128713"/>
                  </a:lnTo>
                  <a:lnTo>
                    <a:pt x="4388718" y="1128162"/>
                  </a:lnTo>
                  <a:lnTo>
                    <a:pt x="4388905" y="1126882"/>
                  </a:lnTo>
                  <a:lnTo>
                    <a:pt x="4389092" y="1125600"/>
                  </a:lnTo>
                  <a:lnTo>
                    <a:pt x="4389278" y="1124306"/>
                  </a:lnTo>
                  <a:lnTo>
                    <a:pt x="4389465" y="1122684"/>
                  </a:lnTo>
                  <a:lnTo>
                    <a:pt x="4389652" y="1121369"/>
                  </a:lnTo>
                  <a:lnTo>
                    <a:pt x="4389839" y="1121263"/>
                  </a:lnTo>
                  <a:lnTo>
                    <a:pt x="4390026" y="1121563"/>
                  </a:lnTo>
                  <a:lnTo>
                    <a:pt x="4390213" y="1121956"/>
                  </a:lnTo>
                  <a:lnTo>
                    <a:pt x="4390400" y="1124864"/>
                  </a:lnTo>
                  <a:lnTo>
                    <a:pt x="4390587" y="1128222"/>
                  </a:lnTo>
                  <a:lnTo>
                    <a:pt x="4390774" y="1132330"/>
                  </a:lnTo>
                  <a:lnTo>
                    <a:pt x="4390961" y="1137625"/>
                  </a:lnTo>
                  <a:lnTo>
                    <a:pt x="4391148" y="1143245"/>
                  </a:lnTo>
                  <a:lnTo>
                    <a:pt x="4391335" y="1149080"/>
                  </a:lnTo>
                  <a:lnTo>
                    <a:pt x="4391522" y="1155814"/>
                  </a:lnTo>
                  <a:lnTo>
                    <a:pt x="4391708" y="1163043"/>
                  </a:lnTo>
                  <a:lnTo>
                    <a:pt x="4391895" y="1169268"/>
                  </a:lnTo>
                  <a:lnTo>
                    <a:pt x="4392082" y="1175540"/>
                  </a:lnTo>
                  <a:lnTo>
                    <a:pt x="4392269" y="1182468"/>
                  </a:lnTo>
                  <a:lnTo>
                    <a:pt x="4392456" y="1189579"/>
                  </a:lnTo>
                  <a:lnTo>
                    <a:pt x="4392643" y="1197301"/>
                  </a:lnTo>
                  <a:lnTo>
                    <a:pt x="4392830" y="1205329"/>
                  </a:lnTo>
                  <a:lnTo>
                    <a:pt x="4393017" y="1213975"/>
                  </a:lnTo>
                  <a:lnTo>
                    <a:pt x="4393204" y="1222884"/>
                  </a:lnTo>
                  <a:lnTo>
                    <a:pt x="4393391" y="1231949"/>
                  </a:lnTo>
                  <a:lnTo>
                    <a:pt x="4393578" y="1241082"/>
                  </a:lnTo>
                  <a:lnTo>
                    <a:pt x="4393765" y="1249708"/>
                  </a:lnTo>
                  <a:lnTo>
                    <a:pt x="4393951" y="1257580"/>
                  </a:lnTo>
                  <a:lnTo>
                    <a:pt x="4394138" y="1264792"/>
                  </a:lnTo>
                  <a:lnTo>
                    <a:pt x="4394325" y="1270171"/>
                  </a:lnTo>
                  <a:lnTo>
                    <a:pt x="4394512" y="1274289"/>
                  </a:lnTo>
                  <a:lnTo>
                    <a:pt x="4394699" y="1277879"/>
                  </a:lnTo>
                  <a:lnTo>
                    <a:pt x="4394886" y="1280489"/>
                  </a:lnTo>
                  <a:lnTo>
                    <a:pt x="4395073" y="1281723"/>
                  </a:lnTo>
                  <a:lnTo>
                    <a:pt x="4395260" y="1283933"/>
                  </a:lnTo>
                  <a:lnTo>
                    <a:pt x="4395447" y="1285897"/>
                  </a:lnTo>
                  <a:lnTo>
                    <a:pt x="4395634" y="1287005"/>
                  </a:lnTo>
                  <a:lnTo>
                    <a:pt x="4395821" y="1288742"/>
                  </a:lnTo>
                  <a:lnTo>
                    <a:pt x="4396008" y="1290263"/>
                  </a:lnTo>
                  <a:lnTo>
                    <a:pt x="4396195" y="1290810"/>
                  </a:lnTo>
                  <a:lnTo>
                    <a:pt x="4396381" y="1290301"/>
                  </a:lnTo>
                  <a:lnTo>
                    <a:pt x="4396568" y="1290312"/>
                  </a:lnTo>
                  <a:lnTo>
                    <a:pt x="4396755" y="1290325"/>
                  </a:lnTo>
                  <a:lnTo>
                    <a:pt x="4396942" y="1289921"/>
                  </a:lnTo>
                  <a:lnTo>
                    <a:pt x="4397129" y="1289952"/>
                  </a:lnTo>
                  <a:lnTo>
                    <a:pt x="4397316" y="1290538"/>
                  </a:lnTo>
                  <a:lnTo>
                    <a:pt x="4397503" y="1291643"/>
                  </a:lnTo>
                  <a:lnTo>
                    <a:pt x="4397690" y="1292492"/>
                  </a:lnTo>
                  <a:lnTo>
                    <a:pt x="4397877" y="1293070"/>
                  </a:lnTo>
                  <a:lnTo>
                    <a:pt x="4398064" y="1294699"/>
                  </a:lnTo>
                  <a:lnTo>
                    <a:pt x="4398251" y="1296299"/>
                  </a:lnTo>
                  <a:lnTo>
                    <a:pt x="4398438" y="1299841"/>
                  </a:lnTo>
                  <a:lnTo>
                    <a:pt x="4398625" y="1302235"/>
                  </a:lnTo>
                  <a:lnTo>
                    <a:pt x="4398811" y="1304765"/>
                  </a:lnTo>
                  <a:lnTo>
                    <a:pt x="4398998" y="1307409"/>
                  </a:lnTo>
                  <a:lnTo>
                    <a:pt x="4399185" y="1309403"/>
                  </a:lnTo>
                  <a:lnTo>
                    <a:pt x="4399372" y="1310544"/>
                  </a:lnTo>
                  <a:lnTo>
                    <a:pt x="4399559" y="1310340"/>
                  </a:lnTo>
                  <a:lnTo>
                    <a:pt x="4399746" y="1309368"/>
                  </a:lnTo>
                  <a:lnTo>
                    <a:pt x="4399933" y="1308223"/>
                  </a:lnTo>
                  <a:lnTo>
                    <a:pt x="4400120" y="1305914"/>
                  </a:lnTo>
                  <a:lnTo>
                    <a:pt x="4400307" y="1303929"/>
                  </a:lnTo>
                  <a:lnTo>
                    <a:pt x="4400494" y="1302090"/>
                  </a:lnTo>
                  <a:lnTo>
                    <a:pt x="4400681" y="1299433"/>
                  </a:lnTo>
                  <a:lnTo>
                    <a:pt x="4400868" y="1297356"/>
                  </a:lnTo>
                  <a:lnTo>
                    <a:pt x="4401054" y="1294797"/>
                  </a:lnTo>
                  <a:lnTo>
                    <a:pt x="4401241" y="1290646"/>
                  </a:lnTo>
                  <a:lnTo>
                    <a:pt x="4401428" y="1285501"/>
                  </a:lnTo>
                  <a:lnTo>
                    <a:pt x="4401615" y="1280414"/>
                  </a:lnTo>
                  <a:lnTo>
                    <a:pt x="4401802" y="1276208"/>
                  </a:lnTo>
                  <a:lnTo>
                    <a:pt x="4401989" y="1271842"/>
                  </a:lnTo>
                  <a:lnTo>
                    <a:pt x="4402176" y="1267970"/>
                  </a:lnTo>
                  <a:lnTo>
                    <a:pt x="4402363" y="1264454"/>
                  </a:lnTo>
                  <a:lnTo>
                    <a:pt x="4402550" y="1261800"/>
                  </a:lnTo>
                  <a:lnTo>
                    <a:pt x="4402737" y="1260119"/>
                  </a:lnTo>
                  <a:lnTo>
                    <a:pt x="4402924" y="1258730"/>
                  </a:lnTo>
                  <a:lnTo>
                    <a:pt x="4403111" y="1257591"/>
                  </a:lnTo>
                  <a:lnTo>
                    <a:pt x="4403298" y="1256685"/>
                  </a:lnTo>
                  <a:lnTo>
                    <a:pt x="4403484" y="1256089"/>
                  </a:lnTo>
                  <a:lnTo>
                    <a:pt x="4403671" y="1256681"/>
                  </a:lnTo>
                  <a:lnTo>
                    <a:pt x="4403858" y="1257007"/>
                  </a:lnTo>
                  <a:lnTo>
                    <a:pt x="4404045" y="1257219"/>
                  </a:lnTo>
                  <a:lnTo>
                    <a:pt x="4404232" y="1256831"/>
                  </a:lnTo>
                  <a:lnTo>
                    <a:pt x="4404419" y="1255803"/>
                  </a:lnTo>
                  <a:lnTo>
                    <a:pt x="4404606" y="1253955"/>
                  </a:lnTo>
                  <a:lnTo>
                    <a:pt x="4404793" y="1251357"/>
                  </a:lnTo>
                  <a:lnTo>
                    <a:pt x="4404980" y="1247747"/>
                  </a:lnTo>
                  <a:lnTo>
                    <a:pt x="4405167" y="1243052"/>
                  </a:lnTo>
                  <a:lnTo>
                    <a:pt x="4405354" y="1238176"/>
                  </a:lnTo>
                  <a:lnTo>
                    <a:pt x="4405541" y="1233620"/>
                  </a:lnTo>
                  <a:lnTo>
                    <a:pt x="4405727" y="1229188"/>
                  </a:lnTo>
                  <a:lnTo>
                    <a:pt x="4405914" y="1224646"/>
                  </a:lnTo>
                  <a:lnTo>
                    <a:pt x="4406101" y="1220335"/>
                  </a:lnTo>
                  <a:lnTo>
                    <a:pt x="4406288" y="1215550"/>
                  </a:lnTo>
                  <a:lnTo>
                    <a:pt x="4406475" y="1210697"/>
                  </a:lnTo>
                  <a:lnTo>
                    <a:pt x="4406662" y="1205322"/>
                  </a:lnTo>
                  <a:lnTo>
                    <a:pt x="4406849" y="1199859"/>
                  </a:lnTo>
                  <a:lnTo>
                    <a:pt x="4407036" y="1193399"/>
                  </a:lnTo>
                  <a:lnTo>
                    <a:pt x="4407223" y="1186562"/>
                  </a:lnTo>
                  <a:lnTo>
                    <a:pt x="4407410" y="1179755"/>
                  </a:lnTo>
                  <a:lnTo>
                    <a:pt x="4407597" y="1173203"/>
                  </a:lnTo>
                  <a:lnTo>
                    <a:pt x="4407784" y="1166930"/>
                  </a:lnTo>
                  <a:lnTo>
                    <a:pt x="4407971" y="1161048"/>
                  </a:lnTo>
                  <a:lnTo>
                    <a:pt x="4408157" y="1155938"/>
                  </a:lnTo>
                  <a:lnTo>
                    <a:pt x="4408344" y="1151339"/>
                  </a:lnTo>
                  <a:lnTo>
                    <a:pt x="4408531" y="1146808"/>
                  </a:lnTo>
                  <a:lnTo>
                    <a:pt x="4408718" y="1143492"/>
                  </a:lnTo>
                  <a:lnTo>
                    <a:pt x="4408905" y="1141327"/>
                  </a:lnTo>
                  <a:lnTo>
                    <a:pt x="4409092" y="1139704"/>
                  </a:lnTo>
                  <a:lnTo>
                    <a:pt x="4409279" y="1138736"/>
                  </a:lnTo>
                  <a:lnTo>
                    <a:pt x="4409466" y="1139286"/>
                  </a:lnTo>
                  <a:lnTo>
                    <a:pt x="4409653" y="1139410"/>
                  </a:lnTo>
                  <a:lnTo>
                    <a:pt x="4409840" y="1139767"/>
                  </a:lnTo>
                  <a:lnTo>
                    <a:pt x="4410027" y="1139188"/>
                  </a:lnTo>
                  <a:lnTo>
                    <a:pt x="4410214" y="1138648"/>
                  </a:lnTo>
                  <a:lnTo>
                    <a:pt x="4410401" y="1138206"/>
                  </a:lnTo>
                  <a:lnTo>
                    <a:pt x="4410587" y="1137268"/>
                  </a:lnTo>
                  <a:lnTo>
                    <a:pt x="4410774" y="1136391"/>
                  </a:lnTo>
                  <a:lnTo>
                    <a:pt x="4410961" y="1136148"/>
                  </a:lnTo>
                  <a:lnTo>
                    <a:pt x="4411148" y="1135565"/>
                  </a:lnTo>
                  <a:lnTo>
                    <a:pt x="4411335" y="1134384"/>
                  </a:lnTo>
                  <a:lnTo>
                    <a:pt x="4411522" y="1132804"/>
                  </a:lnTo>
                  <a:lnTo>
                    <a:pt x="4411709" y="1131779"/>
                  </a:lnTo>
                  <a:lnTo>
                    <a:pt x="4411896" y="1129984"/>
                  </a:lnTo>
                  <a:lnTo>
                    <a:pt x="4412083" y="1128597"/>
                  </a:lnTo>
                  <a:lnTo>
                    <a:pt x="4412270" y="1126395"/>
                  </a:lnTo>
                  <a:lnTo>
                    <a:pt x="4412457" y="1125030"/>
                  </a:lnTo>
                  <a:lnTo>
                    <a:pt x="4412644" y="1123990"/>
                  </a:lnTo>
                  <a:lnTo>
                    <a:pt x="4412830" y="1124635"/>
                  </a:lnTo>
                  <a:lnTo>
                    <a:pt x="4413017" y="1126565"/>
                  </a:lnTo>
                  <a:lnTo>
                    <a:pt x="4413204" y="1128731"/>
                  </a:lnTo>
                  <a:lnTo>
                    <a:pt x="4413391" y="1131079"/>
                  </a:lnTo>
                  <a:lnTo>
                    <a:pt x="4413578" y="1134433"/>
                  </a:lnTo>
                  <a:lnTo>
                    <a:pt x="4413765" y="1137822"/>
                  </a:lnTo>
                  <a:lnTo>
                    <a:pt x="4413952" y="1142272"/>
                  </a:lnTo>
                  <a:lnTo>
                    <a:pt x="4414139" y="1146395"/>
                  </a:lnTo>
                  <a:lnTo>
                    <a:pt x="4414326" y="1150062"/>
                  </a:lnTo>
                  <a:lnTo>
                    <a:pt x="4414513" y="1153175"/>
                  </a:lnTo>
                  <a:lnTo>
                    <a:pt x="4414700" y="1157197"/>
                  </a:lnTo>
                  <a:lnTo>
                    <a:pt x="4414887" y="1160479"/>
                  </a:lnTo>
                  <a:lnTo>
                    <a:pt x="4415074" y="1163797"/>
                  </a:lnTo>
                  <a:lnTo>
                    <a:pt x="4415260" y="1165655"/>
                  </a:lnTo>
                  <a:lnTo>
                    <a:pt x="4415447" y="1166565"/>
                  </a:lnTo>
                  <a:lnTo>
                    <a:pt x="4415634" y="1167385"/>
                  </a:lnTo>
                  <a:lnTo>
                    <a:pt x="4415821" y="1167149"/>
                  </a:lnTo>
                  <a:lnTo>
                    <a:pt x="4416008" y="1167204"/>
                  </a:lnTo>
                  <a:lnTo>
                    <a:pt x="4416195" y="1166505"/>
                  </a:lnTo>
                  <a:lnTo>
                    <a:pt x="4416382" y="1165330"/>
                  </a:lnTo>
                  <a:lnTo>
                    <a:pt x="4416569" y="1164318"/>
                  </a:lnTo>
                  <a:lnTo>
                    <a:pt x="4416756" y="1163582"/>
                  </a:lnTo>
                  <a:lnTo>
                    <a:pt x="4416943" y="1162430"/>
                  </a:lnTo>
                  <a:lnTo>
                    <a:pt x="4417130" y="1162126"/>
                  </a:lnTo>
                  <a:lnTo>
                    <a:pt x="4417317" y="1160487"/>
                  </a:lnTo>
                  <a:lnTo>
                    <a:pt x="4417503" y="1158030"/>
                  </a:lnTo>
                  <a:lnTo>
                    <a:pt x="4417690" y="1157264"/>
                  </a:lnTo>
                  <a:lnTo>
                    <a:pt x="4417877" y="1154631"/>
                  </a:lnTo>
                  <a:lnTo>
                    <a:pt x="4418064" y="1152399"/>
                  </a:lnTo>
                  <a:lnTo>
                    <a:pt x="4418251" y="1150197"/>
                  </a:lnTo>
                  <a:lnTo>
                    <a:pt x="4418438" y="1148978"/>
                  </a:lnTo>
                  <a:lnTo>
                    <a:pt x="4418625" y="1148432"/>
                  </a:lnTo>
                  <a:lnTo>
                    <a:pt x="4418812" y="1146782"/>
                  </a:lnTo>
                  <a:lnTo>
                    <a:pt x="4418999" y="1143033"/>
                  </a:lnTo>
                  <a:lnTo>
                    <a:pt x="4419186" y="1140086"/>
                  </a:lnTo>
                  <a:lnTo>
                    <a:pt x="4419373" y="1135385"/>
                  </a:lnTo>
                  <a:lnTo>
                    <a:pt x="4419560" y="1128869"/>
                  </a:lnTo>
                  <a:lnTo>
                    <a:pt x="4419747" y="1121312"/>
                  </a:lnTo>
                  <a:lnTo>
                    <a:pt x="4419933" y="1115324"/>
                  </a:lnTo>
                  <a:lnTo>
                    <a:pt x="4420120" y="1107008"/>
                  </a:lnTo>
                  <a:lnTo>
                    <a:pt x="4420307" y="1101393"/>
                  </a:lnTo>
                  <a:lnTo>
                    <a:pt x="4420494" y="1094283"/>
                  </a:lnTo>
                  <a:lnTo>
                    <a:pt x="4420681" y="1087799"/>
                  </a:lnTo>
                  <a:lnTo>
                    <a:pt x="4420868" y="1079034"/>
                  </a:lnTo>
                  <a:lnTo>
                    <a:pt x="4421055" y="1069748"/>
                  </a:lnTo>
                  <a:lnTo>
                    <a:pt x="4421242" y="1060532"/>
                  </a:lnTo>
                  <a:lnTo>
                    <a:pt x="4421429" y="1050724"/>
                  </a:lnTo>
                  <a:lnTo>
                    <a:pt x="4421616" y="1041414"/>
                  </a:lnTo>
                  <a:lnTo>
                    <a:pt x="4421803" y="1032484"/>
                  </a:lnTo>
                  <a:lnTo>
                    <a:pt x="4421990" y="1023581"/>
                  </a:lnTo>
                  <a:lnTo>
                    <a:pt x="4422177" y="1016021"/>
                  </a:lnTo>
                  <a:lnTo>
                    <a:pt x="4422363" y="1009056"/>
                  </a:lnTo>
                  <a:lnTo>
                    <a:pt x="4422550" y="1001311"/>
                  </a:lnTo>
                  <a:lnTo>
                    <a:pt x="4422737" y="994098"/>
                  </a:lnTo>
                  <a:lnTo>
                    <a:pt x="4422924" y="987006"/>
                  </a:lnTo>
                  <a:lnTo>
                    <a:pt x="4423111" y="980486"/>
                  </a:lnTo>
                  <a:lnTo>
                    <a:pt x="4423298" y="974806"/>
                  </a:lnTo>
                  <a:lnTo>
                    <a:pt x="4423485" y="969826"/>
                  </a:lnTo>
                  <a:lnTo>
                    <a:pt x="4423672" y="963923"/>
                  </a:lnTo>
                  <a:lnTo>
                    <a:pt x="4423859" y="960014"/>
                  </a:lnTo>
                  <a:lnTo>
                    <a:pt x="4424046" y="956222"/>
                  </a:lnTo>
                  <a:lnTo>
                    <a:pt x="4424233" y="951943"/>
                  </a:lnTo>
                  <a:lnTo>
                    <a:pt x="4424420" y="948020"/>
                  </a:lnTo>
                  <a:lnTo>
                    <a:pt x="4424606" y="943428"/>
                  </a:lnTo>
                  <a:lnTo>
                    <a:pt x="4424793" y="938191"/>
                  </a:lnTo>
                  <a:lnTo>
                    <a:pt x="4424980" y="930448"/>
                  </a:lnTo>
                  <a:lnTo>
                    <a:pt x="4425167" y="921326"/>
                  </a:lnTo>
                  <a:lnTo>
                    <a:pt x="4425354" y="911821"/>
                  </a:lnTo>
                  <a:lnTo>
                    <a:pt x="4425541" y="901174"/>
                  </a:lnTo>
                  <a:lnTo>
                    <a:pt x="4425728" y="891702"/>
                  </a:lnTo>
                  <a:lnTo>
                    <a:pt x="4425915" y="881633"/>
                  </a:lnTo>
                  <a:lnTo>
                    <a:pt x="4426102" y="873159"/>
                  </a:lnTo>
                  <a:lnTo>
                    <a:pt x="4426289" y="864834"/>
                  </a:lnTo>
                  <a:lnTo>
                    <a:pt x="4426476" y="856545"/>
                  </a:lnTo>
                  <a:lnTo>
                    <a:pt x="4426663" y="849184"/>
                  </a:lnTo>
                  <a:lnTo>
                    <a:pt x="4426850" y="842711"/>
                  </a:lnTo>
                  <a:lnTo>
                    <a:pt x="4427036" y="836319"/>
                  </a:lnTo>
                  <a:lnTo>
                    <a:pt x="4427223" y="829447"/>
                  </a:lnTo>
                  <a:lnTo>
                    <a:pt x="4427410" y="822612"/>
                  </a:lnTo>
                  <a:lnTo>
                    <a:pt x="4427597" y="816340"/>
                  </a:lnTo>
                  <a:lnTo>
                    <a:pt x="4427784" y="809015"/>
                  </a:lnTo>
                  <a:lnTo>
                    <a:pt x="4427971" y="801611"/>
                  </a:lnTo>
                  <a:lnTo>
                    <a:pt x="4428158" y="793984"/>
                  </a:lnTo>
                  <a:lnTo>
                    <a:pt x="4428345" y="785507"/>
                  </a:lnTo>
                  <a:lnTo>
                    <a:pt x="4428532" y="776962"/>
                  </a:lnTo>
                  <a:lnTo>
                    <a:pt x="4428719" y="767773"/>
                  </a:lnTo>
                  <a:lnTo>
                    <a:pt x="4428906" y="759420"/>
                  </a:lnTo>
                  <a:lnTo>
                    <a:pt x="4429093" y="750796"/>
                  </a:lnTo>
                  <a:lnTo>
                    <a:pt x="4429280" y="743045"/>
                  </a:lnTo>
                  <a:lnTo>
                    <a:pt x="4429466" y="735615"/>
                  </a:lnTo>
                  <a:lnTo>
                    <a:pt x="4429653" y="727739"/>
                  </a:lnTo>
                  <a:lnTo>
                    <a:pt x="4429840" y="720394"/>
                  </a:lnTo>
                  <a:lnTo>
                    <a:pt x="4430027" y="711744"/>
                  </a:lnTo>
                  <a:lnTo>
                    <a:pt x="4430214" y="703845"/>
                  </a:lnTo>
                  <a:lnTo>
                    <a:pt x="4430401" y="696237"/>
                  </a:lnTo>
                  <a:lnTo>
                    <a:pt x="4430588" y="689254"/>
                  </a:lnTo>
                  <a:lnTo>
                    <a:pt x="4430775" y="683202"/>
                  </a:lnTo>
                  <a:lnTo>
                    <a:pt x="4430962" y="678055"/>
                  </a:lnTo>
                  <a:lnTo>
                    <a:pt x="4431149" y="674845"/>
                  </a:lnTo>
                  <a:lnTo>
                    <a:pt x="4431336" y="671872"/>
                  </a:lnTo>
                  <a:lnTo>
                    <a:pt x="4431523" y="668779"/>
                  </a:lnTo>
                  <a:lnTo>
                    <a:pt x="4431709" y="667045"/>
                  </a:lnTo>
                  <a:lnTo>
                    <a:pt x="4431896" y="665652"/>
                  </a:lnTo>
                  <a:lnTo>
                    <a:pt x="4432083" y="665486"/>
                  </a:lnTo>
                  <a:lnTo>
                    <a:pt x="4432270" y="666390"/>
                  </a:lnTo>
                  <a:lnTo>
                    <a:pt x="4432457" y="667629"/>
                  </a:lnTo>
                  <a:lnTo>
                    <a:pt x="4432644" y="667757"/>
                  </a:lnTo>
                  <a:lnTo>
                    <a:pt x="4432831" y="667171"/>
                  </a:lnTo>
                  <a:lnTo>
                    <a:pt x="4433018" y="667171"/>
                  </a:lnTo>
                  <a:lnTo>
                    <a:pt x="4433205" y="666306"/>
                  </a:lnTo>
                  <a:lnTo>
                    <a:pt x="4433392" y="665207"/>
                  </a:lnTo>
                  <a:lnTo>
                    <a:pt x="4433579" y="664735"/>
                  </a:lnTo>
                  <a:lnTo>
                    <a:pt x="4433766" y="664371"/>
                  </a:lnTo>
                  <a:lnTo>
                    <a:pt x="4433953" y="662632"/>
                  </a:lnTo>
                  <a:lnTo>
                    <a:pt x="4434139" y="660736"/>
                  </a:lnTo>
                  <a:lnTo>
                    <a:pt x="4434326" y="658468"/>
                  </a:lnTo>
                  <a:lnTo>
                    <a:pt x="4434513" y="655130"/>
                  </a:lnTo>
                  <a:lnTo>
                    <a:pt x="4434700" y="649724"/>
                  </a:lnTo>
                  <a:lnTo>
                    <a:pt x="4434887" y="643026"/>
                  </a:lnTo>
                  <a:lnTo>
                    <a:pt x="4435074" y="636484"/>
                  </a:lnTo>
                  <a:lnTo>
                    <a:pt x="4435261" y="629455"/>
                  </a:lnTo>
                  <a:lnTo>
                    <a:pt x="4435448" y="622909"/>
                  </a:lnTo>
                  <a:lnTo>
                    <a:pt x="4435635" y="616424"/>
                  </a:lnTo>
                  <a:lnTo>
                    <a:pt x="4435822" y="608161"/>
                  </a:lnTo>
                  <a:lnTo>
                    <a:pt x="4436009" y="599914"/>
                  </a:lnTo>
                  <a:lnTo>
                    <a:pt x="4436196" y="593229"/>
                  </a:lnTo>
                  <a:lnTo>
                    <a:pt x="4436382" y="585758"/>
                  </a:lnTo>
                  <a:lnTo>
                    <a:pt x="4436569" y="579373"/>
                  </a:lnTo>
                  <a:lnTo>
                    <a:pt x="4436756" y="574086"/>
                  </a:lnTo>
                  <a:lnTo>
                    <a:pt x="4436943" y="569010"/>
                  </a:lnTo>
                  <a:lnTo>
                    <a:pt x="4437130" y="564916"/>
                  </a:lnTo>
                  <a:lnTo>
                    <a:pt x="4437317" y="560226"/>
                  </a:lnTo>
                  <a:lnTo>
                    <a:pt x="4437504" y="556327"/>
                  </a:lnTo>
                  <a:lnTo>
                    <a:pt x="4437691" y="552392"/>
                  </a:lnTo>
                  <a:lnTo>
                    <a:pt x="4437878" y="547896"/>
                  </a:lnTo>
                  <a:lnTo>
                    <a:pt x="4438065" y="544379"/>
                  </a:lnTo>
                  <a:lnTo>
                    <a:pt x="4438252" y="540188"/>
                  </a:lnTo>
                  <a:lnTo>
                    <a:pt x="4438439" y="536709"/>
                  </a:lnTo>
                  <a:lnTo>
                    <a:pt x="4438626" y="534768"/>
                  </a:lnTo>
                  <a:lnTo>
                    <a:pt x="4438812" y="533852"/>
                  </a:lnTo>
                  <a:lnTo>
                    <a:pt x="4438999" y="532809"/>
                  </a:lnTo>
                  <a:lnTo>
                    <a:pt x="4439186" y="529994"/>
                  </a:lnTo>
                  <a:lnTo>
                    <a:pt x="4439373" y="527774"/>
                  </a:lnTo>
                  <a:lnTo>
                    <a:pt x="4439560" y="525288"/>
                  </a:lnTo>
                  <a:lnTo>
                    <a:pt x="4439747" y="522382"/>
                  </a:lnTo>
                  <a:lnTo>
                    <a:pt x="4439934" y="518831"/>
                  </a:lnTo>
                  <a:lnTo>
                    <a:pt x="4440121" y="514210"/>
                  </a:lnTo>
                  <a:lnTo>
                    <a:pt x="4440308" y="508559"/>
                  </a:lnTo>
                  <a:lnTo>
                    <a:pt x="4440495" y="502753"/>
                  </a:lnTo>
                  <a:lnTo>
                    <a:pt x="4440682" y="496681"/>
                  </a:lnTo>
                  <a:lnTo>
                    <a:pt x="4440869" y="489181"/>
                  </a:lnTo>
                  <a:lnTo>
                    <a:pt x="4441056" y="481692"/>
                  </a:lnTo>
                  <a:lnTo>
                    <a:pt x="4441242" y="473779"/>
                  </a:lnTo>
                  <a:lnTo>
                    <a:pt x="4441429" y="465836"/>
                  </a:lnTo>
                  <a:lnTo>
                    <a:pt x="4441616" y="458924"/>
                  </a:lnTo>
                  <a:lnTo>
                    <a:pt x="4441803" y="452332"/>
                  </a:lnTo>
                  <a:lnTo>
                    <a:pt x="4441990" y="445890"/>
                  </a:lnTo>
                  <a:lnTo>
                    <a:pt x="4442177" y="438923"/>
                  </a:lnTo>
                  <a:lnTo>
                    <a:pt x="4442364" y="431288"/>
                  </a:lnTo>
                  <a:lnTo>
                    <a:pt x="4442551" y="423302"/>
                  </a:lnTo>
                  <a:lnTo>
                    <a:pt x="4442738" y="414817"/>
                  </a:lnTo>
                  <a:lnTo>
                    <a:pt x="4442925" y="405113"/>
                  </a:lnTo>
                  <a:lnTo>
                    <a:pt x="4443112" y="396292"/>
                  </a:lnTo>
                  <a:lnTo>
                    <a:pt x="4443299" y="387862"/>
                  </a:lnTo>
                  <a:lnTo>
                    <a:pt x="4443485" y="378381"/>
                  </a:lnTo>
                  <a:lnTo>
                    <a:pt x="4443672" y="370923"/>
                  </a:lnTo>
                  <a:lnTo>
                    <a:pt x="4443859" y="364630"/>
                  </a:lnTo>
                  <a:lnTo>
                    <a:pt x="4444046" y="358258"/>
                  </a:lnTo>
                  <a:lnTo>
                    <a:pt x="4444233" y="354316"/>
                  </a:lnTo>
                  <a:lnTo>
                    <a:pt x="4444420" y="349545"/>
                  </a:lnTo>
                  <a:lnTo>
                    <a:pt x="4444607" y="345220"/>
                  </a:lnTo>
                  <a:lnTo>
                    <a:pt x="4444794" y="340733"/>
                  </a:lnTo>
                  <a:lnTo>
                    <a:pt x="4444981" y="336522"/>
                  </a:lnTo>
                  <a:lnTo>
                    <a:pt x="4445168" y="333376"/>
                  </a:lnTo>
                  <a:lnTo>
                    <a:pt x="4445355" y="329479"/>
                  </a:lnTo>
                  <a:lnTo>
                    <a:pt x="4445542" y="325283"/>
                  </a:lnTo>
                  <a:lnTo>
                    <a:pt x="4445729" y="321101"/>
                  </a:lnTo>
                  <a:lnTo>
                    <a:pt x="4445915" y="317144"/>
                  </a:lnTo>
                  <a:lnTo>
                    <a:pt x="4446102" y="313116"/>
                  </a:lnTo>
                  <a:lnTo>
                    <a:pt x="4446289" y="307367"/>
                  </a:lnTo>
                  <a:lnTo>
                    <a:pt x="4446476" y="300459"/>
                  </a:lnTo>
                  <a:lnTo>
                    <a:pt x="4446663" y="293365"/>
                  </a:lnTo>
                  <a:lnTo>
                    <a:pt x="4446850" y="285740"/>
                  </a:lnTo>
                  <a:lnTo>
                    <a:pt x="4447037" y="278319"/>
                  </a:lnTo>
                  <a:lnTo>
                    <a:pt x="4447224" y="270073"/>
                  </a:lnTo>
                  <a:lnTo>
                    <a:pt x="4447411" y="262662"/>
                  </a:lnTo>
                  <a:lnTo>
                    <a:pt x="4447598" y="255634"/>
                  </a:lnTo>
                  <a:lnTo>
                    <a:pt x="4447785" y="249223"/>
                  </a:lnTo>
                  <a:lnTo>
                    <a:pt x="4447972" y="242582"/>
                  </a:lnTo>
                  <a:lnTo>
                    <a:pt x="4448159" y="235570"/>
                  </a:lnTo>
                  <a:lnTo>
                    <a:pt x="4448345" y="228979"/>
                  </a:lnTo>
                  <a:lnTo>
                    <a:pt x="4448532" y="223004"/>
                  </a:lnTo>
                  <a:lnTo>
                    <a:pt x="4448719" y="217921"/>
                  </a:lnTo>
                  <a:lnTo>
                    <a:pt x="4448906" y="213867"/>
                  </a:lnTo>
                  <a:lnTo>
                    <a:pt x="4449093" y="210474"/>
                  </a:lnTo>
                  <a:lnTo>
                    <a:pt x="4449280" y="208609"/>
                  </a:lnTo>
                  <a:lnTo>
                    <a:pt x="4449467" y="206953"/>
                  </a:lnTo>
                  <a:lnTo>
                    <a:pt x="4449654" y="206939"/>
                  </a:lnTo>
                  <a:lnTo>
                    <a:pt x="4449841" y="206876"/>
                  </a:lnTo>
                  <a:lnTo>
                    <a:pt x="4450028" y="207618"/>
                  </a:lnTo>
                  <a:lnTo>
                    <a:pt x="4450215" y="208283"/>
                  </a:lnTo>
                  <a:lnTo>
                    <a:pt x="4450402" y="209600"/>
                  </a:lnTo>
                  <a:lnTo>
                    <a:pt x="4450588" y="211829"/>
                  </a:lnTo>
                  <a:lnTo>
                    <a:pt x="4450775" y="214994"/>
                  </a:lnTo>
                  <a:lnTo>
                    <a:pt x="4450962" y="219086"/>
                  </a:lnTo>
                  <a:lnTo>
                    <a:pt x="4451149" y="223450"/>
                  </a:lnTo>
                  <a:lnTo>
                    <a:pt x="4451336" y="227200"/>
                  </a:lnTo>
                  <a:lnTo>
                    <a:pt x="4451523" y="231496"/>
                  </a:lnTo>
                  <a:lnTo>
                    <a:pt x="4451710" y="236769"/>
                  </a:lnTo>
                  <a:lnTo>
                    <a:pt x="4451897" y="243425"/>
                  </a:lnTo>
                  <a:lnTo>
                    <a:pt x="4452084" y="250650"/>
                  </a:lnTo>
                  <a:lnTo>
                    <a:pt x="4452271" y="258914"/>
                  </a:lnTo>
                  <a:lnTo>
                    <a:pt x="4452458" y="267866"/>
                  </a:lnTo>
                  <a:lnTo>
                    <a:pt x="4452645" y="278140"/>
                  </a:lnTo>
                  <a:lnTo>
                    <a:pt x="4452832" y="289337"/>
                  </a:lnTo>
                  <a:lnTo>
                    <a:pt x="4453018" y="300587"/>
                  </a:lnTo>
                  <a:lnTo>
                    <a:pt x="4453205" y="312836"/>
                  </a:lnTo>
                  <a:lnTo>
                    <a:pt x="4453392" y="324928"/>
                  </a:lnTo>
                  <a:lnTo>
                    <a:pt x="4453579" y="337307"/>
                  </a:lnTo>
                  <a:lnTo>
                    <a:pt x="4453766" y="350862"/>
                  </a:lnTo>
                  <a:lnTo>
                    <a:pt x="4453953" y="364603"/>
                  </a:lnTo>
                  <a:lnTo>
                    <a:pt x="4454140" y="378134"/>
                  </a:lnTo>
                  <a:lnTo>
                    <a:pt x="4454327" y="391127"/>
                  </a:lnTo>
                  <a:lnTo>
                    <a:pt x="4454514" y="403887"/>
                  </a:lnTo>
                  <a:lnTo>
                    <a:pt x="4454701" y="415867"/>
                  </a:lnTo>
                  <a:lnTo>
                    <a:pt x="4454888" y="427617"/>
                  </a:lnTo>
                  <a:lnTo>
                    <a:pt x="4455075" y="438035"/>
                  </a:lnTo>
                  <a:lnTo>
                    <a:pt x="4455261" y="447354"/>
                  </a:lnTo>
                  <a:lnTo>
                    <a:pt x="4455448" y="456070"/>
                  </a:lnTo>
                  <a:lnTo>
                    <a:pt x="4455635" y="465366"/>
                  </a:lnTo>
                  <a:lnTo>
                    <a:pt x="4455822" y="474647"/>
                  </a:lnTo>
                  <a:lnTo>
                    <a:pt x="4456009" y="483668"/>
                  </a:lnTo>
                  <a:lnTo>
                    <a:pt x="4456196" y="493023"/>
                  </a:lnTo>
                  <a:lnTo>
                    <a:pt x="4456383" y="503704"/>
                  </a:lnTo>
                  <a:lnTo>
                    <a:pt x="4456570" y="512936"/>
                  </a:lnTo>
                  <a:lnTo>
                    <a:pt x="4456757" y="523326"/>
                  </a:lnTo>
                  <a:lnTo>
                    <a:pt x="4456944" y="534980"/>
                  </a:lnTo>
                  <a:lnTo>
                    <a:pt x="4457131" y="546839"/>
                  </a:lnTo>
                  <a:lnTo>
                    <a:pt x="4457318" y="558237"/>
                  </a:lnTo>
                  <a:lnTo>
                    <a:pt x="4457505" y="573088"/>
                  </a:lnTo>
                  <a:lnTo>
                    <a:pt x="4457691" y="584596"/>
                  </a:lnTo>
                  <a:lnTo>
                    <a:pt x="4457878" y="596638"/>
                  </a:lnTo>
                  <a:lnTo>
                    <a:pt x="4458065" y="609219"/>
                  </a:lnTo>
                  <a:lnTo>
                    <a:pt x="4458252" y="622595"/>
                  </a:lnTo>
                  <a:lnTo>
                    <a:pt x="4458439" y="636691"/>
                  </a:lnTo>
                  <a:lnTo>
                    <a:pt x="4458626" y="650367"/>
                  </a:lnTo>
                  <a:lnTo>
                    <a:pt x="4458813" y="664079"/>
                  </a:lnTo>
                  <a:lnTo>
                    <a:pt x="4459000" y="676589"/>
                  </a:lnTo>
                  <a:lnTo>
                    <a:pt x="4459187" y="688970"/>
                  </a:lnTo>
                  <a:lnTo>
                    <a:pt x="4459374" y="701801"/>
                  </a:lnTo>
                  <a:lnTo>
                    <a:pt x="4459561" y="713897"/>
                  </a:lnTo>
                  <a:lnTo>
                    <a:pt x="4459748" y="726020"/>
                  </a:lnTo>
                  <a:lnTo>
                    <a:pt x="4459935" y="737698"/>
                  </a:lnTo>
                  <a:lnTo>
                    <a:pt x="4460121" y="748299"/>
                  </a:lnTo>
                  <a:lnTo>
                    <a:pt x="4460308" y="757793"/>
                  </a:lnTo>
                  <a:lnTo>
                    <a:pt x="4460495" y="767151"/>
                  </a:lnTo>
                  <a:lnTo>
                    <a:pt x="4460682" y="775155"/>
                  </a:lnTo>
                  <a:lnTo>
                    <a:pt x="4460869" y="782611"/>
                  </a:lnTo>
                  <a:lnTo>
                    <a:pt x="4461056" y="791099"/>
                  </a:lnTo>
                  <a:lnTo>
                    <a:pt x="4461243" y="798426"/>
                  </a:lnTo>
                  <a:lnTo>
                    <a:pt x="4461430" y="806492"/>
                  </a:lnTo>
                  <a:lnTo>
                    <a:pt x="4461617" y="815314"/>
                  </a:lnTo>
                  <a:lnTo>
                    <a:pt x="4461804" y="824084"/>
                  </a:lnTo>
                  <a:lnTo>
                    <a:pt x="4461991" y="833381"/>
                  </a:lnTo>
                  <a:lnTo>
                    <a:pt x="4462178" y="842977"/>
                  </a:lnTo>
                  <a:lnTo>
                    <a:pt x="4462364" y="853928"/>
                  </a:lnTo>
                  <a:lnTo>
                    <a:pt x="4462551" y="865618"/>
                  </a:lnTo>
                  <a:lnTo>
                    <a:pt x="4462738" y="877510"/>
                  </a:lnTo>
                  <a:lnTo>
                    <a:pt x="4462925" y="890184"/>
                  </a:lnTo>
                  <a:lnTo>
                    <a:pt x="4463112" y="902051"/>
                  </a:lnTo>
                  <a:lnTo>
                    <a:pt x="4463299" y="914660"/>
                  </a:lnTo>
                  <a:lnTo>
                    <a:pt x="4463486" y="925220"/>
                  </a:lnTo>
                  <a:lnTo>
                    <a:pt x="4463673" y="936434"/>
                  </a:lnTo>
                  <a:lnTo>
                    <a:pt x="4463860" y="947353"/>
                  </a:lnTo>
                  <a:lnTo>
                    <a:pt x="4464047" y="955826"/>
                  </a:lnTo>
                  <a:lnTo>
                    <a:pt x="4464234" y="962722"/>
                  </a:lnTo>
                  <a:lnTo>
                    <a:pt x="4464421" y="968376"/>
                  </a:lnTo>
                  <a:lnTo>
                    <a:pt x="4464608" y="973402"/>
                  </a:lnTo>
                  <a:lnTo>
                    <a:pt x="4464794" y="977696"/>
                  </a:lnTo>
                  <a:lnTo>
                    <a:pt x="4464981" y="981984"/>
                  </a:lnTo>
                  <a:lnTo>
                    <a:pt x="4465168" y="985258"/>
                  </a:lnTo>
                  <a:lnTo>
                    <a:pt x="4465355" y="987320"/>
                  </a:lnTo>
                  <a:lnTo>
                    <a:pt x="4465542" y="988494"/>
                  </a:lnTo>
                  <a:lnTo>
                    <a:pt x="4465729" y="989847"/>
                  </a:lnTo>
                  <a:lnTo>
                    <a:pt x="4465916" y="990795"/>
                  </a:lnTo>
                  <a:lnTo>
                    <a:pt x="4466103" y="991227"/>
                  </a:lnTo>
                  <a:lnTo>
                    <a:pt x="4466290" y="990370"/>
                  </a:lnTo>
                  <a:lnTo>
                    <a:pt x="4466477" y="989289"/>
                  </a:lnTo>
                  <a:lnTo>
                    <a:pt x="4466664" y="987421"/>
                  </a:lnTo>
                  <a:lnTo>
                    <a:pt x="4466851" y="985630"/>
                  </a:lnTo>
                  <a:lnTo>
                    <a:pt x="4467038" y="983994"/>
                  </a:lnTo>
                  <a:lnTo>
                    <a:pt x="4467224" y="982021"/>
                  </a:lnTo>
                  <a:lnTo>
                    <a:pt x="4467411" y="981748"/>
                  </a:lnTo>
                  <a:lnTo>
                    <a:pt x="4467598" y="980737"/>
                  </a:lnTo>
                  <a:lnTo>
                    <a:pt x="4467785" y="979197"/>
                  </a:lnTo>
                  <a:lnTo>
                    <a:pt x="4467972" y="977245"/>
                  </a:lnTo>
                  <a:lnTo>
                    <a:pt x="4468159" y="974896"/>
                  </a:lnTo>
                  <a:lnTo>
                    <a:pt x="4468346" y="972460"/>
                  </a:lnTo>
                  <a:lnTo>
                    <a:pt x="4468533" y="967655"/>
                  </a:lnTo>
                  <a:lnTo>
                    <a:pt x="4468720" y="962606"/>
                  </a:lnTo>
                  <a:lnTo>
                    <a:pt x="4468907" y="960131"/>
                  </a:lnTo>
                  <a:lnTo>
                    <a:pt x="4469094" y="957613"/>
                  </a:lnTo>
                  <a:lnTo>
                    <a:pt x="4469281" y="955296"/>
                  </a:lnTo>
                  <a:lnTo>
                    <a:pt x="4469467" y="952987"/>
                  </a:lnTo>
                  <a:lnTo>
                    <a:pt x="4469654" y="951111"/>
                  </a:lnTo>
                  <a:lnTo>
                    <a:pt x="4469841" y="950669"/>
                  </a:lnTo>
                  <a:lnTo>
                    <a:pt x="4470028" y="950784"/>
                  </a:lnTo>
                  <a:lnTo>
                    <a:pt x="4470215" y="950491"/>
                  </a:lnTo>
                  <a:lnTo>
                    <a:pt x="4470402" y="949950"/>
                  </a:lnTo>
                  <a:lnTo>
                    <a:pt x="4470589" y="949427"/>
                  </a:lnTo>
                  <a:lnTo>
                    <a:pt x="4470776" y="949507"/>
                  </a:lnTo>
                  <a:lnTo>
                    <a:pt x="4470963" y="949969"/>
                  </a:lnTo>
                  <a:lnTo>
                    <a:pt x="4471150" y="950970"/>
                  </a:lnTo>
                  <a:lnTo>
                    <a:pt x="4471337" y="953361"/>
                  </a:lnTo>
                  <a:lnTo>
                    <a:pt x="4471524" y="956008"/>
                  </a:lnTo>
                  <a:lnTo>
                    <a:pt x="4471711" y="958651"/>
                  </a:lnTo>
                  <a:lnTo>
                    <a:pt x="4471897" y="961527"/>
                  </a:lnTo>
                  <a:lnTo>
                    <a:pt x="4472084" y="966388"/>
                  </a:lnTo>
                  <a:lnTo>
                    <a:pt x="4472271" y="972368"/>
                  </a:lnTo>
                  <a:lnTo>
                    <a:pt x="4472458" y="977893"/>
                  </a:lnTo>
                  <a:lnTo>
                    <a:pt x="4472645" y="983345"/>
                  </a:lnTo>
                  <a:lnTo>
                    <a:pt x="4472832" y="987946"/>
                  </a:lnTo>
                  <a:lnTo>
                    <a:pt x="4473019" y="991218"/>
                  </a:lnTo>
                  <a:lnTo>
                    <a:pt x="4473206" y="995528"/>
                  </a:lnTo>
                  <a:lnTo>
                    <a:pt x="4473393" y="1001333"/>
                  </a:lnTo>
                  <a:lnTo>
                    <a:pt x="4473580" y="1005286"/>
                  </a:lnTo>
                  <a:lnTo>
                    <a:pt x="4473767" y="1010033"/>
                  </a:lnTo>
                  <a:lnTo>
                    <a:pt x="4473954" y="1013336"/>
                  </a:lnTo>
                  <a:lnTo>
                    <a:pt x="4474140" y="1015371"/>
                  </a:lnTo>
                  <a:lnTo>
                    <a:pt x="4474327" y="1017394"/>
                  </a:lnTo>
                  <a:lnTo>
                    <a:pt x="4474514" y="1018570"/>
                  </a:lnTo>
                  <a:lnTo>
                    <a:pt x="4474701" y="1020863"/>
                  </a:lnTo>
                  <a:lnTo>
                    <a:pt x="4474888" y="1023037"/>
                  </a:lnTo>
                  <a:lnTo>
                    <a:pt x="4475075" y="1024387"/>
                  </a:lnTo>
                  <a:lnTo>
                    <a:pt x="4475262" y="1026341"/>
                  </a:lnTo>
                  <a:lnTo>
                    <a:pt x="4475449" y="1028043"/>
                  </a:lnTo>
                  <a:lnTo>
                    <a:pt x="4475636" y="1029691"/>
                  </a:lnTo>
                  <a:lnTo>
                    <a:pt x="4475823" y="1030976"/>
                  </a:lnTo>
                  <a:lnTo>
                    <a:pt x="4476010" y="1032522"/>
                  </a:lnTo>
                  <a:lnTo>
                    <a:pt x="4476197" y="1033445"/>
                  </a:lnTo>
                  <a:lnTo>
                    <a:pt x="4476384" y="1034546"/>
                  </a:lnTo>
                  <a:lnTo>
                    <a:pt x="4476570" y="1036482"/>
                  </a:lnTo>
                  <a:lnTo>
                    <a:pt x="4476757" y="1038320"/>
                  </a:lnTo>
                  <a:lnTo>
                    <a:pt x="4476944" y="1039632"/>
                  </a:lnTo>
                  <a:lnTo>
                    <a:pt x="4477131" y="1041452"/>
                  </a:lnTo>
                  <a:lnTo>
                    <a:pt x="4477318" y="1042731"/>
                  </a:lnTo>
                  <a:lnTo>
                    <a:pt x="4477505" y="1042881"/>
                  </a:lnTo>
                  <a:lnTo>
                    <a:pt x="4477692" y="1043460"/>
                  </a:lnTo>
                  <a:lnTo>
                    <a:pt x="4477879" y="1044154"/>
                  </a:lnTo>
                  <a:lnTo>
                    <a:pt x="4478066" y="1045715"/>
                  </a:lnTo>
                  <a:lnTo>
                    <a:pt x="4478253" y="1048942"/>
                  </a:lnTo>
                  <a:lnTo>
                    <a:pt x="4478440" y="1052402"/>
                  </a:lnTo>
                  <a:lnTo>
                    <a:pt x="4478627" y="1056759"/>
                  </a:lnTo>
                  <a:lnTo>
                    <a:pt x="4478814" y="1060271"/>
                  </a:lnTo>
                  <a:lnTo>
                    <a:pt x="4479000" y="1062880"/>
                  </a:lnTo>
                  <a:lnTo>
                    <a:pt x="4479187" y="1065388"/>
                  </a:lnTo>
                  <a:lnTo>
                    <a:pt x="4479374" y="1067632"/>
                  </a:lnTo>
                  <a:lnTo>
                    <a:pt x="4479561" y="1069708"/>
                  </a:lnTo>
                  <a:lnTo>
                    <a:pt x="4479748" y="1072755"/>
                  </a:lnTo>
                  <a:lnTo>
                    <a:pt x="4479935" y="1075866"/>
                  </a:lnTo>
                  <a:lnTo>
                    <a:pt x="4480122" y="1080045"/>
                  </a:lnTo>
                  <a:lnTo>
                    <a:pt x="4480309" y="1085824"/>
                  </a:lnTo>
                  <a:lnTo>
                    <a:pt x="4480496" y="1091325"/>
                  </a:lnTo>
                  <a:lnTo>
                    <a:pt x="4480683" y="1096800"/>
                  </a:lnTo>
                  <a:lnTo>
                    <a:pt x="4480870" y="1103463"/>
                  </a:lnTo>
                  <a:lnTo>
                    <a:pt x="4481057" y="1109092"/>
                  </a:lnTo>
                  <a:lnTo>
                    <a:pt x="4481243" y="1115315"/>
                  </a:lnTo>
                  <a:lnTo>
                    <a:pt x="4481430" y="1123260"/>
                  </a:lnTo>
                  <a:lnTo>
                    <a:pt x="4481617" y="1130296"/>
                  </a:lnTo>
                  <a:lnTo>
                    <a:pt x="4481804" y="1139600"/>
                  </a:lnTo>
                  <a:lnTo>
                    <a:pt x="4481991" y="1149118"/>
                  </a:lnTo>
                  <a:lnTo>
                    <a:pt x="4482178" y="1159069"/>
                  </a:lnTo>
                  <a:lnTo>
                    <a:pt x="4482365" y="1169171"/>
                  </a:lnTo>
                  <a:lnTo>
                    <a:pt x="4482552" y="1179238"/>
                  </a:lnTo>
                  <a:lnTo>
                    <a:pt x="4482739" y="1190383"/>
                  </a:lnTo>
                  <a:lnTo>
                    <a:pt x="4482926" y="1201685"/>
                  </a:lnTo>
                  <a:lnTo>
                    <a:pt x="4483113" y="1212846"/>
                  </a:lnTo>
                  <a:lnTo>
                    <a:pt x="4483300" y="1223485"/>
                  </a:lnTo>
                  <a:lnTo>
                    <a:pt x="4483487" y="1233480"/>
                  </a:lnTo>
                  <a:lnTo>
                    <a:pt x="4483673" y="1243302"/>
                  </a:lnTo>
                  <a:lnTo>
                    <a:pt x="4483860" y="1253038"/>
                  </a:lnTo>
                  <a:lnTo>
                    <a:pt x="4484047" y="1261705"/>
                  </a:lnTo>
                  <a:lnTo>
                    <a:pt x="4484234" y="1269903"/>
                  </a:lnTo>
                  <a:lnTo>
                    <a:pt x="4484421" y="1278095"/>
                  </a:lnTo>
                  <a:lnTo>
                    <a:pt x="4484608" y="1286227"/>
                  </a:lnTo>
                  <a:lnTo>
                    <a:pt x="4484795" y="1293386"/>
                  </a:lnTo>
                  <a:lnTo>
                    <a:pt x="4484982" y="1300030"/>
                  </a:lnTo>
                  <a:lnTo>
                    <a:pt x="4485169" y="1305706"/>
                  </a:lnTo>
                  <a:lnTo>
                    <a:pt x="4485356" y="1310997"/>
                  </a:lnTo>
                  <a:lnTo>
                    <a:pt x="4485543" y="1315832"/>
                  </a:lnTo>
                  <a:lnTo>
                    <a:pt x="4485730" y="1320669"/>
                  </a:lnTo>
                  <a:lnTo>
                    <a:pt x="4485917" y="1325783"/>
                  </a:lnTo>
                  <a:lnTo>
                    <a:pt x="4486103" y="1330853"/>
                  </a:lnTo>
                  <a:lnTo>
                    <a:pt x="4486290" y="1334657"/>
                  </a:lnTo>
                  <a:lnTo>
                    <a:pt x="4486477" y="1338567"/>
                  </a:lnTo>
                  <a:lnTo>
                    <a:pt x="4486664" y="1342820"/>
                  </a:lnTo>
                  <a:lnTo>
                    <a:pt x="4486851" y="1347591"/>
                  </a:lnTo>
                  <a:lnTo>
                    <a:pt x="4487038" y="1351444"/>
                  </a:lnTo>
                  <a:lnTo>
                    <a:pt x="4487225" y="1355425"/>
                  </a:lnTo>
                  <a:lnTo>
                    <a:pt x="4487412" y="1359478"/>
                  </a:lnTo>
                  <a:lnTo>
                    <a:pt x="4487599" y="1363876"/>
                  </a:lnTo>
                  <a:lnTo>
                    <a:pt x="4487786" y="1367675"/>
                  </a:lnTo>
                  <a:lnTo>
                    <a:pt x="4487973" y="1371222"/>
                  </a:lnTo>
                  <a:lnTo>
                    <a:pt x="4488160" y="1374301"/>
                  </a:lnTo>
                  <a:lnTo>
                    <a:pt x="4488346" y="1377199"/>
                  </a:lnTo>
                  <a:lnTo>
                    <a:pt x="4488533" y="1378812"/>
                  </a:lnTo>
                  <a:lnTo>
                    <a:pt x="4488720" y="1380087"/>
                  </a:lnTo>
                  <a:lnTo>
                    <a:pt x="4488907" y="1379821"/>
                  </a:lnTo>
                  <a:lnTo>
                    <a:pt x="4489094" y="1378544"/>
                  </a:lnTo>
                  <a:lnTo>
                    <a:pt x="4489281" y="1376150"/>
                  </a:lnTo>
                  <a:lnTo>
                    <a:pt x="4489468" y="1372076"/>
                  </a:lnTo>
                  <a:lnTo>
                    <a:pt x="4489655" y="1367265"/>
                  </a:lnTo>
                  <a:lnTo>
                    <a:pt x="4489842" y="1362198"/>
                  </a:lnTo>
                  <a:lnTo>
                    <a:pt x="4490029" y="1356417"/>
                  </a:lnTo>
                  <a:lnTo>
                    <a:pt x="4490216" y="1350014"/>
                  </a:lnTo>
                  <a:lnTo>
                    <a:pt x="4490403" y="1342353"/>
                  </a:lnTo>
                  <a:lnTo>
                    <a:pt x="4490590" y="1334190"/>
                  </a:lnTo>
                  <a:lnTo>
                    <a:pt x="4490776" y="1325561"/>
                  </a:lnTo>
                  <a:lnTo>
                    <a:pt x="4490963" y="1316079"/>
                  </a:lnTo>
                  <a:lnTo>
                    <a:pt x="4491150" y="1305841"/>
                  </a:lnTo>
                  <a:lnTo>
                    <a:pt x="4491337" y="1295550"/>
                  </a:lnTo>
                  <a:lnTo>
                    <a:pt x="4491524" y="1285373"/>
                  </a:lnTo>
                  <a:lnTo>
                    <a:pt x="4491711" y="1276762"/>
                  </a:lnTo>
                  <a:lnTo>
                    <a:pt x="4491898" y="1268814"/>
                  </a:lnTo>
                  <a:lnTo>
                    <a:pt x="4492085" y="1261331"/>
                  </a:lnTo>
                  <a:lnTo>
                    <a:pt x="4492272" y="1254245"/>
                  </a:lnTo>
                  <a:lnTo>
                    <a:pt x="4492459" y="1249861"/>
                  </a:lnTo>
                  <a:lnTo>
                    <a:pt x="4492646" y="1246768"/>
                  </a:lnTo>
                  <a:lnTo>
                    <a:pt x="4492833" y="1244554"/>
                  </a:lnTo>
                  <a:lnTo>
                    <a:pt x="4493019" y="1243313"/>
                  </a:lnTo>
                  <a:lnTo>
                    <a:pt x="4493206" y="1242999"/>
                  </a:lnTo>
                  <a:lnTo>
                    <a:pt x="4493393" y="1244057"/>
                  </a:lnTo>
                  <a:lnTo>
                    <a:pt x="4493580" y="1245861"/>
                  </a:lnTo>
                  <a:lnTo>
                    <a:pt x="4493767" y="1248101"/>
                  </a:lnTo>
                  <a:lnTo>
                    <a:pt x="4493954" y="1251007"/>
                  </a:lnTo>
                  <a:lnTo>
                    <a:pt x="4494141" y="1254083"/>
                  </a:lnTo>
                  <a:lnTo>
                    <a:pt x="4494328" y="1257853"/>
                  </a:lnTo>
                  <a:lnTo>
                    <a:pt x="4494515" y="1261178"/>
                  </a:lnTo>
                  <a:lnTo>
                    <a:pt x="4494702" y="1263926"/>
                  </a:lnTo>
                  <a:lnTo>
                    <a:pt x="4494889" y="1266753"/>
                  </a:lnTo>
                  <a:lnTo>
                    <a:pt x="4495076" y="1270924"/>
                  </a:lnTo>
                  <a:lnTo>
                    <a:pt x="4495263" y="1274682"/>
                  </a:lnTo>
                  <a:lnTo>
                    <a:pt x="4495449" y="1277542"/>
                  </a:lnTo>
                  <a:lnTo>
                    <a:pt x="4495636" y="1280368"/>
                  </a:lnTo>
                  <a:lnTo>
                    <a:pt x="4495823" y="1281717"/>
                  </a:lnTo>
                  <a:lnTo>
                    <a:pt x="4496010" y="1283192"/>
                  </a:lnTo>
                  <a:lnTo>
                    <a:pt x="4496197" y="1284153"/>
                  </a:lnTo>
                  <a:lnTo>
                    <a:pt x="4496384" y="1286251"/>
                  </a:lnTo>
                  <a:lnTo>
                    <a:pt x="4496571" y="1288424"/>
                  </a:lnTo>
                  <a:lnTo>
                    <a:pt x="4496758" y="1290284"/>
                  </a:lnTo>
                  <a:lnTo>
                    <a:pt x="4496945" y="1292851"/>
                  </a:lnTo>
                  <a:lnTo>
                    <a:pt x="4497132" y="1295820"/>
                  </a:lnTo>
                  <a:lnTo>
                    <a:pt x="4497319" y="1299382"/>
                  </a:lnTo>
                  <a:lnTo>
                    <a:pt x="4497506" y="1303877"/>
                  </a:lnTo>
                  <a:lnTo>
                    <a:pt x="4497693" y="1308720"/>
                  </a:lnTo>
                  <a:lnTo>
                    <a:pt x="4497879" y="1312924"/>
                  </a:lnTo>
                  <a:lnTo>
                    <a:pt x="4498066" y="1317416"/>
                  </a:lnTo>
                  <a:lnTo>
                    <a:pt x="4498253" y="1322078"/>
                  </a:lnTo>
                  <a:lnTo>
                    <a:pt x="4498440" y="1326629"/>
                  </a:lnTo>
                  <a:lnTo>
                    <a:pt x="4498627" y="1331089"/>
                  </a:lnTo>
                  <a:lnTo>
                    <a:pt x="4498814" y="1335276"/>
                  </a:lnTo>
                  <a:lnTo>
                    <a:pt x="4499001" y="1339190"/>
                  </a:lnTo>
                  <a:lnTo>
                    <a:pt x="4499188" y="1342805"/>
                  </a:lnTo>
                  <a:lnTo>
                    <a:pt x="4499375" y="1346121"/>
                  </a:lnTo>
                  <a:lnTo>
                    <a:pt x="4499562" y="1349569"/>
                  </a:lnTo>
                  <a:lnTo>
                    <a:pt x="4499749" y="1352779"/>
                  </a:lnTo>
                  <a:lnTo>
                    <a:pt x="4499936" y="1355990"/>
                  </a:lnTo>
                  <a:lnTo>
                    <a:pt x="4500122" y="1359367"/>
                  </a:lnTo>
                  <a:lnTo>
                    <a:pt x="4500309" y="1362877"/>
                  </a:lnTo>
                  <a:lnTo>
                    <a:pt x="4500496" y="1365498"/>
                  </a:lnTo>
                  <a:lnTo>
                    <a:pt x="4500683" y="1367803"/>
                  </a:lnTo>
                  <a:lnTo>
                    <a:pt x="4500870" y="1369747"/>
                  </a:lnTo>
                  <a:lnTo>
                    <a:pt x="4501057" y="1371337"/>
                  </a:lnTo>
                  <a:lnTo>
                    <a:pt x="4501244" y="1373843"/>
                  </a:lnTo>
                  <a:lnTo>
                    <a:pt x="4501431" y="1377612"/>
                  </a:lnTo>
                  <a:lnTo>
                    <a:pt x="4501618" y="1382025"/>
                  </a:lnTo>
                  <a:lnTo>
                    <a:pt x="4501805" y="1386862"/>
                  </a:lnTo>
                  <a:lnTo>
                    <a:pt x="4501992" y="1391539"/>
                  </a:lnTo>
                  <a:lnTo>
                    <a:pt x="4502179" y="1396119"/>
                  </a:lnTo>
                  <a:lnTo>
                    <a:pt x="4502366" y="1400013"/>
                  </a:lnTo>
                  <a:lnTo>
                    <a:pt x="4502552" y="1404546"/>
                  </a:lnTo>
                  <a:lnTo>
                    <a:pt x="4502739" y="1410158"/>
                  </a:lnTo>
                  <a:lnTo>
                    <a:pt x="4502926" y="1416478"/>
                  </a:lnTo>
                  <a:lnTo>
                    <a:pt x="4503113" y="1422151"/>
                  </a:lnTo>
                  <a:lnTo>
                    <a:pt x="4503300" y="1428063"/>
                  </a:lnTo>
                  <a:lnTo>
                    <a:pt x="4503487" y="1434112"/>
                  </a:lnTo>
                  <a:lnTo>
                    <a:pt x="4503674" y="1440487"/>
                  </a:lnTo>
                  <a:lnTo>
                    <a:pt x="4503861" y="1446007"/>
                  </a:lnTo>
                  <a:lnTo>
                    <a:pt x="4504048" y="1450653"/>
                  </a:lnTo>
                  <a:lnTo>
                    <a:pt x="4504235" y="1453690"/>
                  </a:lnTo>
                  <a:lnTo>
                    <a:pt x="4504422" y="1456672"/>
                  </a:lnTo>
                  <a:lnTo>
                    <a:pt x="4504609" y="1459385"/>
                  </a:lnTo>
                  <a:lnTo>
                    <a:pt x="4504796" y="1461433"/>
                  </a:lnTo>
                  <a:lnTo>
                    <a:pt x="4504982" y="1463098"/>
                  </a:lnTo>
                  <a:lnTo>
                    <a:pt x="4505169" y="1464525"/>
                  </a:lnTo>
                  <a:lnTo>
                    <a:pt x="4505356" y="1465735"/>
                  </a:lnTo>
                  <a:lnTo>
                    <a:pt x="4505543" y="1465130"/>
                  </a:lnTo>
                  <a:lnTo>
                    <a:pt x="4505730" y="1462995"/>
                  </a:lnTo>
                  <a:lnTo>
                    <a:pt x="4505917" y="1460944"/>
                  </a:lnTo>
                  <a:lnTo>
                    <a:pt x="4506104" y="1458739"/>
                  </a:lnTo>
                  <a:lnTo>
                    <a:pt x="4506291" y="1453900"/>
                  </a:lnTo>
                  <a:lnTo>
                    <a:pt x="4506478" y="1448962"/>
                  </a:lnTo>
                  <a:lnTo>
                    <a:pt x="4506665" y="1443328"/>
                  </a:lnTo>
                  <a:lnTo>
                    <a:pt x="4506852" y="1438075"/>
                  </a:lnTo>
                  <a:lnTo>
                    <a:pt x="4507039" y="1431969"/>
                  </a:lnTo>
                  <a:lnTo>
                    <a:pt x="4507225" y="1424671"/>
                  </a:lnTo>
                  <a:lnTo>
                    <a:pt x="4507412" y="1417468"/>
                  </a:lnTo>
                  <a:lnTo>
                    <a:pt x="4507599" y="1411774"/>
                  </a:lnTo>
                  <a:lnTo>
                    <a:pt x="4507786" y="1407994"/>
                  </a:lnTo>
                  <a:lnTo>
                    <a:pt x="4507973" y="1404116"/>
                  </a:lnTo>
                  <a:lnTo>
                    <a:pt x="4508160" y="1400119"/>
                  </a:lnTo>
                  <a:lnTo>
                    <a:pt x="4508347" y="1396372"/>
                  </a:lnTo>
                  <a:lnTo>
                    <a:pt x="4508534" y="1393570"/>
                  </a:lnTo>
                  <a:lnTo>
                    <a:pt x="4508721" y="1390703"/>
                  </a:lnTo>
                  <a:lnTo>
                    <a:pt x="4508908" y="1388100"/>
                  </a:lnTo>
                  <a:lnTo>
                    <a:pt x="4509095" y="1386665"/>
                  </a:lnTo>
                  <a:lnTo>
                    <a:pt x="4509282" y="1385677"/>
                  </a:lnTo>
                  <a:lnTo>
                    <a:pt x="4509469" y="1385716"/>
                  </a:lnTo>
                  <a:lnTo>
                    <a:pt x="4509655" y="1384808"/>
                  </a:lnTo>
                  <a:lnTo>
                    <a:pt x="4509842" y="1385014"/>
                  </a:lnTo>
                  <a:lnTo>
                    <a:pt x="4510029" y="1385750"/>
                  </a:lnTo>
                  <a:lnTo>
                    <a:pt x="4510216" y="1387336"/>
                  </a:lnTo>
                  <a:lnTo>
                    <a:pt x="4510403" y="1389538"/>
                  </a:lnTo>
                  <a:lnTo>
                    <a:pt x="4510590" y="1391381"/>
                  </a:lnTo>
                  <a:lnTo>
                    <a:pt x="4510777" y="1392140"/>
                  </a:lnTo>
                  <a:lnTo>
                    <a:pt x="4510964" y="1393505"/>
                  </a:lnTo>
                  <a:lnTo>
                    <a:pt x="4511151" y="1394397"/>
                  </a:lnTo>
                  <a:lnTo>
                    <a:pt x="4511338" y="1395590"/>
                  </a:lnTo>
                  <a:lnTo>
                    <a:pt x="4511525" y="1396295"/>
                  </a:lnTo>
                  <a:lnTo>
                    <a:pt x="4511712" y="1397598"/>
                  </a:lnTo>
                  <a:lnTo>
                    <a:pt x="4511898" y="1398099"/>
                  </a:lnTo>
                  <a:lnTo>
                    <a:pt x="4512085" y="1397355"/>
                  </a:lnTo>
                  <a:lnTo>
                    <a:pt x="4512272" y="1396401"/>
                  </a:lnTo>
                  <a:lnTo>
                    <a:pt x="4512459" y="1396402"/>
                  </a:lnTo>
                  <a:lnTo>
                    <a:pt x="4512646" y="1396281"/>
                  </a:lnTo>
                  <a:lnTo>
                    <a:pt x="4512833" y="1396173"/>
                  </a:lnTo>
                  <a:lnTo>
                    <a:pt x="4513020" y="1396308"/>
                  </a:lnTo>
                  <a:lnTo>
                    <a:pt x="4513207" y="1396550"/>
                  </a:lnTo>
                  <a:lnTo>
                    <a:pt x="4513394" y="1396677"/>
                  </a:lnTo>
                  <a:lnTo>
                    <a:pt x="4513581" y="1398355"/>
                  </a:lnTo>
                  <a:lnTo>
                    <a:pt x="4513768" y="1401204"/>
                  </a:lnTo>
                  <a:lnTo>
                    <a:pt x="4513955" y="1404916"/>
                  </a:lnTo>
                  <a:lnTo>
                    <a:pt x="4514142" y="1408403"/>
                  </a:lnTo>
                  <a:lnTo>
                    <a:pt x="4514328" y="1412589"/>
                  </a:lnTo>
                  <a:lnTo>
                    <a:pt x="4514515" y="1417250"/>
                  </a:lnTo>
                  <a:lnTo>
                    <a:pt x="4514702" y="1422430"/>
                  </a:lnTo>
                  <a:lnTo>
                    <a:pt x="4514889" y="1428737"/>
                  </a:lnTo>
                  <a:lnTo>
                    <a:pt x="4515076" y="1435660"/>
                  </a:lnTo>
                  <a:lnTo>
                    <a:pt x="4515263" y="1442139"/>
                  </a:lnTo>
                  <a:lnTo>
                    <a:pt x="4515450" y="1448357"/>
                  </a:lnTo>
                  <a:lnTo>
                    <a:pt x="4515637" y="1453914"/>
                  </a:lnTo>
                  <a:lnTo>
                    <a:pt x="4515824" y="1458220"/>
                  </a:lnTo>
                  <a:lnTo>
                    <a:pt x="4516011" y="1462424"/>
                  </a:lnTo>
                  <a:lnTo>
                    <a:pt x="4516198" y="1467226"/>
                  </a:lnTo>
                  <a:lnTo>
                    <a:pt x="4516385" y="1471327"/>
                  </a:lnTo>
                  <a:lnTo>
                    <a:pt x="4516572" y="1475347"/>
                  </a:lnTo>
                  <a:lnTo>
                    <a:pt x="4516758" y="1479215"/>
                  </a:lnTo>
                  <a:lnTo>
                    <a:pt x="4516945" y="1483345"/>
                  </a:lnTo>
                  <a:lnTo>
                    <a:pt x="4517132" y="1486630"/>
                  </a:lnTo>
                  <a:lnTo>
                    <a:pt x="4517319" y="1489060"/>
                  </a:lnTo>
                  <a:lnTo>
                    <a:pt x="4517506" y="1490860"/>
                  </a:lnTo>
                  <a:lnTo>
                    <a:pt x="4517693" y="1492849"/>
                  </a:lnTo>
                  <a:lnTo>
                    <a:pt x="4517880" y="1494202"/>
                  </a:lnTo>
                  <a:lnTo>
                    <a:pt x="4518067" y="1495426"/>
                  </a:lnTo>
                  <a:lnTo>
                    <a:pt x="4518254" y="1496051"/>
                  </a:lnTo>
                  <a:lnTo>
                    <a:pt x="4518441" y="1496430"/>
                  </a:lnTo>
                  <a:lnTo>
                    <a:pt x="4518628" y="1497178"/>
                  </a:lnTo>
                  <a:lnTo>
                    <a:pt x="4518815" y="1496246"/>
                  </a:lnTo>
                  <a:lnTo>
                    <a:pt x="4519001" y="1494809"/>
                  </a:lnTo>
                  <a:lnTo>
                    <a:pt x="4519188" y="1493244"/>
                  </a:lnTo>
                  <a:lnTo>
                    <a:pt x="4519375" y="1492027"/>
                  </a:lnTo>
                  <a:lnTo>
                    <a:pt x="4519562" y="1489963"/>
                  </a:lnTo>
                  <a:lnTo>
                    <a:pt x="4519749" y="1487963"/>
                  </a:lnTo>
                  <a:lnTo>
                    <a:pt x="4519936" y="1485411"/>
                  </a:lnTo>
                  <a:lnTo>
                    <a:pt x="4520123" y="1482180"/>
                  </a:lnTo>
                  <a:lnTo>
                    <a:pt x="4520310" y="1478002"/>
                  </a:lnTo>
                  <a:lnTo>
                    <a:pt x="4520497" y="1472891"/>
                  </a:lnTo>
                  <a:lnTo>
                    <a:pt x="4520684" y="1468180"/>
                  </a:lnTo>
                  <a:lnTo>
                    <a:pt x="4520871" y="1463610"/>
                  </a:lnTo>
                  <a:lnTo>
                    <a:pt x="4521058" y="1459816"/>
                  </a:lnTo>
                  <a:lnTo>
                    <a:pt x="4521245" y="1456358"/>
                  </a:lnTo>
                  <a:lnTo>
                    <a:pt x="4521431" y="1453964"/>
                  </a:lnTo>
                  <a:lnTo>
                    <a:pt x="4521618" y="1451738"/>
                  </a:lnTo>
                  <a:lnTo>
                    <a:pt x="4521805" y="1449675"/>
                  </a:lnTo>
                  <a:lnTo>
                    <a:pt x="4521992" y="1447774"/>
                  </a:lnTo>
                  <a:lnTo>
                    <a:pt x="4522179" y="1446092"/>
                  </a:lnTo>
                  <a:lnTo>
                    <a:pt x="4522366" y="1442685"/>
                  </a:lnTo>
                  <a:lnTo>
                    <a:pt x="4522553" y="1438600"/>
                  </a:lnTo>
                  <a:lnTo>
                    <a:pt x="4522740" y="1436127"/>
                  </a:lnTo>
                  <a:lnTo>
                    <a:pt x="4522927" y="1433381"/>
                  </a:lnTo>
                  <a:lnTo>
                    <a:pt x="4523114" y="1430603"/>
                  </a:lnTo>
                  <a:lnTo>
                    <a:pt x="4523301" y="1426094"/>
                  </a:lnTo>
                  <a:lnTo>
                    <a:pt x="4523488" y="1420569"/>
                  </a:lnTo>
                  <a:lnTo>
                    <a:pt x="4523674" y="1414572"/>
                  </a:lnTo>
                  <a:lnTo>
                    <a:pt x="4523861" y="1407896"/>
                  </a:lnTo>
                  <a:lnTo>
                    <a:pt x="4524048" y="1399548"/>
                  </a:lnTo>
                  <a:lnTo>
                    <a:pt x="4524235" y="1390295"/>
                  </a:lnTo>
                  <a:lnTo>
                    <a:pt x="4524422" y="1381268"/>
                  </a:lnTo>
                  <a:lnTo>
                    <a:pt x="4524609" y="1372089"/>
                  </a:lnTo>
                  <a:lnTo>
                    <a:pt x="4524796" y="1362785"/>
                  </a:lnTo>
                  <a:lnTo>
                    <a:pt x="4524983" y="1353493"/>
                  </a:lnTo>
                  <a:lnTo>
                    <a:pt x="4525170" y="1344488"/>
                  </a:lnTo>
                  <a:lnTo>
                    <a:pt x="4525357" y="1334437"/>
                  </a:lnTo>
                  <a:lnTo>
                    <a:pt x="4525544" y="1322896"/>
                  </a:lnTo>
                  <a:lnTo>
                    <a:pt x="4525731" y="1310415"/>
                  </a:lnTo>
                  <a:lnTo>
                    <a:pt x="4525918" y="1298171"/>
                  </a:lnTo>
                  <a:lnTo>
                    <a:pt x="4526104" y="1285409"/>
                  </a:lnTo>
                  <a:lnTo>
                    <a:pt x="4526291" y="1275030"/>
                  </a:lnTo>
                  <a:lnTo>
                    <a:pt x="4526478" y="1266436"/>
                  </a:lnTo>
                  <a:lnTo>
                    <a:pt x="4526665" y="1258801"/>
                  </a:lnTo>
                  <a:lnTo>
                    <a:pt x="4526852" y="1253330"/>
                  </a:lnTo>
                  <a:lnTo>
                    <a:pt x="4527039" y="1249038"/>
                  </a:lnTo>
                  <a:lnTo>
                    <a:pt x="4527226" y="1244842"/>
                  </a:lnTo>
                  <a:lnTo>
                    <a:pt x="4527413" y="1241465"/>
                  </a:lnTo>
                  <a:lnTo>
                    <a:pt x="4527600" y="1239767"/>
                  </a:lnTo>
                  <a:lnTo>
                    <a:pt x="4527787" y="1239521"/>
                  </a:lnTo>
                  <a:lnTo>
                    <a:pt x="4527974" y="1239846"/>
                  </a:lnTo>
                  <a:lnTo>
                    <a:pt x="4528161" y="1241078"/>
                  </a:lnTo>
                  <a:lnTo>
                    <a:pt x="4528348" y="1243760"/>
                  </a:lnTo>
                  <a:lnTo>
                    <a:pt x="4528534" y="1247305"/>
                  </a:lnTo>
                  <a:lnTo>
                    <a:pt x="4528721" y="1251914"/>
                  </a:lnTo>
                  <a:lnTo>
                    <a:pt x="4528908" y="1257491"/>
                  </a:lnTo>
                  <a:lnTo>
                    <a:pt x="4529095" y="1262548"/>
                  </a:lnTo>
                  <a:lnTo>
                    <a:pt x="4529282" y="1267659"/>
                  </a:lnTo>
                  <a:lnTo>
                    <a:pt x="4529469" y="1273974"/>
                  </a:lnTo>
                  <a:lnTo>
                    <a:pt x="4529656" y="1280096"/>
                  </a:lnTo>
                  <a:lnTo>
                    <a:pt x="4529843" y="1284414"/>
                  </a:lnTo>
                  <a:lnTo>
                    <a:pt x="4530030" y="1288578"/>
                  </a:lnTo>
                  <a:lnTo>
                    <a:pt x="4530217" y="1291879"/>
                  </a:lnTo>
                  <a:lnTo>
                    <a:pt x="4530404" y="1294298"/>
                  </a:lnTo>
                  <a:lnTo>
                    <a:pt x="4530591" y="1296166"/>
                  </a:lnTo>
                  <a:lnTo>
                    <a:pt x="4530777" y="1297569"/>
                  </a:lnTo>
                  <a:lnTo>
                    <a:pt x="4530964" y="1298700"/>
                  </a:lnTo>
                  <a:lnTo>
                    <a:pt x="4531151" y="1301085"/>
                  </a:lnTo>
                  <a:lnTo>
                    <a:pt x="4531338" y="1303604"/>
                  </a:lnTo>
                  <a:lnTo>
                    <a:pt x="4531525" y="1306137"/>
                  </a:lnTo>
                  <a:lnTo>
                    <a:pt x="4531712" y="1308395"/>
                  </a:lnTo>
                  <a:lnTo>
                    <a:pt x="4531899" y="1311272"/>
                  </a:lnTo>
                  <a:lnTo>
                    <a:pt x="4532086" y="1314364"/>
                  </a:lnTo>
                  <a:lnTo>
                    <a:pt x="4532273" y="1316367"/>
                  </a:lnTo>
                  <a:lnTo>
                    <a:pt x="4532460" y="1317029"/>
                  </a:lnTo>
                  <a:lnTo>
                    <a:pt x="4532647" y="1318245"/>
                  </a:lnTo>
                  <a:lnTo>
                    <a:pt x="4532834" y="1319405"/>
                  </a:lnTo>
                  <a:lnTo>
                    <a:pt x="4533021" y="1320855"/>
                  </a:lnTo>
                  <a:lnTo>
                    <a:pt x="4533207" y="1322601"/>
                  </a:lnTo>
                  <a:lnTo>
                    <a:pt x="4533394" y="1324005"/>
                  </a:lnTo>
                  <a:lnTo>
                    <a:pt x="4533581" y="1325108"/>
                  </a:lnTo>
                  <a:lnTo>
                    <a:pt x="4533768" y="1326188"/>
                  </a:lnTo>
                  <a:lnTo>
                    <a:pt x="4533955" y="1326927"/>
                  </a:lnTo>
                  <a:lnTo>
                    <a:pt x="4534142" y="1327661"/>
                  </a:lnTo>
                  <a:lnTo>
                    <a:pt x="4534329" y="1327838"/>
                  </a:lnTo>
                  <a:lnTo>
                    <a:pt x="4534516" y="1327578"/>
                  </a:lnTo>
                  <a:lnTo>
                    <a:pt x="4534703" y="1326628"/>
                  </a:lnTo>
                  <a:lnTo>
                    <a:pt x="4534890" y="1325432"/>
                  </a:lnTo>
                  <a:lnTo>
                    <a:pt x="4535077" y="1324547"/>
                  </a:lnTo>
                  <a:lnTo>
                    <a:pt x="4535264" y="1324231"/>
                  </a:lnTo>
                  <a:lnTo>
                    <a:pt x="4535451" y="1323354"/>
                  </a:lnTo>
                  <a:lnTo>
                    <a:pt x="4535637" y="1322210"/>
                  </a:lnTo>
                  <a:lnTo>
                    <a:pt x="4535824" y="1321107"/>
                  </a:lnTo>
                  <a:lnTo>
                    <a:pt x="4536011" y="1320052"/>
                  </a:lnTo>
                  <a:lnTo>
                    <a:pt x="4536198" y="1318864"/>
                  </a:lnTo>
                  <a:lnTo>
                    <a:pt x="4536385" y="1317809"/>
                  </a:lnTo>
                  <a:lnTo>
                    <a:pt x="4536572" y="1316841"/>
                  </a:lnTo>
                  <a:lnTo>
                    <a:pt x="4536759" y="1315795"/>
                  </a:lnTo>
                  <a:lnTo>
                    <a:pt x="4536946" y="1315091"/>
                  </a:lnTo>
                  <a:lnTo>
                    <a:pt x="4537133" y="1314510"/>
                  </a:lnTo>
                  <a:lnTo>
                    <a:pt x="4537320" y="1313631"/>
                  </a:lnTo>
                  <a:lnTo>
                    <a:pt x="4537507" y="1312663"/>
                  </a:lnTo>
                  <a:lnTo>
                    <a:pt x="4537694" y="1311502"/>
                  </a:lnTo>
                  <a:lnTo>
                    <a:pt x="4537880" y="1310913"/>
                  </a:lnTo>
                  <a:lnTo>
                    <a:pt x="4538067" y="1310948"/>
                  </a:lnTo>
                  <a:lnTo>
                    <a:pt x="4538254" y="1311986"/>
                  </a:lnTo>
                  <a:lnTo>
                    <a:pt x="4538441" y="1313614"/>
                  </a:lnTo>
                  <a:lnTo>
                    <a:pt x="4538628" y="1314926"/>
                  </a:lnTo>
                  <a:lnTo>
                    <a:pt x="4538815" y="1315811"/>
                  </a:lnTo>
                  <a:lnTo>
                    <a:pt x="4539002" y="1316727"/>
                  </a:lnTo>
                  <a:lnTo>
                    <a:pt x="4539189" y="1318135"/>
                  </a:lnTo>
                  <a:lnTo>
                    <a:pt x="4539376" y="1319924"/>
                  </a:lnTo>
                  <a:lnTo>
                    <a:pt x="4539563" y="1321659"/>
                  </a:lnTo>
                  <a:lnTo>
                    <a:pt x="4539750" y="1322955"/>
                  </a:lnTo>
                  <a:lnTo>
                    <a:pt x="4539937" y="1324212"/>
                  </a:lnTo>
                  <a:lnTo>
                    <a:pt x="4540124" y="1325330"/>
                  </a:lnTo>
                  <a:lnTo>
                    <a:pt x="4540310" y="1326249"/>
                  </a:lnTo>
                  <a:lnTo>
                    <a:pt x="4540497" y="1327556"/>
                  </a:lnTo>
                  <a:lnTo>
                    <a:pt x="4540684" y="1329187"/>
                  </a:lnTo>
                  <a:lnTo>
                    <a:pt x="4540871" y="1331219"/>
                  </a:lnTo>
                  <a:lnTo>
                    <a:pt x="4541058" y="1332198"/>
                  </a:lnTo>
                  <a:lnTo>
                    <a:pt x="4541245" y="1333062"/>
                  </a:lnTo>
                  <a:lnTo>
                    <a:pt x="4541432" y="1334299"/>
                  </a:lnTo>
                  <a:lnTo>
                    <a:pt x="4541619" y="1336622"/>
                  </a:lnTo>
                  <a:lnTo>
                    <a:pt x="4541806" y="1338552"/>
                  </a:lnTo>
                  <a:lnTo>
                    <a:pt x="4541993" y="1340689"/>
                  </a:lnTo>
                  <a:lnTo>
                    <a:pt x="4542180" y="1342210"/>
                  </a:lnTo>
                  <a:lnTo>
                    <a:pt x="4542367" y="1343432"/>
                  </a:lnTo>
                  <a:lnTo>
                    <a:pt x="4542553" y="1345467"/>
                  </a:lnTo>
                  <a:lnTo>
                    <a:pt x="4542740" y="1345932"/>
                  </a:lnTo>
                  <a:lnTo>
                    <a:pt x="4542927" y="1348197"/>
                  </a:lnTo>
                  <a:lnTo>
                    <a:pt x="4543114" y="1351189"/>
                  </a:lnTo>
                  <a:lnTo>
                    <a:pt x="4543301" y="1354791"/>
                  </a:lnTo>
                  <a:lnTo>
                    <a:pt x="4543488" y="1358490"/>
                  </a:lnTo>
                  <a:lnTo>
                    <a:pt x="4543675" y="1362529"/>
                  </a:lnTo>
                  <a:lnTo>
                    <a:pt x="4543862" y="1367083"/>
                  </a:lnTo>
                  <a:lnTo>
                    <a:pt x="4544049" y="1372974"/>
                  </a:lnTo>
                  <a:lnTo>
                    <a:pt x="4544236" y="1378386"/>
                  </a:lnTo>
                  <a:lnTo>
                    <a:pt x="4544423" y="1384288"/>
                  </a:lnTo>
                  <a:lnTo>
                    <a:pt x="4544610" y="1390705"/>
                  </a:lnTo>
                  <a:lnTo>
                    <a:pt x="4544797" y="1397599"/>
                  </a:lnTo>
                  <a:lnTo>
                    <a:pt x="4544983" y="1404311"/>
                  </a:lnTo>
                  <a:lnTo>
                    <a:pt x="4545170" y="1410679"/>
                  </a:lnTo>
                  <a:lnTo>
                    <a:pt x="4545357" y="1418484"/>
                  </a:lnTo>
                  <a:lnTo>
                    <a:pt x="4545544" y="1427013"/>
                  </a:lnTo>
                  <a:lnTo>
                    <a:pt x="4545731" y="1435724"/>
                  </a:lnTo>
                  <a:lnTo>
                    <a:pt x="4545918" y="1443935"/>
                  </a:lnTo>
                  <a:lnTo>
                    <a:pt x="4546105" y="1451804"/>
                  </a:lnTo>
                  <a:lnTo>
                    <a:pt x="4546292" y="1459605"/>
                  </a:lnTo>
                  <a:lnTo>
                    <a:pt x="4546479" y="1466688"/>
                  </a:lnTo>
                  <a:lnTo>
                    <a:pt x="4546666" y="1473990"/>
                  </a:lnTo>
                  <a:lnTo>
                    <a:pt x="4546853" y="1480727"/>
                  </a:lnTo>
                  <a:lnTo>
                    <a:pt x="4547040" y="1487556"/>
                  </a:lnTo>
                  <a:lnTo>
                    <a:pt x="4547227" y="1493198"/>
                  </a:lnTo>
                  <a:lnTo>
                    <a:pt x="4547413" y="1498180"/>
                  </a:lnTo>
                  <a:lnTo>
                    <a:pt x="4547600" y="1501783"/>
                  </a:lnTo>
                  <a:lnTo>
                    <a:pt x="4547787" y="1504673"/>
                  </a:lnTo>
                  <a:lnTo>
                    <a:pt x="4547974" y="1506130"/>
                  </a:lnTo>
                  <a:lnTo>
                    <a:pt x="4548161" y="1507622"/>
                  </a:lnTo>
                  <a:lnTo>
                    <a:pt x="4548348" y="1507805"/>
                  </a:lnTo>
                  <a:lnTo>
                    <a:pt x="4548535" y="1508219"/>
                  </a:lnTo>
                  <a:lnTo>
                    <a:pt x="4548722" y="1507366"/>
                  </a:lnTo>
                  <a:lnTo>
                    <a:pt x="4548909" y="1505835"/>
                  </a:lnTo>
                  <a:lnTo>
                    <a:pt x="4549096" y="1503695"/>
                  </a:lnTo>
                  <a:lnTo>
                    <a:pt x="4549283" y="1501243"/>
                  </a:lnTo>
                  <a:lnTo>
                    <a:pt x="4549470" y="1497941"/>
                  </a:lnTo>
                  <a:lnTo>
                    <a:pt x="4549656" y="1495236"/>
                  </a:lnTo>
                  <a:lnTo>
                    <a:pt x="4549843" y="1491806"/>
                  </a:lnTo>
                  <a:lnTo>
                    <a:pt x="4550030" y="1488605"/>
                  </a:lnTo>
                  <a:lnTo>
                    <a:pt x="4550217" y="1486386"/>
                  </a:lnTo>
                  <a:lnTo>
                    <a:pt x="4550404" y="1484020"/>
                  </a:lnTo>
                  <a:lnTo>
                    <a:pt x="4550591" y="1481919"/>
                  </a:lnTo>
                  <a:lnTo>
                    <a:pt x="4550778" y="1480767"/>
                  </a:lnTo>
                  <a:lnTo>
                    <a:pt x="4550965" y="1477915"/>
                  </a:lnTo>
                  <a:lnTo>
                    <a:pt x="4551152" y="1474445"/>
                  </a:lnTo>
                  <a:lnTo>
                    <a:pt x="4551339" y="1470147"/>
                  </a:lnTo>
                  <a:lnTo>
                    <a:pt x="4551526" y="1465192"/>
                  </a:lnTo>
                  <a:lnTo>
                    <a:pt x="4551713" y="1460430"/>
                  </a:lnTo>
                  <a:lnTo>
                    <a:pt x="4551900" y="1454718"/>
                  </a:lnTo>
                  <a:lnTo>
                    <a:pt x="4552086" y="1449061"/>
                  </a:lnTo>
                  <a:lnTo>
                    <a:pt x="4552273" y="1442986"/>
                  </a:lnTo>
                  <a:lnTo>
                    <a:pt x="4552460" y="1436500"/>
                  </a:lnTo>
                  <a:lnTo>
                    <a:pt x="4552647" y="1430762"/>
                  </a:lnTo>
                  <a:lnTo>
                    <a:pt x="4552834" y="1424742"/>
                  </a:lnTo>
                  <a:lnTo>
                    <a:pt x="4553021" y="1418569"/>
                  </a:lnTo>
                  <a:lnTo>
                    <a:pt x="4553208" y="1412927"/>
                  </a:lnTo>
                  <a:lnTo>
                    <a:pt x="4553395" y="1406707"/>
                  </a:lnTo>
                  <a:lnTo>
                    <a:pt x="4553582" y="1401046"/>
                  </a:lnTo>
                  <a:lnTo>
                    <a:pt x="4553769" y="1395448"/>
                  </a:lnTo>
                  <a:lnTo>
                    <a:pt x="4553956" y="1389692"/>
                  </a:lnTo>
                  <a:lnTo>
                    <a:pt x="4554143" y="1382508"/>
                  </a:lnTo>
                  <a:lnTo>
                    <a:pt x="4554330" y="1375874"/>
                  </a:lnTo>
                  <a:lnTo>
                    <a:pt x="4554516" y="1369846"/>
                  </a:lnTo>
                  <a:lnTo>
                    <a:pt x="4554703" y="1363141"/>
                  </a:lnTo>
                  <a:lnTo>
                    <a:pt x="4554890" y="1357891"/>
                  </a:lnTo>
                  <a:lnTo>
                    <a:pt x="4555077" y="1352792"/>
                  </a:lnTo>
                  <a:lnTo>
                    <a:pt x="4555264" y="1348009"/>
                  </a:lnTo>
                  <a:lnTo>
                    <a:pt x="4555451" y="1342885"/>
                  </a:lnTo>
                  <a:lnTo>
                    <a:pt x="4555638" y="1337836"/>
                  </a:lnTo>
                  <a:lnTo>
                    <a:pt x="4555825" y="1332440"/>
                  </a:lnTo>
                  <a:lnTo>
                    <a:pt x="4556012" y="1326560"/>
                  </a:lnTo>
                  <a:lnTo>
                    <a:pt x="4556199" y="1321771"/>
                  </a:lnTo>
                  <a:lnTo>
                    <a:pt x="4556386" y="1316579"/>
                  </a:lnTo>
                  <a:lnTo>
                    <a:pt x="4556573" y="1311488"/>
                  </a:lnTo>
                  <a:lnTo>
                    <a:pt x="4556759" y="1307381"/>
                  </a:lnTo>
                  <a:lnTo>
                    <a:pt x="4556946" y="1305406"/>
                  </a:lnTo>
                  <a:lnTo>
                    <a:pt x="4557133" y="1304050"/>
                  </a:lnTo>
                  <a:lnTo>
                    <a:pt x="4557320" y="1302659"/>
                  </a:lnTo>
                  <a:lnTo>
                    <a:pt x="4557507" y="1301384"/>
                  </a:lnTo>
                  <a:lnTo>
                    <a:pt x="4557694" y="1301200"/>
                  </a:lnTo>
                  <a:lnTo>
                    <a:pt x="4557881" y="1301759"/>
                  </a:lnTo>
                  <a:lnTo>
                    <a:pt x="4558068" y="1302122"/>
                  </a:lnTo>
                  <a:lnTo>
                    <a:pt x="4558255" y="1303247"/>
                  </a:lnTo>
                  <a:lnTo>
                    <a:pt x="4558442" y="1304659"/>
                  </a:lnTo>
                  <a:lnTo>
                    <a:pt x="4558629" y="1306320"/>
                  </a:lnTo>
                  <a:lnTo>
                    <a:pt x="4558816" y="1307275"/>
                  </a:lnTo>
                  <a:lnTo>
                    <a:pt x="4559003" y="1308320"/>
                  </a:lnTo>
                  <a:lnTo>
                    <a:pt x="4559189" y="1309336"/>
                  </a:lnTo>
                  <a:lnTo>
                    <a:pt x="4559376" y="1310706"/>
                  </a:lnTo>
                  <a:lnTo>
                    <a:pt x="4559563" y="1311965"/>
                  </a:lnTo>
                  <a:lnTo>
                    <a:pt x="4559750" y="1314434"/>
                  </a:lnTo>
                  <a:lnTo>
                    <a:pt x="4559937" y="1317779"/>
                  </a:lnTo>
                  <a:lnTo>
                    <a:pt x="4560124" y="1319874"/>
                  </a:lnTo>
                  <a:lnTo>
                    <a:pt x="4560311" y="1322873"/>
                  </a:lnTo>
                  <a:lnTo>
                    <a:pt x="4560498" y="1325574"/>
                  </a:lnTo>
                  <a:lnTo>
                    <a:pt x="4560685" y="1329546"/>
                  </a:lnTo>
                  <a:lnTo>
                    <a:pt x="4560872" y="1334375"/>
                  </a:lnTo>
                  <a:lnTo>
                    <a:pt x="4561059" y="1340319"/>
                  </a:lnTo>
                  <a:lnTo>
                    <a:pt x="4561246" y="1346452"/>
                  </a:lnTo>
                  <a:lnTo>
                    <a:pt x="4561432" y="1353330"/>
                  </a:lnTo>
                  <a:lnTo>
                    <a:pt x="4561619" y="1361108"/>
                  </a:lnTo>
                  <a:lnTo>
                    <a:pt x="4561806" y="1368603"/>
                  </a:lnTo>
                  <a:lnTo>
                    <a:pt x="4561993" y="1376626"/>
                  </a:lnTo>
                  <a:lnTo>
                    <a:pt x="4562180" y="1384828"/>
                  </a:lnTo>
                  <a:lnTo>
                    <a:pt x="4562367" y="1392461"/>
                  </a:lnTo>
                  <a:lnTo>
                    <a:pt x="4562554" y="1399782"/>
                  </a:lnTo>
                  <a:lnTo>
                    <a:pt x="4562741" y="1408534"/>
                  </a:lnTo>
                  <a:lnTo>
                    <a:pt x="4562928" y="1418551"/>
                  </a:lnTo>
                  <a:lnTo>
                    <a:pt x="4563115" y="1428824"/>
                  </a:lnTo>
                  <a:lnTo>
                    <a:pt x="4563302" y="1440232"/>
                  </a:lnTo>
                  <a:lnTo>
                    <a:pt x="4563489" y="1452696"/>
                  </a:lnTo>
                  <a:lnTo>
                    <a:pt x="4563676" y="1465692"/>
                  </a:lnTo>
                  <a:lnTo>
                    <a:pt x="4563862" y="1477103"/>
                  </a:lnTo>
                  <a:lnTo>
                    <a:pt x="4564049" y="1487886"/>
                  </a:lnTo>
                  <a:lnTo>
                    <a:pt x="4564236" y="1497225"/>
                  </a:lnTo>
                  <a:lnTo>
                    <a:pt x="4564423" y="1505421"/>
                  </a:lnTo>
                  <a:lnTo>
                    <a:pt x="4564610" y="1512863"/>
                  </a:lnTo>
                  <a:lnTo>
                    <a:pt x="4564797" y="1518948"/>
                  </a:lnTo>
                  <a:lnTo>
                    <a:pt x="4564984" y="1523980"/>
                  </a:lnTo>
                  <a:lnTo>
                    <a:pt x="4565171" y="1528799"/>
                  </a:lnTo>
                  <a:lnTo>
                    <a:pt x="4565358" y="1533818"/>
                  </a:lnTo>
                  <a:lnTo>
                    <a:pt x="4565545" y="1538468"/>
                  </a:lnTo>
                  <a:lnTo>
                    <a:pt x="4565732" y="1542095"/>
                  </a:lnTo>
                  <a:lnTo>
                    <a:pt x="4565919" y="1545281"/>
                  </a:lnTo>
                  <a:lnTo>
                    <a:pt x="4566106" y="1547322"/>
                  </a:lnTo>
                  <a:lnTo>
                    <a:pt x="4566292" y="1547720"/>
                  </a:lnTo>
                  <a:lnTo>
                    <a:pt x="4566479" y="1547296"/>
                  </a:lnTo>
                  <a:lnTo>
                    <a:pt x="4566666" y="1546063"/>
                  </a:lnTo>
                  <a:lnTo>
                    <a:pt x="4566853" y="1542918"/>
                  </a:lnTo>
                  <a:lnTo>
                    <a:pt x="4567040" y="1539745"/>
                  </a:lnTo>
                  <a:lnTo>
                    <a:pt x="4567227" y="1535066"/>
                  </a:lnTo>
                  <a:lnTo>
                    <a:pt x="4567414" y="1530888"/>
                  </a:lnTo>
                  <a:lnTo>
                    <a:pt x="4567601" y="1525900"/>
                  </a:lnTo>
                  <a:lnTo>
                    <a:pt x="4567788" y="1520843"/>
                  </a:lnTo>
                  <a:lnTo>
                    <a:pt x="4567975" y="1513749"/>
                  </a:lnTo>
                  <a:lnTo>
                    <a:pt x="4568162" y="1504427"/>
                  </a:lnTo>
                  <a:lnTo>
                    <a:pt x="4568349" y="1496240"/>
                  </a:lnTo>
                  <a:lnTo>
                    <a:pt x="4568535" y="1485871"/>
                  </a:lnTo>
                  <a:lnTo>
                    <a:pt x="4568722" y="1476076"/>
                  </a:lnTo>
                  <a:lnTo>
                    <a:pt x="4568909" y="1465864"/>
                  </a:lnTo>
                  <a:lnTo>
                    <a:pt x="4569096" y="1455843"/>
                  </a:lnTo>
                  <a:lnTo>
                    <a:pt x="4569283" y="1445628"/>
                  </a:lnTo>
                  <a:lnTo>
                    <a:pt x="4569470" y="1436242"/>
                  </a:lnTo>
                  <a:lnTo>
                    <a:pt x="4569657" y="1426926"/>
                  </a:lnTo>
                  <a:lnTo>
                    <a:pt x="4569844" y="1418229"/>
                  </a:lnTo>
                  <a:lnTo>
                    <a:pt x="4570031" y="1409346"/>
                  </a:lnTo>
                  <a:lnTo>
                    <a:pt x="4570218" y="1399883"/>
                  </a:lnTo>
                  <a:lnTo>
                    <a:pt x="4570405" y="1390747"/>
                  </a:lnTo>
                  <a:lnTo>
                    <a:pt x="4570592" y="1382640"/>
                  </a:lnTo>
                  <a:lnTo>
                    <a:pt x="4570779" y="1375948"/>
                  </a:lnTo>
                  <a:lnTo>
                    <a:pt x="4570965" y="1370689"/>
                  </a:lnTo>
                  <a:lnTo>
                    <a:pt x="4571152" y="1365839"/>
                  </a:lnTo>
                  <a:lnTo>
                    <a:pt x="4571339" y="1361484"/>
                  </a:lnTo>
                  <a:lnTo>
                    <a:pt x="4571526" y="1357130"/>
                  </a:lnTo>
                  <a:lnTo>
                    <a:pt x="4571713" y="1352384"/>
                  </a:lnTo>
                  <a:lnTo>
                    <a:pt x="4571900" y="1347731"/>
                  </a:lnTo>
                  <a:lnTo>
                    <a:pt x="4572087" y="1343236"/>
                  </a:lnTo>
                  <a:lnTo>
                    <a:pt x="4572274" y="1337766"/>
                  </a:lnTo>
                  <a:lnTo>
                    <a:pt x="4572461" y="1331964"/>
                  </a:lnTo>
                  <a:lnTo>
                    <a:pt x="4572648" y="1325856"/>
                  </a:lnTo>
                  <a:lnTo>
                    <a:pt x="4572835" y="1320105"/>
                  </a:lnTo>
                  <a:lnTo>
                    <a:pt x="4573022" y="1314035"/>
                  </a:lnTo>
                  <a:lnTo>
                    <a:pt x="4573209" y="1306624"/>
                  </a:lnTo>
                  <a:lnTo>
                    <a:pt x="4573395" y="1298070"/>
                  </a:lnTo>
                  <a:lnTo>
                    <a:pt x="4573582" y="1289426"/>
                  </a:lnTo>
                  <a:lnTo>
                    <a:pt x="4573769" y="1279331"/>
                  </a:lnTo>
                  <a:lnTo>
                    <a:pt x="4573956" y="1268699"/>
                  </a:lnTo>
                  <a:lnTo>
                    <a:pt x="4574143" y="1257472"/>
                  </a:lnTo>
                  <a:lnTo>
                    <a:pt x="4574330" y="1245868"/>
                  </a:lnTo>
                  <a:lnTo>
                    <a:pt x="4574517" y="1234021"/>
                  </a:lnTo>
                  <a:lnTo>
                    <a:pt x="4574704" y="1221852"/>
                  </a:lnTo>
                  <a:lnTo>
                    <a:pt x="4574891" y="1210325"/>
                  </a:lnTo>
                  <a:lnTo>
                    <a:pt x="4575078" y="1197821"/>
                  </a:lnTo>
                  <a:lnTo>
                    <a:pt x="4575265" y="1184277"/>
                  </a:lnTo>
                  <a:lnTo>
                    <a:pt x="4575452" y="1170512"/>
                  </a:lnTo>
                  <a:lnTo>
                    <a:pt x="4575638" y="1156948"/>
                  </a:lnTo>
                  <a:lnTo>
                    <a:pt x="4575825" y="1145050"/>
                  </a:lnTo>
                  <a:lnTo>
                    <a:pt x="4576012" y="1133962"/>
                  </a:lnTo>
                  <a:lnTo>
                    <a:pt x="4576199" y="1124315"/>
                  </a:lnTo>
                  <a:lnTo>
                    <a:pt x="4576386" y="1115485"/>
                  </a:lnTo>
                  <a:lnTo>
                    <a:pt x="4576573" y="1107641"/>
                  </a:lnTo>
                  <a:lnTo>
                    <a:pt x="4576760" y="1099878"/>
                  </a:lnTo>
                  <a:lnTo>
                    <a:pt x="4576947" y="1093661"/>
                  </a:lnTo>
                  <a:lnTo>
                    <a:pt x="4577134" y="1087860"/>
                  </a:lnTo>
                  <a:lnTo>
                    <a:pt x="4577321" y="1081828"/>
                  </a:lnTo>
                  <a:lnTo>
                    <a:pt x="4577508" y="1075855"/>
                  </a:lnTo>
                  <a:lnTo>
                    <a:pt x="4577695" y="1071289"/>
                  </a:lnTo>
                  <a:lnTo>
                    <a:pt x="4577882" y="1067088"/>
                  </a:lnTo>
                  <a:lnTo>
                    <a:pt x="4578068" y="1063918"/>
                  </a:lnTo>
                  <a:lnTo>
                    <a:pt x="4578255" y="1061331"/>
                  </a:lnTo>
                  <a:lnTo>
                    <a:pt x="4578442" y="1059630"/>
                  </a:lnTo>
                  <a:lnTo>
                    <a:pt x="4578629" y="1058218"/>
                  </a:lnTo>
                  <a:lnTo>
                    <a:pt x="4578816" y="1057448"/>
                  </a:lnTo>
                  <a:lnTo>
                    <a:pt x="4579003" y="1056989"/>
                  </a:lnTo>
                  <a:lnTo>
                    <a:pt x="4579190" y="1056724"/>
                  </a:lnTo>
                  <a:lnTo>
                    <a:pt x="4579377" y="1056784"/>
                  </a:lnTo>
                  <a:lnTo>
                    <a:pt x="4579564" y="1056821"/>
                  </a:lnTo>
                  <a:lnTo>
                    <a:pt x="4579751" y="1057775"/>
                  </a:lnTo>
                  <a:lnTo>
                    <a:pt x="4579938" y="1058646"/>
                  </a:lnTo>
                  <a:lnTo>
                    <a:pt x="4580125" y="1061200"/>
                  </a:lnTo>
                  <a:lnTo>
                    <a:pt x="4580311" y="1062895"/>
                  </a:lnTo>
                  <a:lnTo>
                    <a:pt x="4580498" y="1064528"/>
                  </a:lnTo>
                  <a:lnTo>
                    <a:pt x="4580685" y="1065757"/>
                  </a:lnTo>
                  <a:lnTo>
                    <a:pt x="4580872" y="1066396"/>
                  </a:lnTo>
                  <a:lnTo>
                    <a:pt x="4581059" y="1066812"/>
                  </a:lnTo>
                  <a:lnTo>
                    <a:pt x="4581246" y="1067309"/>
                  </a:lnTo>
                  <a:lnTo>
                    <a:pt x="4581433" y="1066639"/>
                  </a:lnTo>
                  <a:lnTo>
                    <a:pt x="4581620" y="1066146"/>
                  </a:lnTo>
                  <a:lnTo>
                    <a:pt x="4581807" y="1065545"/>
                  </a:lnTo>
                  <a:lnTo>
                    <a:pt x="4581994" y="1064723"/>
                  </a:lnTo>
                  <a:lnTo>
                    <a:pt x="4582181" y="1063019"/>
                  </a:lnTo>
                  <a:lnTo>
                    <a:pt x="4582368" y="1061096"/>
                  </a:lnTo>
                  <a:lnTo>
                    <a:pt x="4582555" y="1058597"/>
                  </a:lnTo>
                  <a:lnTo>
                    <a:pt x="4582741" y="1055799"/>
                  </a:lnTo>
                  <a:lnTo>
                    <a:pt x="4582928" y="1053064"/>
                  </a:lnTo>
                  <a:lnTo>
                    <a:pt x="4583115" y="1050116"/>
                  </a:lnTo>
                  <a:lnTo>
                    <a:pt x="4583302" y="1047289"/>
                  </a:lnTo>
                  <a:lnTo>
                    <a:pt x="4583489" y="1044539"/>
                  </a:lnTo>
                  <a:lnTo>
                    <a:pt x="4583676" y="1042139"/>
                  </a:lnTo>
                  <a:lnTo>
                    <a:pt x="4583863" y="1039717"/>
                  </a:lnTo>
                  <a:lnTo>
                    <a:pt x="4584050" y="1037295"/>
                  </a:lnTo>
                  <a:lnTo>
                    <a:pt x="4584237" y="1034487"/>
                  </a:lnTo>
                  <a:lnTo>
                    <a:pt x="4584424" y="1032248"/>
                  </a:lnTo>
                  <a:lnTo>
                    <a:pt x="4584611" y="1030841"/>
                  </a:lnTo>
                  <a:lnTo>
                    <a:pt x="4584798" y="1030117"/>
                  </a:lnTo>
                  <a:lnTo>
                    <a:pt x="4584985" y="1030447"/>
                  </a:lnTo>
                  <a:lnTo>
                    <a:pt x="4585171" y="1031665"/>
                  </a:lnTo>
                  <a:lnTo>
                    <a:pt x="4585358" y="1034267"/>
                  </a:lnTo>
                  <a:lnTo>
                    <a:pt x="4585545" y="1037449"/>
                  </a:lnTo>
                  <a:lnTo>
                    <a:pt x="4585732" y="1041205"/>
                  </a:lnTo>
                  <a:lnTo>
                    <a:pt x="4585919" y="1044316"/>
                  </a:lnTo>
                  <a:lnTo>
                    <a:pt x="4586106" y="1048482"/>
                  </a:lnTo>
                  <a:lnTo>
                    <a:pt x="4586293" y="1053328"/>
                  </a:lnTo>
                  <a:lnTo>
                    <a:pt x="4586480" y="1058023"/>
                  </a:lnTo>
                  <a:lnTo>
                    <a:pt x="4586667" y="1062900"/>
                  </a:lnTo>
                  <a:lnTo>
                    <a:pt x="4586854" y="1069326"/>
                  </a:lnTo>
                  <a:lnTo>
                    <a:pt x="4587041" y="1075265"/>
                  </a:lnTo>
                  <a:lnTo>
                    <a:pt x="4587228" y="1080884"/>
                  </a:lnTo>
                  <a:lnTo>
                    <a:pt x="4587414" y="1084865"/>
                  </a:lnTo>
                  <a:lnTo>
                    <a:pt x="4587601" y="1085989"/>
                  </a:lnTo>
                  <a:lnTo>
                    <a:pt x="4587788" y="1086349"/>
                  </a:lnTo>
                  <a:lnTo>
                    <a:pt x="4587975" y="1086574"/>
                  </a:lnTo>
                  <a:lnTo>
                    <a:pt x="4588162" y="1086028"/>
                  </a:lnTo>
                  <a:lnTo>
                    <a:pt x="4588349" y="1086818"/>
                  </a:lnTo>
                  <a:lnTo>
                    <a:pt x="4588536" y="1086223"/>
                  </a:lnTo>
                  <a:lnTo>
                    <a:pt x="4588723" y="1086423"/>
                  </a:lnTo>
                  <a:lnTo>
                    <a:pt x="4588910" y="1087073"/>
                  </a:lnTo>
                  <a:lnTo>
                    <a:pt x="4589097" y="1087452"/>
                  </a:lnTo>
                  <a:lnTo>
                    <a:pt x="4589284" y="1089470"/>
                  </a:lnTo>
                  <a:lnTo>
                    <a:pt x="4589471" y="1091232"/>
                  </a:lnTo>
                  <a:lnTo>
                    <a:pt x="4589658" y="1093612"/>
                  </a:lnTo>
                  <a:lnTo>
                    <a:pt x="4589844" y="1095646"/>
                  </a:lnTo>
                  <a:lnTo>
                    <a:pt x="4590031" y="1096842"/>
                  </a:lnTo>
                  <a:lnTo>
                    <a:pt x="4590218" y="1098134"/>
                  </a:lnTo>
                  <a:lnTo>
                    <a:pt x="4590405" y="1099869"/>
                  </a:lnTo>
                  <a:lnTo>
                    <a:pt x="4590592" y="1101836"/>
                  </a:lnTo>
                  <a:lnTo>
                    <a:pt x="4590779" y="1103465"/>
                  </a:lnTo>
                  <a:lnTo>
                    <a:pt x="4590966" y="1103403"/>
                  </a:lnTo>
                  <a:lnTo>
                    <a:pt x="4591153" y="1103146"/>
                  </a:lnTo>
                  <a:lnTo>
                    <a:pt x="4591340" y="1103334"/>
                  </a:lnTo>
                  <a:lnTo>
                    <a:pt x="4591527" y="1105156"/>
                  </a:lnTo>
                  <a:lnTo>
                    <a:pt x="4591714" y="1106543"/>
                  </a:lnTo>
                  <a:lnTo>
                    <a:pt x="4591901" y="1107869"/>
                  </a:lnTo>
                  <a:lnTo>
                    <a:pt x="4592088" y="1110916"/>
                  </a:lnTo>
                  <a:lnTo>
                    <a:pt x="4592274" y="1111943"/>
                  </a:lnTo>
                  <a:lnTo>
                    <a:pt x="4592461" y="1112051"/>
                  </a:lnTo>
                  <a:lnTo>
                    <a:pt x="4592648" y="1113669"/>
                  </a:lnTo>
                  <a:lnTo>
                    <a:pt x="4592835" y="1115304"/>
                  </a:lnTo>
                  <a:lnTo>
                    <a:pt x="4593022" y="1116847"/>
                  </a:lnTo>
                  <a:lnTo>
                    <a:pt x="4593209" y="1118799"/>
                  </a:lnTo>
                  <a:lnTo>
                    <a:pt x="4593396" y="1119779"/>
                  </a:lnTo>
                  <a:lnTo>
                    <a:pt x="4593583" y="1120845"/>
                  </a:lnTo>
                  <a:lnTo>
                    <a:pt x="4593770" y="1121900"/>
                  </a:lnTo>
                  <a:lnTo>
                    <a:pt x="4593957" y="1123588"/>
                  </a:lnTo>
                  <a:lnTo>
                    <a:pt x="4594144" y="1124833"/>
                  </a:lnTo>
                  <a:lnTo>
                    <a:pt x="4594331" y="1124986"/>
                  </a:lnTo>
                  <a:lnTo>
                    <a:pt x="4594517" y="1124569"/>
                  </a:lnTo>
                  <a:lnTo>
                    <a:pt x="4594704" y="1124594"/>
                  </a:lnTo>
                  <a:lnTo>
                    <a:pt x="4594891" y="1124014"/>
                  </a:lnTo>
                  <a:lnTo>
                    <a:pt x="4595078" y="1123571"/>
                  </a:lnTo>
                  <a:lnTo>
                    <a:pt x="4595265" y="1123187"/>
                  </a:lnTo>
                  <a:lnTo>
                    <a:pt x="4595452" y="1122171"/>
                  </a:lnTo>
                  <a:lnTo>
                    <a:pt x="4595639" y="1120759"/>
                  </a:lnTo>
                  <a:lnTo>
                    <a:pt x="4595826" y="1119642"/>
                  </a:lnTo>
                  <a:lnTo>
                    <a:pt x="4596013" y="1120610"/>
                  </a:lnTo>
                  <a:lnTo>
                    <a:pt x="4596200" y="1123534"/>
                  </a:lnTo>
                  <a:lnTo>
                    <a:pt x="4596387" y="1127772"/>
                  </a:lnTo>
                  <a:lnTo>
                    <a:pt x="4596574" y="1132491"/>
                  </a:lnTo>
                  <a:lnTo>
                    <a:pt x="4596761" y="1137737"/>
                  </a:lnTo>
                  <a:lnTo>
                    <a:pt x="4596947" y="1143279"/>
                  </a:lnTo>
                  <a:lnTo>
                    <a:pt x="4597134" y="1149020"/>
                  </a:lnTo>
                  <a:lnTo>
                    <a:pt x="4597321" y="1155066"/>
                  </a:lnTo>
                  <a:lnTo>
                    <a:pt x="4597508" y="1161678"/>
                  </a:lnTo>
                  <a:lnTo>
                    <a:pt x="4597695" y="1168467"/>
                  </a:lnTo>
                  <a:lnTo>
                    <a:pt x="4597882" y="1175201"/>
                  </a:lnTo>
                  <a:lnTo>
                    <a:pt x="4598069" y="1181552"/>
                  </a:lnTo>
                  <a:lnTo>
                    <a:pt x="4598256" y="1187459"/>
                  </a:lnTo>
                  <a:lnTo>
                    <a:pt x="4598443" y="1193055"/>
                  </a:lnTo>
                  <a:lnTo>
                    <a:pt x="4598630" y="1198152"/>
                  </a:lnTo>
                  <a:lnTo>
                    <a:pt x="4598817" y="1203079"/>
                  </a:lnTo>
                  <a:lnTo>
                    <a:pt x="4599004" y="1207065"/>
                  </a:lnTo>
                  <a:lnTo>
                    <a:pt x="4599190" y="1210062"/>
                  </a:lnTo>
                  <a:lnTo>
                    <a:pt x="4599377" y="1211809"/>
                  </a:lnTo>
                  <a:lnTo>
                    <a:pt x="4599564" y="1212663"/>
                  </a:lnTo>
                  <a:lnTo>
                    <a:pt x="4599751" y="1213354"/>
                  </a:lnTo>
                  <a:lnTo>
                    <a:pt x="4599938" y="1213271"/>
                  </a:lnTo>
                  <a:lnTo>
                    <a:pt x="4600125" y="1212134"/>
                  </a:lnTo>
                  <a:lnTo>
                    <a:pt x="4600312" y="1210360"/>
                  </a:lnTo>
                  <a:lnTo>
                    <a:pt x="4600499" y="1209075"/>
                  </a:lnTo>
                  <a:lnTo>
                    <a:pt x="4600686" y="1207387"/>
                  </a:lnTo>
                  <a:lnTo>
                    <a:pt x="4600873" y="1205680"/>
                  </a:lnTo>
                  <a:lnTo>
                    <a:pt x="4601060" y="1202289"/>
                  </a:lnTo>
                  <a:lnTo>
                    <a:pt x="4601247" y="1199138"/>
                  </a:lnTo>
                  <a:lnTo>
                    <a:pt x="4601434" y="1196139"/>
                  </a:lnTo>
                  <a:lnTo>
                    <a:pt x="4601620" y="1192711"/>
                  </a:lnTo>
                  <a:lnTo>
                    <a:pt x="4601807" y="1190086"/>
                  </a:lnTo>
                  <a:lnTo>
                    <a:pt x="4601994" y="1187826"/>
                  </a:lnTo>
                  <a:lnTo>
                    <a:pt x="4602181" y="1185748"/>
                  </a:lnTo>
                  <a:lnTo>
                    <a:pt x="4602368" y="1183110"/>
                  </a:lnTo>
                  <a:lnTo>
                    <a:pt x="4602555" y="1179837"/>
                  </a:lnTo>
                  <a:lnTo>
                    <a:pt x="4602742" y="1175483"/>
                  </a:lnTo>
                  <a:lnTo>
                    <a:pt x="4602929" y="1171290"/>
                  </a:lnTo>
                  <a:lnTo>
                    <a:pt x="4603116" y="1166451"/>
                  </a:lnTo>
                  <a:lnTo>
                    <a:pt x="4603303" y="1160972"/>
                  </a:lnTo>
                  <a:lnTo>
                    <a:pt x="4603490" y="1154976"/>
                  </a:lnTo>
                  <a:lnTo>
                    <a:pt x="4603677" y="1149376"/>
                  </a:lnTo>
                  <a:lnTo>
                    <a:pt x="4603864" y="1144107"/>
                  </a:lnTo>
                  <a:lnTo>
                    <a:pt x="4604050" y="1139193"/>
                  </a:lnTo>
                  <a:lnTo>
                    <a:pt x="4604237" y="1135018"/>
                  </a:lnTo>
                  <a:lnTo>
                    <a:pt x="4604424" y="1131492"/>
                  </a:lnTo>
                  <a:lnTo>
                    <a:pt x="4604611" y="1130143"/>
                  </a:lnTo>
                  <a:lnTo>
                    <a:pt x="4604798" y="1129147"/>
                  </a:lnTo>
                  <a:lnTo>
                    <a:pt x="4604985" y="1129451"/>
                  </a:lnTo>
                  <a:lnTo>
                    <a:pt x="4605172" y="1130168"/>
                  </a:lnTo>
                  <a:lnTo>
                    <a:pt x="4605359" y="1133055"/>
                  </a:lnTo>
                  <a:lnTo>
                    <a:pt x="4605546" y="1137388"/>
                  </a:lnTo>
                  <a:lnTo>
                    <a:pt x="4605733" y="1141137"/>
                  </a:lnTo>
                  <a:lnTo>
                    <a:pt x="4605920" y="1145866"/>
                  </a:lnTo>
                  <a:lnTo>
                    <a:pt x="4606107" y="1147870"/>
                  </a:lnTo>
                  <a:lnTo>
                    <a:pt x="4606293" y="1150173"/>
                  </a:lnTo>
                  <a:lnTo>
                    <a:pt x="4606480" y="1151487"/>
                  </a:lnTo>
                  <a:lnTo>
                    <a:pt x="4606667" y="1151644"/>
                  </a:lnTo>
                  <a:lnTo>
                    <a:pt x="4606854" y="1150940"/>
                  </a:lnTo>
                  <a:lnTo>
                    <a:pt x="4607041" y="1151650"/>
                  </a:lnTo>
                  <a:lnTo>
                    <a:pt x="4607228" y="1152446"/>
                  </a:lnTo>
                  <a:lnTo>
                    <a:pt x="4607415" y="1153492"/>
                  </a:lnTo>
                  <a:lnTo>
                    <a:pt x="4607602" y="1154727"/>
                  </a:lnTo>
                  <a:lnTo>
                    <a:pt x="4607789" y="1155438"/>
                  </a:lnTo>
                  <a:lnTo>
                    <a:pt x="4607976" y="1155234"/>
                  </a:lnTo>
                  <a:lnTo>
                    <a:pt x="4608163" y="1152933"/>
                  </a:lnTo>
                  <a:lnTo>
                    <a:pt x="4608350" y="1149723"/>
                  </a:lnTo>
                  <a:lnTo>
                    <a:pt x="4608537" y="1145897"/>
                  </a:lnTo>
                  <a:lnTo>
                    <a:pt x="4608723" y="1142064"/>
                  </a:lnTo>
                  <a:lnTo>
                    <a:pt x="4608910" y="1139197"/>
                  </a:lnTo>
                  <a:lnTo>
                    <a:pt x="4609097" y="1137945"/>
                  </a:lnTo>
                  <a:lnTo>
                    <a:pt x="4609284" y="1137487"/>
                  </a:lnTo>
                  <a:lnTo>
                    <a:pt x="4609471" y="1137769"/>
                  </a:lnTo>
                  <a:lnTo>
                    <a:pt x="4609658" y="1138771"/>
                  </a:lnTo>
                  <a:lnTo>
                    <a:pt x="4609845" y="1139366"/>
                  </a:lnTo>
                  <a:lnTo>
                    <a:pt x="4610032" y="1139845"/>
                  </a:lnTo>
                  <a:lnTo>
                    <a:pt x="4610219" y="1140160"/>
                  </a:lnTo>
                  <a:lnTo>
                    <a:pt x="4610406" y="1141119"/>
                  </a:lnTo>
                  <a:lnTo>
                    <a:pt x="4610593" y="1143674"/>
                  </a:lnTo>
                  <a:lnTo>
                    <a:pt x="4610780" y="1147242"/>
                  </a:lnTo>
                  <a:lnTo>
                    <a:pt x="4610967" y="1151197"/>
                  </a:lnTo>
                  <a:lnTo>
                    <a:pt x="4611153" y="1156288"/>
                  </a:lnTo>
                  <a:lnTo>
                    <a:pt x="4611340" y="1161581"/>
                  </a:lnTo>
                  <a:lnTo>
                    <a:pt x="4611527" y="1167020"/>
                  </a:lnTo>
                  <a:lnTo>
                    <a:pt x="4611714" y="1172819"/>
                  </a:lnTo>
                  <a:lnTo>
                    <a:pt x="4611901" y="1178754"/>
                  </a:lnTo>
                  <a:lnTo>
                    <a:pt x="4612088" y="1185259"/>
                  </a:lnTo>
                  <a:lnTo>
                    <a:pt x="4612275" y="1192484"/>
                  </a:lnTo>
                  <a:lnTo>
                    <a:pt x="4612462" y="1201206"/>
                  </a:lnTo>
                  <a:lnTo>
                    <a:pt x="4612649" y="1210609"/>
                  </a:lnTo>
                  <a:lnTo>
                    <a:pt x="4612836" y="1219842"/>
                  </a:lnTo>
                  <a:lnTo>
                    <a:pt x="4613023" y="1229110"/>
                  </a:lnTo>
                  <a:lnTo>
                    <a:pt x="4613210" y="1236082"/>
                  </a:lnTo>
                  <a:lnTo>
                    <a:pt x="4613396" y="1242697"/>
                  </a:lnTo>
                  <a:lnTo>
                    <a:pt x="4613583" y="1248552"/>
                  </a:lnTo>
                  <a:lnTo>
                    <a:pt x="4613770" y="1254137"/>
                  </a:lnTo>
                  <a:lnTo>
                    <a:pt x="4613957" y="1259184"/>
                  </a:lnTo>
                  <a:lnTo>
                    <a:pt x="4614144" y="1264493"/>
                  </a:lnTo>
                  <a:lnTo>
                    <a:pt x="4614331" y="1269137"/>
                  </a:lnTo>
                  <a:lnTo>
                    <a:pt x="4614518" y="1273363"/>
                  </a:lnTo>
                  <a:lnTo>
                    <a:pt x="4614705" y="1277282"/>
                  </a:lnTo>
                  <a:lnTo>
                    <a:pt x="4614892" y="1280816"/>
                  </a:lnTo>
                  <a:lnTo>
                    <a:pt x="4615079" y="1283441"/>
                  </a:lnTo>
                  <a:lnTo>
                    <a:pt x="4615266" y="1285745"/>
                  </a:lnTo>
                  <a:lnTo>
                    <a:pt x="4615453" y="1286827"/>
                  </a:lnTo>
                  <a:lnTo>
                    <a:pt x="4615640" y="1286507"/>
                  </a:lnTo>
                  <a:lnTo>
                    <a:pt x="4615826" y="1285997"/>
                  </a:lnTo>
                  <a:lnTo>
                    <a:pt x="4616013" y="1286503"/>
                  </a:lnTo>
                  <a:lnTo>
                    <a:pt x="4616200" y="1286102"/>
                  </a:lnTo>
                  <a:lnTo>
                    <a:pt x="4616387" y="1283751"/>
                  </a:lnTo>
                  <a:lnTo>
                    <a:pt x="4616574" y="1281955"/>
                  </a:lnTo>
                  <a:lnTo>
                    <a:pt x="4616761" y="1279718"/>
                  </a:lnTo>
                  <a:lnTo>
                    <a:pt x="4616948" y="1278857"/>
                  </a:lnTo>
                  <a:lnTo>
                    <a:pt x="4617135" y="1277583"/>
                  </a:lnTo>
                  <a:lnTo>
                    <a:pt x="4617322" y="1276145"/>
                  </a:lnTo>
                  <a:lnTo>
                    <a:pt x="4617509" y="1275303"/>
                  </a:lnTo>
                  <a:lnTo>
                    <a:pt x="4617696" y="1275430"/>
                  </a:lnTo>
                  <a:lnTo>
                    <a:pt x="4617883" y="1276062"/>
                  </a:lnTo>
                  <a:lnTo>
                    <a:pt x="4618069" y="1277558"/>
                  </a:lnTo>
                  <a:lnTo>
                    <a:pt x="4618256" y="1280149"/>
                  </a:lnTo>
                  <a:lnTo>
                    <a:pt x="4618443" y="1283617"/>
                  </a:lnTo>
                  <a:lnTo>
                    <a:pt x="4618630" y="1287153"/>
                  </a:lnTo>
                  <a:lnTo>
                    <a:pt x="4618817" y="1290851"/>
                  </a:lnTo>
                  <a:lnTo>
                    <a:pt x="4619004" y="1293877"/>
                  </a:lnTo>
                  <a:lnTo>
                    <a:pt x="4619191" y="1296046"/>
                  </a:lnTo>
                  <a:lnTo>
                    <a:pt x="4619378" y="1297673"/>
                  </a:lnTo>
                  <a:lnTo>
                    <a:pt x="4619565" y="1298248"/>
                  </a:lnTo>
                  <a:lnTo>
                    <a:pt x="4619752" y="1297445"/>
                  </a:lnTo>
                  <a:lnTo>
                    <a:pt x="4619939" y="1295590"/>
                  </a:lnTo>
                  <a:lnTo>
                    <a:pt x="4620126" y="1292845"/>
                  </a:lnTo>
                  <a:lnTo>
                    <a:pt x="4620313" y="1289252"/>
                  </a:lnTo>
                  <a:lnTo>
                    <a:pt x="4620499" y="1284172"/>
                  </a:lnTo>
                  <a:lnTo>
                    <a:pt x="4620686" y="1278125"/>
                  </a:lnTo>
                  <a:lnTo>
                    <a:pt x="4620873" y="1271182"/>
                  </a:lnTo>
                  <a:lnTo>
                    <a:pt x="4621060" y="1263365"/>
                  </a:lnTo>
                  <a:lnTo>
                    <a:pt x="4621247" y="1256019"/>
                  </a:lnTo>
                  <a:lnTo>
                    <a:pt x="4621434" y="1248635"/>
                  </a:lnTo>
                  <a:lnTo>
                    <a:pt x="4621621" y="1242594"/>
                  </a:lnTo>
                  <a:lnTo>
                    <a:pt x="4621808" y="1236509"/>
                  </a:lnTo>
                  <a:lnTo>
                    <a:pt x="4621995" y="1231429"/>
                  </a:lnTo>
                  <a:lnTo>
                    <a:pt x="4622182" y="1227083"/>
                  </a:lnTo>
                  <a:lnTo>
                    <a:pt x="4622369" y="1222956"/>
                  </a:lnTo>
                  <a:lnTo>
                    <a:pt x="4622556" y="1219498"/>
                  </a:lnTo>
                  <a:lnTo>
                    <a:pt x="4622743" y="1215586"/>
                  </a:lnTo>
                  <a:lnTo>
                    <a:pt x="4622929" y="1211703"/>
                  </a:lnTo>
                  <a:lnTo>
                    <a:pt x="4623116" y="1208027"/>
                  </a:lnTo>
                  <a:lnTo>
                    <a:pt x="4623303" y="1205554"/>
                  </a:lnTo>
                  <a:lnTo>
                    <a:pt x="4623490" y="1203718"/>
                  </a:lnTo>
                  <a:lnTo>
                    <a:pt x="4623677" y="1202391"/>
                  </a:lnTo>
                  <a:lnTo>
                    <a:pt x="4623864" y="1201218"/>
                  </a:lnTo>
                  <a:lnTo>
                    <a:pt x="4624051" y="1200998"/>
                  </a:lnTo>
                  <a:lnTo>
                    <a:pt x="4624238" y="1200485"/>
                  </a:lnTo>
                  <a:lnTo>
                    <a:pt x="4624425" y="1200264"/>
                  </a:lnTo>
                  <a:lnTo>
                    <a:pt x="4624612" y="1200963"/>
                  </a:lnTo>
                  <a:lnTo>
                    <a:pt x="4624799" y="1202605"/>
                  </a:lnTo>
                  <a:lnTo>
                    <a:pt x="4624986" y="1205868"/>
                  </a:lnTo>
                  <a:lnTo>
                    <a:pt x="4625172" y="1209199"/>
                  </a:lnTo>
                  <a:lnTo>
                    <a:pt x="4625359" y="1213613"/>
                  </a:lnTo>
                  <a:lnTo>
                    <a:pt x="4625546" y="1218278"/>
                  </a:lnTo>
                  <a:lnTo>
                    <a:pt x="4625733" y="1222043"/>
                  </a:lnTo>
                  <a:lnTo>
                    <a:pt x="4625920" y="1227356"/>
                  </a:lnTo>
                  <a:lnTo>
                    <a:pt x="4626107" y="1232175"/>
                  </a:lnTo>
                  <a:lnTo>
                    <a:pt x="4626294" y="1237028"/>
                  </a:lnTo>
                  <a:lnTo>
                    <a:pt x="4626481" y="1241627"/>
                  </a:lnTo>
                  <a:lnTo>
                    <a:pt x="4626668" y="1244855"/>
                  </a:lnTo>
                  <a:lnTo>
                    <a:pt x="4626855" y="1248113"/>
                  </a:lnTo>
                  <a:lnTo>
                    <a:pt x="4627042" y="1249929"/>
                  </a:lnTo>
                  <a:lnTo>
                    <a:pt x="4627229" y="1250481"/>
                  </a:lnTo>
                  <a:lnTo>
                    <a:pt x="4627416" y="1250487"/>
                  </a:lnTo>
                  <a:lnTo>
                    <a:pt x="4627602" y="1249781"/>
                  </a:lnTo>
                  <a:lnTo>
                    <a:pt x="4627789" y="1248909"/>
                  </a:lnTo>
                  <a:lnTo>
                    <a:pt x="4627976" y="1248046"/>
                  </a:lnTo>
                  <a:lnTo>
                    <a:pt x="4628163" y="1247904"/>
                  </a:lnTo>
                  <a:lnTo>
                    <a:pt x="4628350" y="1248393"/>
                  </a:lnTo>
                  <a:lnTo>
                    <a:pt x="4628537" y="1250613"/>
                  </a:lnTo>
                  <a:lnTo>
                    <a:pt x="4628724" y="1252626"/>
                  </a:lnTo>
                  <a:lnTo>
                    <a:pt x="4628911" y="1254080"/>
                  </a:lnTo>
                  <a:lnTo>
                    <a:pt x="4629098" y="1255204"/>
                  </a:lnTo>
                  <a:lnTo>
                    <a:pt x="4629285" y="1256633"/>
                  </a:lnTo>
                  <a:lnTo>
                    <a:pt x="4629472" y="1258287"/>
                  </a:lnTo>
                  <a:lnTo>
                    <a:pt x="4629659" y="1260536"/>
                  </a:lnTo>
                  <a:lnTo>
                    <a:pt x="4629845" y="1262511"/>
                  </a:lnTo>
                  <a:lnTo>
                    <a:pt x="4630032" y="1264292"/>
                  </a:lnTo>
                  <a:lnTo>
                    <a:pt x="4630219" y="1267160"/>
                  </a:lnTo>
                  <a:lnTo>
                    <a:pt x="4630406" y="1271066"/>
                  </a:lnTo>
                  <a:lnTo>
                    <a:pt x="4630593" y="1275212"/>
                  </a:lnTo>
                  <a:lnTo>
                    <a:pt x="4630780" y="1279977"/>
                  </a:lnTo>
                  <a:lnTo>
                    <a:pt x="4630967" y="1285052"/>
                  </a:lnTo>
                  <a:lnTo>
                    <a:pt x="4631154" y="1290656"/>
                  </a:lnTo>
                  <a:lnTo>
                    <a:pt x="4631341" y="1295324"/>
                  </a:lnTo>
                  <a:lnTo>
                    <a:pt x="4631528" y="1299633"/>
                  </a:lnTo>
                  <a:lnTo>
                    <a:pt x="4631715" y="1305155"/>
                  </a:lnTo>
                  <a:lnTo>
                    <a:pt x="4631902" y="1311452"/>
                  </a:lnTo>
                  <a:lnTo>
                    <a:pt x="4632089" y="1317722"/>
                  </a:lnTo>
                  <a:lnTo>
                    <a:pt x="4632275" y="1324276"/>
                  </a:lnTo>
                  <a:lnTo>
                    <a:pt x="4632462" y="1330146"/>
                  </a:lnTo>
                  <a:lnTo>
                    <a:pt x="4632649" y="1335965"/>
                  </a:lnTo>
                  <a:lnTo>
                    <a:pt x="4632836" y="1342578"/>
                  </a:lnTo>
                  <a:lnTo>
                    <a:pt x="4633023" y="1349130"/>
                  </a:lnTo>
                  <a:lnTo>
                    <a:pt x="4633210" y="1355198"/>
                  </a:lnTo>
                  <a:lnTo>
                    <a:pt x="4633397" y="1358618"/>
                  </a:lnTo>
                  <a:lnTo>
                    <a:pt x="4633584" y="1360056"/>
                  </a:lnTo>
                  <a:lnTo>
                    <a:pt x="4633771" y="1359670"/>
                  </a:lnTo>
                  <a:lnTo>
                    <a:pt x="4633958" y="1358012"/>
                  </a:lnTo>
                  <a:lnTo>
                    <a:pt x="4634145" y="1355461"/>
                  </a:lnTo>
                  <a:lnTo>
                    <a:pt x="4634332" y="1353124"/>
                  </a:lnTo>
                  <a:lnTo>
                    <a:pt x="4634519" y="1350782"/>
                  </a:lnTo>
                  <a:lnTo>
                    <a:pt x="4634705" y="1348107"/>
                  </a:lnTo>
                  <a:lnTo>
                    <a:pt x="4634892" y="1345152"/>
                  </a:lnTo>
                  <a:lnTo>
                    <a:pt x="4635079" y="1342065"/>
                  </a:lnTo>
                  <a:lnTo>
                    <a:pt x="4635266" y="1339029"/>
                  </a:lnTo>
                  <a:lnTo>
                    <a:pt x="4635453" y="1335833"/>
                  </a:lnTo>
                  <a:lnTo>
                    <a:pt x="4635640" y="1333021"/>
                  </a:lnTo>
                  <a:lnTo>
                    <a:pt x="4635827" y="1330357"/>
                  </a:lnTo>
                  <a:lnTo>
                    <a:pt x="4636014" y="1327925"/>
                  </a:lnTo>
                  <a:lnTo>
                    <a:pt x="4636201" y="1326102"/>
                  </a:lnTo>
                  <a:lnTo>
                    <a:pt x="4636388" y="1324458"/>
                  </a:lnTo>
                  <a:lnTo>
                    <a:pt x="4636575" y="1324015"/>
                  </a:lnTo>
                  <a:lnTo>
                    <a:pt x="4636762" y="1324522"/>
                  </a:lnTo>
                  <a:lnTo>
                    <a:pt x="4636948" y="1325508"/>
                  </a:lnTo>
                  <a:lnTo>
                    <a:pt x="4637135" y="1326552"/>
                  </a:lnTo>
                  <a:lnTo>
                    <a:pt x="4637322" y="1327980"/>
                  </a:lnTo>
                  <a:lnTo>
                    <a:pt x="4637509" y="1330029"/>
                  </a:lnTo>
                  <a:lnTo>
                    <a:pt x="4637696" y="1332747"/>
                  </a:lnTo>
                  <a:lnTo>
                    <a:pt x="4637883" y="1334765"/>
                  </a:lnTo>
                  <a:lnTo>
                    <a:pt x="4638070" y="1335755"/>
                  </a:lnTo>
                  <a:lnTo>
                    <a:pt x="4638257" y="1336355"/>
                  </a:lnTo>
                  <a:lnTo>
                    <a:pt x="4638444" y="1336783"/>
                  </a:lnTo>
                  <a:lnTo>
                    <a:pt x="4638631" y="1337282"/>
                  </a:lnTo>
                  <a:lnTo>
                    <a:pt x="4638818" y="1337676"/>
                  </a:lnTo>
                  <a:lnTo>
                    <a:pt x="4639005" y="1339010"/>
                  </a:lnTo>
                  <a:lnTo>
                    <a:pt x="4639192" y="1340318"/>
                  </a:lnTo>
                  <a:lnTo>
                    <a:pt x="4639378" y="1341621"/>
                  </a:lnTo>
                  <a:lnTo>
                    <a:pt x="4639565" y="1342527"/>
                  </a:lnTo>
                  <a:lnTo>
                    <a:pt x="4639752" y="1344078"/>
                  </a:lnTo>
                  <a:lnTo>
                    <a:pt x="4639939" y="1345888"/>
                  </a:lnTo>
                  <a:lnTo>
                    <a:pt x="4640126" y="1348091"/>
                  </a:lnTo>
                  <a:lnTo>
                    <a:pt x="4640313" y="1350085"/>
                  </a:lnTo>
                  <a:lnTo>
                    <a:pt x="4640500" y="1352495"/>
                  </a:lnTo>
                  <a:lnTo>
                    <a:pt x="4640687" y="1355389"/>
                  </a:lnTo>
                  <a:lnTo>
                    <a:pt x="4640874" y="1358719"/>
                  </a:lnTo>
                  <a:lnTo>
                    <a:pt x="4641061" y="1362197"/>
                  </a:lnTo>
                  <a:lnTo>
                    <a:pt x="4641248" y="1366971"/>
                  </a:lnTo>
                  <a:lnTo>
                    <a:pt x="4641435" y="1370897"/>
                  </a:lnTo>
                  <a:lnTo>
                    <a:pt x="4641622" y="1374875"/>
                  </a:lnTo>
                  <a:lnTo>
                    <a:pt x="4641808" y="1378452"/>
                  </a:lnTo>
                  <a:lnTo>
                    <a:pt x="4641995" y="1380533"/>
                  </a:lnTo>
                  <a:lnTo>
                    <a:pt x="4642182" y="1382092"/>
                  </a:lnTo>
                  <a:lnTo>
                    <a:pt x="4642369" y="1384419"/>
                  </a:lnTo>
                  <a:lnTo>
                    <a:pt x="4642556" y="1387262"/>
                  </a:lnTo>
                  <a:lnTo>
                    <a:pt x="4642743" y="1390818"/>
                  </a:lnTo>
                  <a:lnTo>
                    <a:pt x="4642930" y="1395425"/>
                  </a:lnTo>
                  <a:lnTo>
                    <a:pt x="4643117" y="1400263"/>
                  </a:lnTo>
                  <a:lnTo>
                    <a:pt x="4643304" y="1404755"/>
                  </a:lnTo>
                  <a:lnTo>
                    <a:pt x="4643491" y="1411016"/>
                  </a:lnTo>
                  <a:lnTo>
                    <a:pt x="4643678" y="1417466"/>
                  </a:lnTo>
                  <a:lnTo>
                    <a:pt x="4643865" y="1424076"/>
                  </a:lnTo>
                  <a:lnTo>
                    <a:pt x="4644051" y="1431465"/>
                  </a:lnTo>
                  <a:lnTo>
                    <a:pt x="4644238" y="1438851"/>
                  </a:lnTo>
                  <a:lnTo>
                    <a:pt x="4644425" y="1445557"/>
                  </a:lnTo>
                  <a:lnTo>
                    <a:pt x="4644612" y="1452108"/>
                  </a:lnTo>
                  <a:lnTo>
                    <a:pt x="4644799" y="1458778"/>
                  </a:lnTo>
                  <a:lnTo>
                    <a:pt x="4644986" y="1466103"/>
                  </a:lnTo>
                  <a:lnTo>
                    <a:pt x="4645173" y="1472981"/>
                  </a:lnTo>
                  <a:lnTo>
                    <a:pt x="4645360" y="1479130"/>
                  </a:lnTo>
                  <a:lnTo>
                    <a:pt x="4645547" y="1485643"/>
                  </a:lnTo>
                  <a:lnTo>
                    <a:pt x="4645734" y="1491104"/>
                  </a:lnTo>
                  <a:lnTo>
                    <a:pt x="4645921" y="1494394"/>
                  </a:lnTo>
                  <a:lnTo>
                    <a:pt x="4646108" y="1496767"/>
                  </a:lnTo>
                  <a:lnTo>
                    <a:pt x="4646295" y="1497244"/>
                  </a:lnTo>
                  <a:lnTo>
                    <a:pt x="4646481" y="1497227"/>
                  </a:lnTo>
                  <a:lnTo>
                    <a:pt x="4646668" y="1496720"/>
                  </a:lnTo>
                  <a:lnTo>
                    <a:pt x="4646855" y="1495466"/>
                  </a:lnTo>
                  <a:lnTo>
                    <a:pt x="4647042" y="1494104"/>
                  </a:lnTo>
                  <a:lnTo>
                    <a:pt x="4647229" y="1493402"/>
                  </a:lnTo>
                  <a:lnTo>
                    <a:pt x="4647416" y="1493348"/>
                  </a:lnTo>
                  <a:lnTo>
                    <a:pt x="4647603" y="1493078"/>
                  </a:lnTo>
                  <a:lnTo>
                    <a:pt x="4647790" y="1492894"/>
                  </a:lnTo>
                  <a:lnTo>
                    <a:pt x="4647977" y="1492838"/>
                  </a:lnTo>
                  <a:lnTo>
                    <a:pt x="4648164" y="1493588"/>
                  </a:lnTo>
                  <a:lnTo>
                    <a:pt x="4648351" y="1494109"/>
                  </a:lnTo>
                  <a:lnTo>
                    <a:pt x="4648538" y="1495087"/>
                  </a:lnTo>
                  <a:lnTo>
                    <a:pt x="4648724" y="1496445"/>
                  </a:lnTo>
                  <a:lnTo>
                    <a:pt x="4648911" y="1498336"/>
                  </a:lnTo>
                  <a:lnTo>
                    <a:pt x="4649098" y="1500102"/>
                  </a:lnTo>
                  <a:lnTo>
                    <a:pt x="4649285" y="1501496"/>
                  </a:lnTo>
                  <a:lnTo>
                    <a:pt x="4649472" y="1502178"/>
                  </a:lnTo>
                  <a:lnTo>
                    <a:pt x="4649659" y="1501525"/>
                  </a:lnTo>
                  <a:lnTo>
                    <a:pt x="4649846" y="1500099"/>
                  </a:lnTo>
                  <a:lnTo>
                    <a:pt x="4650033" y="1498396"/>
                  </a:lnTo>
                  <a:lnTo>
                    <a:pt x="4650220" y="1496958"/>
                  </a:lnTo>
                  <a:lnTo>
                    <a:pt x="4650407" y="1495092"/>
                  </a:lnTo>
                  <a:lnTo>
                    <a:pt x="4650594" y="1492926"/>
                  </a:lnTo>
                  <a:lnTo>
                    <a:pt x="4650781" y="1490380"/>
                  </a:lnTo>
                  <a:lnTo>
                    <a:pt x="4650968" y="1487620"/>
                  </a:lnTo>
                  <a:lnTo>
                    <a:pt x="4651154" y="1484584"/>
                  </a:lnTo>
                  <a:lnTo>
                    <a:pt x="4651341" y="1480631"/>
                  </a:lnTo>
                  <a:lnTo>
                    <a:pt x="4651528" y="1477430"/>
                  </a:lnTo>
                  <a:lnTo>
                    <a:pt x="4651715" y="1473938"/>
                  </a:lnTo>
                  <a:lnTo>
                    <a:pt x="4651902" y="1470318"/>
                  </a:lnTo>
                  <a:lnTo>
                    <a:pt x="4652089" y="1467697"/>
                  </a:lnTo>
                  <a:lnTo>
                    <a:pt x="4652276" y="1465981"/>
                  </a:lnTo>
                  <a:lnTo>
                    <a:pt x="4652463" y="1464822"/>
                  </a:lnTo>
                  <a:lnTo>
                    <a:pt x="4652650" y="1464318"/>
                  </a:lnTo>
                  <a:lnTo>
                    <a:pt x="4652837" y="1464791"/>
                  </a:lnTo>
                  <a:lnTo>
                    <a:pt x="4653024" y="1465951"/>
                  </a:lnTo>
                  <a:lnTo>
                    <a:pt x="4653211" y="1467974"/>
                  </a:lnTo>
                  <a:lnTo>
                    <a:pt x="4653398" y="1469764"/>
                  </a:lnTo>
                  <a:lnTo>
                    <a:pt x="4653584" y="1471757"/>
                  </a:lnTo>
                  <a:lnTo>
                    <a:pt x="4653771" y="1475308"/>
                  </a:lnTo>
                  <a:lnTo>
                    <a:pt x="4653958" y="1478629"/>
                  </a:lnTo>
                  <a:lnTo>
                    <a:pt x="4654145" y="1482014"/>
                  </a:lnTo>
                  <a:lnTo>
                    <a:pt x="4654332" y="1484695"/>
                  </a:lnTo>
                  <a:lnTo>
                    <a:pt x="4654519" y="1486974"/>
                  </a:lnTo>
                  <a:lnTo>
                    <a:pt x="4654706" y="1489127"/>
                  </a:lnTo>
                  <a:lnTo>
                    <a:pt x="4654893" y="1490807"/>
                  </a:lnTo>
                  <a:lnTo>
                    <a:pt x="4655080" y="1491166"/>
                  </a:lnTo>
                  <a:lnTo>
                    <a:pt x="4655267" y="1491061"/>
                  </a:lnTo>
                  <a:lnTo>
                    <a:pt x="4655454" y="1490181"/>
                  </a:lnTo>
                  <a:lnTo>
                    <a:pt x="4655641" y="1488614"/>
                  </a:lnTo>
                  <a:lnTo>
                    <a:pt x="4655827" y="1485680"/>
                  </a:lnTo>
                  <a:lnTo>
                    <a:pt x="4656014" y="1481027"/>
                  </a:lnTo>
                  <a:lnTo>
                    <a:pt x="4656201" y="1476015"/>
                  </a:lnTo>
                  <a:lnTo>
                    <a:pt x="4656388" y="1471786"/>
                  </a:lnTo>
                  <a:lnTo>
                    <a:pt x="4656575" y="1469072"/>
                  </a:lnTo>
                  <a:lnTo>
                    <a:pt x="4656762" y="1466874"/>
                  </a:lnTo>
                  <a:lnTo>
                    <a:pt x="4656949" y="1466114"/>
                  </a:lnTo>
                  <a:lnTo>
                    <a:pt x="4657136" y="1466722"/>
                  </a:lnTo>
                  <a:lnTo>
                    <a:pt x="4657323" y="1468545"/>
                  </a:lnTo>
                  <a:lnTo>
                    <a:pt x="4657510" y="1470858"/>
                  </a:lnTo>
                  <a:lnTo>
                    <a:pt x="4657697" y="1473019"/>
                  </a:lnTo>
                  <a:lnTo>
                    <a:pt x="4657884" y="1477330"/>
                  </a:lnTo>
                  <a:lnTo>
                    <a:pt x="4658071" y="1482053"/>
                  </a:lnTo>
                  <a:lnTo>
                    <a:pt x="4658257" y="1487483"/>
                  </a:lnTo>
                  <a:lnTo>
                    <a:pt x="4658444" y="1494038"/>
                  </a:lnTo>
                  <a:lnTo>
                    <a:pt x="4658631" y="1501105"/>
                  </a:lnTo>
                  <a:lnTo>
                    <a:pt x="4658818" y="1508430"/>
                  </a:lnTo>
                  <a:lnTo>
                    <a:pt x="4659005" y="1514928"/>
                  </a:lnTo>
                  <a:lnTo>
                    <a:pt x="4659192" y="1522021"/>
                  </a:lnTo>
                  <a:lnTo>
                    <a:pt x="4659379" y="1528568"/>
                  </a:lnTo>
                  <a:lnTo>
                    <a:pt x="4659566" y="1535204"/>
                  </a:lnTo>
                  <a:lnTo>
                    <a:pt x="4659753" y="1541772"/>
                  </a:lnTo>
                  <a:lnTo>
                    <a:pt x="4659940" y="1548095"/>
                  </a:lnTo>
                  <a:lnTo>
                    <a:pt x="4660127" y="1554994"/>
                  </a:lnTo>
                  <a:lnTo>
                    <a:pt x="4660314" y="1561797"/>
                  </a:lnTo>
                  <a:lnTo>
                    <a:pt x="4660501" y="1568734"/>
                  </a:lnTo>
                  <a:lnTo>
                    <a:pt x="4660687" y="1575129"/>
                  </a:lnTo>
                  <a:lnTo>
                    <a:pt x="4660874" y="1581176"/>
                  </a:lnTo>
                  <a:lnTo>
                    <a:pt x="4661061" y="1587489"/>
                  </a:lnTo>
                  <a:lnTo>
                    <a:pt x="4661248" y="1593881"/>
                  </a:lnTo>
                  <a:lnTo>
                    <a:pt x="4661435" y="1599990"/>
                  </a:lnTo>
                  <a:lnTo>
                    <a:pt x="4661622" y="1606179"/>
                  </a:lnTo>
                  <a:lnTo>
                    <a:pt x="4661809" y="1612370"/>
                  </a:lnTo>
                  <a:lnTo>
                    <a:pt x="4661996" y="1618268"/>
                  </a:lnTo>
                  <a:lnTo>
                    <a:pt x="4662183" y="1624191"/>
                  </a:lnTo>
                  <a:lnTo>
                    <a:pt x="4662370" y="1629705"/>
                  </a:lnTo>
                  <a:lnTo>
                    <a:pt x="4662557" y="1635730"/>
                  </a:lnTo>
                  <a:lnTo>
                    <a:pt x="4662744" y="1640285"/>
                  </a:lnTo>
                  <a:lnTo>
                    <a:pt x="4662930" y="1644520"/>
                  </a:lnTo>
                  <a:lnTo>
                    <a:pt x="4663117" y="1648921"/>
                  </a:lnTo>
                  <a:lnTo>
                    <a:pt x="4663304" y="1652258"/>
                  </a:lnTo>
                  <a:lnTo>
                    <a:pt x="4663491" y="1654730"/>
                  </a:lnTo>
                  <a:lnTo>
                    <a:pt x="4663678" y="1656824"/>
                  </a:lnTo>
                  <a:lnTo>
                    <a:pt x="4663865" y="1657902"/>
                  </a:lnTo>
                  <a:lnTo>
                    <a:pt x="4664052" y="1657807"/>
                  </a:lnTo>
                  <a:lnTo>
                    <a:pt x="4664239" y="1657150"/>
                  </a:lnTo>
                  <a:lnTo>
                    <a:pt x="4664426" y="1656761"/>
                  </a:lnTo>
                  <a:lnTo>
                    <a:pt x="4664613" y="1658551"/>
                  </a:lnTo>
                  <a:lnTo>
                    <a:pt x="4664800" y="1660749"/>
                  </a:lnTo>
                  <a:lnTo>
                    <a:pt x="4664987" y="1663760"/>
                  </a:lnTo>
                  <a:lnTo>
                    <a:pt x="4665174" y="1666797"/>
                  </a:lnTo>
                  <a:lnTo>
                    <a:pt x="4665360" y="1669770"/>
                  </a:lnTo>
                  <a:lnTo>
                    <a:pt x="4665547" y="1672306"/>
                  </a:lnTo>
                  <a:lnTo>
                    <a:pt x="4665734" y="1674976"/>
                  </a:lnTo>
                  <a:lnTo>
                    <a:pt x="4665921" y="1676400"/>
                  </a:lnTo>
                  <a:lnTo>
                    <a:pt x="4666108" y="1677787"/>
                  </a:lnTo>
                  <a:lnTo>
                    <a:pt x="4666295" y="1680429"/>
                  </a:lnTo>
                  <a:lnTo>
                    <a:pt x="4666482" y="1683915"/>
                  </a:lnTo>
                  <a:lnTo>
                    <a:pt x="4666669" y="1688009"/>
                  </a:lnTo>
                  <a:lnTo>
                    <a:pt x="4666856" y="1692943"/>
                  </a:lnTo>
                  <a:lnTo>
                    <a:pt x="4667043" y="1698135"/>
                  </a:lnTo>
                  <a:lnTo>
                    <a:pt x="4667230" y="1704017"/>
                  </a:lnTo>
                  <a:lnTo>
                    <a:pt x="4667417" y="1708861"/>
                  </a:lnTo>
                  <a:lnTo>
                    <a:pt x="4667603" y="1713474"/>
                  </a:lnTo>
                  <a:lnTo>
                    <a:pt x="4667790" y="1717445"/>
                  </a:lnTo>
                  <a:lnTo>
                    <a:pt x="4667977" y="1720884"/>
                  </a:lnTo>
                  <a:lnTo>
                    <a:pt x="4668164" y="1723885"/>
                  </a:lnTo>
                  <a:lnTo>
                    <a:pt x="4668351" y="1727169"/>
                  </a:lnTo>
                  <a:lnTo>
                    <a:pt x="4668538" y="1730138"/>
                  </a:lnTo>
                  <a:lnTo>
                    <a:pt x="4668725" y="1733370"/>
                  </a:lnTo>
                  <a:lnTo>
                    <a:pt x="4668912" y="1736086"/>
                  </a:lnTo>
                  <a:lnTo>
                    <a:pt x="4669099" y="1737281"/>
                  </a:lnTo>
                  <a:lnTo>
                    <a:pt x="4669286" y="1737485"/>
                  </a:lnTo>
                  <a:lnTo>
                    <a:pt x="4669473" y="1736926"/>
                  </a:lnTo>
                  <a:lnTo>
                    <a:pt x="4669660" y="1736153"/>
                  </a:lnTo>
                  <a:lnTo>
                    <a:pt x="4669847" y="1735719"/>
                  </a:lnTo>
                  <a:lnTo>
                    <a:pt x="4670033" y="1735563"/>
                  </a:lnTo>
                  <a:lnTo>
                    <a:pt x="4670220" y="1735318"/>
                  </a:lnTo>
                  <a:lnTo>
                    <a:pt x="4670407" y="1735069"/>
                  </a:lnTo>
                  <a:lnTo>
                    <a:pt x="4670594" y="1734827"/>
                  </a:lnTo>
                  <a:lnTo>
                    <a:pt x="4670781" y="1735435"/>
                  </a:lnTo>
                  <a:lnTo>
                    <a:pt x="4670968" y="1736317"/>
                  </a:lnTo>
                  <a:lnTo>
                    <a:pt x="4671155" y="1737835"/>
                  </a:lnTo>
                  <a:lnTo>
                    <a:pt x="4671342" y="1740333"/>
                  </a:lnTo>
                  <a:lnTo>
                    <a:pt x="4671529" y="1743563"/>
                  </a:lnTo>
                  <a:lnTo>
                    <a:pt x="4671716" y="1746699"/>
                  </a:lnTo>
                  <a:lnTo>
                    <a:pt x="4671903" y="1749916"/>
                  </a:lnTo>
                  <a:lnTo>
                    <a:pt x="4672090" y="1753399"/>
                  </a:lnTo>
                  <a:lnTo>
                    <a:pt x="4672277" y="1757234"/>
                  </a:lnTo>
                  <a:lnTo>
                    <a:pt x="4672463" y="1761022"/>
                  </a:lnTo>
                  <a:lnTo>
                    <a:pt x="4672650" y="1764861"/>
                  </a:lnTo>
                  <a:lnTo>
                    <a:pt x="4672837" y="1769239"/>
                  </a:lnTo>
                  <a:lnTo>
                    <a:pt x="4673024" y="1773480"/>
                  </a:lnTo>
                  <a:lnTo>
                    <a:pt x="4673211" y="1777904"/>
                  </a:lnTo>
                  <a:lnTo>
                    <a:pt x="4673398" y="1782537"/>
                  </a:lnTo>
                  <a:lnTo>
                    <a:pt x="4673585" y="1787042"/>
                  </a:lnTo>
                  <a:lnTo>
                    <a:pt x="4673772" y="1792106"/>
                  </a:lnTo>
                  <a:lnTo>
                    <a:pt x="4673959" y="1796877"/>
                  </a:lnTo>
                  <a:lnTo>
                    <a:pt x="4674146" y="1801297"/>
                  </a:lnTo>
                  <a:lnTo>
                    <a:pt x="4674333" y="1805467"/>
                  </a:lnTo>
                  <a:lnTo>
                    <a:pt x="4674520" y="1809960"/>
                  </a:lnTo>
                  <a:lnTo>
                    <a:pt x="4674706" y="1814543"/>
                  </a:lnTo>
                  <a:lnTo>
                    <a:pt x="4674893" y="1819056"/>
                  </a:lnTo>
                  <a:lnTo>
                    <a:pt x="4675080" y="1823285"/>
                  </a:lnTo>
                  <a:lnTo>
                    <a:pt x="4675267" y="1827662"/>
                  </a:lnTo>
                  <a:lnTo>
                    <a:pt x="4675454" y="1832312"/>
                  </a:lnTo>
                  <a:lnTo>
                    <a:pt x="4675641" y="1836380"/>
                  </a:lnTo>
                  <a:lnTo>
                    <a:pt x="4675828" y="1840363"/>
                  </a:lnTo>
                  <a:lnTo>
                    <a:pt x="4676015" y="1844395"/>
                  </a:lnTo>
                  <a:lnTo>
                    <a:pt x="4676202" y="1848484"/>
                  </a:lnTo>
                  <a:lnTo>
                    <a:pt x="4676389" y="1852057"/>
                  </a:lnTo>
                  <a:lnTo>
                    <a:pt x="4676576" y="1855126"/>
                  </a:lnTo>
                  <a:lnTo>
                    <a:pt x="4676763" y="1858014"/>
                  </a:lnTo>
                  <a:lnTo>
                    <a:pt x="4676950" y="1860808"/>
                  </a:lnTo>
                  <a:lnTo>
                    <a:pt x="4677136" y="1863425"/>
                  </a:lnTo>
                  <a:lnTo>
                    <a:pt x="4677323" y="1866176"/>
                  </a:lnTo>
                  <a:lnTo>
                    <a:pt x="4677510" y="1869205"/>
                  </a:lnTo>
                  <a:lnTo>
                    <a:pt x="4677697" y="1871910"/>
                  </a:lnTo>
                  <a:lnTo>
                    <a:pt x="4677884" y="1874115"/>
                  </a:lnTo>
                  <a:lnTo>
                    <a:pt x="4678071" y="1877489"/>
                  </a:lnTo>
                  <a:lnTo>
                    <a:pt x="4678258" y="1881294"/>
                  </a:lnTo>
                  <a:lnTo>
                    <a:pt x="4678445" y="1885389"/>
                  </a:lnTo>
                  <a:lnTo>
                    <a:pt x="4678632" y="1889026"/>
                  </a:lnTo>
                  <a:lnTo>
                    <a:pt x="4678819" y="1893731"/>
                  </a:lnTo>
                  <a:lnTo>
                    <a:pt x="4679006" y="1898803"/>
                  </a:lnTo>
                  <a:lnTo>
                    <a:pt x="4679193" y="1903718"/>
                  </a:lnTo>
                  <a:lnTo>
                    <a:pt x="4679380" y="1909579"/>
                  </a:lnTo>
                  <a:lnTo>
                    <a:pt x="4679566" y="1915593"/>
                  </a:lnTo>
                  <a:lnTo>
                    <a:pt x="4679753" y="1921073"/>
                  </a:lnTo>
                  <a:lnTo>
                    <a:pt x="4679940" y="1926180"/>
                  </a:lnTo>
                  <a:lnTo>
                    <a:pt x="4680127" y="1930421"/>
                  </a:lnTo>
                  <a:lnTo>
                    <a:pt x="4680314" y="1933859"/>
                  </a:lnTo>
                  <a:lnTo>
                    <a:pt x="4680501" y="1936326"/>
                  </a:lnTo>
                  <a:lnTo>
                    <a:pt x="4680688" y="1939023"/>
                  </a:lnTo>
                  <a:lnTo>
                    <a:pt x="4680875" y="1941479"/>
                  </a:lnTo>
                  <a:lnTo>
                    <a:pt x="4681062" y="1943768"/>
                  </a:lnTo>
                  <a:lnTo>
                    <a:pt x="4681249" y="1946519"/>
                  </a:lnTo>
                  <a:lnTo>
                    <a:pt x="4681436" y="1949180"/>
                  </a:lnTo>
                  <a:lnTo>
                    <a:pt x="4681623" y="1951785"/>
                  </a:lnTo>
                  <a:lnTo>
                    <a:pt x="4681809" y="1953522"/>
                  </a:lnTo>
                  <a:lnTo>
                    <a:pt x="4681996" y="1955363"/>
                  </a:lnTo>
                  <a:lnTo>
                    <a:pt x="4682183" y="1957137"/>
                  </a:lnTo>
                  <a:lnTo>
                    <a:pt x="4682370" y="1958599"/>
                  </a:lnTo>
                  <a:lnTo>
                    <a:pt x="4682557" y="1960464"/>
                  </a:lnTo>
                  <a:lnTo>
                    <a:pt x="4682744" y="1962697"/>
                  </a:lnTo>
                  <a:lnTo>
                    <a:pt x="4682931" y="1965631"/>
                  </a:lnTo>
                  <a:lnTo>
                    <a:pt x="4683118" y="1969220"/>
                  </a:lnTo>
                  <a:lnTo>
                    <a:pt x="4683305" y="1974757"/>
                  </a:lnTo>
                  <a:lnTo>
                    <a:pt x="4683492" y="1980784"/>
                  </a:lnTo>
                  <a:lnTo>
                    <a:pt x="4683679" y="1987899"/>
                  </a:lnTo>
                  <a:lnTo>
                    <a:pt x="4683866" y="1994800"/>
                  </a:lnTo>
                  <a:lnTo>
                    <a:pt x="4684053" y="2001462"/>
                  </a:lnTo>
                  <a:lnTo>
                    <a:pt x="4684239" y="2008075"/>
                  </a:lnTo>
                  <a:lnTo>
                    <a:pt x="4684426" y="2014823"/>
                  </a:lnTo>
                  <a:lnTo>
                    <a:pt x="4684613" y="2021439"/>
                  </a:lnTo>
                  <a:lnTo>
                    <a:pt x="4684800" y="2027395"/>
                  </a:lnTo>
                  <a:lnTo>
                    <a:pt x="4684987" y="2033784"/>
                  </a:lnTo>
                  <a:lnTo>
                    <a:pt x="4685174" y="2039999"/>
                  </a:lnTo>
                  <a:lnTo>
                    <a:pt x="4685361" y="2045650"/>
                  </a:lnTo>
                  <a:lnTo>
                    <a:pt x="4685548" y="2050505"/>
                  </a:lnTo>
                  <a:lnTo>
                    <a:pt x="4685735" y="2055101"/>
                  </a:lnTo>
                  <a:lnTo>
                    <a:pt x="4685922" y="2059236"/>
                  </a:lnTo>
                  <a:lnTo>
                    <a:pt x="4686109" y="2063164"/>
                  </a:lnTo>
                  <a:lnTo>
                    <a:pt x="4686296" y="2066762"/>
                  </a:lnTo>
                  <a:lnTo>
                    <a:pt x="4686482" y="2070449"/>
                  </a:lnTo>
                  <a:lnTo>
                    <a:pt x="4686669" y="2074623"/>
                  </a:lnTo>
                  <a:lnTo>
                    <a:pt x="4686856" y="2079605"/>
                  </a:lnTo>
                  <a:lnTo>
                    <a:pt x="4687043" y="2084648"/>
                  </a:lnTo>
                  <a:lnTo>
                    <a:pt x="4687230" y="2090190"/>
                  </a:lnTo>
                  <a:lnTo>
                    <a:pt x="4687417" y="2096325"/>
                  </a:lnTo>
                  <a:lnTo>
                    <a:pt x="4687604" y="2102611"/>
                  </a:lnTo>
                  <a:lnTo>
                    <a:pt x="4687791" y="2108678"/>
                  </a:lnTo>
                  <a:lnTo>
                    <a:pt x="4687978" y="2115436"/>
                  </a:lnTo>
                  <a:lnTo>
                    <a:pt x="4688165" y="2122295"/>
                  </a:lnTo>
                  <a:lnTo>
                    <a:pt x="4688352" y="2129173"/>
                  </a:lnTo>
                  <a:lnTo>
                    <a:pt x="4688539" y="2136200"/>
                  </a:lnTo>
                  <a:lnTo>
                    <a:pt x="4688726" y="2144130"/>
                  </a:lnTo>
                  <a:lnTo>
                    <a:pt x="4688912" y="2151394"/>
                  </a:lnTo>
                  <a:lnTo>
                    <a:pt x="4689099" y="2159133"/>
                  </a:lnTo>
                  <a:lnTo>
                    <a:pt x="4689286" y="2167452"/>
                  </a:lnTo>
                  <a:lnTo>
                    <a:pt x="4689473" y="2175042"/>
                  </a:lnTo>
                  <a:lnTo>
                    <a:pt x="4689660" y="2181747"/>
                  </a:lnTo>
                  <a:lnTo>
                    <a:pt x="4689847" y="2187820"/>
                  </a:lnTo>
                  <a:lnTo>
                    <a:pt x="4690034" y="2193477"/>
                  </a:lnTo>
                  <a:lnTo>
                    <a:pt x="4690221" y="2198185"/>
                  </a:lnTo>
                  <a:lnTo>
                    <a:pt x="4690408" y="2203179"/>
                  </a:lnTo>
                  <a:lnTo>
                    <a:pt x="4690595" y="2207527"/>
                  </a:lnTo>
                  <a:lnTo>
                    <a:pt x="4690782" y="2211956"/>
                  </a:lnTo>
                  <a:lnTo>
                    <a:pt x="4690969" y="2216819"/>
                  </a:lnTo>
                  <a:lnTo>
                    <a:pt x="4691156" y="2221616"/>
                  </a:lnTo>
                  <a:lnTo>
                    <a:pt x="4691342" y="2225964"/>
                  </a:lnTo>
                  <a:lnTo>
                    <a:pt x="4691529" y="2230144"/>
                  </a:lnTo>
                  <a:lnTo>
                    <a:pt x="4691716" y="2234402"/>
                  </a:lnTo>
                  <a:lnTo>
                    <a:pt x="4691903" y="2238765"/>
                  </a:lnTo>
                  <a:lnTo>
                    <a:pt x="4692090" y="2243094"/>
                  </a:lnTo>
                  <a:lnTo>
                    <a:pt x="4692277" y="2246956"/>
                  </a:lnTo>
                  <a:lnTo>
                    <a:pt x="4692464" y="2251320"/>
                  </a:lnTo>
                  <a:lnTo>
                    <a:pt x="4692651" y="2255145"/>
                  </a:lnTo>
                  <a:lnTo>
                    <a:pt x="4692838" y="2258876"/>
                  </a:lnTo>
                  <a:lnTo>
                    <a:pt x="4693025" y="2262826"/>
                  </a:lnTo>
                  <a:lnTo>
                    <a:pt x="4693212" y="2267475"/>
                  </a:lnTo>
                  <a:lnTo>
                    <a:pt x="4693399" y="2272795"/>
                  </a:lnTo>
                  <a:lnTo>
                    <a:pt x="4693585" y="2278479"/>
                  </a:lnTo>
                  <a:lnTo>
                    <a:pt x="4693772" y="2283442"/>
                  </a:lnTo>
                  <a:lnTo>
                    <a:pt x="4693959" y="2287267"/>
                  </a:lnTo>
                  <a:lnTo>
                    <a:pt x="4694146" y="2291013"/>
                  </a:lnTo>
                  <a:lnTo>
                    <a:pt x="4694333" y="2294500"/>
                  </a:lnTo>
                  <a:lnTo>
                    <a:pt x="4694520" y="2297862"/>
                  </a:lnTo>
                  <a:lnTo>
                    <a:pt x="4694707" y="2300903"/>
                  </a:lnTo>
                  <a:lnTo>
                    <a:pt x="4694894" y="2303802"/>
                  </a:lnTo>
                  <a:lnTo>
                    <a:pt x="4695081" y="2307066"/>
                  </a:lnTo>
                  <a:lnTo>
                    <a:pt x="4695268" y="2309321"/>
                  </a:lnTo>
                  <a:lnTo>
                    <a:pt x="4695455" y="2311994"/>
                  </a:lnTo>
                  <a:lnTo>
                    <a:pt x="4695642" y="2314558"/>
                  </a:lnTo>
                  <a:lnTo>
                    <a:pt x="4695829" y="2316474"/>
                  </a:lnTo>
                  <a:lnTo>
                    <a:pt x="4696015" y="2317873"/>
                  </a:lnTo>
                  <a:lnTo>
                    <a:pt x="4696202" y="2319123"/>
                  </a:lnTo>
                  <a:lnTo>
                    <a:pt x="4696389" y="2320391"/>
                  </a:lnTo>
                  <a:lnTo>
                    <a:pt x="4696576" y="2321385"/>
                  </a:lnTo>
                  <a:lnTo>
                    <a:pt x="4696763" y="2322292"/>
                  </a:lnTo>
                  <a:lnTo>
                    <a:pt x="4696950" y="2323022"/>
                  </a:lnTo>
                  <a:lnTo>
                    <a:pt x="4697137" y="2323444"/>
                  </a:lnTo>
                  <a:lnTo>
                    <a:pt x="4697324" y="2323583"/>
                  </a:lnTo>
                  <a:lnTo>
                    <a:pt x="4697511" y="2323113"/>
                  </a:lnTo>
                  <a:lnTo>
                    <a:pt x="4697698" y="2322148"/>
                  </a:lnTo>
                  <a:lnTo>
                    <a:pt x="4697885" y="2320532"/>
                  </a:lnTo>
                  <a:lnTo>
                    <a:pt x="4698072" y="2319045"/>
                  </a:lnTo>
                  <a:lnTo>
                    <a:pt x="4698259" y="2317382"/>
                  </a:lnTo>
                  <a:lnTo>
                    <a:pt x="4698445" y="2315895"/>
                  </a:lnTo>
                  <a:lnTo>
                    <a:pt x="4698632" y="2314287"/>
                  </a:lnTo>
                  <a:lnTo>
                    <a:pt x="4698819" y="2312615"/>
                  </a:lnTo>
                  <a:lnTo>
                    <a:pt x="4699006" y="2311006"/>
                  </a:lnTo>
                  <a:lnTo>
                    <a:pt x="4699193" y="2309343"/>
                  </a:lnTo>
                  <a:lnTo>
                    <a:pt x="4699380" y="2307980"/>
                  </a:lnTo>
                  <a:lnTo>
                    <a:pt x="4699567" y="2306819"/>
                  </a:lnTo>
                  <a:lnTo>
                    <a:pt x="4699754" y="2306080"/>
                  </a:lnTo>
                  <a:lnTo>
                    <a:pt x="4699941" y="2305763"/>
                  </a:lnTo>
                  <a:lnTo>
                    <a:pt x="4700128" y="2306142"/>
                  </a:lnTo>
                  <a:lnTo>
                    <a:pt x="4700315" y="2306977"/>
                  </a:lnTo>
                  <a:lnTo>
                    <a:pt x="4700502" y="2308314"/>
                  </a:lnTo>
                  <a:lnTo>
                    <a:pt x="4700688" y="2310891"/>
                  </a:lnTo>
                  <a:lnTo>
                    <a:pt x="4700875" y="2314167"/>
                  </a:lnTo>
                  <a:lnTo>
                    <a:pt x="4701062" y="2317824"/>
                  </a:lnTo>
                  <a:lnTo>
                    <a:pt x="4701249" y="2322097"/>
                  </a:lnTo>
                  <a:lnTo>
                    <a:pt x="4701436" y="2327175"/>
                  </a:lnTo>
                  <a:lnTo>
                    <a:pt x="4701623" y="2332577"/>
                  </a:lnTo>
                  <a:lnTo>
                    <a:pt x="4701810" y="2338610"/>
                  </a:lnTo>
                  <a:lnTo>
                    <a:pt x="4701997" y="2344210"/>
                  </a:lnTo>
                  <a:lnTo>
                    <a:pt x="4702184" y="2350044"/>
                  </a:lnTo>
                  <a:lnTo>
                    <a:pt x="4702371" y="2355693"/>
                  </a:lnTo>
                  <a:lnTo>
                    <a:pt x="4702558" y="2361151"/>
                  </a:lnTo>
                  <a:lnTo>
                    <a:pt x="4702745" y="2366527"/>
                  </a:lnTo>
                  <a:lnTo>
                    <a:pt x="4702932" y="2372236"/>
                  </a:lnTo>
                  <a:lnTo>
                    <a:pt x="4703118" y="2378067"/>
                  </a:lnTo>
                  <a:lnTo>
                    <a:pt x="4703305" y="2383905"/>
                  </a:lnTo>
                  <a:lnTo>
                    <a:pt x="4703492" y="2389702"/>
                  </a:lnTo>
                  <a:lnTo>
                    <a:pt x="4703679" y="2395040"/>
                  </a:lnTo>
                  <a:lnTo>
                    <a:pt x="4703866" y="2399506"/>
                  </a:lnTo>
                  <a:lnTo>
                    <a:pt x="4704053" y="2403563"/>
                  </a:lnTo>
                  <a:lnTo>
                    <a:pt x="4704240" y="2406848"/>
                  </a:lnTo>
                  <a:lnTo>
                    <a:pt x="4704427" y="2409966"/>
                  </a:lnTo>
                  <a:lnTo>
                    <a:pt x="4704614" y="2412342"/>
                  </a:lnTo>
                  <a:lnTo>
                    <a:pt x="4704801" y="2413950"/>
                  </a:lnTo>
                  <a:lnTo>
                    <a:pt x="4704988" y="2415346"/>
                  </a:lnTo>
                  <a:lnTo>
                    <a:pt x="4705175" y="2416646"/>
                  </a:lnTo>
                  <a:lnTo>
                    <a:pt x="4705361" y="2417998"/>
                  </a:lnTo>
                  <a:lnTo>
                    <a:pt x="4705548" y="2419371"/>
                  </a:lnTo>
                  <a:lnTo>
                    <a:pt x="4705735" y="2420013"/>
                  </a:lnTo>
                  <a:lnTo>
                    <a:pt x="4705922" y="2420741"/>
                  </a:lnTo>
                  <a:lnTo>
                    <a:pt x="4706109" y="2421177"/>
                  </a:lnTo>
                  <a:lnTo>
                    <a:pt x="4706296" y="2421242"/>
                  </a:lnTo>
                  <a:lnTo>
                    <a:pt x="4706483" y="2421437"/>
                  </a:lnTo>
                  <a:lnTo>
                    <a:pt x="4706670" y="2421652"/>
                  </a:lnTo>
                  <a:lnTo>
                    <a:pt x="4706857" y="2422091"/>
                  </a:lnTo>
                  <a:lnTo>
                    <a:pt x="4707044" y="2422901"/>
                  </a:lnTo>
                  <a:lnTo>
                    <a:pt x="4707231" y="2423627"/>
                  </a:lnTo>
                  <a:lnTo>
                    <a:pt x="4707418" y="2424454"/>
                  </a:lnTo>
                  <a:lnTo>
                    <a:pt x="4707605" y="2425566"/>
                  </a:lnTo>
                  <a:lnTo>
                    <a:pt x="4707791" y="2426881"/>
                  </a:lnTo>
                  <a:lnTo>
                    <a:pt x="4707978" y="2428671"/>
                  </a:lnTo>
                  <a:lnTo>
                    <a:pt x="4708165" y="2430096"/>
                  </a:lnTo>
                  <a:lnTo>
                    <a:pt x="4708352" y="2431726"/>
                  </a:lnTo>
                  <a:lnTo>
                    <a:pt x="4708539" y="2433652"/>
                  </a:lnTo>
                  <a:lnTo>
                    <a:pt x="4708726" y="2435180"/>
                  </a:lnTo>
                  <a:lnTo>
                    <a:pt x="4708913" y="2436175"/>
                  </a:lnTo>
                  <a:lnTo>
                    <a:pt x="4709100" y="2437330"/>
                  </a:lnTo>
                  <a:lnTo>
                    <a:pt x="4709287" y="2438081"/>
                  </a:lnTo>
                  <a:lnTo>
                    <a:pt x="4709474" y="2438530"/>
                  </a:lnTo>
                  <a:lnTo>
                    <a:pt x="4709661" y="2439000"/>
                  </a:lnTo>
                  <a:lnTo>
                    <a:pt x="4709848" y="2439382"/>
                  </a:lnTo>
                  <a:lnTo>
                    <a:pt x="4710035" y="2439567"/>
                  </a:lnTo>
                  <a:lnTo>
                    <a:pt x="4710221" y="2439619"/>
                  </a:lnTo>
                  <a:lnTo>
                    <a:pt x="4710408" y="2439691"/>
                  </a:lnTo>
                  <a:lnTo>
                    <a:pt x="4710595" y="2439728"/>
                  </a:lnTo>
                  <a:lnTo>
                    <a:pt x="4710782" y="2439598"/>
                  </a:lnTo>
                  <a:lnTo>
                    <a:pt x="4710969" y="2439731"/>
                  </a:lnTo>
                  <a:lnTo>
                    <a:pt x="4711156" y="2439407"/>
                  </a:lnTo>
                  <a:lnTo>
                    <a:pt x="4711343" y="2438979"/>
                  </a:lnTo>
                  <a:lnTo>
                    <a:pt x="4711530" y="2438955"/>
                  </a:lnTo>
                  <a:lnTo>
                    <a:pt x="4711717" y="2439453"/>
                  </a:lnTo>
                  <a:lnTo>
                    <a:pt x="4711904" y="2439826"/>
                  </a:lnTo>
                  <a:lnTo>
                    <a:pt x="4712091" y="2440832"/>
                  </a:lnTo>
                  <a:lnTo>
                    <a:pt x="4712278" y="2441758"/>
                  </a:lnTo>
                  <a:lnTo>
                    <a:pt x="4712464" y="2442842"/>
                  </a:lnTo>
                  <a:lnTo>
                    <a:pt x="4712651" y="2444029"/>
                  </a:lnTo>
                  <a:lnTo>
                    <a:pt x="4712838" y="2445522"/>
                  </a:lnTo>
                  <a:lnTo>
                    <a:pt x="4713025" y="2447565"/>
                  </a:lnTo>
                  <a:lnTo>
                    <a:pt x="4713212" y="2449425"/>
                  </a:lnTo>
                  <a:lnTo>
                    <a:pt x="4713399" y="2451192"/>
                  </a:lnTo>
                  <a:lnTo>
                    <a:pt x="4713586" y="2452682"/>
                  </a:lnTo>
                  <a:lnTo>
                    <a:pt x="4713773" y="2454248"/>
                  </a:lnTo>
                  <a:lnTo>
                    <a:pt x="4713960" y="2455903"/>
                  </a:lnTo>
                  <a:lnTo>
                    <a:pt x="4714147" y="2457913"/>
                  </a:lnTo>
                  <a:lnTo>
                    <a:pt x="4714334" y="2460450"/>
                  </a:lnTo>
                  <a:lnTo>
                    <a:pt x="4714521" y="2463000"/>
                  </a:lnTo>
                  <a:lnTo>
                    <a:pt x="4714708" y="2465020"/>
                  </a:lnTo>
                  <a:lnTo>
                    <a:pt x="4714894" y="2466629"/>
                  </a:lnTo>
                  <a:lnTo>
                    <a:pt x="4715081" y="2468118"/>
                  </a:lnTo>
                  <a:lnTo>
                    <a:pt x="4715268" y="2470014"/>
                  </a:lnTo>
                  <a:lnTo>
                    <a:pt x="4715455" y="2470276"/>
                  </a:lnTo>
                  <a:lnTo>
                    <a:pt x="4715642" y="2470488"/>
                  </a:lnTo>
                  <a:lnTo>
                    <a:pt x="4715829" y="2470404"/>
                  </a:lnTo>
                  <a:lnTo>
                    <a:pt x="4716016" y="2469825"/>
                  </a:lnTo>
                  <a:lnTo>
                    <a:pt x="4716203" y="2469216"/>
                  </a:lnTo>
                  <a:lnTo>
                    <a:pt x="4716390" y="2468858"/>
                  </a:lnTo>
                  <a:lnTo>
                    <a:pt x="4716577" y="2468405"/>
                  </a:lnTo>
                  <a:lnTo>
                    <a:pt x="4716764" y="2467759"/>
                  </a:lnTo>
                  <a:lnTo>
                    <a:pt x="4716951" y="2466832"/>
                  </a:lnTo>
                  <a:lnTo>
                    <a:pt x="4717138" y="2465319"/>
                  </a:lnTo>
                  <a:lnTo>
                    <a:pt x="4717324" y="2463296"/>
                  </a:lnTo>
                  <a:lnTo>
                    <a:pt x="4717511" y="2460813"/>
                  </a:lnTo>
                  <a:lnTo>
                    <a:pt x="4717698" y="2458883"/>
                  </a:lnTo>
                  <a:lnTo>
                    <a:pt x="4717885" y="2457089"/>
                  </a:lnTo>
                  <a:lnTo>
                    <a:pt x="4718072" y="2455643"/>
                  </a:lnTo>
                  <a:lnTo>
                    <a:pt x="4718259" y="2454632"/>
                  </a:lnTo>
                  <a:lnTo>
                    <a:pt x="4718446" y="2453254"/>
                  </a:lnTo>
                  <a:lnTo>
                    <a:pt x="4718633" y="2451994"/>
                  </a:lnTo>
                  <a:lnTo>
                    <a:pt x="4718820" y="2451242"/>
                  </a:lnTo>
                  <a:lnTo>
                    <a:pt x="4719007" y="2450416"/>
                  </a:lnTo>
                  <a:lnTo>
                    <a:pt x="4719194" y="2450153"/>
                  </a:lnTo>
                  <a:lnTo>
                    <a:pt x="4719381" y="2449616"/>
                  </a:lnTo>
                  <a:lnTo>
                    <a:pt x="4719567" y="2449071"/>
                  </a:lnTo>
                  <a:lnTo>
                    <a:pt x="4719754" y="2448517"/>
                  </a:lnTo>
                  <a:lnTo>
                    <a:pt x="4719941" y="2448006"/>
                  </a:lnTo>
                  <a:lnTo>
                    <a:pt x="4720128" y="2447514"/>
                  </a:lnTo>
                  <a:lnTo>
                    <a:pt x="4720315" y="2446616"/>
                  </a:lnTo>
                  <a:lnTo>
                    <a:pt x="4720502" y="2445615"/>
                  </a:lnTo>
                  <a:lnTo>
                    <a:pt x="4720689" y="2444651"/>
                  </a:lnTo>
                  <a:lnTo>
                    <a:pt x="4720876" y="2443685"/>
                  </a:lnTo>
                  <a:lnTo>
                    <a:pt x="4721063" y="2442927"/>
                  </a:lnTo>
                  <a:lnTo>
                    <a:pt x="4721250" y="2442217"/>
                  </a:lnTo>
                  <a:lnTo>
                    <a:pt x="4721437" y="2441005"/>
                  </a:lnTo>
                  <a:lnTo>
                    <a:pt x="4721624" y="2439384"/>
                  </a:lnTo>
                  <a:lnTo>
                    <a:pt x="4721811" y="2437675"/>
                  </a:lnTo>
                  <a:lnTo>
                    <a:pt x="4721997" y="2435587"/>
                  </a:lnTo>
                  <a:lnTo>
                    <a:pt x="4722184" y="2433301"/>
                  </a:lnTo>
                  <a:lnTo>
                    <a:pt x="4722371" y="2430911"/>
                  </a:lnTo>
                  <a:lnTo>
                    <a:pt x="4722558" y="2428389"/>
                  </a:lnTo>
                  <a:lnTo>
                    <a:pt x="4722745" y="2426120"/>
                  </a:lnTo>
                  <a:lnTo>
                    <a:pt x="4722932" y="2424235"/>
                  </a:lnTo>
                  <a:lnTo>
                    <a:pt x="4723119" y="2422609"/>
                  </a:lnTo>
                  <a:lnTo>
                    <a:pt x="4723306" y="2421358"/>
                  </a:lnTo>
                  <a:lnTo>
                    <a:pt x="4723493" y="2420514"/>
                  </a:lnTo>
                  <a:lnTo>
                    <a:pt x="4723680" y="2419933"/>
                  </a:lnTo>
                  <a:lnTo>
                    <a:pt x="4723867" y="2419405"/>
                  </a:lnTo>
                  <a:lnTo>
                    <a:pt x="4724054" y="2418878"/>
                  </a:lnTo>
                  <a:lnTo>
                    <a:pt x="4724240" y="2419050"/>
                  </a:lnTo>
                  <a:lnTo>
                    <a:pt x="4724427" y="2419495"/>
                  </a:lnTo>
                  <a:lnTo>
                    <a:pt x="4724614" y="2420120"/>
                  </a:lnTo>
                  <a:lnTo>
                    <a:pt x="4724801" y="2420962"/>
                  </a:lnTo>
                  <a:lnTo>
                    <a:pt x="4724988" y="2421829"/>
                  </a:lnTo>
                  <a:lnTo>
                    <a:pt x="4725175" y="2422841"/>
                  </a:lnTo>
                  <a:lnTo>
                    <a:pt x="4725362" y="2423839"/>
                  </a:lnTo>
                  <a:lnTo>
                    <a:pt x="4725549" y="2424542"/>
                  </a:lnTo>
                  <a:lnTo>
                    <a:pt x="4725736" y="2425097"/>
                  </a:lnTo>
                  <a:lnTo>
                    <a:pt x="4725923" y="2425504"/>
                  </a:lnTo>
                  <a:lnTo>
                    <a:pt x="4726110" y="2425711"/>
                  </a:lnTo>
                  <a:lnTo>
                    <a:pt x="4726297" y="2425969"/>
                  </a:lnTo>
                  <a:lnTo>
                    <a:pt x="4726484" y="2425597"/>
                  </a:lnTo>
                  <a:lnTo>
                    <a:pt x="4726670" y="2425158"/>
                  </a:lnTo>
                  <a:lnTo>
                    <a:pt x="4726857" y="2424903"/>
                  </a:lnTo>
                  <a:lnTo>
                    <a:pt x="4727044" y="2424930"/>
                  </a:lnTo>
                  <a:lnTo>
                    <a:pt x="4727231" y="2424828"/>
                  </a:lnTo>
                  <a:lnTo>
                    <a:pt x="4727418" y="2424670"/>
                  </a:lnTo>
                  <a:lnTo>
                    <a:pt x="4727605" y="2423940"/>
                  </a:lnTo>
                  <a:lnTo>
                    <a:pt x="4727792" y="2423298"/>
                  </a:lnTo>
                  <a:lnTo>
                    <a:pt x="4727979" y="2422770"/>
                  </a:lnTo>
                  <a:lnTo>
                    <a:pt x="4728166" y="2422445"/>
                  </a:lnTo>
                  <a:lnTo>
                    <a:pt x="4728353" y="2422401"/>
                  </a:lnTo>
                  <a:lnTo>
                    <a:pt x="4728540" y="2422586"/>
                  </a:lnTo>
                  <a:lnTo>
                    <a:pt x="4728727" y="2423263"/>
                  </a:lnTo>
                  <a:lnTo>
                    <a:pt x="4728914" y="2423747"/>
                  </a:lnTo>
                  <a:lnTo>
                    <a:pt x="4729100" y="2423465"/>
                  </a:lnTo>
                  <a:lnTo>
                    <a:pt x="4729287" y="2423201"/>
                  </a:lnTo>
                  <a:lnTo>
                    <a:pt x="4729474" y="2422260"/>
                  </a:lnTo>
                  <a:lnTo>
                    <a:pt x="4729661" y="2420686"/>
                  </a:lnTo>
                  <a:lnTo>
                    <a:pt x="4729848" y="2418654"/>
                  </a:lnTo>
                  <a:lnTo>
                    <a:pt x="4730035" y="2417255"/>
                  </a:lnTo>
                  <a:lnTo>
                    <a:pt x="4730222" y="2415848"/>
                  </a:lnTo>
                  <a:lnTo>
                    <a:pt x="4730409" y="2414230"/>
                  </a:lnTo>
                  <a:lnTo>
                    <a:pt x="4730596" y="2412242"/>
                  </a:lnTo>
                  <a:lnTo>
                    <a:pt x="4730783" y="2410324"/>
                  </a:lnTo>
                  <a:lnTo>
                    <a:pt x="4730970" y="2408179"/>
                  </a:lnTo>
                  <a:lnTo>
                    <a:pt x="4731157" y="2406037"/>
                  </a:lnTo>
                  <a:lnTo>
                    <a:pt x="4731343" y="2404894"/>
                  </a:lnTo>
                  <a:lnTo>
                    <a:pt x="4731530" y="2403428"/>
                  </a:lnTo>
                  <a:lnTo>
                    <a:pt x="4731717" y="2401848"/>
                  </a:lnTo>
                  <a:lnTo>
                    <a:pt x="4731904" y="2400297"/>
                  </a:lnTo>
                  <a:lnTo>
                    <a:pt x="4732091" y="2398811"/>
                  </a:lnTo>
                  <a:lnTo>
                    <a:pt x="4732278" y="2397609"/>
                  </a:lnTo>
                  <a:lnTo>
                    <a:pt x="4732465" y="2396493"/>
                  </a:lnTo>
                  <a:lnTo>
                    <a:pt x="4732652" y="2395636"/>
                  </a:lnTo>
                  <a:lnTo>
                    <a:pt x="4732839" y="2394729"/>
                  </a:lnTo>
                  <a:lnTo>
                    <a:pt x="4733026" y="2393982"/>
                  </a:lnTo>
                  <a:lnTo>
                    <a:pt x="4733213" y="2393570"/>
                  </a:lnTo>
                  <a:lnTo>
                    <a:pt x="4733400" y="2393420"/>
                  </a:lnTo>
                  <a:lnTo>
                    <a:pt x="4733587" y="2393589"/>
                  </a:lnTo>
                  <a:lnTo>
                    <a:pt x="4733773" y="2393983"/>
                  </a:lnTo>
                  <a:lnTo>
                    <a:pt x="4733960" y="2394285"/>
                  </a:lnTo>
                  <a:lnTo>
                    <a:pt x="4734147" y="2394349"/>
                  </a:lnTo>
                  <a:lnTo>
                    <a:pt x="4734334" y="2394232"/>
                  </a:lnTo>
                  <a:lnTo>
                    <a:pt x="4734521" y="2394203"/>
                  </a:lnTo>
                  <a:lnTo>
                    <a:pt x="4734708" y="2394583"/>
                  </a:lnTo>
                  <a:lnTo>
                    <a:pt x="4734895" y="2395188"/>
                  </a:lnTo>
                  <a:lnTo>
                    <a:pt x="4735082" y="2396136"/>
                  </a:lnTo>
                  <a:lnTo>
                    <a:pt x="4735269" y="2397403"/>
                  </a:lnTo>
                  <a:lnTo>
                    <a:pt x="4735456" y="2398543"/>
                  </a:lnTo>
                  <a:lnTo>
                    <a:pt x="4735643" y="2399580"/>
                  </a:lnTo>
                  <a:lnTo>
                    <a:pt x="4735830" y="2399923"/>
                  </a:lnTo>
                  <a:lnTo>
                    <a:pt x="4736016" y="2399914"/>
                  </a:lnTo>
                  <a:lnTo>
                    <a:pt x="4736203" y="2399659"/>
                  </a:lnTo>
                  <a:lnTo>
                    <a:pt x="4736390" y="2399465"/>
                  </a:lnTo>
                  <a:lnTo>
                    <a:pt x="4736577" y="2399078"/>
                  </a:lnTo>
                  <a:lnTo>
                    <a:pt x="4736764" y="2399010"/>
                  </a:lnTo>
                  <a:lnTo>
                    <a:pt x="4736951" y="2398827"/>
                  </a:lnTo>
                  <a:lnTo>
                    <a:pt x="4737138" y="2398152"/>
                  </a:lnTo>
                  <a:lnTo>
                    <a:pt x="4737325" y="2397123"/>
                  </a:lnTo>
                  <a:lnTo>
                    <a:pt x="4737512" y="2395809"/>
                  </a:lnTo>
                  <a:lnTo>
                    <a:pt x="4737699" y="2394026"/>
                  </a:lnTo>
                  <a:lnTo>
                    <a:pt x="4737886" y="2391966"/>
                  </a:lnTo>
                  <a:lnTo>
                    <a:pt x="4738073" y="2388940"/>
                  </a:lnTo>
                  <a:lnTo>
                    <a:pt x="4738260" y="2385685"/>
                  </a:lnTo>
                  <a:lnTo>
                    <a:pt x="4738446" y="2382004"/>
                  </a:lnTo>
                  <a:lnTo>
                    <a:pt x="4738633" y="2377537"/>
                  </a:lnTo>
                  <a:lnTo>
                    <a:pt x="4738820" y="2372781"/>
                  </a:lnTo>
                  <a:lnTo>
                    <a:pt x="4739007" y="2367549"/>
                  </a:lnTo>
                  <a:lnTo>
                    <a:pt x="4739194" y="2361942"/>
                  </a:lnTo>
                  <a:lnTo>
                    <a:pt x="4739381" y="2355699"/>
                  </a:lnTo>
                  <a:lnTo>
                    <a:pt x="4739568" y="2348696"/>
                  </a:lnTo>
                  <a:lnTo>
                    <a:pt x="4739755" y="2341412"/>
                  </a:lnTo>
                  <a:lnTo>
                    <a:pt x="4739942" y="2334279"/>
                  </a:lnTo>
                  <a:lnTo>
                    <a:pt x="4740129" y="2328051"/>
                  </a:lnTo>
                  <a:lnTo>
                    <a:pt x="4740316" y="2322061"/>
                  </a:lnTo>
                  <a:lnTo>
                    <a:pt x="4740503" y="2316359"/>
                  </a:lnTo>
                  <a:lnTo>
                    <a:pt x="4740690" y="2310810"/>
                  </a:lnTo>
                  <a:lnTo>
                    <a:pt x="4740876" y="2305519"/>
                  </a:lnTo>
                  <a:lnTo>
                    <a:pt x="4741063" y="2300324"/>
                  </a:lnTo>
                  <a:lnTo>
                    <a:pt x="4741250" y="2296010"/>
                  </a:lnTo>
                  <a:lnTo>
                    <a:pt x="4741437" y="2292285"/>
                  </a:lnTo>
                  <a:lnTo>
                    <a:pt x="4741624" y="2289087"/>
                  </a:lnTo>
                  <a:lnTo>
                    <a:pt x="4741811" y="2286474"/>
                  </a:lnTo>
                  <a:lnTo>
                    <a:pt x="4741998" y="2284091"/>
                  </a:lnTo>
                  <a:lnTo>
                    <a:pt x="4742185" y="2282416"/>
                  </a:lnTo>
                  <a:lnTo>
                    <a:pt x="4742372" y="2281098"/>
                  </a:lnTo>
                  <a:lnTo>
                    <a:pt x="4742559" y="2280181"/>
                  </a:lnTo>
                  <a:lnTo>
                    <a:pt x="4742746" y="2279265"/>
                  </a:lnTo>
                  <a:lnTo>
                    <a:pt x="4742933" y="2276749"/>
                  </a:lnTo>
                  <a:lnTo>
                    <a:pt x="4743119" y="2274807"/>
                  </a:lnTo>
                  <a:lnTo>
                    <a:pt x="4743306" y="2272649"/>
                  </a:lnTo>
                  <a:lnTo>
                    <a:pt x="4743493" y="2270527"/>
                  </a:lnTo>
                  <a:lnTo>
                    <a:pt x="4743680" y="2268456"/>
                  </a:lnTo>
                  <a:lnTo>
                    <a:pt x="4743867" y="2266433"/>
                  </a:lnTo>
                  <a:lnTo>
                    <a:pt x="4744054" y="2263814"/>
                  </a:lnTo>
                  <a:lnTo>
                    <a:pt x="4744241" y="2260893"/>
                  </a:lnTo>
                  <a:lnTo>
                    <a:pt x="4744428" y="2257777"/>
                  </a:lnTo>
                  <a:lnTo>
                    <a:pt x="4744615" y="2254588"/>
                  </a:lnTo>
                  <a:lnTo>
                    <a:pt x="4744802" y="2251503"/>
                  </a:lnTo>
                  <a:lnTo>
                    <a:pt x="4744989" y="2248354"/>
                  </a:lnTo>
                  <a:lnTo>
                    <a:pt x="4745176" y="2245123"/>
                  </a:lnTo>
                  <a:lnTo>
                    <a:pt x="4745363" y="2241692"/>
                  </a:lnTo>
                  <a:lnTo>
                    <a:pt x="4745549" y="2238739"/>
                  </a:lnTo>
                  <a:lnTo>
                    <a:pt x="4745736" y="2236097"/>
                  </a:lnTo>
                  <a:lnTo>
                    <a:pt x="4745923" y="2232978"/>
                  </a:lnTo>
                  <a:lnTo>
                    <a:pt x="4746110" y="2230410"/>
                  </a:lnTo>
                  <a:lnTo>
                    <a:pt x="4746297" y="2228488"/>
                  </a:lnTo>
                  <a:lnTo>
                    <a:pt x="4746484" y="2226775"/>
                  </a:lnTo>
                  <a:lnTo>
                    <a:pt x="4746671" y="2225359"/>
                  </a:lnTo>
                  <a:lnTo>
                    <a:pt x="4746858" y="2224617"/>
                  </a:lnTo>
                  <a:lnTo>
                    <a:pt x="4747045" y="2224612"/>
                  </a:lnTo>
                  <a:lnTo>
                    <a:pt x="4747232" y="2224825"/>
                  </a:lnTo>
                  <a:lnTo>
                    <a:pt x="4747419" y="2225356"/>
                  </a:lnTo>
                  <a:lnTo>
                    <a:pt x="4747606" y="2226201"/>
                  </a:lnTo>
                  <a:lnTo>
                    <a:pt x="4747793" y="2227307"/>
                  </a:lnTo>
                  <a:lnTo>
                    <a:pt x="4747979" y="2228290"/>
                  </a:lnTo>
                  <a:lnTo>
                    <a:pt x="4748166" y="2229273"/>
                  </a:lnTo>
                  <a:lnTo>
                    <a:pt x="4748353" y="2230011"/>
                  </a:lnTo>
                  <a:lnTo>
                    <a:pt x="4748540" y="2231080"/>
                  </a:lnTo>
                  <a:lnTo>
                    <a:pt x="4748727" y="2232160"/>
                  </a:lnTo>
                  <a:lnTo>
                    <a:pt x="4748914" y="2233081"/>
                  </a:lnTo>
                  <a:lnTo>
                    <a:pt x="4749101" y="2233931"/>
                  </a:lnTo>
                  <a:lnTo>
                    <a:pt x="4749288" y="2234582"/>
                  </a:lnTo>
                  <a:lnTo>
                    <a:pt x="4749475" y="2234863"/>
                  </a:lnTo>
                  <a:lnTo>
                    <a:pt x="4749662" y="2234969"/>
                  </a:lnTo>
                  <a:lnTo>
                    <a:pt x="4749849" y="2235083"/>
                  </a:lnTo>
                  <a:lnTo>
                    <a:pt x="4750036" y="2235004"/>
                  </a:lnTo>
                  <a:lnTo>
                    <a:pt x="4750222" y="2234819"/>
                  </a:lnTo>
                  <a:lnTo>
                    <a:pt x="4750409" y="2234423"/>
                  </a:lnTo>
                  <a:lnTo>
                    <a:pt x="4750596" y="2234195"/>
                  </a:lnTo>
                  <a:lnTo>
                    <a:pt x="4750783" y="2234080"/>
                  </a:lnTo>
                  <a:lnTo>
                    <a:pt x="4750970" y="2234203"/>
                  </a:lnTo>
                  <a:lnTo>
                    <a:pt x="4751157" y="2234494"/>
                  </a:lnTo>
                  <a:lnTo>
                    <a:pt x="4751344" y="2234837"/>
                  </a:lnTo>
                  <a:lnTo>
                    <a:pt x="4751531" y="2234948"/>
                  </a:lnTo>
                  <a:lnTo>
                    <a:pt x="4751718" y="2235040"/>
                  </a:lnTo>
                  <a:lnTo>
                    <a:pt x="4751905" y="2235093"/>
                  </a:lnTo>
                  <a:lnTo>
                    <a:pt x="4752092" y="2235806"/>
                  </a:lnTo>
                  <a:lnTo>
                    <a:pt x="4752279" y="2237201"/>
                  </a:lnTo>
                  <a:lnTo>
                    <a:pt x="4752466" y="2238869"/>
                  </a:lnTo>
                  <a:lnTo>
                    <a:pt x="4752652" y="2240782"/>
                  </a:lnTo>
                  <a:lnTo>
                    <a:pt x="4752839" y="2243502"/>
                  </a:lnTo>
                  <a:lnTo>
                    <a:pt x="4753026" y="2246242"/>
                  </a:lnTo>
                  <a:lnTo>
                    <a:pt x="4753213" y="2249205"/>
                  </a:lnTo>
                  <a:lnTo>
                    <a:pt x="4753400" y="2252406"/>
                  </a:lnTo>
                  <a:lnTo>
                    <a:pt x="4753587" y="2255711"/>
                  </a:lnTo>
                  <a:lnTo>
                    <a:pt x="4753774" y="2258930"/>
                  </a:lnTo>
                  <a:lnTo>
                    <a:pt x="4753961" y="2262199"/>
                  </a:lnTo>
                  <a:lnTo>
                    <a:pt x="4754148" y="2265304"/>
                  </a:lnTo>
                  <a:lnTo>
                    <a:pt x="4754335" y="2268000"/>
                  </a:lnTo>
                  <a:lnTo>
                    <a:pt x="4754522" y="2270771"/>
                  </a:lnTo>
                  <a:lnTo>
                    <a:pt x="4754709" y="2273353"/>
                  </a:lnTo>
                  <a:lnTo>
                    <a:pt x="4754895" y="2276203"/>
                  </a:lnTo>
                  <a:lnTo>
                    <a:pt x="4755082" y="2278279"/>
                  </a:lnTo>
                  <a:lnTo>
                    <a:pt x="4755269" y="2279739"/>
                  </a:lnTo>
                  <a:lnTo>
                    <a:pt x="4755456" y="2280566"/>
                  </a:lnTo>
                  <a:lnTo>
                    <a:pt x="4755643" y="2280777"/>
                  </a:lnTo>
                  <a:lnTo>
                    <a:pt x="4755830" y="2280856"/>
                  </a:lnTo>
                  <a:lnTo>
                    <a:pt x="4756017" y="2280020"/>
                  </a:lnTo>
                  <a:lnTo>
                    <a:pt x="4756204" y="2278358"/>
                  </a:lnTo>
                  <a:lnTo>
                    <a:pt x="4756391" y="2275684"/>
                  </a:lnTo>
                  <a:lnTo>
                    <a:pt x="4756578" y="2272351"/>
                  </a:lnTo>
                  <a:lnTo>
                    <a:pt x="4756765" y="2268604"/>
                  </a:lnTo>
                  <a:lnTo>
                    <a:pt x="4756952" y="2264206"/>
                  </a:lnTo>
                  <a:lnTo>
                    <a:pt x="4757139" y="2260790"/>
                  </a:lnTo>
                  <a:lnTo>
                    <a:pt x="4757325" y="2258060"/>
                  </a:lnTo>
                  <a:lnTo>
                    <a:pt x="4757512" y="2255945"/>
                  </a:lnTo>
                  <a:lnTo>
                    <a:pt x="4757699" y="2254320"/>
                  </a:lnTo>
                  <a:lnTo>
                    <a:pt x="4757886" y="2252923"/>
                  </a:lnTo>
                  <a:lnTo>
                    <a:pt x="4758073" y="2251587"/>
                  </a:lnTo>
                  <a:lnTo>
                    <a:pt x="4758260" y="2250335"/>
                  </a:lnTo>
                  <a:lnTo>
                    <a:pt x="4758447" y="2248766"/>
                  </a:lnTo>
                  <a:lnTo>
                    <a:pt x="4758634" y="2246855"/>
                  </a:lnTo>
                  <a:lnTo>
                    <a:pt x="4758821" y="2244994"/>
                  </a:lnTo>
                  <a:lnTo>
                    <a:pt x="4759008" y="2243731"/>
                  </a:lnTo>
                  <a:lnTo>
                    <a:pt x="4759195" y="2242623"/>
                  </a:lnTo>
                  <a:lnTo>
                    <a:pt x="4759382" y="2241640"/>
                  </a:lnTo>
                  <a:lnTo>
                    <a:pt x="4759569" y="2240874"/>
                  </a:lnTo>
                  <a:lnTo>
                    <a:pt x="4759755" y="2240417"/>
                  </a:lnTo>
                  <a:lnTo>
                    <a:pt x="4759942" y="2240228"/>
                  </a:lnTo>
                  <a:lnTo>
                    <a:pt x="4760129" y="2239553"/>
                  </a:lnTo>
                  <a:lnTo>
                    <a:pt x="4760316" y="2238854"/>
                  </a:lnTo>
                  <a:lnTo>
                    <a:pt x="4760503" y="2237915"/>
                  </a:lnTo>
                  <a:lnTo>
                    <a:pt x="4760690" y="2236821"/>
                  </a:lnTo>
                  <a:lnTo>
                    <a:pt x="4760877" y="2235283"/>
                  </a:lnTo>
                  <a:lnTo>
                    <a:pt x="4761064" y="2233898"/>
                  </a:lnTo>
                  <a:lnTo>
                    <a:pt x="4761251" y="2233035"/>
                  </a:lnTo>
                  <a:lnTo>
                    <a:pt x="4761438" y="2232436"/>
                  </a:lnTo>
                  <a:lnTo>
                    <a:pt x="4761625" y="2231863"/>
                  </a:lnTo>
                  <a:lnTo>
                    <a:pt x="4761812" y="2231398"/>
                  </a:lnTo>
                  <a:lnTo>
                    <a:pt x="4761998" y="2230869"/>
                  </a:lnTo>
                  <a:lnTo>
                    <a:pt x="4762185" y="2230934"/>
                  </a:lnTo>
                  <a:lnTo>
                    <a:pt x="4762372" y="2231149"/>
                  </a:lnTo>
                  <a:lnTo>
                    <a:pt x="4762559" y="2231192"/>
                  </a:lnTo>
                  <a:lnTo>
                    <a:pt x="4762746" y="2231249"/>
                  </a:lnTo>
                  <a:lnTo>
                    <a:pt x="4762933" y="2231180"/>
                  </a:lnTo>
                  <a:lnTo>
                    <a:pt x="4763120" y="2230510"/>
                  </a:lnTo>
                  <a:lnTo>
                    <a:pt x="4763307" y="2229320"/>
                  </a:lnTo>
                  <a:lnTo>
                    <a:pt x="4763494" y="2227707"/>
                  </a:lnTo>
                  <a:lnTo>
                    <a:pt x="4763681" y="2225926"/>
                  </a:lnTo>
                  <a:lnTo>
                    <a:pt x="4763868" y="2224284"/>
                  </a:lnTo>
                  <a:lnTo>
                    <a:pt x="4764055" y="2222779"/>
                  </a:lnTo>
                  <a:lnTo>
                    <a:pt x="4764242" y="2221311"/>
                  </a:lnTo>
                  <a:lnTo>
                    <a:pt x="4764428" y="2219850"/>
                  </a:lnTo>
                  <a:lnTo>
                    <a:pt x="4764615" y="2217727"/>
                  </a:lnTo>
                  <a:lnTo>
                    <a:pt x="4764802" y="2215061"/>
                  </a:lnTo>
                  <a:lnTo>
                    <a:pt x="4764989" y="2213026"/>
                  </a:lnTo>
                  <a:lnTo>
                    <a:pt x="4765176" y="2210510"/>
                  </a:lnTo>
                  <a:lnTo>
                    <a:pt x="4765363" y="2207723"/>
                  </a:lnTo>
                  <a:lnTo>
                    <a:pt x="4765550" y="2204625"/>
                  </a:lnTo>
                  <a:lnTo>
                    <a:pt x="4765737" y="2201461"/>
                  </a:lnTo>
                  <a:lnTo>
                    <a:pt x="4765924" y="2198632"/>
                  </a:lnTo>
                  <a:lnTo>
                    <a:pt x="4766111" y="2195933"/>
                  </a:lnTo>
                  <a:lnTo>
                    <a:pt x="4766298" y="2193595"/>
                  </a:lnTo>
                  <a:lnTo>
                    <a:pt x="4766485" y="2192108"/>
                  </a:lnTo>
                  <a:lnTo>
                    <a:pt x="4766672" y="2191430"/>
                  </a:lnTo>
                  <a:lnTo>
                    <a:pt x="4766858" y="2191310"/>
                  </a:lnTo>
                  <a:lnTo>
                    <a:pt x="4767045" y="2192490"/>
                  </a:lnTo>
                  <a:lnTo>
                    <a:pt x="4767232" y="2194233"/>
                  </a:lnTo>
                  <a:lnTo>
                    <a:pt x="4767419" y="2195894"/>
                  </a:lnTo>
                  <a:lnTo>
                    <a:pt x="4767606" y="2197410"/>
                  </a:lnTo>
                  <a:lnTo>
                    <a:pt x="4767793" y="2198619"/>
                  </a:lnTo>
                  <a:lnTo>
                    <a:pt x="4767980" y="2200210"/>
                  </a:lnTo>
                  <a:lnTo>
                    <a:pt x="4768167" y="2201672"/>
                  </a:lnTo>
                  <a:lnTo>
                    <a:pt x="4768354" y="2203410"/>
                  </a:lnTo>
                  <a:lnTo>
                    <a:pt x="4768541" y="2205254"/>
                  </a:lnTo>
                  <a:lnTo>
                    <a:pt x="4768728" y="2206602"/>
                  </a:lnTo>
                  <a:lnTo>
                    <a:pt x="4768915" y="2208175"/>
                  </a:lnTo>
                  <a:lnTo>
                    <a:pt x="4769101" y="2209925"/>
                  </a:lnTo>
                  <a:lnTo>
                    <a:pt x="4769288" y="2211434"/>
                  </a:lnTo>
                  <a:lnTo>
                    <a:pt x="4769475" y="2212659"/>
                  </a:lnTo>
                  <a:lnTo>
                    <a:pt x="4769662" y="2213374"/>
                  </a:lnTo>
                  <a:lnTo>
                    <a:pt x="4769849" y="2212898"/>
                  </a:lnTo>
                  <a:lnTo>
                    <a:pt x="4770036" y="2211646"/>
                  </a:lnTo>
                  <a:lnTo>
                    <a:pt x="4770223" y="2210387"/>
                  </a:lnTo>
                  <a:lnTo>
                    <a:pt x="4770410" y="2209520"/>
                  </a:lnTo>
                  <a:lnTo>
                    <a:pt x="4770597" y="2208826"/>
                  </a:lnTo>
                  <a:lnTo>
                    <a:pt x="4770784" y="2208046"/>
                  </a:lnTo>
                  <a:lnTo>
                    <a:pt x="4770971" y="2207186"/>
                  </a:lnTo>
                  <a:lnTo>
                    <a:pt x="4771158" y="2206021"/>
                  </a:lnTo>
                  <a:lnTo>
                    <a:pt x="4771345" y="2204791"/>
                  </a:lnTo>
                  <a:lnTo>
                    <a:pt x="4771531" y="2203201"/>
                  </a:lnTo>
                  <a:lnTo>
                    <a:pt x="4771718" y="2201126"/>
                  </a:lnTo>
                  <a:lnTo>
                    <a:pt x="4771905" y="2198590"/>
                  </a:lnTo>
                  <a:lnTo>
                    <a:pt x="4772092" y="2195322"/>
                  </a:lnTo>
                  <a:lnTo>
                    <a:pt x="4772279" y="2191787"/>
                  </a:lnTo>
                  <a:lnTo>
                    <a:pt x="4772466" y="2188192"/>
                  </a:lnTo>
                  <a:lnTo>
                    <a:pt x="4772653" y="2185169"/>
                  </a:lnTo>
                  <a:lnTo>
                    <a:pt x="4772840" y="2182058"/>
                  </a:lnTo>
                  <a:lnTo>
                    <a:pt x="4773027" y="2179156"/>
                  </a:lnTo>
                  <a:lnTo>
                    <a:pt x="4773214" y="2176937"/>
                  </a:lnTo>
                  <a:lnTo>
                    <a:pt x="4773401" y="2175229"/>
                  </a:lnTo>
                  <a:lnTo>
                    <a:pt x="4773588" y="2173410"/>
                  </a:lnTo>
                  <a:lnTo>
                    <a:pt x="4773774" y="2170613"/>
                  </a:lnTo>
                  <a:lnTo>
                    <a:pt x="4773961" y="2168221"/>
                  </a:lnTo>
                  <a:lnTo>
                    <a:pt x="4774148" y="2165237"/>
                  </a:lnTo>
                  <a:lnTo>
                    <a:pt x="4774335" y="2162411"/>
                  </a:lnTo>
                  <a:lnTo>
                    <a:pt x="4774522" y="2160483"/>
                  </a:lnTo>
                  <a:lnTo>
                    <a:pt x="4774709" y="2159138"/>
                  </a:lnTo>
                  <a:lnTo>
                    <a:pt x="4774896" y="2158033"/>
                  </a:lnTo>
                  <a:lnTo>
                    <a:pt x="4775083" y="2157230"/>
                  </a:lnTo>
                  <a:lnTo>
                    <a:pt x="4775270" y="2156175"/>
                  </a:lnTo>
                  <a:lnTo>
                    <a:pt x="4775457" y="2154725"/>
                  </a:lnTo>
                  <a:lnTo>
                    <a:pt x="4775644" y="2152531"/>
                  </a:lnTo>
                  <a:lnTo>
                    <a:pt x="4775831" y="2150154"/>
                  </a:lnTo>
                  <a:lnTo>
                    <a:pt x="4776018" y="2148967"/>
                  </a:lnTo>
                  <a:lnTo>
                    <a:pt x="4776204" y="2148513"/>
                  </a:lnTo>
                  <a:lnTo>
                    <a:pt x="4776391" y="2148572"/>
                  </a:lnTo>
                  <a:lnTo>
                    <a:pt x="4776578" y="2149026"/>
                  </a:lnTo>
                  <a:lnTo>
                    <a:pt x="4776765" y="2149182"/>
                  </a:lnTo>
                  <a:lnTo>
                    <a:pt x="4776952" y="2149782"/>
                  </a:lnTo>
                  <a:lnTo>
                    <a:pt x="4777139" y="2150595"/>
                  </a:lnTo>
                  <a:lnTo>
                    <a:pt x="4777326" y="2151185"/>
                  </a:lnTo>
                  <a:lnTo>
                    <a:pt x="4777513" y="2150651"/>
                  </a:lnTo>
                  <a:lnTo>
                    <a:pt x="4777700" y="2150341"/>
                  </a:lnTo>
                  <a:lnTo>
                    <a:pt x="4777887" y="2149882"/>
                  </a:lnTo>
                  <a:lnTo>
                    <a:pt x="4778074" y="2149969"/>
                  </a:lnTo>
                  <a:lnTo>
                    <a:pt x="4778261" y="2149621"/>
                  </a:lnTo>
                  <a:lnTo>
                    <a:pt x="4778448" y="2149653"/>
                  </a:lnTo>
                  <a:lnTo>
                    <a:pt x="4778634" y="2149422"/>
                  </a:lnTo>
                  <a:lnTo>
                    <a:pt x="4778821" y="2148354"/>
                  </a:lnTo>
                  <a:lnTo>
                    <a:pt x="4779008" y="2146636"/>
                  </a:lnTo>
                  <a:lnTo>
                    <a:pt x="4779195" y="2144781"/>
                  </a:lnTo>
                  <a:lnTo>
                    <a:pt x="4779382" y="2143237"/>
                  </a:lnTo>
                  <a:lnTo>
                    <a:pt x="4779569" y="2142061"/>
                  </a:lnTo>
                  <a:lnTo>
                    <a:pt x="4779756" y="2140877"/>
                  </a:lnTo>
                  <a:lnTo>
                    <a:pt x="4779943" y="2139757"/>
                  </a:lnTo>
                  <a:lnTo>
                    <a:pt x="4780130" y="2139092"/>
                  </a:lnTo>
                  <a:lnTo>
                    <a:pt x="4780317" y="2140554"/>
                  </a:lnTo>
                  <a:lnTo>
                    <a:pt x="4780504" y="2141436"/>
                  </a:lnTo>
                  <a:lnTo>
                    <a:pt x="4780691" y="2142468"/>
                  </a:lnTo>
                  <a:lnTo>
                    <a:pt x="4780877" y="2143824"/>
                  </a:lnTo>
                  <a:lnTo>
                    <a:pt x="4781064" y="2145805"/>
                  </a:lnTo>
                  <a:lnTo>
                    <a:pt x="4781251" y="2147900"/>
                  </a:lnTo>
                  <a:lnTo>
                    <a:pt x="4781438" y="2150179"/>
                  </a:lnTo>
                  <a:lnTo>
                    <a:pt x="4781625" y="2152917"/>
                  </a:lnTo>
                  <a:lnTo>
                    <a:pt x="4781812" y="2155451"/>
                  </a:lnTo>
                  <a:lnTo>
                    <a:pt x="4781999" y="2157398"/>
                  </a:lnTo>
                  <a:lnTo>
                    <a:pt x="4782186" y="2158277"/>
                  </a:lnTo>
                  <a:lnTo>
                    <a:pt x="4782373" y="2158758"/>
                  </a:lnTo>
                  <a:lnTo>
                    <a:pt x="4782560" y="2158968"/>
                  </a:lnTo>
                  <a:lnTo>
                    <a:pt x="4782747" y="2158819"/>
                  </a:lnTo>
                  <a:lnTo>
                    <a:pt x="4782934" y="2157981"/>
                  </a:lnTo>
                  <a:lnTo>
                    <a:pt x="4783121" y="2156973"/>
                  </a:lnTo>
                  <a:lnTo>
                    <a:pt x="4783307" y="2156042"/>
                  </a:lnTo>
                  <a:lnTo>
                    <a:pt x="4783494" y="2154382"/>
                  </a:lnTo>
                  <a:lnTo>
                    <a:pt x="4783681" y="2152273"/>
                  </a:lnTo>
                  <a:lnTo>
                    <a:pt x="4783868" y="2150403"/>
                  </a:lnTo>
                  <a:lnTo>
                    <a:pt x="4784055" y="2148107"/>
                  </a:lnTo>
                  <a:lnTo>
                    <a:pt x="4784242" y="2144591"/>
                  </a:lnTo>
                  <a:lnTo>
                    <a:pt x="4784429" y="2140377"/>
                  </a:lnTo>
                  <a:lnTo>
                    <a:pt x="4784616" y="2135423"/>
                  </a:lnTo>
                  <a:lnTo>
                    <a:pt x="4784803" y="2130054"/>
                  </a:lnTo>
                  <a:lnTo>
                    <a:pt x="4784990" y="2124664"/>
                  </a:lnTo>
                  <a:lnTo>
                    <a:pt x="4785177" y="2118958"/>
                  </a:lnTo>
                  <a:lnTo>
                    <a:pt x="4785364" y="2113096"/>
                  </a:lnTo>
                  <a:lnTo>
                    <a:pt x="4785551" y="2107090"/>
                  </a:lnTo>
                  <a:lnTo>
                    <a:pt x="4785737" y="2100954"/>
                  </a:lnTo>
                  <a:lnTo>
                    <a:pt x="4785924" y="2094033"/>
                  </a:lnTo>
                  <a:lnTo>
                    <a:pt x="4786111" y="2086481"/>
                  </a:lnTo>
                  <a:lnTo>
                    <a:pt x="4786298" y="2078470"/>
                  </a:lnTo>
                  <a:lnTo>
                    <a:pt x="4786485" y="2070182"/>
                  </a:lnTo>
                  <a:lnTo>
                    <a:pt x="4786672" y="2062228"/>
                  </a:lnTo>
                  <a:lnTo>
                    <a:pt x="4786859" y="2054608"/>
                  </a:lnTo>
                  <a:lnTo>
                    <a:pt x="4787046" y="2047502"/>
                  </a:lnTo>
                  <a:lnTo>
                    <a:pt x="4787233" y="2040786"/>
                  </a:lnTo>
                  <a:lnTo>
                    <a:pt x="4787420" y="2034366"/>
                  </a:lnTo>
                  <a:lnTo>
                    <a:pt x="4787607" y="2028414"/>
                  </a:lnTo>
                  <a:lnTo>
                    <a:pt x="4787794" y="2022672"/>
                  </a:lnTo>
                  <a:lnTo>
                    <a:pt x="4787980" y="2017687"/>
                  </a:lnTo>
                  <a:lnTo>
                    <a:pt x="4788167" y="2012983"/>
                  </a:lnTo>
                  <a:lnTo>
                    <a:pt x="4788354" y="2007767"/>
                  </a:lnTo>
                  <a:lnTo>
                    <a:pt x="4788541" y="2002683"/>
                  </a:lnTo>
                  <a:lnTo>
                    <a:pt x="4788728" y="1997632"/>
                  </a:lnTo>
                  <a:lnTo>
                    <a:pt x="4788915" y="1993181"/>
                  </a:lnTo>
                  <a:lnTo>
                    <a:pt x="4789102" y="1989211"/>
                  </a:lnTo>
                  <a:lnTo>
                    <a:pt x="4789289" y="1986069"/>
                  </a:lnTo>
                  <a:lnTo>
                    <a:pt x="4789476" y="1982002"/>
                  </a:lnTo>
                  <a:lnTo>
                    <a:pt x="4789663" y="1977631"/>
                  </a:lnTo>
                  <a:lnTo>
                    <a:pt x="4789850" y="1972708"/>
                  </a:lnTo>
                  <a:lnTo>
                    <a:pt x="4790037" y="1967728"/>
                  </a:lnTo>
                  <a:lnTo>
                    <a:pt x="4790224" y="1961927"/>
                  </a:lnTo>
                  <a:lnTo>
                    <a:pt x="4790410" y="1955571"/>
                  </a:lnTo>
                  <a:lnTo>
                    <a:pt x="4790597" y="1949796"/>
                  </a:lnTo>
                  <a:lnTo>
                    <a:pt x="4790784" y="1941947"/>
                  </a:lnTo>
                  <a:lnTo>
                    <a:pt x="4790971" y="1934379"/>
                  </a:lnTo>
                  <a:lnTo>
                    <a:pt x="4791158" y="1927337"/>
                  </a:lnTo>
                  <a:lnTo>
                    <a:pt x="4791345" y="1919846"/>
                  </a:lnTo>
                  <a:lnTo>
                    <a:pt x="4791532" y="1912901"/>
                  </a:lnTo>
                  <a:lnTo>
                    <a:pt x="4791719" y="1906679"/>
                  </a:lnTo>
                  <a:lnTo>
                    <a:pt x="4791906" y="1899856"/>
                  </a:lnTo>
                  <a:lnTo>
                    <a:pt x="4792093" y="1893059"/>
                  </a:lnTo>
                  <a:lnTo>
                    <a:pt x="4792280" y="1886619"/>
                  </a:lnTo>
                  <a:lnTo>
                    <a:pt x="4792467" y="1880846"/>
                  </a:lnTo>
                  <a:lnTo>
                    <a:pt x="4792653" y="1875702"/>
                  </a:lnTo>
                  <a:lnTo>
                    <a:pt x="4792840" y="1870915"/>
                  </a:lnTo>
                  <a:lnTo>
                    <a:pt x="4793027" y="1867605"/>
                  </a:lnTo>
                  <a:lnTo>
                    <a:pt x="4793214" y="1864607"/>
                  </a:lnTo>
                  <a:lnTo>
                    <a:pt x="4793401" y="1862265"/>
                  </a:lnTo>
                  <a:lnTo>
                    <a:pt x="4793588" y="1860590"/>
                  </a:lnTo>
                  <a:lnTo>
                    <a:pt x="4793775" y="1859887"/>
                  </a:lnTo>
                  <a:lnTo>
                    <a:pt x="4793962" y="1859561"/>
                  </a:lnTo>
                  <a:lnTo>
                    <a:pt x="4794149" y="1858847"/>
                  </a:lnTo>
                  <a:lnTo>
                    <a:pt x="4794336" y="1858135"/>
                  </a:lnTo>
                  <a:lnTo>
                    <a:pt x="4794523" y="1856058"/>
                  </a:lnTo>
                  <a:lnTo>
                    <a:pt x="4794710" y="1853518"/>
                  </a:lnTo>
                  <a:lnTo>
                    <a:pt x="4794897" y="1850349"/>
                  </a:lnTo>
                  <a:lnTo>
                    <a:pt x="4795083" y="1846287"/>
                  </a:lnTo>
                  <a:lnTo>
                    <a:pt x="4795270" y="1841683"/>
                  </a:lnTo>
                  <a:lnTo>
                    <a:pt x="4795457" y="1836887"/>
                  </a:lnTo>
                  <a:lnTo>
                    <a:pt x="4795644" y="1832099"/>
                  </a:lnTo>
                  <a:lnTo>
                    <a:pt x="4795831" y="1827220"/>
                  </a:lnTo>
                  <a:lnTo>
                    <a:pt x="4796018" y="1821794"/>
                  </a:lnTo>
                  <a:lnTo>
                    <a:pt x="4796205" y="1816878"/>
                  </a:lnTo>
                  <a:lnTo>
                    <a:pt x="4796392" y="1811887"/>
                  </a:lnTo>
                  <a:lnTo>
                    <a:pt x="4796579" y="1807482"/>
                  </a:lnTo>
                  <a:lnTo>
                    <a:pt x="4796766" y="1803648"/>
                  </a:lnTo>
                  <a:lnTo>
                    <a:pt x="4796953" y="1801064"/>
                  </a:lnTo>
                  <a:lnTo>
                    <a:pt x="4797140" y="1798867"/>
                  </a:lnTo>
                  <a:lnTo>
                    <a:pt x="4797327" y="1796804"/>
                  </a:lnTo>
                  <a:lnTo>
                    <a:pt x="4797513" y="1795467"/>
                  </a:lnTo>
                  <a:lnTo>
                    <a:pt x="4797700" y="1793519"/>
                  </a:lnTo>
                  <a:lnTo>
                    <a:pt x="4797887" y="1792496"/>
                  </a:lnTo>
                  <a:lnTo>
                    <a:pt x="4798074" y="1792358"/>
                  </a:lnTo>
                  <a:lnTo>
                    <a:pt x="4798261" y="1792893"/>
                  </a:lnTo>
                  <a:lnTo>
                    <a:pt x="4798448" y="1793478"/>
                  </a:lnTo>
                  <a:lnTo>
                    <a:pt x="4798635" y="1793954"/>
                  </a:lnTo>
                  <a:lnTo>
                    <a:pt x="4798822" y="1794421"/>
                  </a:lnTo>
                  <a:lnTo>
                    <a:pt x="4799009" y="1794338"/>
                  </a:lnTo>
                  <a:lnTo>
                    <a:pt x="4799196" y="1793892"/>
                  </a:lnTo>
                  <a:lnTo>
                    <a:pt x="4799383" y="1793443"/>
                  </a:lnTo>
                  <a:lnTo>
                    <a:pt x="4799570" y="1792441"/>
                  </a:lnTo>
                  <a:lnTo>
                    <a:pt x="4799756" y="1791183"/>
                  </a:lnTo>
                  <a:lnTo>
                    <a:pt x="4799943" y="1789969"/>
                  </a:lnTo>
                  <a:lnTo>
                    <a:pt x="4800130" y="1788931"/>
                  </a:lnTo>
                  <a:lnTo>
                    <a:pt x="4800317" y="1788183"/>
                  </a:lnTo>
                  <a:lnTo>
                    <a:pt x="4800504" y="1788175"/>
                  </a:lnTo>
                  <a:lnTo>
                    <a:pt x="4800691" y="1788738"/>
                  </a:lnTo>
                  <a:lnTo>
                    <a:pt x="4800878" y="1789652"/>
                  </a:lnTo>
                  <a:lnTo>
                    <a:pt x="4801065" y="1791081"/>
                  </a:lnTo>
                  <a:lnTo>
                    <a:pt x="4801252" y="1792533"/>
                  </a:lnTo>
                  <a:lnTo>
                    <a:pt x="4801439" y="1794082"/>
                  </a:lnTo>
                  <a:lnTo>
                    <a:pt x="4801626" y="1795608"/>
                  </a:lnTo>
                  <a:lnTo>
                    <a:pt x="4801813" y="1797497"/>
                  </a:lnTo>
                  <a:lnTo>
                    <a:pt x="4802000" y="1800133"/>
                  </a:lnTo>
                  <a:lnTo>
                    <a:pt x="4802186" y="1802948"/>
                  </a:lnTo>
                  <a:lnTo>
                    <a:pt x="4802373" y="1805464"/>
                  </a:lnTo>
                  <a:lnTo>
                    <a:pt x="4802560" y="1808320"/>
                  </a:lnTo>
                  <a:lnTo>
                    <a:pt x="4802747" y="1811474"/>
                  </a:lnTo>
                  <a:lnTo>
                    <a:pt x="4802934" y="1814656"/>
                  </a:lnTo>
                  <a:lnTo>
                    <a:pt x="4803121" y="1817875"/>
                  </a:lnTo>
                  <a:lnTo>
                    <a:pt x="4803308" y="1820617"/>
                  </a:lnTo>
                  <a:lnTo>
                    <a:pt x="4803495" y="1822790"/>
                  </a:lnTo>
                  <a:lnTo>
                    <a:pt x="4803682" y="1824341"/>
                  </a:lnTo>
                  <a:lnTo>
                    <a:pt x="4803869" y="1825189"/>
                  </a:lnTo>
                  <a:lnTo>
                    <a:pt x="4804056" y="1824904"/>
                  </a:lnTo>
                  <a:lnTo>
                    <a:pt x="4804243" y="1823816"/>
                  </a:lnTo>
                  <a:lnTo>
                    <a:pt x="4804430" y="1820930"/>
                  </a:lnTo>
                  <a:lnTo>
                    <a:pt x="4804616" y="1817260"/>
                  </a:lnTo>
                  <a:lnTo>
                    <a:pt x="4804803" y="1813550"/>
                  </a:lnTo>
                  <a:lnTo>
                    <a:pt x="4804990" y="1810608"/>
                  </a:lnTo>
                  <a:lnTo>
                    <a:pt x="4805177" y="1808494"/>
                  </a:lnTo>
                  <a:lnTo>
                    <a:pt x="4805364" y="1806446"/>
                  </a:lnTo>
                  <a:lnTo>
                    <a:pt x="4805551" y="1804183"/>
                  </a:lnTo>
                  <a:lnTo>
                    <a:pt x="4805738" y="1801964"/>
                  </a:lnTo>
                  <a:lnTo>
                    <a:pt x="4805925" y="1799792"/>
                  </a:lnTo>
                  <a:lnTo>
                    <a:pt x="4806112" y="1798091"/>
                  </a:lnTo>
                  <a:lnTo>
                    <a:pt x="4806299" y="1796326"/>
                  </a:lnTo>
                  <a:lnTo>
                    <a:pt x="4806486" y="1794651"/>
                  </a:lnTo>
                  <a:lnTo>
                    <a:pt x="4806673" y="1793569"/>
                  </a:lnTo>
                  <a:lnTo>
                    <a:pt x="4806859" y="1792261"/>
                  </a:lnTo>
                  <a:lnTo>
                    <a:pt x="4807046" y="1791585"/>
                  </a:lnTo>
                  <a:lnTo>
                    <a:pt x="4807233" y="1791597"/>
                  </a:lnTo>
                  <a:lnTo>
                    <a:pt x="4807420" y="1792179"/>
                  </a:lnTo>
                  <a:lnTo>
                    <a:pt x="4807607" y="1792473"/>
                  </a:lnTo>
                  <a:lnTo>
                    <a:pt x="4807794" y="1792015"/>
                  </a:lnTo>
                  <a:lnTo>
                    <a:pt x="4807981" y="1790786"/>
                  </a:lnTo>
                  <a:lnTo>
                    <a:pt x="4808168" y="1789111"/>
                  </a:lnTo>
                  <a:lnTo>
                    <a:pt x="4808355" y="1786699"/>
                  </a:lnTo>
                  <a:lnTo>
                    <a:pt x="4808542" y="1784184"/>
                  </a:lnTo>
                  <a:lnTo>
                    <a:pt x="4808729" y="1781180"/>
                  </a:lnTo>
                  <a:lnTo>
                    <a:pt x="4808916" y="1778172"/>
                  </a:lnTo>
                  <a:lnTo>
                    <a:pt x="4809103" y="1775621"/>
                  </a:lnTo>
                  <a:lnTo>
                    <a:pt x="4809289" y="1773163"/>
                  </a:lnTo>
                  <a:lnTo>
                    <a:pt x="4809476" y="1769914"/>
                  </a:lnTo>
                  <a:lnTo>
                    <a:pt x="4809663" y="1767091"/>
                  </a:lnTo>
                  <a:lnTo>
                    <a:pt x="4809850" y="1763602"/>
                  </a:lnTo>
                  <a:lnTo>
                    <a:pt x="4810037" y="1759079"/>
                  </a:lnTo>
                  <a:lnTo>
                    <a:pt x="4810224" y="1754909"/>
                  </a:lnTo>
                  <a:lnTo>
                    <a:pt x="4810411" y="1750503"/>
                  </a:lnTo>
                  <a:lnTo>
                    <a:pt x="4810598" y="1746600"/>
                  </a:lnTo>
                  <a:lnTo>
                    <a:pt x="4810785" y="1743119"/>
                  </a:lnTo>
                  <a:lnTo>
                    <a:pt x="4810972" y="1740373"/>
                  </a:lnTo>
                  <a:lnTo>
                    <a:pt x="4811159" y="1739836"/>
                  </a:lnTo>
                  <a:lnTo>
                    <a:pt x="4811346" y="1740557"/>
                  </a:lnTo>
                  <a:lnTo>
                    <a:pt x="4811532" y="1742167"/>
                  </a:lnTo>
                  <a:lnTo>
                    <a:pt x="4811719" y="1743847"/>
                  </a:lnTo>
                  <a:lnTo>
                    <a:pt x="4811906" y="1745518"/>
                  </a:lnTo>
                  <a:lnTo>
                    <a:pt x="4812093" y="1747348"/>
                  </a:lnTo>
                  <a:lnTo>
                    <a:pt x="4812280" y="1748913"/>
                  </a:lnTo>
                  <a:lnTo>
                    <a:pt x="4812467" y="1750127"/>
                  </a:lnTo>
                  <a:lnTo>
                    <a:pt x="4812654" y="1751470"/>
                  </a:lnTo>
                  <a:lnTo>
                    <a:pt x="4812841" y="1753430"/>
                  </a:lnTo>
                  <a:lnTo>
                    <a:pt x="4813028" y="1755843"/>
                  </a:lnTo>
                  <a:lnTo>
                    <a:pt x="4813215" y="1758486"/>
                  </a:lnTo>
                  <a:lnTo>
                    <a:pt x="4813402" y="1760612"/>
                  </a:lnTo>
                  <a:lnTo>
                    <a:pt x="4813589" y="1762244"/>
                  </a:lnTo>
                  <a:lnTo>
                    <a:pt x="4813776" y="1763455"/>
                  </a:lnTo>
                  <a:lnTo>
                    <a:pt x="4813962" y="1764390"/>
                  </a:lnTo>
                  <a:lnTo>
                    <a:pt x="4814149" y="1766033"/>
                  </a:lnTo>
                  <a:lnTo>
                    <a:pt x="4814336" y="1768368"/>
                  </a:lnTo>
                  <a:lnTo>
                    <a:pt x="4814523" y="1770914"/>
                  </a:lnTo>
                  <a:lnTo>
                    <a:pt x="4814710" y="1773349"/>
                  </a:lnTo>
                  <a:lnTo>
                    <a:pt x="4814897" y="1775874"/>
                  </a:lnTo>
                  <a:lnTo>
                    <a:pt x="4815084" y="1778053"/>
                  </a:lnTo>
                  <a:lnTo>
                    <a:pt x="4815271" y="1780102"/>
                  </a:lnTo>
                  <a:lnTo>
                    <a:pt x="4815458" y="1781275"/>
                  </a:lnTo>
                  <a:lnTo>
                    <a:pt x="4815645" y="1782923"/>
                  </a:lnTo>
                  <a:lnTo>
                    <a:pt x="4815832" y="1784199"/>
                  </a:lnTo>
                  <a:lnTo>
                    <a:pt x="4816019" y="1785541"/>
                  </a:lnTo>
                  <a:lnTo>
                    <a:pt x="4816206" y="1787311"/>
                  </a:lnTo>
                  <a:lnTo>
                    <a:pt x="4816392" y="1789248"/>
                  </a:lnTo>
                  <a:lnTo>
                    <a:pt x="4816579" y="1791520"/>
                  </a:lnTo>
                  <a:lnTo>
                    <a:pt x="4816766" y="1793853"/>
                  </a:lnTo>
                  <a:lnTo>
                    <a:pt x="4816953" y="1795354"/>
                  </a:lnTo>
                  <a:lnTo>
                    <a:pt x="4817140" y="1796020"/>
                  </a:lnTo>
                  <a:lnTo>
                    <a:pt x="4817327" y="1796551"/>
                  </a:lnTo>
                  <a:lnTo>
                    <a:pt x="4817514" y="1796565"/>
                  </a:lnTo>
                  <a:lnTo>
                    <a:pt x="4817701" y="1796681"/>
                  </a:lnTo>
                  <a:lnTo>
                    <a:pt x="4817888" y="1797056"/>
                  </a:lnTo>
                  <a:lnTo>
                    <a:pt x="4818075" y="1797749"/>
                  </a:lnTo>
                  <a:lnTo>
                    <a:pt x="4818262" y="1797873"/>
                  </a:lnTo>
                  <a:lnTo>
                    <a:pt x="4818449" y="1797792"/>
                  </a:lnTo>
                  <a:lnTo>
                    <a:pt x="4818635" y="1796815"/>
                  </a:lnTo>
                  <a:lnTo>
                    <a:pt x="4818822" y="1795394"/>
                  </a:lnTo>
                  <a:lnTo>
                    <a:pt x="4819009" y="1792900"/>
                  </a:lnTo>
                  <a:lnTo>
                    <a:pt x="4819196" y="1790893"/>
                  </a:lnTo>
                  <a:lnTo>
                    <a:pt x="4819383" y="1789581"/>
                  </a:lnTo>
                  <a:lnTo>
                    <a:pt x="4819570" y="1788806"/>
                  </a:lnTo>
                  <a:lnTo>
                    <a:pt x="4819757" y="1787946"/>
                  </a:lnTo>
                  <a:lnTo>
                    <a:pt x="4819944" y="1786831"/>
                  </a:lnTo>
                  <a:lnTo>
                    <a:pt x="4820131" y="1785293"/>
                  </a:lnTo>
                  <a:lnTo>
                    <a:pt x="4820318" y="1783639"/>
                  </a:lnTo>
                  <a:lnTo>
                    <a:pt x="4820505" y="1781606"/>
                  </a:lnTo>
                  <a:lnTo>
                    <a:pt x="4820692" y="1779130"/>
                  </a:lnTo>
                  <a:lnTo>
                    <a:pt x="4820879" y="1777195"/>
                  </a:lnTo>
                  <a:lnTo>
                    <a:pt x="4821065" y="1775351"/>
                  </a:lnTo>
                  <a:lnTo>
                    <a:pt x="4821252" y="1772719"/>
                  </a:lnTo>
                  <a:lnTo>
                    <a:pt x="4821439" y="1770833"/>
                  </a:lnTo>
                  <a:lnTo>
                    <a:pt x="4821626" y="1769827"/>
                  </a:lnTo>
                  <a:lnTo>
                    <a:pt x="4821813" y="1769432"/>
                  </a:lnTo>
                  <a:lnTo>
                    <a:pt x="4822000" y="1768939"/>
                  </a:lnTo>
                  <a:lnTo>
                    <a:pt x="4822187" y="1769313"/>
                  </a:lnTo>
                  <a:lnTo>
                    <a:pt x="4822374" y="1769441"/>
                  </a:lnTo>
                  <a:lnTo>
                    <a:pt x="4822561" y="1769514"/>
                  </a:lnTo>
                  <a:lnTo>
                    <a:pt x="4822748" y="1769637"/>
                  </a:lnTo>
                  <a:lnTo>
                    <a:pt x="4822935" y="1770251"/>
                  </a:lnTo>
                  <a:lnTo>
                    <a:pt x="4823122" y="1771524"/>
                  </a:lnTo>
                  <a:lnTo>
                    <a:pt x="4823309" y="1773240"/>
                  </a:lnTo>
                  <a:lnTo>
                    <a:pt x="4823495" y="1775554"/>
                  </a:lnTo>
                  <a:lnTo>
                    <a:pt x="4823682" y="1778189"/>
                  </a:lnTo>
                  <a:lnTo>
                    <a:pt x="4823869" y="1780297"/>
                  </a:lnTo>
                  <a:lnTo>
                    <a:pt x="4824056" y="1782390"/>
                  </a:lnTo>
                  <a:lnTo>
                    <a:pt x="4824243" y="1784558"/>
                  </a:lnTo>
                  <a:lnTo>
                    <a:pt x="4824430" y="1785856"/>
                  </a:lnTo>
                  <a:lnTo>
                    <a:pt x="4824617" y="1787482"/>
                  </a:lnTo>
                  <a:lnTo>
                    <a:pt x="4824804" y="1790012"/>
                  </a:lnTo>
                  <a:lnTo>
                    <a:pt x="4824991" y="1792876"/>
                  </a:lnTo>
                  <a:lnTo>
                    <a:pt x="4825178" y="1795632"/>
                  </a:lnTo>
                  <a:lnTo>
                    <a:pt x="4825365" y="1798010"/>
                  </a:lnTo>
                  <a:lnTo>
                    <a:pt x="4825552" y="1800946"/>
                  </a:lnTo>
                  <a:lnTo>
                    <a:pt x="4825738" y="1804183"/>
                  </a:lnTo>
                  <a:lnTo>
                    <a:pt x="4825925" y="1807641"/>
                  </a:lnTo>
                  <a:lnTo>
                    <a:pt x="4826112" y="1811010"/>
                  </a:lnTo>
                  <a:lnTo>
                    <a:pt x="4826299" y="1813716"/>
                  </a:lnTo>
                  <a:lnTo>
                    <a:pt x="4826486" y="1815935"/>
                  </a:lnTo>
                  <a:lnTo>
                    <a:pt x="4826673" y="1817000"/>
                  </a:lnTo>
                  <a:lnTo>
                    <a:pt x="4826860" y="1818711"/>
                  </a:lnTo>
                  <a:lnTo>
                    <a:pt x="4827047" y="1820977"/>
                  </a:lnTo>
                  <a:lnTo>
                    <a:pt x="4827234" y="1823361"/>
                  </a:lnTo>
                  <a:lnTo>
                    <a:pt x="4827421" y="1825597"/>
                  </a:lnTo>
                  <a:lnTo>
                    <a:pt x="4827608" y="1828477"/>
                  </a:lnTo>
                  <a:lnTo>
                    <a:pt x="4827795" y="1831422"/>
                  </a:lnTo>
                  <a:lnTo>
                    <a:pt x="4827982" y="1833414"/>
                  </a:lnTo>
                  <a:lnTo>
                    <a:pt x="4828168" y="1837227"/>
                  </a:lnTo>
                  <a:lnTo>
                    <a:pt x="4828355" y="1839908"/>
                  </a:lnTo>
                  <a:lnTo>
                    <a:pt x="4828542" y="1841253"/>
                  </a:lnTo>
                  <a:lnTo>
                    <a:pt x="4828729" y="1843317"/>
                  </a:lnTo>
                  <a:lnTo>
                    <a:pt x="4828916" y="1845267"/>
                  </a:lnTo>
                  <a:lnTo>
                    <a:pt x="4829103" y="1846928"/>
                  </a:lnTo>
                  <a:lnTo>
                    <a:pt x="4829290" y="1848916"/>
                  </a:lnTo>
                  <a:lnTo>
                    <a:pt x="4829477" y="1851907"/>
                  </a:lnTo>
                  <a:lnTo>
                    <a:pt x="4829664" y="1853591"/>
                  </a:lnTo>
                  <a:lnTo>
                    <a:pt x="4829851" y="1853315"/>
                  </a:lnTo>
                  <a:lnTo>
                    <a:pt x="4830038" y="1853171"/>
                  </a:lnTo>
                  <a:lnTo>
                    <a:pt x="4830225" y="1853587"/>
                  </a:lnTo>
                  <a:lnTo>
                    <a:pt x="4830411" y="1852728"/>
                  </a:lnTo>
                  <a:lnTo>
                    <a:pt x="4830598" y="1852735"/>
                  </a:lnTo>
                  <a:lnTo>
                    <a:pt x="4830785" y="1852770"/>
                  </a:lnTo>
                  <a:lnTo>
                    <a:pt x="4830972" y="1852550"/>
                  </a:lnTo>
                  <a:lnTo>
                    <a:pt x="4831159" y="1852324"/>
                  </a:lnTo>
                  <a:lnTo>
                    <a:pt x="4831346" y="1851521"/>
                  </a:lnTo>
                  <a:lnTo>
                    <a:pt x="4831533" y="1851485"/>
                  </a:lnTo>
                  <a:lnTo>
                    <a:pt x="4831720" y="1850656"/>
                  </a:lnTo>
                  <a:lnTo>
                    <a:pt x="4831907" y="1850483"/>
                  </a:lnTo>
                  <a:lnTo>
                    <a:pt x="4832094" y="1850474"/>
                  </a:lnTo>
                  <a:lnTo>
                    <a:pt x="4832281" y="1851041"/>
                  </a:lnTo>
                  <a:lnTo>
                    <a:pt x="4832468" y="1852632"/>
                  </a:lnTo>
                  <a:lnTo>
                    <a:pt x="4832655" y="1854998"/>
                  </a:lnTo>
                  <a:lnTo>
                    <a:pt x="4832841" y="1858297"/>
                  </a:lnTo>
                  <a:lnTo>
                    <a:pt x="4833028" y="1862021"/>
                  </a:lnTo>
                  <a:lnTo>
                    <a:pt x="4833215" y="1865472"/>
                  </a:lnTo>
                  <a:lnTo>
                    <a:pt x="4833402" y="1869727"/>
                  </a:lnTo>
                  <a:lnTo>
                    <a:pt x="4833589" y="1873250"/>
                  </a:lnTo>
                  <a:lnTo>
                    <a:pt x="4833776" y="1876307"/>
                  </a:lnTo>
                  <a:lnTo>
                    <a:pt x="4833963" y="1878472"/>
                  </a:lnTo>
                  <a:lnTo>
                    <a:pt x="4834150" y="1880249"/>
                  </a:lnTo>
                  <a:lnTo>
                    <a:pt x="4834337" y="1881042"/>
                  </a:lnTo>
                  <a:lnTo>
                    <a:pt x="4834524" y="1881754"/>
                  </a:lnTo>
                  <a:lnTo>
                    <a:pt x="4834711" y="1882097"/>
                  </a:lnTo>
                  <a:lnTo>
                    <a:pt x="4834898" y="1882569"/>
                  </a:lnTo>
                  <a:lnTo>
                    <a:pt x="4835085" y="1883350"/>
                  </a:lnTo>
                  <a:lnTo>
                    <a:pt x="4835271" y="1883650"/>
                  </a:lnTo>
                  <a:lnTo>
                    <a:pt x="4835458" y="1882701"/>
                  </a:lnTo>
                  <a:lnTo>
                    <a:pt x="4835645" y="1881341"/>
                  </a:lnTo>
                  <a:lnTo>
                    <a:pt x="4835832" y="1879265"/>
                  </a:lnTo>
                  <a:lnTo>
                    <a:pt x="4836019" y="1877074"/>
                  </a:lnTo>
                  <a:lnTo>
                    <a:pt x="4836206" y="1875204"/>
                  </a:lnTo>
                  <a:lnTo>
                    <a:pt x="4836393" y="1873895"/>
                  </a:lnTo>
                  <a:lnTo>
                    <a:pt x="4836580" y="1872944"/>
                  </a:lnTo>
                  <a:lnTo>
                    <a:pt x="4836767" y="1871892"/>
                  </a:lnTo>
                  <a:lnTo>
                    <a:pt x="4836954" y="1869737"/>
                  </a:lnTo>
                  <a:lnTo>
                    <a:pt x="4837141" y="1867046"/>
                  </a:lnTo>
                  <a:lnTo>
                    <a:pt x="4837328" y="1863938"/>
                  </a:lnTo>
                  <a:lnTo>
                    <a:pt x="4837514" y="1860222"/>
                  </a:lnTo>
                  <a:lnTo>
                    <a:pt x="4837701" y="1856310"/>
                  </a:lnTo>
                  <a:lnTo>
                    <a:pt x="4837888" y="1851727"/>
                  </a:lnTo>
                  <a:lnTo>
                    <a:pt x="4838075" y="1846032"/>
                  </a:lnTo>
                  <a:lnTo>
                    <a:pt x="4838262" y="1839255"/>
                  </a:lnTo>
                  <a:lnTo>
                    <a:pt x="4838449" y="1830889"/>
                  </a:lnTo>
                  <a:lnTo>
                    <a:pt x="4838636" y="1821321"/>
                  </a:lnTo>
                  <a:lnTo>
                    <a:pt x="4838823" y="1810777"/>
                  </a:lnTo>
                  <a:lnTo>
                    <a:pt x="4839010" y="1799973"/>
                  </a:lnTo>
                  <a:lnTo>
                    <a:pt x="4839197" y="1788744"/>
                  </a:lnTo>
                  <a:lnTo>
                    <a:pt x="4839384" y="1778986"/>
                  </a:lnTo>
                  <a:lnTo>
                    <a:pt x="4839571" y="1770269"/>
                  </a:lnTo>
                  <a:lnTo>
                    <a:pt x="4839758" y="1761683"/>
                  </a:lnTo>
                  <a:lnTo>
                    <a:pt x="4839944" y="1753479"/>
                  </a:lnTo>
                  <a:lnTo>
                    <a:pt x="4840131" y="1745874"/>
                  </a:lnTo>
                  <a:lnTo>
                    <a:pt x="4840318" y="1738583"/>
                  </a:lnTo>
                  <a:lnTo>
                    <a:pt x="4840505" y="1731073"/>
                  </a:lnTo>
                  <a:lnTo>
                    <a:pt x="4840692" y="1723214"/>
                  </a:lnTo>
                  <a:lnTo>
                    <a:pt x="4840879" y="1716783"/>
                  </a:lnTo>
                  <a:lnTo>
                    <a:pt x="4841066" y="1712136"/>
                  </a:lnTo>
                  <a:lnTo>
                    <a:pt x="4841253" y="1709210"/>
                  </a:lnTo>
                  <a:lnTo>
                    <a:pt x="4841440" y="1707640"/>
                  </a:lnTo>
                  <a:lnTo>
                    <a:pt x="4841627" y="1707580"/>
                  </a:lnTo>
                  <a:lnTo>
                    <a:pt x="4841814" y="1708692"/>
                  </a:lnTo>
                  <a:lnTo>
                    <a:pt x="4842001" y="1710516"/>
                  </a:lnTo>
                  <a:lnTo>
                    <a:pt x="4842187" y="1712473"/>
                  </a:lnTo>
                  <a:lnTo>
                    <a:pt x="4842374" y="1714128"/>
                  </a:lnTo>
                  <a:lnTo>
                    <a:pt x="4842561" y="1715802"/>
                  </a:lnTo>
                  <a:lnTo>
                    <a:pt x="4842748" y="1716303"/>
                  </a:lnTo>
                  <a:lnTo>
                    <a:pt x="4842935" y="1716752"/>
                  </a:lnTo>
                  <a:lnTo>
                    <a:pt x="4843122" y="1716907"/>
                  </a:lnTo>
                  <a:lnTo>
                    <a:pt x="4843309" y="1716817"/>
                  </a:lnTo>
                  <a:lnTo>
                    <a:pt x="4843496" y="1716123"/>
                  </a:lnTo>
                  <a:lnTo>
                    <a:pt x="4843683" y="1715036"/>
                  </a:lnTo>
                  <a:lnTo>
                    <a:pt x="4843870" y="1713587"/>
                  </a:lnTo>
                  <a:lnTo>
                    <a:pt x="4844057" y="1711446"/>
                  </a:lnTo>
                  <a:lnTo>
                    <a:pt x="4844244" y="1709216"/>
                  </a:lnTo>
                  <a:lnTo>
                    <a:pt x="4844431" y="1706271"/>
                  </a:lnTo>
                  <a:lnTo>
                    <a:pt x="4844617" y="1703409"/>
                  </a:lnTo>
                  <a:lnTo>
                    <a:pt x="4844804" y="1699984"/>
                  </a:lnTo>
                  <a:lnTo>
                    <a:pt x="4844991" y="1696280"/>
                  </a:lnTo>
                  <a:lnTo>
                    <a:pt x="4845178" y="1693723"/>
                  </a:lnTo>
                  <a:lnTo>
                    <a:pt x="4845365" y="1691409"/>
                  </a:lnTo>
                  <a:lnTo>
                    <a:pt x="4845552" y="1690219"/>
                  </a:lnTo>
                  <a:lnTo>
                    <a:pt x="4845739" y="1689860"/>
                  </a:lnTo>
                  <a:lnTo>
                    <a:pt x="4845926" y="1689842"/>
                  </a:lnTo>
                  <a:lnTo>
                    <a:pt x="4846113" y="1690494"/>
                  </a:lnTo>
                  <a:lnTo>
                    <a:pt x="4846300" y="1691106"/>
                  </a:lnTo>
                  <a:lnTo>
                    <a:pt x="4846487" y="1691542"/>
                  </a:lnTo>
                  <a:lnTo>
                    <a:pt x="4846674" y="1692268"/>
                  </a:lnTo>
                  <a:lnTo>
                    <a:pt x="4846861" y="1694239"/>
                  </a:lnTo>
                  <a:lnTo>
                    <a:pt x="4847047" y="1696694"/>
                  </a:lnTo>
                  <a:lnTo>
                    <a:pt x="4847234" y="1700155"/>
                  </a:lnTo>
                  <a:lnTo>
                    <a:pt x="4847421" y="1704887"/>
                  </a:lnTo>
                  <a:lnTo>
                    <a:pt x="4847608" y="1709959"/>
                  </a:lnTo>
                  <a:lnTo>
                    <a:pt x="4847795" y="1714913"/>
                  </a:lnTo>
                  <a:lnTo>
                    <a:pt x="4847982" y="1718909"/>
                  </a:lnTo>
                  <a:lnTo>
                    <a:pt x="4848169" y="1722464"/>
                  </a:lnTo>
                  <a:lnTo>
                    <a:pt x="4848356" y="1724619"/>
                  </a:lnTo>
                  <a:lnTo>
                    <a:pt x="4848543" y="1724900"/>
                  </a:lnTo>
                  <a:lnTo>
                    <a:pt x="4848730" y="1723933"/>
                  </a:lnTo>
                  <a:lnTo>
                    <a:pt x="4848917" y="1722306"/>
                  </a:lnTo>
                  <a:lnTo>
                    <a:pt x="4849104" y="1720555"/>
                  </a:lnTo>
                  <a:lnTo>
                    <a:pt x="4849290" y="1718040"/>
                  </a:lnTo>
                  <a:lnTo>
                    <a:pt x="4849477" y="1714381"/>
                  </a:lnTo>
                  <a:lnTo>
                    <a:pt x="4849664" y="1710220"/>
                  </a:lnTo>
                  <a:lnTo>
                    <a:pt x="4849851" y="1705875"/>
                  </a:lnTo>
                  <a:lnTo>
                    <a:pt x="4850038" y="1700301"/>
                  </a:lnTo>
                  <a:lnTo>
                    <a:pt x="4850225" y="1693776"/>
                  </a:lnTo>
                  <a:lnTo>
                    <a:pt x="4850412" y="1687397"/>
                  </a:lnTo>
                  <a:lnTo>
                    <a:pt x="4850599" y="1681402"/>
                  </a:lnTo>
                  <a:lnTo>
                    <a:pt x="4850786" y="1675354"/>
                  </a:lnTo>
                  <a:lnTo>
                    <a:pt x="4850973" y="1669121"/>
                  </a:lnTo>
                  <a:lnTo>
                    <a:pt x="4851160" y="1663178"/>
                  </a:lnTo>
                  <a:lnTo>
                    <a:pt x="4851347" y="1657510"/>
                  </a:lnTo>
                  <a:lnTo>
                    <a:pt x="4851534" y="1651478"/>
                  </a:lnTo>
                  <a:lnTo>
                    <a:pt x="4851720" y="1646105"/>
                  </a:lnTo>
                  <a:lnTo>
                    <a:pt x="4851907" y="1640759"/>
                  </a:lnTo>
                  <a:lnTo>
                    <a:pt x="4852094" y="1636223"/>
                  </a:lnTo>
                  <a:lnTo>
                    <a:pt x="4852281" y="1633586"/>
                  </a:lnTo>
                  <a:lnTo>
                    <a:pt x="4852468" y="1631580"/>
                  </a:lnTo>
                  <a:lnTo>
                    <a:pt x="4852655" y="1629715"/>
                  </a:lnTo>
                  <a:lnTo>
                    <a:pt x="4852842" y="1629080"/>
                  </a:lnTo>
                  <a:lnTo>
                    <a:pt x="4853029" y="1628814"/>
                  </a:lnTo>
                  <a:lnTo>
                    <a:pt x="4853216" y="1628905"/>
                  </a:lnTo>
                  <a:lnTo>
                    <a:pt x="4853403" y="1629287"/>
                  </a:lnTo>
                  <a:lnTo>
                    <a:pt x="4853590" y="1630128"/>
                  </a:lnTo>
                  <a:lnTo>
                    <a:pt x="4853777" y="1631390"/>
                  </a:lnTo>
                  <a:lnTo>
                    <a:pt x="4853964" y="1632072"/>
                  </a:lnTo>
                  <a:lnTo>
                    <a:pt x="4854150" y="1632696"/>
                  </a:lnTo>
                  <a:lnTo>
                    <a:pt x="4854337" y="1633809"/>
                  </a:lnTo>
                  <a:lnTo>
                    <a:pt x="4854524" y="1635506"/>
                  </a:lnTo>
                  <a:lnTo>
                    <a:pt x="4854711" y="1637393"/>
                  </a:lnTo>
                  <a:lnTo>
                    <a:pt x="4854898" y="1639585"/>
                  </a:lnTo>
                  <a:lnTo>
                    <a:pt x="4855085" y="1641160"/>
                  </a:lnTo>
                  <a:lnTo>
                    <a:pt x="4855272" y="1641846"/>
                  </a:lnTo>
                  <a:lnTo>
                    <a:pt x="4855459" y="1642325"/>
                  </a:lnTo>
                  <a:lnTo>
                    <a:pt x="4855646" y="1642993"/>
                  </a:lnTo>
                  <a:lnTo>
                    <a:pt x="4855833" y="1643471"/>
                  </a:lnTo>
                  <a:lnTo>
                    <a:pt x="4856020" y="1644541"/>
                  </a:lnTo>
                  <a:lnTo>
                    <a:pt x="4856207" y="1646147"/>
                  </a:lnTo>
                  <a:lnTo>
                    <a:pt x="4856393" y="1648483"/>
                  </a:lnTo>
                  <a:lnTo>
                    <a:pt x="4856580" y="1650156"/>
                  </a:lnTo>
                  <a:lnTo>
                    <a:pt x="4856767" y="1651407"/>
                  </a:lnTo>
                  <a:lnTo>
                    <a:pt x="4856954" y="1652480"/>
                  </a:lnTo>
                  <a:lnTo>
                    <a:pt x="4857141" y="1653516"/>
                  </a:lnTo>
                  <a:lnTo>
                    <a:pt x="4857328" y="1655238"/>
                  </a:lnTo>
                  <a:lnTo>
                    <a:pt x="4857515" y="1657656"/>
                  </a:lnTo>
                  <a:lnTo>
                    <a:pt x="4857702" y="1660471"/>
                  </a:lnTo>
                  <a:lnTo>
                    <a:pt x="4857889" y="1663409"/>
                  </a:lnTo>
                  <a:lnTo>
                    <a:pt x="4858076" y="1667291"/>
                  </a:lnTo>
                  <a:lnTo>
                    <a:pt x="4858263" y="1670946"/>
                  </a:lnTo>
                  <a:lnTo>
                    <a:pt x="4858450" y="1673813"/>
                  </a:lnTo>
                  <a:lnTo>
                    <a:pt x="4858637" y="1675987"/>
                  </a:lnTo>
                  <a:lnTo>
                    <a:pt x="4858823" y="1677041"/>
                  </a:lnTo>
                  <a:lnTo>
                    <a:pt x="4859010" y="1677515"/>
                  </a:lnTo>
                  <a:lnTo>
                    <a:pt x="4859197" y="1676408"/>
                  </a:lnTo>
                  <a:lnTo>
                    <a:pt x="4859384" y="1676795"/>
                  </a:lnTo>
                  <a:lnTo>
                    <a:pt x="4859571" y="1676801"/>
                  </a:lnTo>
                  <a:lnTo>
                    <a:pt x="4859758" y="1677161"/>
                  </a:lnTo>
                  <a:lnTo>
                    <a:pt x="4859945" y="1677524"/>
                  </a:lnTo>
                  <a:lnTo>
                    <a:pt x="4860132" y="1677575"/>
                  </a:lnTo>
                  <a:lnTo>
                    <a:pt x="4860319" y="1676586"/>
                  </a:lnTo>
                  <a:lnTo>
                    <a:pt x="4860506" y="1674713"/>
                  </a:lnTo>
                  <a:lnTo>
                    <a:pt x="4860693" y="1672174"/>
                  </a:lnTo>
                  <a:lnTo>
                    <a:pt x="4860880" y="1669307"/>
                  </a:lnTo>
                  <a:lnTo>
                    <a:pt x="4861066" y="1666824"/>
                  </a:lnTo>
                  <a:lnTo>
                    <a:pt x="4861253" y="1665269"/>
                  </a:lnTo>
                  <a:lnTo>
                    <a:pt x="4861440" y="1664161"/>
                  </a:lnTo>
                  <a:lnTo>
                    <a:pt x="4861627" y="1663131"/>
                  </a:lnTo>
                  <a:lnTo>
                    <a:pt x="4861814" y="1662379"/>
                  </a:lnTo>
                  <a:lnTo>
                    <a:pt x="4862001" y="1660990"/>
                  </a:lnTo>
                  <a:lnTo>
                    <a:pt x="4862188" y="1658733"/>
                  </a:lnTo>
                  <a:lnTo>
                    <a:pt x="4862375" y="1655725"/>
                  </a:lnTo>
                  <a:lnTo>
                    <a:pt x="4862562" y="1651304"/>
                  </a:lnTo>
                  <a:lnTo>
                    <a:pt x="4862749" y="1647068"/>
                  </a:lnTo>
                  <a:lnTo>
                    <a:pt x="4862936" y="1642169"/>
                  </a:lnTo>
                  <a:lnTo>
                    <a:pt x="4863123" y="1638078"/>
                  </a:lnTo>
                  <a:lnTo>
                    <a:pt x="4863310" y="1633574"/>
                  </a:lnTo>
                  <a:lnTo>
                    <a:pt x="4863496" y="1629178"/>
                  </a:lnTo>
                  <a:lnTo>
                    <a:pt x="4863683" y="1624652"/>
                  </a:lnTo>
                  <a:lnTo>
                    <a:pt x="4863870" y="1620202"/>
                  </a:lnTo>
                  <a:lnTo>
                    <a:pt x="4864057" y="1615796"/>
                  </a:lnTo>
                  <a:lnTo>
                    <a:pt x="4864244" y="1611133"/>
                  </a:lnTo>
                  <a:lnTo>
                    <a:pt x="4864431" y="1605692"/>
                  </a:lnTo>
                  <a:lnTo>
                    <a:pt x="4864618" y="1600824"/>
                  </a:lnTo>
                  <a:lnTo>
                    <a:pt x="4864805" y="1596478"/>
                  </a:lnTo>
                  <a:lnTo>
                    <a:pt x="4864992" y="1591273"/>
                  </a:lnTo>
                  <a:lnTo>
                    <a:pt x="4865179" y="1585658"/>
                  </a:lnTo>
                  <a:lnTo>
                    <a:pt x="4865366" y="1580848"/>
                  </a:lnTo>
                  <a:lnTo>
                    <a:pt x="4865553" y="1575218"/>
                  </a:lnTo>
                  <a:lnTo>
                    <a:pt x="4865740" y="1569620"/>
                  </a:lnTo>
                  <a:lnTo>
                    <a:pt x="4865926" y="1563944"/>
                  </a:lnTo>
                  <a:lnTo>
                    <a:pt x="4866113" y="1558526"/>
                  </a:lnTo>
                  <a:lnTo>
                    <a:pt x="4866300" y="1555175"/>
                  </a:lnTo>
                  <a:lnTo>
                    <a:pt x="4866487" y="1552283"/>
                  </a:lnTo>
                  <a:lnTo>
                    <a:pt x="4866674" y="1549798"/>
                  </a:lnTo>
                  <a:lnTo>
                    <a:pt x="4866861" y="1546431"/>
                  </a:lnTo>
                  <a:lnTo>
                    <a:pt x="4867048" y="1544047"/>
                  </a:lnTo>
                  <a:lnTo>
                    <a:pt x="4867235" y="1542915"/>
                  </a:lnTo>
                  <a:lnTo>
                    <a:pt x="4867422" y="1542480"/>
                  </a:lnTo>
                  <a:lnTo>
                    <a:pt x="4867609" y="1541165"/>
                  </a:lnTo>
                  <a:lnTo>
                    <a:pt x="4867796" y="1540393"/>
                  </a:lnTo>
                  <a:lnTo>
                    <a:pt x="4867983" y="1539023"/>
                  </a:lnTo>
                  <a:lnTo>
                    <a:pt x="4868169" y="1537483"/>
                  </a:lnTo>
                  <a:lnTo>
                    <a:pt x="4868356" y="1535987"/>
                  </a:lnTo>
                  <a:lnTo>
                    <a:pt x="4868543" y="1535126"/>
                  </a:lnTo>
                  <a:lnTo>
                    <a:pt x="4868730" y="1535182"/>
                  </a:lnTo>
                  <a:lnTo>
                    <a:pt x="4868917" y="1535267"/>
                  </a:lnTo>
                  <a:lnTo>
                    <a:pt x="4869104" y="1536026"/>
                  </a:lnTo>
                  <a:lnTo>
                    <a:pt x="4869291" y="1536201"/>
                  </a:lnTo>
                  <a:lnTo>
                    <a:pt x="4869478" y="1535087"/>
                  </a:lnTo>
                  <a:lnTo>
                    <a:pt x="4869665" y="1533853"/>
                  </a:lnTo>
                  <a:lnTo>
                    <a:pt x="4869852" y="1532325"/>
                  </a:lnTo>
                  <a:lnTo>
                    <a:pt x="4870039" y="1530863"/>
                  </a:lnTo>
                  <a:lnTo>
                    <a:pt x="4870226" y="1528979"/>
                  </a:lnTo>
                  <a:lnTo>
                    <a:pt x="4870413" y="1525881"/>
                  </a:lnTo>
                  <a:lnTo>
                    <a:pt x="4870599" y="1522780"/>
                  </a:lnTo>
                  <a:lnTo>
                    <a:pt x="4870786" y="1520552"/>
                  </a:lnTo>
                  <a:lnTo>
                    <a:pt x="4870973" y="1518748"/>
                  </a:lnTo>
                  <a:lnTo>
                    <a:pt x="4871160" y="1517435"/>
                  </a:lnTo>
                  <a:lnTo>
                    <a:pt x="4871347" y="1516805"/>
                  </a:lnTo>
                  <a:lnTo>
                    <a:pt x="4871534" y="1516046"/>
                  </a:lnTo>
                  <a:lnTo>
                    <a:pt x="4871721" y="1515392"/>
                  </a:lnTo>
                  <a:lnTo>
                    <a:pt x="4871908" y="1513703"/>
                  </a:lnTo>
                  <a:lnTo>
                    <a:pt x="4872095" y="1511809"/>
                  </a:lnTo>
                  <a:lnTo>
                    <a:pt x="4872282" y="1509149"/>
                  </a:lnTo>
                  <a:lnTo>
                    <a:pt x="4872469" y="1506761"/>
                  </a:lnTo>
                  <a:lnTo>
                    <a:pt x="4872656" y="1503882"/>
                  </a:lnTo>
                  <a:lnTo>
                    <a:pt x="4872843" y="1500858"/>
                  </a:lnTo>
                  <a:lnTo>
                    <a:pt x="4873029" y="1497564"/>
                  </a:lnTo>
                  <a:lnTo>
                    <a:pt x="4873216" y="1495044"/>
                  </a:lnTo>
                  <a:lnTo>
                    <a:pt x="4873403" y="1492161"/>
                  </a:lnTo>
                  <a:lnTo>
                    <a:pt x="4873590" y="1488065"/>
                  </a:lnTo>
                  <a:lnTo>
                    <a:pt x="4873777" y="1483958"/>
                  </a:lnTo>
                  <a:lnTo>
                    <a:pt x="4873964" y="1479003"/>
                  </a:lnTo>
                  <a:lnTo>
                    <a:pt x="4874151" y="1473288"/>
                  </a:lnTo>
                  <a:lnTo>
                    <a:pt x="4874338" y="1468494"/>
                  </a:lnTo>
                  <a:lnTo>
                    <a:pt x="4874525" y="1463613"/>
                  </a:lnTo>
                  <a:lnTo>
                    <a:pt x="4874712" y="1459606"/>
                  </a:lnTo>
                  <a:lnTo>
                    <a:pt x="4874899" y="1455321"/>
                  </a:lnTo>
                  <a:lnTo>
                    <a:pt x="4875086" y="1451500"/>
                  </a:lnTo>
                  <a:lnTo>
                    <a:pt x="4875272" y="1448987"/>
                  </a:lnTo>
                  <a:lnTo>
                    <a:pt x="4875459" y="1447679"/>
                  </a:lnTo>
                  <a:lnTo>
                    <a:pt x="4875646" y="1448029"/>
                  </a:lnTo>
                  <a:lnTo>
                    <a:pt x="4875833" y="1448556"/>
                  </a:lnTo>
                  <a:lnTo>
                    <a:pt x="4876020" y="1450962"/>
                  </a:lnTo>
                  <a:lnTo>
                    <a:pt x="4876207" y="1455060"/>
                  </a:lnTo>
                  <a:lnTo>
                    <a:pt x="4876394" y="1459876"/>
                  </a:lnTo>
                  <a:lnTo>
                    <a:pt x="4876581" y="1463939"/>
                  </a:lnTo>
                  <a:lnTo>
                    <a:pt x="4876768" y="1467111"/>
                  </a:lnTo>
                  <a:lnTo>
                    <a:pt x="4876955" y="1470472"/>
                  </a:lnTo>
                  <a:lnTo>
                    <a:pt x="4877142" y="1474795"/>
                  </a:lnTo>
                  <a:lnTo>
                    <a:pt x="4877329" y="1480019"/>
                  </a:lnTo>
                  <a:lnTo>
                    <a:pt x="4877516" y="1485622"/>
                  </a:lnTo>
                  <a:lnTo>
                    <a:pt x="4877702" y="1491623"/>
                  </a:lnTo>
                  <a:lnTo>
                    <a:pt x="4877889" y="1498129"/>
                  </a:lnTo>
                  <a:lnTo>
                    <a:pt x="4878076" y="1505203"/>
                  </a:lnTo>
                  <a:lnTo>
                    <a:pt x="4878263" y="1511694"/>
                  </a:lnTo>
                  <a:lnTo>
                    <a:pt x="4878450" y="1517313"/>
                  </a:lnTo>
                  <a:lnTo>
                    <a:pt x="4878637" y="1522242"/>
                  </a:lnTo>
                  <a:lnTo>
                    <a:pt x="4878824" y="1526208"/>
                  </a:lnTo>
                  <a:lnTo>
                    <a:pt x="4879011" y="1529447"/>
                  </a:lnTo>
                  <a:lnTo>
                    <a:pt x="4879198" y="1532829"/>
                  </a:lnTo>
                  <a:lnTo>
                    <a:pt x="4879385" y="1536036"/>
                  </a:lnTo>
                  <a:lnTo>
                    <a:pt x="4879572" y="1539322"/>
                  </a:lnTo>
                  <a:lnTo>
                    <a:pt x="4879759" y="1542452"/>
                  </a:lnTo>
                  <a:lnTo>
                    <a:pt x="4879945" y="1545106"/>
                  </a:lnTo>
                  <a:lnTo>
                    <a:pt x="4880132" y="1549082"/>
                  </a:lnTo>
                  <a:lnTo>
                    <a:pt x="4880319" y="1553462"/>
                  </a:lnTo>
                  <a:lnTo>
                    <a:pt x="4880506" y="1558168"/>
                  </a:lnTo>
                  <a:lnTo>
                    <a:pt x="4880693" y="1562873"/>
                  </a:lnTo>
                  <a:lnTo>
                    <a:pt x="4880880" y="1567403"/>
                  </a:lnTo>
                  <a:lnTo>
                    <a:pt x="4881067" y="1572083"/>
                  </a:lnTo>
                  <a:lnTo>
                    <a:pt x="4881254" y="1576973"/>
                  </a:lnTo>
                  <a:lnTo>
                    <a:pt x="4881441" y="1582319"/>
                  </a:lnTo>
                  <a:lnTo>
                    <a:pt x="4881628" y="1588080"/>
                  </a:lnTo>
                  <a:lnTo>
                    <a:pt x="4881815" y="1594022"/>
                  </a:lnTo>
                  <a:lnTo>
                    <a:pt x="4882002" y="1599728"/>
                  </a:lnTo>
                  <a:lnTo>
                    <a:pt x="4882189" y="1605838"/>
                  </a:lnTo>
                  <a:lnTo>
                    <a:pt x="4882375" y="1612133"/>
                  </a:lnTo>
                  <a:lnTo>
                    <a:pt x="4882562" y="1617636"/>
                  </a:lnTo>
                  <a:lnTo>
                    <a:pt x="4882749" y="1623350"/>
                  </a:lnTo>
                  <a:lnTo>
                    <a:pt x="4882936" y="1628120"/>
                  </a:lnTo>
                  <a:lnTo>
                    <a:pt x="4883123" y="1632407"/>
                  </a:lnTo>
                  <a:lnTo>
                    <a:pt x="4883310" y="1636376"/>
                  </a:lnTo>
                  <a:lnTo>
                    <a:pt x="4883497" y="1640201"/>
                  </a:lnTo>
                  <a:lnTo>
                    <a:pt x="4883684" y="1644351"/>
                  </a:lnTo>
                  <a:lnTo>
                    <a:pt x="4883871" y="1648652"/>
                  </a:lnTo>
                  <a:lnTo>
                    <a:pt x="4884058" y="1652867"/>
                  </a:lnTo>
                  <a:lnTo>
                    <a:pt x="4884245" y="1656807"/>
                  </a:lnTo>
                  <a:lnTo>
                    <a:pt x="4884432" y="1660164"/>
                  </a:lnTo>
                  <a:lnTo>
                    <a:pt x="4884619" y="1663024"/>
                  </a:lnTo>
                  <a:lnTo>
                    <a:pt x="4884805" y="1665557"/>
                  </a:lnTo>
                  <a:lnTo>
                    <a:pt x="4884992" y="1667637"/>
                  </a:lnTo>
                  <a:lnTo>
                    <a:pt x="4885179" y="1669877"/>
                  </a:lnTo>
                  <a:lnTo>
                    <a:pt x="4885366" y="1672479"/>
                  </a:lnTo>
                  <a:lnTo>
                    <a:pt x="4885553" y="1674860"/>
                  </a:lnTo>
                  <a:lnTo>
                    <a:pt x="4885740" y="1678405"/>
                  </a:lnTo>
                  <a:lnTo>
                    <a:pt x="4885927" y="1682460"/>
                  </a:lnTo>
                  <a:lnTo>
                    <a:pt x="4886114" y="1686058"/>
                  </a:lnTo>
                  <a:lnTo>
                    <a:pt x="4886301" y="1689681"/>
                  </a:lnTo>
                  <a:lnTo>
                    <a:pt x="4886488" y="1692865"/>
                  </a:lnTo>
                  <a:lnTo>
                    <a:pt x="4886675" y="1696094"/>
                  </a:lnTo>
                  <a:lnTo>
                    <a:pt x="4886862" y="1700008"/>
                  </a:lnTo>
                  <a:lnTo>
                    <a:pt x="4887048" y="1704583"/>
                  </a:lnTo>
                  <a:lnTo>
                    <a:pt x="4887235" y="1709386"/>
                  </a:lnTo>
                  <a:lnTo>
                    <a:pt x="4887422" y="1715418"/>
                  </a:lnTo>
                  <a:lnTo>
                    <a:pt x="4887609" y="1722235"/>
                  </a:lnTo>
                  <a:lnTo>
                    <a:pt x="4887796" y="1729014"/>
                  </a:lnTo>
                  <a:lnTo>
                    <a:pt x="4887983" y="1735459"/>
                  </a:lnTo>
                  <a:lnTo>
                    <a:pt x="4888170" y="1741564"/>
                  </a:lnTo>
                  <a:lnTo>
                    <a:pt x="4888357" y="1747845"/>
                  </a:lnTo>
                  <a:lnTo>
                    <a:pt x="4888544" y="1754069"/>
                  </a:lnTo>
                  <a:lnTo>
                    <a:pt x="4888731" y="1760253"/>
                  </a:lnTo>
                  <a:lnTo>
                    <a:pt x="4888918" y="1766989"/>
                  </a:lnTo>
                  <a:lnTo>
                    <a:pt x="4889105" y="1772528"/>
                  </a:lnTo>
                  <a:lnTo>
                    <a:pt x="4889292" y="1778096"/>
                  </a:lnTo>
                  <a:lnTo>
                    <a:pt x="4889478" y="1783442"/>
                  </a:lnTo>
                  <a:lnTo>
                    <a:pt x="4889665" y="1787603"/>
                  </a:lnTo>
                  <a:lnTo>
                    <a:pt x="4889852" y="1791217"/>
                  </a:lnTo>
                  <a:lnTo>
                    <a:pt x="4890039" y="1794706"/>
                  </a:lnTo>
                  <a:lnTo>
                    <a:pt x="4890226" y="1797300"/>
                  </a:lnTo>
                  <a:lnTo>
                    <a:pt x="4890413" y="1799396"/>
                  </a:lnTo>
                  <a:lnTo>
                    <a:pt x="4890600" y="1801141"/>
                  </a:lnTo>
                  <a:lnTo>
                    <a:pt x="4890787" y="1802394"/>
                  </a:lnTo>
                  <a:lnTo>
                    <a:pt x="4890974" y="1803413"/>
                  </a:lnTo>
                  <a:lnTo>
                    <a:pt x="4891161" y="1803910"/>
                  </a:lnTo>
                  <a:lnTo>
                    <a:pt x="4891348" y="1803479"/>
                  </a:lnTo>
                  <a:lnTo>
                    <a:pt x="4891535" y="1802805"/>
                  </a:lnTo>
                  <a:lnTo>
                    <a:pt x="4891722" y="1801687"/>
                  </a:lnTo>
                  <a:lnTo>
                    <a:pt x="4891908" y="1799875"/>
                  </a:lnTo>
                  <a:lnTo>
                    <a:pt x="4892095" y="1797615"/>
                  </a:lnTo>
                  <a:lnTo>
                    <a:pt x="4892282" y="1795207"/>
                  </a:lnTo>
                  <a:lnTo>
                    <a:pt x="4892469" y="1792828"/>
                  </a:lnTo>
                  <a:lnTo>
                    <a:pt x="4892656" y="1790946"/>
                  </a:lnTo>
                  <a:lnTo>
                    <a:pt x="4892843" y="1789002"/>
                  </a:lnTo>
                  <a:lnTo>
                    <a:pt x="4893030" y="1786926"/>
                  </a:lnTo>
                  <a:lnTo>
                    <a:pt x="4893217" y="1784463"/>
                  </a:lnTo>
                  <a:lnTo>
                    <a:pt x="4893404" y="1782123"/>
                  </a:lnTo>
                  <a:lnTo>
                    <a:pt x="4893591" y="1780320"/>
                  </a:lnTo>
                  <a:lnTo>
                    <a:pt x="4893778" y="1778447"/>
                  </a:lnTo>
                  <a:lnTo>
                    <a:pt x="4893965" y="1776969"/>
                  </a:lnTo>
                  <a:lnTo>
                    <a:pt x="4894151" y="1775949"/>
                  </a:lnTo>
                  <a:lnTo>
                    <a:pt x="4894338" y="1774700"/>
                  </a:lnTo>
                  <a:lnTo>
                    <a:pt x="4894525" y="1773943"/>
                  </a:lnTo>
                  <a:lnTo>
                    <a:pt x="4894712" y="1773266"/>
                  </a:lnTo>
                  <a:lnTo>
                    <a:pt x="4894899" y="1772131"/>
                  </a:lnTo>
                  <a:lnTo>
                    <a:pt x="4895086" y="1770619"/>
                  </a:lnTo>
                  <a:lnTo>
                    <a:pt x="4895273" y="1768595"/>
                  </a:lnTo>
                  <a:lnTo>
                    <a:pt x="4895460" y="1766010"/>
                  </a:lnTo>
                  <a:lnTo>
                    <a:pt x="4895647" y="1763643"/>
                  </a:lnTo>
                  <a:lnTo>
                    <a:pt x="4895834" y="1761937"/>
                  </a:lnTo>
                  <a:lnTo>
                    <a:pt x="4896021" y="1760934"/>
                  </a:lnTo>
                  <a:lnTo>
                    <a:pt x="4896208" y="1760539"/>
                  </a:lnTo>
                  <a:lnTo>
                    <a:pt x="4896395" y="1759712"/>
                  </a:lnTo>
                  <a:lnTo>
                    <a:pt x="4896581" y="1759685"/>
                  </a:lnTo>
                  <a:lnTo>
                    <a:pt x="4896768" y="1758618"/>
                  </a:lnTo>
                  <a:lnTo>
                    <a:pt x="4896955" y="1757342"/>
                  </a:lnTo>
                  <a:lnTo>
                    <a:pt x="4897142" y="1756130"/>
                  </a:lnTo>
                  <a:lnTo>
                    <a:pt x="4897329" y="1754610"/>
                  </a:lnTo>
                  <a:lnTo>
                    <a:pt x="4897516" y="1753464"/>
                  </a:lnTo>
                  <a:lnTo>
                    <a:pt x="4897703" y="1752809"/>
                  </a:lnTo>
                  <a:lnTo>
                    <a:pt x="4897890" y="1752156"/>
                  </a:lnTo>
                  <a:lnTo>
                    <a:pt x="4898077" y="1751879"/>
                  </a:lnTo>
                  <a:lnTo>
                    <a:pt x="4898264" y="1752181"/>
                  </a:lnTo>
                  <a:lnTo>
                    <a:pt x="4898451" y="1752089"/>
                  </a:lnTo>
                  <a:lnTo>
                    <a:pt x="4898638" y="1751556"/>
                  </a:lnTo>
                  <a:lnTo>
                    <a:pt x="4898824" y="1750803"/>
                  </a:lnTo>
                  <a:lnTo>
                    <a:pt x="4899011" y="1749483"/>
                  </a:lnTo>
                  <a:lnTo>
                    <a:pt x="4899198" y="1748478"/>
                  </a:lnTo>
                  <a:lnTo>
                    <a:pt x="4899385" y="1747287"/>
                  </a:lnTo>
                  <a:lnTo>
                    <a:pt x="4899572" y="1746397"/>
                  </a:lnTo>
                  <a:lnTo>
                    <a:pt x="4899759" y="1745510"/>
                  </a:lnTo>
                  <a:lnTo>
                    <a:pt x="4899946" y="1747328"/>
                  </a:lnTo>
                  <a:lnTo>
                    <a:pt x="4900133" y="1749133"/>
                  </a:lnTo>
                  <a:lnTo>
                    <a:pt x="4900320" y="1751042"/>
                  </a:lnTo>
                  <a:lnTo>
                    <a:pt x="4900507" y="1753309"/>
                  </a:lnTo>
                  <a:lnTo>
                    <a:pt x="4900694" y="1756504"/>
                  </a:lnTo>
                  <a:lnTo>
                    <a:pt x="4900881" y="1760022"/>
                  </a:lnTo>
                  <a:lnTo>
                    <a:pt x="4901068" y="1763647"/>
                  </a:lnTo>
                  <a:lnTo>
                    <a:pt x="4901254" y="1767288"/>
                  </a:lnTo>
                  <a:lnTo>
                    <a:pt x="4901441" y="1771455"/>
                  </a:lnTo>
                  <a:lnTo>
                    <a:pt x="4901628" y="1776203"/>
                  </a:lnTo>
                  <a:lnTo>
                    <a:pt x="4901815" y="1781842"/>
                  </a:lnTo>
                  <a:lnTo>
                    <a:pt x="4902002" y="1787970"/>
                  </a:lnTo>
                  <a:lnTo>
                    <a:pt x="4902189" y="1794352"/>
                  </a:lnTo>
                  <a:lnTo>
                    <a:pt x="4902376" y="1801607"/>
                  </a:lnTo>
                  <a:lnTo>
                    <a:pt x="4902563" y="1809891"/>
                  </a:lnTo>
                  <a:lnTo>
                    <a:pt x="4902750" y="1817814"/>
                  </a:lnTo>
                  <a:lnTo>
                    <a:pt x="4902937" y="1826621"/>
                  </a:lnTo>
                  <a:lnTo>
                    <a:pt x="4903124" y="1836108"/>
                  </a:lnTo>
                  <a:lnTo>
                    <a:pt x="4903311" y="1846024"/>
                  </a:lnTo>
                  <a:lnTo>
                    <a:pt x="4903498" y="1854669"/>
                  </a:lnTo>
                  <a:lnTo>
                    <a:pt x="4903684" y="1861475"/>
                  </a:lnTo>
                  <a:lnTo>
                    <a:pt x="4903871" y="1867274"/>
                  </a:lnTo>
                  <a:lnTo>
                    <a:pt x="4904058" y="1873106"/>
                  </a:lnTo>
                  <a:lnTo>
                    <a:pt x="4904245" y="1879550"/>
                  </a:lnTo>
                  <a:lnTo>
                    <a:pt x="4904432" y="1886222"/>
                  </a:lnTo>
                  <a:lnTo>
                    <a:pt x="4904619" y="1893244"/>
                  </a:lnTo>
                  <a:lnTo>
                    <a:pt x="4904806" y="1899016"/>
                  </a:lnTo>
                  <a:lnTo>
                    <a:pt x="4904993" y="1904579"/>
                  </a:lnTo>
                  <a:lnTo>
                    <a:pt x="4905180" y="1909745"/>
                  </a:lnTo>
                  <a:lnTo>
                    <a:pt x="4905367" y="1914315"/>
                  </a:lnTo>
                  <a:lnTo>
                    <a:pt x="4905554" y="1919130"/>
                  </a:lnTo>
                  <a:lnTo>
                    <a:pt x="4905741" y="1923637"/>
                  </a:lnTo>
                  <a:lnTo>
                    <a:pt x="4905927" y="1927484"/>
                  </a:lnTo>
                  <a:lnTo>
                    <a:pt x="4906114" y="1930946"/>
                  </a:lnTo>
                  <a:lnTo>
                    <a:pt x="4906301" y="1934246"/>
                  </a:lnTo>
                  <a:lnTo>
                    <a:pt x="4906488" y="1938021"/>
                  </a:lnTo>
                  <a:lnTo>
                    <a:pt x="4906675" y="1942048"/>
                  </a:lnTo>
                  <a:lnTo>
                    <a:pt x="4906862" y="1947027"/>
                  </a:lnTo>
                  <a:lnTo>
                    <a:pt x="4907049" y="1951821"/>
                  </a:lnTo>
                  <a:lnTo>
                    <a:pt x="4907236" y="1956369"/>
                  </a:lnTo>
                  <a:lnTo>
                    <a:pt x="4907423" y="1960709"/>
                  </a:lnTo>
                  <a:lnTo>
                    <a:pt x="4907610" y="1964752"/>
                  </a:lnTo>
                  <a:lnTo>
                    <a:pt x="4907797" y="1969568"/>
                  </a:lnTo>
                  <a:lnTo>
                    <a:pt x="4907984" y="1974308"/>
                  </a:lnTo>
                  <a:lnTo>
                    <a:pt x="4908171" y="1978089"/>
                  </a:lnTo>
                  <a:lnTo>
                    <a:pt x="4908357" y="1981556"/>
                  </a:lnTo>
                  <a:lnTo>
                    <a:pt x="4908544" y="1984772"/>
                  </a:lnTo>
                  <a:lnTo>
                    <a:pt x="4908731" y="1987039"/>
                  </a:lnTo>
                  <a:lnTo>
                    <a:pt x="4908918" y="1989058"/>
                  </a:lnTo>
                  <a:lnTo>
                    <a:pt x="4909105" y="1990286"/>
                  </a:lnTo>
                  <a:lnTo>
                    <a:pt x="4909292" y="1991581"/>
                  </a:lnTo>
                  <a:lnTo>
                    <a:pt x="4909479" y="1992769"/>
                  </a:lnTo>
                  <a:lnTo>
                    <a:pt x="4909666" y="1993913"/>
                  </a:lnTo>
                  <a:lnTo>
                    <a:pt x="4909853" y="1994432"/>
                  </a:lnTo>
                  <a:lnTo>
                    <a:pt x="4910040" y="1994173"/>
                  </a:lnTo>
                  <a:lnTo>
                    <a:pt x="4910227" y="1994450"/>
                  </a:lnTo>
                  <a:lnTo>
                    <a:pt x="4910414" y="1995211"/>
                  </a:lnTo>
                  <a:lnTo>
                    <a:pt x="4910601" y="1995771"/>
                  </a:lnTo>
                  <a:lnTo>
                    <a:pt x="4910787" y="1995773"/>
                  </a:lnTo>
                  <a:lnTo>
                    <a:pt x="4910974" y="1996379"/>
                  </a:lnTo>
                  <a:lnTo>
                    <a:pt x="4911161" y="1996114"/>
                  </a:lnTo>
                  <a:lnTo>
                    <a:pt x="4911348" y="1997349"/>
                  </a:lnTo>
                  <a:lnTo>
                    <a:pt x="4911535" y="1999580"/>
                  </a:lnTo>
                  <a:lnTo>
                    <a:pt x="4911722" y="2001845"/>
                  </a:lnTo>
                  <a:lnTo>
                    <a:pt x="4911909" y="2004745"/>
                  </a:lnTo>
                  <a:lnTo>
                    <a:pt x="4912096" y="2007264"/>
                  </a:lnTo>
                  <a:lnTo>
                    <a:pt x="4912283" y="2010169"/>
                  </a:lnTo>
                  <a:lnTo>
                    <a:pt x="4912470" y="2013468"/>
                  </a:lnTo>
                  <a:lnTo>
                    <a:pt x="4912657" y="2015995"/>
                  </a:lnTo>
                  <a:lnTo>
                    <a:pt x="4912844" y="2018447"/>
                  </a:lnTo>
                  <a:lnTo>
                    <a:pt x="4913030" y="2020315"/>
                  </a:lnTo>
                  <a:lnTo>
                    <a:pt x="4913217" y="2023107"/>
                  </a:lnTo>
                  <a:lnTo>
                    <a:pt x="4913404" y="2024851"/>
                  </a:lnTo>
                  <a:lnTo>
                    <a:pt x="4913591" y="2025263"/>
                  </a:lnTo>
                  <a:lnTo>
                    <a:pt x="4913778" y="2025304"/>
                  </a:lnTo>
                  <a:lnTo>
                    <a:pt x="4913965" y="2026285"/>
                  </a:lnTo>
                  <a:lnTo>
                    <a:pt x="4914152" y="2026375"/>
                  </a:lnTo>
                  <a:lnTo>
                    <a:pt x="4914339" y="2025707"/>
                  </a:lnTo>
                  <a:lnTo>
                    <a:pt x="4914526" y="2024651"/>
                  </a:lnTo>
                  <a:lnTo>
                    <a:pt x="4914713" y="2023004"/>
                  </a:lnTo>
                  <a:lnTo>
                    <a:pt x="4914900" y="2020929"/>
                  </a:lnTo>
                  <a:lnTo>
                    <a:pt x="4915087" y="2018632"/>
                  </a:lnTo>
                  <a:lnTo>
                    <a:pt x="4915274" y="2015707"/>
                  </a:lnTo>
                  <a:lnTo>
                    <a:pt x="4915460" y="2012960"/>
                  </a:lnTo>
                  <a:lnTo>
                    <a:pt x="4915647" y="2009449"/>
                  </a:lnTo>
                  <a:lnTo>
                    <a:pt x="4915834" y="2005228"/>
                  </a:lnTo>
                  <a:lnTo>
                    <a:pt x="4916021" y="2001482"/>
                  </a:lnTo>
                  <a:lnTo>
                    <a:pt x="4916208" y="1998469"/>
                  </a:lnTo>
                  <a:lnTo>
                    <a:pt x="4916395" y="1995854"/>
                  </a:lnTo>
                  <a:lnTo>
                    <a:pt x="4916582" y="1993731"/>
                  </a:lnTo>
                  <a:lnTo>
                    <a:pt x="4916769" y="1991965"/>
                  </a:lnTo>
                  <a:lnTo>
                    <a:pt x="4916956" y="1990195"/>
                  </a:lnTo>
                  <a:lnTo>
                    <a:pt x="4917143" y="1988350"/>
                  </a:lnTo>
                  <a:lnTo>
                    <a:pt x="4917330" y="1986422"/>
                  </a:lnTo>
                  <a:lnTo>
                    <a:pt x="4917517" y="1983998"/>
                  </a:lnTo>
                  <a:lnTo>
                    <a:pt x="4917703" y="1981331"/>
                  </a:lnTo>
                  <a:lnTo>
                    <a:pt x="4917890" y="1978561"/>
                  </a:lnTo>
                  <a:lnTo>
                    <a:pt x="4918077" y="1975896"/>
                  </a:lnTo>
                  <a:lnTo>
                    <a:pt x="4918264" y="1973336"/>
                  </a:lnTo>
                  <a:lnTo>
                    <a:pt x="4918451" y="1971180"/>
                  </a:lnTo>
                  <a:lnTo>
                    <a:pt x="4918638" y="1969180"/>
                  </a:lnTo>
                  <a:lnTo>
                    <a:pt x="4918825" y="1966751"/>
                  </a:lnTo>
                  <a:lnTo>
                    <a:pt x="4919012" y="1963903"/>
                  </a:lnTo>
                  <a:lnTo>
                    <a:pt x="4919199" y="1960717"/>
                  </a:lnTo>
                  <a:lnTo>
                    <a:pt x="4919386" y="1956356"/>
                  </a:lnTo>
                  <a:lnTo>
                    <a:pt x="4919573" y="1951662"/>
                  </a:lnTo>
                  <a:lnTo>
                    <a:pt x="4919760" y="1946800"/>
                  </a:lnTo>
                  <a:lnTo>
                    <a:pt x="4919947" y="1941398"/>
                  </a:lnTo>
                  <a:lnTo>
                    <a:pt x="4920133" y="1935766"/>
                  </a:lnTo>
                  <a:lnTo>
                    <a:pt x="4920320" y="1930165"/>
                  </a:lnTo>
                  <a:lnTo>
                    <a:pt x="4920507" y="1924642"/>
                  </a:lnTo>
                  <a:lnTo>
                    <a:pt x="4920694" y="1919078"/>
                  </a:lnTo>
                  <a:lnTo>
                    <a:pt x="4920881" y="1912922"/>
                  </a:lnTo>
                  <a:lnTo>
                    <a:pt x="4921068" y="1907474"/>
                  </a:lnTo>
                  <a:lnTo>
                    <a:pt x="4921255" y="1902054"/>
                  </a:lnTo>
                  <a:lnTo>
                    <a:pt x="4921442" y="1896324"/>
                  </a:lnTo>
                  <a:lnTo>
                    <a:pt x="4921629" y="1890840"/>
                  </a:lnTo>
                  <a:lnTo>
                    <a:pt x="4921816" y="1885354"/>
                  </a:lnTo>
                  <a:lnTo>
                    <a:pt x="4922003" y="1880387"/>
                  </a:lnTo>
                  <a:lnTo>
                    <a:pt x="4922190" y="1875176"/>
                  </a:lnTo>
                  <a:lnTo>
                    <a:pt x="4922377" y="1869885"/>
                  </a:lnTo>
                  <a:lnTo>
                    <a:pt x="4922563" y="1864087"/>
                  </a:lnTo>
                  <a:lnTo>
                    <a:pt x="4922750" y="1858200"/>
                  </a:lnTo>
                  <a:lnTo>
                    <a:pt x="4922937" y="1852378"/>
                  </a:lnTo>
                  <a:lnTo>
                    <a:pt x="4923124" y="1846489"/>
                  </a:lnTo>
                  <a:lnTo>
                    <a:pt x="4923311" y="1841019"/>
                  </a:lnTo>
                  <a:lnTo>
                    <a:pt x="4923498" y="1835653"/>
                  </a:lnTo>
                  <a:lnTo>
                    <a:pt x="4923685" y="1830905"/>
                  </a:lnTo>
                  <a:lnTo>
                    <a:pt x="4923872" y="1826761"/>
                  </a:lnTo>
                  <a:lnTo>
                    <a:pt x="4924059" y="1822235"/>
                  </a:lnTo>
                  <a:lnTo>
                    <a:pt x="4924246" y="1817837"/>
                  </a:lnTo>
                  <a:lnTo>
                    <a:pt x="4924433" y="1813187"/>
                  </a:lnTo>
                  <a:lnTo>
                    <a:pt x="4924620" y="1808545"/>
                  </a:lnTo>
                  <a:lnTo>
                    <a:pt x="4924806" y="1803547"/>
                  </a:lnTo>
                  <a:lnTo>
                    <a:pt x="4924993" y="1798681"/>
                  </a:lnTo>
                  <a:lnTo>
                    <a:pt x="4925180" y="1793885"/>
                  </a:lnTo>
                  <a:lnTo>
                    <a:pt x="4925367" y="1790029"/>
                  </a:lnTo>
                  <a:lnTo>
                    <a:pt x="4925554" y="1787209"/>
                  </a:lnTo>
                  <a:lnTo>
                    <a:pt x="4925741" y="1784907"/>
                  </a:lnTo>
                  <a:lnTo>
                    <a:pt x="4925928" y="1782727"/>
                  </a:lnTo>
                  <a:lnTo>
                    <a:pt x="4926115" y="1780592"/>
                  </a:lnTo>
                  <a:lnTo>
                    <a:pt x="4926302" y="1778889"/>
                  </a:lnTo>
                  <a:lnTo>
                    <a:pt x="4926489" y="1776583"/>
                  </a:lnTo>
                  <a:lnTo>
                    <a:pt x="4926676" y="1774641"/>
                  </a:lnTo>
                  <a:lnTo>
                    <a:pt x="4926863" y="1772795"/>
                  </a:lnTo>
                  <a:lnTo>
                    <a:pt x="4927050" y="1770812"/>
                  </a:lnTo>
                  <a:lnTo>
                    <a:pt x="4927236" y="1769391"/>
                  </a:lnTo>
                  <a:lnTo>
                    <a:pt x="4927423" y="1768454"/>
                  </a:lnTo>
                  <a:lnTo>
                    <a:pt x="4927610" y="1767965"/>
                  </a:lnTo>
                  <a:lnTo>
                    <a:pt x="4927797" y="1767500"/>
                  </a:lnTo>
                  <a:lnTo>
                    <a:pt x="4927984" y="1766976"/>
                  </a:lnTo>
                  <a:lnTo>
                    <a:pt x="4928171" y="1766284"/>
                  </a:lnTo>
                  <a:lnTo>
                    <a:pt x="4928358" y="1764553"/>
                  </a:lnTo>
                  <a:lnTo>
                    <a:pt x="4928545" y="1762836"/>
                  </a:lnTo>
                  <a:lnTo>
                    <a:pt x="4928732" y="1762185"/>
                  </a:lnTo>
                  <a:lnTo>
                    <a:pt x="4928919" y="1762132"/>
                  </a:lnTo>
                  <a:lnTo>
                    <a:pt x="4929106" y="1762370"/>
                  </a:lnTo>
                  <a:lnTo>
                    <a:pt x="4929293" y="1763074"/>
                  </a:lnTo>
                  <a:lnTo>
                    <a:pt x="4929479" y="1763795"/>
                  </a:lnTo>
                  <a:lnTo>
                    <a:pt x="4929666" y="1764789"/>
                  </a:lnTo>
                  <a:lnTo>
                    <a:pt x="4929853" y="1765932"/>
                  </a:lnTo>
                  <a:lnTo>
                    <a:pt x="4930040" y="1767111"/>
                  </a:lnTo>
                  <a:lnTo>
                    <a:pt x="4930227" y="1768316"/>
                  </a:lnTo>
                  <a:lnTo>
                    <a:pt x="4930414" y="1769758"/>
                  </a:lnTo>
                  <a:lnTo>
                    <a:pt x="4930601" y="1771755"/>
                  </a:lnTo>
                  <a:lnTo>
                    <a:pt x="4930788" y="1773954"/>
                  </a:lnTo>
                  <a:lnTo>
                    <a:pt x="4930975" y="1776118"/>
                  </a:lnTo>
                  <a:lnTo>
                    <a:pt x="4931162" y="1779100"/>
                  </a:lnTo>
                  <a:lnTo>
                    <a:pt x="4931349" y="1782407"/>
                  </a:lnTo>
                  <a:lnTo>
                    <a:pt x="4931536" y="1785652"/>
                  </a:lnTo>
                  <a:lnTo>
                    <a:pt x="4931723" y="1789435"/>
                  </a:lnTo>
                  <a:lnTo>
                    <a:pt x="4931909" y="1793006"/>
                  </a:lnTo>
                  <a:lnTo>
                    <a:pt x="4932096" y="1796137"/>
                  </a:lnTo>
                  <a:lnTo>
                    <a:pt x="4932283" y="1799383"/>
                  </a:lnTo>
                  <a:lnTo>
                    <a:pt x="4932470" y="1802822"/>
                  </a:lnTo>
                  <a:lnTo>
                    <a:pt x="4932657" y="1806402"/>
                  </a:lnTo>
                  <a:lnTo>
                    <a:pt x="4932844" y="1810457"/>
                  </a:lnTo>
                  <a:lnTo>
                    <a:pt x="4933031" y="1814177"/>
                  </a:lnTo>
                  <a:lnTo>
                    <a:pt x="4933218" y="1817809"/>
                  </a:lnTo>
                  <a:lnTo>
                    <a:pt x="4933405" y="1821231"/>
                  </a:lnTo>
                  <a:lnTo>
                    <a:pt x="4933592" y="1824821"/>
                  </a:lnTo>
                  <a:lnTo>
                    <a:pt x="4933779" y="1829195"/>
                  </a:lnTo>
                  <a:lnTo>
                    <a:pt x="4933966" y="1833651"/>
                  </a:lnTo>
                  <a:lnTo>
                    <a:pt x="4934153" y="1838057"/>
                  </a:lnTo>
                  <a:lnTo>
                    <a:pt x="4934339" y="1842068"/>
                  </a:lnTo>
                  <a:lnTo>
                    <a:pt x="4934526" y="1845026"/>
                  </a:lnTo>
                  <a:lnTo>
                    <a:pt x="4934713" y="1847737"/>
                  </a:lnTo>
                  <a:lnTo>
                    <a:pt x="4934900" y="1850030"/>
                  </a:lnTo>
                  <a:lnTo>
                    <a:pt x="4935087" y="1852533"/>
                  </a:lnTo>
                  <a:lnTo>
                    <a:pt x="4935274" y="1855323"/>
                  </a:lnTo>
                  <a:lnTo>
                    <a:pt x="4935461" y="1858320"/>
                  </a:lnTo>
                  <a:lnTo>
                    <a:pt x="4935648" y="1860349"/>
                  </a:lnTo>
                  <a:lnTo>
                    <a:pt x="4935835" y="1862476"/>
                  </a:lnTo>
                  <a:lnTo>
                    <a:pt x="4936022" y="1864902"/>
                  </a:lnTo>
                  <a:lnTo>
                    <a:pt x="4936209" y="1867351"/>
                  </a:lnTo>
                  <a:lnTo>
                    <a:pt x="4936396" y="1869172"/>
                  </a:lnTo>
                  <a:lnTo>
                    <a:pt x="4936582" y="1870729"/>
                  </a:lnTo>
                  <a:lnTo>
                    <a:pt x="4936769" y="1872532"/>
                  </a:lnTo>
                  <a:lnTo>
                    <a:pt x="4936956" y="1873825"/>
                  </a:lnTo>
                  <a:lnTo>
                    <a:pt x="4937143" y="1875487"/>
                  </a:lnTo>
                  <a:lnTo>
                    <a:pt x="4937330" y="1876739"/>
                  </a:lnTo>
                  <a:lnTo>
                    <a:pt x="4937517" y="1878523"/>
                  </a:lnTo>
                  <a:lnTo>
                    <a:pt x="4937704" y="1880634"/>
                  </a:lnTo>
                  <a:lnTo>
                    <a:pt x="4937891" y="1881718"/>
                  </a:lnTo>
                  <a:lnTo>
                    <a:pt x="4938078" y="1881531"/>
                  </a:lnTo>
                  <a:lnTo>
                    <a:pt x="4938265" y="1881329"/>
                  </a:lnTo>
                  <a:lnTo>
                    <a:pt x="4938452" y="1881662"/>
                  </a:lnTo>
                  <a:lnTo>
                    <a:pt x="4938639" y="1882015"/>
                  </a:lnTo>
                  <a:lnTo>
                    <a:pt x="4938826" y="1881717"/>
                  </a:lnTo>
                  <a:lnTo>
                    <a:pt x="4939012" y="1881130"/>
                  </a:lnTo>
                  <a:lnTo>
                    <a:pt x="4939199" y="1879933"/>
                  </a:lnTo>
                  <a:lnTo>
                    <a:pt x="4939386" y="1878414"/>
                  </a:lnTo>
                  <a:lnTo>
                    <a:pt x="4939573" y="1876174"/>
                  </a:lnTo>
                  <a:lnTo>
                    <a:pt x="4939760" y="1874065"/>
                  </a:lnTo>
                  <a:lnTo>
                    <a:pt x="4939947" y="1871367"/>
                  </a:lnTo>
                  <a:lnTo>
                    <a:pt x="4940134" y="1868053"/>
                  </a:lnTo>
                  <a:lnTo>
                    <a:pt x="4940321" y="1864400"/>
                  </a:lnTo>
                  <a:lnTo>
                    <a:pt x="4940508" y="1861052"/>
                  </a:lnTo>
                  <a:lnTo>
                    <a:pt x="4940695" y="1858401"/>
                  </a:lnTo>
                  <a:lnTo>
                    <a:pt x="4940882" y="1857031"/>
                  </a:lnTo>
                  <a:lnTo>
                    <a:pt x="4941069" y="1855412"/>
                  </a:lnTo>
                  <a:lnTo>
                    <a:pt x="4941256" y="1854763"/>
                  </a:lnTo>
                  <a:lnTo>
                    <a:pt x="4941442" y="1854069"/>
                  </a:lnTo>
                  <a:lnTo>
                    <a:pt x="4941629" y="1853188"/>
                  </a:lnTo>
                  <a:lnTo>
                    <a:pt x="4941816" y="1852073"/>
                  </a:lnTo>
                  <a:lnTo>
                    <a:pt x="4942003" y="1851263"/>
                  </a:lnTo>
                  <a:lnTo>
                    <a:pt x="4942190" y="1850661"/>
                  </a:lnTo>
                  <a:lnTo>
                    <a:pt x="4942377" y="1850766"/>
                  </a:lnTo>
                  <a:lnTo>
                    <a:pt x="4942564" y="1850973"/>
                  </a:lnTo>
                  <a:lnTo>
                    <a:pt x="4942751" y="1852048"/>
                  </a:lnTo>
                  <a:lnTo>
                    <a:pt x="4942938" y="1853509"/>
                  </a:lnTo>
                  <a:lnTo>
                    <a:pt x="4943125" y="1855559"/>
                  </a:lnTo>
                  <a:lnTo>
                    <a:pt x="4943312" y="1857584"/>
                  </a:lnTo>
                  <a:lnTo>
                    <a:pt x="4943499" y="1859925"/>
                  </a:lnTo>
                  <a:lnTo>
                    <a:pt x="4943685" y="1862506"/>
                  </a:lnTo>
                  <a:lnTo>
                    <a:pt x="4943872" y="1865161"/>
                  </a:lnTo>
                  <a:lnTo>
                    <a:pt x="4944059" y="1867619"/>
                  </a:lnTo>
                  <a:lnTo>
                    <a:pt x="4944246" y="1870149"/>
                  </a:lnTo>
                  <a:lnTo>
                    <a:pt x="4944433" y="1872608"/>
                  </a:lnTo>
                  <a:lnTo>
                    <a:pt x="4944620" y="1875051"/>
                  </a:lnTo>
                  <a:lnTo>
                    <a:pt x="4944807" y="1876861"/>
                  </a:lnTo>
                  <a:lnTo>
                    <a:pt x="4944994" y="1878435"/>
                  </a:lnTo>
                  <a:lnTo>
                    <a:pt x="4945181" y="1879840"/>
                  </a:lnTo>
                  <a:lnTo>
                    <a:pt x="4945368" y="1881537"/>
                  </a:lnTo>
                  <a:lnTo>
                    <a:pt x="4945555" y="1882723"/>
                  </a:lnTo>
                  <a:lnTo>
                    <a:pt x="4945742" y="1884096"/>
                  </a:lnTo>
                  <a:lnTo>
                    <a:pt x="4945929" y="1885395"/>
                  </a:lnTo>
                  <a:lnTo>
                    <a:pt x="4946115" y="1886967"/>
                  </a:lnTo>
                  <a:lnTo>
                    <a:pt x="4946302" y="1888764"/>
                  </a:lnTo>
                  <a:lnTo>
                    <a:pt x="4946489" y="1890984"/>
                  </a:lnTo>
                  <a:lnTo>
                    <a:pt x="4946676" y="1893552"/>
                  </a:lnTo>
                  <a:lnTo>
                    <a:pt x="4946863" y="1896595"/>
                  </a:lnTo>
                  <a:lnTo>
                    <a:pt x="4947050" y="1900002"/>
                  </a:lnTo>
                  <a:lnTo>
                    <a:pt x="4947237" y="1903710"/>
                  </a:lnTo>
                  <a:lnTo>
                    <a:pt x="4947424" y="1908662"/>
                  </a:lnTo>
                  <a:lnTo>
                    <a:pt x="4947611" y="1913896"/>
                  </a:lnTo>
                  <a:lnTo>
                    <a:pt x="4947798" y="1919091"/>
                  </a:lnTo>
                  <a:lnTo>
                    <a:pt x="4947985" y="1923751"/>
                  </a:lnTo>
                  <a:lnTo>
                    <a:pt x="4948172" y="1929121"/>
                  </a:lnTo>
                  <a:lnTo>
                    <a:pt x="4948358" y="1934729"/>
                  </a:lnTo>
                  <a:lnTo>
                    <a:pt x="4948545" y="1939995"/>
                  </a:lnTo>
                  <a:lnTo>
                    <a:pt x="4948732" y="1943778"/>
                  </a:lnTo>
                  <a:lnTo>
                    <a:pt x="4948919" y="1946590"/>
                  </a:lnTo>
                  <a:lnTo>
                    <a:pt x="4949106" y="1948608"/>
                  </a:lnTo>
                  <a:lnTo>
                    <a:pt x="4949293" y="1949798"/>
                  </a:lnTo>
                  <a:lnTo>
                    <a:pt x="4949480" y="1950699"/>
                  </a:lnTo>
                  <a:lnTo>
                    <a:pt x="4949667" y="1951662"/>
                  </a:lnTo>
                  <a:lnTo>
                    <a:pt x="4949854" y="1951952"/>
                  </a:lnTo>
                  <a:lnTo>
                    <a:pt x="4950041" y="1952589"/>
                  </a:lnTo>
                  <a:lnTo>
                    <a:pt x="4950228" y="1953376"/>
                  </a:lnTo>
                  <a:lnTo>
                    <a:pt x="4950415" y="1954100"/>
                  </a:lnTo>
                  <a:lnTo>
                    <a:pt x="4950602" y="1954403"/>
                  </a:lnTo>
                  <a:lnTo>
                    <a:pt x="4950788" y="1955202"/>
                  </a:lnTo>
                  <a:lnTo>
                    <a:pt x="4950975" y="1956266"/>
                  </a:lnTo>
                  <a:lnTo>
                    <a:pt x="4951162" y="1957423"/>
                  </a:lnTo>
                  <a:lnTo>
                    <a:pt x="4951349" y="1959370"/>
                  </a:lnTo>
                  <a:lnTo>
                    <a:pt x="4951536" y="1962271"/>
                  </a:lnTo>
                  <a:lnTo>
                    <a:pt x="4951723" y="1966124"/>
                  </a:lnTo>
                  <a:lnTo>
                    <a:pt x="4951910" y="1970293"/>
                  </a:lnTo>
                  <a:lnTo>
                    <a:pt x="4952097" y="1974684"/>
                  </a:lnTo>
                  <a:lnTo>
                    <a:pt x="4952284" y="1978721"/>
                  </a:lnTo>
                  <a:lnTo>
                    <a:pt x="4952471" y="1982618"/>
                  </a:lnTo>
                  <a:lnTo>
                    <a:pt x="4952658" y="1986494"/>
                  </a:lnTo>
                  <a:lnTo>
                    <a:pt x="4952845" y="1990111"/>
                  </a:lnTo>
                  <a:lnTo>
                    <a:pt x="4953032" y="1993790"/>
                  </a:lnTo>
                  <a:lnTo>
                    <a:pt x="4953218" y="1997773"/>
                  </a:lnTo>
                  <a:lnTo>
                    <a:pt x="4953405" y="2001405"/>
                  </a:lnTo>
                  <a:lnTo>
                    <a:pt x="4953592" y="2004400"/>
                  </a:lnTo>
                  <a:lnTo>
                    <a:pt x="4953779" y="2007165"/>
                  </a:lnTo>
                  <a:lnTo>
                    <a:pt x="4953966" y="2009068"/>
                  </a:lnTo>
                  <a:lnTo>
                    <a:pt x="4954153" y="2010033"/>
                  </a:lnTo>
                  <a:lnTo>
                    <a:pt x="4954340" y="2010669"/>
                  </a:lnTo>
                  <a:lnTo>
                    <a:pt x="4954527" y="2010737"/>
                  </a:lnTo>
                  <a:lnTo>
                    <a:pt x="4954714" y="2010757"/>
                  </a:lnTo>
                  <a:lnTo>
                    <a:pt x="4954901" y="2010246"/>
                  </a:lnTo>
                  <a:lnTo>
                    <a:pt x="4955088" y="2009589"/>
                  </a:lnTo>
                  <a:lnTo>
                    <a:pt x="4955275" y="2008457"/>
                  </a:lnTo>
                  <a:lnTo>
                    <a:pt x="4955461" y="2006778"/>
                  </a:lnTo>
                  <a:lnTo>
                    <a:pt x="4955648" y="2004378"/>
                  </a:lnTo>
                  <a:lnTo>
                    <a:pt x="4955835" y="2001416"/>
                  </a:lnTo>
                  <a:lnTo>
                    <a:pt x="4956022" y="1998041"/>
                  </a:lnTo>
                  <a:lnTo>
                    <a:pt x="4956209" y="1994120"/>
                  </a:lnTo>
                  <a:lnTo>
                    <a:pt x="4956396" y="1990030"/>
                  </a:lnTo>
                  <a:lnTo>
                    <a:pt x="4956583" y="1985868"/>
                  </a:lnTo>
                  <a:lnTo>
                    <a:pt x="4956770" y="1983117"/>
                  </a:lnTo>
                  <a:lnTo>
                    <a:pt x="4956957" y="1981101"/>
                  </a:lnTo>
                  <a:lnTo>
                    <a:pt x="4957144" y="1978880"/>
                  </a:lnTo>
                  <a:lnTo>
                    <a:pt x="4957331" y="1977197"/>
                  </a:lnTo>
                  <a:lnTo>
                    <a:pt x="4957518" y="1975623"/>
                  </a:lnTo>
                  <a:lnTo>
                    <a:pt x="4957705" y="1972967"/>
                  </a:lnTo>
                  <a:lnTo>
                    <a:pt x="4957891" y="1970218"/>
                  </a:lnTo>
                  <a:lnTo>
                    <a:pt x="4958078" y="1967877"/>
                  </a:lnTo>
                  <a:lnTo>
                    <a:pt x="4958265" y="1965581"/>
                  </a:lnTo>
                  <a:lnTo>
                    <a:pt x="4958452" y="1963289"/>
                  </a:lnTo>
                  <a:lnTo>
                    <a:pt x="4958639" y="1961441"/>
                  </a:lnTo>
                  <a:lnTo>
                    <a:pt x="4958826" y="1959646"/>
                  </a:lnTo>
                  <a:lnTo>
                    <a:pt x="4959013" y="1958406"/>
                  </a:lnTo>
                  <a:lnTo>
                    <a:pt x="4959200" y="1957087"/>
                  </a:lnTo>
                  <a:lnTo>
                    <a:pt x="4959387" y="1955193"/>
                  </a:lnTo>
                  <a:lnTo>
                    <a:pt x="4959574" y="1953253"/>
                  </a:lnTo>
                  <a:lnTo>
                    <a:pt x="4959761" y="1951050"/>
                  </a:lnTo>
                  <a:lnTo>
                    <a:pt x="4959948" y="1949680"/>
                  </a:lnTo>
                  <a:lnTo>
                    <a:pt x="4960135" y="1948697"/>
                  </a:lnTo>
                  <a:lnTo>
                    <a:pt x="4960321" y="1947420"/>
                  </a:lnTo>
                  <a:lnTo>
                    <a:pt x="4960508" y="1946449"/>
                  </a:lnTo>
                  <a:lnTo>
                    <a:pt x="4960695" y="1945410"/>
                  </a:lnTo>
                  <a:lnTo>
                    <a:pt x="4960882" y="1944073"/>
                  </a:lnTo>
                  <a:lnTo>
                    <a:pt x="4961069" y="1941714"/>
                  </a:lnTo>
                  <a:lnTo>
                    <a:pt x="4961256" y="1939068"/>
                  </a:lnTo>
                  <a:lnTo>
                    <a:pt x="4961443" y="1936900"/>
                  </a:lnTo>
                  <a:lnTo>
                    <a:pt x="4961630" y="1935018"/>
                  </a:lnTo>
                  <a:lnTo>
                    <a:pt x="4961817" y="1933413"/>
                  </a:lnTo>
                  <a:lnTo>
                    <a:pt x="4962004" y="1932584"/>
                  </a:lnTo>
                  <a:lnTo>
                    <a:pt x="4962191" y="1932728"/>
                  </a:lnTo>
                  <a:lnTo>
                    <a:pt x="4962378" y="1932958"/>
                  </a:lnTo>
                  <a:lnTo>
                    <a:pt x="4962564" y="1933509"/>
                  </a:lnTo>
                  <a:lnTo>
                    <a:pt x="4962751" y="1933584"/>
                  </a:lnTo>
                  <a:lnTo>
                    <a:pt x="4962938" y="1933220"/>
                  </a:lnTo>
                  <a:lnTo>
                    <a:pt x="4963125" y="1932865"/>
                  </a:lnTo>
                  <a:lnTo>
                    <a:pt x="4963312" y="1933051"/>
                  </a:lnTo>
                  <a:lnTo>
                    <a:pt x="4963499" y="1934642"/>
                  </a:lnTo>
                  <a:lnTo>
                    <a:pt x="4963686" y="1936537"/>
                  </a:lnTo>
                  <a:lnTo>
                    <a:pt x="4963873" y="1939586"/>
                  </a:lnTo>
                  <a:lnTo>
                    <a:pt x="4964060" y="1942330"/>
                  </a:lnTo>
                  <a:lnTo>
                    <a:pt x="4964247" y="1944767"/>
                  </a:lnTo>
                  <a:lnTo>
                    <a:pt x="4964434" y="1947031"/>
                  </a:lnTo>
                  <a:lnTo>
                    <a:pt x="4964621" y="1948864"/>
                  </a:lnTo>
                  <a:lnTo>
                    <a:pt x="4964808" y="1950572"/>
                  </a:lnTo>
                  <a:lnTo>
                    <a:pt x="4964994" y="1952143"/>
                  </a:lnTo>
                  <a:lnTo>
                    <a:pt x="4965181" y="1953851"/>
                  </a:lnTo>
                  <a:lnTo>
                    <a:pt x="4965368" y="1955800"/>
                  </a:lnTo>
                  <a:lnTo>
                    <a:pt x="4965555" y="1958148"/>
                  </a:lnTo>
                  <a:lnTo>
                    <a:pt x="4965742" y="1961207"/>
                  </a:lnTo>
                  <a:lnTo>
                    <a:pt x="4965929" y="1964569"/>
                  </a:lnTo>
                  <a:lnTo>
                    <a:pt x="4966116" y="1967920"/>
                  </a:lnTo>
                  <a:lnTo>
                    <a:pt x="4966303" y="1970520"/>
                  </a:lnTo>
                  <a:lnTo>
                    <a:pt x="4966490" y="1972387"/>
                  </a:lnTo>
                  <a:lnTo>
                    <a:pt x="4966677" y="1973793"/>
                  </a:lnTo>
                  <a:lnTo>
                    <a:pt x="4966864" y="1974973"/>
                  </a:lnTo>
                  <a:lnTo>
                    <a:pt x="4967051" y="1975937"/>
                  </a:lnTo>
                  <a:lnTo>
                    <a:pt x="4967237" y="1976512"/>
                  </a:lnTo>
                  <a:lnTo>
                    <a:pt x="4967424" y="1976922"/>
                  </a:lnTo>
                  <a:lnTo>
                    <a:pt x="4967611" y="1976800"/>
                  </a:lnTo>
                  <a:lnTo>
                    <a:pt x="4967798" y="1976489"/>
                  </a:lnTo>
                  <a:lnTo>
                    <a:pt x="4967985" y="1976024"/>
                  </a:lnTo>
                  <a:lnTo>
                    <a:pt x="4968172" y="1975264"/>
                  </a:lnTo>
                  <a:lnTo>
                    <a:pt x="4968359" y="1974096"/>
                  </a:lnTo>
                  <a:lnTo>
                    <a:pt x="4968546" y="1972173"/>
                  </a:lnTo>
                  <a:lnTo>
                    <a:pt x="4968733" y="1970072"/>
                  </a:lnTo>
                  <a:lnTo>
                    <a:pt x="4968920" y="1967963"/>
                  </a:lnTo>
                  <a:lnTo>
                    <a:pt x="4969107" y="1965677"/>
                  </a:lnTo>
                  <a:lnTo>
                    <a:pt x="4969294" y="1963962"/>
                  </a:lnTo>
                  <a:lnTo>
                    <a:pt x="4969481" y="1962735"/>
                  </a:lnTo>
                  <a:lnTo>
                    <a:pt x="4969667" y="1961688"/>
                  </a:lnTo>
                  <a:lnTo>
                    <a:pt x="4969854" y="1961169"/>
                  </a:lnTo>
                  <a:lnTo>
                    <a:pt x="4970041" y="1961327"/>
                  </a:lnTo>
                  <a:lnTo>
                    <a:pt x="4970228" y="1961582"/>
                  </a:lnTo>
                  <a:lnTo>
                    <a:pt x="4970415" y="1962594"/>
                  </a:lnTo>
                  <a:lnTo>
                    <a:pt x="4970602" y="1963782"/>
                  </a:lnTo>
                  <a:lnTo>
                    <a:pt x="4970789" y="1965383"/>
                  </a:lnTo>
                  <a:lnTo>
                    <a:pt x="4970976" y="1966991"/>
                  </a:lnTo>
                  <a:lnTo>
                    <a:pt x="4971163" y="1968440"/>
                  </a:lnTo>
                  <a:lnTo>
                    <a:pt x="4971350" y="1970097"/>
                  </a:lnTo>
                  <a:lnTo>
                    <a:pt x="4971537" y="1971927"/>
                  </a:lnTo>
                  <a:lnTo>
                    <a:pt x="4971724" y="1974282"/>
                  </a:lnTo>
                  <a:lnTo>
                    <a:pt x="4971911" y="1977339"/>
                  </a:lnTo>
                  <a:lnTo>
                    <a:pt x="4972097" y="1980677"/>
                  </a:lnTo>
                  <a:lnTo>
                    <a:pt x="4972284" y="1984401"/>
                  </a:lnTo>
                  <a:lnTo>
                    <a:pt x="4972471" y="1987778"/>
                  </a:lnTo>
                  <a:lnTo>
                    <a:pt x="4972658" y="1990744"/>
                  </a:lnTo>
                  <a:lnTo>
                    <a:pt x="4972845" y="1993508"/>
                  </a:lnTo>
                  <a:lnTo>
                    <a:pt x="4973032" y="1996727"/>
                  </a:lnTo>
                  <a:lnTo>
                    <a:pt x="4973219" y="1999448"/>
                  </a:lnTo>
                  <a:lnTo>
                    <a:pt x="4973406" y="2001460"/>
                  </a:lnTo>
                  <a:lnTo>
                    <a:pt x="4973593" y="2002859"/>
                  </a:lnTo>
                  <a:lnTo>
                    <a:pt x="4973780" y="2005283"/>
                  </a:lnTo>
                  <a:lnTo>
                    <a:pt x="4973967" y="2007768"/>
                  </a:lnTo>
                  <a:lnTo>
                    <a:pt x="4974154" y="2009974"/>
                  </a:lnTo>
                  <a:lnTo>
                    <a:pt x="4974340" y="2011906"/>
                  </a:lnTo>
                  <a:lnTo>
                    <a:pt x="4974527" y="2013089"/>
                  </a:lnTo>
                  <a:lnTo>
                    <a:pt x="4974714" y="2013076"/>
                  </a:lnTo>
                  <a:lnTo>
                    <a:pt x="4974901" y="2012329"/>
                  </a:lnTo>
                  <a:lnTo>
                    <a:pt x="4975088" y="2010569"/>
                  </a:lnTo>
                  <a:lnTo>
                    <a:pt x="4975275" y="2009140"/>
                  </a:lnTo>
                  <a:lnTo>
                    <a:pt x="4975462" y="2008677"/>
                  </a:lnTo>
                  <a:lnTo>
                    <a:pt x="4975649" y="2008165"/>
                  </a:lnTo>
                  <a:lnTo>
                    <a:pt x="4975836" y="2007232"/>
                  </a:lnTo>
                  <a:lnTo>
                    <a:pt x="4976023" y="2006469"/>
                  </a:lnTo>
                  <a:lnTo>
                    <a:pt x="4976210" y="2006615"/>
                  </a:lnTo>
                  <a:lnTo>
                    <a:pt x="4976397" y="2006958"/>
                  </a:lnTo>
                  <a:lnTo>
                    <a:pt x="4976584" y="2007716"/>
                  </a:lnTo>
                  <a:lnTo>
                    <a:pt x="4976770" y="2008385"/>
                  </a:lnTo>
                  <a:lnTo>
                    <a:pt x="4976957" y="2008965"/>
                  </a:lnTo>
                  <a:lnTo>
                    <a:pt x="4977144" y="2009713"/>
                  </a:lnTo>
                  <a:lnTo>
                    <a:pt x="4977331" y="2011384"/>
                  </a:lnTo>
                  <a:lnTo>
                    <a:pt x="4977518" y="2013680"/>
                  </a:lnTo>
                  <a:lnTo>
                    <a:pt x="4977705" y="2016451"/>
                  </a:lnTo>
                  <a:lnTo>
                    <a:pt x="4977892" y="2019054"/>
                  </a:lnTo>
                  <a:lnTo>
                    <a:pt x="4978079" y="2021385"/>
                  </a:lnTo>
                  <a:lnTo>
                    <a:pt x="4978266" y="2022986"/>
                  </a:lnTo>
                  <a:lnTo>
                    <a:pt x="4978453" y="2024692"/>
                  </a:lnTo>
                  <a:lnTo>
                    <a:pt x="4978640" y="2026328"/>
                  </a:lnTo>
                  <a:lnTo>
                    <a:pt x="4978827" y="2028448"/>
                  </a:lnTo>
                  <a:lnTo>
                    <a:pt x="4979014" y="2030462"/>
                  </a:lnTo>
                  <a:lnTo>
                    <a:pt x="4979200" y="2032688"/>
                  </a:lnTo>
                  <a:lnTo>
                    <a:pt x="4979387" y="2034640"/>
                  </a:lnTo>
                  <a:lnTo>
                    <a:pt x="4979574" y="2036567"/>
                  </a:lnTo>
                  <a:lnTo>
                    <a:pt x="4979761" y="2038106"/>
                  </a:lnTo>
                  <a:lnTo>
                    <a:pt x="4979948" y="2039680"/>
                  </a:lnTo>
                  <a:lnTo>
                    <a:pt x="4980135" y="2040885"/>
                  </a:lnTo>
                  <a:lnTo>
                    <a:pt x="4980322" y="2041941"/>
                  </a:lnTo>
                  <a:lnTo>
                    <a:pt x="4980509" y="2042689"/>
                  </a:lnTo>
                  <a:lnTo>
                    <a:pt x="4980696" y="2043331"/>
                  </a:lnTo>
                  <a:lnTo>
                    <a:pt x="4980883" y="2043982"/>
                  </a:lnTo>
                  <a:lnTo>
                    <a:pt x="4981070" y="2044527"/>
                  </a:lnTo>
                  <a:lnTo>
                    <a:pt x="4981257" y="2044967"/>
                  </a:lnTo>
                  <a:lnTo>
                    <a:pt x="4981443" y="2045336"/>
                  </a:lnTo>
                  <a:lnTo>
                    <a:pt x="4981630" y="2045450"/>
                  </a:lnTo>
                  <a:lnTo>
                    <a:pt x="4981817" y="2045398"/>
                  </a:lnTo>
                  <a:lnTo>
                    <a:pt x="4982004" y="2044963"/>
                  </a:lnTo>
                  <a:lnTo>
                    <a:pt x="4982191" y="2044789"/>
                  </a:lnTo>
                  <a:lnTo>
                    <a:pt x="4982378" y="2044664"/>
                  </a:lnTo>
                  <a:lnTo>
                    <a:pt x="4982565" y="2044341"/>
                  </a:lnTo>
                  <a:lnTo>
                    <a:pt x="4982752" y="2043403"/>
                  </a:lnTo>
                  <a:lnTo>
                    <a:pt x="4982939" y="2041908"/>
                  </a:lnTo>
                  <a:lnTo>
                    <a:pt x="4983126" y="2039777"/>
                  </a:lnTo>
                  <a:lnTo>
                    <a:pt x="4983313" y="2037195"/>
                  </a:lnTo>
                  <a:lnTo>
                    <a:pt x="4983500" y="2034792"/>
                  </a:lnTo>
                  <a:lnTo>
                    <a:pt x="4983687" y="2032163"/>
                  </a:lnTo>
                  <a:lnTo>
                    <a:pt x="4983873" y="2030347"/>
                  </a:lnTo>
                  <a:lnTo>
                    <a:pt x="4984060" y="2028671"/>
                  </a:lnTo>
                  <a:lnTo>
                    <a:pt x="4984247" y="2026727"/>
                  </a:lnTo>
                  <a:lnTo>
                    <a:pt x="4984434" y="2023960"/>
                  </a:lnTo>
                  <a:lnTo>
                    <a:pt x="4984621" y="2021819"/>
                  </a:lnTo>
                  <a:lnTo>
                    <a:pt x="4984808" y="2019472"/>
                  </a:lnTo>
                  <a:lnTo>
                    <a:pt x="4984995" y="2016930"/>
                  </a:lnTo>
                  <a:lnTo>
                    <a:pt x="4985182" y="2014335"/>
                  </a:lnTo>
                  <a:lnTo>
                    <a:pt x="4985369" y="2012650"/>
                  </a:lnTo>
                  <a:lnTo>
                    <a:pt x="4985556" y="2010978"/>
                  </a:lnTo>
                  <a:lnTo>
                    <a:pt x="4985743" y="2009294"/>
                  </a:lnTo>
                  <a:lnTo>
                    <a:pt x="4985930" y="2008232"/>
                  </a:lnTo>
                  <a:lnTo>
                    <a:pt x="4986116" y="2007757"/>
                  </a:lnTo>
                  <a:lnTo>
                    <a:pt x="4986303" y="2007985"/>
                  </a:lnTo>
                  <a:lnTo>
                    <a:pt x="4986490" y="2008961"/>
                  </a:lnTo>
                  <a:lnTo>
                    <a:pt x="4986677" y="2010624"/>
                  </a:lnTo>
                  <a:lnTo>
                    <a:pt x="4986864" y="2012856"/>
                  </a:lnTo>
                  <a:lnTo>
                    <a:pt x="4987051" y="2015496"/>
                  </a:lnTo>
                  <a:lnTo>
                    <a:pt x="4987238" y="2018907"/>
                  </a:lnTo>
                  <a:lnTo>
                    <a:pt x="4987425" y="2022177"/>
                  </a:lnTo>
                  <a:lnTo>
                    <a:pt x="4987612" y="2025186"/>
                  </a:lnTo>
                  <a:lnTo>
                    <a:pt x="4987799" y="2028666"/>
                  </a:lnTo>
                  <a:lnTo>
                    <a:pt x="4987986" y="2032760"/>
                  </a:lnTo>
                  <a:lnTo>
                    <a:pt x="4988173" y="2036894"/>
                  </a:lnTo>
                  <a:lnTo>
                    <a:pt x="4988360" y="2041512"/>
                  </a:lnTo>
                  <a:lnTo>
                    <a:pt x="4988546" y="2046244"/>
                  </a:lnTo>
                  <a:lnTo>
                    <a:pt x="4988733" y="2050440"/>
                  </a:lnTo>
                  <a:lnTo>
                    <a:pt x="4988920" y="2053923"/>
                  </a:lnTo>
                  <a:lnTo>
                    <a:pt x="4989107" y="2056500"/>
                  </a:lnTo>
                  <a:lnTo>
                    <a:pt x="4989294" y="2058312"/>
                  </a:lnTo>
                  <a:lnTo>
                    <a:pt x="4989481" y="2059130"/>
                  </a:lnTo>
                  <a:lnTo>
                    <a:pt x="4989668" y="2059429"/>
                  </a:lnTo>
                  <a:lnTo>
                    <a:pt x="4989855" y="2059183"/>
                  </a:lnTo>
                  <a:lnTo>
                    <a:pt x="4990042" y="2059148"/>
                  </a:lnTo>
                  <a:lnTo>
                    <a:pt x="4990229" y="2058972"/>
                  </a:lnTo>
                  <a:lnTo>
                    <a:pt x="4990416" y="2059024"/>
                  </a:lnTo>
                  <a:lnTo>
                    <a:pt x="4990603" y="2058787"/>
                  </a:lnTo>
                  <a:lnTo>
                    <a:pt x="4990790" y="2057855"/>
                  </a:lnTo>
                  <a:lnTo>
                    <a:pt x="4990976" y="2057001"/>
                  </a:lnTo>
                  <a:lnTo>
                    <a:pt x="4991163" y="2056227"/>
                  </a:lnTo>
                  <a:lnTo>
                    <a:pt x="4991350" y="2055955"/>
                  </a:lnTo>
                  <a:lnTo>
                    <a:pt x="4991537" y="2056482"/>
                  </a:lnTo>
                  <a:lnTo>
                    <a:pt x="4991724" y="2057371"/>
                  </a:lnTo>
                  <a:lnTo>
                    <a:pt x="4991911" y="2058954"/>
                  </a:lnTo>
                  <a:lnTo>
                    <a:pt x="4992098" y="2060932"/>
                  </a:lnTo>
                  <a:lnTo>
                    <a:pt x="4992285" y="2063745"/>
                  </a:lnTo>
                  <a:lnTo>
                    <a:pt x="4992472" y="2067006"/>
                  </a:lnTo>
                  <a:lnTo>
                    <a:pt x="4992659" y="2070979"/>
                  </a:lnTo>
                  <a:lnTo>
                    <a:pt x="4992846" y="2075517"/>
                  </a:lnTo>
                  <a:lnTo>
                    <a:pt x="4993033" y="2080785"/>
                  </a:lnTo>
                  <a:lnTo>
                    <a:pt x="4993219" y="2086325"/>
                  </a:lnTo>
                  <a:lnTo>
                    <a:pt x="4993406" y="2092324"/>
                  </a:lnTo>
                  <a:lnTo>
                    <a:pt x="4993593" y="2099019"/>
                  </a:lnTo>
                  <a:lnTo>
                    <a:pt x="4993780" y="2106204"/>
                  </a:lnTo>
                  <a:lnTo>
                    <a:pt x="4993967" y="2113679"/>
                  </a:lnTo>
                  <a:lnTo>
                    <a:pt x="4994154" y="2120890"/>
                  </a:lnTo>
                  <a:lnTo>
                    <a:pt x="4994341" y="2127647"/>
                  </a:lnTo>
                  <a:lnTo>
                    <a:pt x="4994528" y="2134820"/>
                  </a:lnTo>
                  <a:lnTo>
                    <a:pt x="4994715" y="2141974"/>
                  </a:lnTo>
                  <a:lnTo>
                    <a:pt x="4994902" y="2149168"/>
                  </a:lnTo>
                  <a:lnTo>
                    <a:pt x="4995089" y="2157603"/>
                  </a:lnTo>
                  <a:lnTo>
                    <a:pt x="4995276" y="2166246"/>
                  </a:lnTo>
                  <a:lnTo>
                    <a:pt x="4995463" y="2174700"/>
                  </a:lnTo>
                  <a:lnTo>
                    <a:pt x="4995649" y="2183733"/>
                  </a:lnTo>
                  <a:lnTo>
                    <a:pt x="4995836" y="2192107"/>
                  </a:lnTo>
                  <a:lnTo>
                    <a:pt x="4996023" y="2200111"/>
                  </a:lnTo>
                  <a:lnTo>
                    <a:pt x="4996210" y="2208423"/>
                  </a:lnTo>
                  <a:lnTo>
                    <a:pt x="4996397" y="2216295"/>
                  </a:lnTo>
                  <a:lnTo>
                    <a:pt x="4996584" y="2224405"/>
                  </a:lnTo>
                  <a:lnTo>
                    <a:pt x="4996771" y="2232972"/>
                  </a:lnTo>
                  <a:lnTo>
                    <a:pt x="4996958" y="2241654"/>
                  </a:lnTo>
                  <a:lnTo>
                    <a:pt x="4997145" y="2250564"/>
                  </a:lnTo>
                  <a:lnTo>
                    <a:pt x="4997332" y="2259096"/>
                  </a:lnTo>
                  <a:lnTo>
                    <a:pt x="4997519" y="2266906"/>
                  </a:lnTo>
                  <a:lnTo>
                    <a:pt x="4997706" y="2274761"/>
                  </a:lnTo>
                  <a:lnTo>
                    <a:pt x="4997893" y="2282150"/>
                  </a:lnTo>
                  <a:lnTo>
                    <a:pt x="4998079" y="2289257"/>
                  </a:lnTo>
                  <a:lnTo>
                    <a:pt x="4998266" y="2296742"/>
                  </a:lnTo>
                  <a:lnTo>
                    <a:pt x="4998453" y="2304280"/>
                  </a:lnTo>
                  <a:lnTo>
                    <a:pt x="4998640" y="2311878"/>
                  </a:lnTo>
                  <a:lnTo>
                    <a:pt x="4998827" y="2319355"/>
                  </a:lnTo>
                  <a:lnTo>
                    <a:pt x="4999014" y="2326279"/>
                  </a:lnTo>
                  <a:lnTo>
                    <a:pt x="4999201" y="2332971"/>
                  </a:lnTo>
                  <a:lnTo>
                    <a:pt x="4999388" y="2338946"/>
                  </a:lnTo>
                  <a:lnTo>
                    <a:pt x="4999575" y="2344192"/>
                  </a:lnTo>
                  <a:lnTo>
                    <a:pt x="4999762" y="2349282"/>
                  </a:lnTo>
                  <a:lnTo>
                    <a:pt x="4999949" y="2354179"/>
                  </a:lnTo>
                  <a:lnTo>
                    <a:pt x="5000136" y="2359033"/>
                  </a:lnTo>
                  <a:lnTo>
                    <a:pt x="5000322" y="2364138"/>
                  </a:lnTo>
                  <a:lnTo>
                    <a:pt x="5000509" y="2368903"/>
                  </a:lnTo>
                  <a:lnTo>
                    <a:pt x="5000696" y="2372903"/>
                  </a:lnTo>
                  <a:lnTo>
                    <a:pt x="5000883" y="2375353"/>
                  </a:lnTo>
                  <a:lnTo>
                    <a:pt x="5001070" y="2376921"/>
                  </a:lnTo>
                  <a:lnTo>
                    <a:pt x="5001257" y="2378365"/>
                  </a:lnTo>
                  <a:lnTo>
                    <a:pt x="5001444" y="2379795"/>
                  </a:lnTo>
                  <a:lnTo>
                    <a:pt x="5001631" y="2381402"/>
                  </a:lnTo>
                  <a:lnTo>
                    <a:pt x="5001818" y="2383059"/>
                  </a:lnTo>
                  <a:lnTo>
                    <a:pt x="5002005" y="2384668"/>
                  </a:lnTo>
                  <a:lnTo>
                    <a:pt x="5002192" y="2385608"/>
                  </a:lnTo>
                  <a:lnTo>
                    <a:pt x="5002379" y="2386385"/>
                  </a:lnTo>
                  <a:lnTo>
                    <a:pt x="5002566" y="2387008"/>
                  </a:lnTo>
                  <a:lnTo>
                    <a:pt x="5002752" y="2387460"/>
                  </a:lnTo>
                  <a:lnTo>
                    <a:pt x="5002939" y="2387469"/>
                  </a:lnTo>
                  <a:lnTo>
                    <a:pt x="5003126" y="2387278"/>
                  </a:lnTo>
                  <a:lnTo>
                    <a:pt x="5003313" y="2386616"/>
                  </a:lnTo>
                  <a:lnTo>
                    <a:pt x="5003500" y="2385842"/>
                  </a:lnTo>
                  <a:lnTo>
                    <a:pt x="5003687" y="2385169"/>
                  </a:lnTo>
                  <a:lnTo>
                    <a:pt x="5003874" y="2385114"/>
                  </a:lnTo>
                  <a:lnTo>
                    <a:pt x="5004061" y="2385106"/>
                  </a:lnTo>
                  <a:lnTo>
                    <a:pt x="5004248" y="2385501"/>
                  </a:lnTo>
                  <a:lnTo>
                    <a:pt x="5004435" y="2385785"/>
                  </a:lnTo>
                  <a:lnTo>
                    <a:pt x="5004622" y="2386380"/>
                  </a:lnTo>
                  <a:lnTo>
                    <a:pt x="5004809" y="2387062"/>
                  </a:lnTo>
                  <a:lnTo>
                    <a:pt x="5004995" y="2388062"/>
                  </a:lnTo>
                  <a:lnTo>
                    <a:pt x="5005182" y="2389095"/>
                  </a:lnTo>
                  <a:lnTo>
                    <a:pt x="5005369" y="2390053"/>
                  </a:lnTo>
                  <a:lnTo>
                    <a:pt x="5005556" y="2391155"/>
                  </a:lnTo>
                  <a:lnTo>
                    <a:pt x="5005743" y="2392464"/>
                  </a:lnTo>
                  <a:lnTo>
                    <a:pt x="5005930" y="2393983"/>
                  </a:lnTo>
                  <a:lnTo>
                    <a:pt x="5006117" y="2395767"/>
                  </a:lnTo>
                  <a:lnTo>
                    <a:pt x="5006304" y="2397744"/>
                  </a:lnTo>
                  <a:lnTo>
                    <a:pt x="5006491" y="2400100"/>
                  </a:lnTo>
                  <a:lnTo>
                    <a:pt x="5006678" y="2401877"/>
                  </a:lnTo>
                  <a:lnTo>
                    <a:pt x="5006865" y="2403509"/>
                  </a:lnTo>
                  <a:lnTo>
                    <a:pt x="5007052" y="2405268"/>
                  </a:lnTo>
                  <a:lnTo>
                    <a:pt x="5007239" y="2406895"/>
                  </a:lnTo>
                  <a:lnTo>
                    <a:pt x="5007425" y="2408039"/>
                  </a:lnTo>
                  <a:lnTo>
                    <a:pt x="5007612" y="2408611"/>
                  </a:lnTo>
                  <a:lnTo>
                    <a:pt x="5007799" y="2408276"/>
                  </a:lnTo>
                  <a:lnTo>
                    <a:pt x="5007986" y="2407432"/>
                  </a:lnTo>
                  <a:lnTo>
                    <a:pt x="5008173" y="2406632"/>
                  </a:lnTo>
                  <a:lnTo>
                    <a:pt x="5008360" y="2405523"/>
                  </a:lnTo>
                  <a:lnTo>
                    <a:pt x="5008547" y="2404362"/>
                  </a:lnTo>
                  <a:lnTo>
                    <a:pt x="5008734" y="2402937"/>
                  </a:lnTo>
                  <a:lnTo>
                    <a:pt x="5008921" y="2401372"/>
                  </a:lnTo>
                  <a:lnTo>
                    <a:pt x="5009108" y="2399439"/>
                  </a:lnTo>
                  <a:lnTo>
                    <a:pt x="5009295" y="2397312"/>
                  </a:lnTo>
                  <a:lnTo>
                    <a:pt x="5009482" y="2395380"/>
                  </a:lnTo>
                  <a:lnTo>
                    <a:pt x="5009669" y="2393734"/>
                  </a:lnTo>
                  <a:lnTo>
                    <a:pt x="5009855" y="2392428"/>
                  </a:lnTo>
                  <a:lnTo>
                    <a:pt x="5010042" y="2391598"/>
                  </a:lnTo>
                  <a:lnTo>
                    <a:pt x="5010229" y="2391236"/>
                  </a:lnTo>
                  <a:lnTo>
                    <a:pt x="5010416" y="2391486"/>
                  </a:lnTo>
                  <a:lnTo>
                    <a:pt x="5010603" y="2392673"/>
                  </a:lnTo>
                  <a:lnTo>
                    <a:pt x="5010790" y="2394744"/>
                  </a:lnTo>
                  <a:lnTo>
                    <a:pt x="5010977" y="2397140"/>
                  </a:lnTo>
                  <a:lnTo>
                    <a:pt x="5011164" y="2399536"/>
                  </a:lnTo>
                  <a:lnTo>
                    <a:pt x="5011351" y="2402109"/>
                  </a:lnTo>
                  <a:lnTo>
                    <a:pt x="5011538" y="2404978"/>
                  </a:lnTo>
                  <a:lnTo>
                    <a:pt x="5011725" y="2408421"/>
                  </a:lnTo>
                  <a:lnTo>
                    <a:pt x="5011912" y="2412541"/>
                  </a:lnTo>
                  <a:lnTo>
                    <a:pt x="5012098" y="2417287"/>
                  </a:lnTo>
                  <a:lnTo>
                    <a:pt x="5012285" y="2422308"/>
                  </a:lnTo>
                  <a:lnTo>
                    <a:pt x="5012472" y="2427771"/>
                  </a:lnTo>
                  <a:lnTo>
                    <a:pt x="5012659" y="2432974"/>
                  </a:lnTo>
                  <a:lnTo>
                    <a:pt x="5012846" y="2437491"/>
                  </a:lnTo>
                  <a:lnTo>
                    <a:pt x="5013033" y="2441417"/>
                  </a:lnTo>
                  <a:lnTo>
                    <a:pt x="5013220" y="2444963"/>
                  </a:lnTo>
                  <a:lnTo>
                    <a:pt x="5013407" y="2448008"/>
                  </a:lnTo>
                  <a:lnTo>
                    <a:pt x="5013594" y="2450457"/>
                  </a:lnTo>
                  <a:lnTo>
                    <a:pt x="5013781" y="2452600"/>
                  </a:lnTo>
                  <a:lnTo>
                    <a:pt x="5013968" y="2454287"/>
                  </a:lnTo>
                  <a:lnTo>
                    <a:pt x="5014155" y="2455902"/>
                  </a:lnTo>
                  <a:lnTo>
                    <a:pt x="5014342" y="2457763"/>
                  </a:lnTo>
                  <a:lnTo>
                    <a:pt x="5014528" y="2458922"/>
                  </a:lnTo>
                  <a:lnTo>
                    <a:pt x="5014715" y="2459264"/>
                  </a:lnTo>
                  <a:lnTo>
                    <a:pt x="5014902" y="2459361"/>
                  </a:lnTo>
                  <a:lnTo>
                    <a:pt x="5015089" y="2459244"/>
                  </a:lnTo>
                  <a:lnTo>
                    <a:pt x="5015276" y="2459073"/>
                  </a:lnTo>
                  <a:lnTo>
                    <a:pt x="5015463" y="2458879"/>
                  </a:lnTo>
                  <a:lnTo>
                    <a:pt x="5015650" y="2458872"/>
                  </a:lnTo>
                  <a:lnTo>
                    <a:pt x="5015837" y="2458806"/>
                  </a:lnTo>
                  <a:lnTo>
                    <a:pt x="5016024" y="2459047"/>
                  </a:lnTo>
                  <a:lnTo>
                    <a:pt x="5016211" y="2459133"/>
                  </a:lnTo>
                  <a:lnTo>
                    <a:pt x="5016398" y="2459305"/>
                  </a:lnTo>
                  <a:lnTo>
                    <a:pt x="5016585" y="2458900"/>
                  </a:lnTo>
                  <a:lnTo>
                    <a:pt x="5016772" y="2458566"/>
                  </a:lnTo>
                  <a:lnTo>
                    <a:pt x="5016958" y="2458214"/>
                  </a:lnTo>
                  <a:lnTo>
                    <a:pt x="5017145" y="2458020"/>
                  </a:lnTo>
                  <a:lnTo>
                    <a:pt x="5017332" y="2458020"/>
                  </a:lnTo>
                  <a:lnTo>
                    <a:pt x="5017519" y="2458161"/>
                  </a:lnTo>
                  <a:lnTo>
                    <a:pt x="5017706" y="2458020"/>
                  </a:lnTo>
                  <a:lnTo>
                    <a:pt x="5017893" y="2457704"/>
                  </a:lnTo>
                  <a:lnTo>
                    <a:pt x="5018080" y="2457238"/>
                  </a:lnTo>
                  <a:lnTo>
                    <a:pt x="5018267" y="2456675"/>
                  </a:lnTo>
                  <a:lnTo>
                    <a:pt x="5018454" y="2455909"/>
                  </a:lnTo>
                  <a:lnTo>
                    <a:pt x="5018641" y="2455197"/>
                  </a:lnTo>
                  <a:lnTo>
                    <a:pt x="5018828" y="2454493"/>
                  </a:lnTo>
                  <a:lnTo>
                    <a:pt x="5019015" y="2453323"/>
                  </a:lnTo>
                  <a:lnTo>
                    <a:pt x="5019201" y="2451661"/>
                  </a:lnTo>
                  <a:lnTo>
                    <a:pt x="5019388" y="2450201"/>
                  </a:lnTo>
                  <a:lnTo>
                    <a:pt x="5019575" y="2448838"/>
                  </a:lnTo>
                  <a:lnTo>
                    <a:pt x="5019762" y="2447465"/>
                  </a:lnTo>
                  <a:lnTo>
                    <a:pt x="5019949" y="2445794"/>
                  </a:lnTo>
                  <a:lnTo>
                    <a:pt x="5020136" y="2443947"/>
                  </a:lnTo>
                  <a:lnTo>
                    <a:pt x="5020323" y="2442425"/>
                  </a:lnTo>
                  <a:lnTo>
                    <a:pt x="5020510" y="2440481"/>
                  </a:lnTo>
                  <a:lnTo>
                    <a:pt x="5020697" y="2438063"/>
                  </a:lnTo>
                  <a:lnTo>
                    <a:pt x="5020884" y="2435626"/>
                  </a:lnTo>
                  <a:lnTo>
                    <a:pt x="5021071" y="2432732"/>
                  </a:lnTo>
                  <a:lnTo>
                    <a:pt x="5021258" y="2428840"/>
                  </a:lnTo>
                  <a:lnTo>
                    <a:pt x="5021445" y="2424593"/>
                  </a:lnTo>
                  <a:lnTo>
                    <a:pt x="5021631" y="2420277"/>
                  </a:lnTo>
                  <a:lnTo>
                    <a:pt x="5021818" y="2416264"/>
                  </a:lnTo>
                  <a:lnTo>
                    <a:pt x="5022005" y="2411846"/>
                  </a:lnTo>
                  <a:lnTo>
                    <a:pt x="5022192" y="2406968"/>
                  </a:lnTo>
                  <a:lnTo>
                    <a:pt x="5022379" y="2401734"/>
                  </a:lnTo>
                  <a:lnTo>
                    <a:pt x="5022566" y="2395825"/>
                  </a:lnTo>
                  <a:lnTo>
                    <a:pt x="5022753" y="2391094"/>
                  </a:lnTo>
                  <a:lnTo>
                    <a:pt x="5022940" y="2387210"/>
                  </a:lnTo>
                  <a:lnTo>
                    <a:pt x="5023127" y="2384424"/>
                  </a:lnTo>
                  <a:lnTo>
                    <a:pt x="5023314" y="2382308"/>
                  </a:lnTo>
                  <a:lnTo>
                    <a:pt x="5023501" y="2380636"/>
                  </a:lnTo>
                  <a:lnTo>
                    <a:pt x="5023688" y="2378850"/>
                  </a:lnTo>
                  <a:lnTo>
                    <a:pt x="5023874" y="2376888"/>
                  </a:lnTo>
                  <a:lnTo>
                    <a:pt x="5024061" y="2374771"/>
                  </a:lnTo>
                  <a:lnTo>
                    <a:pt x="5024248" y="2372204"/>
                  </a:lnTo>
                  <a:lnTo>
                    <a:pt x="5024435" y="2369549"/>
                  </a:lnTo>
                  <a:lnTo>
                    <a:pt x="5024622" y="2366741"/>
                  </a:lnTo>
                  <a:lnTo>
                    <a:pt x="5024809" y="2363836"/>
                  </a:lnTo>
                  <a:lnTo>
                    <a:pt x="5024996" y="2360524"/>
                  </a:lnTo>
                  <a:lnTo>
                    <a:pt x="5025183" y="2357318"/>
                  </a:lnTo>
                  <a:lnTo>
                    <a:pt x="5025370" y="2354095"/>
                  </a:lnTo>
                  <a:lnTo>
                    <a:pt x="5025557" y="2350633"/>
                  </a:lnTo>
                  <a:lnTo>
                    <a:pt x="5025744" y="2346399"/>
                  </a:lnTo>
                  <a:lnTo>
                    <a:pt x="5025931" y="2341843"/>
                  </a:lnTo>
                  <a:lnTo>
                    <a:pt x="5026118" y="2337132"/>
                  </a:lnTo>
                  <a:lnTo>
                    <a:pt x="5026304" y="2332163"/>
                  </a:lnTo>
                  <a:lnTo>
                    <a:pt x="5026491" y="2327061"/>
                  </a:lnTo>
                  <a:lnTo>
                    <a:pt x="5026678" y="2323049"/>
                  </a:lnTo>
                  <a:lnTo>
                    <a:pt x="5026865" y="2319474"/>
                  </a:lnTo>
                  <a:lnTo>
                    <a:pt x="5027052" y="2315892"/>
                  </a:lnTo>
                  <a:lnTo>
                    <a:pt x="5027239" y="2311981"/>
                  </a:lnTo>
                  <a:lnTo>
                    <a:pt x="5027426" y="2307422"/>
                  </a:lnTo>
                  <a:lnTo>
                    <a:pt x="5027613" y="2302983"/>
                  </a:lnTo>
                  <a:lnTo>
                    <a:pt x="5027800" y="2299155"/>
                  </a:lnTo>
                  <a:lnTo>
                    <a:pt x="5027987" y="2295611"/>
                  </a:lnTo>
                  <a:lnTo>
                    <a:pt x="5028174" y="2292254"/>
                  </a:lnTo>
                  <a:lnTo>
                    <a:pt x="5028361" y="2288336"/>
                  </a:lnTo>
                  <a:lnTo>
                    <a:pt x="5028548" y="2284625"/>
                  </a:lnTo>
                  <a:lnTo>
                    <a:pt x="5028734" y="2280410"/>
                  </a:lnTo>
                  <a:lnTo>
                    <a:pt x="5028921" y="2276039"/>
                  </a:lnTo>
                  <a:lnTo>
                    <a:pt x="5029108" y="2270982"/>
                  </a:lnTo>
                  <a:lnTo>
                    <a:pt x="5029295" y="2265937"/>
                  </a:lnTo>
                  <a:lnTo>
                    <a:pt x="5029482" y="2260659"/>
                  </a:lnTo>
                  <a:lnTo>
                    <a:pt x="5029669" y="2255127"/>
                  </a:lnTo>
                  <a:lnTo>
                    <a:pt x="5029856" y="2249643"/>
                  </a:lnTo>
                  <a:lnTo>
                    <a:pt x="5030043" y="2244614"/>
                  </a:lnTo>
                  <a:lnTo>
                    <a:pt x="5030230" y="2240222"/>
                  </a:lnTo>
                  <a:lnTo>
                    <a:pt x="5030417" y="2236133"/>
                  </a:lnTo>
                  <a:lnTo>
                    <a:pt x="5030604" y="2231947"/>
                  </a:lnTo>
                  <a:lnTo>
                    <a:pt x="5030791" y="2227616"/>
                  </a:lnTo>
                  <a:lnTo>
                    <a:pt x="5030977" y="2222903"/>
                  </a:lnTo>
                  <a:lnTo>
                    <a:pt x="5031164" y="2218222"/>
                  </a:lnTo>
                  <a:lnTo>
                    <a:pt x="5031351" y="2213446"/>
                  </a:lnTo>
                  <a:lnTo>
                    <a:pt x="5031538" y="2208776"/>
                  </a:lnTo>
                  <a:lnTo>
                    <a:pt x="5031725" y="2204272"/>
                  </a:lnTo>
                  <a:lnTo>
                    <a:pt x="5031912" y="2199158"/>
                  </a:lnTo>
                  <a:lnTo>
                    <a:pt x="5032099" y="2194107"/>
                  </a:lnTo>
                  <a:lnTo>
                    <a:pt x="5032286" y="2189318"/>
                  </a:lnTo>
                  <a:lnTo>
                    <a:pt x="5032473" y="2184671"/>
                  </a:lnTo>
                  <a:lnTo>
                    <a:pt x="5032660" y="2180143"/>
                  </a:lnTo>
                  <a:lnTo>
                    <a:pt x="5032847" y="2175598"/>
                  </a:lnTo>
                  <a:lnTo>
                    <a:pt x="5033034" y="2171406"/>
                  </a:lnTo>
                  <a:lnTo>
                    <a:pt x="5033221" y="2167004"/>
                  </a:lnTo>
                  <a:lnTo>
                    <a:pt x="5033407" y="2162555"/>
                  </a:lnTo>
                  <a:lnTo>
                    <a:pt x="5033594" y="2157627"/>
                  </a:lnTo>
                  <a:lnTo>
                    <a:pt x="5033781" y="2153126"/>
                  </a:lnTo>
                  <a:lnTo>
                    <a:pt x="5033968" y="2149423"/>
                  </a:lnTo>
                  <a:lnTo>
                    <a:pt x="5034155" y="2146084"/>
                  </a:lnTo>
                  <a:lnTo>
                    <a:pt x="5034342" y="2143093"/>
                  </a:lnTo>
                  <a:lnTo>
                    <a:pt x="5034529" y="2140112"/>
                  </a:lnTo>
                  <a:lnTo>
                    <a:pt x="5034716" y="2137930"/>
                  </a:lnTo>
                  <a:lnTo>
                    <a:pt x="5034903" y="2136277"/>
                  </a:lnTo>
                  <a:lnTo>
                    <a:pt x="5035090" y="2134781"/>
                  </a:lnTo>
                  <a:lnTo>
                    <a:pt x="5035277" y="2133471"/>
                  </a:lnTo>
                  <a:lnTo>
                    <a:pt x="5035464" y="2131791"/>
                  </a:lnTo>
                  <a:lnTo>
                    <a:pt x="5035650" y="2129979"/>
                  </a:lnTo>
                  <a:lnTo>
                    <a:pt x="5035837" y="2128369"/>
                  </a:lnTo>
                  <a:lnTo>
                    <a:pt x="5036024" y="2126137"/>
                  </a:lnTo>
                  <a:lnTo>
                    <a:pt x="5036211" y="2124122"/>
                  </a:lnTo>
                  <a:lnTo>
                    <a:pt x="5036398" y="2122097"/>
                  </a:lnTo>
                  <a:lnTo>
                    <a:pt x="5036585" y="2119908"/>
                  </a:lnTo>
                  <a:lnTo>
                    <a:pt x="5036772" y="2117030"/>
                  </a:lnTo>
                  <a:lnTo>
                    <a:pt x="5036959" y="2113226"/>
                  </a:lnTo>
                  <a:lnTo>
                    <a:pt x="5037146" y="2108858"/>
                  </a:lnTo>
                  <a:lnTo>
                    <a:pt x="5037333" y="2104004"/>
                  </a:lnTo>
                  <a:lnTo>
                    <a:pt x="5037520" y="2098491"/>
                  </a:lnTo>
                  <a:lnTo>
                    <a:pt x="5037707" y="2092180"/>
                  </a:lnTo>
                  <a:lnTo>
                    <a:pt x="5037894" y="2085428"/>
                  </a:lnTo>
                  <a:lnTo>
                    <a:pt x="5038080" y="2078851"/>
                  </a:lnTo>
                  <a:lnTo>
                    <a:pt x="5038267" y="2072345"/>
                  </a:lnTo>
                  <a:lnTo>
                    <a:pt x="5038454" y="2065880"/>
                  </a:lnTo>
                  <a:lnTo>
                    <a:pt x="5038641" y="2058731"/>
                  </a:lnTo>
                  <a:lnTo>
                    <a:pt x="5038828" y="2051856"/>
                  </a:lnTo>
                  <a:lnTo>
                    <a:pt x="5039015" y="2044953"/>
                  </a:lnTo>
                  <a:lnTo>
                    <a:pt x="5039202" y="2038210"/>
                  </a:lnTo>
                  <a:lnTo>
                    <a:pt x="5039389" y="2032093"/>
                  </a:lnTo>
                  <a:lnTo>
                    <a:pt x="5039576" y="2027229"/>
                  </a:lnTo>
                  <a:lnTo>
                    <a:pt x="5039763" y="2023394"/>
                  </a:lnTo>
                  <a:lnTo>
                    <a:pt x="5039950" y="2019920"/>
                  </a:lnTo>
                  <a:lnTo>
                    <a:pt x="5040137" y="2016841"/>
                  </a:lnTo>
                  <a:lnTo>
                    <a:pt x="5040324" y="2014699"/>
                  </a:lnTo>
                  <a:lnTo>
                    <a:pt x="5040510" y="2011805"/>
                  </a:lnTo>
                  <a:lnTo>
                    <a:pt x="5040697" y="2008692"/>
                  </a:lnTo>
                  <a:lnTo>
                    <a:pt x="5040884" y="2004581"/>
                  </a:lnTo>
                  <a:lnTo>
                    <a:pt x="5041071" y="1999682"/>
                  </a:lnTo>
                  <a:lnTo>
                    <a:pt x="5041258" y="1993257"/>
                  </a:lnTo>
                  <a:lnTo>
                    <a:pt x="5041445" y="1986995"/>
                  </a:lnTo>
                  <a:lnTo>
                    <a:pt x="5041632" y="1980355"/>
                  </a:lnTo>
                  <a:lnTo>
                    <a:pt x="5041819" y="1973118"/>
                  </a:lnTo>
                  <a:lnTo>
                    <a:pt x="5042006" y="1964839"/>
                  </a:lnTo>
                  <a:lnTo>
                    <a:pt x="5042193" y="1955633"/>
                  </a:lnTo>
                  <a:lnTo>
                    <a:pt x="5042380" y="1945978"/>
                  </a:lnTo>
                  <a:lnTo>
                    <a:pt x="5042567" y="1935219"/>
                  </a:lnTo>
                  <a:lnTo>
                    <a:pt x="5042753" y="1923823"/>
                  </a:lnTo>
                  <a:lnTo>
                    <a:pt x="5042940" y="1911763"/>
                  </a:lnTo>
                  <a:lnTo>
                    <a:pt x="5043127" y="1898807"/>
                  </a:lnTo>
                  <a:lnTo>
                    <a:pt x="5043314" y="1886552"/>
                  </a:lnTo>
                  <a:lnTo>
                    <a:pt x="5043501" y="1871775"/>
                  </a:lnTo>
                  <a:lnTo>
                    <a:pt x="5043688" y="1857437"/>
                  </a:lnTo>
                  <a:lnTo>
                    <a:pt x="5043875" y="1843531"/>
                  </a:lnTo>
                  <a:lnTo>
                    <a:pt x="5044062" y="1830469"/>
                  </a:lnTo>
                  <a:lnTo>
                    <a:pt x="5044249" y="1816906"/>
                  </a:lnTo>
                  <a:lnTo>
                    <a:pt x="5044436" y="1802622"/>
                  </a:lnTo>
                  <a:lnTo>
                    <a:pt x="5044623" y="1788487"/>
                  </a:lnTo>
                  <a:lnTo>
                    <a:pt x="5044810" y="1775012"/>
                  </a:lnTo>
                  <a:lnTo>
                    <a:pt x="5044997" y="1762653"/>
                  </a:lnTo>
                  <a:lnTo>
                    <a:pt x="5045183" y="1750779"/>
                  </a:lnTo>
                  <a:lnTo>
                    <a:pt x="5045370" y="1739696"/>
                  </a:lnTo>
                  <a:lnTo>
                    <a:pt x="5045557" y="1728561"/>
                  </a:lnTo>
                  <a:lnTo>
                    <a:pt x="5045744" y="1717241"/>
                  </a:lnTo>
                  <a:lnTo>
                    <a:pt x="5045931" y="1704970"/>
                  </a:lnTo>
                  <a:lnTo>
                    <a:pt x="5046118" y="1692304"/>
                  </a:lnTo>
                  <a:lnTo>
                    <a:pt x="5046305" y="1679489"/>
                  </a:lnTo>
                  <a:lnTo>
                    <a:pt x="5046492" y="1666357"/>
                  </a:lnTo>
                  <a:lnTo>
                    <a:pt x="5046679" y="1653823"/>
                  </a:lnTo>
                  <a:lnTo>
                    <a:pt x="5046866" y="1642309"/>
                  </a:lnTo>
                  <a:lnTo>
                    <a:pt x="5047053" y="1629924"/>
                  </a:lnTo>
                  <a:lnTo>
                    <a:pt x="5047240" y="1617364"/>
                  </a:lnTo>
                  <a:lnTo>
                    <a:pt x="5047427" y="1604100"/>
                  </a:lnTo>
                  <a:lnTo>
                    <a:pt x="5047613" y="1589921"/>
                  </a:lnTo>
                  <a:lnTo>
                    <a:pt x="5047800" y="1574757"/>
                  </a:lnTo>
                  <a:lnTo>
                    <a:pt x="5047987" y="1559039"/>
                  </a:lnTo>
                  <a:lnTo>
                    <a:pt x="5048174" y="1543303"/>
                  </a:lnTo>
                  <a:lnTo>
                    <a:pt x="5048361" y="1528236"/>
                  </a:lnTo>
                  <a:lnTo>
                    <a:pt x="5048548" y="1514207"/>
                  </a:lnTo>
                  <a:lnTo>
                    <a:pt x="5048735" y="1501760"/>
                  </a:lnTo>
                  <a:lnTo>
                    <a:pt x="5048922" y="1490299"/>
                  </a:lnTo>
                  <a:lnTo>
                    <a:pt x="5049109" y="1479595"/>
                  </a:lnTo>
                  <a:lnTo>
                    <a:pt x="5049296" y="1469717"/>
                  </a:lnTo>
                  <a:lnTo>
                    <a:pt x="5049483" y="1459365"/>
                  </a:lnTo>
                  <a:lnTo>
                    <a:pt x="5049670" y="1448563"/>
                  </a:lnTo>
                  <a:lnTo>
                    <a:pt x="5049856" y="1438905"/>
                  </a:lnTo>
                  <a:lnTo>
                    <a:pt x="5050043" y="1430488"/>
                  </a:lnTo>
                  <a:lnTo>
                    <a:pt x="5050230" y="1422466"/>
                  </a:lnTo>
                  <a:lnTo>
                    <a:pt x="5050417" y="1415324"/>
                  </a:lnTo>
                  <a:lnTo>
                    <a:pt x="5050604" y="1408074"/>
                  </a:lnTo>
                  <a:lnTo>
                    <a:pt x="5050791" y="1400260"/>
                  </a:lnTo>
                  <a:lnTo>
                    <a:pt x="5050978" y="1392915"/>
                  </a:lnTo>
                  <a:lnTo>
                    <a:pt x="5051165" y="1386199"/>
                  </a:lnTo>
                  <a:lnTo>
                    <a:pt x="5051352" y="1379883"/>
                  </a:lnTo>
                  <a:lnTo>
                    <a:pt x="5051539" y="1373606"/>
                  </a:lnTo>
                  <a:lnTo>
                    <a:pt x="5051726" y="1367013"/>
                  </a:lnTo>
                  <a:lnTo>
                    <a:pt x="5051913" y="1360374"/>
                  </a:lnTo>
                  <a:lnTo>
                    <a:pt x="5052100" y="1353101"/>
                  </a:lnTo>
                  <a:lnTo>
                    <a:pt x="5052286" y="1345651"/>
                  </a:lnTo>
                  <a:lnTo>
                    <a:pt x="5052473" y="1338914"/>
                  </a:lnTo>
                  <a:lnTo>
                    <a:pt x="5052660" y="1331721"/>
                  </a:lnTo>
                  <a:lnTo>
                    <a:pt x="5052847" y="1324360"/>
                  </a:lnTo>
                  <a:lnTo>
                    <a:pt x="5053034" y="1317050"/>
                  </a:lnTo>
                  <a:lnTo>
                    <a:pt x="5053221" y="1310013"/>
                  </a:lnTo>
                  <a:lnTo>
                    <a:pt x="5053408" y="1303432"/>
                  </a:lnTo>
                  <a:lnTo>
                    <a:pt x="5053595" y="1297668"/>
                  </a:lnTo>
                  <a:lnTo>
                    <a:pt x="5053782" y="1292083"/>
                  </a:lnTo>
                  <a:lnTo>
                    <a:pt x="5053969" y="1287030"/>
                  </a:lnTo>
                  <a:lnTo>
                    <a:pt x="5054156" y="1282042"/>
                  </a:lnTo>
                  <a:lnTo>
                    <a:pt x="5054343" y="1277126"/>
                  </a:lnTo>
                  <a:lnTo>
                    <a:pt x="5054529" y="1272534"/>
                  </a:lnTo>
                  <a:lnTo>
                    <a:pt x="5054716" y="1267833"/>
                  </a:lnTo>
                  <a:lnTo>
                    <a:pt x="5054903" y="1263673"/>
                  </a:lnTo>
                  <a:lnTo>
                    <a:pt x="5055090" y="1259975"/>
                  </a:lnTo>
                  <a:lnTo>
                    <a:pt x="5055277" y="1257151"/>
                  </a:lnTo>
                  <a:lnTo>
                    <a:pt x="5055464" y="1255237"/>
                  </a:lnTo>
                  <a:lnTo>
                    <a:pt x="5055651" y="1252906"/>
                  </a:lnTo>
                  <a:lnTo>
                    <a:pt x="5055838" y="1250954"/>
                  </a:lnTo>
                  <a:lnTo>
                    <a:pt x="5056025" y="1248596"/>
                  </a:lnTo>
                  <a:lnTo>
                    <a:pt x="5056212" y="1245887"/>
                  </a:lnTo>
                  <a:lnTo>
                    <a:pt x="5056399" y="1243521"/>
                  </a:lnTo>
                  <a:lnTo>
                    <a:pt x="5056586" y="1241560"/>
                  </a:lnTo>
                  <a:lnTo>
                    <a:pt x="5056773" y="1239334"/>
                  </a:lnTo>
                  <a:lnTo>
                    <a:pt x="5056959" y="1236625"/>
                  </a:lnTo>
                  <a:lnTo>
                    <a:pt x="5057146" y="1233802"/>
                  </a:lnTo>
                  <a:lnTo>
                    <a:pt x="5057333" y="1230855"/>
                  </a:lnTo>
                  <a:lnTo>
                    <a:pt x="5057520" y="1228586"/>
                  </a:lnTo>
                  <a:lnTo>
                    <a:pt x="5057707" y="1226317"/>
                  </a:lnTo>
                  <a:lnTo>
                    <a:pt x="5057894" y="1225094"/>
                  </a:lnTo>
                  <a:lnTo>
                    <a:pt x="5058081" y="1224126"/>
                  </a:lnTo>
                  <a:lnTo>
                    <a:pt x="5058268" y="1222156"/>
                  </a:lnTo>
                  <a:lnTo>
                    <a:pt x="5058455" y="1221119"/>
                  </a:lnTo>
                  <a:lnTo>
                    <a:pt x="5058642" y="1219641"/>
                  </a:lnTo>
                  <a:lnTo>
                    <a:pt x="5058829" y="1218137"/>
                  </a:lnTo>
                  <a:lnTo>
                    <a:pt x="5059016" y="1217562"/>
                  </a:lnTo>
                  <a:lnTo>
                    <a:pt x="5059203" y="1217759"/>
                  </a:lnTo>
                  <a:lnTo>
                    <a:pt x="5059389" y="1216459"/>
                  </a:lnTo>
                  <a:lnTo>
                    <a:pt x="5059576" y="1216342"/>
                  </a:lnTo>
                  <a:lnTo>
                    <a:pt x="5059763" y="1217369"/>
                  </a:lnTo>
                  <a:lnTo>
                    <a:pt x="5059950" y="1220557"/>
                  </a:lnTo>
                  <a:lnTo>
                    <a:pt x="5060137" y="1222887"/>
                  </a:lnTo>
                  <a:lnTo>
                    <a:pt x="5060324" y="1224151"/>
                  </a:lnTo>
                  <a:lnTo>
                    <a:pt x="5060511" y="1224379"/>
                  </a:lnTo>
                  <a:lnTo>
                    <a:pt x="5060698" y="1223953"/>
                  </a:lnTo>
                  <a:lnTo>
                    <a:pt x="5060885" y="1223273"/>
                  </a:lnTo>
                  <a:lnTo>
                    <a:pt x="5061072" y="1222552"/>
                  </a:lnTo>
                  <a:lnTo>
                    <a:pt x="5061259" y="1222547"/>
                  </a:lnTo>
                  <a:lnTo>
                    <a:pt x="5061446" y="1222605"/>
                  </a:lnTo>
                  <a:lnTo>
                    <a:pt x="5061632" y="1222622"/>
                  </a:lnTo>
                  <a:lnTo>
                    <a:pt x="5061819" y="1222444"/>
                  </a:lnTo>
                  <a:lnTo>
                    <a:pt x="5062006" y="1221470"/>
                  </a:lnTo>
                  <a:lnTo>
                    <a:pt x="5062193" y="1220393"/>
                  </a:lnTo>
                  <a:lnTo>
                    <a:pt x="5062380" y="1219784"/>
                  </a:lnTo>
                  <a:lnTo>
                    <a:pt x="5062567" y="1218809"/>
                  </a:lnTo>
                  <a:lnTo>
                    <a:pt x="5062754" y="1217153"/>
                  </a:lnTo>
                  <a:lnTo>
                    <a:pt x="5062941" y="1215849"/>
                  </a:lnTo>
                  <a:lnTo>
                    <a:pt x="5063128" y="1215321"/>
                  </a:lnTo>
                  <a:lnTo>
                    <a:pt x="5063315" y="1214258"/>
                  </a:lnTo>
                  <a:lnTo>
                    <a:pt x="5063502" y="1212683"/>
                  </a:lnTo>
                  <a:lnTo>
                    <a:pt x="5063689" y="1211838"/>
                  </a:lnTo>
                  <a:lnTo>
                    <a:pt x="5063876" y="1211029"/>
                  </a:lnTo>
                  <a:lnTo>
                    <a:pt x="5064062" y="1208095"/>
                  </a:lnTo>
                  <a:lnTo>
                    <a:pt x="5064249" y="1205107"/>
                  </a:lnTo>
                  <a:lnTo>
                    <a:pt x="5064436" y="1203491"/>
                  </a:lnTo>
                  <a:lnTo>
                    <a:pt x="5064623" y="1202637"/>
                  </a:lnTo>
                  <a:lnTo>
                    <a:pt x="5064810" y="1202606"/>
                  </a:lnTo>
                  <a:lnTo>
                    <a:pt x="5064997" y="1201766"/>
                  </a:lnTo>
                  <a:lnTo>
                    <a:pt x="5065184" y="1200587"/>
                  </a:lnTo>
                  <a:lnTo>
                    <a:pt x="5065371" y="1199591"/>
                  </a:lnTo>
                  <a:lnTo>
                    <a:pt x="5065558" y="1198247"/>
                  </a:lnTo>
                  <a:lnTo>
                    <a:pt x="5065745" y="1197796"/>
                  </a:lnTo>
                  <a:lnTo>
                    <a:pt x="5065932" y="1196615"/>
                  </a:lnTo>
                  <a:lnTo>
                    <a:pt x="5066119" y="1195618"/>
                  </a:lnTo>
                  <a:lnTo>
                    <a:pt x="5066306" y="1194836"/>
                  </a:lnTo>
                  <a:lnTo>
                    <a:pt x="5066492" y="1193421"/>
                  </a:lnTo>
                  <a:lnTo>
                    <a:pt x="5066679" y="1191057"/>
                  </a:lnTo>
                  <a:lnTo>
                    <a:pt x="5066866" y="1188660"/>
                  </a:lnTo>
                  <a:lnTo>
                    <a:pt x="5067053" y="1186143"/>
                  </a:lnTo>
                  <a:lnTo>
                    <a:pt x="5067240" y="1183284"/>
                  </a:lnTo>
                  <a:lnTo>
                    <a:pt x="5067427" y="1179440"/>
                  </a:lnTo>
                  <a:lnTo>
                    <a:pt x="5067614" y="1173944"/>
                  </a:lnTo>
                  <a:lnTo>
                    <a:pt x="5067801" y="1169188"/>
                  </a:lnTo>
                  <a:lnTo>
                    <a:pt x="5067988" y="1164520"/>
                  </a:lnTo>
                  <a:lnTo>
                    <a:pt x="5068175" y="1159317"/>
                  </a:lnTo>
                  <a:lnTo>
                    <a:pt x="5068362" y="1153122"/>
                  </a:lnTo>
                  <a:lnTo>
                    <a:pt x="5068549" y="1146640"/>
                  </a:lnTo>
                  <a:lnTo>
                    <a:pt x="5068735" y="1139787"/>
                  </a:lnTo>
                  <a:lnTo>
                    <a:pt x="5068922" y="1132240"/>
                  </a:lnTo>
                  <a:lnTo>
                    <a:pt x="5069109" y="1123841"/>
                  </a:lnTo>
                  <a:lnTo>
                    <a:pt x="5069296" y="1115644"/>
                  </a:lnTo>
                  <a:lnTo>
                    <a:pt x="5069483" y="1106988"/>
                  </a:lnTo>
                  <a:lnTo>
                    <a:pt x="5069670" y="1097357"/>
                  </a:lnTo>
                  <a:lnTo>
                    <a:pt x="5069857" y="1087708"/>
                  </a:lnTo>
                  <a:lnTo>
                    <a:pt x="5070044" y="1076955"/>
                  </a:lnTo>
                  <a:lnTo>
                    <a:pt x="5070231" y="1064900"/>
                  </a:lnTo>
                  <a:lnTo>
                    <a:pt x="5070418" y="1051126"/>
                  </a:lnTo>
                  <a:lnTo>
                    <a:pt x="5070605" y="1035811"/>
                  </a:lnTo>
                  <a:lnTo>
                    <a:pt x="5070792" y="1020394"/>
                  </a:lnTo>
                  <a:lnTo>
                    <a:pt x="5070979" y="1005338"/>
                  </a:lnTo>
                  <a:lnTo>
                    <a:pt x="5071165" y="990152"/>
                  </a:lnTo>
                  <a:lnTo>
                    <a:pt x="5071352" y="975801"/>
                  </a:lnTo>
                  <a:lnTo>
                    <a:pt x="5071539" y="961113"/>
                  </a:lnTo>
                  <a:lnTo>
                    <a:pt x="5071726" y="946319"/>
                  </a:lnTo>
                  <a:lnTo>
                    <a:pt x="5071913" y="932063"/>
                  </a:lnTo>
                  <a:lnTo>
                    <a:pt x="5072100" y="917533"/>
                  </a:lnTo>
                  <a:lnTo>
                    <a:pt x="5072287" y="902409"/>
                  </a:lnTo>
                  <a:lnTo>
                    <a:pt x="5072474" y="887456"/>
                  </a:lnTo>
                  <a:lnTo>
                    <a:pt x="5072661" y="872356"/>
                  </a:lnTo>
                  <a:lnTo>
                    <a:pt x="5072848" y="858338"/>
                  </a:lnTo>
                  <a:lnTo>
                    <a:pt x="5073035" y="845187"/>
                  </a:lnTo>
                  <a:lnTo>
                    <a:pt x="5073222" y="832191"/>
                  </a:lnTo>
                  <a:lnTo>
                    <a:pt x="5073408" y="819769"/>
                  </a:lnTo>
                  <a:lnTo>
                    <a:pt x="5073595" y="808096"/>
                  </a:lnTo>
                  <a:lnTo>
                    <a:pt x="5073782" y="797555"/>
                  </a:lnTo>
                  <a:lnTo>
                    <a:pt x="5073969" y="787997"/>
                  </a:lnTo>
                  <a:lnTo>
                    <a:pt x="5074156" y="778420"/>
                  </a:lnTo>
                  <a:lnTo>
                    <a:pt x="5074343" y="770568"/>
                  </a:lnTo>
                  <a:lnTo>
                    <a:pt x="5074530" y="762937"/>
                  </a:lnTo>
                  <a:lnTo>
                    <a:pt x="5074717" y="756619"/>
                  </a:lnTo>
                  <a:lnTo>
                    <a:pt x="5074904" y="751220"/>
                  </a:lnTo>
                  <a:lnTo>
                    <a:pt x="5075091" y="746682"/>
                  </a:lnTo>
                  <a:lnTo>
                    <a:pt x="5075278" y="742882"/>
                  </a:lnTo>
                  <a:lnTo>
                    <a:pt x="5075465" y="739749"/>
                  </a:lnTo>
                  <a:lnTo>
                    <a:pt x="5075652" y="735768"/>
                  </a:lnTo>
                  <a:lnTo>
                    <a:pt x="5075838" y="732781"/>
                  </a:lnTo>
                  <a:lnTo>
                    <a:pt x="5076025" y="730342"/>
                  </a:lnTo>
                  <a:lnTo>
                    <a:pt x="5076212" y="727611"/>
                  </a:lnTo>
                  <a:lnTo>
                    <a:pt x="5076399" y="724182"/>
                  </a:lnTo>
                  <a:lnTo>
                    <a:pt x="5076586" y="720499"/>
                  </a:lnTo>
                  <a:lnTo>
                    <a:pt x="5076773" y="716211"/>
                  </a:lnTo>
                  <a:lnTo>
                    <a:pt x="5076960" y="710662"/>
                  </a:lnTo>
                  <a:lnTo>
                    <a:pt x="5077147" y="704697"/>
                  </a:lnTo>
                  <a:lnTo>
                    <a:pt x="5077334" y="697421"/>
                  </a:lnTo>
                  <a:lnTo>
                    <a:pt x="5077521" y="690441"/>
                  </a:lnTo>
                  <a:lnTo>
                    <a:pt x="5077708" y="682736"/>
                  </a:lnTo>
                  <a:lnTo>
                    <a:pt x="5077895" y="674715"/>
                  </a:lnTo>
                  <a:lnTo>
                    <a:pt x="5078082" y="667808"/>
                  </a:lnTo>
                  <a:lnTo>
                    <a:pt x="5078268" y="662280"/>
                  </a:lnTo>
                  <a:lnTo>
                    <a:pt x="5078455" y="658506"/>
                  </a:lnTo>
                  <a:lnTo>
                    <a:pt x="5078642" y="655771"/>
                  </a:lnTo>
                  <a:lnTo>
                    <a:pt x="5078829" y="653288"/>
                  </a:lnTo>
                  <a:lnTo>
                    <a:pt x="5079016" y="651253"/>
                  </a:lnTo>
                  <a:lnTo>
                    <a:pt x="5079203" y="650705"/>
                  </a:lnTo>
                  <a:lnTo>
                    <a:pt x="5079390" y="651224"/>
                  </a:lnTo>
                  <a:lnTo>
                    <a:pt x="5079577" y="652581"/>
                  </a:lnTo>
                  <a:lnTo>
                    <a:pt x="5079764" y="654465"/>
                  </a:lnTo>
                  <a:lnTo>
                    <a:pt x="5079951" y="657531"/>
                  </a:lnTo>
                  <a:lnTo>
                    <a:pt x="5080138" y="660547"/>
                  </a:lnTo>
                  <a:lnTo>
                    <a:pt x="5080325" y="663283"/>
                  </a:lnTo>
                  <a:lnTo>
                    <a:pt x="5080511" y="664874"/>
                  </a:lnTo>
                  <a:lnTo>
                    <a:pt x="5080698" y="665123"/>
                  </a:lnTo>
                  <a:lnTo>
                    <a:pt x="5080885" y="667313"/>
                  </a:lnTo>
                  <a:lnTo>
                    <a:pt x="5081072" y="668219"/>
                  </a:lnTo>
                  <a:lnTo>
                    <a:pt x="5081259" y="668140"/>
                  </a:lnTo>
                  <a:lnTo>
                    <a:pt x="5081446" y="667586"/>
                  </a:lnTo>
                  <a:lnTo>
                    <a:pt x="5081633" y="667832"/>
                  </a:lnTo>
                  <a:lnTo>
                    <a:pt x="5081820" y="668694"/>
                  </a:lnTo>
                  <a:lnTo>
                    <a:pt x="5082007" y="668853"/>
                  </a:lnTo>
                  <a:lnTo>
                    <a:pt x="5082194" y="668255"/>
                  </a:lnTo>
                  <a:lnTo>
                    <a:pt x="5082381" y="667225"/>
                  </a:lnTo>
                  <a:lnTo>
                    <a:pt x="5082568" y="666443"/>
                  </a:lnTo>
                  <a:lnTo>
                    <a:pt x="5082755" y="665475"/>
                  </a:lnTo>
                  <a:lnTo>
                    <a:pt x="5082941" y="665871"/>
                  </a:lnTo>
                  <a:lnTo>
                    <a:pt x="5083128" y="667155"/>
                  </a:lnTo>
                  <a:lnTo>
                    <a:pt x="5083315" y="669943"/>
                  </a:lnTo>
                  <a:lnTo>
                    <a:pt x="5083502" y="672864"/>
                  </a:lnTo>
                  <a:lnTo>
                    <a:pt x="5083689" y="675195"/>
                  </a:lnTo>
                  <a:lnTo>
                    <a:pt x="5083876" y="677358"/>
                  </a:lnTo>
                  <a:lnTo>
                    <a:pt x="5084063" y="678801"/>
                  </a:lnTo>
                  <a:lnTo>
                    <a:pt x="5084250" y="679610"/>
                  </a:lnTo>
                  <a:lnTo>
                    <a:pt x="5084437" y="681281"/>
                  </a:lnTo>
                  <a:lnTo>
                    <a:pt x="5084624" y="683234"/>
                  </a:lnTo>
                  <a:lnTo>
                    <a:pt x="5084811" y="685776"/>
                  </a:lnTo>
                  <a:lnTo>
                    <a:pt x="5084998" y="689382"/>
                  </a:lnTo>
                  <a:lnTo>
                    <a:pt x="5085185" y="693287"/>
                  </a:lnTo>
                  <a:lnTo>
                    <a:pt x="5085371" y="696595"/>
                  </a:lnTo>
                  <a:lnTo>
                    <a:pt x="5085558" y="699216"/>
                  </a:lnTo>
                  <a:lnTo>
                    <a:pt x="5085745" y="701160"/>
                  </a:lnTo>
                  <a:lnTo>
                    <a:pt x="5085932" y="702321"/>
                  </a:lnTo>
                  <a:lnTo>
                    <a:pt x="5086119" y="701740"/>
                  </a:lnTo>
                  <a:lnTo>
                    <a:pt x="5086306" y="700764"/>
                  </a:lnTo>
                  <a:lnTo>
                    <a:pt x="5086493" y="701553"/>
                  </a:lnTo>
                  <a:lnTo>
                    <a:pt x="5086680" y="701874"/>
                  </a:lnTo>
                  <a:lnTo>
                    <a:pt x="5086867" y="701509"/>
                  </a:lnTo>
                  <a:lnTo>
                    <a:pt x="5087054" y="700348"/>
                  </a:lnTo>
                  <a:lnTo>
                    <a:pt x="5087241" y="697889"/>
                  </a:lnTo>
                  <a:lnTo>
                    <a:pt x="5087428" y="694305"/>
                  </a:lnTo>
                  <a:lnTo>
                    <a:pt x="5087614" y="690471"/>
                  </a:lnTo>
                  <a:lnTo>
                    <a:pt x="5087801" y="686045"/>
                  </a:lnTo>
                  <a:lnTo>
                    <a:pt x="5087988" y="682300"/>
                  </a:lnTo>
                  <a:lnTo>
                    <a:pt x="5088175" y="679888"/>
                  </a:lnTo>
                  <a:lnTo>
                    <a:pt x="5088362" y="678695"/>
                  </a:lnTo>
                  <a:lnTo>
                    <a:pt x="5088549" y="676472"/>
                  </a:lnTo>
                  <a:lnTo>
                    <a:pt x="5088736" y="673658"/>
                  </a:lnTo>
                  <a:lnTo>
                    <a:pt x="5088923" y="671251"/>
                  </a:lnTo>
                  <a:lnTo>
                    <a:pt x="5089110" y="669317"/>
                  </a:lnTo>
                  <a:lnTo>
                    <a:pt x="5089297" y="667546"/>
                  </a:lnTo>
                  <a:lnTo>
                    <a:pt x="5089484" y="665595"/>
                  </a:lnTo>
                  <a:lnTo>
                    <a:pt x="5089671" y="664739"/>
                  </a:lnTo>
                  <a:lnTo>
                    <a:pt x="5089858" y="663745"/>
                  </a:lnTo>
                  <a:lnTo>
                    <a:pt x="5090044" y="663181"/>
                  </a:lnTo>
                  <a:lnTo>
                    <a:pt x="5090231" y="663250"/>
                  </a:lnTo>
                  <a:lnTo>
                    <a:pt x="5090418" y="663531"/>
                  </a:lnTo>
                  <a:lnTo>
                    <a:pt x="5090605" y="663805"/>
                  </a:lnTo>
                  <a:lnTo>
                    <a:pt x="5090792" y="663511"/>
                  </a:lnTo>
                  <a:lnTo>
                    <a:pt x="5090979" y="662422"/>
                  </a:lnTo>
                  <a:lnTo>
                    <a:pt x="5091166" y="660591"/>
                  </a:lnTo>
                  <a:lnTo>
                    <a:pt x="5091353" y="657394"/>
                  </a:lnTo>
                  <a:lnTo>
                    <a:pt x="5091540" y="654272"/>
                  </a:lnTo>
                  <a:lnTo>
                    <a:pt x="5091727" y="651860"/>
                  </a:lnTo>
                  <a:lnTo>
                    <a:pt x="5091914" y="649148"/>
                  </a:lnTo>
                  <a:lnTo>
                    <a:pt x="5092101" y="645653"/>
                  </a:lnTo>
                  <a:lnTo>
                    <a:pt x="5092287" y="640596"/>
                  </a:lnTo>
                  <a:lnTo>
                    <a:pt x="5092474" y="635026"/>
                  </a:lnTo>
                  <a:lnTo>
                    <a:pt x="5092661" y="629279"/>
                  </a:lnTo>
                  <a:lnTo>
                    <a:pt x="5092848" y="624224"/>
                  </a:lnTo>
                  <a:lnTo>
                    <a:pt x="5093035" y="619592"/>
                  </a:lnTo>
                  <a:lnTo>
                    <a:pt x="5093222" y="614859"/>
                  </a:lnTo>
                  <a:lnTo>
                    <a:pt x="5093409" y="609762"/>
                  </a:lnTo>
                  <a:lnTo>
                    <a:pt x="5093596" y="604570"/>
                  </a:lnTo>
                  <a:lnTo>
                    <a:pt x="5093783" y="599510"/>
                  </a:lnTo>
                  <a:lnTo>
                    <a:pt x="5093970" y="594382"/>
                  </a:lnTo>
                  <a:lnTo>
                    <a:pt x="5094157" y="590271"/>
                  </a:lnTo>
                  <a:lnTo>
                    <a:pt x="5094344" y="587037"/>
                  </a:lnTo>
                  <a:lnTo>
                    <a:pt x="5094531" y="584250"/>
                  </a:lnTo>
                  <a:lnTo>
                    <a:pt x="5094717" y="581498"/>
                  </a:lnTo>
                  <a:lnTo>
                    <a:pt x="5094904" y="579639"/>
                  </a:lnTo>
                  <a:lnTo>
                    <a:pt x="5095091" y="579324"/>
                  </a:lnTo>
                  <a:lnTo>
                    <a:pt x="5095278" y="579314"/>
                  </a:lnTo>
                  <a:lnTo>
                    <a:pt x="5095465" y="579451"/>
                  </a:lnTo>
                  <a:lnTo>
                    <a:pt x="5095652" y="579108"/>
                  </a:lnTo>
                  <a:lnTo>
                    <a:pt x="5095839" y="577841"/>
                  </a:lnTo>
                  <a:lnTo>
                    <a:pt x="5096026" y="576619"/>
                  </a:lnTo>
                  <a:lnTo>
                    <a:pt x="5096213" y="576521"/>
                  </a:lnTo>
                  <a:lnTo>
                    <a:pt x="5096400" y="575962"/>
                  </a:lnTo>
                  <a:lnTo>
                    <a:pt x="5096587" y="574464"/>
                  </a:lnTo>
                  <a:lnTo>
                    <a:pt x="5096774" y="574514"/>
                  </a:lnTo>
                  <a:lnTo>
                    <a:pt x="5096961" y="573321"/>
                  </a:lnTo>
                  <a:lnTo>
                    <a:pt x="5097147" y="571335"/>
                  </a:lnTo>
                  <a:lnTo>
                    <a:pt x="5097334" y="568041"/>
                  </a:lnTo>
                  <a:lnTo>
                    <a:pt x="5097521" y="563499"/>
                  </a:lnTo>
                  <a:lnTo>
                    <a:pt x="5097708" y="559180"/>
                  </a:lnTo>
                  <a:lnTo>
                    <a:pt x="5097895" y="556088"/>
                  </a:lnTo>
                  <a:lnTo>
                    <a:pt x="5098082" y="553278"/>
                  </a:lnTo>
                  <a:lnTo>
                    <a:pt x="5098269" y="550481"/>
                  </a:lnTo>
                  <a:lnTo>
                    <a:pt x="5098456" y="547857"/>
                  </a:lnTo>
                  <a:lnTo>
                    <a:pt x="5098643" y="544774"/>
                  </a:lnTo>
                  <a:lnTo>
                    <a:pt x="5098830" y="541664"/>
                  </a:lnTo>
                  <a:lnTo>
                    <a:pt x="5099017" y="538364"/>
                  </a:lnTo>
                  <a:lnTo>
                    <a:pt x="5099204" y="535660"/>
                  </a:lnTo>
                  <a:lnTo>
                    <a:pt x="5099390" y="534048"/>
                  </a:lnTo>
                  <a:lnTo>
                    <a:pt x="5099577" y="532854"/>
                  </a:lnTo>
                  <a:lnTo>
                    <a:pt x="5099764" y="531677"/>
                  </a:lnTo>
                  <a:lnTo>
                    <a:pt x="5099951" y="529811"/>
                  </a:lnTo>
                  <a:lnTo>
                    <a:pt x="5100138" y="528057"/>
                  </a:lnTo>
                  <a:lnTo>
                    <a:pt x="5100325" y="525429"/>
                  </a:lnTo>
                  <a:lnTo>
                    <a:pt x="5100512" y="521731"/>
                  </a:lnTo>
                  <a:lnTo>
                    <a:pt x="5100699" y="518405"/>
                  </a:lnTo>
                  <a:lnTo>
                    <a:pt x="5100886" y="514456"/>
                  </a:lnTo>
                  <a:lnTo>
                    <a:pt x="5101073" y="510055"/>
                  </a:lnTo>
                  <a:lnTo>
                    <a:pt x="5101260" y="505249"/>
                  </a:lnTo>
                  <a:lnTo>
                    <a:pt x="5101447" y="500987"/>
                  </a:lnTo>
                  <a:lnTo>
                    <a:pt x="5101634" y="496259"/>
                  </a:lnTo>
                  <a:lnTo>
                    <a:pt x="5101820" y="490249"/>
                  </a:lnTo>
                  <a:lnTo>
                    <a:pt x="5102007" y="483228"/>
                  </a:lnTo>
                  <a:lnTo>
                    <a:pt x="5102194" y="475380"/>
                  </a:lnTo>
                  <a:lnTo>
                    <a:pt x="5102381" y="467231"/>
                  </a:lnTo>
                  <a:lnTo>
                    <a:pt x="5102568" y="459339"/>
                  </a:lnTo>
                  <a:lnTo>
                    <a:pt x="5102755" y="451519"/>
                  </a:lnTo>
                  <a:lnTo>
                    <a:pt x="5102942" y="443699"/>
                  </a:lnTo>
                  <a:lnTo>
                    <a:pt x="5103129" y="435749"/>
                  </a:lnTo>
                  <a:lnTo>
                    <a:pt x="5103316" y="428386"/>
                  </a:lnTo>
                  <a:lnTo>
                    <a:pt x="5103503" y="420778"/>
                  </a:lnTo>
                  <a:lnTo>
                    <a:pt x="5103690" y="413925"/>
                  </a:lnTo>
                  <a:lnTo>
                    <a:pt x="5103877" y="408131"/>
                  </a:lnTo>
                  <a:lnTo>
                    <a:pt x="5104064" y="403196"/>
                  </a:lnTo>
                  <a:lnTo>
                    <a:pt x="5104250" y="398692"/>
                  </a:lnTo>
                  <a:lnTo>
                    <a:pt x="5104437" y="394899"/>
                  </a:lnTo>
                  <a:lnTo>
                    <a:pt x="5104624" y="391016"/>
                  </a:lnTo>
                  <a:lnTo>
                    <a:pt x="5104811" y="389067"/>
                  </a:lnTo>
                  <a:lnTo>
                    <a:pt x="5104998" y="388921"/>
                  </a:lnTo>
                  <a:lnTo>
                    <a:pt x="5105185" y="388442"/>
                  </a:lnTo>
                  <a:lnTo>
                    <a:pt x="5105372" y="387429"/>
                  </a:lnTo>
                  <a:lnTo>
                    <a:pt x="5105559" y="385609"/>
                  </a:lnTo>
                  <a:lnTo>
                    <a:pt x="5105746" y="385467"/>
                  </a:lnTo>
                  <a:lnTo>
                    <a:pt x="5105933" y="385651"/>
                  </a:lnTo>
                  <a:lnTo>
                    <a:pt x="5106120" y="386234"/>
                  </a:lnTo>
                  <a:lnTo>
                    <a:pt x="5106307" y="387635"/>
                  </a:lnTo>
                  <a:lnTo>
                    <a:pt x="5106493" y="389644"/>
                  </a:lnTo>
                  <a:lnTo>
                    <a:pt x="5106680" y="392242"/>
                  </a:lnTo>
                  <a:lnTo>
                    <a:pt x="5106867" y="395337"/>
                  </a:lnTo>
                  <a:lnTo>
                    <a:pt x="5107054" y="399405"/>
                  </a:lnTo>
                  <a:lnTo>
                    <a:pt x="5107241" y="402756"/>
                  </a:lnTo>
                  <a:lnTo>
                    <a:pt x="5107428" y="407412"/>
                  </a:lnTo>
                  <a:lnTo>
                    <a:pt x="5107615" y="413265"/>
                  </a:lnTo>
                  <a:lnTo>
                    <a:pt x="5107802" y="417932"/>
                  </a:lnTo>
                  <a:lnTo>
                    <a:pt x="5107989" y="423893"/>
                  </a:lnTo>
                  <a:lnTo>
                    <a:pt x="5108176" y="429649"/>
                  </a:lnTo>
                  <a:lnTo>
                    <a:pt x="5108363" y="435869"/>
                  </a:lnTo>
                  <a:lnTo>
                    <a:pt x="5108550" y="441517"/>
                  </a:lnTo>
                  <a:lnTo>
                    <a:pt x="5108737" y="445612"/>
                  </a:lnTo>
                  <a:lnTo>
                    <a:pt x="5108923" y="450200"/>
                  </a:lnTo>
                  <a:lnTo>
                    <a:pt x="5109110" y="455107"/>
                  </a:lnTo>
                  <a:lnTo>
                    <a:pt x="5109297" y="459776"/>
                  </a:lnTo>
                  <a:lnTo>
                    <a:pt x="5109484" y="465508"/>
                  </a:lnTo>
                  <a:lnTo>
                    <a:pt x="5109671" y="471973"/>
                  </a:lnTo>
                  <a:lnTo>
                    <a:pt x="5109858" y="478185"/>
                  </a:lnTo>
                  <a:lnTo>
                    <a:pt x="5110045" y="484887"/>
                  </a:lnTo>
                  <a:lnTo>
                    <a:pt x="5110232" y="491014"/>
                  </a:lnTo>
                  <a:lnTo>
                    <a:pt x="5110419" y="496444"/>
                  </a:lnTo>
                  <a:lnTo>
                    <a:pt x="5110606" y="502174"/>
                  </a:lnTo>
                  <a:lnTo>
                    <a:pt x="5110793" y="507764"/>
                  </a:lnTo>
                  <a:lnTo>
                    <a:pt x="5110980" y="513154"/>
                  </a:lnTo>
                  <a:lnTo>
                    <a:pt x="5111166" y="517553"/>
                  </a:lnTo>
                  <a:lnTo>
                    <a:pt x="5111353" y="521023"/>
                  </a:lnTo>
                  <a:lnTo>
                    <a:pt x="5111540" y="525100"/>
                  </a:lnTo>
                  <a:lnTo>
                    <a:pt x="5111727" y="528550"/>
                  </a:lnTo>
                  <a:lnTo>
                    <a:pt x="5111914" y="532467"/>
                  </a:lnTo>
                  <a:lnTo>
                    <a:pt x="5112101" y="535700"/>
                  </a:lnTo>
                  <a:lnTo>
                    <a:pt x="5112288" y="538882"/>
                  </a:lnTo>
                  <a:lnTo>
                    <a:pt x="5112475" y="541460"/>
                  </a:lnTo>
                  <a:lnTo>
                    <a:pt x="5112662" y="542560"/>
                  </a:lnTo>
                  <a:lnTo>
                    <a:pt x="5112849" y="543582"/>
                  </a:lnTo>
                  <a:lnTo>
                    <a:pt x="5113036" y="545935"/>
                  </a:lnTo>
                  <a:lnTo>
                    <a:pt x="5113223" y="548095"/>
                  </a:lnTo>
                  <a:lnTo>
                    <a:pt x="5113410" y="550693"/>
                  </a:lnTo>
                  <a:lnTo>
                    <a:pt x="5113596" y="553899"/>
                  </a:lnTo>
                  <a:lnTo>
                    <a:pt x="5113783" y="557336"/>
                  </a:lnTo>
                  <a:lnTo>
                    <a:pt x="5113970" y="560993"/>
                  </a:lnTo>
                  <a:lnTo>
                    <a:pt x="5114157" y="565317"/>
                  </a:lnTo>
                  <a:lnTo>
                    <a:pt x="5114344" y="570751"/>
                  </a:lnTo>
                  <a:lnTo>
                    <a:pt x="5114531" y="574816"/>
                  </a:lnTo>
                  <a:lnTo>
                    <a:pt x="5114718" y="581179"/>
                  </a:lnTo>
                  <a:lnTo>
                    <a:pt x="5114905" y="587861"/>
                  </a:lnTo>
                  <a:lnTo>
                    <a:pt x="5115092" y="595497"/>
                  </a:lnTo>
                  <a:lnTo>
                    <a:pt x="5115279" y="604939"/>
                  </a:lnTo>
                  <a:lnTo>
                    <a:pt x="5115466" y="613948"/>
                  </a:lnTo>
                  <a:lnTo>
                    <a:pt x="5115653" y="622505"/>
                  </a:lnTo>
                  <a:lnTo>
                    <a:pt x="5115840" y="629735"/>
                  </a:lnTo>
                  <a:lnTo>
                    <a:pt x="5116026" y="637246"/>
                  </a:lnTo>
                  <a:lnTo>
                    <a:pt x="5116213" y="644570"/>
                  </a:lnTo>
                  <a:lnTo>
                    <a:pt x="5116400" y="651880"/>
                  </a:lnTo>
                  <a:lnTo>
                    <a:pt x="5116587" y="658955"/>
                  </a:lnTo>
                  <a:lnTo>
                    <a:pt x="5116774" y="666375"/>
                  </a:lnTo>
                  <a:lnTo>
                    <a:pt x="5116961" y="674257"/>
                  </a:lnTo>
                  <a:lnTo>
                    <a:pt x="5117148" y="682284"/>
                  </a:lnTo>
                  <a:lnTo>
                    <a:pt x="5117335" y="691157"/>
                  </a:lnTo>
                  <a:lnTo>
                    <a:pt x="5117522" y="700882"/>
                  </a:lnTo>
                  <a:lnTo>
                    <a:pt x="5117709" y="711545"/>
                  </a:lnTo>
                  <a:lnTo>
                    <a:pt x="5117896" y="723896"/>
                  </a:lnTo>
                  <a:lnTo>
                    <a:pt x="5118083" y="736621"/>
                  </a:lnTo>
                  <a:lnTo>
                    <a:pt x="5118269" y="749559"/>
                  </a:lnTo>
                  <a:lnTo>
                    <a:pt x="5118456" y="763030"/>
                  </a:lnTo>
                  <a:lnTo>
                    <a:pt x="5118643" y="777524"/>
                  </a:lnTo>
                  <a:lnTo>
                    <a:pt x="5118830" y="791759"/>
                  </a:lnTo>
                  <a:lnTo>
                    <a:pt x="5119017" y="805508"/>
                  </a:lnTo>
                  <a:lnTo>
                    <a:pt x="5119204" y="819416"/>
                  </a:lnTo>
                  <a:lnTo>
                    <a:pt x="5119391" y="833595"/>
                  </a:lnTo>
                  <a:lnTo>
                    <a:pt x="5119578" y="847951"/>
                  </a:lnTo>
                  <a:lnTo>
                    <a:pt x="5119765" y="861946"/>
                  </a:lnTo>
                  <a:lnTo>
                    <a:pt x="5119952" y="875662"/>
                  </a:lnTo>
                  <a:lnTo>
                    <a:pt x="5120139" y="889226"/>
                  </a:lnTo>
                  <a:lnTo>
                    <a:pt x="5120326" y="901397"/>
                  </a:lnTo>
                  <a:lnTo>
                    <a:pt x="5120513" y="912796"/>
                  </a:lnTo>
                  <a:lnTo>
                    <a:pt x="5120699" y="923756"/>
                  </a:lnTo>
                  <a:lnTo>
                    <a:pt x="5120886" y="935094"/>
                  </a:lnTo>
                  <a:lnTo>
                    <a:pt x="5121073" y="947210"/>
                  </a:lnTo>
                  <a:lnTo>
                    <a:pt x="5121260" y="959928"/>
                  </a:lnTo>
                  <a:lnTo>
                    <a:pt x="5121447" y="972970"/>
                  </a:lnTo>
                  <a:lnTo>
                    <a:pt x="5121634" y="985863"/>
                  </a:lnTo>
                  <a:lnTo>
                    <a:pt x="5121821" y="998496"/>
                  </a:lnTo>
                  <a:lnTo>
                    <a:pt x="5122008" y="1011023"/>
                  </a:lnTo>
                  <a:lnTo>
                    <a:pt x="5122195" y="1023802"/>
                  </a:lnTo>
                  <a:lnTo>
                    <a:pt x="5122382" y="1036309"/>
                  </a:lnTo>
                  <a:lnTo>
                    <a:pt x="5122569" y="1048489"/>
                  </a:lnTo>
                  <a:lnTo>
                    <a:pt x="5122756" y="1060508"/>
                  </a:lnTo>
                  <a:lnTo>
                    <a:pt x="5122943" y="1071385"/>
                  </a:lnTo>
                  <a:lnTo>
                    <a:pt x="5123129" y="1081065"/>
                  </a:lnTo>
                  <a:lnTo>
                    <a:pt x="5123316" y="1090325"/>
                  </a:lnTo>
                  <a:lnTo>
                    <a:pt x="5123503" y="1099659"/>
                  </a:lnTo>
                  <a:lnTo>
                    <a:pt x="5123690" y="1108153"/>
                  </a:lnTo>
                  <a:lnTo>
                    <a:pt x="5123877" y="1113713"/>
                  </a:lnTo>
                  <a:lnTo>
                    <a:pt x="5124064" y="1118134"/>
                  </a:lnTo>
                  <a:lnTo>
                    <a:pt x="5124251" y="1123373"/>
                  </a:lnTo>
                  <a:lnTo>
                    <a:pt x="5124438" y="1129428"/>
                  </a:lnTo>
                  <a:lnTo>
                    <a:pt x="5124625" y="1135635"/>
                  </a:lnTo>
                  <a:lnTo>
                    <a:pt x="5124812" y="1141168"/>
                  </a:lnTo>
                  <a:lnTo>
                    <a:pt x="5124999" y="1146820"/>
                  </a:lnTo>
                  <a:lnTo>
                    <a:pt x="5125186" y="1152070"/>
                  </a:lnTo>
                  <a:lnTo>
                    <a:pt x="5125372" y="1157421"/>
                  </a:lnTo>
                  <a:lnTo>
                    <a:pt x="5125559" y="1162280"/>
                  </a:lnTo>
                  <a:lnTo>
                    <a:pt x="5125746" y="1166678"/>
                  </a:lnTo>
                  <a:lnTo>
                    <a:pt x="5125933" y="1172529"/>
                  </a:lnTo>
                  <a:lnTo>
                    <a:pt x="5126120" y="1178678"/>
                  </a:lnTo>
                  <a:lnTo>
                    <a:pt x="5126307" y="1184729"/>
                  </a:lnTo>
                  <a:lnTo>
                    <a:pt x="5126494" y="1190944"/>
                  </a:lnTo>
                  <a:lnTo>
                    <a:pt x="5126681" y="1197514"/>
                  </a:lnTo>
                  <a:lnTo>
                    <a:pt x="5126868" y="1205419"/>
                  </a:lnTo>
                  <a:lnTo>
                    <a:pt x="5127055" y="1212493"/>
                  </a:lnTo>
                  <a:lnTo>
                    <a:pt x="5127242" y="1219185"/>
                  </a:lnTo>
                  <a:lnTo>
                    <a:pt x="5127429" y="1225956"/>
                  </a:lnTo>
                  <a:lnTo>
                    <a:pt x="5127616" y="1232806"/>
                  </a:lnTo>
                  <a:lnTo>
                    <a:pt x="5127802" y="1239521"/>
                  </a:lnTo>
                  <a:lnTo>
                    <a:pt x="5127989" y="1245889"/>
                  </a:lnTo>
                  <a:lnTo>
                    <a:pt x="5128176" y="1252147"/>
                  </a:lnTo>
                  <a:lnTo>
                    <a:pt x="5128363" y="1258386"/>
                  </a:lnTo>
                  <a:lnTo>
                    <a:pt x="5128550" y="1265194"/>
                  </a:lnTo>
                  <a:lnTo>
                    <a:pt x="5128737" y="1273509"/>
                  </a:lnTo>
                  <a:lnTo>
                    <a:pt x="5128924" y="1281679"/>
                  </a:lnTo>
                  <a:lnTo>
                    <a:pt x="5129111" y="1289014"/>
                  </a:lnTo>
                  <a:lnTo>
                    <a:pt x="5129298" y="1296065"/>
                  </a:lnTo>
                  <a:lnTo>
                    <a:pt x="5129485" y="1303726"/>
                  </a:lnTo>
                  <a:lnTo>
                    <a:pt x="5129672" y="1311583"/>
                  </a:lnTo>
                  <a:lnTo>
                    <a:pt x="5129859" y="1319224"/>
                  </a:lnTo>
                  <a:lnTo>
                    <a:pt x="5130045" y="1326252"/>
                  </a:lnTo>
                  <a:lnTo>
                    <a:pt x="5130232" y="1331864"/>
                  </a:lnTo>
                  <a:lnTo>
                    <a:pt x="5130419" y="1337389"/>
                  </a:lnTo>
                  <a:lnTo>
                    <a:pt x="5130606" y="1342210"/>
                  </a:lnTo>
                  <a:lnTo>
                    <a:pt x="5130793" y="1347324"/>
                  </a:lnTo>
                  <a:lnTo>
                    <a:pt x="5130980" y="1352454"/>
                  </a:lnTo>
                  <a:lnTo>
                    <a:pt x="5131167" y="1356819"/>
                  </a:lnTo>
                  <a:lnTo>
                    <a:pt x="5131354" y="1360734"/>
                  </a:lnTo>
                  <a:lnTo>
                    <a:pt x="5131541" y="1363217"/>
                  </a:lnTo>
                  <a:lnTo>
                    <a:pt x="5131728" y="1365061"/>
                  </a:lnTo>
                  <a:lnTo>
                    <a:pt x="5131915" y="1366767"/>
                  </a:lnTo>
                  <a:lnTo>
                    <a:pt x="5132102" y="1368428"/>
                  </a:lnTo>
                  <a:lnTo>
                    <a:pt x="5132289" y="1369126"/>
                  </a:lnTo>
                  <a:lnTo>
                    <a:pt x="5132475" y="1368992"/>
                  </a:lnTo>
                  <a:lnTo>
                    <a:pt x="5132662" y="1369724"/>
                  </a:lnTo>
                  <a:lnTo>
                    <a:pt x="5132849" y="1371462"/>
                  </a:lnTo>
                  <a:lnTo>
                    <a:pt x="5133036" y="1375155"/>
                  </a:lnTo>
                  <a:lnTo>
                    <a:pt x="5133223" y="1379446"/>
                  </a:lnTo>
                  <a:lnTo>
                    <a:pt x="5133410" y="1384882"/>
                  </a:lnTo>
                  <a:lnTo>
                    <a:pt x="5133597" y="1389820"/>
                  </a:lnTo>
                  <a:lnTo>
                    <a:pt x="5133784" y="1394429"/>
                  </a:lnTo>
                  <a:lnTo>
                    <a:pt x="5133971" y="1399748"/>
                  </a:lnTo>
                  <a:lnTo>
                    <a:pt x="5134158" y="1404880"/>
                  </a:lnTo>
                  <a:lnTo>
                    <a:pt x="5134345" y="1410729"/>
                  </a:lnTo>
                  <a:lnTo>
                    <a:pt x="5134532" y="1416513"/>
                  </a:lnTo>
                  <a:lnTo>
                    <a:pt x="5134719" y="1421564"/>
                  </a:lnTo>
                  <a:lnTo>
                    <a:pt x="5134905" y="1427124"/>
                  </a:lnTo>
                  <a:lnTo>
                    <a:pt x="5135092" y="1432614"/>
                  </a:lnTo>
                  <a:lnTo>
                    <a:pt x="5135279" y="1436730"/>
                  </a:lnTo>
                  <a:lnTo>
                    <a:pt x="5135466" y="1440469"/>
                  </a:lnTo>
                  <a:lnTo>
                    <a:pt x="5135653" y="1443313"/>
                  </a:lnTo>
                  <a:lnTo>
                    <a:pt x="5135840" y="1445908"/>
                  </a:lnTo>
                  <a:lnTo>
                    <a:pt x="5136027" y="1448618"/>
                  </a:lnTo>
                  <a:lnTo>
                    <a:pt x="5136214" y="1451104"/>
                  </a:lnTo>
                  <a:lnTo>
                    <a:pt x="5136401" y="1454098"/>
                  </a:lnTo>
                  <a:lnTo>
                    <a:pt x="5136588" y="1456610"/>
                  </a:lnTo>
                  <a:lnTo>
                    <a:pt x="5136775" y="1457955"/>
                  </a:lnTo>
                  <a:lnTo>
                    <a:pt x="5136962" y="1458693"/>
                  </a:lnTo>
                  <a:lnTo>
                    <a:pt x="5137148" y="1459272"/>
                  </a:lnTo>
                  <a:lnTo>
                    <a:pt x="5137335" y="1460833"/>
                  </a:lnTo>
                  <a:lnTo>
                    <a:pt x="5137522" y="1462946"/>
                  </a:lnTo>
                  <a:lnTo>
                    <a:pt x="5137709" y="1465778"/>
                  </a:lnTo>
                  <a:lnTo>
                    <a:pt x="5137896" y="1469604"/>
                  </a:lnTo>
                  <a:lnTo>
                    <a:pt x="5138083" y="1473394"/>
                  </a:lnTo>
                  <a:lnTo>
                    <a:pt x="5138270" y="1478271"/>
                  </a:lnTo>
                  <a:lnTo>
                    <a:pt x="5138457" y="1483323"/>
                  </a:lnTo>
                  <a:lnTo>
                    <a:pt x="5138644" y="1488955"/>
                  </a:lnTo>
                  <a:lnTo>
                    <a:pt x="5138831" y="1494883"/>
                  </a:lnTo>
                  <a:lnTo>
                    <a:pt x="5139018" y="1501476"/>
                  </a:lnTo>
                  <a:lnTo>
                    <a:pt x="5139205" y="1507557"/>
                  </a:lnTo>
                  <a:lnTo>
                    <a:pt x="5139392" y="1514360"/>
                  </a:lnTo>
                  <a:lnTo>
                    <a:pt x="5139578" y="1522056"/>
                  </a:lnTo>
                  <a:lnTo>
                    <a:pt x="5139765" y="1530443"/>
                  </a:lnTo>
                  <a:lnTo>
                    <a:pt x="5139952" y="1538267"/>
                  </a:lnTo>
                  <a:lnTo>
                    <a:pt x="5140139" y="1544814"/>
                  </a:lnTo>
                  <a:lnTo>
                    <a:pt x="5140326" y="1551168"/>
                  </a:lnTo>
                  <a:lnTo>
                    <a:pt x="5140513" y="1557497"/>
                  </a:lnTo>
                  <a:lnTo>
                    <a:pt x="5140700" y="1563894"/>
                  </a:lnTo>
                  <a:lnTo>
                    <a:pt x="5140887" y="1571587"/>
                  </a:lnTo>
                  <a:lnTo>
                    <a:pt x="5141074" y="1578579"/>
                  </a:lnTo>
                  <a:lnTo>
                    <a:pt x="5141261" y="1585788"/>
                  </a:lnTo>
                  <a:lnTo>
                    <a:pt x="5141448" y="1592871"/>
                  </a:lnTo>
                  <a:lnTo>
                    <a:pt x="5141635" y="1599396"/>
                  </a:lnTo>
                  <a:lnTo>
                    <a:pt x="5141821" y="1605599"/>
                  </a:lnTo>
                  <a:lnTo>
                    <a:pt x="5142008" y="1611922"/>
                  </a:lnTo>
                  <a:lnTo>
                    <a:pt x="5142195" y="1616368"/>
                  </a:lnTo>
                  <a:lnTo>
                    <a:pt x="5142382" y="1619593"/>
                  </a:lnTo>
                  <a:lnTo>
                    <a:pt x="5142569" y="1622040"/>
                  </a:lnTo>
                  <a:lnTo>
                    <a:pt x="5142756" y="1625380"/>
                  </a:lnTo>
                  <a:lnTo>
                    <a:pt x="5142943" y="1631210"/>
                  </a:lnTo>
                  <a:lnTo>
                    <a:pt x="5143130" y="1637361"/>
                  </a:lnTo>
                  <a:lnTo>
                    <a:pt x="5143317" y="1643651"/>
                  </a:lnTo>
                  <a:lnTo>
                    <a:pt x="5143504" y="1649825"/>
                  </a:lnTo>
                  <a:lnTo>
                    <a:pt x="5143691" y="1655843"/>
                  </a:lnTo>
                  <a:lnTo>
                    <a:pt x="5143878" y="1662512"/>
                  </a:lnTo>
                  <a:lnTo>
                    <a:pt x="5144065" y="1668629"/>
                  </a:lnTo>
                  <a:lnTo>
                    <a:pt x="5144251" y="1674319"/>
                  </a:lnTo>
                  <a:lnTo>
                    <a:pt x="5144438" y="1679699"/>
                  </a:lnTo>
                  <a:lnTo>
                    <a:pt x="5144625" y="1685592"/>
                  </a:lnTo>
                  <a:lnTo>
                    <a:pt x="5144812" y="1691525"/>
                  </a:lnTo>
                  <a:lnTo>
                    <a:pt x="5144999" y="1697857"/>
                  </a:lnTo>
                  <a:lnTo>
                    <a:pt x="5145186" y="1707678"/>
                  </a:lnTo>
                  <a:lnTo>
                    <a:pt x="5145373" y="1717694"/>
                  </a:lnTo>
                  <a:lnTo>
                    <a:pt x="5145560" y="1727443"/>
                  </a:lnTo>
                  <a:lnTo>
                    <a:pt x="5145747" y="1736482"/>
                  </a:lnTo>
                  <a:lnTo>
                    <a:pt x="5145934" y="1745149"/>
                  </a:lnTo>
                  <a:lnTo>
                    <a:pt x="5146121" y="1753370"/>
                  </a:lnTo>
                  <a:lnTo>
                    <a:pt x="5146308" y="1761058"/>
                  </a:lnTo>
                  <a:lnTo>
                    <a:pt x="5146495" y="1768917"/>
                  </a:lnTo>
                  <a:lnTo>
                    <a:pt x="5146681" y="1776321"/>
                  </a:lnTo>
                  <a:lnTo>
                    <a:pt x="5146868" y="1782708"/>
                  </a:lnTo>
                  <a:lnTo>
                    <a:pt x="5147055" y="1788560"/>
                  </a:lnTo>
                  <a:lnTo>
                    <a:pt x="5147242" y="1794975"/>
                  </a:lnTo>
                  <a:lnTo>
                    <a:pt x="5147429" y="1801074"/>
                  </a:lnTo>
                  <a:lnTo>
                    <a:pt x="5147616" y="1806811"/>
                  </a:lnTo>
                  <a:lnTo>
                    <a:pt x="5147803" y="1812357"/>
                  </a:lnTo>
                  <a:lnTo>
                    <a:pt x="5147990" y="1817517"/>
                  </a:lnTo>
                  <a:lnTo>
                    <a:pt x="5148177" y="1822812"/>
                  </a:lnTo>
                  <a:lnTo>
                    <a:pt x="5148364" y="1827801"/>
                  </a:lnTo>
                  <a:lnTo>
                    <a:pt x="5148551" y="1833371"/>
                  </a:lnTo>
                  <a:lnTo>
                    <a:pt x="5148738" y="1840207"/>
                  </a:lnTo>
                  <a:lnTo>
                    <a:pt x="5148924" y="1847854"/>
                  </a:lnTo>
                  <a:lnTo>
                    <a:pt x="5149111" y="1855598"/>
                  </a:lnTo>
                  <a:lnTo>
                    <a:pt x="5149298" y="1862865"/>
                  </a:lnTo>
                  <a:lnTo>
                    <a:pt x="5149485" y="1869917"/>
                  </a:lnTo>
                  <a:lnTo>
                    <a:pt x="5149672" y="1876814"/>
                  </a:lnTo>
                  <a:lnTo>
                    <a:pt x="5149859" y="1884429"/>
                  </a:lnTo>
                  <a:lnTo>
                    <a:pt x="5150046" y="1893436"/>
                  </a:lnTo>
                  <a:lnTo>
                    <a:pt x="5150233" y="1901933"/>
                  </a:lnTo>
                  <a:lnTo>
                    <a:pt x="5150420" y="1910272"/>
                  </a:lnTo>
                  <a:lnTo>
                    <a:pt x="5150607" y="1918170"/>
                  </a:lnTo>
                  <a:lnTo>
                    <a:pt x="5150794" y="1925629"/>
                  </a:lnTo>
                  <a:lnTo>
                    <a:pt x="5150981" y="1932551"/>
                  </a:lnTo>
                  <a:lnTo>
                    <a:pt x="5151168" y="1939351"/>
                  </a:lnTo>
                  <a:lnTo>
                    <a:pt x="5151354" y="1945499"/>
                  </a:lnTo>
                  <a:lnTo>
                    <a:pt x="5151541" y="1950759"/>
                  </a:lnTo>
                  <a:lnTo>
                    <a:pt x="5151728" y="1954919"/>
                  </a:lnTo>
                  <a:lnTo>
                    <a:pt x="5151915" y="1959335"/>
                  </a:lnTo>
                  <a:lnTo>
                    <a:pt x="5152102" y="1962518"/>
                  </a:lnTo>
                  <a:lnTo>
                    <a:pt x="5152289" y="1964750"/>
                  </a:lnTo>
                  <a:lnTo>
                    <a:pt x="5152476" y="1965959"/>
                  </a:lnTo>
                  <a:lnTo>
                    <a:pt x="5152663" y="1966218"/>
                  </a:lnTo>
                  <a:lnTo>
                    <a:pt x="5152850" y="1965698"/>
                  </a:lnTo>
                  <a:lnTo>
                    <a:pt x="5153037" y="1964334"/>
                  </a:lnTo>
                  <a:lnTo>
                    <a:pt x="5153224" y="1962445"/>
                  </a:lnTo>
                  <a:lnTo>
                    <a:pt x="5153411" y="1959714"/>
                  </a:lnTo>
                  <a:lnTo>
                    <a:pt x="5153598" y="1956587"/>
                  </a:lnTo>
                  <a:lnTo>
                    <a:pt x="5153784" y="1952990"/>
                  </a:lnTo>
                  <a:lnTo>
                    <a:pt x="5153971" y="1949118"/>
                  </a:lnTo>
                  <a:lnTo>
                    <a:pt x="5154158" y="1945280"/>
                  </a:lnTo>
                  <a:lnTo>
                    <a:pt x="5154345" y="1940946"/>
                  </a:lnTo>
                  <a:lnTo>
                    <a:pt x="5154532" y="1936363"/>
                  </a:lnTo>
                  <a:lnTo>
                    <a:pt x="5154719" y="1930362"/>
                  </a:lnTo>
                  <a:lnTo>
                    <a:pt x="5154906" y="1923292"/>
                  </a:lnTo>
                  <a:lnTo>
                    <a:pt x="5155093" y="1915278"/>
                  </a:lnTo>
                  <a:lnTo>
                    <a:pt x="5155280" y="1907149"/>
                  </a:lnTo>
                  <a:lnTo>
                    <a:pt x="5155467" y="1899015"/>
                  </a:lnTo>
                  <a:lnTo>
                    <a:pt x="5155654" y="1891337"/>
                  </a:lnTo>
                  <a:lnTo>
                    <a:pt x="5155841" y="1884462"/>
                  </a:lnTo>
                  <a:lnTo>
                    <a:pt x="5156027" y="1877357"/>
                  </a:lnTo>
                  <a:lnTo>
                    <a:pt x="5156214" y="1870634"/>
                  </a:lnTo>
                  <a:lnTo>
                    <a:pt x="5156401" y="1863640"/>
                  </a:lnTo>
                  <a:lnTo>
                    <a:pt x="5156588" y="1856628"/>
                  </a:lnTo>
                  <a:lnTo>
                    <a:pt x="5156775" y="1849450"/>
                  </a:lnTo>
                  <a:lnTo>
                    <a:pt x="5156962" y="1841568"/>
                  </a:lnTo>
                  <a:lnTo>
                    <a:pt x="5157149" y="1833862"/>
                  </a:lnTo>
                  <a:lnTo>
                    <a:pt x="5157336" y="1826575"/>
                  </a:lnTo>
                  <a:lnTo>
                    <a:pt x="5157523" y="1819767"/>
                  </a:lnTo>
                  <a:lnTo>
                    <a:pt x="5157710" y="1813076"/>
                  </a:lnTo>
                  <a:lnTo>
                    <a:pt x="5157897" y="1806769"/>
                  </a:lnTo>
                  <a:lnTo>
                    <a:pt x="5158084" y="1800216"/>
                  </a:lnTo>
                  <a:lnTo>
                    <a:pt x="5158271" y="1793443"/>
                  </a:lnTo>
                  <a:lnTo>
                    <a:pt x="5158457" y="1786183"/>
                  </a:lnTo>
                  <a:lnTo>
                    <a:pt x="5158644" y="1778707"/>
                  </a:lnTo>
                  <a:lnTo>
                    <a:pt x="5158831" y="1771532"/>
                  </a:lnTo>
                  <a:lnTo>
                    <a:pt x="5159018" y="1764435"/>
                  </a:lnTo>
                  <a:lnTo>
                    <a:pt x="5159205" y="1757810"/>
                  </a:lnTo>
                  <a:lnTo>
                    <a:pt x="5159392" y="1750692"/>
                  </a:lnTo>
                  <a:lnTo>
                    <a:pt x="5159579" y="1743357"/>
                  </a:lnTo>
                  <a:lnTo>
                    <a:pt x="5159766" y="1736638"/>
                  </a:lnTo>
                  <a:lnTo>
                    <a:pt x="5159953" y="1730307"/>
                  </a:lnTo>
                  <a:lnTo>
                    <a:pt x="5160140" y="1724762"/>
                  </a:lnTo>
                  <a:lnTo>
                    <a:pt x="5160327" y="1720825"/>
                  </a:lnTo>
                  <a:lnTo>
                    <a:pt x="5160514" y="1718006"/>
                  </a:lnTo>
                  <a:lnTo>
                    <a:pt x="5160700" y="1715712"/>
                  </a:lnTo>
                  <a:lnTo>
                    <a:pt x="5160887" y="1713389"/>
                  </a:lnTo>
                  <a:lnTo>
                    <a:pt x="5161074" y="1711254"/>
                  </a:lnTo>
                  <a:lnTo>
                    <a:pt x="5161261" y="1709919"/>
                  </a:lnTo>
                  <a:lnTo>
                    <a:pt x="5161448" y="1709231"/>
                  </a:lnTo>
                  <a:lnTo>
                    <a:pt x="5161635" y="1708675"/>
                  </a:lnTo>
                  <a:lnTo>
                    <a:pt x="5161822" y="1708223"/>
                  </a:lnTo>
                  <a:lnTo>
                    <a:pt x="5162009" y="1707528"/>
                  </a:lnTo>
                  <a:lnTo>
                    <a:pt x="5162196" y="1708121"/>
                  </a:lnTo>
                  <a:lnTo>
                    <a:pt x="5162383" y="1708758"/>
                  </a:lnTo>
                  <a:lnTo>
                    <a:pt x="5162570" y="1709138"/>
                  </a:lnTo>
                  <a:lnTo>
                    <a:pt x="5162757" y="1708464"/>
                  </a:lnTo>
                  <a:lnTo>
                    <a:pt x="5162944" y="1707582"/>
                  </a:lnTo>
                  <a:lnTo>
                    <a:pt x="5163130" y="1705116"/>
                  </a:lnTo>
                  <a:lnTo>
                    <a:pt x="5163317" y="1702307"/>
                  </a:lnTo>
                  <a:lnTo>
                    <a:pt x="5163504" y="1699403"/>
                  </a:lnTo>
                  <a:lnTo>
                    <a:pt x="5163691" y="1696436"/>
                  </a:lnTo>
                  <a:lnTo>
                    <a:pt x="5163878" y="1694223"/>
                  </a:lnTo>
                  <a:lnTo>
                    <a:pt x="5164065" y="1690947"/>
                  </a:lnTo>
                  <a:lnTo>
                    <a:pt x="5164252" y="1686931"/>
                  </a:lnTo>
                  <a:lnTo>
                    <a:pt x="5164439" y="1682916"/>
                  </a:lnTo>
                  <a:lnTo>
                    <a:pt x="5164626" y="1678779"/>
                  </a:lnTo>
                  <a:lnTo>
                    <a:pt x="5164813" y="1674464"/>
                  </a:lnTo>
                  <a:lnTo>
                    <a:pt x="5165000" y="1669260"/>
                  </a:lnTo>
                  <a:lnTo>
                    <a:pt x="5165187" y="1664054"/>
                  </a:lnTo>
                  <a:lnTo>
                    <a:pt x="5165374" y="1659029"/>
                  </a:lnTo>
                  <a:lnTo>
                    <a:pt x="5165560" y="1654111"/>
                  </a:lnTo>
                  <a:lnTo>
                    <a:pt x="5165747" y="1648939"/>
                  </a:lnTo>
                  <a:lnTo>
                    <a:pt x="5165934" y="1643413"/>
                  </a:lnTo>
                  <a:lnTo>
                    <a:pt x="5166121" y="1637545"/>
                  </a:lnTo>
                  <a:lnTo>
                    <a:pt x="5166308" y="1632367"/>
                  </a:lnTo>
                  <a:lnTo>
                    <a:pt x="5166495" y="1627073"/>
                  </a:lnTo>
                  <a:lnTo>
                    <a:pt x="5166682" y="1621851"/>
                  </a:lnTo>
                  <a:lnTo>
                    <a:pt x="5166869" y="1616855"/>
                  </a:lnTo>
                  <a:lnTo>
                    <a:pt x="5167056" y="1612685"/>
                  </a:lnTo>
                  <a:lnTo>
                    <a:pt x="5167243" y="1608660"/>
                  </a:lnTo>
                  <a:lnTo>
                    <a:pt x="5167430" y="1604645"/>
                  </a:lnTo>
                  <a:lnTo>
                    <a:pt x="5167617" y="1600882"/>
                  </a:lnTo>
                  <a:lnTo>
                    <a:pt x="5167803" y="1597390"/>
                  </a:lnTo>
                  <a:lnTo>
                    <a:pt x="5167990" y="1593404"/>
                  </a:lnTo>
                  <a:lnTo>
                    <a:pt x="5168177" y="1589567"/>
                  </a:lnTo>
                  <a:lnTo>
                    <a:pt x="5168364" y="1586081"/>
                  </a:lnTo>
                  <a:lnTo>
                    <a:pt x="5168551" y="1583463"/>
                  </a:lnTo>
                  <a:lnTo>
                    <a:pt x="5168738" y="1582212"/>
                  </a:lnTo>
                  <a:lnTo>
                    <a:pt x="5168925" y="1582229"/>
                  </a:lnTo>
                  <a:lnTo>
                    <a:pt x="5169112" y="1582530"/>
                  </a:lnTo>
                  <a:lnTo>
                    <a:pt x="5169299" y="1583465"/>
                  </a:lnTo>
                  <a:lnTo>
                    <a:pt x="5169486" y="1584643"/>
                  </a:lnTo>
                  <a:lnTo>
                    <a:pt x="5169673" y="1586297"/>
                  </a:lnTo>
                  <a:lnTo>
                    <a:pt x="5169860" y="1588197"/>
                  </a:lnTo>
                  <a:lnTo>
                    <a:pt x="5170047" y="1589006"/>
                  </a:lnTo>
                  <a:lnTo>
                    <a:pt x="5170233" y="1589531"/>
                  </a:lnTo>
                  <a:lnTo>
                    <a:pt x="5170420" y="1590149"/>
                  </a:lnTo>
                  <a:lnTo>
                    <a:pt x="5170607" y="1591180"/>
                  </a:lnTo>
                  <a:lnTo>
                    <a:pt x="5170794" y="1592331"/>
                  </a:lnTo>
                  <a:lnTo>
                    <a:pt x="5170981" y="1594104"/>
                  </a:lnTo>
                  <a:lnTo>
                    <a:pt x="5171168" y="1596559"/>
                  </a:lnTo>
                  <a:lnTo>
                    <a:pt x="5171355" y="1599191"/>
                  </a:lnTo>
                  <a:lnTo>
                    <a:pt x="5171542" y="1602054"/>
                  </a:lnTo>
                  <a:lnTo>
                    <a:pt x="5171729" y="1604869"/>
                  </a:lnTo>
                  <a:lnTo>
                    <a:pt x="5171916" y="1607925"/>
                  </a:lnTo>
                  <a:lnTo>
                    <a:pt x="5172103" y="1611398"/>
                  </a:lnTo>
                  <a:lnTo>
                    <a:pt x="5172290" y="1614730"/>
                  </a:lnTo>
                  <a:lnTo>
                    <a:pt x="5172477" y="1618379"/>
                  </a:lnTo>
                  <a:lnTo>
                    <a:pt x="5172663" y="1621861"/>
                  </a:lnTo>
                  <a:lnTo>
                    <a:pt x="5172850" y="1624850"/>
                  </a:lnTo>
                  <a:lnTo>
                    <a:pt x="5173037" y="1628018"/>
                  </a:lnTo>
                  <a:lnTo>
                    <a:pt x="5173224" y="1630864"/>
                  </a:lnTo>
                  <a:lnTo>
                    <a:pt x="5173411" y="1633257"/>
                  </a:lnTo>
                  <a:lnTo>
                    <a:pt x="5173598" y="1635737"/>
                  </a:lnTo>
                  <a:lnTo>
                    <a:pt x="5173785" y="1637434"/>
                  </a:lnTo>
                  <a:lnTo>
                    <a:pt x="5173972" y="1638654"/>
                  </a:lnTo>
                  <a:lnTo>
                    <a:pt x="5174159" y="1640289"/>
                  </a:lnTo>
                  <a:lnTo>
                    <a:pt x="5174346" y="1641257"/>
                  </a:lnTo>
                  <a:lnTo>
                    <a:pt x="5174533" y="1641648"/>
                  </a:lnTo>
                  <a:lnTo>
                    <a:pt x="5174720" y="1640816"/>
                  </a:lnTo>
                  <a:lnTo>
                    <a:pt x="5174906" y="1639742"/>
                  </a:lnTo>
                  <a:lnTo>
                    <a:pt x="5175093" y="1638275"/>
                  </a:lnTo>
                  <a:lnTo>
                    <a:pt x="5175280" y="1636447"/>
                  </a:lnTo>
                  <a:lnTo>
                    <a:pt x="5175467" y="1634608"/>
                  </a:lnTo>
                  <a:lnTo>
                    <a:pt x="5175654" y="1633023"/>
                  </a:lnTo>
                  <a:lnTo>
                    <a:pt x="5175841" y="1631239"/>
                  </a:lnTo>
                  <a:lnTo>
                    <a:pt x="5176028" y="1628755"/>
                  </a:lnTo>
                  <a:lnTo>
                    <a:pt x="5176215" y="1626247"/>
                  </a:lnTo>
                  <a:lnTo>
                    <a:pt x="5176402" y="1623218"/>
                  </a:lnTo>
                  <a:lnTo>
                    <a:pt x="5176589" y="1621246"/>
                  </a:lnTo>
                  <a:lnTo>
                    <a:pt x="5176776" y="1619257"/>
                  </a:lnTo>
                  <a:lnTo>
                    <a:pt x="5176963" y="1616823"/>
                  </a:lnTo>
                  <a:lnTo>
                    <a:pt x="5177150" y="1615446"/>
                  </a:lnTo>
                  <a:lnTo>
                    <a:pt x="5177336" y="1614423"/>
                  </a:lnTo>
                  <a:lnTo>
                    <a:pt x="5177523" y="1612955"/>
                  </a:lnTo>
                  <a:lnTo>
                    <a:pt x="5177710" y="1611327"/>
                  </a:lnTo>
                  <a:lnTo>
                    <a:pt x="5177897" y="1610043"/>
                  </a:lnTo>
                  <a:lnTo>
                    <a:pt x="5178084" y="1608390"/>
                  </a:lnTo>
                  <a:lnTo>
                    <a:pt x="5178271" y="1605944"/>
                  </a:lnTo>
                  <a:lnTo>
                    <a:pt x="5178458" y="1603059"/>
                  </a:lnTo>
                  <a:lnTo>
                    <a:pt x="5178645" y="1600201"/>
                  </a:lnTo>
                  <a:lnTo>
                    <a:pt x="5178832" y="1597615"/>
                  </a:lnTo>
                  <a:lnTo>
                    <a:pt x="5179019" y="1594659"/>
                  </a:lnTo>
                  <a:lnTo>
                    <a:pt x="5179206" y="1591115"/>
                  </a:lnTo>
                  <a:lnTo>
                    <a:pt x="5179393" y="1586928"/>
                  </a:lnTo>
                  <a:lnTo>
                    <a:pt x="5179579" y="1583110"/>
                  </a:lnTo>
                  <a:lnTo>
                    <a:pt x="5179766" y="1579803"/>
                  </a:lnTo>
                  <a:lnTo>
                    <a:pt x="5179953" y="1576725"/>
                  </a:lnTo>
                  <a:lnTo>
                    <a:pt x="5180140" y="1573400"/>
                  </a:lnTo>
                  <a:lnTo>
                    <a:pt x="5180327" y="1569442"/>
                  </a:lnTo>
                  <a:lnTo>
                    <a:pt x="5180514" y="1565545"/>
                  </a:lnTo>
                  <a:lnTo>
                    <a:pt x="5180701" y="1561244"/>
                  </a:lnTo>
                  <a:lnTo>
                    <a:pt x="5180888" y="1557761"/>
                  </a:lnTo>
                  <a:lnTo>
                    <a:pt x="5181075" y="1554740"/>
                  </a:lnTo>
                  <a:lnTo>
                    <a:pt x="5181262" y="1551857"/>
                  </a:lnTo>
                  <a:lnTo>
                    <a:pt x="5181449" y="1549786"/>
                  </a:lnTo>
                  <a:lnTo>
                    <a:pt x="5181636" y="1548982"/>
                  </a:lnTo>
                  <a:lnTo>
                    <a:pt x="5181823" y="1549161"/>
                  </a:lnTo>
                  <a:lnTo>
                    <a:pt x="5182009" y="1549683"/>
                  </a:lnTo>
                  <a:lnTo>
                    <a:pt x="5182196" y="1549731"/>
                  </a:lnTo>
                  <a:lnTo>
                    <a:pt x="5182383" y="1549791"/>
                  </a:lnTo>
                  <a:lnTo>
                    <a:pt x="5182570" y="1549381"/>
                  </a:lnTo>
                  <a:lnTo>
                    <a:pt x="5182757" y="1549384"/>
                  </a:lnTo>
                  <a:lnTo>
                    <a:pt x="5182944" y="1550102"/>
                  </a:lnTo>
                  <a:lnTo>
                    <a:pt x="5183131" y="1551512"/>
                  </a:lnTo>
                  <a:lnTo>
                    <a:pt x="5183318" y="1554272"/>
                  </a:lnTo>
                  <a:lnTo>
                    <a:pt x="5183505" y="1557747"/>
                  </a:lnTo>
                  <a:lnTo>
                    <a:pt x="5183692" y="1561055"/>
                  </a:lnTo>
                  <a:lnTo>
                    <a:pt x="5183879" y="1563428"/>
                  </a:lnTo>
                  <a:lnTo>
                    <a:pt x="5184066" y="1565732"/>
                  </a:lnTo>
                  <a:lnTo>
                    <a:pt x="5184253" y="1567307"/>
                  </a:lnTo>
                  <a:lnTo>
                    <a:pt x="5184439" y="1569072"/>
                  </a:lnTo>
                  <a:lnTo>
                    <a:pt x="5184626" y="1570566"/>
                  </a:lnTo>
                  <a:lnTo>
                    <a:pt x="5184813" y="1572403"/>
                  </a:lnTo>
                  <a:lnTo>
                    <a:pt x="5185000" y="1575093"/>
                  </a:lnTo>
                  <a:lnTo>
                    <a:pt x="5185187" y="1578239"/>
                  </a:lnTo>
                  <a:lnTo>
                    <a:pt x="5185374" y="1581452"/>
                  </a:lnTo>
                  <a:lnTo>
                    <a:pt x="5185561" y="1584660"/>
                  </a:lnTo>
                  <a:lnTo>
                    <a:pt x="5185748" y="1587767"/>
                  </a:lnTo>
                  <a:lnTo>
                    <a:pt x="5185935" y="1590248"/>
                  </a:lnTo>
                  <a:lnTo>
                    <a:pt x="5186122" y="1591285"/>
                  </a:lnTo>
                  <a:lnTo>
                    <a:pt x="5186309" y="1591551"/>
                  </a:lnTo>
                  <a:lnTo>
                    <a:pt x="5186496" y="1591477"/>
                  </a:lnTo>
                  <a:lnTo>
                    <a:pt x="5186682" y="1591327"/>
                  </a:lnTo>
                  <a:lnTo>
                    <a:pt x="5186869" y="1590852"/>
                  </a:lnTo>
                  <a:lnTo>
                    <a:pt x="5187056" y="1590351"/>
                  </a:lnTo>
                  <a:lnTo>
                    <a:pt x="5187243" y="1589339"/>
                  </a:lnTo>
                  <a:lnTo>
                    <a:pt x="5187430" y="1587826"/>
                  </a:lnTo>
                  <a:lnTo>
                    <a:pt x="5187617" y="1586243"/>
                  </a:lnTo>
                  <a:lnTo>
                    <a:pt x="5187804" y="1583859"/>
                  </a:lnTo>
                  <a:lnTo>
                    <a:pt x="5187991" y="1580930"/>
                  </a:lnTo>
                  <a:lnTo>
                    <a:pt x="5188178" y="1577773"/>
                  </a:lnTo>
                  <a:lnTo>
                    <a:pt x="5188365" y="1573797"/>
                  </a:lnTo>
                  <a:lnTo>
                    <a:pt x="5188552" y="1569469"/>
                  </a:lnTo>
                  <a:lnTo>
                    <a:pt x="5188739" y="1565371"/>
                  </a:lnTo>
                  <a:lnTo>
                    <a:pt x="5188926" y="1561307"/>
                  </a:lnTo>
                  <a:lnTo>
                    <a:pt x="5189112" y="1557868"/>
                  </a:lnTo>
                  <a:lnTo>
                    <a:pt x="5189299" y="1555220"/>
                  </a:lnTo>
                  <a:lnTo>
                    <a:pt x="5189486" y="1553118"/>
                  </a:lnTo>
                  <a:lnTo>
                    <a:pt x="5189673" y="1550928"/>
                  </a:lnTo>
                  <a:lnTo>
                    <a:pt x="5189860" y="1548685"/>
                  </a:lnTo>
                  <a:lnTo>
                    <a:pt x="5190047" y="1546609"/>
                  </a:lnTo>
                  <a:lnTo>
                    <a:pt x="5190234" y="1544973"/>
                  </a:lnTo>
                  <a:lnTo>
                    <a:pt x="5190421" y="1543997"/>
                  </a:lnTo>
                  <a:lnTo>
                    <a:pt x="5190608" y="1544032"/>
                  </a:lnTo>
                  <a:lnTo>
                    <a:pt x="5190795" y="1545316"/>
                  </a:lnTo>
                  <a:lnTo>
                    <a:pt x="5190982" y="1547075"/>
                  </a:lnTo>
                  <a:lnTo>
                    <a:pt x="5191169" y="1549749"/>
                  </a:lnTo>
                  <a:lnTo>
                    <a:pt x="5191356" y="1552731"/>
                  </a:lnTo>
                  <a:lnTo>
                    <a:pt x="5191542" y="1555634"/>
                  </a:lnTo>
                  <a:lnTo>
                    <a:pt x="5191729" y="1558642"/>
                  </a:lnTo>
                  <a:lnTo>
                    <a:pt x="5191916" y="1561421"/>
                  </a:lnTo>
                  <a:lnTo>
                    <a:pt x="5192103" y="1564482"/>
                  </a:lnTo>
                  <a:lnTo>
                    <a:pt x="5192290" y="1567957"/>
                  </a:lnTo>
                  <a:lnTo>
                    <a:pt x="5192477" y="1571818"/>
                  </a:lnTo>
                  <a:lnTo>
                    <a:pt x="5192664" y="1575943"/>
                  </a:lnTo>
                  <a:lnTo>
                    <a:pt x="5192851" y="1579972"/>
                  </a:lnTo>
                  <a:lnTo>
                    <a:pt x="5193038" y="1583534"/>
                  </a:lnTo>
                  <a:lnTo>
                    <a:pt x="5193225" y="1585935"/>
                  </a:lnTo>
                  <a:lnTo>
                    <a:pt x="5193412" y="1588020"/>
                  </a:lnTo>
                  <a:lnTo>
                    <a:pt x="5193599" y="1589242"/>
                  </a:lnTo>
                  <a:lnTo>
                    <a:pt x="5193785" y="1590228"/>
                  </a:lnTo>
                  <a:lnTo>
                    <a:pt x="5193972" y="1591081"/>
                  </a:lnTo>
                  <a:lnTo>
                    <a:pt x="5194159" y="1592312"/>
                  </a:lnTo>
                  <a:lnTo>
                    <a:pt x="5194346" y="1594362"/>
                  </a:lnTo>
                  <a:lnTo>
                    <a:pt x="5194533" y="1596596"/>
                  </a:lnTo>
                  <a:lnTo>
                    <a:pt x="5194720" y="1598654"/>
                  </a:lnTo>
                  <a:lnTo>
                    <a:pt x="5194907" y="1600149"/>
                  </a:lnTo>
                  <a:lnTo>
                    <a:pt x="5195094" y="1601697"/>
                  </a:lnTo>
                  <a:lnTo>
                    <a:pt x="5195281" y="1603245"/>
                  </a:lnTo>
                  <a:lnTo>
                    <a:pt x="5195468" y="1605013"/>
                  </a:lnTo>
                  <a:lnTo>
                    <a:pt x="5195655" y="1606966"/>
                  </a:lnTo>
                  <a:lnTo>
                    <a:pt x="5195842" y="1609227"/>
                  </a:lnTo>
                  <a:lnTo>
                    <a:pt x="5196029" y="1612147"/>
                  </a:lnTo>
                  <a:lnTo>
                    <a:pt x="5196215" y="1614917"/>
                  </a:lnTo>
                  <a:lnTo>
                    <a:pt x="5196402" y="1618049"/>
                  </a:lnTo>
                  <a:lnTo>
                    <a:pt x="5196589" y="1621462"/>
                  </a:lnTo>
                  <a:lnTo>
                    <a:pt x="5196776" y="1625508"/>
                  </a:lnTo>
                  <a:lnTo>
                    <a:pt x="5196963" y="1629870"/>
                  </a:lnTo>
                  <a:lnTo>
                    <a:pt x="5197150" y="1633697"/>
                  </a:lnTo>
                  <a:lnTo>
                    <a:pt x="5197337" y="1637795"/>
                  </a:lnTo>
                  <a:lnTo>
                    <a:pt x="5197524" y="1641991"/>
                  </a:lnTo>
                  <a:lnTo>
                    <a:pt x="5197711" y="1645835"/>
                  </a:lnTo>
                  <a:lnTo>
                    <a:pt x="5197898" y="1649608"/>
                  </a:lnTo>
                  <a:lnTo>
                    <a:pt x="5198085" y="1652977"/>
                  </a:lnTo>
                  <a:lnTo>
                    <a:pt x="5198272" y="1656689"/>
                  </a:lnTo>
                  <a:lnTo>
                    <a:pt x="5198458" y="1660805"/>
                  </a:lnTo>
                  <a:lnTo>
                    <a:pt x="5198645" y="1664966"/>
                  </a:lnTo>
                  <a:lnTo>
                    <a:pt x="5198832" y="1669012"/>
                  </a:lnTo>
                  <a:lnTo>
                    <a:pt x="5199019" y="1673093"/>
                  </a:lnTo>
                  <a:lnTo>
                    <a:pt x="5199206" y="1676655"/>
                  </a:lnTo>
                  <a:lnTo>
                    <a:pt x="5199393" y="1680376"/>
                  </a:lnTo>
                  <a:lnTo>
                    <a:pt x="5199580" y="1683261"/>
                  </a:lnTo>
                  <a:lnTo>
                    <a:pt x="5199767" y="1685961"/>
                  </a:lnTo>
                  <a:lnTo>
                    <a:pt x="5199954" y="1689313"/>
                  </a:lnTo>
                  <a:lnTo>
                    <a:pt x="5200141" y="1693394"/>
                  </a:lnTo>
                  <a:lnTo>
                    <a:pt x="5200328" y="1697792"/>
                  </a:lnTo>
                  <a:lnTo>
                    <a:pt x="5200515" y="1703157"/>
                  </a:lnTo>
                  <a:lnTo>
                    <a:pt x="5200702" y="1708452"/>
                  </a:lnTo>
                  <a:lnTo>
                    <a:pt x="5200888" y="1714293"/>
                  </a:lnTo>
                  <a:lnTo>
                    <a:pt x="5201075" y="1719553"/>
                  </a:lnTo>
                  <a:lnTo>
                    <a:pt x="5201262" y="1723936"/>
                  </a:lnTo>
                  <a:lnTo>
                    <a:pt x="5201449" y="1728933"/>
                  </a:lnTo>
                  <a:lnTo>
                    <a:pt x="5201636" y="1734275"/>
                  </a:lnTo>
                  <a:lnTo>
                    <a:pt x="5201823" y="1739501"/>
                  </a:lnTo>
                  <a:lnTo>
                    <a:pt x="5202010" y="1744902"/>
                  </a:lnTo>
                  <a:lnTo>
                    <a:pt x="5202197" y="1750266"/>
                  </a:lnTo>
                  <a:lnTo>
                    <a:pt x="5202384" y="1755985"/>
                  </a:lnTo>
                  <a:lnTo>
                    <a:pt x="5202571" y="1761426"/>
                  </a:lnTo>
                  <a:lnTo>
                    <a:pt x="5202758" y="1766658"/>
                  </a:lnTo>
                  <a:lnTo>
                    <a:pt x="5202945" y="1771479"/>
                  </a:lnTo>
                  <a:lnTo>
                    <a:pt x="5203132" y="1776415"/>
                  </a:lnTo>
                  <a:lnTo>
                    <a:pt x="5203318" y="1781727"/>
                  </a:lnTo>
                  <a:lnTo>
                    <a:pt x="5203505" y="1787233"/>
                  </a:lnTo>
                  <a:lnTo>
                    <a:pt x="5203692" y="1792061"/>
                  </a:lnTo>
                  <a:lnTo>
                    <a:pt x="5203879" y="1797477"/>
                  </a:lnTo>
                  <a:lnTo>
                    <a:pt x="5204066" y="1803177"/>
                  </a:lnTo>
                  <a:lnTo>
                    <a:pt x="5204253" y="1808780"/>
                  </a:lnTo>
                  <a:lnTo>
                    <a:pt x="5204440" y="1813879"/>
                  </a:lnTo>
                  <a:lnTo>
                    <a:pt x="5204627" y="1819023"/>
                  </a:lnTo>
                  <a:lnTo>
                    <a:pt x="5204814" y="1824378"/>
                  </a:lnTo>
                  <a:lnTo>
                    <a:pt x="5205001" y="1829664"/>
                  </a:lnTo>
                  <a:lnTo>
                    <a:pt x="5205188" y="1834947"/>
                  </a:lnTo>
                  <a:lnTo>
                    <a:pt x="5205375" y="1841377"/>
                  </a:lnTo>
                  <a:lnTo>
                    <a:pt x="5205561" y="1848003"/>
                  </a:lnTo>
                  <a:lnTo>
                    <a:pt x="5205748" y="1854788"/>
                  </a:lnTo>
                  <a:lnTo>
                    <a:pt x="5205935" y="1861293"/>
                  </a:lnTo>
                  <a:lnTo>
                    <a:pt x="5206122" y="1866882"/>
                  </a:lnTo>
                  <a:lnTo>
                    <a:pt x="5206309" y="1871665"/>
                  </a:lnTo>
                  <a:lnTo>
                    <a:pt x="5206496" y="1876479"/>
                  </a:lnTo>
                  <a:lnTo>
                    <a:pt x="5206683" y="1880536"/>
                  </a:lnTo>
                  <a:lnTo>
                    <a:pt x="5206870" y="1884986"/>
                  </a:lnTo>
                  <a:lnTo>
                    <a:pt x="5207057" y="1888869"/>
                  </a:lnTo>
                  <a:lnTo>
                    <a:pt x="5207244" y="1892299"/>
                  </a:lnTo>
                  <a:lnTo>
                    <a:pt x="5207431" y="1895619"/>
                  </a:lnTo>
                  <a:lnTo>
                    <a:pt x="5207618" y="1898168"/>
                  </a:lnTo>
                  <a:lnTo>
                    <a:pt x="5207805" y="1900174"/>
                  </a:lnTo>
                  <a:lnTo>
                    <a:pt x="5207991" y="1901505"/>
                  </a:lnTo>
                  <a:lnTo>
                    <a:pt x="5208178" y="1901662"/>
                  </a:lnTo>
                  <a:lnTo>
                    <a:pt x="5208365" y="1900809"/>
                  </a:lnTo>
                  <a:lnTo>
                    <a:pt x="5208552" y="1899410"/>
                  </a:lnTo>
                  <a:lnTo>
                    <a:pt x="5208739" y="1897737"/>
                  </a:lnTo>
                  <a:lnTo>
                    <a:pt x="5208926" y="1896120"/>
                  </a:lnTo>
                  <a:lnTo>
                    <a:pt x="5209113" y="1894963"/>
                  </a:lnTo>
                  <a:lnTo>
                    <a:pt x="5209300" y="1893163"/>
                  </a:lnTo>
                  <a:lnTo>
                    <a:pt x="5209487" y="1890993"/>
                  </a:lnTo>
                  <a:lnTo>
                    <a:pt x="5209674" y="1888784"/>
                  </a:lnTo>
                  <a:lnTo>
                    <a:pt x="5209861" y="1886514"/>
                  </a:lnTo>
                  <a:lnTo>
                    <a:pt x="5210048" y="1884056"/>
                  </a:lnTo>
                  <a:lnTo>
                    <a:pt x="5210235" y="1882121"/>
                  </a:lnTo>
                  <a:lnTo>
                    <a:pt x="5210421" y="1880785"/>
                  </a:lnTo>
                  <a:lnTo>
                    <a:pt x="5210608" y="1880644"/>
                  </a:lnTo>
                  <a:lnTo>
                    <a:pt x="5210795" y="1880763"/>
                  </a:lnTo>
                  <a:lnTo>
                    <a:pt x="5210982" y="1881532"/>
                  </a:lnTo>
                  <a:lnTo>
                    <a:pt x="5211169" y="1882870"/>
                  </a:lnTo>
                  <a:lnTo>
                    <a:pt x="5211356" y="1884418"/>
                  </a:lnTo>
                  <a:lnTo>
                    <a:pt x="5211543" y="1886066"/>
                  </a:lnTo>
                  <a:lnTo>
                    <a:pt x="5211730" y="1888649"/>
                  </a:lnTo>
                  <a:lnTo>
                    <a:pt x="5211917" y="1891922"/>
                  </a:lnTo>
                  <a:lnTo>
                    <a:pt x="5212104" y="1895973"/>
                  </a:lnTo>
                  <a:lnTo>
                    <a:pt x="5212291" y="1900368"/>
                  </a:lnTo>
                  <a:lnTo>
                    <a:pt x="5212478" y="1904687"/>
                  </a:lnTo>
                  <a:lnTo>
                    <a:pt x="5212664" y="1909193"/>
                  </a:lnTo>
                  <a:lnTo>
                    <a:pt x="5212851" y="1913773"/>
                  </a:lnTo>
                  <a:lnTo>
                    <a:pt x="5213038" y="1917959"/>
                  </a:lnTo>
                  <a:lnTo>
                    <a:pt x="5213225" y="1922076"/>
                  </a:lnTo>
                  <a:lnTo>
                    <a:pt x="5213412" y="1926534"/>
                  </a:lnTo>
                  <a:lnTo>
                    <a:pt x="5213599" y="1930603"/>
                  </a:lnTo>
                  <a:lnTo>
                    <a:pt x="5213786" y="1935053"/>
                  </a:lnTo>
                  <a:lnTo>
                    <a:pt x="5213973" y="1938629"/>
                  </a:lnTo>
                  <a:lnTo>
                    <a:pt x="5214160" y="1942136"/>
                  </a:lnTo>
                  <a:lnTo>
                    <a:pt x="5214347" y="1945157"/>
                  </a:lnTo>
                  <a:lnTo>
                    <a:pt x="5214534" y="1946640"/>
                  </a:lnTo>
                  <a:lnTo>
                    <a:pt x="5214721" y="1946064"/>
                  </a:lnTo>
                  <a:lnTo>
                    <a:pt x="5214908" y="1947403"/>
                  </a:lnTo>
                  <a:lnTo>
                    <a:pt x="5215094" y="1948872"/>
                  </a:lnTo>
                  <a:lnTo>
                    <a:pt x="5215281" y="1950752"/>
                  </a:lnTo>
                  <a:lnTo>
                    <a:pt x="5215468" y="1952565"/>
                  </a:lnTo>
                  <a:lnTo>
                    <a:pt x="5215655" y="1954660"/>
                  </a:lnTo>
                  <a:lnTo>
                    <a:pt x="5215842" y="1956940"/>
                  </a:lnTo>
                  <a:lnTo>
                    <a:pt x="5216029" y="1959800"/>
                  </a:lnTo>
                  <a:lnTo>
                    <a:pt x="5216216" y="1962416"/>
                  </a:lnTo>
                  <a:lnTo>
                    <a:pt x="5216403" y="1965900"/>
                  </a:lnTo>
                  <a:lnTo>
                    <a:pt x="5216590" y="1970088"/>
                  </a:lnTo>
                  <a:lnTo>
                    <a:pt x="5216777" y="1974462"/>
                  </a:lnTo>
                  <a:lnTo>
                    <a:pt x="5216964" y="1979762"/>
                  </a:lnTo>
                  <a:lnTo>
                    <a:pt x="5217151" y="1984506"/>
                  </a:lnTo>
                  <a:lnTo>
                    <a:pt x="5217337" y="1989366"/>
                  </a:lnTo>
                  <a:lnTo>
                    <a:pt x="5217524" y="1994110"/>
                  </a:lnTo>
                  <a:lnTo>
                    <a:pt x="5217711" y="1997178"/>
                  </a:lnTo>
                  <a:lnTo>
                    <a:pt x="5217898" y="1998982"/>
                  </a:lnTo>
                  <a:lnTo>
                    <a:pt x="5218085" y="2000238"/>
                  </a:lnTo>
                  <a:lnTo>
                    <a:pt x="5218272" y="2001290"/>
                  </a:lnTo>
                  <a:lnTo>
                    <a:pt x="5218459" y="2002010"/>
                  </a:lnTo>
                  <a:lnTo>
                    <a:pt x="5218646" y="2001389"/>
                  </a:lnTo>
                  <a:lnTo>
                    <a:pt x="5218833" y="2000051"/>
                  </a:lnTo>
                  <a:lnTo>
                    <a:pt x="5219020" y="1997869"/>
                  </a:lnTo>
                  <a:lnTo>
                    <a:pt x="5219207" y="1994447"/>
                  </a:lnTo>
                  <a:lnTo>
                    <a:pt x="5219394" y="1990000"/>
                  </a:lnTo>
                  <a:lnTo>
                    <a:pt x="5219581" y="1985553"/>
                  </a:lnTo>
                  <a:lnTo>
                    <a:pt x="5219767" y="1979982"/>
                  </a:lnTo>
                  <a:lnTo>
                    <a:pt x="5219954" y="1972732"/>
                  </a:lnTo>
                  <a:lnTo>
                    <a:pt x="5220141" y="1965832"/>
                  </a:lnTo>
                  <a:lnTo>
                    <a:pt x="5220328" y="1958948"/>
                  </a:lnTo>
                  <a:lnTo>
                    <a:pt x="5220515" y="1952764"/>
                  </a:lnTo>
                  <a:lnTo>
                    <a:pt x="5220702" y="1944522"/>
                  </a:lnTo>
                  <a:lnTo>
                    <a:pt x="5220889" y="1936256"/>
                  </a:lnTo>
                  <a:lnTo>
                    <a:pt x="5221076" y="1928576"/>
                  </a:lnTo>
                  <a:lnTo>
                    <a:pt x="5221263" y="1921229"/>
                  </a:lnTo>
                  <a:lnTo>
                    <a:pt x="5221450" y="1915369"/>
                  </a:lnTo>
                  <a:lnTo>
                    <a:pt x="5221637" y="1910067"/>
                  </a:lnTo>
                  <a:lnTo>
                    <a:pt x="5221824" y="1905657"/>
                  </a:lnTo>
                  <a:lnTo>
                    <a:pt x="5222011" y="1900900"/>
                  </a:lnTo>
                  <a:lnTo>
                    <a:pt x="5222197" y="1895795"/>
                  </a:lnTo>
                  <a:lnTo>
                    <a:pt x="5222384" y="1889288"/>
                  </a:lnTo>
                  <a:lnTo>
                    <a:pt x="5222571" y="1881972"/>
                  </a:lnTo>
                  <a:lnTo>
                    <a:pt x="5222758" y="1874309"/>
                  </a:lnTo>
                  <a:lnTo>
                    <a:pt x="5222945" y="1865809"/>
                  </a:lnTo>
                  <a:lnTo>
                    <a:pt x="5223132" y="1856961"/>
                  </a:lnTo>
                  <a:lnTo>
                    <a:pt x="5223319" y="1848322"/>
                  </a:lnTo>
                  <a:lnTo>
                    <a:pt x="5223506" y="1840421"/>
                  </a:lnTo>
                  <a:lnTo>
                    <a:pt x="5223693" y="1832920"/>
                  </a:lnTo>
                  <a:lnTo>
                    <a:pt x="5223880" y="1824926"/>
                  </a:lnTo>
                  <a:lnTo>
                    <a:pt x="5224067" y="1818210"/>
                  </a:lnTo>
                  <a:lnTo>
                    <a:pt x="5224254" y="1811615"/>
                  </a:lnTo>
                  <a:lnTo>
                    <a:pt x="5224440" y="1805225"/>
                  </a:lnTo>
                  <a:lnTo>
                    <a:pt x="5224627" y="1798062"/>
                  </a:lnTo>
                  <a:lnTo>
                    <a:pt x="5224814" y="1791520"/>
                  </a:lnTo>
                  <a:lnTo>
                    <a:pt x="5225001" y="1784960"/>
                  </a:lnTo>
                  <a:lnTo>
                    <a:pt x="5225188" y="1779365"/>
                  </a:lnTo>
                  <a:lnTo>
                    <a:pt x="5225375" y="1774608"/>
                  </a:lnTo>
                  <a:lnTo>
                    <a:pt x="5225562" y="1769383"/>
                  </a:lnTo>
                  <a:lnTo>
                    <a:pt x="5225749" y="1765478"/>
                  </a:lnTo>
                  <a:lnTo>
                    <a:pt x="5225936" y="1761851"/>
                  </a:lnTo>
                  <a:lnTo>
                    <a:pt x="5226123" y="1757957"/>
                  </a:lnTo>
                  <a:lnTo>
                    <a:pt x="5226310" y="1753826"/>
                  </a:lnTo>
                  <a:lnTo>
                    <a:pt x="5226497" y="1749294"/>
                  </a:lnTo>
                  <a:lnTo>
                    <a:pt x="5226684" y="1744228"/>
                  </a:lnTo>
                  <a:lnTo>
                    <a:pt x="5226870" y="1738250"/>
                  </a:lnTo>
                  <a:lnTo>
                    <a:pt x="5227057" y="1732488"/>
                  </a:lnTo>
                  <a:lnTo>
                    <a:pt x="5227244" y="1725562"/>
                  </a:lnTo>
                  <a:lnTo>
                    <a:pt x="5227431" y="1718122"/>
                  </a:lnTo>
                  <a:lnTo>
                    <a:pt x="5227618" y="1709910"/>
                  </a:lnTo>
                  <a:lnTo>
                    <a:pt x="5227805" y="1701908"/>
                  </a:lnTo>
                  <a:lnTo>
                    <a:pt x="5227992" y="1693925"/>
                  </a:lnTo>
                  <a:lnTo>
                    <a:pt x="5228179" y="1683681"/>
                  </a:lnTo>
                  <a:lnTo>
                    <a:pt x="5228366" y="1673391"/>
                  </a:lnTo>
                  <a:lnTo>
                    <a:pt x="5228553" y="1659599"/>
                  </a:lnTo>
                  <a:lnTo>
                    <a:pt x="5228740" y="1645227"/>
                  </a:lnTo>
                  <a:lnTo>
                    <a:pt x="5228927" y="1630766"/>
                  </a:lnTo>
                  <a:lnTo>
                    <a:pt x="5229114" y="1616710"/>
                  </a:lnTo>
                  <a:lnTo>
                    <a:pt x="5229300" y="1602479"/>
                  </a:lnTo>
                  <a:lnTo>
                    <a:pt x="5229487" y="1588467"/>
                  </a:lnTo>
                  <a:lnTo>
                    <a:pt x="5229674" y="1577160"/>
                  </a:lnTo>
                  <a:lnTo>
                    <a:pt x="5229861" y="1566748"/>
                  </a:lnTo>
                  <a:lnTo>
                    <a:pt x="5230048" y="1556487"/>
                  </a:lnTo>
                  <a:lnTo>
                    <a:pt x="5230235" y="1547675"/>
                  </a:lnTo>
                  <a:lnTo>
                    <a:pt x="5230422" y="1540205"/>
                  </a:lnTo>
                  <a:lnTo>
                    <a:pt x="5230609" y="1533990"/>
                  </a:lnTo>
                  <a:lnTo>
                    <a:pt x="5230796" y="1527501"/>
                  </a:lnTo>
                  <a:lnTo>
                    <a:pt x="5230983" y="1521498"/>
                  </a:lnTo>
                  <a:lnTo>
                    <a:pt x="5231170" y="1516897"/>
                  </a:lnTo>
                  <a:lnTo>
                    <a:pt x="5231357" y="1513234"/>
                  </a:lnTo>
                  <a:lnTo>
                    <a:pt x="5231543" y="1510138"/>
                  </a:lnTo>
                  <a:lnTo>
                    <a:pt x="5231730" y="1507541"/>
                  </a:lnTo>
                  <a:lnTo>
                    <a:pt x="5231917" y="1505219"/>
                  </a:lnTo>
                  <a:lnTo>
                    <a:pt x="5232104" y="1503847"/>
                  </a:lnTo>
                  <a:lnTo>
                    <a:pt x="5232291" y="1502752"/>
                  </a:lnTo>
                  <a:lnTo>
                    <a:pt x="5232478" y="1501210"/>
                  </a:lnTo>
                  <a:lnTo>
                    <a:pt x="5232665" y="1499365"/>
                  </a:lnTo>
                  <a:lnTo>
                    <a:pt x="5232852" y="1497978"/>
                  </a:lnTo>
                  <a:lnTo>
                    <a:pt x="5233039" y="1495920"/>
                  </a:lnTo>
                  <a:lnTo>
                    <a:pt x="5233226" y="1494319"/>
                  </a:lnTo>
                  <a:lnTo>
                    <a:pt x="5233413" y="1491768"/>
                  </a:lnTo>
                  <a:lnTo>
                    <a:pt x="5233600" y="1489085"/>
                  </a:lnTo>
                  <a:lnTo>
                    <a:pt x="5233787" y="1486165"/>
                  </a:lnTo>
                  <a:lnTo>
                    <a:pt x="5233973" y="1481802"/>
                  </a:lnTo>
                  <a:lnTo>
                    <a:pt x="5234160" y="1477615"/>
                  </a:lnTo>
                  <a:lnTo>
                    <a:pt x="5234347" y="1473499"/>
                  </a:lnTo>
                  <a:lnTo>
                    <a:pt x="5234534" y="1470225"/>
                  </a:lnTo>
                  <a:lnTo>
                    <a:pt x="5234721" y="1466870"/>
                  </a:lnTo>
                  <a:lnTo>
                    <a:pt x="5234908" y="1463499"/>
                  </a:lnTo>
                  <a:lnTo>
                    <a:pt x="5235095" y="1460490"/>
                  </a:lnTo>
                  <a:lnTo>
                    <a:pt x="5235282" y="1457733"/>
                  </a:lnTo>
                  <a:lnTo>
                    <a:pt x="5235469" y="1455494"/>
                  </a:lnTo>
                  <a:lnTo>
                    <a:pt x="5235656" y="1453733"/>
                  </a:lnTo>
                  <a:lnTo>
                    <a:pt x="5235843" y="1451595"/>
                  </a:lnTo>
                  <a:lnTo>
                    <a:pt x="5236030" y="1448950"/>
                  </a:lnTo>
                  <a:lnTo>
                    <a:pt x="5236216" y="1446709"/>
                  </a:lnTo>
                  <a:lnTo>
                    <a:pt x="5236403" y="1444866"/>
                  </a:lnTo>
                  <a:lnTo>
                    <a:pt x="5236590" y="1443192"/>
                  </a:lnTo>
                  <a:lnTo>
                    <a:pt x="5236777" y="1442065"/>
                  </a:lnTo>
                  <a:lnTo>
                    <a:pt x="5236964" y="1440682"/>
                  </a:lnTo>
                  <a:lnTo>
                    <a:pt x="5237151" y="1439119"/>
                  </a:lnTo>
                  <a:lnTo>
                    <a:pt x="5237338" y="1437054"/>
                  </a:lnTo>
                  <a:lnTo>
                    <a:pt x="5237525" y="1434149"/>
                  </a:lnTo>
                  <a:lnTo>
                    <a:pt x="5237712" y="1430506"/>
                  </a:lnTo>
                  <a:lnTo>
                    <a:pt x="5237899" y="1425183"/>
                  </a:lnTo>
                  <a:lnTo>
                    <a:pt x="5238086" y="1419049"/>
                  </a:lnTo>
                  <a:lnTo>
                    <a:pt x="5238273" y="1412146"/>
                  </a:lnTo>
                  <a:lnTo>
                    <a:pt x="5238460" y="1405002"/>
                  </a:lnTo>
                  <a:lnTo>
                    <a:pt x="5238646" y="1397113"/>
                  </a:lnTo>
                  <a:lnTo>
                    <a:pt x="5238833" y="1389155"/>
                  </a:lnTo>
                  <a:lnTo>
                    <a:pt x="5239020" y="1381318"/>
                  </a:lnTo>
                  <a:lnTo>
                    <a:pt x="5239207" y="1373365"/>
                  </a:lnTo>
                  <a:lnTo>
                    <a:pt x="5239394" y="1365657"/>
                  </a:lnTo>
                  <a:lnTo>
                    <a:pt x="5239581" y="1357849"/>
                  </a:lnTo>
                  <a:lnTo>
                    <a:pt x="5239768" y="1349961"/>
                  </a:lnTo>
                  <a:lnTo>
                    <a:pt x="5239955" y="1342369"/>
                  </a:lnTo>
                  <a:lnTo>
                    <a:pt x="5240142" y="1335556"/>
                  </a:lnTo>
                  <a:lnTo>
                    <a:pt x="5240329" y="1329545"/>
                  </a:lnTo>
                  <a:lnTo>
                    <a:pt x="5240516" y="1324067"/>
                  </a:lnTo>
                  <a:lnTo>
                    <a:pt x="5240703" y="1319333"/>
                  </a:lnTo>
                  <a:lnTo>
                    <a:pt x="5240890" y="1315270"/>
                  </a:lnTo>
                  <a:lnTo>
                    <a:pt x="5241076" y="1311329"/>
                  </a:lnTo>
                  <a:lnTo>
                    <a:pt x="5241263" y="1307533"/>
                  </a:lnTo>
                  <a:lnTo>
                    <a:pt x="5241450" y="1304383"/>
                  </a:lnTo>
                  <a:lnTo>
                    <a:pt x="5241637" y="1301363"/>
                  </a:lnTo>
                  <a:lnTo>
                    <a:pt x="5241824" y="1298724"/>
                  </a:lnTo>
                  <a:lnTo>
                    <a:pt x="5242011" y="1296488"/>
                  </a:lnTo>
                  <a:lnTo>
                    <a:pt x="5242198" y="1294406"/>
                  </a:lnTo>
                  <a:lnTo>
                    <a:pt x="5242385" y="1292670"/>
                  </a:lnTo>
                  <a:lnTo>
                    <a:pt x="5242572" y="1291402"/>
                  </a:lnTo>
                  <a:lnTo>
                    <a:pt x="5242759" y="1290290"/>
                  </a:lnTo>
                  <a:lnTo>
                    <a:pt x="5242946" y="1289257"/>
                  </a:lnTo>
                  <a:lnTo>
                    <a:pt x="5243133" y="1288102"/>
                  </a:lnTo>
                  <a:lnTo>
                    <a:pt x="5243319" y="1287175"/>
                  </a:lnTo>
                  <a:lnTo>
                    <a:pt x="5243506" y="1286508"/>
                  </a:lnTo>
                  <a:lnTo>
                    <a:pt x="5243693" y="1286250"/>
                  </a:lnTo>
                  <a:lnTo>
                    <a:pt x="5243880" y="1286504"/>
                  </a:lnTo>
                  <a:lnTo>
                    <a:pt x="5244067" y="1287074"/>
                  </a:lnTo>
                  <a:lnTo>
                    <a:pt x="5244254" y="1287832"/>
                  </a:lnTo>
                  <a:lnTo>
                    <a:pt x="5244441" y="1288684"/>
                  </a:lnTo>
                  <a:lnTo>
                    <a:pt x="5244628" y="1289218"/>
                  </a:lnTo>
                  <a:lnTo>
                    <a:pt x="5244815" y="1289001"/>
                  </a:lnTo>
                  <a:lnTo>
                    <a:pt x="5245002" y="1288352"/>
                  </a:lnTo>
                  <a:lnTo>
                    <a:pt x="5245189" y="1287644"/>
                  </a:lnTo>
                  <a:lnTo>
                    <a:pt x="5245376" y="1287377"/>
                  </a:lnTo>
                  <a:lnTo>
                    <a:pt x="5245563" y="1287582"/>
                  </a:lnTo>
                  <a:lnTo>
                    <a:pt x="5245749" y="1287681"/>
                  </a:lnTo>
                  <a:lnTo>
                    <a:pt x="5245936" y="1287571"/>
                  </a:lnTo>
                  <a:lnTo>
                    <a:pt x="5246123" y="1286596"/>
                  </a:lnTo>
                  <a:lnTo>
                    <a:pt x="5246310" y="1285002"/>
                  </a:lnTo>
                  <a:lnTo>
                    <a:pt x="5246497" y="1282637"/>
                  </a:lnTo>
                  <a:lnTo>
                    <a:pt x="5246684" y="1279282"/>
                  </a:lnTo>
                  <a:lnTo>
                    <a:pt x="5246871" y="1275866"/>
                  </a:lnTo>
                  <a:lnTo>
                    <a:pt x="5247058" y="1272165"/>
                  </a:lnTo>
                  <a:lnTo>
                    <a:pt x="5247245" y="1268507"/>
                  </a:lnTo>
                  <a:lnTo>
                    <a:pt x="5247432" y="1265573"/>
                  </a:lnTo>
                  <a:lnTo>
                    <a:pt x="5247619" y="1263523"/>
                  </a:lnTo>
                  <a:lnTo>
                    <a:pt x="5247806" y="1262221"/>
                  </a:lnTo>
                  <a:lnTo>
                    <a:pt x="5247992" y="1260978"/>
                  </a:lnTo>
                  <a:lnTo>
                    <a:pt x="5248179" y="1260459"/>
                  </a:lnTo>
                  <a:lnTo>
                    <a:pt x="5248366" y="1259208"/>
                  </a:lnTo>
                  <a:lnTo>
                    <a:pt x="5248553" y="1258101"/>
                  </a:lnTo>
                  <a:lnTo>
                    <a:pt x="5248740" y="1256620"/>
                  </a:lnTo>
                  <a:lnTo>
                    <a:pt x="5248927" y="1254861"/>
                  </a:lnTo>
                  <a:lnTo>
                    <a:pt x="5249114" y="1253052"/>
                  </a:lnTo>
                  <a:lnTo>
                    <a:pt x="5249301" y="1250411"/>
                  </a:lnTo>
                  <a:lnTo>
                    <a:pt x="5249488" y="1247778"/>
                  </a:lnTo>
                  <a:lnTo>
                    <a:pt x="5249675" y="1244687"/>
                  </a:lnTo>
                  <a:lnTo>
                    <a:pt x="5249862" y="1241912"/>
                  </a:lnTo>
                  <a:lnTo>
                    <a:pt x="5250049" y="1239073"/>
                  </a:lnTo>
                  <a:lnTo>
                    <a:pt x="5250236" y="1236400"/>
                  </a:lnTo>
                  <a:lnTo>
                    <a:pt x="5250422" y="1233998"/>
                  </a:lnTo>
                  <a:lnTo>
                    <a:pt x="5250609" y="1232335"/>
                  </a:lnTo>
                  <a:lnTo>
                    <a:pt x="5250796" y="1230267"/>
                  </a:lnTo>
                  <a:lnTo>
                    <a:pt x="5250983" y="1228708"/>
                  </a:lnTo>
                  <a:lnTo>
                    <a:pt x="5251170" y="1227918"/>
                  </a:lnTo>
                  <a:lnTo>
                    <a:pt x="5251357" y="1227345"/>
                  </a:lnTo>
                  <a:lnTo>
                    <a:pt x="5251544" y="1228062"/>
                  </a:lnTo>
                  <a:lnTo>
                    <a:pt x="5251731" y="1229458"/>
                  </a:lnTo>
                  <a:lnTo>
                    <a:pt x="5251918" y="1232122"/>
                  </a:lnTo>
                  <a:lnTo>
                    <a:pt x="5252105" y="1237121"/>
                  </a:lnTo>
                  <a:lnTo>
                    <a:pt x="5252292" y="1242033"/>
                  </a:lnTo>
                  <a:lnTo>
                    <a:pt x="5252479" y="1247608"/>
                  </a:lnTo>
                  <a:lnTo>
                    <a:pt x="5252666" y="1252430"/>
                  </a:lnTo>
                  <a:lnTo>
                    <a:pt x="5252852" y="1257435"/>
                  </a:lnTo>
                  <a:lnTo>
                    <a:pt x="5253039" y="1262157"/>
                  </a:lnTo>
                  <a:lnTo>
                    <a:pt x="5253226" y="1266601"/>
                  </a:lnTo>
                  <a:lnTo>
                    <a:pt x="5253413" y="1270328"/>
                  </a:lnTo>
                  <a:lnTo>
                    <a:pt x="5253600" y="1274326"/>
                  </a:lnTo>
                  <a:lnTo>
                    <a:pt x="5253787" y="1277875"/>
                  </a:lnTo>
                  <a:lnTo>
                    <a:pt x="5253974" y="1281056"/>
                  </a:lnTo>
                  <a:lnTo>
                    <a:pt x="5254161" y="1284822"/>
                  </a:lnTo>
                  <a:lnTo>
                    <a:pt x="5254348" y="1287163"/>
                  </a:lnTo>
                  <a:lnTo>
                    <a:pt x="5254535" y="1289992"/>
                  </a:lnTo>
                  <a:lnTo>
                    <a:pt x="5254722" y="1291875"/>
                  </a:lnTo>
                  <a:lnTo>
                    <a:pt x="5254909" y="1293479"/>
                  </a:lnTo>
                  <a:lnTo>
                    <a:pt x="5255095" y="1295695"/>
                  </a:lnTo>
                  <a:lnTo>
                    <a:pt x="5255282" y="1298223"/>
                  </a:lnTo>
                  <a:lnTo>
                    <a:pt x="5255469" y="1301848"/>
                  </a:lnTo>
                  <a:lnTo>
                    <a:pt x="5255656" y="1305408"/>
                  </a:lnTo>
                  <a:lnTo>
                    <a:pt x="5255843" y="1308800"/>
                  </a:lnTo>
                  <a:lnTo>
                    <a:pt x="5256030" y="1312987"/>
                  </a:lnTo>
                  <a:lnTo>
                    <a:pt x="5256217" y="1317030"/>
                  </a:lnTo>
                  <a:lnTo>
                    <a:pt x="5256404" y="1320599"/>
                  </a:lnTo>
                  <a:lnTo>
                    <a:pt x="5256591" y="1323984"/>
                  </a:lnTo>
                  <a:lnTo>
                    <a:pt x="5256778" y="1328236"/>
                  </a:lnTo>
                  <a:lnTo>
                    <a:pt x="5256965" y="1331859"/>
                  </a:lnTo>
                  <a:lnTo>
                    <a:pt x="5257152" y="1335904"/>
                  </a:lnTo>
                  <a:lnTo>
                    <a:pt x="5257339" y="1341019"/>
                  </a:lnTo>
                  <a:lnTo>
                    <a:pt x="5257525" y="1346169"/>
                  </a:lnTo>
                  <a:lnTo>
                    <a:pt x="5257712" y="1350739"/>
                  </a:lnTo>
                  <a:lnTo>
                    <a:pt x="5257899" y="1354883"/>
                  </a:lnTo>
                  <a:lnTo>
                    <a:pt x="5258086" y="1360477"/>
                  </a:lnTo>
                  <a:lnTo>
                    <a:pt x="5258273" y="1365261"/>
                  </a:lnTo>
                  <a:lnTo>
                    <a:pt x="5258460" y="1368832"/>
                  </a:lnTo>
                  <a:lnTo>
                    <a:pt x="5258647" y="1372117"/>
                  </a:lnTo>
                  <a:lnTo>
                    <a:pt x="5258834" y="1374239"/>
                  </a:lnTo>
                  <a:lnTo>
                    <a:pt x="5259021" y="1376378"/>
                  </a:lnTo>
                  <a:lnTo>
                    <a:pt x="5259208" y="1378155"/>
                  </a:lnTo>
                  <a:lnTo>
                    <a:pt x="5259395" y="1380732"/>
                  </a:lnTo>
                  <a:lnTo>
                    <a:pt x="5259582" y="1383436"/>
                  </a:lnTo>
                  <a:lnTo>
                    <a:pt x="5259769" y="1387423"/>
                  </a:lnTo>
                  <a:lnTo>
                    <a:pt x="5259955" y="1391888"/>
                  </a:lnTo>
                  <a:lnTo>
                    <a:pt x="5260142" y="1396411"/>
                  </a:lnTo>
                  <a:lnTo>
                    <a:pt x="5260329" y="1402350"/>
                  </a:lnTo>
                  <a:lnTo>
                    <a:pt x="5260516" y="1408565"/>
                  </a:lnTo>
                  <a:lnTo>
                    <a:pt x="5260703" y="1414761"/>
                  </a:lnTo>
                  <a:lnTo>
                    <a:pt x="5260890" y="1420586"/>
                  </a:lnTo>
                  <a:lnTo>
                    <a:pt x="5261077" y="1426360"/>
                  </a:lnTo>
                  <a:lnTo>
                    <a:pt x="5261264" y="1433004"/>
                  </a:lnTo>
                  <a:lnTo>
                    <a:pt x="5261451" y="1438788"/>
                  </a:lnTo>
                  <a:lnTo>
                    <a:pt x="5261638" y="1444310"/>
                  </a:lnTo>
                  <a:lnTo>
                    <a:pt x="5261825" y="1449785"/>
                  </a:lnTo>
                  <a:lnTo>
                    <a:pt x="5262012" y="1456183"/>
                  </a:lnTo>
                  <a:lnTo>
                    <a:pt x="5262198" y="1462338"/>
                  </a:lnTo>
                  <a:lnTo>
                    <a:pt x="5262385" y="1468960"/>
                  </a:lnTo>
                  <a:lnTo>
                    <a:pt x="5262572" y="1475267"/>
                  </a:lnTo>
                  <a:lnTo>
                    <a:pt x="5262759" y="1480913"/>
                  </a:lnTo>
                  <a:lnTo>
                    <a:pt x="5262946" y="1486894"/>
                  </a:lnTo>
                  <a:lnTo>
                    <a:pt x="5263133" y="1491784"/>
                  </a:lnTo>
                  <a:lnTo>
                    <a:pt x="5263320" y="1496696"/>
                  </a:lnTo>
                  <a:lnTo>
                    <a:pt x="5263507" y="1502468"/>
                  </a:lnTo>
                  <a:lnTo>
                    <a:pt x="5263694" y="1508316"/>
                  </a:lnTo>
                  <a:lnTo>
                    <a:pt x="5263881" y="1515280"/>
                  </a:lnTo>
                  <a:lnTo>
                    <a:pt x="5264068" y="1522450"/>
                  </a:lnTo>
                  <a:lnTo>
                    <a:pt x="5264255" y="1529849"/>
                  </a:lnTo>
                  <a:lnTo>
                    <a:pt x="5264442" y="1537142"/>
                  </a:lnTo>
                  <a:lnTo>
                    <a:pt x="5264628" y="1545652"/>
                  </a:lnTo>
                  <a:lnTo>
                    <a:pt x="5264815" y="1554590"/>
                  </a:lnTo>
                  <a:lnTo>
                    <a:pt x="5265002" y="1564320"/>
                  </a:lnTo>
                  <a:lnTo>
                    <a:pt x="5265189" y="1573524"/>
                  </a:lnTo>
                  <a:lnTo>
                    <a:pt x="5265376" y="1582437"/>
                  </a:lnTo>
                  <a:lnTo>
                    <a:pt x="5265563" y="1593630"/>
                  </a:lnTo>
                  <a:lnTo>
                    <a:pt x="5265750" y="1604739"/>
                  </a:lnTo>
                  <a:lnTo>
                    <a:pt x="5265937" y="1618751"/>
                  </a:lnTo>
                  <a:lnTo>
                    <a:pt x="5266124" y="1632438"/>
                  </a:lnTo>
                  <a:lnTo>
                    <a:pt x="5266311" y="1645465"/>
                  </a:lnTo>
                  <a:lnTo>
                    <a:pt x="5266498" y="1657929"/>
                  </a:lnTo>
                  <a:lnTo>
                    <a:pt x="5266685" y="1670953"/>
                  </a:lnTo>
                  <a:lnTo>
                    <a:pt x="5266871" y="1683884"/>
                  </a:lnTo>
                  <a:lnTo>
                    <a:pt x="5267058" y="1694695"/>
                  </a:lnTo>
                  <a:lnTo>
                    <a:pt x="5267245" y="1705242"/>
                  </a:lnTo>
                  <a:lnTo>
                    <a:pt x="5267432" y="1715549"/>
                  </a:lnTo>
                  <a:lnTo>
                    <a:pt x="5267619" y="1724329"/>
                  </a:lnTo>
                  <a:lnTo>
                    <a:pt x="5267806" y="1731375"/>
                  </a:lnTo>
                  <a:lnTo>
                    <a:pt x="5267993" y="1737653"/>
                  </a:lnTo>
                  <a:lnTo>
                    <a:pt x="5268180" y="1744229"/>
                  </a:lnTo>
                  <a:lnTo>
                    <a:pt x="5268367" y="1751106"/>
                  </a:lnTo>
                  <a:lnTo>
                    <a:pt x="5268554" y="1756740"/>
                  </a:lnTo>
                  <a:lnTo>
                    <a:pt x="5268741" y="1761135"/>
                  </a:lnTo>
                  <a:lnTo>
                    <a:pt x="5268928" y="1765653"/>
                  </a:lnTo>
                  <a:lnTo>
                    <a:pt x="5269115" y="1770019"/>
                  </a:lnTo>
                  <a:lnTo>
                    <a:pt x="5269301" y="1774269"/>
                  </a:lnTo>
                  <a:lnTo>
                    <a:pt x="5269488" y="1777337"/>
                  </a:lnTo>
                  <a:lnTo>
                    <a:pt x="5269675" y="1780440"/>
                  </a:lnTo>
                  <a:lnTo>
                    <a:pt x="5269862" y="1783876"/>
                  </a:lnTo>
                  <a:lnTo>
                    <a:pt x="5270049" y="1787194"/>
                  </a:lnTo>
                  <a:lnTo>
                    <a:pt x="5270236" y="1789591"/>
                  </a:lnTo>
                  <a:lnTo>
                    <a:pt x="5270423" y="1792791"/>
                  </a:lnTo>
                  <a:lnTo>
                    <a:pt x="5270610" y="1795686"/>
                  </a:lnTo>
                  <a:lnTo>
                    <a:pt x="5270797" y="1798840"/>
                  </a:lnTo>
                  <a:lnTo>
                    <a:pt x="5270984" y="1802590"/>
                  </a:lnTo>
                  <a:lnTo>
                    <a:pt x="5271171" y="1805922"/>
                  </a:lnTo>
                  <a:lnTo>
                    <a:pt x="5271358" y="1810304"/>
                  </a:lnTo>
                  <a:lnTo>
                    <a:pt x="5271545" y="1814427"/>
                  </a:lnTo>
                  <a:lnTo>
                    <a:pt x="5271731" y="1817917"/>
                  </a:lnTo>
                  <a:lnTo>
                    <a:pt x="5271918" y="1820121"/>
                  </a:lnTo>
                  <a:lnTo>
                    <a:pt x="5272105" y="1822174"/>
                  </a:lnTo>
                  <a:lnTo>
                    <a:pt x="5272292" y="1823929"/>
                  </a:lnTo>
                  <a:lnTo>
                    <a:pt x="5272479" y="1825239"/>
                  </a:lnTo>
                  <a:lnTo>
                    <a:pt x="5272666" y="1826643"/>
                  </a:lnTo>
                  <a:lnTo>
                    <a:pt x="5272853" y="1827793"/>
                  </a:lnTo>
                  <a:lnTo>
                    <a:pt x="5273040" y="1828558"/>
                  </a:lnTo>
                  <a:lnTo>
                    <a:pt x="5273227" y="1829517"/>
                  </a:lnTo>
                  <a:lnTo>
                    <a:pt x="5273414" y="1830598"/>
                  </a:lnTo>
                  <a:lnTo>
                    <a:pt x="5273601" y="1831473"/>
                  </a:lnTo>
                  <a:lnTo>
                    <a:pt x="5273788" y="1831680"/>
                  </a:lnTo>
                  <a:lnTo>
                    <a:pt x="5273974" y="1831916"/>
                  </a:lnTo>
                  <a:lnTo>
                    <a:pt x="5274161" y="1831680"/>
                  </a:lnTo>
                  <a:lnTo>
                    <a:pt x="5274348" y="1831389"/>
                  </a:lnTo>
                  <a:lnTo>
                    <a:pt x="5274535" y="1831773"/>
                  </a:lnTo>
                  <a:lnTo>
                    <a:pt x="5274722" y="1832488"/>
                  </a:lnTo>
                  <a:lnTo>
                    <a:pt x="5274909" y="1834464"/>
                  </a:lnTo>
                  <a:lnTo>
                    <a:pt x="5275096" y="1837485"/>
                  </a:lnTo>
                  <a:lnTo>
                    <a:pt x="5275283" y="1841877"/>
                  </a:lnTo>
                  <a:lnTo>
                    <a:pt x="5275470" y="1846405"/>
                  </a:lnTo>
                  <a:lnTo>
                    <a:pt x="5275657" y="1850899"/>
                  </a:lnTo>
                  <a:lnTo>
                    <a:pt x="5275844" y="1855739"/>
                  </a:lnTo>
                  <a:lnTo>
                    <a:pt x="5276031" y="1861066"/>
                  </a:lnTo>
                  <a:lnTo>
                    <a:pt x="5276218" y="1866399"/>
                  </a:lnTo>
                  <a:lnTo>
                    <a:pt x="5276404" y="1871284"/>
                  </a:lnTo>
                  <a:lnTo>
                    <a:pt x="5276591" y="1876831"/>
                  </a:lnTo>
                  <a:lnTo>
                    <a:pt x="5276778" y="1882198"/>
                  </a:lnTo>
                  <a:lnTo>
                    <a:pt x="5276965" y="1888250"/>
                  </a:lnTo>
                  <a:lnTo>
                    <a:pt x="5277152" y="1894552"/>
                  </a:lnTo>
                  <a:lnTo>
                    <a:pt x="5277339" y="1900628"/>
                  </a:lnTo>
                  <a:lnTo>
                    <a:pt x="5277526" y="1905500"/>
                  </a:lnTo>
                  <a:lnTo>
                    <a:pt x="5277713" y="1909404"/>
                  </a:lnTo>
                  <a:lnTo>
                    <a:pt x="5277900" y="1912413"/>
                  </a:lnTo>
                  <a:lnTo>
                    <a:pt x="5278087" y="1914701"/>
                  </a:lnTo>
                  <a:lnTo>
                    <a:pt x="5278274" y="1916202"/>
                  </a:lnTo>
                  <a:lnTo>
                    <a:pt x="5278461" y="1917667"/>
                  </a:lnTo>
                  <a:lnTo>
                    <a:pt x="5278648" y="1918699"/>
                  </a:lnTo>
                  <a:lnTo>
                    <a:pt x="5278834" y="1919053"/>
                  </a:lnTo>
                  <a:lnTo>
                    <a:pt x="5279021" y="1919370"/>
                  </a:lnTo>
                  <a:lnTo>
                    <a:pt x="5279208" y="1919493"/>
                  </a:lnTo>
                  <a:lnTo>
                    <a:pt x="5279395" y="1919248"/>
                  </a:lnTo>
                  <a:lnTo>
                    <a:pt x="5279582" y="1918822"/>
                  </a:lnTo>
                  <a:lnTo>
                    <a:pt x="5279769" y="1918040"/>
                  </a:lnTo>
                  <a:lnTo>
                    <a:pt x="5279956" y="1916698"/>
                  </a:lnTo>
                  <a:lnTo>
                    <a:pt x="5280143" y="1914872"/>
                  </a:lnTo>
                  <a:lnTo>
                    <a:pt x="5280330" y="1913759"/>
                  </a:lnTo>
                  <a:lnTo>
                    <a:pt x="5280517" y="1913243"/>
                  </a:lnTo>
                  <a:lnTo>
                    <a:pt x="5280704" y="1913132"/>
                  </a:lnTo>
                  <a:lnTo>
                    <a:pt x="5280891" y="1913068"/>
                  </a:lnTo>
                  <a:lnTo>
                    <a:pt x="5281077" y="1913214"/>
                  </a:lnTo>
                  <a:lnTo>
                    <a:pt x="5281264" y="1913034"/>
                  </a:lnTo>
                  <a:lnTo>
                    <a:pt x="5281451" y="1912662"/>
                  </a:lnTo>
                  <a:lnTo>
                    <a:pt x="5281638" y="1912774"/>
                  </a:lnTo>
                  <a:lnTo>
                    <a:pt x="5281825" y="1913208"/>
                  </a:lnTo>
                  <a:lnTo>
                    <a:pt x="5282012" y="1914196"/>
                  </a:lnTo>
                  <a:lnTo>
                    <a:pt x="5282199" y="1916031"/>
                  </a:lnTo>
                  <a:lnTo>
                    <a:pt x="5282386" y="1918802"/>
                  </a:lnTo>
                  <a:lnTo>
                    <a:pt x="5282573" y="1921517"/>
                  </a:lnTo>
                  <a:lnTo>
                    <a:pt x="5282760" y="1924052"/>
                  </a:lnTo>
                  <a:lnTo>
                    <a:pt x="5282947" y="1925780"/>
                  </a:lnTo>
                  <a:lnTo>
                    <a:pt x="5283134" y="1927552"/>
                  </a:lnTo>
                  <a:lnTo>
                    <a:pt x="5283321" y="1929746"/>
                  </a:lnTo>
                  <a:lnTo>
                    <a:pt x="5283507" y="1932674"/>
                  </a:lnTo>
                  <a:lnTo>
                    <a:pt x="5283694" y="1935960"/>
                  </a:lnTo>
                  <a:lnTo>
                    <a:pt x="5283881" y="1939306"/>
                  </a:lnTo>
                  <a:lnTo>
                    <a:pt x="5284068" y="1943814"/>
                  </a:lnTo>
                  <a:lnTo>
                    <a:pt x="5284255" y="1948636"/>
                  </a:lnTo>
                  <a:lnTo>
                    <a:pt x="5284442" y="1953471"/>
                  </a:lnTo>
                  <a:lnTo>
                    <a:pt x="5284629" y="1958052"/>
                  </a:lnTo>
                  <a:lnTo>
                    <a:pt x="5284816" y="1961878"/>
                  </a:lnTo>
                  <a:lnTo>
                    <a:pt x="5285003" y="1964912"/>
                  </a:lnTo>
                  <a:lnTo>
                    <a:pt x="5285190" y="1966823"/>
                  </a:lnTo>
                  <a:lnTo>
                    <a:pt x="5285377" y="1967636"/>
                  </a:lnTo>
                  <a:lnTo>
                    <a:pt x="5285564" y="1967606"/>
                  </a:lnTo>
                  <a:lnTo>
                    <a:pt x="5285750" y="1967908"/>
                  </a:lnTo>
                  <a:lnTo>
                    <a:pt x="5285937" y="1967938"/>
                  </a:lnTo>
                  <a:lnTo>
                    <a:pt x="5286124" y="1968897"/>
                  </a:lnTo>
                  <a:lnTo>
                    <a:pt x="5286311" y="1969936"/>
                  </a:lnTo>
                  <a:lnTo>
                    <a:pt x="5286498" y="1970812"/>
                  </a:lnTo>
                  <a:lnTo>
                    <a:pt x="5286685" y="1972298"/>
                  </a:lnTo>
                  <a:lnTo>
                    <a:pt x="5286872" y="1973605"/>
                  </a:lnTo>
                  <a:lnTo>
                    <a:pt x="5287059" y="1975099"/>
                  </a:lnTo>
                  <a:lnTo>
                    <a:pt x="5287246" y="1976770"/>
                  </a:lnTo>
                  <a:lnTo>
                    <a:pt x="5287433" y="1977865"/>
                  </a:lnTo>
                  <a:lnTo>
                    <a:pt x="5287620" y="1979020"/>
                  </a:lnTo>
                  <a:lnTo>
                    <a:pt x="5287807" y="1979818"/>
                  </a:lnTo>
                  <a:lnTo>
                    <a:pt x="5287994" y="1980228"/>
                  </a:lnTo>
                  <a:lnTo>
                    <a:pt x="5288180" y="1981627"/>
                  </a:lnTo>
                  <a:lnTo>
                    <a:pt x="5288367" y="1983342"/>
                  </a:lnTo>
                  <a:lnTo>
                    <a:pt x="5288554" y="1984224"/>
                  </a:lnTo>
                  <a:lnTo>
                    <a:pt x="5288741" y="1985753"/>
                  </a:lnTo>
                  <a:lnTo>
                    <a:pt x="5288928" y="1986111"/>
                  </a:lnTo>
                  <a:lnTo>
                    <a:pt x="5289115" y="1986157"/>
                  </a:lnTo>
                  <a:lnTo>
                    <a:pt x="5289302" y="1985984"/>
                  </a:lnTo>
                  <a:lnTo>
                    <a:pt x="5289489" y="1985131"/>
                  </a:lnTo>
                  <a:lnTo>
                    <a:pt x="5289676" y="1984110"/>
                  </a:lnTo>
                  <a:lnTo>
                    <a:pt x="5289863" y="1982936"/>
                  </a:lnTo>
                  <a:lnTo>
                    <a:pt x="5290050" y="1981437"/>
                  </a:lnTo>
                  <a:lnTo>
                    <a:pt x="5290237" y="1979739"/>
                  </a:lnTo>
                  <a:lnTo>
                    <a:pt x="5290424" y="1977944"/>
                  </a:lnTo>
                  <a:lnTo>
                    <a:pt x="5290610" y="1976094"/>
                  </a:lnTo>
                  <a:lnTo>
                    <a:pt x="5290797" y="1974232"/>
                  </a:lnTo>
                  <a:lnTo>
                    <a:pt x="5290984" y="1971969"/>
                  </a:lnTo>
                  <a:lnTo>
                    <a:pt x="5291171" y="1969531"/>
                  </a:lnTo>
                  <a:lnTo>
                    <a:pt x="5291358" y="1966912"/>
                  </a:lnTo>
                  <a:lnTo>
                    <a:pt x="5291545" y="1964109"/>
                  </a:lnTo>
                  <a:lnTo>
                    <a:pt x="5291732" y="1961842"/>
                  </a:lnTo>
                  <a:lnTo>
                    <a:pt x="5291919" y="1959937"/>
                  </a:lnTo>
                  <a:lnTo>
                    <a:pt x="5292106" y="1957525"/>
                  </a:lnTo>
                  <a:lnTo>
                    <a:pt x="5292293" y="1955547"/>
                  </a:lnTo>
                  <a:lnTo>
                    <a:pt x="5292480" y="1953039"/>
                  </a:lnTo>
                  <a:lnTo>
                    <a:pt x="5292667" y="1950711"/>
                  </a:lnTo>
                  <a:lnTo>
                    <a:pt x="5292853" y="1948723"/>
                  </a:lnTo>
                  <a:lnTo>
                    <a:pt x="5293040" y="1946125"/>
                  </a:lnTo>
                  <a:lnTo>
                    <a:pt x="5293227" y="1944177"/>
                  </a:lnTo>
                  <a:lnTo>
                    <a:pt x="5293414" y="1942608"/>
                  </a:lnTo>
                  <a:lnTo>
                    <a:pt x="5293601" y="1941846"/>
                  </a:lnTo>
                  <a:lnTo>
                    <a:pt x="5293788" y="1942008"/>
                  </a:lnTo>
                  <a:lnTo>
                    <a:pt x="5293975" y="1943196"/>
                  </a:lnTo>
                  <a:lnTo>
                    <a:pt x="5294162" y="1944527"/>
                  </a:lnTo>
                  <a:lnTo>
                    <a:pt x="5294349" y="1946555"/>
                  </a:lnTo>
                  <a:lnTo>
                    <a:pt x="5294536" y="1948732"/>
                  </a:lnTo>
                  <a:lnTo>
                    <a:pt x="5294723" y="1951184"/>
                  </a:lnTo>
                  <a:lnTo>
                    <a:pt x="5294910" y="1954034"/>
                  </a:lnTo>
                  <a:lnTo>
                    <a:pt x="5295097" y="1957622"/>
                  </a:lnTo>
                  <a:lnTo>
                    <a:pt x="5295283" y="1961307"/>
                  </a:lnTo>
                  <a:lnTo>
                    <a:pt x="5295470" y="1965318"/>
                  </a:lnTo>
                  <a:lnTo>
                    <a:pt x="5295657" y="1969858"/>
                  </a:lnTo>
                  <a:lnTo>
                    <a:pt x="5295844" y="1975206"/>
                  </a:lnTo>
                  <a:lnTo>
                    <a:pt x="5296031" y="1980814"/>
                  </a:lnTo>
                  <a:lnTo>
                    <a:pt x="5296218" y="1986181"/>
                  </a:lnTo>
                  <a:lnTo>
                    <a:pt x="5296405" y="1991129"/>
                  </a:lnTo>
                  <a:lnTo>
                    <a:pt x="5296592" y="1995518"/>
                  </a:lnTo>
                  <a:lnTo>
                    <a:pt x="5296779" y="1999233"/>
                  </a:lnTo>
                  <a:lnTo>
                    <a:pt x="5296966" y="2002791"/>
                  </a:lnTo>
                  <a:lnTo>
                    <a:pt x="5297153" y="2005928"/>
                  </a:lnTo>
                  <a:lnTo>
                    <a:pt x="5297340" y="2009426"/>
                  </a:lnTo>
                  <a:lnTo>
                    <a:pt x="5297527" y="2013148"/>
                  </a:lnTo>
                  <a:lnTo>
                    <a:pt x="5297713" y="2016088"/>
                  </a:lnTo>
                  <a:lnTo>
                    <a:pt x="5297900" y="2019061"/>
                  </a:lnTo>
                  <a:lnTo>
                    <a:pt x="5298087" y="2022015"/>
                  </a:lnTo>
                  <a:lnTo>
                    <a:pt x="5298274" y="2025155"/>
                  </a:lnTo>
                  <a:lnTo>
                    <a:pt x="5298461" y="2028093"/>
                  </a:lnTo>
                  <a:lnTo>
                    <a:pt x="5298648" y="2030881"/>
                  </a:lnTo>
                  <a:lnTo>
                    <a:pt x="5298835" y="2033643"/>
                  </a:lnTo>
                  <a:lnTo>
                    <a:pt x="5299022" y="2037021"/>
                  </a:lnTo>
                  <a:lnTo>
                    <a:pt x="5299209" y="2039897"/>
                  </a:lnTo>
                  <a:lnTo>
                    <a:pt x="5299396" y="2042632"/>
                  </a:lnTo>
                  <a:lnTo>
                    <a:pt x="5299583" y="2044884"/>
                  </a:lnTo>
                  <a:lnTo>
                    <a:pt x="5299770" y="2046784"/>
                  </a:lnTo>
                  <a:lnTo>
                    <a:pt x="5299956" y="2048402"/>
                  </a:lnTo>
                  <a:lnTo>
                    <a:pt x="5300143" y="2049792"/>
                  </a:lnTo>
                  <a:lnTo>
                    <a:pt x="5300330" y="2051578"/>
                  </a:lnTo>
                  <a:lnTo>
                    <a:pt x="5300517" y="2054120"/>
                  </a:lnTo>
                  <a:lnTo>
                    <a:pt x="5300704" y="2056820"/>
                  </a:lnTo>
                  <a:lnTo>
                    <a:pt x="5300891" y="2059076"/>
                  </a:lnTo>
                  <a:lnTo>
                    <a:pt x="5301078" y="2061598"/>
                  </a:lnTo>
                  <a:lnTo>
                    <a:pt x="5301265" y="2062807"/>
                  </a:lnTo>
                  <a:lnTo>
                    <a:pt x="5301452" y="2063834"/>
                  </a:lnTo>
                  <a:lnTo>
                    <a:pt x="5301639" y="2064938"/>
                  </a:lnTo>
                  <a:lnTo>
                    <a:pt x="5301826" y="2065517"/>
                  </a:lnTo>
                  <a:lnTo>
                    <a:pt x="5302013" y="2066325"/>
                  </a:lnTo>
                  <a:lnTo>
                    <a:pt x="5302200" y="2067377"/>
                  </a:lnTo>
                  <a:lnTo>
                    <a:pt x="5302386" y="2068822"/>
                  </a:lnTo>
                  <a:lnTo>
                    <a:pt x="5302573" y="2070662"/>
                  </a:lnTo>
                  <a:lnTo>
                    <a:pt x="5302760" y="2072829"/>
                  </a:lnTo>
                  <a:lnTo>
                    <a:pt x="5302947" y="2074772"/>
                  </a:lnTo>
                  <a:lnTo>
                    <a:pt x="5303134" y="2076498"/>
                  </a:lnTo>
                  <a:lnTo>
                    <a:pt x="5303321" y="2077887"/>
                  </a:lnTo>
                  <a:lnTo>
                    <a:pt x="5303508" y="2079828"/>
                  </a:lnTo>
                  <a:lnTo>
                    <a:pt x="5303695" y="2082102"/>
                  </a:lnTo>
                  <a:lnTo>
                    <a:pt x="5303882" y="2084224"/>
                  </a:lnTo>
                  <a:lnTo>
                    <a:pt x="5304069" y="2086497"/>
                  </a:lnTo>
                  <a:lnTo>
                    <a:pt x="5304256" y="2089007"/>
                  </a:lnTo>
                  <a:lnTo>
                    <a:pt x="5304443" y="2091709"/>
                  </a:lnTo>
                  <a:lnTo>
                    <a:pt x="5304629" y="2094372"/>
                  </a:lnTo>
                  <a:lnTo>
                    <a:pt x="5304816" y="2097034"/>
                  </a:lnTo>
                  <a:lnTo>
                    <a:pt x="5305003" y="2099362"/>
                  </a:lnTo>
                  <a:lnTo>
                    <a:pt x="5305190" y="2101809"/>
                  </a:lnTo>
                  <a:lnTo>
                    <a:pt x="5305377" y="2103602"/>
                  </a:lnTo>
                  <a:lnTo>
                    <a:pt x="5305564" y="2105133"/>
                  </a:lnTo>
                  <a:lnTo>
                    <a:pt x="5305751" y="2106336"/>
                  </a:lnTo>
                  <a:lnTo>
                    <a:pt x="5305938" y="2108266"/>
                  </a:lnTo>
                  <a:lnTo>
                    <a:pt x="5306125" y="2110375"/>
                  </a:lnTo>
                  <a:lnTo>
                    <a:pt x="5306312" y="2111407"/>
                  </a:lnTo>
                  <a:lnTo>
                    <a:pt x="5306499" y="2112066"/>
                  </a:lnTo>
                  <a:lnTo>
                    <a:pt x="5306686" y="2112635"/>
                  </a:lnTo>
                  <a:lnTo>
                    <a:pt x="5306873" y="2113236"/>
                  </a:lnTo>
                  <a:lnTo>
                    <a:pt x="5307059" y="2113620"/>
                  </a:lnTo>
                  <a:lnTo>
                    <a:pt x="5307246" y="2114119"/>
                  </a:lnTo>
                  <a:lnTo>
                    <a:pt x="5307433" y="2115320"/>
                  </a:lnTo>
                  <a:lnTo>
                    <a:pt x="5307620" y="2117248"/>
                  </a:lnTo>
                  <a:lnTo>
                    <a:pt x="5307807" y="2119132"/>
                  </a:lnTo>
                  <a:lnTo>
                    <a:pt x="5307994" y="2121656"/>
                  </a:lnTo>
                  <a:lnTo>
                    <a:pt x="5308181" y="2125120"/>
                  </a:lnTo>
                  <a:lnTo>
                    <a:pt x="5308368" y="2128304"/>
                  </a:lnTo>
                  <a:lnTo>
                    <a:pt x="5308555" y="2131917"/>
                  </a:lnTo>
                  <a:lnTo>
                    <a:pt x="5308742" y="2135299"/>
                  </a:lnTo>
                  <a:lnTo>
                    <a:pt x="5308929" y="2138786"/>
                  </a:lnTo>
                  <a:lnTo>
                    <a:pt x="5309116" y="2142861"/>
                  </a:lnTo>
                  <a:lnTo>
                    <a:pt x="5309303" y="2147370"/>
                  </a:lnTo>
                  <a:lnTo>
                    <a:pt x="5309489" y="2152032"/>
                  </a:lnTo>
                  <a:lnTo>
                    <a:pt x="5309676" y="2157007"/>
                  </a:lnTo>
                  <a:lnTo>
                    <a:pt x="5309863" y="2162189"/>
                  </a:lnTo>
                  <a:lnTo>
                    <a:pt x="5310050" y="2167183"/>
                  </a:lnTo>
                  <a:lnTo>
                    <a:pt x="5310237" y="2171801"/>
                  </a:lnTo>
                  <a:lnTo>
                    <a:pt x="5310424" y="2175974"/>
                  </a:lnTo>
                  <a:lnTo>
                    <a:pt x="5310611" y="2179780"/>
                  </a:lnTo>
                  <a:lnTo>
                    <a:pt x="5310798" y="2183316"/>
                  </a:lnTo>
                  <a:lnTo>
                    <a:pt x="5310985" y="2186636"/>
                  </a:lnTo>
                  <a:lnTo>
                    <a:pt x="5311172" y="2189959"/>
                  </a:lnTo>
                  <a:lnTo>
                    <a:pt x="5311359" y="2193377"/>
                  </a:lnTo>
                  <a:lnTo>
                    <a:pt x="5311546" y="2196737"/>
                  </a:lnTo>
                  <a:lnTo>
                    <a:pt x="5311732" y="2200517"/>
                  </a:lnTo>
                  <a:lnTo>
                    <a:pt x="5311919" y="2203803"/>
                  </a:lnTo>
                  <a:lnTo>
                    <a:pt x="5312106" y="2207259"/>
                  </a:lnTo>
                  <a:lnTo>
                    <a:pt x="5312293" y="2210295"/>
                  </a:lnTo>
                  <a:lnTo>
                    <a:pt x="5312480" y="2212825"/>
                  </a:lnTo>
                  <a:lnTo>
                    <a:pt x="5312667" y="2214946"/>
                  </a:lnTo>
                  <a:lnTo>
                    <a:pt x="5312854" y="2217120"/>
                  </a:lnTo>
                  <a:lnTo>
                    <a:pt x="5313041" y="2219669"/>
                  </a:lnTo>
                  <a:lnTo>
                    <a:pt x="5313228" y="2222455"/>
                  </a:lnTo>
                  <a:lnTo>
                    <a:pt x="5313415" y="2225352"/>
                  </a:lnTo>
                  <a:lnTo>
                    <a:pt x="5313602" y="2228842"/>
                  </a:lnTo>
                  <a:lnTo>
                    <a:pt x="5313789" y="2232698"/>
                  </a:lnTo>
                  <a:lnTo>
                    <a:pt x="5313976" y="2235916"/>
                  </a:lnTo>
                  <a:lnTo>
                    <a:pt x="5314162" y="2239083"/>
                  </a:lnTo>
                  <a:lnTo>
                    <a:pt x="5314349" y="2241839"/>
                  </a:lnTo>
                  <a:lnTo>
                    <a:pt x="5314536" y="2244277"/>
                  </a:lnTo>
                  <a:lnTo>
                    <a:pt x="5314723" y="2246731"/>
                  </a:lnTo>
                  <a:lnTo>
                    <a:pt x="5314910" y="2249401"/>
                  </a:lnTo>
                  <a:lnTo>
                    <a:pt x="5315097" y="2252086"/>
                  </a:lnTo>
                  <a:lnTo>
                    <a:pt x="5315284" y="2255377"/>
                  </a:lnTo>
                  <a:lnTo>
                    <a:pt x="5315471" y="2258628"/>
                  </a:lnTo>
                  <a:lnTo>
                    <a:pt x="5315658" y="2261722"/>
                  </a:lnTo>
                  <a:lnTo>
                    <a:pt x="5315845" y="2264519"/>
                  </a:lnTo>
                  <a:lnTo>
                    <a:pt x="5316032" y="2266990"/>
                  </a:lnTo>
                  <a:lnTo>
                    <a:pt x="5316219" y="2269299"/>
                  </a:lnTo>
                  <a:lnTo>
                    <a:pt x="5316406" y="2271299"/>
                  </a:lnTo>
                  <a:lnTo>
                    <a:pt x="5316592" y="2273492"/>
                  </a:lnTo>
                  <a:lnTo>
                    <a:pt x="5316779" y="2275625"/>
                  </a:lnTo>
                  <a:lnTo>
                    <a:pt x="5316966" y="2277263"/>
                  </a:lnTo>
                  <a:lnTo>
                    <a:pt x="5317153" y="2278788"/>
                  </a:lnTo>
                  <a:lnTo>
                    <a:pt x="5317340" y="2280094"/>
                  </a:lnTo>
                  <a:lnTo>
                    <a:pt x="5317527" y="2281400"/>
                  </a:lnTo>
                  <a:lnTo>
                    <a:pt x="5317714" y="2281871"/>
                  </a:lnTo>
                  <a:lnTo>
                    <a:pt x="5317901" y="2281439"/>
                  </a:lnTo>
                  <a:lnTo>
                    <a:pt x="5318088" y="2280029"/>
                  </a:lnTo>
                  <a:lnTo>
                    <a:pt x="5318275" y="2278066"/>
                  </a:lnTo>
                  <a:lnTo>
                    <a:pt x="5318462" y="2276010"/>
                  </a:lnTo>
                  <a:lnTo>
                    <a:pt x="5318649" y="2272571"/>
                  </a:lnTo>
                  <a:lnTo>
                    <a:pt x="5318835" y="2269316"/>
                  </a:lnTo>
                  <a:lnTo>
                    <a:pt x="5319022" y="2265132"/>
                  </a:lnTo>
                  <a:lnTo>
                    <a:pt x="5319209" y="2260183"/>
                  </a:lnTo>
                  <a:lnTo>
                    <a:pt x="5319396" y="2254703"/>
                  </a:lnTo>
                  <a:lnTo>
                    <a:pt x="5319583" y="2248894"/>
                  </a:lnTo>
                  <a:lnTo>
                    <a:pt x="5319770" y="2243702"/>
                  </a:lnTo>
                  <a:lnTo>
                    <a:pt x="5319957" y="2238180"/>
                  </a:lnTo>
                  <a:lnTo>
                    <a:pt x="5320144" y="2232570"/>
                  </a:lnTo>
                  <a:lnTo>
                    <a:pt x="5320331" y="2228078"/>
                  </a:lnTo>
                  <a:lnTo>
                    <a:pt x="5320518" y="2223600"/>
                  </a:lnTo>
                  <a:lnTo>
                    <a:pt x="5320705" y="2219427"/>
                  </a:lnTo>
                  <a:lnTo>
                    <a:pt x="5320892" y="2215663"/>
                  </a:lnTo>
                  <a:lnTo>
                    <a:pt x="5321079" y="2212205"/>
                  </a:lnTo>
                  <a:lnTo>
                    <a:pt x="5321265" y="2208596"/>
                  </a:lnTo>
                  <a:lnTo>
                    <a:pt x="5321452" y="2205093"/>
                  </a:lnTo>
                  <a:lnTo>
                    <a:pt x="5321639" y="2201536"/>
                  </a:lnTo>
                  <a:lnTo>
                    <a:pt x="5321826" y="2198380"/>
                  </a:lnTo>
                  <a:lnTo>
                    <a:pt x="5322013" y="2195308"/>
                  </a:lnTo>
                  <a:lnTo>
                    <a:pt x="5322200" y="2192647"/>
                  </a:lnTo>
                  <a:lnTo>
                    <a:pt x="5322387" y="2190099"/>
                  </a:lnTo>
                  <a:lnTo>
                    <a:pt x="5322574" y="2187878"/>
                  </a:lnTo>
                  <a:lnTo>
                    <a:pt x="5322761" y="2186369"/>
                  </a:lnTo>
                  <a:lnTo>
                    <a:pt x="5322948" y="2184966"/>
                  </a:lnTo>
                  <a:lnTo>
                    <a:pt x="5323135" y="2183428"/>
                  </a:lnTo>
                  <a:lnTo>
                    <a:pt x="5323322" y="2181200"/>
                  </a:lnTo>
                  <a:lnTo>
                    <a:pt x="5323508" y="2179329"/>
                  </a:lnTo>
                  <a:lnTo>
                    <a:pt x="5323695" y="2177846"/>
                  </a:lnTo>
                  <a:lnTo>
                    <a:pt x="5323882" y="2176441"/>
                  </a:lnTo>
                  <a:lnTo>
                    <a:pt x="5324069" y="2174360"/>
                  </a:lnTo>
                  <a:lnTo>
                    <a:pt x="5324256" y="2172674"/>
                  </a:lnTo>
                  <a:lnTo>
                    <a:pt x="5324443" y="2171040"/>
                  </a:lnTo>
                  <a:lnTo>
                    <a:pt x="5324630" y="2169457"/>
                  </a:lnTo>
                  <a:lnTo>
                    <a:pt x="5324817" y="2168389"/>
                  </a:lnTo>
                  <a:lnTo>
                    <a:pt x="5325004" y="2167377"/>
                  </a:lnTo>
                  <a:lnTo>
                    <a:pt x="5325191" y="2166884"/>
                  </a:lnTo>
                  <a:lnTo>
                    <a:pt x="5325378" y="2166463"/>
                  </a:lnTo>
                  <a:lnTo>
                    <a:pt x="5325565" y="2165468"/>
                  </a:lnTo>
                  <a:lnTo>
                    <a:pt x="5325752" y="2164236"/>
                  </a:lnTo>
                  <a:lnTo>
                    <a:pt x="5325938" y="2162416"/>
                  </a:lnTo>
                  <a:lnTo>
                    <a:pt x="5326125" y="2160313"/>
                  </a:lnTo>
                  <a:lnTo>
                    <a:pt x="5326312" y="2157592"/>
                  </a:lnTo>
                  <a:lnTo>
                    <a:pt x="5326499" y="2154552"/>
                  </a:lnTo>
                  <a:lnTo>
                    <a:pt x="5326686" y="2151349"/>
                  </a:lnTo>
                  <a:lnTo>
                    <a:pt x="5326873" y="2148256"/>
                  </a:lnTo>
                  <a:lnTo>
                    <a:pt x="5327060" y="2145146"/>
                  </a:lnTo>
                  <a:lnTo>
                    <a:pt x="5327247" y="2142090"/>
                  </a:lnTo>
                  <a:lnTo>
                    <a:pt x="5327434" y="2139262"/>
                  </a:lnTo>
                  <a:lnTo>
                    <a:pt x="5327621" y="2136940"/>
                  </a:lnTo>
                  <a:lnTo>
                    <a:pt x="5327808" y="2134116"/>
                  </a:lnTo>
                  <a:lnTo>
                    <a:pt x="5327995" y="2130799"/>
                  </a:lnTo>
                  <a:lnTo>
                    <a:pt x="5328182" y="2127051"/>
                  </a:lnTo>
                  <a:lnTo>
                    <a:pt x="5328368" y="2123685"/>
                  </a:lnTo>
                  <a:lnTo>
                    <a:pt x="5328555" y="2120374"/>
                  </a:lnTo>
                  <a:lnTo>
                    <a:pt x="5328742" y="2118569"/>
                  </a:lnTo>
                  <a:lnTo>
                    <a:pt x="5328929" y="2117058"/>
                  </a:lnTo>
                  <a:lnTo>
                    <a:pt x="5329116" y="2116029"/>
                  </a:lnTo>
                  <a:lnTo>
                    <a:pt x="5329303" y="2114584"/>
                  </a:lnTo>
                  <a:lnTo>
                    <a:pt x="5329490" y="2113483"/>
                  </a:lnTo>
                  <a:lnTo>
                    <a:pt x="5329677" y="2112199"/>
                  </a:lnTo>
                  <a:lnTo>
                    <a:pt x="5329864" y="2111460"/>
                  </a:lnTo>
                  <a:lnTo>
                    <a:pt x="5330051" y="2110621"/>
                  </a:lnTo>
                  <a:lnTo>
                    <a:pt x="5330238" y="2109098"/>
                  </a:lnTo>
                  <a:lnTo>
                    <a:pt x="5330425" y="2107456"/>
                  </a:lnTo>
                  <a:lnTo>
                    <a:pt x="5330611" y="2104898"/>
                  </a:lnTo>
                  <a:lnTo>
                    <a:pt x="5330798" y="2101785"/>
                  </a:lnTo>
                  <a:lnTo>
                    <a:pt x="5330985" y="2098455"/>
                  </a:lnTo>
                  <a:lnTo>
                    <a:pt x="5331172" y="2094263"/>
                  </a:lnTo>
                  <a:lnTo>
                    <a:pt x="5331359" y="2089087"/>
                  </a:lnTo>
                  <a:lnTo>
                    <a:pt x="5331546" y="2083261"/>
                  </a:lnTo>
                  <a:lnTo>
                    <a:pt x="5331733" y="2076571"/>
                  </a:lnTo>
                  <a:lnTo>
                    <a:pt x="5331920" y="2070741"/>
                  </a:lnTo>
                  <a:lnTo>
                    <a:pt x="5332107" y="2064189"/>
                  </a:lnTo>
                  <a:lnTo>
                    <a:pt x="5332294" y="2057981"/>
                  </a:lnTo>
                  <a:lnTo>
                    <a:pt x="5332481" y="2051281"/>
                  </a:lnTo>
                  <a:lnTo>
                    <a:pt x="5332668" y="2044285"/>
                  </a:lnTo>
                  <a:lnTo>
                    <a:pt x="5332855" y="2036203"/>
                  </a:lnTo>
                  <a:lnTo>
                    <a:pt x="5333041" y="2027246"/>
                  </a:lnTo>
                  <a:lnTo>
                    <a:pt x="5333228" y="2017866"/>
                  </a:lnTo>
                  <a:lnTo>
                    <a:pt x="5333415" y="2008696"/>
                  </a:lnTo>
                  <a:lnTo>
                    <a:pt x="5333602" y="1999749"/>
                  </a:lnTo>
                  <a:lnTo>
                    <a:pt x="5333789" y="1990217"/>
                  </a:lnTo>
                  <a:lnTo>
                    <a:pt x="5333976" y="1980873"/>
                  </a:lnTo>
                  <a:lnTo>
                    <a:pt x="5334163" y="1972143"/>
                  </a:lnTo>
                  <a:lnTo>
                    <a:pt x="5334350" y="1963657"/>
                  </a:lnTo>
                  <a:lnTo>
                    <a:pt x="5334537" y="1956001"/>
                  </a:lnTo>
                  <a:lnTo>
                    <a:pt x="5334724" y="1947302"/>
                  </a:lnTo>
                  <a:lnTo>
                    <a:pt x="5334911" y="1939911"/>
                  </a:lnTo>
                  <a:lnTo>
                    <a:pt x="5335098" y="1932500"/>
                  </a:lnTo>
                  <a:lnTo>
                    <a:pt x="5335285" y="1925521"/>
                  </a:lnTo>
                  <a:lnTo>
                    <a:pt x="5335471" y="1918212"/>
                  </a:lnTo>
                  <a:lnTo>
                    <a:pt x="5335658" y="1911136"/>
                  </a:lnTo>
                  <a:lnTo>
                    <a:pt x="5335845" y="1904170"/>
                  </a:lnTo>
                  <a:lnTo>
                    <a:pt x="5336032" y="1897186"/>
                  </a:lnTo>
                  <a:lnTo>
                    <a:pt x="5336219" y="1890811"/>
                  </a:lnTo>
                  <a:lnTo>
                    <a:pt x="5336406" y="1884323"/>
                  </a:lnTo>
                  <a:lnTo>
                    <a:pt x="5336593" y="1878509"/>
                  </a:lnTo>
                  <a:lnTo>
                    <a:pt x="5336780" y="1872384"/>
                  </a:lnTo>
                  <a:lnTo>
                    <a:pt x="5336967" y="1866224"/>
                  </a:lnTo>
                  <a:lnTo>
                    <a:pt x="5337154" y="1859929"/>
                  </a:lnTo>
                  <a:lnTo>
                    <a:pt x="5337341" y="1853901"/>
                  </a:lnTo>
                  <a:lnTo>
                    <a:pt x="5337528" y="1848588"/>
                  </a:lnTo>
                  <a:lnTo>
                    <a:pt x="5337714" y="1842867"/>
                  </a:lnTo>
                  <a:lnTo>
                    <a:pt x="5337901" y="1836537"/>
                  </a:lnTo>
                  <a:lnTo>
                    <a:pt x="5338088" y="1830369"/>
                  </a:lnTo>
                  <a:lnTo>
                    <a:pt x="5338275" y="1824314"/>
                  </a:lnTo>
                  <a:lnTo>
                    <a:pt x="5338462" y="1817743"/>
                  </a:lnTo>
                  <a:lnTo>
                    <a:pt x="5338649" y="1811273"/>
                  </a:lnTo>
                  <a:lnTo>
                    <a:pt x="5338836" y="1804931"/>
                  </a:lnTo>
                  <a:lnTo>
                    <a:pt x="5339023" y="1798110"/>
                  </a:lnTo>
                  <a:lnTo>
                    <a:pt x="5339210" y="1791222"/>
                  </a:lnTo>
                  <a:lnTo>
                    <a:pt x="5339397" y="1783589"/>
                  </a:lnTo>
                  <a:lnTo>
                    <a:pt x="5339584" y="1776824"/>
                  </a:lnTo>
                  <a:lnTo>
                    <a:pt x="5339771" y="1769773"/>
                  </a:lnTo>
                  <a:lnTo>
                    <a:pt x="5339958" y="1763339"/>
                  </a:lnTo>
                  <a:lnTo>
                    <a:pt x="5340144" y="1756847"/>
                  </a:lnTo>
                  <a:lnTo>
                    <a:pt x="5340331" y="1750350"/>
                  </a:lnTo>
                  <a:lnTo>
                    <a:pt x="5340518" y="1744308"/>
                  </a:lnTo>
                  <a:lnTo>
                    <a:pt x="5340705" y="1738669"/>
                  </a:lnTo>
                  <a:lnTo>
                    <a:pt x="5340892" y="1732261"/>
                  </a:lnTo>
                  <a:lnTo>
                    <a:pt x="5341079" y="1725773"/>
                  </a:lnTo>
                  <a:lnTo>
                    <a:pt x="5341266" y="1720295"/>
                  </a:lnTo>
                  <a:lnTo>
                    <a:pt x="5341453" y="1714774"/>
                  </a:lnTo>
                  <a:lnTo>
                    <a:pt x="5341640" y="1709718"/>
                  </a:lnTo>
                  <a:lnTo>
                    <a:pt x="5341827" y="1705526"/>
                  </a:lnTo>
                  <a:lnTo>
                    <a:pt x="5342014" y="1702096"/>
                  </a:lnTo>
                  <a:lnTo>
                    <a:pt x="5342201" y="1699191"/>
                  </a:lnTo>
                  <a:lnTo>
                    <a:pt x="5342387" y="1696798"/>
                  </a:lnTo>
                  <a:lnTo>
                    <a:pt x="5342574" y="1694388"/>
                  </a:lnTo>
                  <a:lnTo>
                    <a:pt x="5342761" y="1692362"/>
                  </a:lnTo>
                  <a:lnTo>
                    <a:pt x="5342948" y="1690316"/>
                  </a:lnTo>
                  <a:lnTo>
                    <a:pt x="5343135" y="1687718"/>
                  </a:lnTo>
                  <a:lnTo>
                    <a:pt x="5343322" y="1684778"/>
                  </a:lnTo>
                  <a:lnTo>
                    <a:pt x="5343509" y="1682335"/>
                  </a:lnTo>
                  <a:lnTo>
                    <a:pt x="5343696" y="1680272"/>
                  </a:lnTo>
                  <a:lnTo>
                    <a:pt x="5343883" y="1677997"/>
                  </a:lnTo>
                  <a:lnTo>
                    <a:pt x="5344070" y="1674967"/>
                  </a:lnTo>
                  <a:lnTo>
                    <a:pt x="5344257" y="1671708"/>
                  </a:lnTo>
                  <a:lnTo>
                    <a:pt x="5344444" y="1668947"/>
                  </a:lnTo>
                  <a:lnTo>
                    <a:pt x="5344631" y="1664521"/>
                  </a:lnTo>
                  <a:lnTo>
                    <a:pt x="5344817" y="1658269"/>
                  </a:lnTo>
                  <a:lnTo>
                    <a:pt x="5345004" y="1651643"/>
                  </a:lnTo>
                  <a:lnTo>
                    <a:pt x="5345191" y="1643261"/>
                  </a:lnTo>
                  <a:lnTo>
                    <a:pt x="5345378" y="1636099"/>
                  </a:lnTo>
                  <a:lnTo>
                    <a:pt x="5345565" y="1629104"/>
                  </a:lnTo>
                  <a:lnTo>
                    <a:pt x="5345752" y="1621964"/>
                  </a:lnTo>
                  <a:lnTo>
                    <a:pt x="5345939" y="1615071"/>
                  </a:lnTo>
                  <a:lnTo>
                    <a:pt x="5346126" y="1608012"/>
                  </a:lnTo>
                  <a:lnTo>
                    <a:pt x="5346313" y="1600314"/>
                  </a:lnTo>
                  <a:lnTo>
                    <a:pt x="5346500" y="1592101"/>
                  </a:lnTo>
                  <a:lnTo>
                    <a:pt x="5346687" y="1585391"/>
                  </a:lnTo>
                  <a:lnTo>
                    <a:pt x="5346874" y="1579455"/>
                  </a:lnTo>
                  <a:lnTo>
                    <a:pt x="5347061" y="1573771"/>
                  </a:lnTo>
                  <a:lnTo>
                    <a:pt x="5347247" y="1568476"/>
                  </a:lnTo>
                  <a:lnTo>
                    <a:pt x="5347434" y="1563288"/>
                  </a:lnTo>
                  <a:lnTo>
                    <a:pt x="5347621" y="1558068"/>
                  </a:lnTo>
                  <a:lnTo>
                    <a:pt x="5347808" y="1552317"/>
                  </a:lnTo>
                  <a:lnTo>
                    <a:pt x="5347995" y="1546607"/>
                  </a:lnTo>
                  <a:lnTo>
                    <a:pt x="5348182" y="1540725"/>
                  </a:lnTo>
                  <a:lnTo>
                    <a:pt x="5348369" y="1534679"/>
                  </a:lnTo>
                  <a:lnTo>
                    <a:pt x="5348556" y="1528788"/>
                  </a:lnTo>
                  <a:lnTo>
                    <a:pt x="5348743" y="1522672"/>
                  </a:lnTo>
                  <a:lnTo>
                    <a:pt x="5348930" y="1516951"/>
                  </a:lnTo>
                  <a:lnTo>
                    <a:pt x="5349117" y="1511600"/>
                  </a:lnTo>
                  <a:lnTo>
                    <a:pt x="5349304" y="1506227"/>
                  </a:lnTo>
                  <a:lnTo>
                    <a:pt x="5349490" y="1500087"/>
                  </a:lnTo>
                  <a:lnTo>
                    <a:pt x="5349677" y="1493474"/>
                  </a:lnTo>
                  <a:lnTo>
                    <a:pt x="5349864" y="1487122"/>
                  </a:lnTo>
                  <a:lnTo>
                    <a:pt x="5350051" y="1479810"/>
                  </a:lnTo>
                  <a:lnTo>
                    <a:pt x="5350238" y="1472435"/>
                  </a:lnTo>
                  <a:lnTo>
                    <a:pt x="5350425" y="1464959"/>
                  </a:lnTo>
                  <a:lnTo>
                    <a:pt x="5350612" y="1456947"/>
                  </a:lnTo>
                  <a:lnTo>
                    <a:pt x="5350799" y="1448579"/>
                  </a:lnTo>
                  <a:lnTo>
                    <a:pt x="5350986" y="1440015"/>
                  </a:lnTo>
                  <a:lnTo>
                    <a:pt x="5351173" y="1431145"/>
                  </a:lnTo>
                  <a:lnTo>
                    <a:pt x="5351360" y="1422500"/>
                  </a:lnTo>
                  <a:lnTo>
                    <a:pt x="5351547" y="1413193"/>
                  </a:lnTo>
                  <a:lnTo>
                    <a:pt x="5351734" y="1403556"/>
                  </a:lnTo>
                  <a:lnTo>
                    <a:pt x="5351920" y="1393493"/>
                  </a:lnTo>
                  <a:lnTo>
                    <a:pt x="5352107" y="1382966"/>
                  </a:lnTo>
                  <a:lnTo>
                    <a:pt x="5352294" y="1373000"/>
                  </a:lnTo>
                  <a:lnTo>
                    <a:pt x="5352481" y="1363273"/>
                  </a:lnTo>
                  <a:lnTo>
                    <a:pt x="5352668" y="1353354"/>
                  </a:lnTo>
                  <a:lnTo>
                    <a:pt x="5352855" y="1343128"/>
                  </a:lnTo>
                  <a:lnTo>
                    <a:pt x="5353042" y="1333139"/>
                  </a:lnTo>
                  <a:lnTo>
                    <a:pt x="5353229" y="1323193"/>
                  </a:lnTo>
                  <a:lnTo>
                    <a:pt x="5353416" y="1313823"/>
                  </a:lnTo>
                  <a:lnTo>
                    <a:pt x="5353603" y="1304648"/>
                  </a:lnTo>
                  <a:lnTo>
                    <a:pt x="5353790" y="1296884"/>
                  </a:lnTo>
                  <a:lnTo>
                    <a:pt x="5353977" y="1288806"/>
                  </a:lnTo>
                  <a:lnTo>
                    <a:pt x="5354163" y="1281219"/>
                  </a:lnTo>
                  <a:lnTo>
                    <a:pt x="5354350" y="1274399"/>
                  </a:lnTo>
                  <a:lnTo>
                    <a:pt x="5354537" y="1268026"/>
                  </a:lnTo>
                  <a:lnTo>
                    <a:pt x="5354724" y="1261668"/>
                  </a:lnTo>
                  <a:lnTo>
                    <a:pt x="5354911" y="1255491"/>
                  </a:lnTo>
                  <a:lnTo>
                    <a:pt x="5355098" y="1250353"/>
                  </a:lnTo>
                  <a:lnTo>
                    <a:pt x="5355285" y="1245567"/>
                  </a:lnTo>
                  <a:lnTo>
                    <a:pt x="5355472" y="1241185"/>
                  </a:lnTo>
                  <a:lnTo>
                    <a:pt x="5355659" y="1236826"/>
                  </a:lnTo>
                  <a:lnTo>
                    <a:pt x="5355846" y="1232647"/>
                  </a:lnTo>
                  <a:lnTo>
                    <a:pt x="5356033" y="1229809"/>
                  </a:lnTo>
                  <a:lnTo>
                    <a:pt x="5356220" y="1226889"/>
                  </a:lnTo>
                  <a:lnTo>
                    <a:pt x="5356407" y="1224529"/>
                  </a:lnTo>
                  <a:lnTo>
                    <a:pt x="5356593" y="1222977"/>
                  </a:lnTo>
                  <a:lnTo>
                    <a:pt x="5356780" y="1221997"/>
                  </a:lnTo>
                  <a:lnTo>
                    <a:pt x="5356967" y="1220412"/>
                  </a:lnTo>
                  <a:lnTo>
                    <a:pt x="5357154" y="1218325"/>
                  </a:lnTo>
                  <a:lnTo>
                    <a:pt x="5357341" y="1216495"/>
                  </a:lnTo>
                  <a:lnTo>
                    <a:pt x="5357528" y="1215325"/>
                  </a:lnTo>
                  <a:lnTo>
                    <a:pt x="5357715" y="1214228"/>
                  </a:lnTo>
                  <a:lnTo>
                    <a:pt x="5357902" y="1213437"/>
                  </a:lnTo>
                  <a:lnTo>
                    <a:pt x="5358089" y="1211656"/>
                  </a:lnTo>
                  <a:lnTo>
                    <a:pt x="5358276" y="1209745"/>
                  </a:lnTo>
                  <a:lnTo>
                    <a:pt x="5358463" y="1207581"/>
                  </a:lnTo>
                  <a:lnTo>
                    <a:pt x="5358650" y="1205703"/>
                  </a:lnTo>
                  <a:lnTo>
                    <a:pt x="5358837" y="1203843"/>
                  </a:lnTo>
                  <a:lnTo>
                    <a:pt x="5359023" y="1200432"/>
                  </a:lnTo>
                  <a:lnTo>
                    <a:pt x="5359210" y="1196554"/>
                  </a:lnTo>
                  <a:lnTo>
                    <a:pt x="5359397" y="1192292"/>
                  </a:lnTo>
                  <a:lnTo>
                    <a:pt x="5359584" y="1187863"/>
                  </a:lnTo>
                  <a:lnTo>
                    <a:pt x="5359771" y="1183121"/>
                  </a:lnTo>
                  <a:lnTo>
                    <a:pt x="5359958" y="1178479"/>
                  </a:lnTo>
                  <a:lnTo>
                    <a:pt x="5360145" y="1175331"/>
                  </a:lnTo>
                  <a:lnTo>
                    <a:pt x="5360332" y="1172762"/>
                  </a:lnTo>
                  <a:lnTo>
                    <a:pt x="5360519" y="1171148"/>
                  </a:lnTo>
                  <a:lnTo>
                    <a:pt x="5360706" y="1169675"/>
                  </a:lnTo>
                  <a:lnTo>
                    <a:pt x="5360893" y="1166677"/>
                  </a:lnTo>
                  <a:lnTo>
                    <a:pt x="5361080" y="1163307"/>
                  </a:lnTo>
                  <a:lnTo>
                    <a:pt x="5361266" y="1160593"/>
                  </a:lnTo>
                  <a:lnTo>
                    <a:pt x="5361453" y="1158927"/>
                  </a:lnTo>
                  <a:lnTo>
                    <a:pt x="5361640" y="1157338"/>
                  </a:lnTo>
                  <a:lnTo>
                    <a:pt x="5361827" y="1156662"/>
                  </a:lnTo>
                  <a:lnTo>
                    <a:pt x="5362014" y="1156690"/>
                  </a:lnTo>
                  <a:lnTo>
                    <a:pt x="5362201" y="1157481"/>
                  </a:lnTo>
                  <a:lnTo>
                    <a:pt x="5362388" y="1158321"/>
                  </a:lnTo>
                  <a:lnTo>
                    <a:pt x="5362575" y="1158886"/>
                  </a:lnTo>
                  <a:lnTo>
                    <a:pt x="5362762" y="1159205"/>
                  </a:lnTo>
                  <a:lnTo>
                    <a:pt x="5362949" y="1159615"/>
                  </a:lnTo>
                  <a:lnTo>
                    <a:pt x="5363136" y="1160009"/>
                  </a:lnTo>
                  <a:lnTo>
                    <a:pt x="5363323" y="1160762"/>
                  </a:lnTo>
                  <a:lnTo>
                    <a:pt x="5363510" y="1162745"/>
                  </a:lnTo>
                  <a:lnTo>
                    <a:pt x="5363696" y="1166672"/>
                  </a:lnTo>
                  <a:lnTo>
                    <a:pt x="5363883" y="1172101"/>
                  </a:lnTo>
                  <a:lnTo>
                    <a:pt x="5364070" y="1177291"/>
                  </a:lnTo>
                  <a:lnTo>
                    <a:pt x="5364257" y="1182489"/>
                  </a:lnTo>
                  <a:lnTo>
                    <a:pt x="5364444" y="1187054"/>
                  </a:lnTo>
                  <a:lnTo>
                    <a:pt x="5364631" y="1190845"/>
                  </a:lnTo>
                  <a:lnTo>
                    <a:pt x="5364818" y="1194152"/>
                  </a:lnTo>
                  <a:lnTo>
                    <a:pt x="5365005" y="1196888"/>
                  </a:lnTo>
                  <a:lnTo>
                    <a:pt x="5365192" y="1200802"/>
                  </a:lnTo>
                  <a:lnTo>
                    <a:pt x="5365379" y="1205956"/>
                  </a:lnTo>
                  <a:lnTo>
                    <a:pt x="5365566" y="1211462"/>
                  </a:lnTo>
                  <a:lnTo>
                    <a:pt x="5365753" y="1216414"/>
                  </a:lnTo>
                  <a:lnTo>
                    <a:pt x="5365940" y="1221006"/>
                  </a:lnTo>
                  <a:lnTo>
                    <a:pt x="5366126" y="1223409"/>
                  </a:lnTo>
                  <a:lnTo>
                    <a:pt x="5366313" y="1224906"/>
                  </a:lnTo>
                  <a:lnTo>
                    <a:pt x="5366500" y="1225432"/>
                  </a:lnTo>
                  <a:lnTo>
                    <a:pt x="5366687" y="1225589"/>
                  </a:lnTo>
                  <a:lnTo>
                    <a:pt x="5366874" y="1226273"/>
                  </a:lnTo>
                  <a:lnTo>
                    <a:pt x="5367061" y="1227128"/>
                  </a:lnTo>
                  <a:lnTo>
                    <a:pt x="5367248" y="1229711"/>
                  </a:lnTo>
                  <a:lnTo>
                    <a:pt x="5367435" y="1232722"/>
                  </a:lnTo>
                  <a:lnTo>
                    <a:pt x="5367622" y="1235548"/>
                  </a:lnTo>
                  <a:lnTo>
                    <a:pt x="5367809" y="1238995"/>
                  </a:lnTo>
                  <a:lnTo>
                    <a:pt x="5367996" y="1242765"/>
                  </a:lnTo>
                  <a:lnTo>
                    <a:pt x="5368183" y="1246821"/>
                  </a:lnTo>
                  <a:lnTo>
                    <a:pt x="5368369" y="1251017"/>
                  </a:lnTo>
                  <a:lnTo>
                    <a:pt x="5368556" y="1255905"/>
                  </a:lnTo>
                  <a:lnTo>
                    <a:pt x="5368743" y="1261861"/>
                  </a:lnTo>
                  <a:lnTo>
                    <a:pt x="5368930" y="1268899"/>
                  </a:lnTo>
                  <a:lnTo>
                    <a:pt x="5369117" y="1277279"/>
                  </a:lnTo>
                  <a:lnTo>
                    <a:pt x="5369304" y="1285267"/>
                  </a:lnTo>
                  <a:lnTo>
                    <a:pt x="5369491" y="1294159"/>
                  </a:lnTo>
                  <a:lnTo>
                    <a:pt x="5369678" y="1301852"/>
                  </a:lnTo>
                  <a:lnTo>
                    <a:pt x="5369865" y="1309302"/>
                  </a:lnTo>
                  <a:lnTo>
                    <a:pt x="5370052" y="1316394"/>
                  </a:lnTo>
                  <a:lnTo>
                    <a:pt x="5370239" y="1324457"/>
                  </a:lnTo>
                  <a:lnTo>
                    <a:pt x="5370426" y="1333795"/>
                  </a:lnTo>
                  <a:lnTo>
                    <a:pt x="5370613" y="1343598"/>
                  </a:lnTo>
                  <a:lnTo>
                    <a:pt x="5370799" y="1353270"/>
                  </a:lnTo>
                  <a:lnTo>
                    <a:pt x="5370986" y="1362393"/>
                  </a:lnTo>
                  <a:lnTo>
                    <a:pt x="5371173" y="1371836"/>
                  </a:lnTo>
                  <a:lnTo>
                    <a:pt x="5371360" y="1380459"/>
                  </a:lnTo>
                  <a:lnTo>
                    <a:pt x="5371547" y="1387747"/>
                  </a:lnTo>
                  <a:lnTo>
                    <a:pt x="5371734" y="1393814"/>
                  </a:lnTo>
                  <a:lnTo>
                    <a:pt x="5371921" y="1397925"/>
                  </a:lnTo>
                  <a:lnTo>
                    <a:pt x="5372108" y="1402261"/>
                  </a:lnTo>
                  <a:lnTo>
                    <a:pt x="5372295" y="1404489"/>
                  </a:lnTo>
                  <a:lnTo>
                    <a:pt x="5372482" y="1406614"/>
                  </a:lnTo>
                  <a:lnTo>
                    <a:pt x="5372669" y="1408979"/>
                  </a:lnTo>
                  <a:lnTo>
                    <a:pt x="5372856" y="1411176"/>
                  </a:lnTo>
                  <a:lnTo>
                    <a:pt x="5373042" y="1412315"/>
                  </a:lnTo>
                  <a:lnTo>
                    <a:pt x="5373229" y="1413187"/>
                  </a:lnTo>
                  <a:lnTo>
                    <a:pt x="5373416" y="1413251"/>
                  </a:lnTo>
                  <a:lnTo>
                    <a:pt x="5373603" y="1411854"/>
                  </a:lnTo>
                  <a:lnTo>
                    <a:pt x="5373790" y="1409605"/>
                  </a:lnTo>
                  <a:lnTo>
                    <a:pt x="5373977" y="1406306"/>
                  </a:lnTo>
                  <a:lnTo>
                    <a:pt x="5374164" y="1403258"/>
                  </a:lnTo>
                  <a:lnTo>
                    <a:pt x="5374351" y="1400476"/>
                  </a:lnTo>
                  <a:lnTo>
                    <a:pt x="5374538" y="1397852"/>
                  </a:lnTo>
                  <a:lnTo>
                    <a:pt x="5374725" y="1395536"/>
                  </a:lnTo>
                  <a:lnTo>
                    <a:pt x="5374912" y="1392666"/>
                  </a:lnTo>
                  <a:lnTo>
                    <a:pt x="5375099" y="1390178"/>
                  </a:lnTo>
                  <a:lnTo>
                    <a:pt x="5375286" y="1388075"/>
                  </a:lnTo>
                  <a:lnTo>
                    <a:pt x="5375472" y="1386367"/>
                  </a:lnTo>
                  <a:lnTo>
                    <a:pt x="5375659" y="1383946"/>
                  </a:lnTo>
                  <a:lnTo>
                    <a:pt x="5375846" y="1381958"/>
                  </a:lnTo>
                  <a:lnTo>
                    <a:pt x="5376033" y="1378083"/>
                  </a:lnTo>
                  <a:lnTo>
                    <a:pt x="5376220" y="1374099"/>
                  </a:lnTo>
                  <a:lnTo>
                    <a:pt x="5376407" y="1370366"/>
                  </a:lnTo>
                  <a:lnTo>
                    <a:pt x="5376594" y="1367799"/>
                  </a:lnTo>
                  <a:lnTo>
                    <a:pt x="5376781" y="1366547"/>
                  </a:lnTo>
                  <a:lnTo>
                    <a:pt x="5376968" y="1366078"/>
                  </a:lnTo>
                  <a:lnTo>
                    <a:pt x="5377155" y="1365703"/>
                  </a:lnTo>
                  <a:lnTo>
                    <a:pt x="5377342" y="1364646"/>
                  </a:lnTo>
                  <a:lnTo>
                    <a:pt x="5377529" y="1363494"/>
                  </a:lnTo>
                  <a:lnTo>
                    <a:pt x="5377716" y="1362789"/>
                  </a:lnTo>
                  <a:lnTo>
                    <a:pt x="5377902" y="1362040"/>
                  </a:lnTo>
                  <a:lnTo>
                    <a:pt x="5378089" y="1361516"/>
                  </a:lnTo>
                  <a:lnTo>
                    <a:pt x="5378276" y="1361595"/>
                  </a:lnTo>
                  <a:lnTo>
                    <a:pt x="5378463" y="1361624"/>
                  </a:lnTo>
                  <a:lnTo>
                    <a:pt x="5378650" y="1360766"/>
                  </a:lnTo>
                  <a:lnTo>
                    <a:pt x="5378837" y="1360739"/>
                  </a:lnTo>
                  <a:lnTo>
                    <a:pt x="5379024" y="1360197"/>
                  </a:lnTo>
                  <a:lnTo>
                    <a:pt x="5379211" y="1358763"/>
                  </a:lnTo>
                  <a:lnTo>
                    <a:pt x="5379398" y="1356601"/>
                  </a:lnTo>
                  <a:lnTo>
                    <a:pt x="5379585" y="1354200"/>
                  </a:lnTo>
                  <a:lnTo>
                    <a:pt x="5379772" y="1352449"/>
                  </a:lnTo>
                  <a:lnTo>
                    <a:pt x="5379959" y="1351595"/>
                  </a:lnTo>
                  <a:lnTo>
                    <a:pt x="5380145" y="1350898"/>
                  </a:lnTo>
                  <a:lnTo>
                    <a:pt x="5380332" y="1350422"/>
                  </a:lnTo>
                  <a:lnTo>
                    <a:pt x="5380519" y="1350138"/>
                  </a:lnTo>
                  <a:lnTo>
                    <a:pt x="5380706" y="1350261"/>
                  </a:lnTo>
                  <a:lnTo>
                    <a:pt x="5380893" y="1349895"/>
                  </a:lnTo>
                  <a:lnTo>
                    <a:pt x="5381080" y="1349230"/>
                  </a:lnTo>
                  <a:lnTo>
                    <a:pt x="5381267" y="1349454"/>
                  </a:lnTo>
                  <a:lnTo>
                    <a:pt x="5381454" y="1350348"/>
                  </a:lnTo>
                  <a:lnTo>
                    <a:pt x="5381641" y="1351298"/>
                  </a:lnTo>
                  <a:lnTo>
                    <a:pt x="5381828" y="1351856"/>
                  </a:lnTo>
                  <a:lnTo>
                    <a:pt x="5382015" y="1353812"/>
                  </a:lnTo>
                  <a:lnTo>
                    <a:pt x="5382202" y="1357070"/>
                  </a:lnTo>
                  <a:lnTo>
                    <a:pt x="5382389" y="1360460"/>
                  </a:lnTo>
                  <a:lnTo>
                    <a:pt x="5382575" y="1365969"/>
                  </a:lnTo>
                  <a:lnTo>
                    <a:pt x="5382762" y="1369170"/>
                  </a:lnTo>
                  <a:lnTo>
                    <a:pt x="5382949" y="1370757"/>
                  </a:lnTo>
                  <a:lnTo>
                    <a:pt x="5383136" y="1372304"/>
                  </a:lnTo>
                  <a:lnTo>
                    <a:pt x="5383323" y="1373783"/>
                  </a:lnTo>
                  <a:lnTo>
                    <a:pt x="5383510" y="1374704"/>
                  </a:lnTo>
                  <a:lnTo>
                    <a:pt x="5383697" y="1375403"/>
                  </a:lnTo>
                  <a:lnTo>
                    <a:pt x="5383884" y="1376027"/>
                  </a:lnTo>
                  <a:lnTo>
                    <a:pt x="5384071" y="1375015"/>
                  </a:lnTo>
                  <a:lnTo>
                    <a:pt x="5384258" y="1373588"/>
                  </a:lnTo>
                  <a:lnTo>
                    <a:pt x="5384445" y="1372361"/>
                  </a:lnTo>
                  <a:lnTo>
                    <a:pt x="5384632" y="1371016"/>
                  </a:lnTo>
                  <a:lnTo>
                    <a:pt x="5384819" y="1369903"/>
                  </a:lnTo>
                  <a:lnTo>
                    <a:pt x="5385005" y="1369193"/>
                  </a:lnTo>
                  <a:lnTo>
                    <a:pt x="5385192" y="1369136"/>
                  </a:lnTo>
                  <a:lnTo>
                    <a:pt x="5385379" y="1368131"/>
                  </a:lnTo>
                  <a:lnTo>
                    <a:pt x="5385566" y="1367506"/>
                  </a:lnTo>
                  <a:lnTo>
                    <a:pt x="5385753" y="1367517"/>
                  </a:lnTo>
                  <a:lnTo>
                    <a:pt x="5385940" y="1367547"/>
                  </a:lnTo>
                  <a:lnTo>
                    <a:pt x="5386127" y="1368315"/>
                  </a:lnTo>
                  <a:lnTo>
                    <a:pt x="5386314" y="1369373"/>
                  </a:lnTo>
                  <a:lnTo>
                    <a:pt x="5386501" y="1369812"/>
                  </a:lnTo>
                  <a:lnTo>
                    <a:pt x="5386688" y="1371073"/>
                  </a:lnTo>
                  <a:lnTo>
                    <a:pt x="5386875" y="1374234"/>
                  </a:lnTo>
                  <a:lnTo>
                    <a:pt x="5387062" y="1377976"/>
                  </a:lnTo>
                  <a:lnTo>
                    <a:pt x="5387248" y="1381203"/>
                  </a:lnTo>
                  <a:lnTo>
                    <a:pt x="5387435" y="1385510"/>
                  </a:lnTo>
                  <a:lnTo>
                    <a:pt x="5387622" y="1390650"/>
                  </a:lnTo>
                  <a:lnTo>
                    <a:pt x="5387809" y="1395943"/>
                  </a:lnTo>
                  <a:lnTo>
                    <a:pt x="5387996" y="1401177"/>
                  </a:lnTo>
                  <a:lnTo>
                    <a:pt x="5388183" y="1406691"/>
                  </a:lnTo>
                  <a:lnTo>
                    <a:pt x="5388370" y="1412292"/>
                  </a:lnTo>
                  <a:lnTo>
                    <a:pt x="5388557" y="1418192"/>
                  </a:lnTo>
                  <a:lnTo>
                    <a:pt x="5388744" y="1424061"/>
                  </a:lnTo>
                  <a:lnTo>
                    <a:pt x="5388931" y="1430441"/>
                  </a:lnTo>
                  <a:lnTo>
                    <a:pt x="5389118" y="1437135"/>
                  </a:lnTo>
                  <a:lnTo>
                    <a:pt x="5389305" y="1444598"/>
                  </a:lnTo>
                  <a:lnTo>
                    <a:pt x="5389492" y="1452403"/>
                  </a:lnTo>
                  <a:lnTo>
                    <a:pt x="5389678" y="1459702"/>
                  </a:lnTo>
                  <a:lnTo>
                    <a:pt x="5389865" y="1466578"/>
                  </a:lnTo>
                  <a:lnTo>
                    <a:pt x="5390052" y="1473739"/>
                  </a:lnTo>
                  <a:lnTo>
                    <a:pt x="5390239" y="1481413"/>
                  </a:lnTo>
                  <a:lnTo>
                    <a:pt x="5390426" y="1489508"/>
                  </a:lnTo>
                  <a:lnTo>
                    <a:pt x="5390613" y="1497595"/>
                  </a:lnTo>
                  <a:lnTo>
                    <a:pt x="5390800" y="1505470"/>
                  </a:lnTo>
                  <a:lnTo>
                    <a:pt x="5390987" y="1512985"/>
                  </a:lnTo>
                  <a:lnTo>
                    <a:pt x="5391174" y="1519135"/>
                  </a:lnTo>
                  <a:lnTo>
                    <a:pt x="5391361" y="1525624"/>
                  </a:lnTo>
                  <a:lnTo>
                    <a:pt x="5391548" y="1531825"/>
                  </a:lnTo>
                  <a:lnTo>
                    <a:pt x="5391735" y="1537340"/>
                  </a:lnTo>
                  <a:lnTo>
                    <a:pt x="5391921" y="1542015"/>
                  </a:lnTo>
                  <a:lnTo>
                    <a:pt x="5392108" y="1546715"/>
                  </a:lnTo>
                  <a:lnTo>
                    <a:pt x="5392295" y="1551295"/>
                  </a:lnTo>
                  <a:lnTo>
                    <a:pt x="5392482" y="1555041"/>
                  </a:lnTo>
                  <a:lnTo>
                    <a:pt x="5392669" y="1558982"/>
                  </a:lnTo>
                  <a:lnTo>
                    <a:pt x="5392856" y="1562862"/>
                  </a:lnTo>
                  <a:lnTo>
                    <a:pt x="5393043" y="1566735"/>
                  </a:lnTo>
                  <a:lnTo>
                    <a:pt x="5393230" y="1569837"/>
                  </a:lnTo>
                  <a:lnTo>
                    <a:pt x="5393417" y="1572498"/>
                  </a:lnTo>
                  <a:lnTo>
                    <a:pt x="5393604" y="1574878"/>
                  </a:lnTo>
                  <a:lnTo>
                    <a:pt x="5393791" y="1577061"/>
                  </a:lnTo>
                  <a:lnTo>
                    <a:pt x="5393978" y="1578818"/>
                  </a:lnTo>
                  <a:lnTo>
                    <a:pt x="5394165" y="1580467"/>
                  </a:lnTo>
                  <a:lnTo>
                    <a:pt x="5394351" y="1583497"/>
                  </a:lnTo>
                  <a:lnTo>
                    <a:pt x="5394538" y="1586746"/>
                  </a:lnTo>
                  <a:lnTo>
                    <a:pt x="5394725" y="1589946"/>
                  </a:lnTo>
                  <a:lnTo>
                    <a:pt x="5394912" y="1592988"/>
                  </a:lnTo>
                  <a:lnTo>
                    <a:pt x="5395099" y="1595527"/>
                  </a:lnTo>
                  <a:lnTo>
                    <a:pt x="5395286" y="1597588"/>
                  </a:lnTo>
                  <a:lnTo>
                    <a:pt x="5395473" y="1600453"/>
                  </a:lnTo>
                  <a:lnTo>
                    <a:pt x="5395660" y="1603376"/>
                  </a:lnTo>
                  <a:lnTo>
                    <a:pt x="5395847" y="1606361"/>
                  </a:lnTo>
                  <a:lnTo>
                    <a:pt x="5396034" y="1609452"/>
                  </a:lnTo>
                  <a:lnTo>
                    <a:pt x="5396221" y="1612295"/>
                  </a:lnTo>
                  <a:lnTo>
                    <a:pt x="5396408" y="1616714"/>
                  </a:lnTo>
                  <a:lnTo>
                    <a:pt x="5396595" y="1621855"/>
                  </a:lnTo>
                  <a:lnTo>
                    <a:pt x="5396781" y="1627556"/>
                  </a:lnTo>
                  <a:lnTo>
                    <a:pt x="5396968" y="1633481"/>
                  </a:lnTo>
                  <a:lnTo>
                    <a:pt x="5397155" y="1639245"/>
                  </a:lnTo>
                  <a:lnTo>
                    <a:pt x="5397342" y="1644491"/>
                  </a:lnTo>
                  <a:lnTo>
                    <a:pt x="5397529" y="1647818"/>
                  </a:lnTo>
                  <a:lnTo>
                    <a:pt x="5397716" y="1650388"/>
                  </a:lnTo>
                  <a:lnTo>
                    <a:pt x="5397903" y="1651430"/>
                  </a:lnTo>
                  <a:lnTo>
                    <a:pt x="5398090" y="1653130"/>
                  </a:lnTo>
                  <a:lnTo>
                    <a:pt x="5398277" y="1656043"/>
                  </a:lnTo>
                  <a:lnTo>
                    <a:pt x="5398464" y="1658389"/>
                  </a:lnTo>
                  <a:lnTo>
                    <a:pt x="5398651" y="1660047"/>
                  </a:lnTo>
                  <a:lnTo>
                    <a:pt x="5398838" y="1660847"/>
                  </a:lnTo>
                  <a:lnTo>
                    <a:pt x="5399024" y="1661619"/>
                  </a:lnTo>
                  <a:lnTo>
                    <a:pt x="5399211" y="1661650"/>
                  </a:lnTo>
                  <a:lnTo>
                    <a:pt x="5399398" y="1660511"/>
                  </a:lnTo>
                  <a:lnTo>
                    <a:pt x="5399585" y="1657405"/>
                  </a:lnTo>
                  <a:lnTo>
                    <a:pt x="5399772" y="1652964"/>
                  </a:lnTo>
                  <a:lnTo>
                    <a:pt x="5399959" y="1648185"/>
                  </a:lnTo>
                  <a:lnTo>
                    <a:pt x="5400146" y="1642026"/>
                  </a:lnTo>
                  <a:lnTo>
                    <a:pt x="5400333" y="1636065"/>
                  </a:lnTo>
                  <a:lnTo>
                    <a:pt x="5400520" y="1630430"/>
                  </a:lnTo>
                  <a:lnTo>
                    <a:pt x="5400707" y="1625332"/>
                  </a:lnTo>
                  <a:lnTo>
                    <a:pt x="5400894" y="1619118"/>
                  </a:lnTo>
                  <a:lnTo>
                    <a:pt x="5401081" y="1611056"/>
                  </a:lnTo>
                  <a:lnTo>
                    <a:pt x="5401268" y="1601071"/>
                  </a:lnTo>
                  <a:lnTo>
                    <a:pt x="5401454" y="1591308"/>
                  </a:lnTo>
                  <a:lnTo>
                    <a:pt x="5401641" y="1583723"/>
                  </a:lnTo>
                  <a:lnTo>
                    <a:pt x="5401828" y="1576841"/>
                  </a:lnTo>
                  <a:lnTo>
                    <a:pt x="5402015" y="1570329"/>
                  </a:lnTo>
                  <a:lnTo>
                    <a:pt x="5402202" y="1565847"/>
                  </a:lnTo>
                  <a:lnTo>
                    <a:pt x="5402389" y="1561658"/>
                  </a:lnTo>
                  <a:lnTo>
                    <a:pt x="5402576" y="1557136"/>
                  </a:lnTo>
                  <a:lnTo>
                    <a:pt x="5402763" y="1552395"/>
                  </a:lnTo>
                  <a:lnTo>
                    <a:pt x="5402950" y="1547837"/>
                  </a:lnTo>
                  <a:lnTo>
                    <a:pt x="5403137" y="1543503"/>
                  </a:lnTo>
                  <a:lnTo>
                    <a:pt x="5403324" y="1539336"/>
                  </a:lnTo>
                  <a:lnTo>
                    <a:pt x="5403511" y="1537287"/>
                  </a:lnTo>
                  <a:lnTo>
                    <a:pt x="5403698" y="1535685"/>
                  </a:lnTo>
                  <a:lnTo>
                    <a:pt x="5403884" y="1534970"/>
                  </a:lnTo>
                  <a:lnTo>
                    <a:pt x="5404071" y="1535220"/>
                  </a:lnTo>
                  <a:lnTo>
                    <a:pt x="5404258" y="1535490"/>
                  </a:lnTo>
                  <a:lnTo>
                    <a:pt x="5404445" y="1535556"/>
                  </a:lnTo>
                  <a:lnTo>
                    <a:pt x="5404632" y="1533771"/>
                  </a:lnTo>
                  <a:lnTo>
                    <a:pt x="5404819" y="1531766"/>
                  </a:lnTo>
                  <a:lnTo>
                    <a:pt x="5405006" y="1529833"/>
                  </a:lnTo>
                  <a:lnTo>
                    <a:pt x="5405193" y="1527873"/>
                  </a:lnTo>
                  <a:lnTo>
                    <a:pt x="5405380" y="1525799"/>
                  </a:lnTo>
                  <a:lnTo>
                    <a:pt x="5405567" y="1523179"/>
                  </a:lnTo>
                  <a:lnTo>
                    <a:pt x="5405754" y="1520210"/>
                  </a:lnTo>
                  <a:lnTo>
                    <a:pt x="5405941" y="1517164"/>
                  </a:lnTo>
                  <a:lnTo>
                    <a:pt x="5406127" y="1513772"/>
                  </a:lnTo>
                  <a:lnTo>
                    <a:pt x="5406314" y="1509675"/>
                  </a:lnTo>
                  <a:lnTo>
                    <a:pt x="5406501" y="1504232"/>
                  </a:lnTo>
                  <a:lnTo>
                    <a:pt x="5406688" y="1498265"/>
                  </a:lnTo>
                  <a:lnTo>
                    <a:pt x="5406875" y="1490962"/>
                  </a:lnTo>
                  <a:lnTo>
                    <a:pt x="5407062" y="1483629"/>
                  </a:lnTo>
                  <a:lnTo>
                    <a:pt x="5407249" y="1477524"/>
                  </a:lnTo>
                  <a:lnTo>
                    <a:pt x="5407436" y="1472107"/>
                  </a:lnTo>
                  <a:lnTo>
                    <a:pt x="5407623" y="1466584"/>
                  </a:lnTo>
                  <a:lnTo>
                    <a:pt x="5407810" y="1460554"/>
                  </a:lnTo>
                  <a:lnTo>
                    <a:pt x="5407997" y="1453034"/>
                  </a:lnTo>
                  <a:lnTo>
                    <a:pt x="5408184" y="1444845"/>
                  </a:lnTo>
                  <a:lnTo>
                    <a:pt x="5408371" y="1437166"/>
                  </a:lnTo>
                  <a:lnTo>
                    <a:pt x="5408557" y="1429171"/>
                  </a:lnTo>
                  <a:lnTo>
                    <a:pt x="5408744" y="1421404"/>
                  </a:lnTo>
                  <a:lnTo>
                    <a:pt x="5408931" y="1414341"/>
                  </a:lnTo>
                  <a:lnTo>
                    <a:pt x="5409118" y="1408061"/>
                  </a:lnTo>
                  <a:lnTo>
                    <a:pt x="5409305" y="1402563"/>
                  </a:lnTo>
                  <a:lnTo>
                    <a:pt x="5409492" y="1397919"/>
                  </a:lnTo>
                  <a:lnTo>
                    <a:pt x="5409679" y="1393759"/>
                  </a:lnTo>
                  <a:lnTo>
                    <a:pt x="5409866" y="1390214"/>
                  </a:lnTo>
                  <a:lnTo>
                    <a:pt x="5410053" y="1385855"/>
                  </a:lnTo>
                  <a:lnTo>
                    <a:pt x="5410240" y="1381856"/>
                  </a:lnTo>
                  <a:lnTo>
                    <a:pt x="5410427" y="1378627"/>
                  </a:lnTo>
                  <a:lnTo>
                    <a:pt x="5410614" y="1375239"/>
                  </a:lnTo>
                  <a:lnTo>
                    <a:pt x="5410800" y="1373188"/>
                  </a:lnTo>
                  <a:lnTo>
                    <a:pt x="5410987" y="1373131"/>
                  </a:lnTo>
                  <a:lnTo>
                    <a:pt x="5411174" y="1374488"/>
                  </a:lnTo>
                  <a:lnTo>
                    <a:pt x="5411361" y="1377348"/>
                  </a:lnTo>
                  <a:lnTo>
                    <a:pt x="5411548" y="1381164"/>
                  </a:lnTo>
                  <a:lnTo>
                    <a:pt x="5411735" y="1385576"/>
                  </a:lnTo>
                  <a:lnTo>
                    <a:pt x="5411922" y="1390045"/>
                  </a:lnTo>
                  <a:lnTo>
                    <a:pt x="5412109" y="1394457"/>
                  </a:lnTo>
                  <a:lnTo>
                    <a:pt x="5412296" y="1398813"/>
                  </a:lnTo>
                  <a:lnTo>
                    <a:pt x="5412483" y="1403504"/>
                  </a:lnTo>
                  <a:lnTo>
                    <a:pt x="5412670" y="1408534"/>
                  </a:lnTo>
                  <a:lnTo>
                    <a:pt x="5412857" y="1413067"/>
                  </a:lnTo>
                  <a:lnTo>
                    <a:pt x="5413044" y="1417814"/>
                  </a:lnTo>
                  <a:lnTo>
                    <a:pt x="5413230" y="1422292"/>
                  </a:lnTo>
                  <a:lnTo>
                    <a:pt x="5413417" y="1428537"/>
                  </a:lnTo>
                  <a:lnTo>
                    <a:pt x="5413604" y="1434800"/>
                  </a:lnTo>
                  <a:lnTo>
                    <a:pt x="5413791" y="1440200"/>
                  </a:lnTo>
                  <a:lnTo>
                    <a:pt x="5413978" y="1444809"/>
                  </a:lnTo>
                  <a:lnTo>
                    <a:pt x="5414165" y="1448838"/>
                  </a:lnTo>
                  <a:lnTo>
                    <a:pt x="5414352" y="1451253"/>
                  </a:lnTo>
                  <a:lnTo>
                    <a:pt x="5414539" y="1453580"/>
                  </a:lnTo>
                  <a:lnTo>
                    <a:pt x="5414726" y="1455892"/>
                  </a:lnTo>
                  <a:lnTo>
                    <a:pt x="5414913" y="1458458"/>
                  </a:lnTo>
                  <a:lnTo>
                    <a:pt x="5415100" y="1461133"/>
                  </a:lnTo>
                  <a:lnTo>
                    <a:pt x="5415287" y="1463953"/>
                  </a:lnTo>
                  <a:lnTo>
                    <a:pt x="5415474" y="1466432"/>
                  </a:lnTo>
                  <a:lnTo>
                    <a:pt x="5415660" y="1469149"/>
                  </a:lnTo>
                  <a:lnTo>
                    <a:pt x="5415847" y="1472444"/>
                  </a:lnTo>
                  <a:lnTo>
                    <a:pt x="5416034" y="1476456"/>
                  </a:lnTo>
                  <a:lnTo>
                    <a:pt x="5416221" y="1480560"/>
                  </a:lnTo>
                  <a:lnTo>
                    <a:pt x="5416408" y="1484782"/>
                  </a:lnTo>
                  <a:lnTo>
                    <a:pt x="5416595" y="1489935"/>
                  </a:lnTo>
                  <a:lnTo>
                    <a:pt x="5416782" y="1495043"/>
                  </a:lnTo>
                  <a:lnTo>
                    <a:pt x="5416969" y="1499276"/>
                  </a:lnTo>
                  <a:lnTo>
                    <a:pt x="5417156" y="1502496"/>
                  </a:lnTo>
                  <a:lnTo>
                    <a:pt x="5417343" y="1504766"/>
                  </a:lnTo>
                  <a:lnTo>
                    <a:pt x="5417530" y="1507111"/>
                  </a:lnTo>
                  <a:lnTo>
                    <a:pt x="5417717" y="1509624"/>
                  </a:lnTo>
                  <a:lnTo>
                    <a:pt x="5417903" y="1512349"/>
                  </a:lnTo>
                  <a:lnTo>
                    <a:pt x="5418090" y="1514391"/>
                  </a:lnTo>
                  <a:lnTo>
                    <a:pt x="5418277" y="1516347"/>
                  </a:lnTo>
                  <a:lnTo>
                    <a:pt x="5418464" y="1518072"/>
                  </a:lnTo>
                  <a:lnTo>
                    <a:pt x="5418651" y="1518936"/>
                  </a:lnTo>
                  <a:lnTo>
                    <a:pt x="5418838" y="1518776"/>
                  </a:lnTo>
                  <a:lnTo>
                    <a:pt x="5419025" y="1518952"/>
                  </a:lnTo>
                  <a:lnTo>
                    <a:pt x="5419212" y="1518464"/>
                  </a:lnTo>
                  <a:lnTo>
                    <a:pt x="5419399" y="1517618"/>
                  </a:lnTo>
                  <a:lnTo>
                    <a:pt x="5419586" y="1516763"/>
                  </a:lnTo>
                  <a:lnTo>
                    <a:pt x="5419773" y="1516140"/>
                  </a:lnTo>
                  <a:lnTo>
                    <a:pt x="5419960" y="1514921"/>
                  </a:lnTo>
                  <a:lnTo>
                    <a:pt x="5420147" y="1514379"/>
                  </a:lnTo>
                  <a:lnTo>
                    <a:pt x="5420333" y="1514199"/>
                  </a:lnTo>
                  <a:lnTo>
                    <a:pt x="5420520" y="1513376"/>
                  </a:lnTo>
                  <a:lnTo>
                    <a:pt x="5420707" y="1511515"/>
                  </a:lnTo>
                  <a:lnTo>
                    <a:pt x="5420894" y="1510327"/>
                  </a:lnTo>
                  <a:lnTo>
                    <a:pt x="5421081" y="1509563"/>
                  </a:lnTo>
                  <a:lnTo>
                    <a:pt x="5421268" y="1509098"/>
                  </a:lnTo>
                  <a:lnTo>
                    <a:pt x="5421455" y="1508299"/>
                  </a:lnTo>
                  <a:lnTo>
                    <a:pt x="5421642" y="1507359"/>
                  </a:lnTo>
                  <a:lnTo>
                    <a:pt x="5421829" y="1505714"/>
                  </a:lnTo>
                  <a:lnTo>
                    <a:pt x="5422016" y="1503652"/>
                  </a:lnTo>
                  <a:lnTo>
                    <a:pt x="5422203" y="1501186"/>
                  </a:lnTo>
                  <a:lnTo>
                    <a:pt x="5422390" y="1499246"/>
                  </a:lnTo>
                  <a:lnTo>
                    <a:pt x="5422577" y="1497302"/>
                  </a:lnTo>
                  <a:lnTo>
                    <a:pt x="5422763" y="1496276"/>
                  </a:lnTo>
                  <a:lnTo>
                    <a:pt x="5422950" y="1494971"/>
                  </a:lnTo>
                  <a:lnTo>
                    <a:pt x="5423137" y="1493425"/>
                  </a:lnTo>
                  <a:lnTo>
                    <a:pt x="5423324" y="1491713"/>
                  </a:lnTo>
                  <a:lnTo>
                    <a:pt x="5423511" y="1491102"/>
                  </a:lnTo>
                  <a:lnTo>
                    <a:pt x="5423698" y="1489892"/>
                  </a:lnTo>
                  <a:lnTo>
                    <a:pt x="5423885" y="1488808"/>
                  </a:lnTo>
                  <a:lnTo>
                    <a:pt x="5424072" y="1486839"/>
                  </a:lnTo>
                  <a:lnTo>
                    <a:pt x="5424259" y="1483873"/>
                  </a:lnTo>
                  <a:lnTo>
                    <a:pt x="5424446" y="1480589"/>
                  </a:lnTo>
                  <a:lnTo>
                    <a:pt x="5424633" y="1478022"/>
                  </a:lnTo>
                  <a:lnTo>
                    <a:pt x="5424820" y="1476003"/>
                  </a:lnTo>
                  <a:lnTo>
                    <a:pt x="5425006" y="1473416"/>
                  </a:lnTo>
                  <a:lnTo>
                    <a:pt x="5425193" y="1470502"/>
                  </a:lnTo>
                  <a:lnTo>
                    <a:pt x="5425380" y="1468526"/>
                  </a:lnTo>
                  <a:lnTo>
                    <a:pt x="5425567" y="1466259"/>
                  </a:lnTo>
                  <a:lnTo>
                    <a:pt x="5425754" y="1463987"/>
                  </a:lnTo>
                  <a:lnTo>
                    <a:pt x="5425941" y="1462202"/>
                  </a:lnTo>
                  <a:lnTo>
                    <a:pt x="5426128" y="1460424"/>
                  </a:lnTo>
                  <a:lnTo>
                    <a:pt x="5426315" y="1458055"/>
                  </a:lnTo>
                  <a:lnTo>
                    <a:pt x="5426502" y="1455048"/>
                  </a:lnTo>
                  <a:lnTo>
                    <a:pt x="5426689" y="1452358"/>
                  </a:lnTo>
                  <a:lnTo>
                    <a:pt x="5426876" y="1449899"/>
                  </a:lnTo>
                  <a:lnTo>
                    <a:pt x="5427063" y="1447701"/>
                  </a:lnTo>
                  <a:lnTo>
                    <a:pt x="5427250" y="1446244"/>
                  </a:lnTo>
                  <a:lnTo>
                    <a:pt x="5427436" y="1444303"/>
                  </a:lnTo>
                  <a:lnTo>
                    <a:pt x="5427623" y="1442133"/>
                  </a:lnTo>
                  <a:lnTo>
                    <a:pt x="5427810" y="1439936"/>
                  </a:lnTo>
                  <a:lnTo>
                    <a:pt x="5427997" y="1437951"/>
                  </a:lnTo>
                  <a:lnTo>
                    <a:pt x="5428184" y="1435734"/>
                  </a:lnTo>
                  <a:lnTo>
                    <a:pt x="5428371" y="1433628"/>
                  </a:lnTo>
                  <a:lnTo>
                    <a:pt x="5428558" y="1431495"/>
                  </a:lnTo>
                  <a:lnTo>
                    <a:pt x="5428745" y="1429631"/>
                  </a:lnTo>
                  <a:lnTo>
                    <a:pt x="5428932" y="1427628"/>
                  </a:lnTo>
                  <a:lnTo>
                    <a:pt x="5429119" y="1425467"/>
                  </a:lnTo>
                  <a:lnTo>
                    <a:pt x="5429306" y="1423557"/>
                  </a:lnTo>
                  <a:lnTo>
                    <a:pt x="5429493" y="1421698"/>
                  </a:lnTo>
                  <a:lnTo>
                    <a:pt x="5429679" y="1420600"/>
                  </a:lnTo>
                  <a:lnTo>
                    <a:pt x="5429866" y="1419296"/>
                  </a:lnTo>
                  <a:lnTo>
                    <a:pt x="5430053" y="1417231"/>
                  </a:lnTo>
                  <a:lnTo>
                    <a:pt x="5430240" y="1416162"/>
                  </a:lnTo>
                  <a:lnTo>
                    <a:pt x="5430427" y="1415334"/>
                  </a:lnTo>
                  <a:lnTo>
                    <a:pt x="5430614" y="1415348"/>
                  </a:lnTo>
                  <a:lnTo>
                    <a:pt x="5430801" y="1415648"/>
                  </a:lnTo>
                  <a:lnTo>
                    <a:pt x="5430988" y="1416286"/>
                  </a:lnTo>
                  <a:lnTo>
                    <a:pt x="5431175" y="1416807"/>
                  </a:lnTo>
                  <a:lnTo>
                    <a:pt x="5431362" y="1417050"/>
                  </a:lnTo>
                  <a:lnTo>
                    <a:pt x="5431549" y="1417452"/>
                  </a:lnTo>
                  <a:lnTo>
                    <a:pt x="5431736" y="1417690"/>
                  </a:lnTo>
                  <a:lnTo>
                    <a:pt x="5431923" y="1417898"/>
                  </a:lnTo>
                  <a:lnTo>
                    <a:pt x="5432109" y="1418935"/>
                  </a:lnTo>
                  <a:lnTo>
                    <a:pt x="5432296" y="1419633"/>
                  </a:lnTo>
                  <a:lnTo>
                    <a:pt x="5432483" y="1420632"/>
                  </a:lnTo>
                  <a:lnTo>
                    <a:pt x="5432670" y="1422144"/>
                  </a:lnTo>
                  <a:lnTo>
                    <a:pt x="5432857" y="1423829"/>
                  </a:lnTo>
                  <a:lnTo>
                    <a:pt x="5433044" y="1425187"/>
                  </a:lnTo>
                  <a:lnTo>
                    <a:pt x="5433231" y="1426551"/>
                  </a:lnTo>
                  <a:lnTo>
                    <a:pt x="5433418" y="1427774"/>
                  </a:lnTo>
                  <a:lnTo>
                    <a:pt x="5433605" y="1429051"/>
                  </a:lnTo>
                  <a:lnTo>
                    <a:pt x="5433792" y="1430179"/>
                  </a:lnTo>
                  <a:lnTo>
                    <a:pt x="5433979" y="1430768"/>
                  </a:lnTo>
                  <a:lnTo>
                    <a:pt x="5434166" y="1430999"/>
                  </a:lnTo>
                  <a:lnTo>
                    <a:pt x="5434353" y="1430926"/>
                  </a:lnTo>
                  <a:lnTo>
                    <a:pt x="5434539" y="1431001"/>
                  </a:lnTo>
                  <a:lnTo>
                    <a:pt x="5434726" y="1431261"/>
                  </a:lnTo>
                  <a:lnTo>
                    <a:pt x="5434913" y="1431717"/>
                  </a:lnTo>
                  <a:lnTo>
                    <a:pt x="5435100" y="1432094"/>
                  </a:lnTo>
                  <a:lnTo>
                    <a:pt x="5435287" y="1433451"/>
                  </a:lnTo>
                  <a:lnTo>
                    <a:pt x="5435474" y="1434679"/>
                  </a:lnTo>
                  <a:lnTo>
                    <a:pt x="5435661" y="1434904"/>
                  </a:lnTo>
                  <a:lnTo>
                    <a:pt x="5435848" y="1435946"/>
                  </a:lnTo>
                  <a:lnTo>
                    <a:pt x="5436035" y="1436070"/>
                  </a:lnTo>
                  <a:lnTo>
                    <a:pt x="5436222" y="1435121"/>
                  </a:lnTo>
                  <a:lnTo>
                    <a:pt x="5436409" y="1433302"/>
                  </a:lnTo>
                  <a:lnTo>
                    <a:pt x="5436596" y="1431332"/>
                  </a:lnTo>
                  <a:lnTo>
                    <a:pt x="5436782" y="1430217"/>
                  </a:lnTo>
                  <a:lnTo>
                    <a:pt x="5436969" y="1430271"/>
                  </a:lnTo>
                  <a:lnTo>
                    <a:pt x="5437156" y="1431859"/>
                  </a:lnTo>
                  <a:lnTo>
                    <a:pt x="5437343" y="1434779"/>
                  </a:lnTo>
                  <a:lnTo>
                    <a:pt x="5437530" y="1439255"/>
                  </a:lnTo>
                  <a:lnTo>
                    <a:pt x="5437717" y="1443700"/>
                  </a:lnTo>
                  <a:lnTo>
                    <a:pt x="5437904" y="1447805"/>
                  </a:lnTo>
                  <a:lnTo>
                    <a:pt x="5438091" y="1451448"/>
                  </a:lnTo>
                  <a:lnTo>
                    <a:pt x="5438278" y="1455126"/>
                  </a:lnTo>
                  <a:lnTo>
                    <a:pt x="5438465" y="1459752"/>
                  </a:lnTo>
                  <a:lnTo>
                    <a:pt x="5438652" y="1465633"/>
                  </a:lnTo>
                  <a:lnTo>
                    <a:pt x="5438839" y="1472017"/>
                  </a:lnTo>
                  <a:lnTo>
                    <a:pt x="5439026" y="1477196"/>
                  </a:lnTo>
                  <a:lnTo>
                    <a:pt x="5439212" y="1482376"/>
                  </a:lnTo>
                  <a:lnTo>
                    <a:pt x="5439399" y="1488019"/>
                  </a:lnTo>
                  <a:lnTo>
                    <a:pt x="5439586" y="1492037"/>
                  </a:lnTo>
                  <a:lnTo>
                    <a:pt x="5439773" y="1495836"/>
                  </a:lnTo>
                  <a:lnTo>
                    <a:pt x="5439960" y="1499570"/>
                  </a:lnTo>
                  <a:lnTo>
                    <a:pt x="5440147" y="1503485"/>
                  </a:lnTo>
                  <a:lnTo>
                    <a:pt x="5440334" y="1507578"/>
                  </a:lnTo>
                  <a:lnTo>
                    <a:pt x="5440521" y="1511472"/>
                  </a:lnTo>
                  <a:lnTo>
                    <a:pt x="5440708" y="1516078"/>
                  </a:lnTo>
                  <a:lnTo>
                    <a:pt x="5440895" y="1519314"/>
                  </a:lnTo>
                  <a:lnTo>
                    <a:pt x="5441082" y="1522975"/>
                  </a:lnTo>
                  <a:lnTo>
                    <a:pt x="5441269" y="1526311"/>
                  </a:lnTo>
                  <a:lnTo>
                    <a:pt x="5441456" y="1529395"/>
                  </a:lnTo>
                  <a:lnTo>
                    <a:pt x="5441642" y="1533347"/>
                  </a:lnTo>
                  <a:lnTo>
                    <a:pt x="5441829" y="1537740"/>
                  </a:lnTo>
                  <a:lnTo>
                    <a:pt x="5442016" y="1543226"/>
                  </a:lnTo>
                  <a:lnTo>
                    <a:pt x="5442203" y="1548822"/>
                  </a:lnTo>
                  <a:lnTo>
                    <a:pt x="5442390" y="1554546"/>
                  </a:lnTo>
                  <a:lnTo>
                    <a:pt x="5442577" y="1560338"/>
                  </a:lnTo>
                  <a:lnTo>
                    <a:pt x="5442764" y="1566320"/>
                  </a:lnTo>
                  <a:lnTo>
                    <a:pt x="5442951" y="1572579"/>
                  </a:lnTo>
                  <a:lnTo>
                    <a:pt x="5443138" y="1578817"/>
                  </a:lnTo>
                  <a:lnTo>
                    <a:pt x="5443325" y="1584579"/>
                  </a:lnTo>
                  <a:lnTo>
                    <a:pt x="5443512" y="1589865"/>
                  </a:lnTo>
                  <a:lnTo>
                    <a:pt x="5443699" y="1595178"/>
                  </a:lnTo>
                  <a:lnTo>
                    <a:pt x="5443885" y="1601156"/>
                  </a:lnTo>
                  <a:lnTo>
                    <a:pt x="5444072" y="1607147"/>
                  </a:lnTo>
                  <a:lnTo>
                    <a:pt x="5444259" y="1614256"/>
                  </a:lnTo>
                  <a:lnTo>
                    <a:pt x="5444446" y="1621247"/>
                  </a:lnTo>
                  <a:lnTo>
                    <a:pt x="5444633" y="1627271"/>
                  </a:lnTo>
                  <a:lnTo>
                    <a:pt x="5444820" y="1632329"/>
                  </a:lnTo>
                  <a:lnTo>
                    <a:pt x="5445007" y="1636964"/>
                  </a:lnTo>
                  <a:lnTo>
                    <a:pt x="5445194" y="1641442"/>
                  </a:lnTo>
                  <a:lnTo>
                    <a:pt x="5445381" y="1647115"/>
                  </a:lnTo>
                  <a:lnTo>
                    <a:pt x="5445568" y="1653325"/>
                  </a:lnTo>
                  <a:lnTo>
                    <a:pt x="5445755" y="1659674"/>
                  </a:lnTo>
                  <a:lnTo>
                    <a:pt x="5445942" y="1666396"/>
                  </a:lnTo>
                  <a:lnTo>
                    <a:pt x="5446129" y="1673031"/>
                  </a:lnTo>
                  <a:lnTo>
                    <a:pt x="5446315" y="1678991"/>
                  </a:lnTo>
                  <a:lnTo>
                    <a:pt x="5446502" y="1684465"/>
                  </a:lnTo>
                  <a:lnTo>
                    <a:pt x="5446689" y="1689703"/>
                  </a:lnTo>
                  <a:lnTo>
                    <a:pt x="5446876" y="1694372"/>
                  </a:lnTo>
                  <a:lnTo>
                    <a:pt x="5447063" y="1699535"/>
                  </a:lnTo>
                  <a:lnTo>
                    <a:pt x="5447250" y="1703717"/>
                  </a:lnTo>
                  <a:lnTo>
                    <a:pt x="5447437" y="1707647"/>
                  </a:lnTo>
                  <a:lnTo>
                    <a:pt x="5447624" y="1711378"/>
                  </a:lnTo>
                  <a:lnTo>
                    <a:pt x="5447811" y="1715137"/>
                  </a:lnTo>
                  <a:lnTo>
                    <a:pt x="5447998" y="1719079"/>
                  </a:lnTo>
                  <a:lnTo>
                    <a:pt x="5448185" y="1722494"/>
                  </a:lnTo>
                  <a:lnTo>
                    <a:pt x="5448372" y="1724721"/>
                  </a:lnTo>
                  <a:lnTo>
                    <a:pt x="5448558" y="1726800"/>
                  </a:lnTo>
                  <a:lnTo>
                    <a:pt x="5448745" y="1728168"/>
                  </a:lnTo>
                  <a:lnTo>
                    <a:pt x="5448932" y="1728854"/>
                  </a:lnTo>
                  <a:lnTo>
                    <a:pt x="5449119" y="1730028"/>
                  </a:lnTo>
                  <a:lnTo>
                    <a:pt x="5449306" y="1731968"/>
                  </a:lnTo>
                  <a:lnTo>
                    <a:pt x="5449493" y="1734253"/>
                  </a:lnTo>
                  <a:lnTo>
                    <a:pt x="5449680" y="1737016"/>
                  </a:lnTo>
                  <a:lnTo>
                    <a:pt x="5449867" y="1740037"/>
                  </a:lnTo>
                  <a:lnTo>
                    <a:pt x="5450054" y="1743399"/>
                  </a:lnTo>
                  <a:lnTo>
                    <a:pt x="5450241" y="1747163"/>
                  </a:lnTo>
                  <a:lnTo>
                    <a:pt x="5450428" y="1751720"/>
                  </a:lnTo>
                  <a:lnTo>
                    <a:pt x="5450615" y="1756610"/>
                  </a:lnTo>
                  <a:lnTo>
                    <a:pt x="5450802" y="1762187"/>
                  </a:lnTo>
                  <a:lnTo>
                    <a:pt x="5450988" y="1768009"/>
                  </a:lnTo>
                  <a:lnTo>
                    <a:pt x="5451175" y="1774844"/>
                  </a:lnTo>
                  <a:lnTo>
                    <a:pt x="5451362" y="1781749"/>
                  </a:lnTo>
                  <a:lnTo>
                    <a:pt x="5451549" y="1788513"/>
                  </a:lnTo>
                  <a:lnTo>
                    <a:pt x="5451736" y="1795197"/>
                  </a:lnTo>
                  <a:lnTo>
                    <a:pt x="5451923" y="1801794"/>
                  </a:lnTo>
                  <a:lnTo>
                    <a:pt x="5452110" y="1808435"/>
                  </a:lnTo>
                  <a:lnTo>
                    <a:pt x="5452297" y="1814548"/>
                  </a:lnTo>
                  <a:lnTo>
                    <a:pt x="5452484" y="1819966"/>
                  </a:lnTo>
                  <a:lnTo>
                    <a:pt x="5452671" y="1824892"/>
                  </a:lnTo>
                  <a:lnTo>
                    <a:pt x="5452858" y="1829607"/>
                  </a:lnTo>
                  <a:lnTo>
                    <a:pt x="5453045" y="1834013"/>
                  </a:lnTo>
                  <a:lnTo>
                    <a:pt x="5453232" y="1837716"/>
                  </a:lnTo>
                  <a:lnTo>
                    <a:pt x="5453418" y="1840848"/>
                  </a:lnTo>
                  <a:lnTo>
                    <a:pt x="5453605" y="1842730"/>
                  </a:lnTo>
                  <a:lnTo>
                    <a:pt x="5453792" y="1844085"/>
                  </a:lnTo>
                  <a:lnTo>
                    <a:pt x="5453979" y="1844384"/>
                  </a:lnTo>
                  <a:lnTo>
                    <a:pt x="5454166" y="1844683"/>
                  </a:lnTo>
                  <a:lnTo>
                    <a:pt x="5454353" y="1845342"/>
                  </a:lnTo>
                  <a:lnTo>
                    <a:pt x="5454540" y="1846545"/>
                  </a:lnTo>
                  <a:lnTo>
                    <a:pt x="5454727" y="1847472"/>
                  </a:lnTo>
                  <a:lnTo>
                    <a:pt x="5454914" y="1848304"/>
                  </a:lnTo>
                  <a:lnTo>
                    <a:pt x="5455101" y="1848545"/>
                  </a:lnTo>
                  <a:lnTo>
                    <a:pt x="5455288" y="1848587"/>
                  </a:lnTo>
                  <a:lnTo>
                    <a:pt x="5455475" y="1848700"/>
                  </a:lnTo>
                  <a:lnTo>
                    <a:pt x="5455661" y="1848806"/>
                  </a:lnTo>
                  <a:lnTo>
                    <a:pt x="5455848" y="1849307"/>
                  </a:lnTo>
                  <a:lnTo>
                    <a:pt x="5456035" y="1850056"/>
                  </a:lnTo>
                  <a:lnTo>
                    <a:pt x="5456222" y="1851250"/>
                  </a:lnTo>
                  <a:lnTo>
                    <a:pt x="5456409" y="1852017"/>
                  </a:lnTo>
                  <a:lnTo>
                    <a:pt x="5456596" y="1853293"/>
                  </a:lnTo>
                  <a:lnTo>
                    <a:pt x="5456783" y="1854772"/>
                  </a:lnTo>
                  <a:lnTo>
                    <a:pt x="5456970" y="1856167"/>
                  </a:lnTo>
                  <a:lnTo>
                    <a:pt x="5457157" y="1857511"/>
                  </a:lnTo>
                  <a:lnTo>
                    <a:pt x="5457344" y="1859171"/>
                  </a:lnTo>
                  <a:lnTo>
                    <a:pt x="5457531" y="1860709"/>
                  </a:lnTo>
                  <a:lnTo>
                    <a:pt x="5457718" y="1863269"/>
                  </a:lnTo>
                  <a:lnTo>
                    <a:pt x="5457905" y="1866938"/>
                  </a:lnTo>
                  <a:lnTo>
                    <a:pt x="5458091" y="1871799"/>
                  </a:lnTo>
                  <a:lnTo>
                    <a:pt x="5458278" y="1876847"/>
                  </a:lnTo>
                  <a:lnTo>
                    <a:pt x="5458465" y="1882498"/>
                  </a:lnTo>
                  <a:lnTo>
                    <a:pt x="5458652" y="1888199"/>
                  </a:lnTo>
                  <a:lnTo>
                    <a:pt x="5458839" y="1894449"/>
                  </a:lnTo>
                  <a:lnTo>
                    <a:pt x="5459026" y="1900807"/>
                  </a:lnTo>
                  <a:lnTo>
                    <a:pt x="5459213" y="1907208"/>
                  </a:lnTo>
                  <a:lnTo>
                    <a:pt x="5459400" y="1913697"/>
                  </a:lnTo>
                  <a:lnTo>
                    <a:pt x="5459587" y="1920381"/>
                  </a:lnTo>
                  <a:lnTo>
                    <a:pt x="5459774" y="1926108"/>
                  </a:lnTo>
                  <a:lnTo>
                    <a:pt x="5459961" y="1931830"/>
                  </a:lnTo>
                  <a:lnTo>
                    <a:pt x="5460148" y="1937734"/>
                  </a:lnTo>
                  <a:lnTo>
                    <a:pt x="5460334" y="1943622"/>
                  </a:lnTo>
                  <a:lnTo>
                    <a:pt x="5460521" y="1949515"/>
                  </a:lnTo>
                  <a:lnTo>
                    <a:pt x="5460708" y="1955141"/>
                  </a:lnTo>
                  <a:lnTo>
                    <a:pt x="5460895" y="1959288"/>
                  </a:lnTo>
                  <a:lnTo>
                    <a:pt x="5461082" y="1963091"/>
                  </a:lnTo>
                  <a:lnTo>
                    <a:pt x="5461269" y="1966717"/>
                  </a:lnTo>
                  <a:lnTo>
                    <a:pt x="5461456" y="1970326"/>
                  </a:lnTo>
                  <a:lnTo>
                    <a:pt x="5461643" y="1973944"/>
                  </a:lnTo>
                  <a:lnTo>
                    <a:pt x="5461830" y="1977396"/>
                  </a:lnTo>
                  <a:lnTo>
                    <a:pt x="5462017" y="1980396"/>
                  </a:lnTo>
                  <a:lnTo>
                    <a:pt x="5462204" y="1983136"/>
                  </a:lnTo>
                  <a:lnTo>
                    <a:pt x="5462391" y="1985707"/>
                  </a:lnTo>
                  <a:lnTo>
                    <a:pt x="5462578" y="1988340"/>
                  </a:lnTo>
                  <a:lnTo>
                    <a:pt x="5462764" y="1989553"/>
                  </a:lnTo>
                  <a:lnTo>
                    <a:pt x="5462951" y="1990621"/>
                  </a:lnTo>
                  <a:lnTo>
                    <a:pt x="5463138" y="1990780"/>
                  </a:lnTo>
                  <a:lnTo>
                    <a:pt x="5463325" y="1989560"/>
                  </a:lnTo>
                  <a:lnTo>
                    <a:pt x="5463512" y="1987524"/>
                  </a:lnTo>
                  <a:lnTo>
                    <a:pt x="5463699" y="1983433"/>
                  </a:lnTo>
                  <a:lnTo>
                    <a:pt x="5463886" y="1979430"/>
                  </a:lnTo>
                  <a:lnTo>
                    <a:pt x="5464073" y="1975379"/>
                  </a:lnTo>
                  <a:lnTo>
                    <a:pt x="5464260" y="1971115"/>
                  </a:lnTo>
                  <a:lnTo>
                    <a:pt x="5464447" y="1965855"/>
                  </a:lnTo>
                  <a:lnTo>
                    <a:pt x="5464634" y="1960015"/>
                  </a:lnTo>
                  <a:lnTo>
                    <a:pt x="5464821" y="1954257"/>
                  </a:lnTo>
                  <a:lnTo>
                    <a:pt x="5465008" y="1948596"/>
                  </a:lnTo>
                  <a:lnTo>
                    <a:pt x="5465194" y="1942424"/>
                  </a:lnTo>
                  <a:lnTo>
                    <a:pt x="5465381" y="1936199"/>
                  </a:lnTo>
                  <a:lnTo>
                    <a:pt x="5465568" y="1930542"/>
                  </a:lnTo>
                  <a:lnTo>
                    <a:pt x="5465755" y="1924922"/>
                  </a:lnTo>
                  <a:lnTo>
                    <a:pt x="5465942" y="1919939"/>
                  </a:lnTo>
                  <a:lnTo>
                    <a:pt x="5466129" y="1915228"/>
                  </a:lnTo>
                  <a:lnTo>
                    <a:pt x="5466316" y="1910635"/>
                  </a:lnTo>
                  <a:lnTo>
                    <a:pt x="5466503" y="1906712"/>
                  </a:lnTo>
                  <a:lnTo>
                    <a:pt x="5466690" y="1902446"/>
                  </a:lnTo>
                  <a:lnTo>
                    <a:pt x="5466877" y="1897177"/>
                  </a:lnTo>
                  <a:lnTo>
                    <a:pt x="5467064" y="1891002"/>
                  </a:lnTo>
                  <a:lnTo>
                    <a:pt x="5467251" y="1885523"/>
                  </a:lnTo>
                  <a:lnTo>
                    <a:pt x="5467437" y="1880940"/>
                  </a:lnTo>
                  <a:lnTo>
                    <a:pt x="5467624" y="1875450"/>
                  </a:lnTo>
                  <a:lnTo>
                    <a:pt x="5467811" y="1869413"/>
                  </a:lnTo>
                  <a:lnTo>
                    <a:pt x="5467998" y="1862804"/>
                  </a:lnTo>
                  <a:lnTo>
                    <a:pt x="5468185" y="1856039"/>
                  </a:lnTo>
                  <a:lnTo>
                    <a:pt x="5468372" y="1850752"/>
                  </a:lnTo>
                  <a:lnTo>
                    <a:pt x="5468559" y="1846132"/>
                  </a:lnTo>
                  <a:lnTo>
                    <a:pt x="5468746" y="1843211"/>
                  </a:lnTo>
                  <a:lnTo>
                    <a:pt x="5468933" y="1840921"/>
                  </a:lnTo>
                  <a:lnTo>
                    <a:pt x="5469120" y="1838920"/>
                  </a:lnTo>
                  <a:lnTo>
                    <a:pt x="5469307" y="1836874"/>
                  </a:lnTo>
                  <a:lnTo>
                    <a:pt x="5469494" y="1834457"/>
                  </a:lnTo>
                  <a:lnTo>
                    <a:pt x="5469681" y="1832478"/>
                  </a:lnTo>
                  <a:lnTo>
                    <a:pt x="5469867" y="1830443"/>
                  </a:lnTo>
                  <a:lnTo>
                    <a:pt x="5470054" y="1828234"/>
                  </a:lnTo>
                  <a:lnTo>
                    <a:pt x="5470241" y="1825487"/>
                  </a:lnTo>
                  <a:lnTo>
                    <a:pt x="5470428" y="1823181"/>
                  </a:lnTo>
                  <a:lnTo>
                    <a:pt x="5470615" y="1821190"/>
                  </a:lnTo>
                  <a:lnTo>
                    <a:pt x="5470802" y="1819505"/>
                  </a:lnTo>
                  <a:lnTo>
                    <a:pt x="5470989" y="1818465"/>
                  </a:lnTo>
                  <a:lnTo>
                    <a:pt x="5471176" y="1818220"/>
                  </a:lnTo>
                  <a:lnTo>
                    <a:pt x="5471363" y="1817872"/>
                  </a:lnTo>
                  <a:lnTo>
                    <a:pt x="5471550" y="1817076"/>
                  </a:lnTo>
                  <a:lnTo>
                    <a:pt x="5471737" y="1816535"/>
                  </a:lnTo>
                  <a:lnTo>
                    <a:pt x="5471924" y="1816078"/>
                  </a:lnTo>
                  <a:lnTo>
                    <a:pt x="5472111" y="1815234"/>
                  </a:lnTo>
                  <a:lnTo>
                    <a:pt x="5472297" y="1815585"/>
                  </a:lnTo>
                  <a:lnTo>
                    <a:pt x="5472484" y="1816408"/>
                  </a:lnTo>
                  <a:lnTo>
                    <a:pt x="5472671" y="1817282"/>
                  </a:lnTo>
                  <a:lnTo>
                    <a:pt x="5472858" y="1818352"/>
                  </a:lnTo>
                  <a:lnTo>
                    <a:pt x="5473045" y="1820372"/>
                  </a:lnTo>
                  <a:lnTo>
                    <a:pt x="5473232" y="1821824"/>
                  </a:lnTo>
                  <a:lnTo>
                    <a:pt x="5473419" y="1824082"/>
                  </a:lnTo>
                  <a:lnTo>
                    <a:pt x="5473606" y="1827561"/>
                  </a:lnTo>
                  <a:lnTo>
                    <a:pt x="5473793" y="1831042"/>
                  </a:lnTo>
                  <a:lnTo>
                    <a:pt x="5473980" y="1834225"/>
                  </a:lnTo>
                  <a:lnTo>
                    <a:pt x="5474167" y="1836982"/>
                  </a:lnTo>
                  <a:lnTo>
                    <a:pt x="5474354" y="1839844"/>
                  </a:lnTo>
                  <a:lnTo>
                    <a:pt x="5474540" y="1842407"/>
                  </a:lnTo>
                  <a:lnTo>
                    <a:pt x="5474727" y="1844726"/>
                  </a:lnTo>
                  <a:lnTo>
                    <a:pt x="5474914" y="1847091"/>
                  </a:lnTo>
                  <a:lnTo>
                    <a:pt x="5475101" y="1849322"/>
                  </a:lnTo>
                  <a:lnTo>
                    <a:pt x="5475288" y="1851647"/>
                  </a:lnTo>
                  <a:lnTo>
                    <a:pt x="5475475" y="1853924"/>
                  </a:lnTo>
                  <a:lnTo>
                    <a:pt x="5475662" y="1855274"/>
                  </a:lnTo>
                  <a:lnTo>
                    <a:pt x="5475849" y="1856428"/>
                  </a:lnTo>
                  <a:lnTo>
                    <a:pt x="5476036" y="1857973"/>
                  </a:lnTo>
                  <a:lnTo>
                    <a:pt x="5476223" y="1859380"/>
                  </a:lnTo>
                  <a:lnTo>
                    <a:pt x="5476410" y="1859943"/>
                  </a:lnTo>
                  <a:lnTo>
                    <a:pt x="5476597" y="1860614"/>
                  </a:lnTo>
                  <a:lnTo>
                    <a:pt x="5476784" y="1861040"/>
                  </a:lnTo>
                  <a:lnTo>
                    <a:pt x="5476970" y="1861300"/>
                  </a:lnTo>
                  <a:lnTo>
                    <a:pt x="5477157" y="1862072"/>
                  </a:lnTo>
                  <a:lnTo>
                    <a:pt x="5477344" y="1862830"/>
                  </a:lnTo>
                  <a:lnTo>
                    <a:pt x="5477531" y="1863237"/>
                  </a:lnTo>
                  <a:lnTo>
                    <a:pt x="5477718" y="1863873"/>
                  </a:lnTo>
                  <a:lnTo>
                    <a:pt x="5477905" y="1865028"/>
                  </a:lnTo>
                  <a:lnTo>
                    <a:pt x="5478092" y="1865808"/>
                  </a:lnTo>
                  <a:lnTo>
                    <a:pt x="5478279" y="1866735"/>
                  </a:lnTo>
                  <a:lnTo>
                    <a:pt x="5478466" y="1867323"/>
                  </a:lnTo>
                  <a:lnTo>
                    <a:pt x="5478653" y="1867045"/>
                  </a:lnTo>
                  <a:lnTo>
                    <a:pt x="5478840" y="1865795"/>
                  </a:lnTo>
                  <a:lnTo>
                    <a:pt x="5479027" y="1863730"/>
                  </a:lnTo>
                  <a:lnTo>
                    <a:pt x="5479213" y="1861666"/>
                  </a:lnTo>
                  <a:lnTo>
                    <a:pt x="5479400" y="1859002"/>
                  </a:lnTo>
                  <a:lnTo>
                    <a:pt x="5479587" y="1856191"/>
                  </a:lnTo>
                  <a:lnTo>
                    <a:pt x="5479774" y="1853110"/>
                  </a:lnTo>
                  <a:lnTo>
                    <a:pt x="5479961" y="1849211"/>
                  </a:lnTo>
                  <a:lnTo>
                    <a:pt x="5480148" y="1844639"/>
                  </a:lnTo>
                  <a:lnTo>
                    <a:pt x="5480335" y="1839303"/>
                  </a:lnTo>
                  <a:lnTo>
                    <a:pt x="5480522" y="1832975"/>
                  </a:lnTo>
                  <a:lnTo>
                    <a:pt x="5480709" y="1825446"/>
                  </a:lnTo>
                  <a:lnTo>
                    <a:pt x="5480896" y="1816293"/>
                  </a:lnTo>
                  <a:lnTo>
                    <a:pt x="5481083" y="1806779"/>
                  </a:lnTo>
                  <a:lnTo>
                    <a:pt x="5481270" y="1797744"/>
                  </a:lnTo>
                  <a:lnTo>
                    <a:pt x="5481457" y="1789571"/>
                  </a:lnTo>
                  <a:lnTo>
                    <a:pt x="5481643" y="1781857"/>
                  </a:lnTo>
                  <a:lnTo>
                    <a:pt x="5481830" y="1774275"/>
                  </a:lnTo>
                  <a:lnTo>
                    <a:pt x="5482017" y="1766695"/>
                  </a:lnTo>
                  <a:lnTo>
                    <a:pt x="5482204" y="1759610"/>
                  </a:lnTo>
                  <a:lnTo>
                    <a:pt x="5482391" y="1753736"/>
                  </a:lnTo>
                  <a:lnTo>
                    <a:pt x="5482578" y="1748504"/>
                  </a:lnTo>
                  <a:lnTo>
                    <a:pt x="5482765" y="1743165"/>
                  </a:lnTo>
                  <a:lnTo>
                    <a:pt x="5482952" y="1738868"/>
                  </a:lnTo>
                  <a:lnTo>
                    <a:pt x="5483139" y="1734727"/>
                  </a:lnTo>
                  <a:lnTo>
                    <a:pt x="5483326" y="1731779"/>
                  </a:lnTo>
                  <a:lnTo>
                    <a:pt x="5483513" y="1731635"/>
                  </a:lnTo>
                  <a:lnTo>
                    <a:pt x="5483700" y="1734004"/>
                  </a:lnTo>
                  <a:lnTo>
                    <a:pt x="5483887" y="1737837"/>
                  </a:lnTo>
                  <a:lnTo>
                    <a:pt x="5484073" y="1742221"/>
                  </a:lnTo>
                  <a:lnTo>
                    <a:pt x="5484260" y="1746814"/>
                  </a:lnTo>
                  <a:lnTo>
                    <a:pt x="5484447" y="1751054"/>
                  </a:lnTo>
                  <a:lnTo>
                    <a:pt x="5484634" y="1755782"/>
                  </a:lnTo>
                  <a:lnTo>
                    <a:pt x="5484821" y="1761000"/>
                  </a:lnTo>
                  <a:lnTo>
                    <a:pt x="5485008" y="1766513"/>
                  </a:lnTo>
                  <a:lnTo>
                    <a:pt x="5485195" y="1772127"/>
                  </a:lnTo>
                  <a:lnTo>
                    <a:pt x="5485382" y="1777555"/>
                  </a:lnTo>
                  <a:lnTo>
                    <a:pt x="5485569" y="1782546"/>
                  </a:lnTo>
                  <a:lnTo>
                    <a:pt x="5485756" y="1787509"/>
                  </a:lnTo>
                  <a:lnTo>
                    <a:pt x="5485943" y="1791694"/>
                  </a:lnTo>
                  <a:lnTo>
                    <a:pt x="5486130" y="1795092"/>
                  </a:lnTo>
                  <a:lnTo>
                    <a:pt x="5486316" y="1797781"/>
                  </a:lnTo>
                  <a:lnTo>
                    <a:pt x="5486503" y="1799401"/>
                  </a:lnTo>
                  <a:lnTo>
                    <a:pt x="5486690" y="1800404"/>
                  </a:lnTo>
                  <a:lnTo>
                    <a:pt x="5486877" y="1800770"/>
                  </a:lnTo>
                  <a:lnTo>
                    <a:pt x="5487064" y="1800931"/>
                  </a:lnTo>
                  <a:lnTo>
                    <a:pt x="5487251" y="1800464"/>
                  </a:lnTo>
                  <a:lnTo>
                    <a:pt x="5487438" y="1798878"/>
                  </a:lnTo>
                  <a:lnTo>
                    <a:pt x="5487625" y="1797006"/>
                  </a:lnTo>
                  <a:lnTo>
                    <a:pt x="5487812" y="1794248"/>
                  </a:lnTo>
                  <a:lnTo>
                    <a:pt x="5487999" y="1790984"/>
                  </a:lnTo>
                  <a:lnTo>
                    <a:pt x="5488186" y="1787456"/>
                  </a:lnTo>
                  <a:lnTo>
                    <a:pt x="5488373" y="1783137"/>
                  </a:lnTo>
                  <a:lnTo>
                    <a:pt x="5488560" y="1778684"/>
                  </a:lnTo>
                  <a:lnTo>
                    <a:pt x="5488746" y="1774589"/>
                  </a:lnTo>
                  <a:lnTo>
                    <a:pt x="5488933" y="1770564"/>
                  </a:lnTo>
                  <a:lnTo>
                    <a:pt x="5489120" y="1766671"/>
                  </a:lnTo>
                  <a:lnTo>
                    <a:pt x="5489307" y="1762524"/>
                  </a:lnTo>
                  <a:lnTo>
                    <a:pt x="5489494" y="1757868"/>
                  </a:lnTo>
                  <a:lnTo>
                    <a:pt x="5489681" y="1753378"/>
                  </a:lnTo>
                  <a:lnTo>
                    <a:pt x="5489868" y="1748634"/>
                  </a:lnTo>
                  <a:lnTo>
                    <a:pt x="5490055" y="1743076"/>
                  </a:lnTo>
                  <a:lnTo>
                    <a:pt x="5490242" y="1738028"/>
                  </a:lnTo>
                  <a:lnTo>
                    <a:pt x="5490429" y="1733253"/>
                  </a:lnTo>
                  <a:lnTo>
                    <a:pt x="5490616" y="1728202"/>
                  </a:lnTo>
                  <a:lnTo>
                    <a:pt x="5490803" y="1723789"/>
                  </a:lnTo>
                  <a:lnTo>
                    <a:pt x="5490990" y="1719591"/>
                  </a:lnTo>
                  <a:lnTo>
                    <a:pt x="5491176" y="1714735"/>
                  </a:lnTo>
                  <a:lnTo>
                    <a:pt x="5491363" y="1709862"/>
                  </a:lnTo>
                  <a:lnTo>
                    <a:pt x="5491550" y="1704699"/>
                  </a:lnTo>
                  <a:lnTo>
                    <a:pt x="5491737" y="1699985"/>
                  </a:lnTo>
                  <a:lnTo>
                    <a:pt x="5491924" y="1695721"/>
                  </a:lnTo>
                  <a:lnTo>
                    <a:pt x="5492111" y="1692578"/>
                  </a:lnTo>
                  <a:lnTo>
                    <a:pt x="5492298" y="1690390"/>
                  </a:lnTo>
                  <a:lnTo>
                    <a:pt x="5492485" y="1688734"/>
                  </a:lnTo>
                  <a:lnTo>
                    <a:pt x="5492672" y="1687548"/>
                  </a:lnTo>
                  <a:lnTo>
                    <a:pt x="5492859" y="1686757"/>
                  </a:lnTo>
                  <a:lnTo>
                    <a:pt x="5493046" y="1686023"/>
                  </a:lnTo>
                  <a:lnTo>
                    <a:pt x="5493233" y="1685471"/>
                  </a:lnTo>
                  <a:lnTo>
                    <a:pt x="5493419" y="1684377"/>
                  </a:lnTo>
                  <a:lnTo>
                    <a:pt x="5493606" y="1684087"/>
                  </a:lnTo>
                  <a:lnTo>
                    <a:pt x="5493793" y="1683725"/>
                  </a:lnTo>
                  <a:lnTo>
                    <a:pt x="5493980" y="1684059"/>
                  </a:lnTo>
                  <a:lnTo>
                    <a:pt x="5494167" y="1684281"/>
                  </a:lnTo>
                  <a:lnTo>
                    <a:pt x="5494354" y="1684417"/>
                  </a:lnTo>
                  <a:lnTo>
                    <a:pt x="5494541" y="1684317"/>
                  </a:lnTo>
                  <a:lnTo>
                    <a:pt x="5494728" y="1683859"/>
                  </a:lnTo>
                  <a:lnTo>
                    <a:pt x="5494915" y="1682957"/>
                  </a:lnTo>
                  <a:lnTo>
                    <a:pt x="5495102" y="1681453"/>
                  </a:lnTo>
                  <a:lnTo>
                    <a:pt x="5495289" y="1679708"/>
                  </a:lnTo>
                  <a:lnTo>
                    <a:pt x="5495476" y="1677289"/>
                  </a:lnTo>
                  <a:lnTo>
                    <a:pt x="5495663" y="1674596"/>
                  </a:lnTo>
                  <a:lnTo>
                    <a:pt x="5495849" y="1671887"/>
                  </a:lnTo>
                  <a:lnTo>
                    <a:pt x="5496036" y="1669099"/>
                  </a:lnTo>
                  <a:lnTo>
                    <a:pt x="5496223" y="1665943"/>
                  </a:lnTo>
                  <a:lnTo>
                    <a:pt x="5496410" y="1662480"/>
                  </a:lnTo>
                  <a:lnTo>
                    <a:pt x="5496597" y="1659763"/>
                  </a:lnTo>
                  <a:lnTo>
                    <a:pt x="5496784" y="1657683"/>
                  </a:lnTo>
                  <a:lnTo>
                    <a:pt x="5496971" y="1655943"/>
                  </a:lnTo>
                  <a:lnTo>
                    <a:pt x="5497158" y="1654487"/>
                  </a:lnTo>
                  <a:lnTo>
                    <a:pt x="5497345" y="1653407"/>
                  </a:lnTo>
                  <a:lnTo>
                    <a:pt x="5497532" y="1652437"/>
                  </a:lnTo>
                  <a:lnTo>
                    <a:pt x="5497719" y="1651390"/>
                  </a:lnTo>
                  <a:lnTo>
                    <a:pt x="5497906" y="1650114"/>
                  </a:lnTo>
                  <a:lnTo>
                    <a:pt x="5498092" y="1649096"/>
                  </a:lnTo>
                  <a:lnTo>
                    <a:pt x="5498279" y="1648453"/>
                  </a:lnTo>
                  <a:lnTo>
                    <a:pt x="5498466" y="1648351"/>
                  </a:lnTo>
                  <a:lnTo>
                    <a:pt x="5498653" y="1648347"/>
                  </a:lnTo>
                  <a:lnTo>
                    <a:pt x="5498840" y="1648550"/>
                  </a:lnTo>
                  <a:lnTo>
                    <a:pt x="5499027" y="1648692"/>
                  </a:lnTo>
                  <a:lnTo>
                    <a:pt x="5499214" y="1649472"/>
                  </a:lnTo>
                  <a:lnTo>
                    <a:pt x="5499401" y="1650320"/>
                  </a:lnTo>
                  <a:lnTo>
                    <a:pt x="5499588" y="1650432"/>
                  </a:lnTo>
                  <a:lnTo>
                    <a:pt x="5499775" y="1650157"/>
                  </a:lnTo>
                  <a:lnTo>
                    <a:pt x="5499962" y="1649053"/>
                  </a:lnTo>
                  <a:lnTo>
                    <a:pt x="5500149" y="1648254"/>
                  </a:lnTo>
                  <a:lnTo>
                    <a:pt x="5500336" y="1647794"/>
                  </a:lnTo>
                  <a:lnTo>
                    <a:pt x="5500522" y="1648759"/>
                  </a:lnTo>
                  <a:lnTo>
                    <a:pt x="5500709" y="1651261"/>
                  </a:lnTo>
                  <a:lnTo>
                    <a:pt x="5500896" y="1654931"/>
                  </a:lnTo>
                  <a:lnTo>
                    <a:pt x="5501083" y="1661073"/>
                  </a:lnTo>
                  <a:lnTo>
                    <a:pt x="5501270" y="1667691"/>
                  </a:lnTo>
                  <a:lnTo>
                    <a:pt x="5501457" y="1674091"/>
                  </a:lnTo>
                  <a:lnTo>
                    <a:pt x="5501644" y="1680449"/>
                  </a:lnTo>
                  <a:lnTo>
                    <a:pt x="5501831" y="1687817"/>
                  </a:lnTo>
                  <a:lnTo>
                    <a:pt x="5502018" y="1695360"/>
                  </a:lnTo>
                  <a:lnTo>
                    <a:pt x="5502205" y="1703175"/>
                  </a:lnTo>
                  <a:lnTo>
                    <a:pt x="5502392" y="1711271"/>
                  </a:lnTo>
                  <a:lnTo>
                    <a:pt x="5502579" y="1719791"/>
                  </a:lnTo>
                  <a:lnTo>
                    <a:pt x="5502766" y="1728582"/>
                  </a:lnTo>
                  <a:lnTo>
                    <a:pt x="5502952" y="1737198"/>
                  </a:lnTo>
                  <a:lnTo>
                    <a:pt x="5503139" y="1745981"/>
                  </a:lnTo>
                  <a:lnTo>
                    <a:pt x="5503326" y="1754169"/>
                  </a:lnTo>
                  <a:lnTo>
                    <a:pt x="5503513" y="1761647"/>
                  </a:lnTo>
                  <a:lnTo>
                    <a:pt x="5503700" y="1769309"/>
                  </a:lnTo>
                  <a:lnTo>
                    <a:pt x="5503887" y="1776755"/>
                  </a:lnTo>
                  <a:lnTo>
                    <a:pt x="5504074" y="1784695"/>
                  </a:lnTo>
                  <a:lnTo>
                    <a:pt x="5504261" y="1793997"/>
                  </a:lnTo>
                  <a:lnTo>
                    <a:pt x="5504448" y="1803694"/>
                  </a:lnTo>
                  <a:lnTo>
                    <a:pt x="5504635" y="1812984"/>
                  </a:lnTo>
                  <a:lnTo>
                    <a:pt x="5504822" y="1822140"/>
                  </a:lnTo>
                  <a:lnTo>
                    <a:pt x="5505009" y="1831241"/>
                  </a:lnTo>
                  <a:lnTo>
                    <a:pt x="5505195" y="1840917"/>
                  </a:lnTo>
                  <a:lnTo>
                    <a:pt x="5505382" y="1850889"/>
                  </a:lnTo>
                  <a:lnTo>
                    <a:pt x="5505569" y="1861227"/>
                  </a:lnTo>
                  <a:lnTo>
                    <a:pt x="5505756" y="1870094"/>
                  </a:lnTo>
                  <a:lnTo>
                    <a:pt x="5505943" y="1878427"/>
                  </a:lnTo>
                  <a:lnTo>
                    <a:pt x="5506130" y="1885391"/>
                  </a:lnTo>
                  <a:lnTo>
                    <a:pt x="5506317" y="1891320"/>
                  </a:lnTo>
                  <a:lnTo>
                    <a:pt x="5506504" y="1896706"/>
                  </a:lnTo>
                  <a:lnTo>
                    <a:pt x="5506691" y="1901783"/>
                  </a:lnTo>
                  <a:lnTo>
                    <a:pt x="5506878" y="1906102"/>
                  </a:lnTo>
                  <a:lnTo>
                    <a:pt x="5507065" y="1909426"/>
                  </a:lnTo>
                  <a:lnTo>
                    <a:pt x="5507252" y="1912708"/>
                  </a:lnTo>
                  <a:lnTo>
                    <a:pt x="5507439" y="1915790"/>
                  </a:lnTo>
                  <a:lnTo>
                    <a:pt x="5507625" y="1918583"/>
                  </a:lnTo>
                  <a:lnTo>
                    <a:pt x="5507812" y="1921259"/>
                  </a:lnTo>
                  <a:lnTo>
                    <a:pt x="5507999" y="1923315"/>
                  </a:lnTo>
                  <a:lnTo>
                    <a:pt x="5508186" y="1925634"/>
                  </a:lnTo>
                  <a:lnTo>
                    <a:pt x="5508373" y="1927908"/>
                  </a:lnTo>
                  <a:lnTo>
                    <a:pt x="5508560" y="1929978"/>
                  </a:lnTo>
                  <a:lnTo>
                    <a:pt x="5508747" y="1932243"/>
                  </a:lnTo>
                  <a:lnTo>
                    <a:pt x="5508934" y="1934759"/>
                  </a:lnTo>
                  <a:lnTo>
                    <a:pt x="5509121" y="1937193"/>
                  </a:lnTo>
                  <a:lnTo>
                    <a:pt x="5509308" y="1939479"/>
                  </a:lnTo>
                  <a:lnTo>
                    <a:pt x="5509495" y="1941942"/>
                  </a:lnTo>
                  <a:lnTo>
                    <a:pt x="5509682" y="1942957"/>
                  </a:lnTo>
                  <a:lnTo>
                    <a:pt x="5509869" y="1943680"/>
                  </a:lnTo>
                  <a:lnTo>
                    <a:pt x="5510055" y="1943952"/>
                  </a:lnTo>
                  <a:lnTo>
                    <a:pt x="5510242" y="1944141"/>
                  </a:lnTo>
                  <a:lnTo>
                    <a:pt x="5510429" y="1944132"/>
                  </a:lnTo>
                  <a:lnTo>
                    <a:pt x="5510616" y="1944481"/>
                  </a:lnTo>
                  <a:lnTo>
                    <a:pt x="5510803" y="1945244"/>
                  </a:lnTo>
                  <a:lnTo>
                    <a:pt x="5510990" y="1946540"/>
                  </a:lnTo>
                  <a:lnTo>
                    <a:pt x="5511177" y="1948826"/>
                  </a:lnTo>
                  <a:lnTo>
                    <a:pt x="5511364" y="1951720"/>
                  </a:lnTo>
                  <a:lnTo>
                    <a:pt x="5511551" y="1954716"/>
                  </a:lnTo>
                  <a:lnTo>
                    <a:pt x="5511738" y="1957964"/>
                  </a:lnTo>
                  <a:lnTo>
                    <a:pt x="5511925" y="1960999"/>
                  </a:lnTo>
                  <a:lnTo>
                    <a:pt x="5512112" y="1963082"/>
                  </a:lnTo>
                  <a:lnTo>
                    <a:pt x="5512298" y="1964411"/>
                  </a:lnTo>
                  <a:lnTo>
                    <a:pt x="5512485" y="1965706"/>
                  </a:lnTo>
                  <a:lnTo>
                    <a:pt x="5512672" y="1967290"/>
                  </a:lnTo>
                  <a:lnTo>
                    <a:pt x="5512859" y="1969057"/>
                  </a:lnTo>
                  <a:lnTo>
                    <a:pt x="5513046" y="1971551"/>
                  </a:lnTo>
                  <a:lnTo>
                    <a:pt x="5513233" y="1973720"/>
                  </a:lnTo>
                  <a:lnTo>
                    <a:pt x="5513420" y="1975410"/>
                  </a:lnTo>
                  <a:lnTo>
                    <a:pt x="5513607" y="1976664"/>
                  </a:lnTo>
                  <a:lnTo>
                    <a:pt x="5513794" y="1977716"/>
                  </a:lnTo>
                  <a:lnTo>
                    <a:pt x="5513981" y="1978199"/>
                  </a:lnTo>
                  <a:lnTo>
                    <a:pt x="5514168" y="1978785"/>
                  </a:lnTo>
                  <a:lnTo>
                    <a:pt x="5514355" y="1979419"/>
                  </a:lnTo>
                  <a:lnTo>
                    <a:pt x="5514542" y="1980028"/>
                  </a:lnTo>
                  <a:lnTo>
                    <a:pt x="5514728" y="1980807"/>
                  </a:lnTo>
                  <a:lnTo>
                    <a:pt x="5514915" y="1981536"/>
                  </a:lnTo>
                  <a:lnTo>
                    <a:pt x="5515102" y="1981532"/>
                  </a:lnTo>
                  <a:lnTo>
                    <a:pt x="5515289" y="1981131"/>
                  </a:lnTo>
                  <a:lnTo>
                    <a:pt x="5515476" y="1980507"/>
                  </a:lnTo>
                  <a:lnTo>
                    <a:pt x="5515663" y="1979657"/>
                  </a:lnTo>
                  <a:lnTo>
                    <a:pt x="5515850" y="1978639"/>
                  </a:lnTo>
                  <a:lnTo>
                    <a:pt x="5516037" y="1978646"/>
                  </a:lnTo>
                  <a:lnTo>
                    <a:pt x="5516224" y="1978966"/>
                  </a:lnTo>
                  <a:lnTo>
                    <a:pt x="5516411" y="1979235"/>
                  </a:lnTo>
                  <a:lnTo>
                    <a:pt x="5516598" y="1979441"/>
                  </a:lnTo>
                  <a:lnTo>
                    <a:pt x="5516785" y="1980169"/>
                  </a:lnTo>
                  <a:lnTo>
                    <a:pt x="5516971" y="1980711"/>
                  </a:lnTo>
                  <a:lnTo>
                    <a:pt x="5517158" y="1981818"/>
                  </a:lnTo>
                  <a:lnTo>
                    <a:pt x="5517345" y="1984553"/>
                  </a:lnTo>
                  <a:lnTo>
                    <a:pt x="5517532" y="1988299"/>
                  </a:lnTo>
                  <a:lnTo>
                    <a:pt x="5517719" y="1992971"/>
                  </a:lnTo>
                  <a:lnTo>
                    <a:pt x="5517906" y="1998749"/>
                  </a:lnTo>
                  <a:lnTo>
                    <a:pt x="5518093" y="2005837"/>
                  </a:lnTo>
                  <a:lnTo>
                    <a:pt x="5518280" y="2014777"/>
                  </a:lnTo>
                  <a:lnTo>
                    <a:pt x="5518467" y="2023837"/>
                  </a:lnTo>
                  <a:lnTo>
                    <a:pt x="5518654" y="2032565"/>
                  </a:lnTo>
                  <a:lnTo>
                    <a:pt x="5518841" y="2040503"/>
                  </a:lnTo>
                  <a:lnTo>
                    <a:pt x="5519028" y="2047813"/>
                  </a:lnTo>
                  <a:lnTo>
                    <a:pt x="5519215" y="2055052"/>
                  </a:lnTo>
                  <a:lnTo>
                    <a:pt x="5519401" y="2062468"/>
                  </a:lnTo>
                  <a:lnTo>
                    <a:pt x="5519588" y="2069657"/>
                  </a:lnTo>
                  <a:lnTo>
                    <a:pt x="5519775" y="2075759"/>
                  </a:lnTo>
                  <a:lnTo>
                    <a:pt x="5519962" y="2081490"/>
                  </a:lnTo>
                  <a:lnTo>
                    <a:pt x="5520149" y="2087630"/>
                  </a:lnTo>
                  <a:lnTo>
                    <a:pt x="5520336" y="2092616"/>
                  </a:lnTo>
                  <a:lnTo>
                    <a:pt x="5520523" y="2097119"/>
                  </a:lnTo>
                  <a:lnTo>
                    <a:pt x="5520710" y="2100584"/>
                  </a:lnTo>
                  <a:lnTo>
                    <a:pt x="5520897" y="2101741"/>
                  </a:lnTo>
                  <a:lnTo>
                    <a:pt x="5521084" y="2100791"/>
                  </a:lnTo>
                  <a:lnTo>
                    <a:pt x="5521271" y="2099017"/>
                  </a:lnTo>
                  <a:lnTo>
                    <a:pt x="5521458" y="2097175"/>
                  </a:lnTo>
                  <a:lnTo>
                    <a:pt x="5521645" y="2095729"/>
                  </a:lnTo>
                  <a:lnTo>
                    <a:pt x="5521831" y="2094461"/>
                  </a:lnTo>
                  <a:lnTo>
                    <a:pt x="5522018" y="2093215"/>
                  </a:lnTo>
                  <a:lnTo>
                    <a:pt x="5522205" y="2091721"/>
                  </a:lnTo>
                  <a:lnTo>
                    <a:pt x="5522392" y="2090251"/>
                  </a:lnTo>
                  <a:lnTo>
                    <a:pt x="5522579" y="2088992"/>
                  </a:lnTo>
                  <a:lnTo>
                    <a:pt x="5522766" y="2088207"/>
                  </a:lnTo>
                  <a:lnTo>
                    <a:pt x="5522953" y="2087792"/>
                  </a:lnTo>
                  <a:lnTo>
                    <a:pt x="5523140" y="2087762"/>
                  </a:lnTo>
                  <a:lnTo>
                    <a:pt x="5523327" y="2088078"/>
                  </a:lnTo>
                  <a:lnTo>
                    <a:pt x="5523514" y="2088625"/>
                  </a:lnTo>
                  <a:lnTo>
                    <a:pt x="5523701" y="2089530"/>
                  </a:lnTo>
                  <a:lnTo>
                    <a:pt x="5523888" y="2090578"/>
                  </a:lnTo>
                  <a:lnTo>
                    <a:pt x="5524074" y="2091190"/>
                  </a:lnTo>
                  <a:lnTo>
                    <a:pt x="5524261" y="2091508"/>
                  </a:lnTo>
                  <a:lnTo>
                    <a:pt x="5524448" y="2091987"/>
                  </a:lnTo>
                  <a:lnTo>
                    <a:pt x="5524635" y="2092360"/>
                  </a:lnTo>
                  <a:lnTo>
                    <a:pt x="5524822" y="2093187"/>
                  </a:lnTo>
                  <a:lnTo>
                    <a:pt x="5525009" y="2094133"/>
                  </a:lnTo>
                  <a:lnTo>
                    <a:pt x="5525196" y="2095601"/>
                  </a:lnTo>
                  <a:lnTo>
                    <a:pt x="5525383" y="2097540"/>
                  </a:lnTo>
                  <a:lnTo>
                    <a:pt x="5525570" y="2099539"/>
                  </a:lnTo>
                  <a:lnTo>
                    <a:pt x="5525757" y="2102252"/>
                  </a:lnTo>
                  <a:lnTo>
                    <a:pt x="5525944" y="2104724"/>
                  </a:lnTo>
                  <a:lnTo>
                    <a:pt x="5526131" y="2106586"/>
                  </a:lnTo>
                  <a:lnTo>
                    <a:pt x="5526318" y="2108766"/>
                  </a:lnTo>
                  <a:lnTo>
                    <a:pt x="5526504" y="2110863"/>
                  </a:lnTo>
                  <a:lnTo>
                    <a:pt x="5526691" y="2113365"/>
                  </a:lnTo>
                  <a:lnTo>
                    <a:pt x="5526878" y="2116417"/>
                  </a:lnTo>
                  <a:lnTo>
                    <a:pt x="5527065" y="2119402"/>
                  </a:lnTo>
                  <a:lnTo>
                    <a:pt x="5527252" y="2122307"/>
                  </a:lnTo>
                  <a:lnTo>
                    <a:pt x="5527439" y="2125720"/>
                  </a:lnTo>
                  <a:lnTo>
                    <a:pt x="5527626" y="2128843"/>
                  </a:lnTo>
                  <a:lnTo>
                    <a:pt x="5527813" y="2131752"/>
                  </a:lnTo>
                  <a:lnTo>
                    <a:pt x="5528000" y="2135436"/>
                  </a:lnTo>
                  <a:lnTo>
                    <a:pt x="5528187" y="2138736"/>
                  </a:lnTo>
                  <a:lnTo>
                    <a:pt x="5528374" y="2142024"/>
                  </a:lnTo>
                  <a:lnTo>
                    <a:pt x="5528561" y="2146243"/>
                  </a:lnTo>
                  <a:lnTo>
                    <a:pt x="5528748" y="2150706"/>
                  </a:lnTo>
                  <a:lnTo>
                    <a:pt x="5528934" y="2155573"/>
                  </a:lnTo>
                  <a:lnTo>
                    <a:pt x="5529121" y="2160444"/>
                  </a:lnTo>
                  <a:lnTo>
                    <a:pt x="5529308" y="2164983"/>
                  </a:lnTo>
                  <a:lnTo>
                    <a:pt x="5529495" y="2169057"/>
                  </a:lnTo>
                  <a:lnTo>
                    <a:pt x="5529682" y="2171991"/>
                  </a:lnTo>
                  <a:lnTo>
                    <a:pt x="5529869" y="2174624"/>
                  </a:lnTo>
                  <a:lnTo>
                    <a:pt x="5530056" y="2177308"/>
                  </a:lnTo>
                  <a:lnTo>
                    <a:pt x="5530243" y="2180009"/>
                  </a:lnTo>
                  <a:lnTo>
                    <a:pt x="5530430" y="2183249"/>
                  </a:lnTo>
                  <a:lnTo>
                    <a:pt x="5530617" y="2186537"/>
                  </a:lnTo>
                  <a:lnTo>
                    <a:pt x="5530804" y="2190215"/>
                  </a:lnTo>
                  <a:lnTo>
                    <a:pt x="5530991" y="2193323"/>
                  </a:lnTo>
                  <a:lnTo>
                    <a:pt x="5531177" y="2196220"/>
                  </a:lnTo>
                  <a:lnTo>
                    <a:pt x="5531364" y="2198208"/>
                  </a:lnTo>
                  <a:lnTo>
                    <a:pt x="5531551" y="2200288"/>
                  </a:lnTo>
                  <a:lnTo>
                    <a:pt x="5531738" y="2202448"/>
                  </a:lnTo>
                  <a:lnTo>
                    <a:pt x="5531925" y="2204332"/>
                  </a:lnTo>
                  <a:lnTo>
                    <a:pt x="5532112" y="2206124"/>
                  </a:lnTo>
                  <a:lnTo>
                    <a:pt x="5532299" y="2208547"/>
                  </a:lnTo>
                  <a:lnTo>
                    <a:pt x="5532486" y="2211273"/>
                  </a:lnTo>
                  <a:lnTo>
                    <a:pt x="5532673" y="2213851"/>
                  </a:lnTo>
                  <a:lnTo>
                    <a:pt x="5532860" y="2216438"/>
                  </a:lnTo>
                  <a:lnTo>
                    <a:pt x="5533047" y="2219097"/>
                  </a:lnTo>
                  <a:lnTo>
                    <a:pt x="5533234" y="2221208"/>
                  </a:lnTo>
                  <a:lnTo>
                    <a:pt x="5533421" y="2223059"/>
                  </a:lnTo>
                  <a:lnTo>
                    <a:pt x="5533607" y="2224932"/>
                  </a:lnTo>
                  <a:lnTo>
                    <a:pt x="5533794" y="2226427"/>
                  </a:lnTo>
                  <a:lnTo>
                    <a:pt x="5533981" y="2227280"/>
                  </a:lnTo>
                  <a:lnTo>
                    <a:pt x="5534168" y="2227078"/>
                  </a:lnTo>
                  <a:lnTo>
                    <a:pt x="5534355" y="2226485"/>
                  </a:lnTo>
                  <a:lnTo>
                    <a:pt x="5534542" y="2225230"/>
                  </a:lnTo>
                  <a:lnTo>
                    <a:pt x="5534729" y="2223482"/>
                  </a:lnTo>
                  <a:lnTo>
                    <a:pt x="5534916" y="2222329"/>
                  </a:lnTo>
                  <a:lnTo>
                    <a:pt x="5535103" y="2220887"/>
                  </a:lnTo>
                  <a:lnTo>
                    <a:pt x="5535290" y="2219375"/>
                  </a:lnTo>
                  <a:lnTo>
                    <a:pt x="5535477" y="2217965"/>
                  </a:lnTo>
                  <a:lnTo>
                    <a:pt x="5535664" y="2216663"/>
                  </a:lnTo>
                  <a:lnTo>
                    <a:pt x="5535850" y="2215450"/>
                  </a:lnTo>
                  <a:lnTo>
                    <a:pt x="5536037" y="2214632"/>
                  </a:lnTo>
                  <a:lnTo>
                    <a:pt x="5536224" y="2213454"/>
                  </a:lnTo>
                  <a:lnTo>
                    <a:pt x="5536411" y="2211523"/>
                  </a:lnTo>
                  <a:lnTo>
                    <a:pt x="5536598" y="2209075"/>
                  </a:lnTo>
                  <a:lnTo>
                    <a:pt x="5536785" y="2206795"/>
                  </a:lnTo>
                  <a:lnTo>
                    <a:pt x="5536972" y="2205412"/>
                  </a:lnTo>
                  <a:lnTo>
                    <a:pt x="5537159" y="2203979"/>
                  </a:lnTo>
                  <a:lnTo>
                    <a:pt x="5537346" y="2203745"/>
                  </a:lnTo>
                  <a:lnTo>
                    <a:pt x="5537533" y="2204089"/>
                  </a:lnTo>
                  <a:lnTo>
                    <a:pt x="5537720" y="2204516"/>
                  </a:lnTo>
                  <a:lnTo>
                    <a:pt x="5537907" y="2204557"/>
                  </a:lnTo>
                  <a:lnTo>
                    <a:pt x="5538094" y="2203640"/>
                  </a:lnTo>
                  <a:lnTo>
                    <a:pt x="5538280" y="2202024"/>
                  </a:lnTo>
                  <a:lnTo>
                    <a:pt x="5538467" y="2200289"/>
                  </a:lnTo>
                  <a:lnTo>
                    <a:pt x="5538654" y="2198596"/>
                  </a:lnTo>
                  <a:lnTo>
                    <a:pt x="5538841" y="2196462"/>
                  </a:lnTo>
                  <a:lnTo>
                    <a:pt x="5539028" y="2194108"/>
                  </a:lnTo>
                  <a:lnTo>
                    <a:pt x="5539215" y="2191848"/>
                  </a:lnTo>
                  <a:lnTo>
                    <a:pt x="5539402" y="2189384"/>
                  </a:lnTo>
                  <a:lnTo>
                    <a:pt x="5539589" y="2186006"/>
                  </a:lnTo>
                  <a:lnTo>
                    <a:pt x="5539776" y="2182179"/>
                  </a:lnTo>
                  <a:lnTo>
                    <a:pt x="5539963" y="2178257"/>
                  </a:lnTo>
                  <a:lnTo>
                    <a:pt x="5540150" y="2173764"/>
                  </a:lnTo>
                  <a:lnTo>
                    <a:pt x="5540337" y="2168922"/>
                  </a:lnTo>
                  <a:lnTo>
                    <a:pt x="5540524" y="2163897"/>
                  </a:lnTo>
                  <a:lnTo>
                    <a:pt x="5540710" y="2158449"/>
                  </a:lnTo>
                  <a:lnTo>
                    <a:pt x="5540897" y="2152963"/>
                  </a:lnTo>
                  <a:lnTo>
                    <a:pt x="5541084" y="2145802"/>
                  </a:lnTo>
                  <a:lnTo>
                    <a:pt x="5541271" y="2139068"/>
                  </a:lnTo>
                  <a:lnTo>
                    <a:pt x="5541458" y="2131937"/>
                  </a:lnTo>
                  <a:lnTo>
                    <a:pt x="5541645" y="2123893"/>
                  </a:lnTo>
                  <a:lnTo>
                    <a:pt x="5541832" y="2116386"/>
                  </a:lnTo>
                  <a:lnTo>
                    <a:pt x="5542019" y="2110245"/>
                  </a:lnTo>
                  <a:lnTo>
                    <a:pt x="5542206" y="2104023"/>
                  </a:lnTo>
                  <a:lnTo>
                    <a:pt x="5542393" y="2097008"/>
                  </a:lnTo>
                  <a:lnTo>
                    <a:pt x="5542580" y="2090121"/>
                  </a:lnTo>
                  <a:lnTo>
                    <a:pt x="5542767" y="2082912"/>
                  </a:lnTo>
                  <a:lnTo>
                    <a:pt x="5542953" y="2074925"/>
                  </a:lnTo>
                  <a:lnTo>
                    <a:pt x="5543140" y="2066604"/>
                  </a:lnTo>
                  <a:lnTo>
                    <a:pt x="5543327" y="2057859"/>
                  </a:lnTo>
                  <a:lnTo>
                    <a:pt x="5543514" y="2049880"/>
                  </a:lnTo>
                  <a:lnTo>
                    <a:pt x="5543701" y="2042466"/>
                  </a:lnTo>
                  <a:lnTo>
                    <a:pt x="5543888" y="2035584"/>
                  </a:lnTo>
                  <a:lnTo>
                    <a:pt x="5544075" y="2028913"/>
                  </a:lnTo>
                  <a:lnTo>
                    <a:pt x="5544262" y="2022627"/>
                  </a:lnTo>
                  <a:lnTo>
                    <a:pt x="5544449" y="2016829"/>
                  </a:lnTo>
                  <a:lnTo>
                    <a:pt x="5544636" y="2010418"/>
                  </a:lnTo>
                  <a:lnTo>
                    <a:pt x="5544823" y="2004108"/>
                  </a:lnTo>
                  <a:lnTo>
                    <a:pt x="5545010" y="1998324"/>
                  </a:lnTo>
                  <a:lnTo>
                    <a:pt x="5545197" y="1991934"/>
                  </a:lnTo>
                  <a:lnTo>
                    <a:pt x="5545383" y="1985416"/>
                  </a:lnTo>
                  <a:lnTo>
                    <a:pt x="5545570" y="1978760"/>
                  </a:lnTo>
                  <a:lnTo>
                    <a:pt x="5545757" y="1972326"/>
                  </a:lnTo>
                  <a:lnTo>
                    <a:pt x="5545944" y="1965348"/>
                  </a:lnTo>
                  <a:lnTo>
                    <a:pt x="5546131" y="1958292"/>
                  </a:lnTo>
                  <a:lnTo>
                    <a:pt x="5546318" y="1950746"/>
                  </a:lnTo>
                  <a:lnTo>
                    <a:pt x="5546505" y="1944187"/>
                  </a:lnTo>
                  <a:lnTo>
                    <a:pt x="5546692" y="1938923"/>
                  </a:lnTo>
                  <a:lnTo>
                    <a:pt x="5546879" y="1934528"/>
                  </a:lnTo>
                  <a:lnTo>
                    <a:pt x="5547066" y="1930541"/>
                  </a:lnTo>
                  <a:lnTo>
                    <a:pt x="5547253" y="1927225"/>
                  </a:lnTo>
                  <a:lnTo>
                    <a:pt x="5547440" y="1925034"/>
                  </a:lnTo>
                  <a:lnTo>
                    <a:pt x="5547627" y="1922673"/>
                  </a:lnTo>
                  <a:lnTo>
                    <a:pt x="5547813" y="1919847"/>
                  </a:lnTo>
                  <a:lnTo>
                    <a:pt x="5548000" y="1916593"/>
                  </a:lnTo>
                  <a:lnTo>
                    <a:pt x="5548187" y="1913109"/>
                  </a:lnTo>
                  <a:lnTo>
                    <a:pt x="5548374" y="1909751"/>
                  </a:lnTo>
                  <a:lnTo>
                    <a:pt x="5548561" y="1906425"/>
                  </a:lnTo>
                  <a:lnTo>
                    <a:pt x="5548748" y="1902977"/>
                  </a:lnTo>
                  <a:lnTo>
                    <a:pt x="5548935" y="1899468"/>
                  </a:lnTo>
                  <a:lnTo>
                    <a:pt x="5549122" y="1896004"/>
                  </a:lnTo>
                  <a:lnTo>
                    <a:pt x="5549309" y="1892724"/>
                  </a:lnTo>
                  <a:lnTo>
                    <a:pt x="5549496" y="1889933"/>
                  </a:lnTo>
                  <a:lnTo>
                    <a:pt x="5549683" y="1887824"/>
                  </a:lnTo>
                  <a:lnTo>
                    <a:pt x="5549870" y="1885754"/>
                  </a:lnTo>
                  <a:lnTo>
                    <a:pt x="5550056" y="1883295"/>
                  </a:lnTo>
                  <a:lnTo>
                    <a:pt x="5550243" y="1880792"/>
                  </a:lnTo>
                  <a:lnTo>
                    <a:pt x="5550430" y="1878345"/>
                  </a:lnTo>
                  <a:lnTo>
                    <a:pt x="5550617" y="1875822"/>
                  </a:lnTo>
                  <a:lnTo>
                    <a:pt x="5550804" y="1873252"/>
                  </a:lnTo>
                  <a:lnTo>
                    <a:pt x="5550991" y="1871331"/>
                  </a:lnTo>
                  <a:lnTo>
                    <a:pt x="5551178" y="1869379"/>
                  </a:lnTo>
                  <a:lnTo>
                    <a:pt x="5551365" y="1867536"/>
                  </a:lnTo>
                  <a:lnTo>
                    <a:pt x="5551552" y="1865931"/>
                  </a:lnTo>
                  <a:lnTo>
                    <a:pt x="5551739" y="1864557"/>
                  </a:lnTo>
                  <a:lnTo>
                    <a:pt x="5551926" y="1862882"/>
                  </a:lnTo>
                  <a:lnTo>
                    <a:pt x="5552113" y="1861356"/>
                  </a:lnTo>
                  <a:lnTo>
                    <a:pt x="5552300" y="1859379"/>
                  </a:lnTo>
                  <a:lnTo>
                    <a:pt x="5552486" y="1857275"/>
                  </a:lnTo>
                  <a:lnTo>
                    <a:pt x="5552673" y="1854990"/>
                  </a:lnTo>
                  <a:lnTo>
                    <a:pt x="5552860" y="1852981"/>
                  </a:lnTo>
                  <a:lnTo>
                    <a:pt x="5553047" y="1851348"/>
                  </a:lnTo>
                  <a:lnTo>
                    <a:pt x="5553234" y="1850320"/>
                  </a:lnTo>
                  <a:lnTo>
                    <a:pt x="5553421" y="1848694"/>
                  </a:lnTo>
                  <a:lnTo>
                    <a:pt x="5553608" y="1847718"/>
                  </a:lnTo>
                  <a:lnTo>
                    <a:pt x="5553795" y="1846873"/>
                  </a:lnTo>
                  <a:lnTo>
                    <a:pt x="5553982" y="1845716"/>
                  </a:lnTo>
                  <a:lnTo>
                    <a:pt x="5554169" y="1843337"/>
                  </a:lnTo>
                  <a:lnTo>
                    <a:pt x="5554356" y="1839853"/>
                  </a:lnTo>
                  <a:lnTo>
                    <a:pt x="5554543" y="1836004"/>
                  </a:lnTo>
                  <a:lnTo>
                    <a:pt x="5554729" y="1831054"/>
                  </a:lnTo>
                  <a:lnTo>
                    <a:pt x="5554916" y="1825837"/>
                  </a:lnTo>
                  <a:lnTo>
                    <a:pt x="5555103" y="1820661"/>
                  </a:lnTo>
                  <a:lnTo>
                    <a:pt x="5555290" y="1815415"/>
                  </a:lnTo>
                  <a:lnTo>
                    <a:pt x="5555477" y="1810736"/>
                  </a:lnTo>
                  <a:lnTo>
                    <a:pt x="5555664" y="1806314"/>
                  </a:lnTo>
                  <a:lnTo>
                    <a:pt x="5555851" y="1802081"/>
                  </a:lnTo>
                  <a:lnTo>
                    <a:pt x="5556038" y="1797673"/>
                  </a:lnTo>
                  <a:lnTo>
                    <a:pt x="5556225" y="1793641"/>
                  </a:lnTo>
                  <a:lnTo>
                    <a:pt x="5556412" y="1789983"/>
                  </a:lnTo>
                  <a:lnTo>
                    <a:pt x="5556599" y="1786156"/>
                  </a:lnTo>
                  <a:lnTo>
                    <a:pt x="5556786" y="1782661"/>
                  </a:lnTo>
                  <a:lnTo>
                    <a:pt x="5556973" y="1779610"/>
                  </a:lnTo>
                  <a:lnTo>
                    <a:pt x="5557159" y="1776497"/>
                  </a:lnTo>
                  <a:lnTo>
                    <a:pt x="5557346" y="1773087"/>
                  </a:lnTo>
                  <a:lnTo>
                    <a:pt x="5557533" y="1769331"/>
                  </a:lnTo>
                  <a:lnTo>
                    <a:pt x="5557720" y="1765281"/>
                  </a:lnTo>
                  <a:lnTo>
                    <a:pt x="5557907" y="1761095"/>
                  </a:lnTo>
                  <a:lnTo>
                    <a:pt x="5558094" y="1757243"/>
                  </a:lnTo>
                  <a:lnTo>
                    <a:pt x="5558281" y="1753060"/>
                  </a:lnTo>
                  <a:lnTo>
                    <a:pt x="5558468" y="1748882"/>
                  </a:lnTo>
                  <a:lnTo>
                    <a:pt x="5558655" y="1744041"/>
                  </a:lnTo>
                  <a:lnTo>
                    <a:pt x="5558842" y="1738768"/>
                  </a:lnTo>
                  <a:lnTo>
                    <a:pt x="5559029" y="1732535"/>
                  </a:lnTo>
                  <a:lnTo>
                    <a:pt x="5559216" y="1726953"/>
                  </a:lnTo>
                  <a:lnTo>
                    <a:pt x="5559403" y="1721056"/>
                  </a:lnTo>
                  <a:lnTo>
                    <a:pt x="5559589" y="1714464"/>
                  </a:lnTo>
                  <a:lnTo>
                    <a:pt x="5559776" y="1707105"/>
                  </a:lnTo>
                  <a:lnTo>
                    <a:pt x="5559963" y="1699553"/>
                  </a:lnTo>
                  <a:lnTo>
                    <a:pt x="5560150" y="1692602"/>
                  </a:lnTo>
                  <a:lnTo>
                    <a:pt x="5560337" y="1685941"/>
                  </a:lnTo>
                  <a:lnTo>
                    <a:pt x="5560524" y="1678808"/>
                  </a:lnTo>
                  <a:lnTo>
                    <a:pt x="5560711" y="1671579"/>
                  </a:lnTo>
                  <a:lnTo>
                    <a:pt x="5560898" y="1664345"/>
                  </a:lnTo>
                  <a:lnTo>
                    <a:pt x="5561085" y="1656615"/>
                  </a:lnTo>
                  <a:lnTo>
                    <a:pt x="5561272" y="1648327"/>
                  </a:lnTo>
                  <a:lnTo>
                    <a:pt x="5561459" y="1640042"/>
                  </a:lnTo>
                  <a:lnTo>
                    <a:pt x="5561646" y="1632127"/>
                  </a:lnTo>
                  <a:lnTo>
                    <a:pt x="5561832" y="1623820"/>
                  </a:lnTo>
                  <a:lnTo>
                    <a:pt x="5562019" y="1615108"/>
                  </a:lnTo>
                  <a:lnTo>
                    <a:pt x="5562206" y="1606824"/>
                  </a:lnTo>
                  <a:lnTo>
                    <a:pt x="5562393" y="1599335"/>
                  </a:lnTo>
                  <a:lnTo>
                    <a:pt x="5562580" y="1592217"/>
                  </a:lnTo>
                  <a:lnTo>
                    <a:pt x="5562767" y="1585091"/>
                  </a:lnTo>
                  <a:lnTo>
                    <a:pt x="5562954" y="1577517"/>
                  </a:lnTo>
                  <a:lnTo>
                    <a:pt x="5563141" y="1571442"/>
                  </a:lnTo>
                  <a:lnTo>
                    <a:pt x="5563328" y="1565636"/>
                  </a:lnTo>
                  <a:lnTo>
                    <a:pt x="5563515" y="1560200"/>
                  </a:lnTo>
                  <a:lnTo>
                    <a:pt x="5563702" y="1554639"/>
                  </a:lnTo>
                  <a:lnTo>
                    <a:pt x="5563889" y="1549766"/>
                  </a:lnTo>
                  <a:lnTo>
                    <a:pt x="5564076" y="1545451"/>
                  </a:lnTo>
                  <a:lnTo>
                    <a:pt x="5564262" y="1541585"/>
                  </a:lnTo>
                  <a:lnTo>
                    <a:pt x="5564449" y="1537970"/>
                  </a:lnTo>
                  <a:lnTo>
                    <a:pt x="5564636" y="1534961"/>
                  </a:lnTo>
                  <a:lnTo>
                    <a:pt x="5564823" y="1532402"/>
                  </a:lnTo>
                  <a:lnTo>
                    <a:pt x="5565010" y="1529847"/>
                  </a:lnTo>
                  <a:lnTo>
                    <a:pt x="5565197" y="1527266"/>
                  </a:lnTo>
                  <a:lnTo>
                    <a:pt x="5565384" y="1524607"/>
                  </a:lnTo>
                  <a:lnTo>
                    <a:pt x="5565571" y="1521947"/>
                  </a:lnTo>
                  <a:lnTo>
                    <a:pt x="5565758" y="1520242"/>
                  </a:lnTo>
                  <a:lnTo>
                    <a:pt x="5565945" y="1518214"/>
                  </a:lnTo>
                  <a:lnTo>
                    <a:pt x="5566132" y="1515249"/>
                  </a:lnTo>
                  <a:lnTo>
                    <a:pt x="5566319" y="1512456"/>
                  </a:lnTo>
                  <a:lnTo>
                    <a:pt x="5566505" y="1509687"/>
                  </a:lnTo>
                  <a:lnTo>
                    <a:pt x="5566692" y="1507082"/>
                  </a:lnTo>
                  <a:lnTo>
                    <a:pt x="5566879" y="1504665"/>
                  </a:lnTo>
                  <a:lnTo>
                    <a:pt x="5567066" y="1502927"/>
                  </a:lnTo>
                  <a:lnTo>
                    <a:pt x="5567253" y="1501989"/>
                  </a:lnTo>
                  <a:lnTo>
                    <a:pt x="5567440" y="1501348"/>
                  </a:lnTo>
                  <a:lnTo>
                    <a:pt x="5567627" y="1500935"/>
                  </a:lnTo>
                  <a:lnTo>
                    <a:pt x="5567814" y="1500480"/>
                  </a:lnTo>
                  <a:lnTo>
                    <a:pt x="5568001" y="1499768"/>
                  </a:lnTo>
                  <a:lnTo>
                    <a:pt x="5568188" y="1499526"/>
                  </a:lnTo>
                  <a:lnTo>
                    <a:pt x="5568375" y="1499255"/>
                  </a:lnTo>
                  <a:lnTo>
                    <a:pt x="5568562" y="1498745"/>
                  </a:lnTo>
                  <a:lnTo>
                    <a:pt x="5568749" y="1498428"/>
                  </a:lnTo>
                  <a:lnTo>
                    <a:pt x="5568935" y="1498508"/>
                  </a:lnTo>
                  <a:lnTo>
                    <a:pt x="5569122" y="1498508"/>
                  </a:lnTo>
                  <a:lnTo>
                    <a:pt x="5569309" y="1498983"/>
                  </a:lnTo>
                  <a:lnTo>
                    <a:pt x="5569496" y="1499739"/>
                  </a:lnTo>
                  <a:lnTo>
                    <a:pt x="5569683" y="1500108"/>
                  </a:lnTo>
                  <a:lnTo>
                    <a:pt x="5569870" y="1499950"/>
                  </a:lnTo>
                  <a:lnTo>
                    <a:pt x="5570057" y="1499405"/>
                  </a:lnTo>
                  <a:lnTo>
                    <a:pt x="5570244" y="1498930"/>
                  </a:lnTo>
                  <a:lnTo>
                    <a:pt x="5570431" y="1498824"/>
                  </a:lnTo>
                  <a:lnTo>
                    <a:pt x="5570618" y="1498859"/>
                  </a:lnTo>
                  <a:lnTo>
                    <a:pt x="5570805" y="1499220"/>
                  </a:lnTo>
                  <a:lnTo>
                    <a:pt x="5570992" y="1499502"/>
                  </a:lnTo>
                  <a:lnTo>
                    <a:pt x="5571179" y="1499924"/>
                  </a:lnTo>
                  <a:lnTo>
                    <a:pt x="5571365" y="1500707"/>
                  </a:lnTo>
                  <a:lnTo>
                    <a:pt x="5571552" y="1502175"/>
                  </a:lnTo>
                  <a:lnTo>
                    <a:pt x="5571739" y="1503750"/>
                  </a:lnTo>
                  <a:lnTo>
                    <a:pt x="5571926" y="1506002"/>
                  </a:lnTo>
                  <a:lnTo>
                    <a:pt x="5572113" y="1507884"/>
                  </a:lnTo>
                  <a:lnTo>
                    <a:pt x="5572300" y="1508810"/>
                  </a:lnTo>
                  <a:lnTo>
                    <a:pt x="5572487" y="1509987"/>
                  </a:lnTo>
                  <a:lnTo>
                    <a:pt x="5572674" y="1511321"/>
                  </a:lnTo>
                  <a:lnTo>
                    <a:pt x="5572861" y="1512645"/>
                  </a:lnTo>
                  <a:lnTo>
                    <a:pt x="5573048" y="1513120"/>
                  </a:lnTo>
                  <a:lnTo>
                    <a:pt x="5573235" y="1512969"/>
                  </a:lnTo>
                  <a:lnTo>
                    <a:pt x="5573422" y="1512754"/>
                  </a:lnTo>
                  <a:lnTo>
                    <a:pt x="5573608" y="1513055"/>
                  </a:lnTo>
                  <a:lnTo>
                    <a:pt x="5573795" y="1514231"/>
                  </a:lnTo>
                  <a:lnTo>
                    <a:pt x="5573982" y="1515607"/>
                  </a:lnTo>
                  <a:lnTo>
                    <a:pt x="5574169" y="1516151"/>
                  </a:lnTo>
                  <a:lnTo>
                    <a:pt x="5574356" y="1515858"/>
                  </a:lnTo>
                  <a:lnTo>
                    <a:pt x="5574543" y="1515846"/>
                  </a:lnTo>
                  <a:lnTo>
                    <a:pt x="5574730" y="1515628"/>
                  </a:lnTo>
                  <a:lnTo>
                    <a:pt x="5574917" y="1515888"/>
                  </a:lnTo>
                  <a:lnTo>
                    <a:pt x="5575104" y="1516276"/>
                  </a:lnTo>
                  <a:lnTo>
                    <a:pt x="5575291" y="1516831"/>
                  </a:lnTo>
                  <a:lnTo>
                    <a:pt x="5575478" y="1517427"/>
                  </a:lnTo>
                  <a:lnTo>
                    <a:pt x="5575665" y="1518269"/>
                  </a:lnTo>
                  <a:lnTo>
                    <a:pt x="5575852" y="1519923"/>
                  </a:lnTo>
                  <a:lnTo>
                    <a:pt x="5576038" y="1522052"/>
                  </a:lnTo>
                  <a:lnTo>
                    <a:pt x="5576225" y="1524612"/>
                  </a:lnTo>
                  <a:lnTo>
                    <a:pt x="5576412" y="1527653"/>
                  </a:lnTo>
                  <a:lnTo>
                    <a:pt x="5576599" y="1530276"/>
                  </a:lnTo>
                  <a:lnTo>
                    <a:pt x="5576786" y="1533211"/>
                  </a:lnTo>
                  <a:lnTo>
                    <a:pt x="5576973" y="1536919"/>
                  </a:lnTo>
                  <a:lnTo>
                    <a:pt x="5577160" y="1540910"/>
                  </a:lnTo>
                  <a:lnTo>
                    <a:pt x="5577347" y="1544984"/>
                  </a:lnTo>
                  <a:lnTo>
                    <a:pt x="5577534" y="1549270"/>
                  </a:lnTo>
                  <a:lnTo>
                    <a:pt x="5577721" y="1553413"/>
                  </a:lnTo>
                  <a:lnTo>
                    <a:pt x="5577908" y="1557597"/>
                  </a:lnTo>
                  <a:lnTo>
                    <a:pt x="5578095" y="1562210"/>
                  </a:lnTo>
                  <a:lnTo>
                    <a:pt x="5578282" y="1567344"/>
                  </a:lnTo>
                  <a:lnTo>
                    <a:pt x="5578468" y="1573686"/>
                  </a:lnTo>
                  <a:lnTo>
                    <a:pt x="5578655" y="1579157"/>
                  </a:lnTo>
                  <a:lnTo>
                    <a:pt x="5578842" y="1584584"/>
                  </a:lnTo>
                  <a:lnTo>
                    <a:pt x="5579029" y="1590618"/>
                  </a:lnTo>
                  <a:lnTo>
                    <a:pt x="5579216" y="1596036"/>
                  </a:lnTo>
                  <a:lnTo>
                    <a:pt x="5579403" y="1600144"/>
                  </a:lnTo>
                  <a:lnTo>
                    <a:pt x="5579590" y="1604449"/>
                  </a:lnTo>
                  <a:lnTo>
                    <a:pt x="5579777" y="1610138"/>
                  </a:lnTo>
                  <a:lnTo>
                    <a:pt x="5579964" y="1615810"/>
                  </a:lnTo>
                  <a:lnTo>
                    <a:pt x="5580151" y="1621491"/>
                  </a:lnTo>
                  <a:lnTo>
                    <a:pt x="5580338" y="1627522"/>
                  </a:lnTo>
                  <a:lnTo>
                    <a:pt x="5580525" y="1633556"/>
                  </a:lnTo>
                  <a:lnTo>
                    <a:pt x="5580711" y="1639221"/>
                  </a:lnTo>
                  <a:lnTo>
                    <a:pt x="5580898" y="1643519"/>
                  </a:lnTo>
                  <a:lnTo>
                    <a:pt x="5581085" y="1646706"/>
                  </a:lnTo>
                  <a:lnTo>
                    <a:pt x="5581272" y="1649584"/>
                  </a:lnTo>
                  <a:lnTo>
                    <a:pt x="5581459" y="1651425"/>
                  </a:lnTo>
                  <a:lnTo>
                    <a:pt x="5581646" y="1652703"/>
                  </a:lnTo>
                  <a:lnTo>
                    <a:pt x="5581833" y="1654466"/>
                  </a:lnTo>
                  <a:lnTo>
                    <a:pt x="5582020" y="1656236"/>
                  </a:lnTo>
                  <a:lnTo>
                    <a:pt x="5582207" y="1657408"/>
                  </a:lnTo>
                  <a:lnTo>
                    <a:pt x="5582394" y="1658489"/>
                  </a:lnTo>
                  <a:lnTo>
                    <a:pt x="5582581" y="1659863"/>
                  </a:lnTo>
                  <a:lnTo>
                    <a:pt x="5582768" y="1661354"/>
                  </a:lnTo>
                  <a:lnTo>
                    <a:pt x="5582955" y="1663086"/>
                  </a:lnTo>
                  <a:lnTo>
                    <a:pt x="5583141" y="1664890"/>
                  </a:lnTo>
                  <a:lnTo>
                    <a:pt x="5583328" y="1667176"/>
                  </a:lnTo>
                  <a:lnTo>
                    <a:pt x="5583515" y="1669240"/>
                  </a:lnTo>
                  <a:lnTo>
                    <a:pt x="5583702" y="1671552"/>
                  </a:lnTo>
                  <a:lnTo>
                    <a:pt x="5583889" y="1672799"/>
                  </a:lnTo>
                  <a:lnTo>
                    <a:pt x="5584076" y="1672844"/>
                  </a:lnTo>
                  <a:lnTo>
                    <a:pt x="5584263" y="1673182"/>
                  </a:lnTo>
                  <a:lnTo>
                    <a:pt x="5584450" y="1673994"/>
                  </a:lnTo>
                  <a:lnTo>
                    <a:pt x="5584637" y="1674333"/>
                  </a:lnTo>
                  <a:lnTo>
                    <a:pt x="5584824" y="1674088"/>
                  </a:lnTo>
                  <a:lnTo>
                    <a:pt x="5585011" y="1674108"/>
                  </a:lnTo>
                  <a:lnTo>
                    <a:pt x="5585198" y="1674207"/>
                  </a:lnTo>
                  <a:lnTo>
                    <a:pt x="5585384" y="1674328"/>
                  </a:lnTo>
                  <a:lnTo>
                    <a:pt x="5585571" y="1673937"/>
                  </a:lnTo>
                  <a:lnTo>
                    <a:pt x="5585758" y="1673125"/>
                  </a:lnTo>
                  <a:lnTo>
                    <a:pt x="5585945" y="1672505"/>
                  </a:lnTo>
                  <a:lnTo>
                    <a:pt x="5586132" y="1671369"/>
                  </a:lnTo>
                  <a:lnTo>
                    <a:pt x="5586319" y="1670612"/>
                  </a:lnTo>
                  <a:lnTo>
                    <a:pt x="5586506" y="1670958"/>
                  </a:lnTo>
                  <a:lnTo>
                    <a:pt x="5586693" y="1671997"/>
                  </a:lnTo>
                  <a:lnTo>
                    <a:pt x="5586880" y="1673133"/>
                  </a:lnTo>
                  <a:lnTo>
                    <a:pt x="5587067" y="1674567"/>
                  </a:lnTo>
                  <a:lnTo>
                    <a:pt x="5587254" y="1675272"/>
                  </a:lnTo>
                  <a:lnTo>
                    <a:pt x="5587441" y="1675817"/>
                  </a:lnTo>
                  <a:lnTo>
                    <a:pt x="5587628" y="1676281"/>
                  </a:lnTo>
                  <a:lnTo>
                    <a:pt x="5587814" y="1677368"/>
                  </a:lnTo>
                  <a:lnTo>
                    <a:pt x="5588001" y="1678725"/>
                  </a:lnTo>
                  <a:lnTo>
                    <a:pt x="5588188" y="1681265"/>
                  </a:lnTo>
                  <a:lnTo>
                    <a:pt x="5588375" y="1684444"/>
                  </a:lnTo>
                  <a:lnTo>
                    <a:pt x="5588562" y="1688115"/>
                  </a:lnTo>
                  <a:lnTo>
                    <a:pt x="5588749" y="1691813"/>
                  </a:lnTo>
                  <a:lnTo>
                    <a:pt x="5588936" y="1695251"/>
                  </a:lnTo>
                  <a:lnTo>
                    <a:pt x="5589123" y="1698530"/>
                  </a:lnTo>
                  <a:lnTo>
                    <a:pt x="5589310" y="1701804"/>
                  </a:lnTo>
                  <a:lnTo>
                    <a:pt x="5589497" y="1704645"/>
                  </a:lnTo>
                  <a:lnTo>
                    <a:pt x="5589684" y="1707935"/>
                  </a:lnTo>
                  <a:lnTo>
                    <a:pt x="5589871" y="1711439"/>
                  </a:lnTo>
                  <a:lnTo>
                    <a:pt x="5590058" y="1715775"/>
                  </a:lnTo>
                  <a:lnTo>
                    <a:pt x="5590244" y="1720277"/>
                  </a:lnTo>
                  <a:lnTo>
                    <a:pt x="5590431" y="1723724"/>
                  </a:lnTo>
                  <a:lnTo>
                    <a:pt x="5590618" y="1726697"/>
                  </a:lnTo>
                  <a:lnTo>
                    <a:pt x="5590805" y="1729737"/>
                  </a:lnTo>
                  <a:lnTo>
                    <a:pt x="5590992" y="1732531"/>
                  </a:lnTo>
                  <a:lnTo>
                    <a:pt x="5591179" y="1735296"/>
                  </a:lnTo>
                  <a:lnTo>
                    <a:pt x="5591366" y="1738046"/>
                  </a:lnTo>
                  <a:lnTo>
                    <a:pt x="5591553" y="1741597"/>
                  </a:lnTo>
                  <a:lnTo>
                    <a:pt x="5591740" y="1745937"/>
                  </a:lnTo>
                  <a:lnTo>
                    <a:pt x="5591927" y="1749968"/>
                  </a:lnTo>
                  <a:lnTo>
                    <a:pt x="5592114" y="1753005"/>
                  </a:lnTo>
                  <a:lnTo>
                    <a:pt x="5592301" y="1755443"/>
                  </a:lnTo>
                  <a:lnTo>
                    <a:pt x="5592487" y="1756641"/>
                  </a:lnTo>
                  <a:lnTo>
                    <a:pt x="5592674" y="1756742"/>
                  </a:lnTo>
                  <a:lnTo>
                    <a:pt x="5592861" y="1755687"/>
                  </a:lnTo>
                  <a:lnTo>
                    <a:pt x="5593048" y="1753671"/>
                  </a:lnTo>
                  <a:lnTo>
                    <a:pt x="5593235" y="1751625"/>
                  </a:lnTo>
                  <a:lnTo>
                    <a:pt x="5593422" y="1749166"/>
                  </a:lnTo>
                  <a:lnTo>
                    <a:pt x="5593609" y="1745693"/>
                  </a:lnTo>
                  <a:lnTo>
                    <a:pt x="5593796" y="1741187"/>
                  </a:lnTo>
                  <a:lnTo>
                    <a:pt x="5593983" y="1736396"/>
                  </a:lnTo>
                  <a:lnTo>
                    <a:pt x="5594170" y="1730496"/>
                  </a:lnTo>
                  <a:lnTo>
                    <a:pt x="5594357" y="1723749"/>
                  </a:lnTo>
                  <a:lnTo>
                    <a:pt x="5594544" y="1717335"/>
                  </a:lnTo>
                  <a:lnTo>
                    <a:pt x="5594731" y="1711580"/>
                  </a:lnTo>
                  <a:lnTo>
                    <a:pt x="5594917" y="1705121"/>
                  </a:lnTo>
                  <a:lnTo>
                    <a:pt x="5595104" y="1699448"/>
                  </a:lnTo>
                  <a:lnTo>
                    <a:pt x="5595291" y="1694730"/>
                  </a:lnTo>
                  <a:lnTo>
                    <a:pt x="5595478" y="1690664"/>
                  </a:lnTo>
                  <a:lnTo>
                    <a:pt x="5595665" y="1687150"/>
                  </a:lnTo>
                  <a:lnTo>
                    <a:pt x="5595852" y="1684445"/>
                  </a:lnTo>
                  <a:lnTo>
                    <a:pt x="5596039" y="1682230"/>
                  </a:lnTo>
                  <a:lnTo>
                    <a:pt x="5596226" y="1681141"/>
                  </a:lnTo>
                  <a:lnTo>
                    <a:pt x="5596413" y="1681362"/>
                  </a:lnTo>
                  <a:lnTo>
                    <a:pt x="5596600" y="1681139"/>
                  </a:lnTo>
                  <a:lnTo>
                    <a:pt x="5596787" y="1681721"/>
                  </a:lnTo>
                  <a:lnTo>
                    <a:pt x="5596974" y="1684641"/>
                  </a:lnTo>
                  <a:lnTo>
                    <a:pt x="5597161" y="1688594"/>
                  </a:lnTo>
                  <a:lnTo>
                    <a:pt x="5597347" y="1691703"/>
                  </a:lnTo>
                  <a:lnTo>
                    <a:pt x="5597534" y="1693923"/>
                  </a:lnTo>
                  <a:lnTo>
                    <a:pt x="5597721" y="1696152"/>
                  </a:lnTo>
                  <a:lnTo>
                    <a:pt x="5597908" y="1698446"/>
                  </a:lnTo>
                  <a:lnTo>
                    <a:pt x="5598095" y="1700618"/>
                  </a:lnTo>
                  <a:lnTo>
                    <a:pt x="5598282" y="1702999"/>
                  </a:lnTo>
                  <a:lnTo>
                    <a:pt x="5598469" y="1705604"/>
                  </a:lnTo>
                  <a:lnTo>
                    <a:pt x="5598656" y="1708967"/>
                  </a:lnTo>
                  <a:lnTo>
                    <a:pt x="5598843" y="1713326"/>
                  </a:lnTo>
                  <a:lnTo>
                    <a:pt x="5599030" y="1718010"/>
                  </a:lnTo>
                  <a:lnTo>
                    <a:pt x="5599217" y="1722910"/>
                  </a:lnTo>
                  <a:lnTo>
                    <a:pt x="5599404" y="1728680"/>
                  </a:lnTo>
                  <a:lnTo>
                    <a:pt x="5599590" y="1734785"/>
                  </a:lnTo>
                  <a:lnTo>
                    <a:pt x="5599777" y="1740024"/>
                  </a:lnTo>
                  <a:lnTo>
                    <a:pt x="5599964" y="1744670"/>
                  </a:lnTo>
                  <a:lnTo>
                    <a:pt x="5600151" y="1749109"/>
                  </a:lnTo>
                  <a:lnTo>
                    <a:pt x="5600338" y="1754195"/>
                  </a:lnTo>
                  <a:lnTo>
                    <a:pt x="5600525" y="1757607"/>
                  </a:lnTo>
                  <a:lnTo>
                    <a:pt x="5600712" y="1761432"/>
                  </a:lnTo>
                  <a:lnTo>
                    <a:pt x="5600899" y="1765424"/>
                  </a:lnTo>
                  <a:lnTo>
                    <a:pt x="5601086" y="1769528"/>
                  </a:lnTo>
                  <a:lnTo>
                    <a:pt x="5601273" y="1773098"/>
                  </a:lnTo>
                  <a:lnTo>
                    <a:pt x="5601460" y="1776153"/>
                  </a:lnTo>
                  <a:lnTo>
                    <a:pt x="5601647" y="1778667"/>
                  </a:lnTo>
                  <a:lnTo>
                    <a:pt x="5601834" y="1780603"/>
                  </a:lnTo>
                  <a:lnTo>
                    <a:pt x="5602020" y="1782199"/>
                  </a:lnTo>
                  <a:lnTo>
                    <a:pt x="5602207" y="1783455"/>
                  </a:lnTo>
                  <a:lnTo>
                    <a:pt x="5602394" y="1783859"/>
                  </a:lnTo>
                  <a:lnTo>
                    <a:pt x="5602581" y="1783543"/>
                  </a:lnTo>
                  <a:lnTo>
                    <a:pt x="5602768" y="1782872"/>
                  </a:lnTo>
                  <a:lnTo>
                    <a:pt x="5602955" y="1781789"/>
                  </a:lnTo>
                  <a:lnTo>
                    <a:pt x="5603142" y="1779663"/>
                  </a:lnTo>
                  <a:lnTo>
                    <a:pt x="5603329" y="1776636"/>
                  </a:lnTo>
                  <a:lnTo>
                    <a:pt x="5603516" y="1774619"/>
                  </a:lnTo>
                  <a:lnTo>
                    <a:pt x="5603703" y="1772335"/>
                  </a:lnTo>
                  <a:lnTo>
                    <a:pt x="5603890" y="1769467"/>
                  </a:lnTo>
                  <a:lnTo>
                    <a:pt x="5604077" y="1765563"/>
                  </a:lnTo>
                  <a:lnTo>
                    <a:pt x="5604263" y="1760731"/>
                  </a:lnTo>
                  <a:lnTo>
                    <a:pt x="5604450" y="1755110"/>
                  </a:lnTo>
                  <a:lnTo>
                    <a:pt x="5604637" y="1748507"/>
                  </a:lnTo>
                  <a:lnTo>
                    <a:pt x="5604824" y="1741126"/>
                  </a:lnTo>
                  <a:lnTo>
                    <a:pt x="5605011" y="1732902"/>
                  </a:lnTo>
                  <a:lnTo>
                    <a:pt x="5605198" y="1724640"/>
                  </a:lnTo>
                  <a:lnTo>
                    <a:pt x="5605385" y="1715676"/>
                  </a:lnTo>
                  <a:lnTo>
                    <a:pt x="5605572" y="1706994"/>
                  </a:lnTo>
                  <a:lnTo>
                    <a:pt x="5605759" y="1699282"/>
                  </a:lnTo>
                  <a:lnTo>
                    <a:pt x="5605946" y="1691355"/>
                  </a:lnTo>
                  <a:lnTo>
                    <a:pt x="5606133" y="1685108"/>
                  </a:lnTo>
                  <a:lnTo>
                    <a:pt x="5606320" y="1679436"/>
                  </a:lnTo>
                  <a:lnTo>
                    <a:pt x="5606507" y="1674222"/>
                  </a:lnTo>
                  <a:lnTo>
                    <a:pt x="5606693" y="1668445"/>
                  </a:lnTo>
                  <a:lnTo>
                    <a:pt x="5606880" y="1663350"/>
                  </a:lnTo>
                  <a:lnTo>
                    <a:pt x="5607067" y="1658491"/>
                  </a:lnTo>
                  <a:lnTo>
                    <a:pt x="5607254" y="1654101"/>
                  </a:lnTo>
                  <a:lnTo>
                    <a:pt x="5607441" y="1650217"/>
                  </a:lnTo>
                  <a:lnTo>
                    <a:pt x="5607628" y="1646479"/>
                  </a:lnTo>
                  <a:lnTo>
                    <a:pt x="5607815" y="1642911"/>
                  </a:lnTo>
                  <a:lnTo>
                    <a:pt x="5608002" y="1639691"/>
                  </a:lnTo>
                  <a:lnTo>
                    <a:pt x="5608189" y="1636740"/>
                  </a:lnTo>
                  <a:lnTo>
                    <a:pt x="5608376" y="1634764"/>
                  </a:lnTo>
                  <a:lnTo>
                    <a:pt x="5608563" y="1632718"/>
                  </a:lnTo>
                  <a:lnTo>
                    <a:pt x="5608750" y="1631049"/>
                  </a:lnTo>
                  <a:lnTo>
                    <a:pt x="5608937" y="1629507"/>
                  </a:lnTo>
                  <a:lnTo>
                    <a:pt x="5609123" y="1627574"/>
                  </a:lnTo>
                  <a:lnTo>
                    <a:pt x="5609310" y="1624694"/>
                  </a:lnTo>
                  <a:lnTo>
                    <a:pt x="5609497" y="1623178"/>
                  </a:lnTo>
                  <a:lnTo>
                    <a:pt x="5609684" y="1621943"/>
                  </a:lnTo>
                  <a:lnTo>
                    <a:pt x="5609871" y="1620958"/>
                  </a:lnTo>
                  <a:lnTo>
                    <a:pt x="5610058" y="1618460"/>
                  </a:lnTo>
                  <a:lnTo>
                    <a:pt x="5610245" y="1614968"/>
                  </a:lnTo>
                  <a:lnTo>
                    <a:pt x="5610432" y="1611388"/>
                  </a:lnTo>
                  <a:lnTo>
                    <a:pt x="5610619" y="1607694"/>
                  </a:lnTo>
                  <a:lnTo>
                    <a:pt x="5610806" y="1603885"/>
                  </a:lnTo>
                  <a:lnTo>
                    <a:pt x="5610993" y="1599654"/>
                  </a:lnTo>
                  <a:lnTo>
                    <a:pt x="5611180" y="1594368"/>
                  </a:lnTo>
                  <a:lnTo>
                    <a:pt x="5611366" y="1589740"/>
                  </a:lnTo>
                  <a:lnTo>
                    <a:pt x="5611553" y="1584635"/>
                  </a:lnTo>
                  <a:lnTo>
                    <a:pt x="5611740" y="1580082"/>
                  </a:lnTo>
                  <a:lnTo>
                    <a:pt x="5611927" y="1574820"/>
                  </a:lnTo>
                  <a:lnTo>
                    <a:pt x="5612114" y="1569205"/>
                  </a:lnTo>
                  <a:lnTo>
                    <a:pt x="5612301" y="1562917"/>
                  </a:lnTo>
                  <a:lnTo>
                    <a:pt x="5612488" y="1556451"/>
                  </a:lnTo>
                  <a:lnTo>
                    <a:pt x="5612675" y="1549762"/>
                  </a:lnTo>
                  <a:lnTo>
                    <a:pt x="5612862" y="1543553"/>
                  </a:lnTo>
                  <a:lnTo>
                    <a:pt x="5613049" y="1537972"/>
                  </a:lnTo>
                  <a:lnTo>
                    <a:pt x="5613236" y="1532424"/>
                  </a:lnTo>
                  <a:lnTo>
                    <a:pt x="5613423" y="1526504"/>
                  </a:lnTo>
                  <a:lnTo>
                    <a:pt x="5613610" y="1519544"/>
                  </a:lnTo>
                  <a:lnTo>
                    <a:pt x="5613796" y="1512370"/>
                  </a:lnTo>
                  <a:lnTo>
                    <a:pt x="5613983" y="1505650"/>
                  </a:lnTo>
                  <a:lnTo>
                    <a:pt x="5614170" y="1499552"/>
                  </a:lnTo>
                  <a:lnTo>
                    <a:pt x="5614357" y="1493907"/>
                  </a:lnTo>
                  <a:lnTo>
                    <a:pt x="5614544" y="1487925"/>
                  </a:lnTo>
                  <a:lnTo>
                    <a:pt x="5614731" y="1482334"/>
                  </a:lnTo>
                  <a:lnTo>
                    <a:pt x="5614918" y="1475772"/>
                  </a:lnTo>
                  <a:lnTo>
                    <a:pt x="5615105" y="1469765"/>
                  </a:lnTo>
                  <a:lnTo>
                    <a:pt x="5615292" y="1463854"/>
                  </a:lnTo>
                  <a:lnTo>
                    <a:pt x="5615479" y="1458154"/>
                  </a:lnTo>
                  <a:lnTo>
                    <a:pt x="5615666" y="1452050"/>
                  </a:lnTo>
                  <a:lnTo>
                    <a:pt x="5615853" y="1445726"/>
                  </a:lnTo>
                  <a:lnTo>
                    <a:pt x="5616040" y="1439314"/>
                  </a:lnTo>
                  <a:lnTo>
                    <a:pt x="5616226" y="1432954"/>
                  </a:lnTo>
                  <a:lnTo>
                    <a:pt x="5616413" y="1427589"/>
                  </a:lnTo>
                  <a:lnTo>
                    <a:pt x="5616600" y="1422434"/>
                  </a:lnTo>
                  <a:lnTo>
                    <a:pt x="5616787" y="1417227"/>
                  </a:lnTo>
                  <a:lnTo>
                    <a:pt x="5616974" y="1411994"/>
                  </a:lnTo>
                  <a:lnTo>
                    <a:pt x="5617161" y="1406057"/>
                  </a:lnTo>
                  <a:lnTo>
                    <a:pt x="5617348" y="1399856"/>
                  </a:lnTo>
                  <a:lnTo>
                    <a:pt x="5617535" y="1393496"/>
                  </a:lnTo>
                  <a:lnTo>
                    <a:pt x="5617722" y="1387480"/>
                  </a:lnTo>
                  <a:lnTo>
                    <a:pt x="5617909" y="1381851"/>
                  </a:lnTo>
                  <a:lnTo>
                    <a:pt x="5618096" y="1378193"/>
                  </a:lnTo>
                  <a:lnTo>
                    <a:pt x="5618283" y="1376084"/>
                  </a:lnTo>
                  <a:lnTo>
                    <a:pt x="5618469" y="1375376"/>
                  </a:lnTo>
                  <a:lnTo>
                    <a:pt x="5618656" y="1375324"/>
                  </a:lnTo>
                  <a:lnTo>
                    <a:pt x="5618843" y="1375798"/>
                  </a:lnTo>
                  <a:lnTo>
                    <a:pt x="5619030" y="1376811"/>
                  </a:lnTo>
                  <a:lnTo>
                    <a:pt x="5619217" y="1377501"/>
                  </a:lnTo>
                  <a:lnTo>
                    <a:pt x="5619404" y="1379079"/>
                  </a:lnTo>
                  <a:lnTo>
                    <a:pt x="5619591" y="1380713"/>
                  </a:lnTo>
                  <a:lnTo>
                    <a:pt x="5619778" y="1381682"/>
                  </a:lnTo>
                  <a:lnTo>
                    <a:pt x="5619965" y="1382446"/>
                  </a:lnTo>
                  <a:lnTo>
                    <a:pt x="5620152" y="1383142"/>
                  </a:lnTo>
                  <a:lnTo>
                    <a:pt x="5620339" y="1383165"/>
                  </a:lnTo>
                  <a:lnTo>
                    <a:pt x="5620526" y="1382238"/>
                  </a:lnTo>
                  <a:lnTo>
                    <a:pt x="5620713" y="1381169"/>
                  </a:lnTo>
                  <a:lnTo>
                    <a:pt x="5620899" y="1379764"/>
                  </a:lnTo>
                  <a:lnTo>
                    <a:pt x="5621086" y="1378497"/>
                  </a:lnTo>
                  <a:lnTo>
                    <a:pt x="5621273" y="1376300"/>
                  </a:lnTo>
                  <a:lnTo>
                    <a:pt x="5621460" y="1373789"/>
                  </a:lnTo>
                  <a:lnTo>
                    <a:pt x="5621647" y="1370625"/>
                  </a:lnTo>
                  <a:lnTo>
                    <a:pt x="5621834" y="1366323"/>
                  </a:lnTo>
                  <a:lnTo>
                    <a:pt x="5622021" y="1362267"/>
                  </a:lnTo>
                  <a:lnTo>
                    <a:pt x="5622208" y="1357427"/>
                  </a:lnTo>
                  <a:lnTo>
                    <a:pt x="5622395" y="1353255"/>
                  </a:lnTo>
                  <a:lnTo>
                    <a:pt x="5622582" y="1349082"/>
                  </a:lnTo>
                  <a:lnTo>
                    <a:pt x="5622769" y="1345656"/>
                  </a:lnTo>
                  <a:lnTo>
                    <a:pt x="5622956" y="1342900"/>
                  </a:lnTo>
                  <a:lnTo>
                    <a:pt x="5623142" y="1339997"/>
                  </a:lnTo>
                  <a:lnTo>
                    <a:pt x="5623329" y="1336287"/>
                  </a:lnTo>
                  <a:lnTo>
                    <a:pt x="5623516" y="1331575"/>
                  </a:lnTo>
                  <a:lnTo>
                    <a:pt x="5623703" y="1325706"/>
                  </a:lnTo>
                  <a:lnTo>
                    <a:pt x="5623890" y="1318691"/>
                  </a:lnTo>
                  <a:lnTo>
                    <a:pt x="5624077" y="1312929"/>
                  </a:lnTo>
                  <a:lnTo>
                    <a:pt x="5624264" y="1306990"/>
                  </a:lnTo>
                  <a:lnTo>
                    <a:pt x="5624451" y="1300714"/>
                  </a:lnTo>
                  <a:lnTo>
                    <a:pt x="5624638" y="1294840"/>
                  </a:lnTo>
                  <a:lnTo>
                    <a:pt x="5624825" y="1287511"/>
                  </a:lnTo>
                  <a:lnTo>
                    <a:pt x="5625012" y="1279545"/>
                  </a:lnTo>
                  <a:lnTo>
                    <a:pt x="5625199" y="1270805"/>
                  </a:lnTo>
                  <a:lnTo>
                    <a:pt x="5625386" y="1261639"/>
                  </a:lnTo>
                  <a:lnTo>
                    <a:pt x="5625572" y="1252295"/>
                  </a:lnTo>
                  <a:lnTo>
                    <a:pt x="5625759" y="1240897"/>
                  </a:lnTo>
                  <a:lnTo>
                    <a:pt x="5625946" y="1230026"/>
                  </a:lnTo>
                  <a:lnTo>
                    <a:pt x="5626133" y="1218600"/>
                  </a:lnTo>
                  <a:lnTo>
                    <a:pt x="5626320" y="1207329"/>
                  </a:lnTo>
                  <a:lnTo>
                    <a:pt x="5626507" y="1196445"/>
                  </a:lnTo>
                  <a:lnTo>
                    <a:pt x="5626694" y="1184614"/>
                  </a:lnTo>
                  <a:lnTo>
                    <a:pt x="5626881" y="1172987"/>
                  </a:lnTo>
                  <a:lnTo>
                    <a:pt x="5627068" y="1161679"/>
                  </a:lnTo>
                  <a:lnTo>
                    <a:pt x="5627255" y="1152739"/>
                  </a:lnTo>
                  <a:lnTo>
                    <a:pt x="5627442" y="1145675"/>
                  </a:lnTo>
                  <a:lnTo>
                    <a:pt x="5627629" y="1139852"/>
                  </a:lnTo>
                  <a:lnTo>
                    <a:pt x="5627816" y="1136762"/>
                  </a:lnTo>
                  <a:lnTo>
                    <a:pt x="5628002" y="1134187"/>
                  </a:lnTo>
                  <a:lnTo>
                    <a:pt x="5628189" y="1132169"/>
                  </a:lnTo>
                  <a:lnTo>
                    <a:pt x="5628376" y="1130755"/>
                  </a:lnTo>
                  <a:lnTo>
                    <a:pt x="5628563" y="1129648"/>
                  </a:lnTo>
                  <a:lnTo>
                    <a:pt x="5628750" y="1128778"/>
                  </a:lnTo>
                  <a:lnTo>
                    <a:pt x="5628937" y="1127846"/>
                  </a:lnTo>
                  <a:lnTo>
                    <a:pt x="5629124" y="1127488"/>
                  </a:lnTo>
                  <a:lnTo>
                    <a:pt x="5629311" y="1127433"/>
                  </a:lnTo>
                  <a:lnTo>
                    <a:pt x="5629498" y="1128758"/>
                  </a:lnTo>
                  <a:lnTo>
                    <a:pt x="5629685" y="1130583"/>
                  </a:lnTo>
                  <a:lnTo>
                    <a:pt x="5629872" y="1133742"/>
                  </a:lnTo>
                  <a:lnTo>
                    <a:pt x="5630059" y="1137737"/>
                  </a:lnTo>
                  <a:lnTo>
                    <a:pt x="5630245" y="1142555"/>
                  </a:lnTo>
                  <a:lnTo>
                    <a:pt x="5630432" y="1148231"/>
                  </a:lnTo>
                  <a:lnTo>
                    <a:pt x="5630619" y="1153898"/>
                  </a:lnTo>
                  <a:lnTo>
                    <a:pt x="5630806" y="1160352"/>
                  </a:lnTo>
                  <a:lnTo>
                    <a:pt x="5630993" y="1167630"/>
                  </a:lnTo>
                  <a:lnTo>
                    <a:pt x="5631180" y="1175643"/>
                  </a:lnTo>
                  <a:lnTo>
                    <a:pt x="5631367" y="1183970"/>
                  </a:lnTo>
                  <a:lnTo>
                    <a:pt x="5631554" y="1193139"/>
                  </a:lnTo>
                  <a:lnTo>
                    <a:pt x="5631741" y="1202246"/>
                  </a:lnTo>
                  <a:lnTo>
                    <a:pt x="5631928" y="1210082"/>
                  </a:lnTo>
                  <a:lnTo>
                    <a:pt x="5632115" y="1216656"/>
                  </a:lnTo>
                  <a:lnTo>
                    <a:pt x="5632302" y="1223619"/>
                  </a:lnTo>
                  <a:lnTo>
                    <a:pt x="5632489" y="1229625"/>
                  </a:lnTo>
                  <a:lnTo>
                    <a:pt x="5632675" y="1234090"/>
                  </a:lnTo>
                  <a:lnTo>
                    <a:pt x="5632862" y="1237709"/>
                  </a:lnTo>
                  <a:lnTo>
                    <a:pt x="5633049" y="1240278"/>
                  </a:lnTo>
                  <a:lnTo>
                    <a:pt x="5633236" y="1242164"/>
                  </a:lnTo>
                  <a:lnTo>
                    <a:pt x="5633423" y="1244013"/>
                  </a:lnTo>
                  <a:lnTo>
                    <a:pt x="5633610" y="1244807"/>
                  </a:lnTo>
                  <a:lnTo>
                    <a:pt x="5633797" y="1244888"/>
                  </a:lnTo>
                  <a:lnTo>
                    <a:pt x="5633984" y="1243807"/>
                  </a:lnTo>
                  <a:lnTo>
                    <a:pt x="5634171" y="1242604"/>
                  </a:lnTo>
                  <a:lnTo>
                    <a:pt x="5634358" y="1239130"/>
                  </a:lnTo>
                  <a:lnTo>
                    <a:pt x="5634545" y="1234157"/>
                  </a:lnTo>
                  <a:lnTo>
                    <a:pt x="5634732" y="1228360"/>
                  </a:lnTo>
                  <a:lnTo>
                    <a:pt x="5634919" y="1222623"/>
                  </a:lnTo>
                  <a:lnTo>
                    <a:pt x="5635105" y="1216326"/>
                  </a:lnTo>
                  <a:lnTo>
                    <a:pt x="5635292" y="1207645"/>
                  </a:lnTo>
                  <a:lnTo>
                    <a:pt x="5635479" y="1201636"/>
                  </a:lnTo>
                  <a:lnTo>
                    <a:pt x="5635666" y="1196816"/>
                  </a:lnTo>
                  <a:lnTo>
                    <a:pt x="5635853" y="1194097"/>
                  </a:lnTo>
                  <a:lnTo>
                    <a:pt x="5636040" y="1190999"/>
                  </a:lnTo>
                  <a:lnTo>
                    <a:pt x="5636227" y="1186899"/>
                  </a:lnTo>
                  <a:lnTo>
                    <a:pt x="5636414" y="1182678"/>
                  </a:lnTo>
                  <a:lnTo>
                    <a:pt x="5636601" y="1177667"/>
                  </a:lnTo>
                  <a:lnTo>
                    <a:pt x="5636788" y="1172201"/>
                  </a:lnTo>
                  <a:lnTo>
                    <a:pt x="5636975" y="1167465"/>
                  </a:lnTo>
                  <a:lnTo>
                    <a:pt x="5637162" y="1163257"/>
                  </a:lnTo>
                  <a:lnTo>
                    <a:pt x="5637348" y="1159747"/>
                  </a:lnTo>
                  <a:lnTo>
                    <a:pt x="5637535" y="1156774"/>
                  </a:lnTo>
                  <a:lnTo>
                    <a:pt x="5637722" y="1153244"/>
                  </a:lnTo>
                  <a:lnTo>
                    <a:pt x="5637909" y="1149729"/>
                  </a:lnTo>
                  <a:lnTo>
                    <a:pt x="5638096" y="1146702"/>
                  </a:lnTo>
                  <a:lnTo>
                    <a:pt x="5638283" y="1143597"/>
                  </a:lnTo>
                  <a:lnTo>
                    <a:pt x="5638470" y="1140321"/>
                  </a:lnTo>
                  <a:lnTo>
                    <a:pt x="5638657" y="1137962"/>
                  </a:lnTo>
                  <a:lnTo>
                    <a:pt x="5638844" y="1135489"/>
                  </a:lnTo>
                  <a:lnTo>
                    <a:pt x="5639031" y="1133998"/>
                  </a:lnTo>
                  <a:lnTo>
                    <a:pt x="5639218" y="1132592"/>
                  </a:lnTo>
                  <a:lnTo>
                    <a:pt x="5639405" y="1131851"/>
                  </a:lnTo>
                  <a:lnTo>
                    <a:pt x="5639592" y="1131364"/>
                  </a:lnTo>
                  <a:lnTo>
                    <a:pt x="5639778" y="1131626"/>
                  </a:lnTo>
                  <a:lnTo>
                    <a:pt x="5639965" y="1132464"/>
                  </a:lnTo>
                  <a:lnTo>
                    <a:pt x="5640152" y="1133092"/>
                  </a:lnTo>
                  <a:lnTo>
                    <a:pt x="5640339" y="1134265"/>
                  </a:lnTo>
                  <a:lnTo>
                    <a:pt x="5640526" y="1135449"/>
                  </a:lnTo>
                  <a:lnTo>
                    <a:pt x="5640713" y="1138427"/>
                  </a:lnTo>
                  <a:lnTo>
                    <a:pt x="5640900" y="1141071"/>
                  </a:lnTo>
                  <a:lnTo>
                    <a:pt x="5641087" y="1144137"/>
                  </a:lnTo>
                  <a:lnTo>
                    <a:pt x="5641274" y="1147399"/>
                  </a:lnTo>
                  <a:lnTo>
                    <a:pt x="5641461" y="1151052"/>
                  </a:lnTo>
                  <a:lnTo>
                    <a:pt x="5641648" y="1155784"/>
                  </a:lnTo>
                  <a:lnTo>
                    <a:pt x="5641835" y="1160695"/>
                  </a:lnTo>
                  <a:lnTo>
                    <a:pt x="5642021" y="1165620"/>
                  </a:lnTo>
                  <a:lnTo>
                    <a:pt x="5642208" y="1171260"/>
                  </a:lnTo>
                  <a:lnTo>
                    <a:pt x="5642395" y="1177509"/>
                  </a:lnTo>
                  <a:lnTo>
                    <a:pt x="5642582" y="1182798"/>
                  </a:lnTo>
                  <a:lnTo>
                    <a:pt x="5642769" y="1189027"/>
                  </a:lnTo>
                  <a:lnTo>
                    <a:pt x="5642956" y="1194981"/>
                  </a:lnTo>
                  <a:lnTo>
                    <a:pt x="5643143" y="1200184"/>
                  </a:lnTo>
                  <a:lnTo>
                    <a:pt x="5643330" y="1205732"/>
                  </a:lnTo>
                  <a:lnTo>
                    <a:pt x="5643517" y="1210228"/>
                  </a:lnTo>
                  <a:lnTo>
                    <a:pt x="5643704" y="1214131"/>
                  </a:lnTo>
                  <a:lnTo>
                    <a:pt x="5643891" y="1217719"/>
                  </a:lnTo>
                  <a:lnTo>
                    <a:pt x="5644078" y="1221914"/>
                  </a:lnTo>
                  <a:lnTo>
                    <a:pt x="5644265" y="1226077"/>
                  </a:lnTo>
                  <a:lnTo>
                    <a:pt x="5644451" y="1230420"/>
                  </a:lnTo>
                  <a:lnTo>
                    <a:pt x="5644638" y="1234674"/>
                  </a:lnTo>
                  <a:lnTo>
                    <a:pt x="5644825" y="1238983"/>
                  </a:lnTo>
                  <a:lnTo>
                    <a:pt x="5645012" y="1243074"/>
                  </a:lnTo>
                  <a:lnTo>
                    <a:pt x="5645199" y="1246927"/>
                  </a:lnTo>
                  <a:lnTo>
                    <a:pt x="5645386" y="1250869"/>
                  </a:lnTo>
                  <a:lnTo>
                    <a:pt x="5645573" y="1254680"/>
                  </a:lnTo>
                  <a:lnTo>
                    <a:pt x="5645760" y="1258163"/>
                  </a:lnTo>
                  <a:lnTo>
                    <a:pt x="5645947" y="1261535"/>
                  </a:lnTo>
                  <a:lnTo>
                    <a:pt x="5646134" y="1264347"/>
                  </a:lnTo>
                  <a:lnTo>
                    <a:pt x="5646321" y="1266727"/>
                  </a:lnTo>
                  <a:lnTo>
                    <a:pt x="5646508" y="1269156"/>
                  </a:lnTo>
                  <a:lnTo>
                    <a:pt x="5646695" y="1272177"/>
                  </a:lnTo>
                  <a:lnTo>
                    <a:pt x="5646881" y="1274010"/>
                  </a:lnTo>
                  <a:lnTo>
                    <a:pt x="5647068" y="1275588"/>
                  </a:lnTo>
                  <a:lnTo>
                    <a:pt x="5647255" y="1277564"/>
                  </a:lnTo>
                  <a:lnTo>
                    <a:pt x="5647442" y="1280678"/>
                  </a:lnTo>
                  <a:lnTo>
                    <a:pt x="5647629" y="1284847"/>
                  </a:lnTo>
                  <a:lnTo>
                    <a:pt x="5647816" y="1289808"/>
                  </a:lnTo>
                  <a:lnTo>
                    <a:pt x="5648003" y="1294971"/>
                  </a:lnTo>
                  <a:lnTo>
                    <a:pt x="5648190" y="1300081"/>
                  </a:lnTo>
                  <a:lnTo>
                    <a:pt x="5648377" y="1305156"/>
                  </a:lnTo>
                  <a:lnTo>
                    <a:pt x="5648564" y="1310918"/>
                  </a:lnTo>
                  <a:lnTo>
                    <a:pt x="5648751" y="1316073"/>
                  </a:lnTo>
                  <a:lnTo>
                    <a:pt x="5648938" y="1322339"/>
                  </a:lnTo>
                  <a:lnTo>
                    <a:pt x="5649124" y="1328705"/>
                  </a:lnTo>
                  <a:lnTo>
                    <a:pt x="5649311" y="1336069"/>
                  </a:lnTo>
                  <a:lnTo>
                    <a:pt x="5649498" y="1344075"/>
                  </a:lnTo>
                  <a:lnTo>
                    <a:pt x="5649685" y="1352202"/>
                  </a:lnTo>
                  <a:lnTo>
                    <a:pt x="5649872" y="1360190"/>
                  </a:lnTo>
                  <a:lnTo>
                    <a:pt x="5650059" y="1367662"/>
                  </a:lnTo>
                  <a:lnTo>
                    <a:pt x="5650246" y="1374627"/>
                  </a:lnTo>
                  <a:lnTo>
                    <a:pt x="5650433" y="1381254"/>
                  </a:lnTo>
                  <a:lnTo>
                    <a:pt x="5650620" y="1387160"/>
                  </a:lnTo>
                  <a:lnTo>
                    <a:pt x="5650807" y="1393667"/>
                  </a:lnTo>
                  <a:lnTo>
                    <a:pt x="5650994" y="1401086"/>
                  </a:lnTo>
                  <a:lnTo>
                    <a:pt x="5651181" y="1408509"/>
                  </a:lnTo>
                  <a:lnTo>
                    <a:pt x="5651368" y="1415125"/>
                  </a:lnTo>
                  <a:lnTo>
                    <a:pt x="5651554" y="1421192"/>
                  </a:lnTo>
                  <a:lnTo>
                    <a:pt x="5651741" y="1426291"/>
                  </a:lnTo>
                  <a:lnTo>
                    <a:pt x="5651928" y="1431195"/>
                  </a:lnTo>
                  <a:lnTo>
                    <a:pt x="5652115" y="1434929"/>
                  </a:lnTo>
                  <a:lnTo>
                    <a:pt x="5652302" y="1439593"/>
                  </a:lnTo>
                  <a:lnTo>
                    <a:pt x="5652489" y="1443616"/>
                  </a:lnTo>
                  <a:lnTo>
                    <a:pt x="5652676" y="1447162"/>
                  </a:lnTo>
                  <a:lnTo>
                    <a:pt x="5652863" y="1450057"/>
                  </a:lnTo>
                  <a:lnTo>
                    <a:pt x="5653050" y="1452649"/>
                  </a:lnTo>
                  <a:lnTo>
                    <a:pt x="5653237" y="1455709"/>
                  </a:lnTo>
                  <a:lnTo>
                    <a:pt x="5653424" y="1460219"/>
                  </a:lnTo>
                  <a:lnTo>
                    <a:pt x="5653611" y="1464050"/>
                  </a:lnTo>
                  <a:lnTo>
                    <a:pt x="5653798" y="1466754"/>
                  </a:lnTo>
                  <a:lnTo>
                    <a:pt x="5653984" y="1469254"/>
                  </a:lnTo>
                  <a:lnTo>
                    <a:pt x="5654171" y="1471844"/>
                  </a:lnTo>
                  <a:lnTo>
                    <a:pt x="5654358" y="1474027"/>
                  </a:lnTo>
                  <a:lnTo>
                    <a:pt x="5654545" y="1476522"/>
                  </a:lnTo>
                  <a:lnTo>
                    <a:pt x="5654732" y="1479273"/>
                  </a:lnTo>
                  <a:lnTo>
                    <a:pt x="5654919" y="1482656"/>
                  </a:lnTo>
                  <a:lnTo>
                    <a:pt x="5655106" y="1485059"/>
                  </a:lnTo>
                  <a:lnTo>
                    <a:pt x="5655293" y="1487678"/>
                  </a:lnTo>
                  <a:lnTo>
                    <a:pt x="5655480" y="1489670"/>
                  </a:lnTo>
                  <a:lnTo>
                    <a:pt x="5655667" y="1491305"/>
                  </a:lnTo>
                  <a:lnTo>
                    <a:pt x="5655854" y="1492114"/>
                  </a:lnTo>
                  <a:lnTo>
                    <a:pt x="5656041" y="1492146"/>
                  </a:lnTo>
                  <a:lnTo>
                    <a:pt x="5656227" y="1492395"/>
                  </a:lnTo>
                  <a:lnTo>
                    <a:pt x="5656414" y="1492332"/>
                  </a:lnTo>
                  <a:lnTo>
                    <a:pt x="5656601" y="1492516"/>
                  </a:lnTo>
                  <a:lnTo>
                    <a:pt x="5656788" y="1492637"/>
                  </a:lnTo>
                  <a:lnTo>
                    <a:pt x="5656975" y="1493616"/>
                  </a:lnTo>
                  <a:lnTo>
                    <a:pt x="5657162" y="1495895"/>
                  </a:lnTo>
                  <a:lnTo>
                    <a:pt x="5657349" y="1498921"/>
                  </a:lnTo>
                  <a:lnTo>
                    <a:pt x="5657536" y="1502258"/>
                  </a:lnTo>
                  <a:lnTo>
                    <a:pt x="5657723" y="1505586"/>
                  </a:lnTo>
                  <a:lnTo>
                    <a:pt x="5657910" y="1509897"/>
                  </a:lnTo>
                  <a:lnTo>
                    <a:pt x="5658097" y="1514056"/>
                  </a:lnTo>
                  <a:lnTo>
                    <a:pt x="5658284" y="1519270"/>
                  </a:lnTo>
                  <a:lnTo>
                    <a:pt x="5658471" y="1524688"/>
                  </a:lnTo>
                  <a:lnTo>
                    <a:pt x="5658657" y="1530895"/>
                  </a:lnTo>
                  <a:lnTo>
                    <a:pt x="5658844" y="1537069"/>
                  </a:lnTo>
                  <a:lnTo>
                    <a:pt x="5659031" y="1543420"/>
                  </a:lnTo>
                  <a:lnTo>
                    <a:pt x="5659218" y="1550004"/>
                  </a:lnTo>
                  <a:lnTo>
                    <a:pt x="5659405" y="1555870"/>
                  </a:lnTo>
                  <a:lnTo>
                    <a:pt x="5659592" y="1562192"/>
                  </a:lnTo>
                  <a:lnTo>
                    <a:pt x="5659779" y="1567787"/>
                  </a:lnTo>
                  <a:lnTo>
                    <a:pt x="5659966" y="1573874"/>
                  </a:lnTo>
                  <a:lnTo>
                    <a:pt x="5660153" y="1579556"/>
                  </a:lnTo>
                  <a:lnTo>
                    <a:pt x="5660340" y="1585445"/>
                  </a:lnTo>
                  <a:lnTo>
                    <a:pt x="5660527" y="1592062"/>
                  </a:lnTo>
                  <a:lnTo>
                    <a:pt x="5660714" y="1598850"/>
                  </a:lnTo>
                  <a:lnTo>
                    <a:pt x="5660900" y="1606679"/>
                  </a:lnTo>
                  <a:lnTo>
                    <a:pt x="5661087" y="1615011"/>
                  </a:lnTo>
                  <a:lnTo>
                    <a:pt x="5661274" y="1623406"/>
                  </a:lnTo>
                  <a:lnTo>
                    <a:pt x="5661461" y="1630678"/>
                  </a:lnTo>
                  <a:lnTo>
                    <a:pt x="5661648" y="1638226"/>
                  </a:lnTo>
                  <a:lnTo>
                    <a:pt x="5661835" y="1645826"/>
                  </a:lnTo>
                  <a:lnTo>
                    <a:pt x="5662022" y="1654196"/>
                  </a:lnTo>
                  <a:lnTo>
                    <a:pt x="5662209" y="1664676"/>
                  </a:lnTo>
                  <a:lnTo>
                    <a:pt x="5662396" y="1675790"/>
                  </a:lnTo>
                  <a:lnTo>
                    <a:pt x="5662583" y="1687106"/>
                  </a:lnTo>
                  <a:lnTo>
                    <a:pt x="5662770" y="1698689"/>
                  </a:lnTo>
                  <a:lnTo>
                    <a:pt x="5662957" y="1709296"/>
                  </a:lnTo>
                  <a:lnTo>
                    <a:pt x="5663144" y="1720881"/>
                  </a:lnTo>
                  <a:lnTo>
                    <a:pt x="5663330" y="1731489"/>
                  </a:lnTo>
                  <a:lnTo>
                    <a:pt x="5663517" y="1742674"/>
                  </a:lnTo>
                  <a:lnTo>
                    <a:pt x="5663704" y="1753667"/>
                  </a:lnTo>
                  <a:lnTo>
                    <a:pt x="5663891" y="1764244"/>
                  </a:lnTo>
                  <a:lnTo>
                    <a:pt x="5664078" y="1775925"/>
                  </a:lnTo>
                  <a:lnTo>
                    <a:pt x="5664265" y="1787401"/>
                  </a:lnTo>
                  <a:lnTo>
                    <a:pt x="5664452" y="1798559"/>
                  </a:lnTo>
                  <a:lnTo>
                    <a:pt x="5664639" y="1807406"/>
                  </a:lnTo>
                  <a:lnTo>
                    <a:pt x="5664826" y="1813946"/>
                  </a:lnTo>
                  <a:lnTo>
                    <a:pt x="5665013" y="1819175"/>
                  </a:lnTo>
                  <a:lnTo>
                    <a:pt x="5665200" y="1822423"/>
                  </a:lnTo>
                  <a:lnTo>
                    <a:pt x="5665387" y="1825515"/>
                  </a:lnTo>
                  <a:lnTo>
                    <a:pt x="5665574" y="1828299"/>
                  </a:lnTo>
                  <a:lnTo>
                    <a:pt x="5665760" y="1830391"/>
                  </a:lnTo>
                  <a:lnTo>
                    <a:pt x="5665947" y="1832085"/>
                  </a:lnTo>
                  <a:lnTo>
                    <a:pt x="5666134" y="1833651"/>
                  </a:lnTo>
                  <a:lnTo>
                    <a:pt x="5666321" y="1835534"/>
                  </a:lnTo>
                  <a:lnTo>
                    <a:pt x="5666508" y="1837463"/>
                  </a:lnTo>
                  <a:lnTo>
                    <a:pt x="5666695" y="1839608"/>
                  </a:lnTo>
                  <a:lnTo>
                    <a:pt x="5666882" y="1841465"/>
                  </a:lnTo>
                  <a:lnTo>
                    <a:pt x="5667069" y="1843210"/>
                  </a:lnTo>
                  <a:lnTo>
                    <a:pt x="5667256" y="1844693"/>
                  </a:lnTo>
                  <a:lnTo>
                    <a:pt x="5667443" y="1846015"/>
                  </a:lnTo>
                  <a:lnTo>
                    <a:pt x="5667630" y="1846826"/>
                  </a:lnTo>
                  <a:lnTo>
                    <a:pt x="5667817" y="1847194"/>
                  </a:lnTo>
                  <a:lnTo>
                    <a:pt x="5668003" y="1847355"/>
                  </a:lnTo>
                  <a:lnTo>
                    <a:pt x="5668190" y="1846923"/>
                  </a:lnTo>
                  <a:lnTo>
                    <a:pt x="5668377" y="1846494"/>
                  </a:lnTo>
                  <a:lnTo>
                    <a:pt x="5668564" y="1846181"/>
                  </a:lnTo>
                  <a:lnTo>
                    <a:pt x="5668751" y="1845723"/>
                  </a:lnTo>
                  <a:lnTo>
                    <a:pt x="5668938" y="1845128"/>
                  </a:lnTo>
                  <a:lnTo>
                    <a:pt x="5669125" y="1844651"/>
                  </a:lnTo>
                  <a:lnTo>
                    <a:pt x="5669312" y="1844812"/>
                  </a:lnTo>
                  <a:lnTo>
                    <a:pt x="5669499" y="1845814"/>
                  </a:lnTo>
                  <a:lnTo>
                    <a:pt x="5669686" y="1847130"/>
                  </a:lnTo>
                  <a:lnTo>
                    <a:pt x="5669873" y="1848926"/>
                  </a:lnTo>
                  <a:lnTo>
                    <a:pt x="5670060" y="1851519"/>
                  </a:lnTo>
                  <a:lnTo>
                    <a:pt x="5670247" y="1854385"/>
                  </a:lnTo>
                  <a:lnTo>
                    <a:pt x="5670433" y="1858074"/>
                  </a:lnTo>
                  <a:lnTo>
                    <a:pt x="5670620" y="1861875"/>
                  </a:lnTo>
                  <a:lnTo>
                    <a:pt x="5670807" y="1865670"/>
                  </a:lnTo>
                  <a:lnTo>
                    <a:pt x="5670994" y="1869933"/>
                  </a:lnTo>
                  <a:lnTo>
                    <a:pt x="5671181" y="1874311"/>
                  </a:lnTo>
                  <a:lnTo>
                    <a:pt x="5671368" y="1879816"/>
                  </a:lnTo>
                  <a:lnTo>
                    <a:pt x="5671555" y="1885461"/>
                  </a:lnTo>
                  <a:lnTo>
                    <a:pt x="5671742" y="1892016"/>
                  </a:lnTo>
                  <a:lnTo>
                    <a:pt x="5671929" y="1899764"/>
                  </a:lnTo>
                  <a:lnTo>
                    <a:pt x="5672116" y="1909085"/>
                  </a:lnTo>
                  <a:lnTo>
                    <a:pt x="5672303" y="1917952"/>
                  </a:lnTo>
                  <a:lnTo>
                    <a:pt x="5672490" y="1926978"/>
                  </a:lnTo>
                  <a:lnTo>
                    <a:pt x="5672676" y="1938686"/>
                  </a:lnTo>
                  <a:lnTo>
                    <a:pt x="5672863" y="1948098"/>
                  </a:lnTo>
                  <a:lnTo>
                    <a:pt x="5673050" y="1956654"/>
                  </a:lnTo>
                  <a:lnTo>
                    <a:pt x="5673237" y="1963946"/>
                  </a:lnTo>
                  <a:lnTo>
                    <a:pt x="5673424" y="1971524"/>
                  </a:lnTo>
                  <a:lnTo>
                    <a:pt x="5673611" y="1979292"/>
                  </a:lnTo>
                  <a:lnTo>
                    <a:pt x="5673798" y="1986687"/>
                  </a:lnTo>
                  <a:lnTo>
                    <a:pt x="5673985" y="1994341"/>
                  </a:lnTo>
                  <a:lnTo>
                    <a:pt x="5674172" y="2001810"/>
                  </a:lnTo>
                  <a:lnTo>
                    <a:pt x="5674359" y="2007820"/>
                  </a:lnTo>
                  <a:lnTo>
                    <a:pt x="5674546" y="2013838"/>
                  </a:lnTo>
                  <a:lnTo>
                    <a:pt x="5674733" y="2019420"/>
                  </a:lnTo>
                  <a:lnTo>
                    <a:pt x="5674920" y="2024761"/>
                  </a:lnTo>
                  <a:lnTo>
                    <a:pt x="5675106" y="2030577"/>
                  </a:lnTo>
                  <a:lnTo>
                    <a:pt x="5675293" y="2036338"/>
                  </a:lnTo>
                  <a:lnTo>
                    <a:pt x="5675480" y="2040535"/>
                  </a:lnTo>
                  <a:lnTo>
                    <a:pt x="5675667" y="2044319"/>
                  </a:lnTo>
                  <a:lnTo>
                    <a:pt x="5675854" y="2047804"/>
                  </a:lnTo>
                  <a:lnTo>
                    <a:pt x="5676041" y="2050048"/>
                  </a:lnTo>
                  <a:lnTo>
                    <a:pt x="5676228" y="2052297"/>
                  </a:lnTo>
                  <a:lnTo>
                    <a:pt x="5676415" y="2053932"/>
                  </a:lnTo>
                  <a:lnTo>
                    <a:pt x="5676602" y="2056331"/>
                  </a:lnTo>
                  <a:lnTo>
                    <a:pt x="5676789" y="2058495"/>
                  </a:lnTo>
                  <a:lnTo>
                    <a:pt x="5676976" y="2061027"/>
                  </a:lnTo>
                  <a:lnTo>
                    <a:pt x="5677163" y="2063703"/>
                  </a:lnTo>
                  <a:lnTo>
                    <a:pt x="5677350" y="2066802"/>
                  </a:lnTo>
                  <a:lnTo>
                    <a:pt x="5677536" y="2070508"/>
                  </a:lnTo>
                  <a:lnTo>
                    <a:pt x="5677723" y="2074077"/>
                  </a:lnTo>
                  <a:lnTo>
                    <a:pt x="5677910" y="2077564"/>
                  </a:lnTo>
                  <a:lnTo>
                    <a:pt x="5678097" y="2080962"/>
                  </a:lnTo>
                  <a:lnTo>
                    <a:pt x="5678284" y="2085197"/>
                  </a:lnTo>
                  <a:lnTo>
                    <a:pt x="5678471" y="2089335"/>
                  </a:lnTo>
                  <a:lnTo>
                    <a:pt x="5678658" y="2093717"/>
                  </a:lnTo>
                  <a:lnTo>
                    <a:pt x="5678845" y="2098420"/>
                  </a:lnTo>
                  <a:lnTo>
                    <a:pt x="5679032" y="2102906"/>
                  </a:lnTo>
                  <a:lnTo>
                    <a:pt x="5679219" y="2107565"/>
                  </a:lnTo>
                  <a:lnTo>
                    <a:pt x="5679406" y="2112508"/>
                  </a:lnTo>
                  <a:lnTo>
                    <a:pt x="5679593" y="2117364"/>
                  </a:lnTo>
                  <a:lnTo>
                    <a:pt x="5679779" y="2121915"/>
                  </a:lnTo>
                  <a:lnTo>
                    <a:pt x="5679966" y="2127061"/>
                  </a:lnTo>
                  <a:lnTo>
                    <a:pt x="5680153" y="2131910"/>
                  </a:lnTo>
                  <a:lnTo>
                    <a:pt x="5680340" y="2136248"/>
                  </a:lnTo>
                  <a:lnTo>
                    <a:pt x="5680527" y="2140206"/>
                  </a:lnTo>
                  <a:lnTo>
                    <a:pt x="5680714" y="2144399"/>
                  </a:lnTo>
                  <a:lnTo>
                    <a:pt x="5680901" y="2148108"/>
                  </a:lnTo>
                  <a:lnTo>
                    <a:pt x="5681088" y="2151508"/>
                  </a:lnTo>
                  <a:lnTo>
                    <a:pt x="5681275" y="2155090"/>
                  </a:lnTo>
                  <a:lnTo>
                    <a:pt x="5681462" y="2158486"/>
                  </a:lnTo>
                  <a:lnTo>
                    <a:pt x="5681649" y="2161298"/>
                  </a:lnTo>
                  <a:lnTo>
                    <a:pt x="5681836" y="2163837"/>
                  </a:lnTo>
                  <a:lnTo>
                    <a:pt x="5682023" y="2166097"/>
                  </a:lnTo>
                  <a:lnTo>
                    <a:pt x="5682209" y="2167789"/>
                  </a:lnTo>
                  <a:lnTo>
                    <a:pt x="5682396" y="2169228"/>
                  </a:lnTo>
                  <a:lnTo>
                    <a:pt x="5682583" y="2170191"/>
                  </a:lnTo>
                  <a:lnTo>
                    <a:pt x="5682770" y="2170195"/>
                  </a:lnTo>
                  <a:lnTo>
                    <a:pt x="5682957" y="2169649"/>
                  </a:lnTo>
                  <a:lnTo>
                    <a:pt x="5683144" y="2168591"/>
                  </a:lnTo>
                  <a:lnTo>
                    <a:pt x="5683331" y="2167825"/>
                  </a:lnTo>
                  <a:lnTo>
                    <a:pt x="5683518" y="2167169"/>
                  </a:lnTo>
                  <a:lnTo>
                    <a:pt x="5683705" y="2166613"/>
                  </a:lnTo>
                  <a:lnTo>
                    <a:pt x="5683892" y="2166313"/>
                  </a:lnTo>
                  <a:lnTo>
                    <a:pt x="5684079" y="2165985"/>
                  </a:lnTo>
                  <a:lnTo>
                    <a:pt x="5684266" y="2165986"/>
                  </a:lnTo>
                  <a:lnTo>
                    <a:pt x="5684453" y="2165886"/>
                  </a:lnTo>
                  <a:lnTo>
                    <a:pt x="5684639" y="2165417"/>
                  </a:lnTo>
                  <a:lnTo>
                    <a:pt x="5684826" y="2165253"/>
                  </a:lnTo>
                  <a:lnTo>
                    <a:pt x="5685013" y="2165453"/>
                  </a:lnTo>
                  <a:lnTo>
                    <a:pt x="5685200" y="2165277"/>
                  </a:lnTo>
                  <a:lnTo>
                    <a:pt x="5685387" y="2165314"/>
                  </a:lnTo>
                  <a:lnTo>
                    <a:pt x="5685574" y="2165710"/>
                  </a:lnTo>
                  <a:lnTo>
                    <a:pt x="5685761" y="2167118"/>
                  </a:lnTo>
                  <a:lnTo>
                    <a:pt x="5685948" y="2168973"/>
                  </a:lnTo>
                  <a:lnTo>
                    <a:pt x="5686135" y="2171190"/>
                  </a:lnTo>
                  <a:lnTo>
                    <a:pt x="5686322" y="2173380"/>
                  </a:lnTo>
                  <a:lnTo>
                    <a:pt x="5686509" y="2175482"/>
                  </a:lnTo>
                  <a:lnTo>
                    <a:pt x="5686696" y="2177250"/>
                  </a:lnTo>
                  <a:lnTo>
                    <a:pt x="5686882" y="2178622"/>
                  </a:lnTo>
                  <a:lnTo>
                    <a:pt x="5687069" y="2180012"/>
                  </a:lnTo>
                  <a:lnTo>
                    <a:pt x="5687256" y="2181648"/>
                  </a:lnTo>
                  <a:lnTo>
                    <a:pt x="5687443" y="2183284"/>
                  </a:lnTo>
                  <a:lnTo>
                    <a:pt x="5687630" y="2185131"/>
                  </a:lnTo>
                  <a:lnTo>
                    <a:pt x="5687817" y="2186373"/>
                  </a:lnTo>
                  <a:lnTo>
                    <a:pt x="5688004" y="2186973"/>
                  </a:lnTo>
                  <a:lnTo>
                    <a:pt x="5688191" y="2186791"/>
                  </a:lnTo>
                  <a:lnTo>
                    <a:pt x="5688378" y="2186517"/>
                  </a:lnTo>
                  <a:lnTo>
                    <a:pt x="5688565" y="2186268"/>
                  </a:lnTo>
                  <a:lnTo>
                    <a:pt x="5688752" y="2186680"/>
                  </a:lnTo>
                  <a:lnTo>
                    <a:pt x="5688939" y="2186984"/>
                  </a:lnTo>
                  <a:lnTo>
                    <a:pt x="5689126" y="2187907"/>
                  </a:lnTo>
                  <a:lnTo>
                    <a:pt x="5689312" y="2189373"/>
                  </a:lnTo>
                  <a:lnTo>
                    <a:pt x="5689499" y="2191581"/>
                  </a:lnTo>
                  <a:lnTo>
                    <a:pt x="5689686" y="2194015"/>
                  </a:lnTo>
                  <a:lnTo>
                    <a:pt x="5689873" y="2196906"/>
                  </a:lnTo>
                  <a:lnTo>
                    <a:pt x="5690060" y="2200379"/>
                  </a:lnTo>
                  <a:lnTo>
                    <a:pt x="5690247" y="2204599"/>
                  </a:lnTo>
                  <a:lnTo>
                    <a:pt x="5690434" y="2209159"/>
                  </a:lnTo>
                  <a:lnTo>
                    <a:pt x="5690621" y="2213742"/>
                  </a:lnTo>
                  <a:lnTo>
                    <a:pt x="5690808" y="2218116"/>
                  </a:lnTo>
                  <a:lnTo>
                    <a:pt x="5690995" y="2223811"/>
                  </a:lnTo>
                  <a:lnTo>
                    <a:pt x="5691182" y="2229753"/>
                  </a:lnTo>
                  <a:lnTo>
                    <a:pt x="5691369" y="2235926"/>
                  </a:lnTo>
                  <a:lnTo>
                    <a:pt x="5691555" y="2241727"/>
                  </a:lnTo>
                  <a:lnTo>
                    <a:pt x="5691742" y="2247662"/>
                  </a:lnTo>
                  <a:lnTo>
                    <a:pt x="5691929" y="2253392"/>
                  </a:lnTo>
                  <a:lnTo>
                    <a:pt x="5692116" y="2258725"/>
                  </a:lnTo>
                  <a:lnTo>
                    <a:pt x="5692303" y="2263600"/>
                  </a:lnTo>
                  <a:lnTo>
                    <a:pt x="5692490" y="2269114"/>
                  </a:lnTo>
                  <a:lnTo>
                    <a:pt x="5692677" y="2274129"/>
                  </a:lnTo>
                  <a:lnTo>
                    <a:pt x="5692864" y="2278364"/>
                  </a:lnTo>
                  <a:lnTo>
                    <a:pt x="5693051" y="2282411"/>
                  </a:lnTo>
                  <a:lnTo>
                    <a:pt x="5693238" y="2286614"/>
                  </a:lnTo>
                  <a:lnTo>
                    <a:pt x="5693425" y="2291097"/>
                  </a:lnTo>
                  <a:lnTo>
                    <a:pt x="5693612" y="2295929"/>
                  </a:lnTo>
                  <a:lnTo>
                    <a:pt x="5693799" y="2301300"/>
                  </a:lnTo>
                  <a:lnTo>
                    <a:pt x="5693985" y="2306363"/>
                  </a:lnTo>
                  <a:lnTo>
                    <a:pt x="5694172" y="2311136"/>
                  </a:lnTo>
                  <a:lnTo>
                    <a:pt x="5694359" y="2315809"/>
                  </a:lnTo>
                  <a:lnTo>
                    <a:pt x="5694546" y="2319785"/>
                  </a:lnTo>
                  <a:lnTo>
                    <a:pt x="5694733" y="2323423"/>
                  </a:lnTo>
                  <a:lnTo>
                    <a:pt x="5694920" y="2327256"/>
                  </a:lnTo>
                  <a:lnTo>
                    <a:pt x="5695107" y="2331192"/>
                  </a:lnTo>
                  <a:lnTo>
                    <a:pt x="5695294" y="2334374"/>
                  </a:lnTo>
                  <a:lnTo>
                    <a:pt x="5695481" y="2337543"/>
                  </a:lnTo>
                  <a:lnTo>
                    <a:pt x="5695668" y="2340314"/>
                  </a:lnTo>
                  <a:lnTo>
                    <a:pt x="5695855" y="2343272"/>
                  </a:lnTo>
                  <a:lnTo>
                    <a:pt x="5696042" y="2346374"/>
                  </a:lnTo>
                  <a:lnTo>
                    <a:pt x="5696229" y="2349621"/>
                  </a:lnTo>
                  <a:lnTo>
                    <a:pt x="5696415" y="2352152"/>
                  </a:lnTo>
                  <a:lnTo>
                    <a:pt x="5696602" y="2354472"/>
                  </a:lnTo>
                  <a:lnTo>
                    <a:pt x="5696789" y="2356890"/>
                  </a:lnTo>
                  <a:lnTo>
                    <a:pt x="5696976" y="2358928"/>
                  </a:lnTo>
                  <a:lnTo>
                    <a:pt x="5697163" y="2360876"/>
                  </a:lnTo>
                  <a:lnTo>
                    <a:pt x="5697350" y="2362666"/>
                  </a:lnTo>
                  <a:lnTo>
                    <a:pt x="5697537" y="2364383"/>
                  </a:lnTo>
                  <a:lnTo>
                    <a:pt x="5697724" y="2365728"/>
                  </a:lnTo>
                  <a:lnTo>
                    <a:pt x="5697911" y="2366749"/>
                  </a:lnTo>
                  <a:lnTo>
                    <a:pt x="5698098" y="2367756"/>
                  </a:lnTo>
                  <a:lnTo>
                    <a:pt x="5698285" y="2368986"/>
                  </a:lnTo>
                  <a:lnTo>
                    <a:pt x="5698472" y="2370155"/>
                  </a:lnTo>
                  <a:lnTo>
                    <a:pt x="5698658" y="2371307"/>
                  </a:lnTo>
                  <a:lnTo>
                    <a:pt x="5698845" y="2371754"/>
                  </a:lnTo>
                  <a:lnTo>
                    <a:pt x="5699032" y="2371645"/>
                  </a:lnTo>
                  <a:lnTo>
                    <a:pt x="5699219" y="2371430"/>
                  </a:lnTo>
                  <a:lnTo>
                    <a:pt x="5699406" y="2371588"/>
                  </a:lnTo>
                  <a:lnTo>
                    <a:pt x="5699593" y="2371145"/>
                  </a:lnTo>
                  <a:lnTo>
                    <a:pt x="5699780" y="2370687"/>
                  </a:lnTo>
                  <a:lnTo>
                    <a:pt x="5699967" y="2369943"/>
                  </a:lnTo>
                  <a:lnTo>
                    <a:pt x="5700154" y="2369257"/>
                  </a:lnTo>
                  <a:lnTo>
                    <a:pt x="5700341" y="2368536"/>
                  </a:lnTo>
                  <a:lnTo>
                    <a:pt x="5700528" y="2367184"/>
                  </a:lnTo>
                  <a:lnTo>
                    <a:pt x="5700715" y="2365854"/>
                  </a:lnTo>
                  <a:lnTo>
                    <a:pt x="5700902" y="2364651"/>
                  </a:lnTo>
                  <a:lnTo>
                    <a:pt x="5701088" y="2363587"/>
                  </a:lnTo>
                  <a:lnTo>
                    <a:pt x="5701275" y="2362339"/>
                  </a:lnTo>
                  <a:lnTo>
                    <a:pt x="5701462" y="2360883"/>
                  </a:lnTo>
                  <a:lnTo>
                    <a:pt x="5701649" y="2359314"/>
                  </a:lnTo>
                  <a:lnTo>
                    <a:pt x="5701836" y="2357739"/>
                  </a:lnTo>
                  <a:lnTo>
                    <a:pt x="5702023" y="2356245"/>
                  </a:lnTo>
                  <a:lnTo>
                    <a:pt x="5702210" y="2354764"/>
                  </a:lnTo>
                  <a:lnTo>
                    <a:pt x="5702397" y="2353676"/>
                  </a:lnTo>
                  <a:lnTo>
                    <a:pt x="5702584" y="2353169"/>
                  </a:lnTo>
                  <a:lnTo>
                    <a:pt x="5702771" y="2352860"/>
                  </a:lnTo>
                  <a:lnTo>
                    <a:pt x="5702958" y="2352281"/>
                  </a:lnTo>
                  <a:lnTo>
                    <a:pt x="5703145" y="2352204"/>
                  </a:lnTo>
                  <a:lnTo>
                    <a:pt x="5703332" y="2353079"/>
                  </a:lnTo>
                  <a:lnTo>
                    <a:pt x="5703518" y="2353677"/>
                  </a:lnTo>
                  <a:lnTo>
                    <a:pt x="5703705" y="2353932"/>
                  </a:lnTo>
                  <a:lnTo>
                    <a:pt x="5703892" y="2354231"/>
                  </a:lnTo>
                  <a:lnTo>
                    <a:pt x="5704079" y="2354706"/>
                  </a:lnTo>
                  <a:lnTo>
                    <a:pt x="5704266" y="2355251"/>
                  </a:lnTo>
                  <a:lnTo>
                    <a:pt x="5704453" y="2356043"/>
                  </a:lnTo>
                  <a:lnTo>
                    <a:pt x="5704640" y="2357002"/>
                  </a:lnTo>
                  <a:lnTo>
                    <a:pt x="5704827" y="2358488"/>
                  </a:lnTo>
                  <a:lnTo>
                    <a:pt x="5705014" y="2360168"/>
                  </a:lnTo>
                  <a:lnTo>
                    <a:pt x="5705201" y="2361919"/>
                  </a:lnTo>
                  <a:lnTo>
                    <a:pt x="5705388" y="2363783"/>
                  </a:lnTo>
                  <a:lnTo>
                    <a:pt x="5705575" y="2365833"/>
                  </a:lnTo>
                  <a:lnTo>
                    <a:pt x="5705761" y="2367522"/>
                  </a:lnTo>
                  <a:lnTo>
                    <a:pt x="5705948" y="2368850"/>
                  </a:lnTo>
                  <a:lnTo>
                    <a:pt x="5706135" y="2370213"/>
                  </a:lnTo>
                  <a:lnTo>
                    <a:pt x="5706322" y="2371489"/>
                  </a:lnTo>
                  <a:lnTo>
                    <a:pt x="5706509" y="2373142"/>
                  </a:lnTo>
                  <a:lnTo>
                    <a:pt x="5706696" y="2375033"/>
                  </a:lnTo>
                  <a:lnTo>
                    <a:pt x="5706883" y="2376740"/>
                  </a:lnTo>
                  <a:lnTo>
                    <a:pt x="5707070" y="2378675"/>
                  </a:lnTo>
                  <a:lnTo>
                    <a:pt x="5707257" y="2380416"/>
                  </a:lnTo>
                  <a:lnTo>
                    <a:pt x="5707444" y="2381973"/>
                  </a:lnTo>
                  <a:lnTo>
                    <a:pt x="5707631" y="2382906"/>
                  </a:lnTo>
                  <a:lnTo>
                    <a:pt x="5707818" y="2383803"/>
                  </a:lnTo>
                  <a:lnTo>
                    <a:pt x="5708005" y="2384665"/>
                  </a:lnTo>
                  <a:lnTo>
                    <a:pt x="5708191" y="2385500"/>
                  </a:lnTo>
                  <a:lnTo>
                    <a:pt x="5708378" y="2385879"/>
                  </a:lnTo>
                  <a:lnTo>
                    <a:pt x="5708565" y="2385720"/>
                  </a:lnTo>
                  <a:lnTo>
                    <a:pt x="5708752" y="2385333"/>
                  </a:lnTo>
                  <a:lnTo>
                    <a:pt x="5708939" y="2384788"/>
                  </a:lnTo>
                  <a:lnTo>
                    <a:pt x="5709126" y="2384234"/>
                  </a:lnTo>
                  <a:lnTo>
                    <a:pt x="5709313" y="2383811"/>
                  </a:lnTo>
                  <a:lnTo>
                    <a:pt x="5709500" y="2383064"/>
                  </a:lnTo>
                  <a:lnTo>
                    <a:pt x="5709687" y="2382983"/>
                  </a:lnTo>
                  <a:lnTo>
                    <a:pt x="5709874" y="2383102"/>
                  </a:lnTo>
                  <a:lnTo>
                    <a:pt x="5710061" y="2382821"/>
                  </a:lnTo>
                  <a:lnTo>
                    <a:pt x="5710248" y="2382380"/>
                  </a:lnTo>
                  <a:lnTo>
                    <a:pt x="5710434" y="2382042"/>
                  </a:lnTo>
                  <a:lnTo>
                    <a:pt x="5710621" y="2381555"/>
                  </a:lnTo>
                  <a:lnTo>
                    <a:pt x="5710808" y="2380677"/>
                  </a:lnTo>
                  <a:lnTo>
                    <a:pt x="5710995" y="2379640"/>
                  </a:lnTo>
                  <a:lnTo>
                    <a:pt x="5711182" y="2378479"/>
                  </a:lnTo>
                  <a:lnTo>
                    <a:pt x="5711369" y="2377783"/>
                  </a:lnTo>
                  <a:lnTo>
                    <a:pt x="5711556" y="2376869"/>
                  </a:lnTo>
                  <a:lnTo>
                    <a:pt x="5711743" y="2375839"/>
                  </a:lnTo>
                  <a:lnTo>
                    <a:pt x="5711930" y="2373737"/>
                  </a:lnTo>
                  <a:lnTo>
                    <a:pt x="5712117" y="2371800"/>
                  </a:lnTo>
                  <a:lnTo>
                    <a:pt x="5712304" y="2369721"/>
                  </a:lnTo>
                  <a:lnTo>
                    <a:pt x="5712491" y="2368028"/>
                  </a:lnTo>
                  <a:lnTo>
                    <a:pt x="5712678" y="2367102"/>
                  </a:lnTo>
                  <a:lnTo>
                    <a:pt x="5712864" y="2366923"/>
                  </a:lnTo>
                  <a:lnTo>
                    <a:pt x="5713051" y="2367894"/>
                  </a:lnTo>
                  <a:lnTo>
                    <a:pt x="5713238" y="2369122"/>
                  </a:lnTo>
                  <a:lnTo>
                    <a:pt x="5713425" y="2370555"/>
                  </a:lnTo>
                  <a:lnTo>
                    <a:pt x="5713612" y="2372218"/>
                  </a:lnTo>
                  <a:lnTo>
                    <a:pt x="5713799" y="2373405"/>
                  </a:lnTo>
                  <a:lnTo>
                    <a:pt x="5713986" y="2374113"/>
                  </a:lnTo>
                  <a:lnTo>
                    <a:pt x="5714173" y="2374715"/>
                  </a:lnTo>
                  <a:lnTo>
                    <a:pt x="5714360" y="2375019"/>
                  </a:lnTo>
                  <a:lnTo>
                    <a:pt x="5714547" y="2375276"/>
                  </a:lnTo>
                  <a:lnTo>
                    <a:pt x="5714734" y="2375340"/>
                  </a:lnTo>
                  <a:lnTo>
                    <a:pt x="5714921" y="2375313"/>
                  </a:lnTo>
                  <a:lnTo>
                    <a:pt x="5715108" y="2375039"/>
                  </a:lnTo>
                  <a:lnTo>
                    <a:pt x="5715294" y="2374693"/>
                  </a:lnTo>
                  <a:lnTo>
                    <a:pt x="5715481" y="2373942"/>
                  </a:lnTo>
                  <a:lnTo>
                    <a:pt x="5715668" y="2372440"/>
                  </a:lnTo>
                  <a:lnTo>
                    <a:pt x="5715855" y="2370411"/>
                  </a:lnTo>
                  <a:lnTo>
                    <a:pt x="5716042" y="2368507"/>
                  </a:lnTo>
                  <a:lnTo>
                    <a:pt x="5716229" y="2366457"/>
                  </a:lnTo>
                  <a:lnTo>
                    <a:pt x="5716416" y="2363801"/>
                  </a:lnTo>
                  <a:lnTo>
                    <a:pt x="5716603" y="2360836"/>
                  </a:lnTo>
                  <a:lnTo>
                    <a:pt x="5716790" y="2358120"/>
                  </a:lnTo>
                  <a:lnTo>
                    <a:pt x="5716977" y="2354635"/>
                  </a:lnTo>
                  <a:lnTo>
                    <a:pt x="5717164" y="2351519"/>
                  </a:lnTo>
                  <a:lnTo>
                    <a:pt x="5717351" y="2348765"/>
                  </a:lnTo>
                  <a:lnTo>
                    <a:pt x="5717537" y="2345694"/>
                  </a:lnTo>
                  <a:lnTo>
                    <a:pt x="5717724" y="2342651"/>
                  </a:lnTo>
                  <a:lnTo>
                    <a:pt x="5717911" y="2340009"/>
                  </a:lnTo>
                  <a:lnTo>
                    <a:pt x="5718098" y="2337760"/>
                  </a:lnTo>
                  <a:lnTo>
                    <a:pt x="5718285" y="2335139"/>
                  </a:lnTo>
                  <a:lnTo>
                    <a:pt x="5718472" y="2332666"/>
                  </a:lnTo>
                  <a:lnTo>
                    <a:pt x="5718659" y="2330186"/>
                  </a:lnTo>
                  <a:lnTo>
                    <a:pt x="5718846" y="2327538"/>
                  </a:lnTo>
                  <a:lnTo>
                    <a:pt x="5719033" y="2324764"/>
                  </a:lnTo>
                  <a:lnTo>
                    <a:pt x="5719220" y="2322185"/>
                  </a:lnTo>
                  <a:lnTo>
                    <a:pt x="5719407" y="2319723"/>
                  </a:lnTo>
                  <a:lnTo>
                    <a:pt x="5719594" y="2317488"/>
                  </a:lnTo>
                  <a:lnTo>
                    <a:pt x="5719781" y="2315930"/>
                  </a:lnTo>
                  <a:lnTo>
                    <a:pt x="5719967" y="2314661"/>
                  </a:lnTo>
                  <a:lnTo>
                    <a:pt x="5720154" y="2314497"/>
                  </a:lnTo>
                  <a:lnTo>
                    <a:pt x="5720341" y="2314860"/>
                  </a:lnTo>
                  <a:lnTo>
                    <a:pt x="5720528" y="2315714"/>
                  </a:lnTo>
                  <a:lnTo>
                    <a:pt x="5720715" y="2316636"/>
                  </a:lnTo>
                  <a:lnTo>
                    <a:pt x="5720902" y="2317353"/>
                  </a:lnTo>
                  <a:lnTo>
                    <a:pt x="5721089" y="2317495"/>
                  </a:lnTo>
                  <a:lnTo>
                    <a:pt x="5721276" y="2317131"/>
                  </a:lnTo>
                  <a:lnTo>
                    <a:pt x="5721463" y="2316668"/>
                  </a:lnTo>
                  <a:lnTo>
                    <a:pt x="5721650" y="2315667"/>
                  </a:lnTo>
                  <a:lnTo>
                    <a:pt x="5721837" y="2314871"/>
                  </a:lnTo>
                  <a:lnTo>
                    <a:pt x="5722024" y="2314133"/>
                  </a:lnTo>
                  <a:lnTo>
                    <a:pt x="5722211" y="2313420"/>
                  </a:lnTo>
                  <a:lnTo>
                    <a:pt x="5722397" y="2311843"/>
                  </a:lnTo>
                  <a:lnTo>
                    <a:pt x="5722584" y="2310589"/>
                  </a:lnTo>
                  <a:lnTo>
                    <a:pt x="5722771" y="2309193"/>
                  </a:lnTo>
                  <a:lnTo>
                    <a:pt x="5722958" y="2307425"/>
                  </a:lnTo>
                  <a:lnTo>
                    <a:pt x="5723145" y="2305022"/>
                  </a:lnTo>
                  <a:lnTo>
                    <a:pt x="5723332" y="2302496"/>
                  </a:lnTo>
                  <a:lnTo>
                    <a:pt x="5723519" y="2299353"/>
                  </a:lnTo>
                  <a:lnTo>
                    <a:pt x="5723706" y="2296297"/>
                  </a:lnTo>
                  <a:lnTo>
                    <a:pt x="5723893" y="2293348"/>
                  </a:lnTo>
                  <a:lnTo>
                    <a:pt x="5724080" y="2290840"/>
                  </a:lnTo>
                  <a:lnTo>
                    <a:pt x="5724267" y="2288591"/>
                  </a:lnTo>
                  <a:lnTo>
                    <a:pt x="5724454" y="2286295"/>
                  </a:lnTo>
                  <a:lnTo>
                    <a:pt x="5724640" y="2284031"/>
                  </a:lnTo>
                  <a:lnTo>
                    <a:pt x="5724827" y="2282162"/>
                  </a:lnTo>
                  <a:lnTo>
                    <a:pt x="5725014" y="2280442"/>
                  </a:lnTo>
                  <a:lnTo>
                    <a:pt x="5725201" y="2279309"/>
                  </a:lnTo>
                  <a:lnTo>
                    <a:pt x="5725388" y="2279347"/>
                  </a:lnTo>
                  <a:lnTo>
                    <a:pt x="5725575" y="2279306"/>
                  </a:lnTo>
                  <a:lnTo>
                    <a:pt x="5725762" y="2279464"/>
                  </a:lnTo>
                  <a:lnTo>
                    <a:pt x="5725949" y="2279584"/>
                  </a:lnTo>
                  <a:lnTo>
                    <a:pt x="5726136" y="2280002"/>
                  </a:lnTo>
                  <a:lnTo>
                    <a:pt x="5726323" y="2280389"/>
                  </a:lnTo>
                  <a:lnTo>
                    <a:pt x="5726510" y="2280507"/>
                  </a:lnTo>
                  <a:lnTo>
                    <a:pt x="5726697" y="2280340"/>
                  </a:lnTo>
                  <a:lnTo>
                    <a:pt x="5726884" y="2279891"/>
                  </a:lnTo>
                  <a:lnTo>
                    <a:pt x="5727070" y="2279675"/>
                  </a:lnTo>
                  <a:lnTo>
                    <a:pt x="5727257" y="2279432"/>
                  </a:lnTo>
                  <a:lnTo>
                    <a:pt x="5727444" y="2278939"/>
                  </a:lnTo>
                  <a:lnTo>
                    <a:pt x="5727631" y="2278326"/>
                  </a:lnTo>
                  <a:lnTo>
                    <a:pt x="5727818" y="2277918"/>
                  </a:lnTo>
                  <a:lnTo>
                    <a:pt x="5728005" y="2277514"/>
                  </a:lnTo>
                  <a:lnTo>
                    <a:pt x="5728192" y="2276322"/>
                  </a:lnTo>
                  <a:lnTo>
                    <a:pt x="5728379" y="2275222"/>
                  </a:lnTo>
                  <a:lnTo>
                    <a:pt x="5728566" y="2273935"/>
                  </a:lnTo>
                  <a:lnTo>
                    <a:pt x="5728753" y="2272628"/>
                  </a:lnTo>
                  <a:lnTo>
                    <a:pt x="5728940" y="2270824"/>
                  </a:lnTo>
                  <a:lnTo>
                    <a:pt x="5729127" y="2269105"/>
                  </a:lnTo>
                  <a:lnTo>
                    <a:pt x="5729313" y="2267702"/>
                  </a:lnTo>
                  <a:lnTo>
                    <a:pt x="5729500" y="2266883"/>
                  </a:lnTo>
                  <a:lnTo>
                    <a:pt x="5729687" y="2266504"/>
                  </a:lnTo>
                  <a:lnTo>
                    <a:pt x="5729874" y="2266179"/>
                  </a:lnTo>
                  <a:lnTo>
                    <a:pt x="5730061" y="2265539"/>
                  </a:lnTo>
                  <a:lnTo>
                    <a:pt x="5730248" y="2264974"/>
                  </a:lnTo>
                  <a:lnTo>
                    <a:pt x="5730435" y="2263800"/>
                  </a:lnTo>
                  <a:lnTo>
                    <a:pt x="5730622" y="2262711"/>
                  </a:lnTo>
                  <a:lnTo>
                    <a:pt x="5730809" y="2261241"/>
                  </a:lnTo>
                  <a:lnTo>
                    <a:pt x="5730996" y="2259906"/>
                  </a:lnTo>
                  <a:lnTo>
                    <a:pt x="5731183" y="2258593"/>
                  </a:lnTo>
                  <a:lnTo>
                    <a:pt x="5731370" y="2257467"/>
                  </a:lnTo>
                  <a:lnTo>
                    <a:pt x="5731557" y="2256570"/>
                  </a:lnTo>
                  <a:lnTo>
                    <a:pt x="5731743" y="2255464"/>
                  </a:lnTo>
                  <a:lnTo>
                    <a:pt x="5731930" y="2253960"/>
                  </a:lnTo>
                  <a:lnTo>
                    <a:pt x="5732117" y="2252148"/>
                  </a:lnTo>
                  <a:lnTo>
                    <a:pt x="5732304" y="2249878"/>
                  </a:lnTo>
                  <a:lnTo>
                    <a:pt x="5732491" y="2247548"/>
                  </a:lnTo>
                  <a:lnTo>
                    <a:pt x="5732678" y="2245351"/>
                  </a:lnTo>
                  <a:lnTo>
                    <a:pt x="5732865" y="2243229"/>
                  </a:lnTo>
                  <a:lnTo>
                    <a:pt x="5733052" y="2241458"/>
                  </a:lnTo>
                  <a:lnTo>
                    <a:pt x="5733239" y="2239857"/>
                  </a:lnTo>
                  <a:lnTo>
                    <a:pt x="5733426" y="2238464"/>
                  </a:lnTo>
                  <a:lnTo>
                    <a:pt x="5733613" y="2237406"/>
                  </a:lnTo>
                  <a:lnTo>
                    <a:pt x="5733800" y="2236646"/>
                  </a:lnTo>
                  <a:lnTo>
                    <a:pt x="5733987" y="2236409"/>
                  </a:lnTo>
                  <a:lnTo>
                    <a:pt x="5734173" y="2236454"/>
                  </a:lnTo>
                  <a:lnTo>
                    <a:pt x="5734360" y="2237137"/>
                  </a:lnTo>
                  <a:lnTo>
                    <a:pt x="5734547" y="2237933"/>
                  </a:lnTo>
                  <a:lnTo>
                    <a:pt x="5734734" y="2239085"/>
                  </a:lnTo>
                  <a:lnTo>
                    <a:pt x="5734921" y="2240692"/>
                  </a:lnTo>
                  <a:lnTo>
                    <a:pt x="5735108" y="2242462"/>
                  </a:lnTo>
                  <a:lnTo>
                    <a:pt x="5735295" y="2244466"/>
                  </a:lnTo>
                  <a:lnTo>
                    <a:pt x="5735482" y="2246130"/>
                  </a:lnTo>
                  <a:lnTo>
                    <a:pt x="5735669" y="2247849"/>
                  </a:lnTo>
                  <a:lnTo>
                    <a:pt x="5735856" y="2249889"/>
                  </a:lnTo>
                  <a:lnTo>
                    <a:pt x="5736043" y="2251780"/>
                  </a:lnTo>
                  <a:lnTo>
                    <a:pt x="5736230" y="2253540"/>
                  </a:lnTo>
                  <a:lnTo>
                    <a:pt x="5736416" y="2255510"/>
                  </a:lnTo>
                  <a:lnTo>
                    <a:pt x="5736603" y="2257480"/>
                  </a:lnTo>
                  <a:lnTo>
                    <a:pt x="5736790" y="2258562"/>
                  </a:lnTo>
                  <a:lnTo>
                    <a:pt x="5736977" y="2259615"/>
                  </a:lnTo>
                  <a:lnTo>
                    <a:pt x="5737164" y="2260609"/>
                  </a:lnTo>
                  <a:lnTo>
                    <a:pt x="5737351" y="2261790"/>
                  </a:lnTo>
                  <a:lnTo>
                    <a:pt x="5737538" y="2263117"/>
                  </a:lnTo>
                  <a:lnTo>
                    <a:pt x="5737725" y="2264512"/>
                  </a:lnTo>
                  <a:lnTo>
                    <a:pt x="5737912" y="2266297"/>
                  </a:lnTo>
                  <a:lnTo>
                    <a:pt x="5738099" y="2268070"/>
                  </a:lnTo>
                  <a:lnTo>
                    <a:pt x="5738286" y="2269834"/>
                  </a:lnTo>
                  <a:lnTo>
                    <a:pt x="5738473" y="2271620"/>
                  </a:lnTo>
                  <a:lnTo>
                    <a:pt x="5738660" y="2273619"/>
                  </a:lnTo>
                  <a:lnTo>
                    <a:pt x="5738846" y="2275669"/>
                  </a:lnTo>
                  <a:lnTo>
                    <a:pt x="5739033" y="2277727"/>
                  </a:lnTo>
                  <a:lnTo>
                    <a:pt x="5739220" y="2279544"/>
                  </a:lnTo>
                  <a:lnTo>
                    <a:pt x="5739407" y="2281280"/>
                  </a:lnTo>
                  <a:lnTo>
                    <a:pt x="5739594" y="2282951"/>
                  </a:lnTo>
                  <a:lnTo>
                    <a:pt x="5739781" y="2284422"/>
                  </a:lnTo>
                  <a:lnTo>
                    <a:pt x="5739968" y="2285492"/>
                  </a:lnTo>
                  <a:lnTo>
                    <a:pt x="5740155" y="2286363"/>
                  </a:lnTo>
                  <a:lnTo>
                    <a:pt x="5740342" y="2287938"/>
                  </a:lnTo>
                  <a:lnTo>
                    <a:pt x="5740529" y="2288990"/>
                  </a:lnTo>
                  <a:lnTo>
                    <a:pt x="5740716" y="2289269"/>
                  </a:lnTo>
                  <a:lnTo>
                    <a:pt x="5740903" y="2289783"/>
                  </a:lnTo>
                  <a:lnTo>
                    <a:pt x="5741090" y="2290467"/>
                  </a:lnTo>
                  <a:lnTo>
                    <a:pt x="5741276" y="2290921"/>
                  </a:lnTo>
                  <a:lnTo>
                    <a:pt x="5741463" y="2291018"/>
                  </a:lnTo>
                  <a:lnTo>
                    <a:pt x="5741650" y="2290908"/>
                  </a:lnTo>
                  <a:lnTo>
                    <a:pt x="5741837" y="2290843"/>
                  </a:lnTo>
                  <a:lnTo>
                    <a:pt x="5742024" y="2290738"/>
                  </a:lnTo>
                  <a:lnTo>
                    <a:pt x="5742211" y="2290444"/>
                  </a:lnTo>
                  <a:lnTo>
                    <a:pt x="5742398" y="2290369"/>
                  </a:lnTo>
                  <a:lnTo>
                    <a:pt x="5742585" y="2290444"/>
                  </a:lnTo>
                  <a:lnTo>
                    <a:pt x="5742772" y="2290681"/>
                  </a:lnTo>
                  <a:lnTo>
                    <a:pt x="5742959" y="2291032"/>
                  </a:lnTo>
                  <a:lnTo>
                    <a:pt x="5743146" y="2291625"/>
                  </a:lnTo>
                  <a:lnTo>
                    <a:pt x="5743333" y="2292392"/>
                  </a:lnTo>
                  <a:lnTo>
                    <a:pt x="5743519" y="2293097"/>
                  </a:lnTo>
                  <a:lnTo>
                    <a:pt x="5743706" y="2293717"/>
                  </a:lnTo>
                  <a:lnTo>
                    <a:pt x="5743893" y="2294060"/>
                  </a:lnTo>
                  <a:lnTo>
                    <a:pt x="5744080" y="2294579"/>
                  </a:lnTo>
                  <a:lnTo>
                    <a:pt x="5744267" y="2295307"/>
                  </a:lnTo>
                  <a:lnTo>
                    <a:pt x="5744454" y="2296171"/>
                  </a:lnTo>
                  <a:lnTo>
                    <a:pt x="5744641" y="2297317"/>
                  </a:lnTo>
                  <a:lnTo>
                    <a:pt x="5744828" y="2298258"/>
                  </a:lnTo>
                  <a:lnTo>
                    <a:pt x="5745015" y="2299604"/>
                  </a:lnTo>
                  <a:lnTo>
                    <a:pt x="5745202" y="2301029"/>
                  </a:lnTo>
                  <a:lnTo>
                    <a:pt x="5745389" y="2302489"/>
                  </a:lnTo>
                  <a:lnTo>
                    <a:pt x="5745576" y="2304116"/>
                  </a:lnTo>
                  <a:lnTo>
                    <a:pt x="5745763" y="2305911"/>
                  </a:lnTo>
                  <a:lnTo>
                    <a:pt x="5745949" y="2308004"/>
                  </a:lnTo>
                  <a:lnTo>
                    <a:pt x="5746136" y="2310344"/>
                  </a:lnTo>
                  <a:lnTo>
                    <a:pt x="5746323" y="2312842"/>
                  </a:lnTo>
                  <a:lnTo>
                    <a:pt x="5746510" y="2315516"/>
                  </a:lnTo>
                  <a:lnTo>
                    <a:pt x="5746697" y="2318339"/>
                  </a:lnTo>
                  <a:lnTo>
                    <a:pt x="5746884" y="2321409"/>
                  </a:lnTo>
                  <a:lnTo>
                    <a:pt x="5747071" y="2324225"/>
                  </a:lnTo>
                  <a:lnTo>
                    <a:pt x="5747258" y="2326903"/>
                  </a:lnTo>
                  <a:lnTo>
                    <a:pt x="5747445" y="2329639"/>
                  </a:lnTo>
                  <a:lnTo>
                    <a:pt x="5747632" y="2332542"/>
                  </a:lnTo>
                  <a:lnTo>
                    <a:pt x="5747819" y="2335238"/>
                  </a:lnTo>
                  <a:lnTo>
                    <a:pt x="5748006" y="2337633"/>
                  </a:lnTo>
                  <a:lnTo>
                    <a:pt x="5748192" y="2340482"/>
                  </a:lnTo>
                  <a:lnTo>
                    <a:pt x="5748379" y="2343445"/>
                  </a:lnTo>
                  <a:lnTo>
                    <a:pt x="5748566" y="2346822"/>
                  </a:lnTo>
                  <a:lnTo>
                    <a:pt x="5748753" y="2350412"/>
                  </a:lnTo>
                  <a:lnTo>
                    <a:pt x="5748940" y="2354493"/>
                  </a:lnTo>
                  <a:lnTo>
                    <a:pt x="5749127" y="2358919"/>
                  </a:lnTo>
                  <a:lnTo>
                    <a:pt x="5749314" y="2363781"/>
                  </a:lnTo>
                  <a:lnTo>
                    <a:pt x="5749501" y="2368398"/>
                  </a:lnTo>
                  <a:lnTo>
                    <a:pt x="5749688" y="2373119"/>
                  </a:lnTo>
                  <a:lnTo>
                    <a:pt x="5749875" y="2377130"/>
                  </a:lnTo>
                  <a:lnTo>
                    <a:pt x="5750062" y="2380509"/>
                  </a:lnTo>
                  <a:lnTo>
                    <a:pt x="5750249" y="2383899"/>
                  </a:lnTo>
                  <a:lnTo>
                    <a:pt x="5750436" y="2386450"/>
                  </a:lnTo>
                  <a:lnTo>
                    <a:pt x="5750622" y="2388860"/>
                  </a:lnTo>
                  <a:lnTo>
                    <a:pt x="5750809" y="2391309"/>
                  </a:lnTo>
                  <a:lnTo>
                    <a:pt x="5750996" y="2393420"/>
                  </a:lnTo>
                  <a:lnTo>
                    <a:pt x="5751183" y="2395684"/>
                  </a:lnTo>
                  <a:lnTo>
                    <a:pt x="5751370" y="2397963"/>
                  </a:lnTo>
                  <a:lnTo>
                    <a:pt x="5751557" y="2399958"/>
                  </a:lnTo>
                  <a:lnTo>
                    <a:pt x="5751744" y="2401841"/>
                  </a:lnTo>
                  <a:lnTo>
                    <a:pt x="5751931" y="2403593"/>
                  </a:lnTo>
                  <a:lnTo>
                    <a:pt x="5752118" y="2405415"/>
                  </a:lnTo>
                  <a:lnTo>
                    <a:pt x="5752305" y="2406588"/>
                  </a:lnTo>
                  <a:lnTo>
                    <a:pt x="5752492" y="2407514"/>
                  </a:lnTo>
                  <a:lnTo>
                    <a:pt x="5752679" y="2408405"/>
                  </a:lnTo>
                  <a:lnTo>
                    <a:pt x="5752866" y="2409174"/>
                  </a:lnTo>
                  <a:lnTo>
                    <a:pt x="5753052" y="2409990"/>
                  </a:lnTo>
                  <a:lnTo>
                    <a:pt x="5753239" y="2411050"/>
                  </a:lnTo>
                  <a:lnTo>
                    <a:pt x="5753426" y="2411864"/>
                  </a:lnTo>
                  <a:lnTo>
                    <a:pt x="5753613" y="2412798"/>
                  </a:lnTo>
                  <a:lnTo>
                    <a:pt x="5753800" y="2414134"/>
                  </a:lnTo>
                  <a:lnTo>
                    <a:pt x="5753987" y="2415885"/>
                  </a:lnTo>
                  <a:lnTo>
                    <a:pt x="5754174" y="2417361"/>
                  </a:lnTo>
                  <a:lnTo>
                    <a:pt x="5754361" y="2419005"/>
                  </a:lnTo>
                  <a:lnTo>
                    <a:pt x="5754548" y="2420468"/>
                  </a:lnTo>
                  <a:lnTo>
                    <a:pt x="5754735" y="2422059"/>
                  </a:lnTo>
                  <a:lnTo>
                    <a:pt x="5754922" y="2423938"/>
                  </a:lnTo>
                  <a:lnTo>
                    <a:pt x="5755109" y="2425957"/>
                  </a:lnTo>
                  <a:lnTo>
                    <a:pt x="5755295" y="2427999"/>
                  </a:lnTo>
                  <a:lnTo>
                    <a:pt x="5755482" y="2430249"/>
                  </a:lnTo>
                  <a:lnTo>
                    <a:pt x="5755669" y="2432875"/>
                  </a:lnTo>
                  <a:lnTo>
                    <a:pt x="5755856" y="2435422"/>
                  </a:lnTo>
                  <a:lnTo>
                    <a:pt x="5756043" y="2437711"/>
                  </a:lnTo>
                  <a:lnTo>
                    <a:pt x="5756230" y="2440116"/>
                  </a:lnTo>
                  <a:lnTo>
                    <a:pt x="5756417" y="2442523"/>
                  </a:lnTo>
                  <a:lnTo>
                    <a:pt x="5756604" y="2444866"/>
                  </a:lnTo>
                  <a:lnTo>
                    <a:pt x="5756791" y="2447226"/>
                  </a:lnTo>
                  <a:lnTo>
                    <a:pt x="5756978" y="2449722"/>
                  </a:lnTo>
                  <a:lnTo>
                    <a:pt x="5757165" y="2452209"/>
                  </a:lnTo>
                  <a:lnTo>
                    <a:pt x="5757352" y="2454739"/>
                  </a:lnTo>
                  <a:lnTo>
                    <a:pt x="5757539" y="2456955"/>
                  </a:lnTo>
                  <a:lnTo>
                    <a:pt x="5757725" y="2459112"/>
                  </a:lnTo>
                  <a:lnTo>
                    <a:pt x="5757912" y="2460868"/>
                  </a:lnTo>
                  <a:lnTo>
                    <a:pt x="5758099" y="2462650"/>
                  </a:lnTo>
                  <a:lnTo>
                    <a:pt x="5758286" y="2464323"/>
                  </a:lnTo>
                  <a:lnTo>
                    <a:pt x="5758473" y="2466568"/>
                  </a:lnTo>
                  <a:lnTo>
                    <a:pt x="5758660" y="2469284"/>
                  </a:lnTo>
                  <a:lnTo>
                    <a:pt x="5758847" y="2472356"/>
                  </a:lnTo>
                  <a:lnTo>
                    <a:pt x="5759034" y="2476048"/>
                  </a:lnTo>
                  <a:lnTo>
                    <a:pt x="5759221" y="2479740"/>
                  </a:lnTo>
                  <a:lnTo>
                    <a:pt x="5759408" y="2483240"/>
                  </a:lnTo>
                  <a:lnTo>
                    <a:pt x="5759595" y="2486771"/>
                  </a:lnTo>
                  <a:lnTo>
                    <a:pt x="5759782" y="2490657"/>
                  </a:lnTo>
                  <a:lnTo>
                    <a:pt x="5759969" y="2494137"/>
                  </a:lnTo>
                  <a:lnTo>
                    <a:pt x="5760155" y="2497495"/>
                  </a:lnTo>
                  <a:lnTo>
                    <a:pt x="5760342" y="2500727"/>
                  </a:lnTo>
                  <a:lnTo>
                    <a:pt x="5760529" y="2503544"/>
                  </a:lnTo>
                  <a:lnTo>
                    <a:pt x="5760716" y="2506334"/>
                  </a:lnTo>
                  <a:lnTo>
                    <a:pt x="5760903" y="2509567"/>
                  </a:lnTo>
                  <a:lnTo>
                    <a:pt x="5761090" y="2512700"/>
                  </a:lnTo>
                  <a:lnTo>
                    <a:pt x="5761277" y="2515730"/>
                  </a:lnTo>
                  <a:lnTo>
                    <a:pt x="5761464" y="2518514"/>
                  </a:lnTo>
                  <a:lnTo>
                    <a:pt x="5761651" y="2521179"/>
                  </a:lnTo>
                  <a:lnTo>
                    <a:pt x="5761838" y="2523729"/>
                  </a:lnTo>
                  <a:lnTo>
                    <a:pt x="5762025" y="2526305"/>
                  </a:lnTo>
                  <a:lnTo>
                    <a:pt x="5762212" y="2528774"/>
                  </a:lnTo>
                  <a:lnTo>
                    <a:pt x="5762398" y="2531204"/>
                  </a:lnTo>
                  <a:lnTo>
                    <a:pt x="5762585" y="2533333"/>
                  </a:lnTo>
                  <a:lnTo>
                    <a:pt x="5762772" y="2534993"/>
                  </a:lnTo>
                  <a:lnTo>
                    <a:pt x="5762959" y="2537056"/>
                  </a:lnTo>
                  <a:lnTo>
                    <a:pt x="5763146" y="2538994"/>
                  </a:lnTo>
                  <a:lnTo>
                    <a:pt x="5763333" y="2541046"/>
                  </a:lnTo>
                  <a:lnTo>
                    <a:pt x="5763520" y="2542594"/>
                  </a:lnTo>
                  <a:lnTo>
                    <a:pt x="5763707" y="2544224"/>
                  </a:lnTo>
                  <a:lnTo>
                    <a:pt x="5763894" y="2545990"/>
                  </a:lnTo>
                  <a:lnTo>
                    <a:pt x="5764081" y="2547751"/>
                  </a:lnTo>
                  <a:lnTo>
                    <a:pt x="5764268" y="2549754"/>
                  </a:lnTo>
                  <a:lnTo>
                    <a:pt x="5764455" y="2551500"/>
                  </a:lnTo>
                  <a:lnTo>
                    <a:pt x="5764642" y="2553352"/>
                  </a:lnTo>
                  <a:lnTo>
                    <a:pt x="5764828" y="2555262"/>
                  </a:lnTo>
                  <a:lnTo>
                    <a:pt x="5765015" y="2557054"/>
                  </a:lnTo>
                  <a:lnTo>
                    <a:pt x="5765202" y="2558478"/>
                  </a:lnTo>
                  <a:lnTo>
                    <a:pt x="5765389" y="2559628"/>
                  </a:lnTo>
                  <a:lnTo>
                    <a:pt x="5765576" y="2560641"/>
                  </a:lnTo>
                  <a:lnTo>
                    <a:pt x="5765763" y="2561112"/>
                  </a:lnTo>
                  <a:lnTo>
                    <a:pt x="5765950" y="2561636"/>
                  </a:lnTo>
                  <a:lnTo>
                    <a:pt x="5766137" y="2562019"/>
                  </a:lnTo>
                  <a:lnTo>
                    <a:pt x="5766324" y="2563069"/>
                  </a:lnTo>
                  <a:lnTo>
                    <a:pt x="5766511" y="2564033"/>
                  </a:lnTo>
                  <a:lnTo>
                    <a:pt x="5766698" y="2564909"/>
                  </a:lnTo>
                  <a:lnTo>
                    <a:pt x="5766885" y="2565524"/>
                  </a:lnTo>
                  <a:lnTo>
                    <a:pt x="5767071" y="2565734"/>
                  </a:lnTo>
                  <a:lnTo>
                    <a:pt x="5767258" y="2566138"/>
                  </a:lnTo>
                  <a:lnTo>
                    <a:pt x="5767445" y="2566850"/>
                  </a:lnTo>
                  <a:lnTo>
                    <a:pt x="5767632" y="2567662"/>
                  </a:lnTo>
                  <a:lnTo>
                    <a:pt x="5767819" y="2568875"/>
                  </a:lnTo>
                  <a:lnTo>
                    <a:pt x="5768006" y="2570035"/>
                  </a:lnTo>
                  <a:lnTo>
                    <a:pt x="5768193" y="2571757"/>
                  </a:lnTo>
                  <a:lnTo>
                    <a:pt x="5768380" y="2573691"/>
                  </a:lnTo>
                  <a:lnTo>
                    <a:pt x="5768567" y="2575784"/>
                  </a:lnTo>
                  <a:lnTo>
                    <a:pt x="5768754" y="2577776"/>
                  </a:lnTo>
                  <a:lnTo>
                    <a:pt x="5768941" y="2579359"/>
                  </a:lnTo>
                  <a:lnTo>
                    <a:pt x="5769128" y="2581020"/>
                  </a:lnTo>
                  <a:lnTo>
                    <a:pt x="5769315" y="2582935"/>
                  </a:lnTo>
                  <a:lnTo>
                    <a:pt x="5769501" y="2584912"/>
                  </a:lnTo>
                  <a:lnTo>
                    <a:pt x="5769688" y="2586958"/>
                  </a:lnTo>
                  <a:lnTo>
                    <a:pt x="5769875" y="2588848"/>
                  </a:lnTo>
                  <a:lnTo>
                    <a:pt x="5770062" y="2590648"/>
                  </a:lnTo>
                  <a:lnTo>
                    <a:pt x="5770249" y="2592181"/>
                  </a:lnTo>
                  <a:lnTo>
                    <a:pt x="5770436" y="2593663"/>
                  </a:lnTo>
                  <a:lnTo>
                    <a:pt x="5770623" y="2595008"/>
                  </a:lnTo>
                  <a:lnTo>
                    <a:pt x="5770810" y="2596280"/>
                  </a:lnTo>
                  <a:lnTo>
                    <a:pt x="5770997" y="2597346"/>
                  </a:lnTo>
                  <a:lnTo>
                    <a:pt x="5771184" y="2598193"/>
                  </a:lnTo>
                  <a:lnTo>
                    <a:pt x="5771371" y="2598804"/>
                  </a:lnTo>
                  <a:lnTo>
                    <a:pt x="5771558" y="2599207"/>
                  </a:lnTo>
                  <a:lnTo>
                    <a:pt x="5771745" y="2599506"/>
                  </a:lnTo>
                  <a:lnTo>
                    <a:pt x="5771931" y="2599865"/>
                  </a:lnTo>
                  <a:lnTo>
                    <a:pt x="5772118" y="2600033"/>
                  </a:lnTo>
                  <a:lnTo>
                    <a:pt x="5772305" y="2600010"/>
                  </a:lnTo>
                  <a:lnTo>
                    <a:pt x="5772492" y="2600015"/>
                  </a:lnTo>
                  <a:lnTo>
                    <a:pt x="5772679" y="2599438"/>
                  </a:lnTo>
                  <a:lnTo>
                    <a:pt x="5772866" y="2599310"/>
                  </a:lnTo>
                  <a:lnTo>
                    <a:pt x="5773053" y="2599339"/>
                  </a:lnTo>
                  <a:lnTo>
                    <a:pt x="5773240" y="2599250"/>
                  </a:lnTo>
                  <a:lnTo>
                    <a:pt x="5773427" y="2599164"/>
                  </a:lnTo>
                  <a:lnTo>
                    <a:pt x="5773614" y="2599078"/>
                  </a:lnTo>
                  <a:lnTo>
                    <a:pt x="5773801" y="2598898"/>
                  </a:lnTo>
                  <a:lnTo>
                    <a:pt x="5773988" y="2598939"/>
                  </a:lnTo>
                  <a:lnTo>
                    <a:pt x="5774174" y="2599225"/>
                  </a:lnTo>
                  <a:lnTo>
                    <a:pt x="5774361" y="2599878"/>
                  </a:lnTo>
                  <a:lnTo>
                    <a:pt x="5774548" y="2600634"/>
                  </a:lnTo>
                  <a:lnTo>
                    <a:pt x="5774735" y="2601460"/>
                  </a:lnTo>
                  <a:lnTo>
                    <a:pt x="5774922" y="2602233"/>
                  </a:lnTo>
                  <a:lnTo>
                    <a:pt x="5775109" y="2602910"/>
                  </a:lnTo>
                  <a:lnTo>
                    <a:pt x="5775296" y="2603746"/>
                  </a:lnTo>
                  <a:lnTo>
                    <a:pt x="5775483" y="2604692"/>
                  </a:lnTo>
                  <a:lnTo>
                    <a:pt x="5775670" y="2605591"/>
                  </a:lnTo>
                  <a:lnTo>
                    <a:pt x="5775857" y="2606455"/>
                  </a:lnTo>
                  <a:lnTo>
                    <a:pt x="5776044" y="2607350"/>
                  </a:lnTo>
                  <a:lnTo>
                    <a:pt x="5776231" y="2608054"/>
                  </a:lnTo>
                  <a:lnTo>
                    <a:pt x="5776418" y="2608863"/>
                  </a:lnTo>
                  <a:lnTo>
                    <a:pt x="5776604" y="2609831"/>
                  </a:lnTo>
                  <a:lnTo>
                    <a:pt x="5776791" y="2610526"/>
                  </a:lnTo>
                  <a:lnTo>
                    <a:pt x="5776978" y="2610930"/>
                  </a:lnTo>
                  <a:lnTo>
                    <a:pt x="5777165" y="2610886"/>
                  </a:lnTo>
                  <a:lnTo>
                    <a:pt x="5777352" y="2610341"/>
                  </a:lnTo>
                  <a:lnTo>
                    <a:pt x="5777539" y="2609382"/>
                  </a:lnTo>
                  <a:lnTo>
                    <a:pt x="5777726" y="2608151"/>
                  </a:lnTo>
                  <a:lnTo>
                    <a:pt x="5777913" y="2606949"/>
                  </a:lnTo>
                  <a:lnTo>
                    <a:pt x="5778100" y="2605751"/>
                  </a:lnTo>
                  <a:lnTo>
                    <a:pt x="5778287" y="2604423"/>
                  </a:lnTo>
                  <a:lnTo>
                    <a:pt x="5778474" y="2603124"/>
                  </a:lnTo>
                  <a:lnTo>
                    <a:pt x="5778661" y="2601825"/>
                  </a:lnTo>
                  <a:lnTo>
                    <a:pt x="5778847" y="2600541"/>
                  </a:lnTo>
                  <a:lnTo>
                    <a:pt x="5779034" y="2599572"/>
                  </a:lnTo>
                  <a:lnTo>
                    <a:pt x="5779221" y="2598676"/>
                  </a:lnTo>
                  <a:lnTo>
                    <a:pt x="5779408" y="2597804"/>
                  </a:lnTo>
                  <a:lnTo>
                    <a:pt x="5779595" y="2597370"/>
                  </a:lnTo>
                  <a:lnTo>
                    <a:pt x="5779782" y="2596913"/>
                  </a:lnTo>
                  <a:lnTo>
                    <a:pt x="5779969" y="2596727"/>
                  </a:lnTo>
                  <a:lnTo>
                    <a:pt x="5780156" y="2596718"/>
                  </a:lnTo>
                  <a:lnTo>
                    <a:pt x="5780343" y="2596755"/>
                  </a:lnTo>
                  <a:lnTo>
                    <a:pt x="5780530" y="2596959"/>
                  </a:lnTo>
                  <a:lnTo>
                    <a:pt x="5780717" y="2597248"/>
                  </a:lnTo>
                  <a:lnTo>
                    <a:pt x="5780904" y="2597882"/>
                  </a:lnTo>
                  <a:lnTo>
                    <a:pt x="5781091" y="2598807"/>
                  </a:lnTo>
                  <a:lnTo>
                    <a:pt x="5781277" y="2599738"/>
                  </a:lnTo>
                  <a:lnTo>
                    <a:pt x="5781464" y="2600495"/>
                  </a:lnTo>
                  <a:lnTo>
                    <a:pt x="5781651" y="2600910"/>
                  </a:lnTo>
                  <a:lnTo>
                    <a:pt x="5781838" y="2601081"/>
                  </a:lnTo>
                  <a:lnTo>
                    <a:pt x="5782025" y="2601327"/>
                  </a:lnTo>
                  <a:lnTo>
                    <a:pt x="5782212" y="2602262"/>
                  </a:lnTo>
                  <a:lnTo>
                    <a:pt x="5782399" y="2602968"/>
                  </a:lnTo>
                  <a:lnTo>
                    <a:pt x="5782586" y="2603755"/>
                  </a:lnTo>
                  <a:lnTo>
                    <a:pt x="5782773" y="2604537"/>
                  </a:lnTo>
                  <a:lnTo>
                    <a:pt x="5782960" y="2605171"/>
                  </a:lnTo>
                  <a:lnTo>
                    <a:pt x="5783147" y="2605917"/>
                  </a:lnTo>
                  <a:lnTo>
                    <a:pt x="5783334" y="2606590"/>
                  </a:lnTo>
                  <a:lnTo>
                    <a:pt x="5783521" y="2606963"/>
                  </a:lnTo>
                  <a:lnTo>
                    <a:pt x="5783707" y="2607045"/>
                  </a:lnTo>
                  <a:lnTo>
                    <a:pt x="5783894" y="2606773"/>
                  </a:lnTo>
                  <a:lnTo>
                    <a:pt x="5784081" y="2606200"/>
                  </a:lnTo>
                  <a:lnTo>
                    <a:pt x="5784268" y="2605493"/>
                  </a:lnTo>
                  <a:lnTo>
                    <a:pt x="5784455" y="2604736"/>
                  </a:lnTo>
                  <a:lnTo>
                    <a:pt x="5784642" y="2603982"/>
                  </a:lnTo>
                  <a:lnTo>
                    <a:pt x="5784829" y="2603406"/>
                  </a:lnTo>
                  <a:lnTo>
                    <a:pt x="5785016" y="2602555"/>
                  </a:lnTo>
                  <a:lnTo>
                    <a:pt x="5785203" y="2601841"/>
                  </a:lnTo>
                  <a:lnTo>
                    <a:pt x="5785390" y="2601209"/>
                  </a:lnTo>
                  <a:lnTo>
                    <a:pt x="5785577" y="2600514"/>
                  </a:lnTo>
                  <a:lnTo>
                    <a:pt x="5785764" y="2599830"/>
                  </a:lnTo>
                  <a:lnTo>
                    <a:pt x="5785950" y="2599070"/>
                  </a:lnTo>
                  <a:lnTo>
                    <a:pt x="5786137" y="2597618"/>
                  </a:lnTo>
                  <a:lnTo>
                    <a:pt x="5786324" y="2596049"/>
                  </a:lnTo>
                  <a:lnTo>
                    <a:pt x="5786511" y="2593806"/>
                  </a:lnTo>
                  <a:lnTo>
                    <a:pt x="5786698" y="2591450"/>
                  </a:lnTo>
                  <a:lnTo>
                    <a:pt x="5786885" y="2589293"/>
                  </a:lnTo>
                  <a:lnTo>
                    <a:pt x="5787072" y="2587019"/>
                  </a:lnTo>
                  <a:lnTo>
                    <a:pt x="5787259" y="2585133"/>
                  </a:lnTo>
                  <a:lnTo>
                    <a:pt x="5787446" y="2583295"/>
                  </a:lnTo>
                  <a:lnTo>
                    <a:pt x="5787633" y="2581350"/>
                  </a:lnTo>
                  <a:lnTo>
                    <a:pt x="5787820" y="2579197"/>
                  </a:lnTo>
                  <a:lnTo>
                    <a:pt x="5788007" y="2577371"/>
                  </a:lnTo>
                  <a:lnTo>
                    <a:pt x="5788194" y="2575865"/>
                  </a:lnTo>
                  <a:lnTo>
                    <a:pt x="5788380" y="2574667"/>
                  </a:lnTo>
                  <a:lnTo>
                    <a:pt x="5788567" y="2573819"/>
                  </a:lnTo>
                  <a:lnTo>
                    <a:pt x="5788754" y="2573106"/>
                  </a:lnTo>
                  <a:lnTo>
                    <a:pt x="5788941" y="2572760"/>
                  </a:lnTo>
                  <a:lnTo>
                    <a:pt x="5789128" y="2572729"/>
                  </a:lnTo>
                  <a:lnTo>
                    <a:pt x="5789315" y="2573144"/>
                  </a:lnTo>
                  <a:lnTo>
                    <a:pt x="5789502" y="2573457"/>
                  </a:lnTo>
                  <a:lnTo>
                    <a:pt x="5789689" y="2574049"/>
                  </a:lnTo>
                  <a:lnTo>
                    <a:pt x="5789876" y="2574633"/>
                  </a:lnTo>
                  <a:lnTo>
                    <a:pt x="5790063" y="2575661"/>
                  </a:lnTo>
                  <a:lnTo>
                    <a:pt x="5790250" y="2576754"/>
                  </a:lnTo>
                  <a:lnTo>
                    <a:pt x="5790437" y="2577644"/>
                  </a:lnTo>
                  <a:lnTo>
                    <a:pt x="5790624" y="2578456"/>
                  </a:lnTo>
                  <a:lnTo>
                    <a:pt x="5790810" y="2579426"/>
                  </a:lnTo>
                  <a:lnTo>
                    <a:pt x="5790997" y="2580457"/>
                  </a:lnTo>
                  <a:lnTo>
                    <a:pt x="5791184" y="2581424"/>
                  </a:lnTo>
                  <a:lnTo>
                    <a:pt x="5791371" y="2582103"/>
                  </a:lnTo>
                  <a:lnTo>
                    <a:pt x="5791558" y="2582766"/>
                  </a:lnTo>
                  <a:lnTo>
                    <a:pt x="5791745" y="2583668"/>
                  </a:lnTo>
                  <a:lnTo>
                    <a:pt x="5791932" y="2584258"/>
                  </a:lnTo>
                  <a:lnTo>
                    <a:pt x="5792119" y="2584296"/>
                  </a:lnTo>
                  <a:lnTo>
                    <a:pt x="5792306" y="2584165"/>
                  </a:lnTo>
                  <a:lnTo>
                    <a:pt x="5792493" y="2584166"/>
                  </a:lnTo>
                  <a:lnTo>
                    <a:pt x="5792680" y="2584148"/>
                  </a:lnTo>
                  <a:lnTo>
                    <a:pt x="5792867" y="2583689"/>
                  </a:lnTo>
                  <a:lnTo>
                    <a:pt x="5793053" y="2582886"/>
                  </a:lnTo>
                  <a:lnTo>
                    <a:pt x="5793240" y="2581999"/>
                  </a:lnTo>
                  <a:lnTo>
                    <a:pt x="5793427" y="2581105"/>
                  </a:lnTo>
                  <a:lnTo>
                    <a:pt x="5793614" y="2580158"/>
                  </a:lnTo>
                  <a:lnTo>
                    <a:pt x="5793801" y="2579140"/>
                  </a:lnTo>
                  <a:lnTo>
                    <a:pt x="5793988" y="2578142"/>
                  </a:lnTo>
                  <a:lnTo>
                    <a:pt x="5794175" y="2577010"/>
                  </a:lnTo>
                  <a:lnTo>
                    <a:pt x="5794362" y="2575696"/>
                  </a:lnTo>
                  <a:lnTo>
                    <a:pt x="5794549" y="2573881"/>
                  </a:lnTo>
                  <a:lnTo>
                    <a:pt x="5794736" y="2571979"/>
                  </a:lnTo>
                  <a:lnTo>
                    <a:pt x="5794923" y="2569508"/>
                  </a:lnTo>
                  <a:lnTo>
                    <a:pt x="5795110" y="2566674"/>
                  </a:lnTo>
                  <a:lnTo>
                    <a:pt x="5795297" y="2563976"/>
                  </a:lnTo>
                  <a:lnTo>
                    <a:pt x="5795483" y="2561302"/>
                  </a:lnTo>
                  <a:lnTo>
                    <a:pt x="5795670" y="2558845"/>
                  </a:lnTo>
                  <a:lnTo>
                    <a:pt x="5795857" y="2556583"/>
                  </a:lnTo>
                  <a:lnTo>
                    <a:pt x="5796044" y="2554237"/>
                  </a:lnTo>
                  <a:lnTo>
                    <a:pt x="5796231" y="2551849"/>
                  </a:lnTo>
                  <a:lnTo>
                    <a:pt x="5796418" y="2549456"/>
                  </a:lnTo>
                  <a:lnTo>
                    <a:pt x="5796605" y="2547329"/>
                  </a:lnTo>
                  <a:lnTo>
                    <a:pt x="5796792" y="2545400"/>
                  </a:lnTo>
                  <a:lnTo>
                    <a:pt x="5796979" y="2543855"/>
                  </a:lnTo>
                  <a:lnTo>
                    <a:pt x="5797166" y="2542630"/>
                  </a:lnTo>
                  <a:lnTo>
                    <a:pt x="5797353" y="2541741"/>
                  </a:lnTo>
                  <a:lnTo>
                    <a:pt x="5797540" y="2541368"/>
                  </a:lnTo>
                  <a:lnTo>
                    <a:pt x="5797726" y="2541646"/>
                  </a:lnTo>
                  <a:lnTo>
                    <a:pt x="5797913" y="2542446"/>
                  </a:lnTo>
                  <a:lnTo>
                    <a:pt x="5798100" y="2543150"/>
                  </a:lnTo>
                  <a:lnTo>
                    <a:pt x="5798287" y="2543790"/>
                  </a:lnTo>
                  <a:lnTo>
                    <a:pt x="5798474" y="2544513"/>
                  </a:lnTo>
                  <a:lnTo>
                    <a:pt x="5798661" y="2545233"/>
                  </a:lnTo>
                  <a:lnTo>
                    <a:pt x="5798848" y="2546301"/>
                  </a:lnTo>
                  <a:lnTo>
                    <a:pt x="5799035" y="2547469"/>
                  </a:lnTo>
                  <a:lnTo>
                    <a:pt x="5799222" y="2548869"/>
                  </a:lnTo>
                  <a:lnTo>
                    <a:pt x="5799409" y="2550228"/>
                  </a:lnTo>
                  <a:lnTo>
                    <a:pt x="5799596" y="2551458"/>
                  </a:lnTo>
                  <a:lnTo>
                    <a:pt x="5799783" y="2552709"/>
                  </a:lnTo>
                  <a:lnTo>
                    <a:pt x="5799970" y="2553675"/>
                  </a:lnTo>
                  <a:lnTo>
                    <a:pt x="5800156" y="2554237"/>
                  </a:lnTo>
                  <a:lnTo>
                    <a:pt x="5800343" y="2554492"/>
                  </a:lnTo>
                  <a:lnTo>
                    <a:pt x="5800530" y="2554464"/>
                  </a:lnTo>
                  <a:lnTo>
                    <a:pt x="5800717" y="2554385"/>
                  </a:lnTo>
                  <a:lnTo>
                    <a:pt x="5800904" y="2553976"/>
                  </a:lnTo>
                  <a:lnTo>
                    <a:pt x="5801091" y="2553366"/>
                  </a:lnTo>
                  <a:lnTo>
                    <a:pt x="5801278" y="2552460"/>
                  </a:lnTo>
                  <a:lnTo>
                    <a:pt x="5801465" y="2551454"/>
                  </a:lnTo>
                  <a:lnTo>
                    <a:pt x="5801652" y="2549874"/>
                  </a:lnTo>
                  <a:lnTo>
                    <a:pt x="5801839" y="2547878"/>
                  </a:lnTo>
                  <a:lnTo>
                    <a:pt x="5802026" y="2545397"/>
                  </a:lnTo>
                  <a:lnTo>
                    <a:pt x="5802213" y="2542521"/>
                  </a:lnTo>
                  <a:lnTo>
                    <a:pt x="5802400" y="2539765"/>
                  </a:lnTo>
                  <a:lnTo>
                    <a:pt x="5802586" y="2536803"/>
                  </a:lnTo>
                  <a:lnTo>
                    <a:pt x="5802773" y="2534161"/>
                  </a:lnTo>
                  <a:lnTo>
                    <a:pt x="5802960" y="2532186"/>
                  </a:lnTo>
                  <a:lnTo>
                    <a:pt x="5803147" y="2530364"/>
                  </a:lnTo>
                  <a:lnTo>
                    <a:pt x="5803334" y="2528493"/>
                  </a:lnTo>
                  <a:lnTo>
                    <a:pt x="5803521" y="2525686"/>
                  </a:lnTo>
                  <a:lnTo>
                    <a:pt x="5803708" y="2522384"/>
                  </a:lnTo>
                  <a:lnTo>
                    <a:pt x="5803895" y="2518883"/>
                  </a:lnTo>
                  <a:lnTo>
                    <a:pt x="5804082" y="2514852"/>
                  </a:lnTo>
                  <a:lnTo>
                    <a:pt x="5804269" y="2511273"/>
                  </a:lnTo>
                  <a:lnTo>
                    <a:pt x="5804456" y="2508735"/>
                  </a:lnTo>
                  <a:lnTo>
                    <a:pt x="5804643" y="2506126"/>
                  </a:lnTo>
                  <a:lnTo>
                    <a:pt x="5804829" y="2503656"/>
                  </a:lnTo>
                  <a:lnTo>
                    <a:pt x="5805016" y="2501391"/>
                  </a:lnTo>
                  <a:lnTo>
                    <a:pt x="5805203" y="2499377"/>
                  </a:lnTo>
                  <a:lnTo>
                    <a:pt x="5805390" y="2497508"/>
                  </a:lnTo>
                  <a:lnTo>
                    <a:pt x="5805577" y="2495029"/>
                  </a:lnTo>
                  <a:lnTo>
                    <a:pt x="5805764" y="2492003"/>
                  </a:lnTo>
                  <a:lnTo>
                    <a:pt x="5805951" y="2488740"/>
                  </a:lnTo>
                  <a:lnTo>
                    <a:pt x="5806138" y="2485303"/>
                  </a:lnTo>
                  <a:lnTo>
                    <a:pt x="5806325" y="2482249"/>
                  </a:lnTo>
                  <a:lnTo>
                    <a:pt x="5806512" y="2479585"/>
                  </a:lnTo>
                  <a:lnTo>
                    <a:pt x="5806699" y="2477369"/>
                  </a:lnTo>
                  <a:lnTo>
                    <a:pt x="5806886" y="2475608"/>
                  </a:lnTo>
                  <a:lnTo>
                    <a:pt x="5807073" y="2473730"/>
                  </a:lnTo>
                  <a:lnTo>
                    <a:pt x="5807259" y="2471833"/>
                  </a:lnTo>
                  <a:lnTo>
                    <a:pt x="5807446" y="2469777"/>
                  </a:lnTo>
                  <a:lnTo>
                    <a:pt x="5807633" y="2468387"/>
                  </a:lnTo>
                  <a:lnTo>
                    <a:pt x="5807820" y="2466383"/>
                  </a:lnTo>
                  <a:lnTo>
                    <a:pt x="5808007" y="2463967"/>
                  </a:lnTo>
                  <a:lnTo>
                    <a:pt x="5808194" y="2460272"/>
                  </a:lnTo>
                  <a:lnTo>
                    <a:pt x="5808381" y="2457081"/>
                  </a:lnTo>
                  <a:lnTo>
                    <a:pt x="5808568" y="2454154"/>
                  </a:lnTo>
                  <a:lnTo>
                    <a:pt x="5808755" y="2450939"/>
                  </a:lnTo>
                  <a:lnTo>
                    <a:pt x="5808942" y="2447670"/>
                  </a:lnTo>
                  <a:lnTo>
                    <a:pt x="5809129" y="2443507"/>
                  </a:lnTo>
                  <a:lnTo>
                    <a:pt x="5809316" y="2438977"/>
                  </a:lnTo>
                  <a:lnTo>
                    <a:pt x="5809503" y="2433633"/>
                  </a:lnTo>
                  <a:lnTo>
                    <a:pt x="5809689" y="2428069"/>
                  </a:lnTo>
                  <a:lnTo>
                    <a:pt x="5809876" y="2422378"/>
                  </a:lnTo>
                  <a:lnTo>
                    <a:pt x="5810063" y="2416707"/>
                  </a:lnTo>
                  <a:lnTo>
                    <a:pt x="5810250" y="2410469"/>
                  </a:lnTo>
                  <a:lnTo>
                    <a:pt x="5810437" y="2403634"/>
                  </a:lnTo>
                  <a:lnTo>
                    <a:pt x="5810624" y="2396759"/>
                  </a:lnTo>
                  <a:lnTo>
                    <a:pt x="5810811" y="2389684"/>
                  </a:lnTo>
                  <a:lnTo>
                    <a:pt x="5810998" y="2382039"/>
                  </a:lnTo>
                  <a:lnTo>
                    <a:pt x="5811185" y="2374463"/>
                  </a:lnTo>
                  <a:lnTo>
                    <a:pt x="5811372" y="2366965"/>
                  </a:lnTo>
                  <a:lnTo>
                    <a:pt x="5811559" y="2359146"/>
                  </a:lnTo>
                  <a:lnTo>
                    <a:pt x="5811746" y="2350816"/>
                  </a:lnTo>
                  <a:lnTo>
                    <a:pt x="5811932" y="2343079"/>
                  </a:lnTo>
                  <a:lnTo>
                    <a:pt x="5812119" y="2335138"/>
                  </a:lnTo>
                  <a:lnTo>
                    <a:pt x="5812306" y="2328311"/>
                  </a:lnTo>
                  <a:lnTo>
                    <a:pt x="5812493" y="2321368"/>
                  </a:lnTo>
                  <a:lnTo>
                    <a:pt x="5812680" y="2314909"/>
                  </a:lnTo>
                  <a:lnTo>
                    <a:pt x="5812867" y="2308652"/>
                  </a:lnTo>
                  <a:lnTo>
                    <a:pt x="5813054" y="2303023"/>
                  </a:lnTo>
                  <a:lnTo>
                    <a:pt x="5813241" y="2297205"/>
                  </a:lnTo>
                  <a:lnTo>
                    <a:pt x="5813428" y="2291370"/>
                  </a:lnTo>
                  <a:lnTo>
                    <a:pt x="5813615" y="2285806"/>
                  </a:lnTo>
                  <a:lnTo>
                    <a:pt x="5813802" y="2280797"/>
                  </a:lnTo>
                  <a:lnTo>
                    <a:pt x="5813989" y="2276131"/>
                  </a:lnTo>
                  <a:lnTo>
                    <a:pt x="5814176" y="2271722"/>
                  </a:lnTo>
                  <a:lnTo>
                    <a:pt x="5814362" y="2268078"/>
                  </a:lnTo>
                  <a:lnTo>
                    <a:pt x="5814549" y="2265101"/>
                  </a:lnTo>
                  <a:lnTo>
                    <a:pt x="5814736" y="2263183"/>
                  </a:lnTo>
                  <a:lnTo>
                    <a:pt x="5814923" y="2261406"/>
                  </a:lnTo>
                  <a:lnTo>
                    <a:pt x="5815110" y="2258502"/>
                  </a:lnTo>
                  <a:lnTo>
                    <a:pt x="5815297" y="2255668"/>
                  </a:lnTo>
                  <a:lnTo>
                    <a:pt x="5815484" y="2253056"/>
                  </a:lnTo>
                  <a:lnTo>
                    <a:pt x="5815671" y="2250791"/>
                  </a:lnTo>
                  <a:lnTo>
                    <a:pt x="5815858" y="2247791"/>
                  </a:lnTo>
                  <a:lnTo>
                    <a:pt x="5816045" y="2244396"/>
                  </a:lnTo>
                  <a:lnTo>
                    <a:pt x="5816232" y="2240755"/>
                  </a:lnTo>
                  <a:lnTo>
                    <a:pt x="5816419" y="2236116"/>
                  </a:lnTo>
                  <a:lnTo>
                    <a:pt x="5816605" y="2230920"/>
                  </a:lnTo>
                  <a:lnTo>
                    <a:pt x="5816792" y="2224746"/>
                  </a:lnTo>
                  <a:lnTo>
                    <a:pt x="5816979" y="2217452"/>
                  </a:lnTo>
                  <a:lnTo>
                    <a:pt x="5817166" y="2209284"/>
                  </a:lnTo>
                  <a:lnTo>
                    <a:pt x="5817353" y="2200442"/>
                  </a:lnTo>
                  <a:lnTo>
                    <a:pt x="5817540" y="2190688"/>
                  </a:lnTo>
                  <a:lnTo>
                    <a:pt x="5817727" y="2181004"/>
                  </a:lnTo>
                  <a:lnTo>
                    <a:pt x="5817914" y="2170672"/>
                  </a:lnTo>
                  <a:lnTo>
                    <a:pt x="5818101" y="2160151"/>
                  </a:lnTo>
                  <a:lnTo>
                    <a:pt x="5818288" y="2149181"/>
                  </a:lnTo>
                  <a:lnTo>
                    <a:pt x="5818475" y="2138179"/>
                  </a:lnTo>
                  <a:lnTo>
                    <a:pt x="5818662" y="2127732"/>
                  </a:lnTo>
                  <a:lnTo>
                    <a:pt x="5818849" y="2117889"/>
                  </a:lnTo>
                  <a:lnTo>
                    <a:pt x="5819035" y="2109540"/>
                  </a:lnTo>
                  <a:lnTo>
                    <a:pt x="5819222" y="2101955"/>
                  </a:lnTo>
                  <a:lnTo>
                    <a:pt x="5819409" y="2094789"/>
                  </a:lnTo>
                  <a:lnTo>
                    <a:pt x="5819596" y="2087982"/>
                  </a:lnTo>
                  <a:lnTo>
                    <a:pt x="5819783" y="2081683"/>
                  </a:lnTo>
                  <a:lnTo>
                    <a:pt x="5819970" y="2075261"/>
                  </a:lnTo>
                  <a:lnTo>
                    <a:pt x="5820157" y="2068656"/>
                  </a:lnTo>
                  <a:lnTo>
                    <a:pt x="5820344" y="2061541"/>
                  </a:lnTo>
                  <a:lnTo>
                    <a:pt x="5820531" y="2054903"/>
                  </a:lnTo>
                  <a:lnTo>
                    <a:pt x="5820718" y="2049128"/>
                  </a:lnTo>
                  <a:lnTo>
                    <a:pt x="5820905" y="2043126"/>
                  </a:lnTo>
                  <a:lnTo>
                    <a:pt x="5821092" y="2036467"/>
                  </a:lnTo>
                  <a:lnTo>
                    <a:pt x="5821279" y="2029328"/>
                  </a:lnTo>
                  <a:lnTo>
                    <a:pt x="5821465" y="2021803"/>
                  </a:lnTo>
                  <a:lnTo>
                    <a:pt x="5821652" y="2013776"/>
                  </a:lnTo>
                  <a:lnTo>
                    <a:pt x="5821839" y="2005829"/>
                  </a:lnTo>
                  <a:lnTo>
                    <a:pt x="5822026" y="1997483"/>
                  </a:lnTo>
                  <a:lnTo>
                    <a:pt x="5822213" y="1988693"/>
                  </a:lnTo>
                  <a:lnTo>
                    <a:pt x="5822400" y="1979765"/>
                  </a:lnTo>
                  <a:lnTo>
                    <a:pt x="5822587" y="1970284"/>
                  </a:lnTo>
                  <a:lnTo>
                    <a:pt x="5822774" y="1960555"/>
                  </a:lnTo>
                  <a:lnTo>
                    <a:pt x="5822961" y="1949597"/>
                  </a:lnTo>
                  <a:lnTo>
                    <a:pt x="5823148" y="1939115"/>
                  </a:lnTo>
                  <a:lnTo>
                    <a:pt x="5823335" y="1928719"/>
                  </a:lnTo>
                  <a:lnTo>
                    <a:pt x="5823522" y="1916300"/>
                  </a:lnTo>
                  <a:lnTo>
                    <a:pt x="5823708" y="1903882"/>
                  </a:lnTo>
                  <a:lnTo>
                    <a:pt x="5823895" y="1892479"/>
                  </a:lnTo>
                  <a:lnTo>
                    <a:pt x="5824082" y="1883052"/>
                  </a:lnTo>
                  <a:lnTo>
                    <a:pt x="5824269" y="1873082"/>
                  </a:lnTo>
                  <a:lnTo>
                    <a:pt x="5824456" y="1864233"/>
                  </a:lnTo>
                  <a:lnTo>
                    <a:pt x="5824643" y="1854524"/>
                  </a:lnTo>
                  <a:lnTo>
                    <a:pt x="5824830" y="1844619"/>
                  </a:lnTo>
                  <a:lnTo>
                    <a:pt x="5825017" y="1833959"/>
                  </a:lnTo>
                  <a:lnTo>
                    <a:pt x="5825204" y="1823816"/>
                  </a:lnTo>
                  <a:lnTo>
                    <a:pt x="5825391" y="1813789"/>
                  </a:lnTo>
                  <a:lnTo>
                    <a:pt x="5825578" y="1803154"/>
                  </a:lnTo>
                  <a:lnTo>
                    <a:pt x="5825765" y="1792391"/>
                  </a:lnTo>
                  <a:lnTo>
                    <a:pt x="5825952" y="1780591"/>
                  </a:lnTo>
                  <a:lnTo>
                    <a:pt x="5826138" y="1767473"/>
                  </a:lnTo>
                  <a:lnTo>
                    <a:pt x="5826325" y="1754652"/>
                  </a:lnTo>
                  <a:lnTo>
                    <a:pt x="5826512" y="1740935"/>
                  </a:lnTo>
                  <a:lnTo>
                    <a:pt x="5826699" y="1726718"/>
                  </a:lnTo>
                  <a:lnTo>
                    <a:pt x="5826886" y="1711586"/>
                  </a:lnTo>
                  <a:lnTo>
                    <a:pt x="5827073" y="1697690"/>
                  </a:lnTo>
                  <a:lnTo>
                    <a:pt x="5827260" y="1683989"/>
                  </a:lnTo>
                  <a:lnTo>
                    <a:pt x="5827447" y="1670657"/>
                  </a:lnTo>
                  <a:lnTo>
                    <a:pt x="5827634" y="1657686"/>
                  </a:lnTo>
                  <a:lnTo>
                    <a:pt x="5827821" y="1645896"/>
                  </a:lnTo>
                  <a:lnTo>
                    <a:pt x="5828008" y="1633022"/>
                  </a:lnTo>
                  <a:lnTo>
                    <a:pt x="5828195" y="1620456"/>
                  </a:lnTo>
                  <a:lnTo>
                    <a:pt x="5828382" y="1608181"/>
                  </a:lnTo>
                  <a:lnTo>
                    <a:pt x="5828568" y="1596888"/>
                  </a:lnTo>
                  <a:lnTo>
                    <a:pt x="5828755" y="1585282"/>
                  </a:lnTo>
                  <a:lnTo>
                    <a:pt x="5828942" y="1574020"/>
                  </a:lnTo>
                  <a:lnTo>
                    <a:pt x="5829129" y="1563250"/>
                  </a:lnTo>
                  <a:lnTo>
                    <a:pt x="5829316" y="1552333"/>
                  </a:lnTo>
                  <a:lnTo>
                    <a:pt x="5829503" y="1541850"/>
                  </a:lnTo>
                  <a:lnTo>
                    <a:pt x="5829690" y="1531563"/>
                  </a:lnTo>
                  <a:lnTo>
                    <a:pt x="5829877" y="1521000"/>
                  </a:lnTo>
                  <a:lnTo>
                    <a:pt x="5830064" y="1510342"/>
                  </a:lnTo>
                  <a:lnTo>
                    <a:pt x="5830251" y="1499374"/>
                  </a:lnTo>
                  <a:lnTo>
                    <a:pt x="5830438" y="1487721"/>
                  </a:lnTo>
                  <a:lnTo>
                    <a:pt x="5830625" y="1475964"/>
                  </a:lnTo>
                  <a:lnTo>
                    <a:pt x="5830811" y="1464928"/>
                  </a:lnTo>
                  <a:lnTo>
                    <a:pt x="5830998" y="1453997"/>
                  </a:lnTo>
                  <a:lnTo>
                    <a:pt x="5831185" y="1443045"/>
                  </a:lnTo>
                  <a:lnTo>
                    <a:pt x="5831372" y="1432140"/>
                  </a:lnTo>
                  <a:lnTo>
                    <a:pt x="5831559" y="1421631"/>
                  </a:lnTo>
                  <a:lnTo>
                    <a:pt x="5831746" y="1412608"/>
                  </a:lnTo>
                  <a:lnTo>
                    <a:pt x="5831933" y="1403546"/>
                  </a:lnTo>
                  <a:lnTo>
                    <a:pt x="5832120" y="1394487"/>
                  </a:lnTo>
                  <a:lnTo>
                    <a:pt x="5832307" y="1384967"/>
                  </a:lnTo>
                  <a:lnTo>
                    <a:pt x="5832494" y="1376428"/>
                  </a:lnTo>
                  <a:lnTo>
                    <a:pt x="5832681" y="1367339"/>
                  </a:lnTo>
                  <a:lnTo>
                    <a:pt x="5832868" y="1358249"/>
                  </a:lnTo>
                  <a:lnTo>
                    <a:pt x="5833055" y="1348034"/>
                  </a:lnTo>
                  <a:lnTo>
                    <a:pt x="5833241" y="1337663"/>
                  </a:lnTo>
                  <a:lnTo>
                    <a:pt x="5833428" y="1326557"/>
                  </a:lnTo>
                  <a:lnTo>
                    <a:pt x="5833615" y="1315143"/>
                  </a:lnTo>
                  <a:lnTo>
                    <a:pt x="5833802" y="1304623"/>
                  </a:lnTo>
                  <a:lnTo>
                    <a:pt x="5833989" y="1295361"/>
                  </a:lnTo>
                  <a:lnTo>
                    <a:pt x="5834176" y="1286791"/>
                  </a:lnTo>
                  <a:lnTo>
                    <a:pt x="5834363" y="1278319"/>
                  </a:lnTo>
                  <a:lnTo>
                    <a:pt x="5834550" y="1269063"/>
                  </a:lnTo>
                  <a:lnTo>
                    <a:pt x="5834737" y="1260865"/>
                  </a:lnTo>
                  <a:lnTo>
                    <a:pt x="5834924" y="1252418"/>
                  </a:lnTo>
                  <a:lnTo>
                    <a:pt x="5835111" y="1243214"/>
                  </a:lnTo>
                  <a:lnTo>
                    <a:pt x="5835298" y="1234344"/>
                  </a:lnTo>
                  <a:lnTo>
                    <a:pt x="5835484" y="1225243"/>
                  </a:lnTo>
                  <a:lnTo>
                    <a:pt x="5835671" y="1217205"/>
                  </a:lnTo>
                  <a:lnTo>
                    <a:pt x="5835858" y="1209113"/>
                  </a:lnTo>
                  <a:lnTo>
                    <a:pt x="5836045" y="1201765"/>
                  </a:lnTo>
                  <a:lnTo>
                    <a:pt x="5836232" y="1194140"/>
                  </a:lnTo>
                  <a:lnTo>
                    <a:pt x="5836419" y="1186598"/>
                  </a:lnTo>
                  <a:lnTo>
                    <a:pt x="5836606" y="1179060"/>
                  </a:lnTo>
                  <a:lnTo>
                    <a:pt x="5836793" y="1171440"/>
                  </a:lnTo>
                  <a:lnTo>
                    <a:pt x="5836980" y="1164042"/>
                  </a:lnTo>
                  <a:lnTo>
                    <a:pt x="5837167" y="1156611"/>
                  </a:lnTo>
                  <a:lnTo>
                    <a:pt x="5837354" y="1149983"/>
                  </a:lnTo>
                  <a:lnTo>
                    <a:pt x="5837541" y="1144035"/>
                  </a:lnTo>
                  <a:lnTo>
                    <a:pt x="5837728" y="1138252"/>
                  </a:lnTo>
                  <a:lnTo>
                    <a:pt x="5837914" y="1133785"/>
                  </a:lnTo>
                  <a:lnTo>
                    <a:pt x="5838101" y="1129678"/>
                  </a:lnTo>
                  <a:lnTo>
                    <a:pt x="5838288" y="1125390"/>
                  </a:lnTo>
                  <a:lnTo>
                    <a:pt x="5838475" y="1121295"/>
                  </a:lnTo>
                  <a:lnTo>
                    <a:pt x="5838662" y="1117597"/>
                  </a:lnTo>
                  <a:lnTo>
                    <a:pt x="5838849" y="1114391"/>
                  </a:lnTo>
                  <a:lnTo>
                    <a:pt x="5839036" y="1111202"/>
                  </a:lnTo>
                  <a:lnTo>
                    <a:pt x="5839223" y="1108603"/>
                  </a:lnTo>
                  <a:lnTo>
                    <a:pt x="5839410" y="1106476"/>
                  </a:lnTo>
                  <a:lnTo>
                    <a:pt x="5839597" y="1104508"/>
                  </a:lnTo>
                  <a:lnTo>
                    <a:pt x="5839784" y="1101974"/>
                  </a:lnTo>
                  <a:lnTo>
                    <a:pt x="5839971" y="1099710"/>
                  </a:lnTo>
                  <a:lnTo>
                    <a:pt x="5840158" y="1097283"/>
                  </a:lnTo>
                  <a:lnTo>
                    <a:pt x="5840344" y="1093097"/>
                  </a:lnTo>
                  <a:lnTo>
                    <a:pt x="5840531" y="1088817"/>
                  </a:lnTo>
                  <a:lnTo>
                    <a:pt x="5840718" y="1083726"/>
                  </a:lnTo>
                  <a:lnTo>
                    <a:pt x="5840905" y="1079308"/>
                  </a:lnTo>
                  <a:lnTo>
                    <a:pt x="5841092" y="1074812"/>
                  </a:lnTo>
                  <a:lnTo>
                    <a:pt x="5841279" y="1070115"/>
                  </a:lnTo>
                  <a:lnTo>
                    <a:pt x="5841466" y="1065933"/>
                  </a:lnTo>
                  <a:lnTo>
                    <a:pt x="5841653" y="1061207"/>
                  </a:lnTo>
                  <a:lnTo>
                    <a:pt x="5841840" y="1054696"/>
                  </a:lnTo>
                  <a:lnTo>
                    <a:pt x="5842027" y="1047903"/>
                  </a:lnTo>
                  <a:lnTo>
                    <a:pt x="5842214" y="1040675"/>
                  </a:lnTo>
                  <a:lnTo>
                    <a:pt x="5842401" y="1033485"/>
                  </a:lnTo>
                  <a:lnTo>
                    <a:pt x="5842587" y="1026115"/>
                  </a:lnTo>
                  <a:lnTo>
                    <a:pt x="5842774" y="1018498"/>
                  </a:lnTo>
                  <a:lnTo>
                    <a:pt x="5842961" y="1011421"/>
                  </a:lnTo>
                  <a:lnTo>
                    <a:pt x="5843148" y="1004693"/>
                  </a:lnTo>
                  <a:lnTo>
                    <a:pt x="5843335" y="998866"/>
                  </a:lnTo>
                  <a:lnTo>
                    <a:pt x="5843522" y="992732"/>
                  </a:lnTo>
                  <a:lnTo>
                    <a:pt x="5843709" y="985149"/>
                  </a:lnTo>
                  <a:lnTo>
                    <a:pt x="5843896" y="976757"/>
                  </a:lnTo>
                  <a:lnTo>
                    <a:pt x="5844083" y="968805"/>
                  </a:lnTo>
                  <a:lnTo>
                    <a:pt x="5844270" y="959414"/>
                  </a:lnTo>
                  <a:lnTo>
                    <a:pt x="5844457" y="948403"/>
                  </a:lnTo>
                  <a:lnTo>
                    <a:pt x="5844644" y="937595"/>
                  </a:lnTo>
                  <a:lnTo>
                    <a:pt x="5844831" y="927676"/>
                  </a:lnTo>
                  <a:lnTo>
                    <a:pt x="5845017" y="917847"/>
                  </a:lnTo>
                  <a:lnTo>
                    <a:pt x="5845204" y="910051"/>
                  </a:lnTo>
                  <a:lnTo>
                    <a:pt x="5845391" y="902558"/>
                  </a:lnTo>
                  <a:lnTo>
                    <a:pt x="5845578" y="897210"/>
                  </a:lnTo>
                  <a:lnTo>
                    <a:pt x="5845765" y="891344"/>
                  </a:lnTo>
                  <a:lnTo>
                    <a:pt x="5845952" y="885098"/>
                  </a:lnTo>
                  <a:lnTo>
                    <a:pt x="5846139" y="879794"/>
                  </a:lnTo>
                  <a:lnTo>
                    <a:pt x="5846326" y="875230"/>
                  </a:lnTo>
                  <a:lnTo>
                    <a:pt x="5846513" y="872082"/>
                  </a:lnTo>
                  <a:lnTo>
                    <a:pt x="5846700" y="869315"/>
                  </a:lnTo>
                  <a:lnTo>
                    <a:pt x="5846887" y="867320"/>
                  </a:lnTo>
                  <a:lnTo>
                    <a:pt x="5847074" y="866239"/>
                  </a:lnTo>
                  <a:lnTo>
                    <a:pt x="5847261" y="865234"/>
                  </a:lnTo>
                  <a:lnTo>
                    <a:pt x="5847447" y="865457"/>
                  </a:lnTo>
                  <a:lnTo>
                    <a:pt x="5847634" y="865523"/>
                  </a:lnTo>
                  <a:lnTo>
                    <a:pt x="5847821" y="866755"/>
                  </a:lnTo>
                  <a:lnTo>
                    <a:pt x="5848008" y="867887"/>
                  </a:lnTo>
                  <a:lnTo>
                    <a:pt x="5848195" y="869065"/>
                  </a:lnTo>
                  <a:lnTo>
                    <a:pt x="5848382" y="870547"/>
                  </a:lnTo>
                  <a:lnTo>
                    <a:pt x="5848569" y="872298"/>
                  </a:lnTo>
                  <a:lnTo>
                    <a:pt x="5848756" y="873381"/>
                  </a:lnTo>
                  <a:lnTo>
                    <a:pt x="5848943" y="875390"/>
                  </a:lnTo>
                  <a:lnTo>
                    <a:pt x="5849130" y="877598"/>
                  </a:lnTo>
                  <a:lnTo>
                    <a:pt x="5849317" y="879070"/>
                  </a:lnTo>
                  <a:lnTo>
                    <a:pt x="5849504" y="881366"/>
                  </a:lnTo>
                  <a:lnTo>
                    <a:pt x="5849690" y="882450"/>
                  </a:lnTo>
                  <a:lnTo>
                    <a:pt x="5849877" y="884209"/>
                  </a:lnTo>
                  <a:lnTo>
                    <a:pt x="5850064" y="885428"/>
                  </a:lnTo>
                  <a:lnTo>
                    <a:pt x="5850251" y="886381"/>
                  </a:lnTo>
                  <a:lnTo>
                    <a:pt x="5850438" y="886726"/>
                  </a:lnTo>
                  <a:lnTo>
                    <a:pt x="5850625" y="887273"/>
                  </a:lnTo>
                  <a:lnTo>
                    <a:pt x="5850812" y="887740"/>
                  </a:lnTo>
                  <a:lnTo>
                    <a:pt x="5850999" y="888094"/>
                  </a:lnTo>
                  <a:lnTo>
                    <a:pt x="5851186" y="888022"/>
                  </a:lnTo>
                  <a:lnTo>
                    <a:pt x="5851373" y="887868"/>
                  </a:lnTo>
                  <a:lnTo>
                    <a:pt x="5851560" y="887817"/>
                  </a:lnTo>
                  <a:lnTo>
                    <a:pt x="5851747" y="887180"/>
                  </a:lnTo>
                  <a:lnTo>
                    <a:pt x="5851934" y="885906"/>
                  </a:lnTo>
                  <a:lnTo>
                    <a:pt x="5852120" y="883950"/>
                  </a:lnTo>
                  <a:lnTo>
                    <a:pt x="5852307" y="882185"/>
                  </a:lnTo>
                  <a:lnTo>
                    <a:pt x="5852494" y="880684"/>
                  </a:lnTo>
                  <a:lnTo>
                    <a:pt x="5852681" y="879230"/>
                  </a:lnTo>
                  <a:lnTo>
                    <a:pt x="5852868" y="877090"/>
                  </a:lnTo>
                  <a:lnTo>
                    <a:pt x="5853055" y="875204"/>
                  </a:lnTo>
                  <a:lnTo>
                    <a:pt x="5853242" y="873350"/>
                  </a:lnTo>
                  <a:lnTo>
                    <a:pt x="5853429" y="871784"/>
                  </a:lnTo>
                  <a:lnTo>
                    <a:pt x="5853616" y="870497"/>
                  </a:lnTo>
                  <a:lnTo>
                    <a:pt x="5853803" y="870160"/>
                  </a:lnTo>
                  <a:lnTo>
                    <a:pt x="5853990" y="870381"/>
                  </a:lnTo>
                  <a:lnTo>
                    <a:pt x="5854177" y="870826"/>
                  </a:lnTo>
                  <a:lnTo>
                    <a:pt x="5854363" y="872337"/>
                  </a:lnTo>
                  <a:lnTo>
                    <a:pt x="5854550" y="874363"/>
                  </a:lnTo>
                  <a:lnTo>
                    <a:pt x="5854737" y="876721"/>
                  </a:lnTo>
                  <a:lnTo>
                    <a:pt x="5854924" y="878771"/>
                  </a:lnTo>
                  <a:lnTo>
                    <a:pt x="5855111" y="879746"/>
                  </a:lnTo>
                  <a:lnTo>
                    <a:pt x="5855298" y="880484"/>
                  </a:lnTo>
                  <a:lnTo>
                    <a:pt x="5855485" y="878659"/>
                  </a:lnTo>
                  <a:lnTo>
                    <a:pt x="5855672" y="875822"/>
                  </a:lnTo>
                  <a:lnTo>
                    <a:pt x="5855859" y="873819"/>
                  </a:lnTo>
                  <a:lnTo>
                    <a:pt x="5856046" y="871983"/>
                  </a:lnTo>
                  <a:lnTo>
                    <a:pt x="5856233" y="872004"/>
                  </a:lnTo>
                  <a:lnTo>
                    <a:pt x="5856420" y="873250"/>
                  </a:lnTo>
                  <a:lnTo>
                    <a:pt x="5856607" y="874705"/>
                  </a:lnTo>
                  <a:lnTo>
                    <a:pt x="5856793" y="875745"/>
                  </a:lnTo>
                  <a:lnTo>
                    <a:pt x="5856980" y="876256"/>
                  </a:lnTo>
                  <a:lnTo>
                    <a:pt x="5857167" y="876151"/>
                  </a:lnTo>
                  <a:lnTo>
                    <a:pt x="5857354" y="876447"/>
                  </a:lnTo>
                  <a:lnTo>
                    <a:pt x="5857541" y="877068"/>
                  </a:lnTo>
                  <a:lnTo>
                    <a:pt x="5857728" y="878607"/>
                  </a:lnTo>
                  <a:lnTo>
                    <a:pt x="5857915" y="880267"/>
                  </a:lnTo>
                  <a:lnTo>
                    <a:pt x="5858102" y="881030"/>
                  </a:lnTo>
                  <a:lnTo>
                    <a:pt x="5858289" y="882155"/>
                  </a:lnTo>
                  <a:lnTo>
                    <a:pt x="5858476" y="883549"/>
                  </a:lnTo>
                  <a:lnTo>
                    <a:pt x="5858663" y="885768"/>
                  </a:lnTo>
                  <a:lnTo>
                    <a:pt x="5858850" y="888734"/>
                  </a:lnTo>
                  <a:lnTo>
                    <a:pt x="5859037" y="891891"/>
                  </a:lnTo>
                  <a:lnTo>
                    <a:pt x="5859223" y="894402"/>
                  </a:lnTo>
                  <a:lnTo>
                    <a:pt x="5859410" y="897646"/>
                  </a:lnTo>
                  <a:lnTo>
                    <a:pt x="5859597" y="901688"/>
                  </a:lnTo>
                  <a:lnTo>
                    <a:pt x="5859784" y="905839"/>
                  </a:lnTo>
                  <a:lnTo>
                    <a:pt x="5859971" y="910905"/>
                  </a:lnTo>
                  <a:lnTo>
                    <a:pt x="5860158" y="916247"/>
                  </a:lnTo>
                  <a:lnTo>
                    <a:pt x="5860345" y="922690"/>
                  </a:lnTo>
                  <a:lnTo>
                    <a:pt x="5860532" y="928728"/>
                  </a:lnTo>
                  <a:lnTo>
                    <a:pt x="5860719" y="934338"/>
                  </a:lnTo>
                  <a:lnTo>
                    <a:pt x="5860906" y="942613"/>
                  </a:lnTo>
                  <a:lnTo>
                    <a:pt x="5861093" y="950821"/>
                  </a:lnTo>
                  <a:lnTo>
                    <a:pt x="5861280" y="958320"/>
                  </a:lnTo>
                  <a:lnTo>
                    <a:pt x="5861466" y="963965"/>
                  </a:lnTo>
                  <a:lnTo>
                    <a:pt x="5861653" y="969389"/>
                  </a:lnTo>
                  <a:lnTo>
                    <a:pt x="5861840" y="974092"/>
                  </a:lnTo>
                  <a:lnTo>
                    <a:pt x="5862027" y="980027"/>
                  </a:lnTo>
                  <a:lnTo>
                    <a:pt x="5862214" y="984956"/>
                  </a:lnTo>
                  <a:lnTo>
                    <a:pt x="5862401" y="990103"/>
                  </a:lnTo>
                  <a:lnTo>
                    <a:pt x="5862588" y="993433"/>
                  </a:lnTo>
                  <a:lnTo>
                    <a:pt x="5862775" y="995435"/>
                  </a:lnTo>
                  <a:lnTo>
                    <a:pt x="5862962" y="996914"/>
                  </a:lnTo>
                  <a:lnTo>
                    <a:pt x="5863149" y="997969"/>
                  </a:lnTo>
                  <a:lnTo>
                    <a:pt x="5863336" y="999375"/>
                  </a:lnTo>
                  <a:lnTo>
                    <a:pt x="5863523" y="1002113"/>
                  </a:lnTo>
                  <a:lnTo>
                    <a:pt x="5863710" y="1003458"/>
                  </a:lnTo>
                  <a:lnTo>
                    <a:pt x="5863896" y="1006392"/>
                  </a:lnTo>
                  <a:lnTo>
                    <a:pt x="5864083" y="1008919"/>
                  </a:lnTo>
                  <a:lnTo>
                    <a:pt x="5864270" y="1012525"/>
                  </a:lnTo>
                  <a:lnTo>
                    <a:pt x="5864457" y="1014835"/>
                  </a:lnTo>
                  <a:lnTo>
                    <a:pt x="5864644" y="1017129"/>
                  </a:lnTo>
                  <a:lnTo>
                    <a:pt x="5864831" y="1018482"/>
                  </a:lnTo>
                  <a:lnTo>
                    <a:pt x="5865018" y="1019518"/>
                  </a:lnTo>
                  <a:lnTo>
                    <a:pt x="5865205" y="1019601"/>
                  </a:lnTo>
                  <a:lnTo>
                    <a:pt x="5865392" y="1020727"/>
                  </a:lnTo>
                  <a:lnTo>
                    <a:pt x="5865579" y="1021386"/>
                  </a:lnTo>
                  <a:lnTo>
                    <a:pt x="5865766" y="1021312"/>
                  </a:lnTo>
                  <a:lnTo>
                    <a:pt x="5865953" y="1020978"/>
                  </a:lnTo>
                  <a:lnTo>
                    <a:pt x="5866140" y="1021559"/>
                  </a:lnTo>
                  <a:lnTo>
                    <a:pt x="5866326" y="1022575"/>
                  </a:lnTo>
                  <a:lnTo>
                    <a:pt x="5866513" y="1022833"/>
                  </a:lnTo>
                  <a:lnTo>
                    <a:pt x="5866700" y="1022801"/>
                  </a:lnTo>
                  <a:lnTo>
                    <a:pt x="5866887" y="1022548"/>
                  </a:lnTo>
                  <a:lnTo>
                    <a:pt x="5867074" y="1020779"/>
                  </a:lnTo>
                  <a:lnTo>
                    <a:pt x="5867261" y="1019142"/>
                  </a:lnTo>
                  <a:lnTo>
                    <a:pt x="5867448" y="1017682"/>
                  </a:lnTo>
                  <a:lnTo>
                    <a:pt x="5867635" y="1015492"/>
                  </a:lnTo>
                  <a:lnTo>
                    <a:pt x="5867822" y="1014487"/>
                  </a:lnTo>
                  <a:lnTo>
                    <a:pt x="5868009" y="1014519"/>
                  </a:lnTo>
                  <a:lnTo>
                    <a:pt x="5868196" y="1015177"/>
                  </a:lnTo>
                  <a:lnTo>
                    <a:pt x="5868383" y="1017432"/>
                  </a:lnTo>
                  <a:lnTo>
                    <a:pt x="5868569" y="1019919"/>
                  </a:lnTo>
                  <a:lnTo>
                    <a:pt x="5868756" y="1022458"/>
                  </a:lnTo>
                  <a:lnTo>
                    <a:pt x="5868943" y="1024500"/>
                  </a:lnTo>
                  <a:lnTo>
                    <a:pt x="5869130" y="1024577"/>
                  </a:lnTo>
                  <a:lnTo>
                    <a:pt x="5869317" y="1024796"/>
                  </a:lnTo>
                  <a:lnTo>
                    <a:pt x="5869504" y="1024697"/>
                  </a:lnTo>
                  <a:lnTo>
                    <a:pt x="5869691" y="1025365"/>
                  </a:lnTo>
                  <a:lnTo>
                    <a:pt x="5869878" y="1024781"/>
                  </a:lnTo>
                  <a:lnTo>
                    <a:pt x="5870065" y="1026883"/>
                  </a:lnTo>
                  <a:lnTo>
                    <a:pt x="5870252" y="1029379"/>
                  </a:lnTo>
                  <a:lnTo>
                    <a:pt x="5870439" y="1033407"/>
                  </a:lnTo>
                  <a:lnTo>
                    <a:pt x="5870626" y="1038783"/>
                  </a:lnTo>
                  <a:lnTo>
                    <a:pt x="5870813" y="1046816"/>
                  </a:lnTo>
                  <a:lnTo>
                    <a:pt x="5870999" y="1054374"/>
                  </a:lnTo>
                  <a:lnTo>
                    <a:pt x="5871186" y="1062739"/>
                  </a:lnTo>
                  <a:lnTo>
                    <a:pt x="5871373" y="1070749"/>
                  </a:lnTo>
                  <a:lnTo>
                    <a:pt x="5871560" y="1077860"/>
                  </a:lnTo>
                  <a:lnTo>
                    <a:pt x="5871747" y="1084475"/>
                  </a:lnTo>
                  <a:lnTo>
                    <a:pt x="5871934" y="1091740"/>
                  </a:lnTo>
                  <a:lnTo>
                    <a:pt x="5872121" y="1097551"/>
                  </a:lnTo>
                  <a:lnTo>
                    <a:pt x="5872308" y="1103432"/>
                  </a:lnTo>
                  <a:lnTo>
                    <a:pt x="5872495" y="1109768"/>
                  </a:lnTo>
                  <a:lnTo>
                    <a:pt x="5872682" y="1115669"/>
                  </a:lnTo>
                  <a:lnTo>
                    <a:pt x="5872869" y="1121968"/>
                  </a:lnTo>
                  <a:lnTo>
                    <a:pt x="5873056" y="1127183"/>
                  </a:lnTo>
                  <a:lnTo>
                    <a:pt x="5873242" y="1132311"/>
                  </a:lnTo>
                  <a:lnTo>
                    <a:pt x="5873429" y="1136507"/>
                  </a:lnTo>
                  <a:lnTo>
                    <a:pt x="5873616" y="1140781"/>
                  </a:lnTo>
                  <a:lnTo>
                    <a:pt x="5873803" y="1145196"/>
                  </a:lnTo>
                  <a:lnTo>
                    <a:pt x="5873990" y="1149731"/>
                  </a:lnTo>
                  <a:lnTo>
                    <a:pt x="5874177" y="1153779"/>
                  </a:lnTo>
                  <a:lnTo>
                    <a:pt x="5874364" y="1156834"/>
                  </a:lnTo>
                  <a:lnTo>
                    <a:pt x="5874551" y="1158179"/>
                  </a:lnTo>
                  <a:lnTo>
                    <a:pt x="5874738" y="1156390"/>
                  </a:lnTo>
                  <a:lnTo>
                    <a:pt x="5874925" y="1151538"/>
                  </a:lnTo>
                  <a:lnTo>
                    <a:pt x="5875112" y="1143886"/>
                  </a:lnTo>
                  <a:lnTo>
                    <a:pt x="5875299" y="1134052"/>
                  </a:lnTo>
                  <a:lnTo>
                    <a:pt x="5875486" y="1124145"/>
                  </a:lnTo>
                  <a:lnTo>
                    <a:pt x="5875672" y="1115105"/>
                  </a:lnTo>
                  <a:lnTo>
                    <a:pt x="5875859" y="1106883"/>
                  </a:lnTo>
                  <a:lnTo>
                    <a:pt x="5876046" y="1097774"/>
                  </a:lnTo>
                  <a:lnTo>
                    <a:pt x="5876233" y="1088939"/>
                  </a:lnTo>
                  <a:lnTo>
                    <a:pt x="5876420" y="1081274"/>
                  </a:lnTo>
                  <a:lnTo>
                    <a:pt x="5876607" y="1073555"/>
                  </a:lnTo>
                  <a:lnTo>
                    <a:pt x="5876794" y="1065074"/>
                  </a:lnTo>
                  <a:lnTo>
                    <a:pt x="5876981" y="1056672"/>
                  </a:lnTo>
                  <a:lnTo>
                    <a:pt x="5877168" y="1047079"/>
                  </a:lnTo>
                  <a:lnTo>
                    <a:pt x="5877355" y="1036961"/>
                  </a:lnTo>
                  <a:lnTo>
                    <a:pt x="5877542" y="1027500"/>
                  </a:lnTo>
                  <a:lnTo>
                    <a:pt x="5877729" y="1019733"/>
                  </a:lnTo>
                  <a:lnTo>
                    <a:pt x="5877916" y="1012250"/>
                  </a:lnTo>
                  <a:lnTo>
                    <a:pt x="5878102" y="1005462"/>
                  </a:lnTo>
                  <a:lnTo>
                    <a:pt x="5878289" y="998227"/>
                  </a:lnTo>
                  <a:lnTo>
                    <a:pt x="5878476" y="989644"/>
                  </a:lnTo>
                  <a:lnTo>
                    <a:pt x="5878663" y="980223"/>
                  </a:lnTo>
                  <a:lnTo>
                    <a:pt x="5878850" y="970702"/>
                  </a:lnTo>
                  <a:lnTo>
                    <a:pt x="5879037" y="964235"/>
                  </a:lnTo>
                  <a:lnTo>
                    <a:pt x="5879224" y="959434"/>
                  </a:lnTo>
                  <a:lnTo>
                    <a:pt x="5879411" y="956506"/>
                  </a:lnTo>
                  <a:lnTo>
                    <a:pt x="5879598" y="953823"/>
                  </a:lnTo>
                  <a:lnTo>
                    <a:pt x="5879785" y="950391"/>
                  </a:lnTo>
                  <a:lnTo>
                    <a:pt x="5879972" y="946697"/>
                  </a:lnTo>
                  <a:lnTo>
                    <a:pt x="5880159" y="942802"/>
                  </a:lnTo>
                  <a:lnTo>
                    <a:pt x="5880345" y="939960"/>
                  </a:lnTo>
                  <a:lnTo>
                    <a:pt x="5880532" y="936961"/>
                  </a:lnTo>
                  <a:lnTo>
                    <a:pt x="5880719" y="932796"/>
                  </a:lnTo>
                  <a:lnTo>
                    <a:pt x="5880906" y="928819"/>
                  </a:lnTo>
                  <a:lnTo>
                    <a:pt x="5881093" y="925842"/>
                  </a:lnTo>
                  <a:lnTo>
                    <a:pt x="5881280" y="924010"/>
                  </a:lnTo>
                  <a:lnTo>
                    <a:pt x="5881467" y="922006"/>
                  </a:lnTo>
                  <a:lnTo>
                    <a:pt x="5881654" y="921286"/>
                  </a:lnTo>
                  <a:lnTo>
                    <a:pt x="5881841" y="922919"/>
                  </a:lnTo>
                  <a:lnTo>
                    <a:pt x="5882028" y="922830"/>
                  </a:lnTo>
                  <a:lnTo>
                    <a:pt x="5882215" y="921941"/>
                  </a:lnTo>
                  <a:lnTo>
                    <a:pt x="5882402" y="920151"/>
                  </a:lnTo>
                  <a:lnTo>
                    <a:pt x="5882589" y="915626"/>
                  </a:lnTo>
                  <a:lnTo>
                    <a:pt x="5882775" y="912480"/>
                  </a:lnTo>
                  <a:lnTo>
                    <a:pt x="5882962" y="909058"/>
                  </a:lnTo>
                  <a:lnTo>
                    <a:pt x="5883149" y="905992"/>
                  </a:lnTo>
                  <a:lnTo>
                    <a:pt x="5883336" y="904248"/>
                  </a:lnTo>
                  <a:lnTo>
                    <a:pt x="5883523" y="903530"/>
                  </a:lnTo>
                  <a:lnTo>
                    <a:pt x="5883710" y="903592"/>
                  </a:lnTo>
                  <a:lnTo>
                    <a:pt x="5883897" y="903612"/>
                  </a:lnTo>
                  <a:lnTo>
                    <a:pt x="5884084" y="903861"/>
                  </a:lnTo>
                  <a:lnTo>
                    <a:pt x="5884271" y="903673"/>
                  </a:lnTo>
                  <a:lnTo>
                    <a:pt x="5884458" y="903506"/>
                  </a:lnTo>
                  <a:lnTo>
                    <a:pt x="5884645" y="902105"/>
                  </a:lnTo>
                  <a:lnTo>
                    <a:pt x="5884832" y="900590"/>
                  </a:lnTo>
                  <a:lnTo>
                    <a:pt x="5885018" y="900838"/>
                  </a:lnTo>
                  <a:lnTo>
                    <a:pt x="5885205" y="901024"/>
                  </a:lnTo>
                  <a:lnTo>
                    <a:pt x="5885392" y="901373"/>
                  </a:lnTo>
                  <a:lnTo>
                    <a:pt x="5885579" y="901172"/>
                  </a:lnTo>
                  <a:lnTo>
                    <a:pt x="5885766" y="901259"/>
                  </a:lnTo>
                  <a:lnTo>
                    <a:pt x="5885953" y="900516"/>
                  </a:lnTo>
                  <a:lnTo>
                    <a:pt x="5886140" y="899144"/>
                  </a:lnTo>
                  <a:lnTo>
                    <a:pt x="5886327" y="896287"/>
                  </a:lnTo>
                  <a:lnTo>
                    <a:pt x="5886514" y="892594"/>
                  </a:lnTo>
                  <a:lnTo>
                    <a:pt x="5886701" y="888474"/>
                  </a:lnTo>
                  <a:lnTo>
                    <a:pt x="5886888" y="882930"/>
                  </a:lnTo>
                  <a:lnTo>
                    <a:pt x="5887075" y="877386"/>
                  </a:lnTo>
                  <a:lnTo>
                    <a:pt x="5887262" y="870585"/>
                  </a:lnTo>
                  <a:lnTo>
                    <a:pt x="5887448" y="863202"/>
                  </a:lnTo>
                  <a:lnTo>
                    <a:pt x="5887635" y="855020"/>
                  </a:lnTo>
                  <a:lnTo>
                    <a:pt x="5887822" y="845342"/>
                  </a:lnTo>
                  <a:lnTo>
                    <a:pt x="5888009" y="834743"/>
                  </a:lnTo>
                  <a:lnTo>
                    <a:pt x="5888196" y="823917"/>
                  </a:lnTo>
                  <a:lnTo>
                    <a:pt x="5888383" y="812779"/>
                  </a:lnTo>
                  <a:lnTo>
                    <a:pt x="5888570" y="801693"/>
                  </a:lnTo>
                  <a:lnTo>
                    <a:pt x="5888757" y="789729"/>
                  </a:lnTo>
                  <a:lnTo>
                    <a:pt x="5888944" y="777503"/>
                  </a:lnTo>
                  <a:lnTo>
                    <a:pt x="5889131" y="764403"/>
                  </a:lnTo>
                  <a:lnTo>
                    <a:pt x="5889318" y="751144"/>
                  </a:lnTo>
                  <a:lnTo>
                    <a:pt x="5889505" y="737848"/>
                  </a:lnTo>
                  <a:lnTo>
                    <a:pt x="5889692" y="724291"/>
                  </a:lnTo>
                  <a:lnTo>
                    <a:pt x="5889878" y="710636"/>
                  </a:lnTo>
                  <a:lnTo>
                    <a:pt x="5890065" y="695982"/>
                  </a:lnTo>
                  <a:lnTo>
                    <a:pt x="5890252" y="681645"/>
                  </a:lnTo>
                  <a:lnTo>
                    <a:pt x="5890439" y="666531"/>
                  </a:lnTo>
                  <a:lnTo>
                    <a:pt x="5890626" y="651784"/>
                  </a:lnTo>
                  <a:lnTo>
                    <a:pt x="5890813" y="636080"/>
                  </a:lnTo>
                  <a:lnTo>
                    <a:pt x="5891000" y="620545"/>
                  </a:lnTo>
                  <a:lnTo>
                    <a:pt x="5891187" y="604968"/>
                  </a:lnTo>
                  <a:lnTo>
                    <a:pt x="5891374" y="587747"/>
                  </a:lnTo>
                  <a:lnTo>
                    <a:pt x="5891561" y="571066"/>
                  </a:lnTo>
                  <a:lnTo>
                    <a:pt x="5891748" y="554365"/>
                  </a:lnTo>
                  <a:lnTo>
                    <a:pt x="5891935" y="538242"/>
                  </a:lnTo>
                  <a:lnTo>
                    <a:pt x="5892121" y="521782"/>
                  </a:lnTo>
                  <a:lnTo>
                    <a:pt x="5892308" y="509083"/>
                  </a:lnTo>
                  <a:lnTo>
                    <a:pt x="5892495" y="496997"/>
                  </a:lnTo>
                  <a:lnTo>
                    <a:pt x="5892682" y="485114"/>
                  </a:lnTo>
                  <a:lnTo>
                    <a:pt x="5892869" y="476599"/>
                  </a:lnTo>
                  <a:lnTo>
                    <a:pt x="5893056" y="469811"/>
                  </a:lnTo>
                  <a:lnTo>
                    <a:pt x="5893243" y="464295"/>
                  </a:lnTo>
                  <a:lnTo>
                    <a:pt x="5893430" y="459893"/>
                  </a:lnTo>
                  <a:lnTo>
                    <a:pt x="5893617" y="454167"/>
                  </a:lnTo>
                  <a:lnTo>
                    <a:pt x="5893804" y="446615"/>
                  </a:lnTo>
                  <a:lnTo>
                    <a:pt x="5893991" y="439767"/>
                  </a:lnTo>
                  <a:lnTo>
                    <a:pt x="5894178" y="433053"/>
                  </a:lnTo>
                  <a:lnTo>
                    <a:pt x="5894365" y="425969"/>
                  </a:lnTo>
                  <a:lnTo>
                    <a:pt x="5894551" y="418480"/>
                  </a:lnTo>
                  <a:lnTo>
                    <a:pt x="5894738" y="411113"/>
                  </a:lnTo>
                  <a:lnTo>
                    <a:pt x="5894925" y="404508"/>
                  </a:lnTo>
                  <a:lnTo>
                    <a:pt x="5895112" y="397929"/>
                  </a:lnTo>
                  <a:lnTo>
                    <a:pt x="5895299" y="391262"/>
                  </a:lnTo>
                  <a:lnTo>
                    <a:pt x="5895486" y="385361"/>
                  </a:lnTo>
                  <a:lnTo>
                    <a:pt x="5895673" y="379823"/>
                  </a:lnTo>
                  <a:lnTo>
                    <a:pt x="5895860" y="375688"/>
                  </a:lnTo>
                  <a:lnTo>
                    <a:pt x="5896047" y="371644"/>
                  </a:lnTo>
                  <a:lnTo>
                    <a:pt x="5896234" y="367410"/>
                  </a:lnTo>
                  <a:lnTo>
                    <a:pt x="5896421" y="362980"/>
                  </a:lnTo>
                  <a:lnTo>
                    <a:pt x="5896608" y="358824"/>
                  </a:lnTo>
                  <a:lnTo>
                    <a:pt x="5896795" y="353507"/>
                  </a:lnTo>
                  <a:lnTo>
                    <a:pt x="5896981" y="348173"/>
                  </a:lnTo>
                  <a:lnTo>
                    <a:pt x="5897168" y="344892"/>
                  </a:lnTo>
                  <a:lnTo>
                    <a:pt x="5897355" y="341840"/>
                  </a:lnTo>
                  <a:lnTo>
                    <a:pt x="5897542" y="338986"/>
                  </a:lnTo>
                  <a:lnTo>
                    <a:pt x="5897729" y="336074"/>
                  </a:lnTo>
                  <a:lnTo>
                    <a:pt x="5897916" y="333886"/>
                  </a:lnTo>
                  <a:lnTo>
                    <a:pt x="5898103" y="332308"/>
                  </a:lnTo>
                  <a:lnTo>
                    <a:pt x="5898290" y="330746"/>
                  </a:lnTo>
                  <a:lnTo>
                    <a:pt x="5898477" y="329567"/>
                  </a:lnTo>
                  <a:lnTo>
                    <a:pt x="5898664" y="328311"/>
                  </a:lnTo>
                  <a:lnTo>
                    <a:pt x="5898851" y="326726"/>
                  </a:lnTo>
                  <a:lnTo>
                    <a:pt x="5899038" y="324866"/>
                  </a:lnTo>
                  <a:lnTo>
                    <a:pt x="5899224" y="323999"/>
                  </a:lnTo>
                  <a:lnTo>
                    <a:pt x="5899411" y="323030"/>
                  </a:lnTo>
                  <a:lnTo>
                    <a:pt x="5899598" y="323095"/>
                  </a:lnTo>
                  <a:lnTo>
                    <a:pt x="5899785" y="323707"/>
                  </a:lnTo>
                  <a:lnTo>
                    <a:pt x="5899972" y="325223"/>
                  </a:lnTo>
                  <a:lnTo>
                    <a:pt x="5900159" y="327750"/>
                  </a:lnTo>
                  <a:lnTo>
                    <a:pt x="5900346" y="330333"/>
                  </a:lnTo>
                  <a:lnTo>
                    <a:pt x="5900533" y="333530"/>
                  </a:lnTo>
                  <a:lnTo>
                    <a:pt x="5900720" y="336621"/>
                  </a:lnTo>
                  <a:lnTo>
                    <a:pt x="5900907" y="339809"/>
                  </a:lnTo>
                  <a:lnTo>
                    <a:pt x="5901094" y="344118"/>
                  </a:lnTo>
                  <a:lnTo>
                    <a:pt x="5901281" y="346684"/>
                  </a:lnTo>
                  <a:lnTo>
                    <a:pt x="5901468" y="349273"/>
                  </a:lnTo>
                  <a:lnTo>
                    <a:pt x="5901654" y="352650"/>
                  </a:lnTo>
                  <a:lnTo>
                    <a:pt x="5901841" y="355725"/>
                  </a:lnTo>
                  <a:lnTo>
                    <a:pt x="5902028" y="358063"/>
                  </a:lnTo>
                  <a:lnTo>
                    <a:pt x="5902215" y="360381"/>
                  </a:lnTo>
                  <a:lnTo>
                    <a:pt x="5902402" y="363072"/>
                  </a:lnTo>
                  <a:lnTo>
                    <a:pt x="5902589" y="365640"/>
                  </a:lnTo>
                  <a:lnTo>
                    <a:pt x="5902776" y="368612"/>
                  </a:lnTo>
                  <a:lnTo>
                    <a:pt x="5902963" y="371635"/>
                  </a:lnTo>
                  <a:lnTo>
                    <a:pt x="5903150" y="375758"/>
                  </a:lnTo>
                  <a:lnTo>
                    <a:pt x="5903337" y="379503"/>
                  </a:lnTo>
                  <a:lnTo>
                    <a:pt x="5903524" y="383037"/>
                  </a:lnTo>
                  <a:lnTo>
                    <a:pt x="5903711" y="384958"/>
                  </a:lnTo>
                  <a:lnTo>
                    <a:pt x="5903897" y="387277"/>
                  </a:lnTo>
                  <a:lnTo>
                    <a:pt x="5904084" y="389942"/>
                  </a:lnTo>
                  <a:lnTo>
                    <a:pt x="5904271" y="392219"/>
                  </a:lnTo>
                  <a:lnTo>
                    <a:pt x="5904458" y="396036"/>
                  </a:lnTo>
                  <a:lnTo>
                    <a:pt x="5904645" y="401000"/>
                  </a:lnTo>
                  <a:lnTo>
                    <a:pt x="5904832" y="404770"/>
                  </a:lnTo>
                  <a:lnTo>
                    <a:pt x="5905019" y="410364"/>
                  </a:lnTo>
                  <a:lnTo>
                    <a:pt x="5905206" y="415941"/>
                  </a:lnTo>
                  <a:lnTo>
                    <a:pt x="5905393" y="421333"/>
                  </a:lnTo>
                  <a:lnTo>
                    <a:pt x="5905580" y="425713"/>
                  </a:lnTo>
                  <a:lnTo>
                    <a:pt x="5905767" y="428143"/>
                  </a:lnTo>
                  <a:lnTo>
                    <a:pt x="5905954" y="431032"/>
                  </a:lnTo>
                  <a:lnTo>
                    <a:pt x="5906141" y="434111"/>
                  </a:lnTo>
                  <a:lnTo>
                    <a:pt x="5906327" y="437652"/>
                  </a:lnTo>
                  <a:lnTo>
                    <a:pt x="5906514" y="441603"/>
                  </a:lnTo>
                  <a:lnTo>
                    <a:pt x="5906701" y="445678"/>
                  </a:lnTo>
                  <a:lnTo>
                    <a:pt x="5906888" y="449999"/>
                  </a:lnTo>
                  <a:lnTo>
                    <a:pt x="5907075" y="455394"/>
                  </a:lnTo>
                  <a:lnTo>
                    <a:pt x="5907262" y="460955"/>
                  </a:lnTo>
                  <a:lnTo>
                    <a:pt x="5907449" y="463526"/>
                  </a:lnTo>
                  <a:lnTo>
                    <a:pt x="5907636" y="465774"/>
                  </a:lnTo>
                  <a:lnTo>
                    <a:pt x="5907823" y="467167"/>
                  </a:lnTo>
                  <a:lnTo>
                    <a:pt x="5908010" y="466904"/>
                  </a:lnTo>
                  <a:lnTo>
                    <a:pt x="5908197" y="465218"/>
                  </a:lnTo>
                  <a:lnTo>
                    <a:pt x="5908384" y="463668"/>
                  </a:lnTo>
                  <a:lnTo>
                    <a:pt x="5908571" y="460068"/>
                  </a:lnTo>
                  <a:lnTo>
                    <a:pt x="5908757" y="454661"/>
                  </a:lnTo>
                  <a:lnTo>
                    <a:pt x="5908944" y="447713"/>
                  </a:lnTo>
                  <a:lnTo>
                    <a:pt x="5909131" y="441065"/>
                  </a:lnTo>
                  <a:lnTo>
                    <a:pt x="5909318" y="433818"/>
                  </a:lnTo>
                  <a:lnTo>
                    <a:pt x="5909505" y="427184"/>
                  </a:lnTo>
                  <a:lnTo>
                    <a:pt x="5909692" y="420077"/>
                  </a:lnTo>
                  <a:lnTo>
                    <a:pt x="5909879" y="412434"/>
                  </a:lnTo>
                  <a:lnTo>
                    <a:pt x="5910066" y="404015"/>
                  </a:lnTo>
                  <a:lnTo>
                    <a:pt x="5910253" y="395223"/>
                  </a:lnTo>
                  <a:lnTo>
                    <a:pt x="5910440" y="386784"/>
                  </a:lnTo>
                  <a:lnTo>
                    <a:pt x="5910627" y="377951"/>
                  </a:lnTo>
                  <a:lnTo>
                    <a:pt x="5910814" y="368516"/>
                  </a:lnTo>
                  <a:lnTo>
                    <a:pt x="5911000" y="359669"/>
                  </a:lnTo>
                  <a:lnTo>
                    <a:pt x="5911187" y="349826"/>
                  </a:lnTo>
                  <a:lnTo>
                    <a:pt x="5911374" y="340077"/>
                  </a:lnTo>
                  <a:lnTo>
                    <a:pt x="5911561" y="331760"/>
                  </a:lnTo>
                  <a:lnTo>
                    <a:pt x="5911748" y="324937"/>
                  </a:lnTo>
                  <a:lnTo>
                    <a:pt x="5911935" y="319302"/>
                  </a:lnTo>
                  <a:lnTo>
                    <a:pt x="5912122" y="317360"/>
                  </a:lnTo>
                  <a:lnTo>
                    <a:pt x="5912309" y="320320"/>
                  </a:lnTo>
                  <a:lnTo>
                    <a:pt x="5912496" y="327233"/>
                  </a:lnTo>
                  <a:lnTo>
                    <a:pt x="5912683" y="337331"/>
                  </a:lnTo>
                  <a:lnTo>
                    <a:pt x="5912870" y="348250"/>
                  </a:lnTo>
                  <a:lnTo>
                    <a:pt x="5913057" y="360018"/>
                  </a:lnTo>
                  <a:lnTo>
                    <a:pt x="5913244" y="370608"/>
                  </a:lnTo>
                  <a:lnTo>
                    <a:pt x="5913430" y="381699"/>
                  </a:lnTo>
                  <a:lnTo>
                    <a:pt x="5913617" y="392632"/>
                  </a:lnTo>
                  <a:lnTo>
                    <a:pt x="5913804" y="402744"/>
                  </a:lnTo>
                  <a:lnTo>
                    <a:pt x="5913991" y="412718"/>
                  </a:lnTo>
                  <a:lnTo>
                    <a:pt x="5914178" y="422961"/>
                  </a:lnTo>
                  <a:lnTo>
                    <a:pt x="5914365" y="433236"/>
                  </a:lnTo>
                  <a:lnTo>
                    <a:pt x="5914552" y="444987"/>
                  </a:lnTo>
                  <a:lnTo>
                    <a:pt x="5914739" y="457331"/>
                  </a:lnTo>
                  <a:lnTo>
                    <a:pt x="5914926" y="469200"/>
                  </a:lnTo>
                  <a:lnTo>
                    <a:pt x="5915113" y="480809"/>
                  </a:lnTo>
                  <a:lnTo>
                    <a:pt x="5915300" y="492515"/>
                  </a:lnTo>
                  <a:lnTo>
                    <a:pt x="5915487" y="504417"/>
                  </a:lnTo>
                  <a:lnTo>
                    <a:pt x="5915674" y="517321"/>
                  </a:lnTo>
                  <a:lnTo>
                    <a:pt x="5915860" y="532031"/>
                  </a:lnTo>
                  <a:lnTo>
                    <a:pt x="5916047" y="548491"/>
                  </a:lnTo>
                  <a:lnTo>
                    <a:pt x="5916234" y="565427"/>
                  </a:lnTo>
                  <a:lnTo>
                    <a:pt x="5916421" y="579693"/>
                  </a:lnTo>
                  <a:lnTo>
                    <a:pt x="5916608" y="592800"/>
                  </a:lnTo>
                  <a:lnTo>
                    <a:pt x="5916795" y="604097"/>
                  </a:lnTo>
                  <a:lnTo>
                    <a:pt x="5916982" y="614183"/>
                  </a:lnTo>
                  <a:lnTo>
                    <a:pt x="5917169" y="624887"/>
                  </a:lnTo>
                  <a:lnTo>
                    <a:pt x="5917356" y="636397"/>
                  </a:lnTo>
                  <a:lnTo>
                    <a:pt x="5917543" y="648399"/>
                  </a:lnTo>
                  <a:lnTo>
                    <a:pt x="5917730" y="659185"/>
                  </a:lnTo>
                  <a:lnTo>
                    <a:pt x="5917917" y="670248"/>
                  </a:lnTo>
                  <a:lnTo>
                    <a:pt x="5918103" y="681388"/>
                  </a:lnTo>
                  <a:lnTo>
                    <a:pt x="5918290" y="693076"/>
                  </a:lnTo>
                  <a:lnTo>
                    <a:pt x="5918477" y="704926"/>
                  </a:lnTo>
                  <a:lnTo>
                    <a:pt x="5918664" y="715989"/>
                  </a:lnTo>
                  <a:lnTo>
                    <a:pt x="5918851" y="726279"/>
                  </a:lnTo>
                  <a:lnTo>
                    <a:pt x="5919038" y="736605"/>
                  </a:lnTo>
                  <a:lnTo>
                    <a:pt x="5919225" y="746237"/>
                  </a:lnTo>
                  <a:lnTo>
                    <a:pt x="5919412" y="757073"/>
                  </a:lnTo>
                  <a:lnTo>
                    <a:pt x="5919599" y="767728"/>
                  </a:lnTo>
                  <a:lnTo>
                    <a:pt x="5919786" y="778478"/>
                  </a:lnTo>
                  <a:lnTo>
                    <a:pt x="5919973" y="790290"/>
                  </a:lnTo>
                  <a:lnTo>
                    <a:pt x="5920160" y="800422"/>
                  </a:lnTo>
                  <a:lnTo>
                    <a:pt x="5920347" y="809912"/>
                  </a:lnTo>
                  <a:lnTo>
                    <a:pt x="5920533" y="818723"/>
                  </a:lnTo>
                  <a:lnTo>
                    <a:pt x="5920720" y="826695"/>
                  </a:lnTo>
                  <a:lnTo>
                    <a:pt x="5920907" y="832610"/>
                  </a:lnTo>
                  <a:lnTo>
                    <a:pt x="5921094" y="837176"/>
                  </a:lnTo>
                  <a:lnTo>
                    <a:pt x="5921281" y="840514"/>
                  </a:lnTo>
                  <a:lnTo>
                    <a:pt x="5921468" y="843729"/>
                  </a:lnTo>
                  <a:lnTo>
                    <a:pt x="5921655" y="847470"/>
                  </a:lnTo>
                  <a:lnTo>
                    <a:pt x="5921842" y="849932"/>
                  </a:lnTo>
                  <a:lnTo>
                    <a:pt x="5922029" y="854106"/>
                  </a:lnTo>
                  <a:lnTo>
                    <a:pt x="5922216" y="857723"/>
                  </a:lnTo>
                  <a:lnTo>
                    <a:pt x="5922403" y="860725"/>
                  </a:lnTo>
                  <a:lnTo>
                    <a:pt x="5922590" y="863073"/>
                  </a:lnTo>
                  <a:lnTo>
                    <a:pt x="5922776" y="865358"/>
                  </a:lnTo>
                  <a:lnTo>
                    <a:pt x="5922963" y="867712"/>
                  </a:lnTo>
                  <a:lnTo>
                    <a:pt x="5923150" y="870670"/>
                  </a:lnTo>
                  <a:lnTo>
                    <a:pt x="5923337" y="874392"/>
                  </a:lnTo>
                  <a:lnTo>
                    <a:pt x="5923524" y="879486"/>
                  </a:lnTo>
                  <a:lnTo>
                    <a:pt x="5923711" y="885350"/>
                  </a:lnTo>
                  <a:lnTo>
                    <a:pt x="5923898" y="891737"/>
                  </a:lnTo>
                  <a:lnTo>
                    <a:pt x="5924085" y="898186"/>
                  </a:lnTo>
                  <a:lnTo>
                    <a:pt x="5924272" y="905503"/>
                  </a:lnTo>
                  <a:lnTo>
                    <a:pt x="5924459" y="912796"/>
                  </a:lnTo>
                  <a:lnTo>
                    <a:pt x="5924646" y="920542"/>
                  </a:lnTo>
                  <a:lnTo>
                    <a:pt x="5924833" y="928744"/>
                  </a:lnTo>
                  <a:lnTo>
                    <a:pt x="5925020" y="937608"/>
                  </a:lnTo>
                  <a:lnTo>
                    <a:pt x="5925206" y="947890"/>
                  </a:lnTo>
                  <a:lnTo>
                    <a:pt x="5925393" y="959011"/>
                  </a:lnTo>
                  <a:lnTo>
                    <a:pt x="5925580" y="969930"/>
                  </a:lnTo>
                  <a:lnTo>
                    <a:pt x="5925767" y="981504"/>
                  </a:lnTo>
                  <a:lnTo>
                    <a:pt x="5925954" y="993254"/>
                  </a:lnTo>
                  <a:lnTo>
                    <a:pt x="5926141" y="1004769"/>
                  </a:lnTo>
                  <a:lnTo>
                    <a:pt x="5926328" y="1016137"/>
                  </a:lnTo>
                  <a:lnTo>
                    <a:pt x="5926515" y="1027320"/>
                  </a:lnTo>
                  <a:lnTo>
                    <a:pt x="5926702" y="1039474"/>
                  </a:lnTo>
                  <a:lnTo>
                    <a:pt x="5926889" y="1051694"/>
                  </a:lnTo>
                  <a:lnTo>
                    <a:pt x="5927076" y="1062629"/>
                  </a:lnTo>
                  <a:lnTo>
                    <a:pt x="5927263" y="1072610"/>
                  </a:lnTo>
                  <a:lnTo>
                    <a:pt x="5927450" y="1083755"/>
                  </a:lnTo>
                  <a:lnTo>
                    <a:pt x="5927636" y="1095500"/>
                  </a:lnTo>
                  <a:lnTo>
                    <a:pt x="5927823" y="1107859"/>
                  </a:lnTo>
                  <a:lnTo>
                    <a:pt x="5928010" y="1121096"/>
                  </a:lnTo>
                  <a:lnTo>
                    <a:pt x="5928197" y="1134799"/>
                  </a:lnTo>
                  <a:lnTo>
                    <a:pt x="5928384" y="1148093"/>
                  </a:lnTo>
                  <a:lnTo>
                    <a:pt x="5928571" y="1161599"/>
                  </a:lnTo>
                  <a:lnTo>
                    <a:pt x="5928758" y="1175814"/>
                  </a:lnTo>
                  <a:lnTo>
                    <a:pt x="5928945" y="1190883"/>
                  </a:lnTo>
                  <a:lnTo>
                    <a:pt x="5929132" y="1206194"/>
                  </a:lnTo>
                  <a:lnTo>
                    <a:pt x="5929319" y="1221369"/>
                  </a:lnTo>
                  <a:lnTo>
                    <a:pt x="5929506" y="1236666"/>
                  </a:lnTo>
                  <a:lnTo>
                    <a:pt x="5929693" y="1248697"/>
                  </a:lnTo>
                  <a:lnTo>
                    <a:pt x="5929879" y="1260917"/>
                  </a:lnTo>
                  <a:lnTo>
                    <a:pt x="5930066" y="1274155"/>
                  </a:lnTo>
                  <a:lnTo>
                    <a:pt x="5930253" y="1286661"/>
                  </a:lnTo>
                  <a:lnTo>
                    <a:pt x="5930440" y="1298686"/>
                  </a:lnTo>
                  <a:lnTo>
                    <a:pt x="5930627" y="1308289"/>
                  </a:lnTo>
                  <a:lnTo>
                    <a:pt x="5930814" y="1315540"/>
                  </a:lnTo>
                  <a:lnTo>
                    <a:pt x="5931001" y="1322314"/>
                  </a:lnTo>
                  <a:lnTo>
                    <a:pt x="5931188" y="1328693"/>
                  </a:lnTo>
                  <a:lnTo>
                    <a:pt x="5931375" y="1333156"/>
                  </a:lnTo>
                  <a:lnTo>
                    <a:pt x="5931562" y="1336424"/>
                  </a:lnTo>
                  <a:lnTo>
                    <a:pt x="5931749" y="1339591"/>
                  </a:lnTo>
                  <a:lnTo>
                    <a:pt x="5931936" y="1342600"/>
                  </a:lnTo>
                  <a:lnTo>
                    <a:pt x="5932123" y="1344615"/>
                  </a:lnTo>
                  <a:lnTo>
                    <a:pt x="5932309" y="1346527"/>
                  </a:lnTo>
                  <a:lnTo>
                    <a:pt x="5932496" y="1348835"/>
                  </a:lnTo>
                  <a:lnTo>
                    <a:pt x="5932683" y="1350991"/>
                  </a:lnTo>
                  <a:lnTo>
                    <a:pt x="5932870" y="1351726"/>
                  </a:lnTo>
                  <a:lnTo>
                    <a:pt x="5933057" y="1352651"/>
                  </a:lnTo>
                  <a:lnTo>
                    <a:pt x="5933244" y="1351538"/>
                  </a:lnTo>
                  <a:lnTo>
                    <a:pt x="5933431" y="1349976"/>
                  </a:lnTo>
                  <a:lnTo>
                    <a:pt x="5933618" y="1348216"/>
                  </a:lnTo>
                  <a:lnTo>
                    <a:pt x="5933805" y="1347081"/>
                  </a:lnTo>
                  <a:lnTo>
                    <a:pt x="5933992" y="1346364"/>
                  </a:lnTo>
                  <a:lnTo>
                    <a:pt x="5934179" y="1346765"/>
                  </a:lnTo>
                  <a:lnTo>
                    <a:pt x="5934366" y="1346717"/>
                  </a:lnTo>
                  <a:lnTo>
                    <a:pt x="5934553" y="1344898"/>
                  </a:lnTo>
                  <a:lnTo>
                    <a:pt x="5934739" y="1342122"/>
                  </a:lnTo>
                  <a:lnTo>
                    <a:pt x="5934926" y="1339506"/>
                  </a:lnTo>
                  <a:lnTo>
                    <a:pt x="5935113" y="1337712"/>
                  </a:lnTo>
                  <a:lnTo>
                    <a:pt x="5935300" y="1334651"/>
                  </a:lnTo>
                  <a:lnTo>
                    <a:pt x="5935487" y="1331744"/>
                  </a:lnTo>
                  <a:lnTo>
                    <a:pt x="5935674" y="1327788"/>
                  </a:lnTo>
                  <a:lnTo>
                    <a:pt x="5935861" y="1323871"/>
                  </a:lnTo>
                  <a:lnTo>
                    <a:pt x="5936048" y="1320345"/>
                  </a:lnTo>
                  <a:lnTo>
                    <a:pt x="5936235" y="1317361"/>
                  </a:lnTo>
                  <a:lnTo>
                    <a:pt x="5936422" y="1315138"/>
                  </a:lnTo>
                  <a:lnTo>
                    <a:pt x="5936609" y="1311398"/>
                  </a:lnTo>
                  <a:lnTo>
                    <a:pt x="5936796" y="1305434"/>
                  </a:lnTo>
                  <a:lnTo>
                    <a:pt x="5936982" y="1301191"/>
                  </a:lnTo>
                  <a:lnTo>
                    <a:pt x="5937169" y="1295541"/>
                  </a:lnTo>
                  <a:lnTo>
                    <a:pt x="5937356" y="1289899"/>
                  </a:lnTo>
                  <a:lnTo>
                    <a:pt x="5937543" y="1283655"/>
                  </a:lnTo>
                  <a:lnTo>
                    <a:pt x="5937730" y="1276534"/>
                  </a:lnTo>
                  <a:lnTo>
                    <a:pt x="5937917" y="1267901"/>
                  </a:lnTo>
                  <a:lnTo>
                    <a:pt x="5938104" y="1258784"/>
                  </a:lnTo>
                  <a:lnTo>
                    <a:pt x="5938291" y="1248988"/>
                  </a:lnTo>
                  <a:lnTo>
                    <a:pt x="5938478" y="1238700"/>
                  </a:lnTo>
                  <a:lnTo>
                    <a:pt x="5938665" y="1228566"/>
                  </a:lnTo>
                  <a:lnTo>
                    <a:pt x="5938852" y="1218641"/>
                  </a:lnTo>
                  <a:lnTo>
                    <a:pt x="5939039" y="1208514"/>
                  </a:lnTo>
                  <a:lnTo>
                    <a:pt x="5939226" y="1199218"/>
                  </a:lnTo>
                  <a:lnTo>
                    <a:pt x="5939412" y="1193131"/>
                  </a:lnTo>
                  <a:lnTo>
                    <a:pt x="5939599" y="1187309"/>
                  </a:lnTo>
                  <a:lnTo>
                    <a:pt x="5939786" y="1183184"/>
                  </a:lnTo>
                  <a:lnTo>
                    <a:pt x="5939973" y="1180476"/>
                  </a:lnTo>
                  <a:lnTo>
                    <a:pt x="5940160" y="1178077"/>
                  </a:lnTo>
                  <a:lnTo>
                    <a:pt x="5940347" y="1175844"/>
                  </a:lnTo>
                  <a:lnTo>
                    <a:pt x="5940534" y="1173301"/>
                  </a:lnTo>
                  <a:lnTo>
                    <a:pt x="5940721" y="1171010"/>
                  </a:lnTo>
                  <a:lnTo>
                    <a:pt x="5940908" y="1169410"/>
                  </a:lnTo>
                  <a:lnTo>
                    <a:pt x="5941095" y="1169587"/>
                  </a:lnTo>
                  <a:lnTo>
                    <a:pt x="5941282" y="1170581"/>
                  </a:lnTo>
                  <a:lnTo>
                    <a:pt x="5941469" y="1172782"/>
                  </a:lnTo>
                  <a:lnTo>
                    <a:pt x="5941655" y="1176118"/>
                  </a:lnTo>
                  <a:lnTo>
                    <a:pt x="5941842" y="1179901"/>
                  </a:lnTo>
                  <a:lnTo>
                    <a:pt x="5942029" y="1182837"/>
                  </a:lnTo>
                  <a:lnTo>
                    <a:pt x="5942216" y="1186270"/>
                  </a:lnTo>
                  <a:lnTo>
                    <a:pt x="5942403" y="1189385"/>
                  </a:lnTo>
                  <a:lnTo>
                    <a:pt x="5942590" y="1191996"/>
                  </a:lnTo>
                  <a:lnTo>
                    <a:pt x="5942777" y="1193512"/>
                  </a:lnTo>
                  <a:lnTo>
                    <a:pt x="5942964" y="1195129"/>
                  </a:lnTo>
                  <a:lnTo>
                    <a:pt x="5943151" y="1198052"/>
                  </a:lnTo>
                  <a:lnTo>
                    <a:pt x="5943338" y="1200576"/>
                  </a:lnTo>
                  <a:lnTo>
                    <a:pt x="5943525" y="1202787"/>
                  </a:lnTo>
                  <a:lnTo>
                    <a:pt x="5943712" y="1205061"/>
                  </a:lnTo>
                  <a:lnTo>
                    <a:pt x="5943899" y="1207239"/>
                  </a:lnTo>
                  <a:lnTo>
                    <a:pt x="5944085" y="1208801"/>
                  </a:lnTo>
                  <a:lnTo>
                    <a:pt x="5944272" y="1210019"/>
                  </a:lnTo>
                  <a:lnTo>
                    <a:pt x="5944459" y="1209768"/>
                  </a:lnTo>
                  <a:lnTo>
                    <a:pt x="5944646" y="1209658"/>
                  </a:lnTo>
                  <a:lnTo>
                    <a:pt x="5944833" y="1210256"/>
                  </a:lnTo>
                  <a:lnTo>
                    <a:pt x="5945020" y="1210782"/>
                  </a:lnTo>
                  <a:lnTo>
                    <a:pt x="5945207" y="1212311"/>
                  </a:lnTo>
                  <a:lnTo>
                    <a:pt x="5945394" y="1213968"/>
                  </a:lnTo>
                  <a:lnTo>
                    <a:pt x="5945581" y="1214952"/>
                  </a:lnTo>
                  <a:lnTo>
                    <a:pt x="5945768" y="1215947"/>
                  </a:lnTo>
                  <a:lnTo>
                    <a:pt x="5945955" y="1216601"/>
                  </a:lnTo>
                  <a:lnTo>
                    <a:pt x="5946142" y="1217947"/>
                  </a:lnTo>
                  <a:lnTo>
                    <a:pt x="5946329" y="1220641"/>
                  </a:lnTo>
                  <a:lnTo>
                    <a:pt x="5946515" y="1222645"/>
                  </a:lnTo>
                  <a:lnTo>
                    <a:pt x="5946702" y="1225033"/>
                  </a:lnTo>
                  <a:lnTo>
                    <a:pt x="5946889" y="1227338"/>
                  </a:lnTo>
                  <a:lnTo>
                    <a:pt x="5947076" y="1230187"/>
                  </a:lnTo>
                  <a:lnTo>
                    <a:pt x="5947263" y="1233805"/>
                  </a:lnTo>
                  <a:lnTo>
                    <a:pt x="5947450" y="1238572"/>
                  </a:lnTo>
                  <a:lnTo>
                    <a:pt x="5947637" y="1244251"/>
                  </a:lnTo>
                  <a:lnTo>
                    <a:pt x="5947824" y="1249325"/>
                  </a:lnTo>
                  <a:lnTo>
                    <a:pt x="5948011" y="1255164"/>
                  </a:lnTo>
                  <a:lnTo>
                    <a:pt x="5948198" y="1261375"/>
                  </a:lnTo>
                  <a:lnTo>
                    <a:pt x="5948385" y="1267869"/>
                  </a:lnTo>
                  <a:lnTo>
                    <a:pt x="5948572" y="1275367"/>
                  </a:lnTo>
                  <a:lnTo>
                    <a:pt x="5948758" y="1283494"/>
                  </a:lnTo>
                  <a:lnTo>
                    <a:pt x="5948945" y="1291231"/>
                  </a:lnTo>
                  <a:lnTo>
                    <a:pt x="5949132" y="1299019"/>
                  </a:lnTo>
                  <a:lnTo>
                    <a:pt x="5949319" y="1307784"/>
                  </a:lnTo>
                  <a:lnTo>
                    <a:pt x="5949506" y="1315628"/>
                  </a:lnTo>
                  <a:lnTo>
                    <a:pt x="5949693" y="1321085"/>
                  </a:lnTo>
                  <a:lnTo>
                    <a:pt x="5949880" y="1325407"/>
                  </a:lnTo>
                  <a:lnTo>
                    <a:pt x="5950067" y="1327579"/>
                  </a:lnTo>
                  <a:lnTo>
                    <a:pt x="5950254" y="1328431"/>
                  </a:lnTo>
                  <a:lnTo>
                    <a:pt x="5950441" y="1327915"/>
                  </a:lnTo>
                  <a:lnTo>
                    <a:pt x="5950628" y="1327135"/>
                  </a:lnTo>
                  <a:lnTo>
                    <a:pt x="5950815" y="1326239"/>
                  </a:lnTo>
                  <a:lnTo>
                    <a:pt x="5951002" y="1324805"/>
                  </a:lnTo>
                  <a:lnTo>
                    <a:pt x="5951188" y="1323409"/>
                  </a:lnTo>
                  <a:lnTo>
                    <a:pt x="5951375" y="1322038"/>
                  </a:lnTo>
                  <a:lnTo>
                    <a:pt x="5951562" y="1320476"/>
                  </a:lnTo>
                  <a:lnTo>
                    <a:pt x="5951749" y="1319309"/>
                  </a:lnTo>
                  <a:lnTo>
                    <a:pt x="5951936" y="1317562"/>
                  </a:lnTo>
                  <a:lnTo>
                    <a:pt x="5952123" y="1315073"/>
                  </a:lnTo>
                  <a:lnTo>
                    <a:pt x="5952310" y="1311505"/>
                  </a:lnTo>
                  <a:lnTo>
                    <a:pt x="5952497" y="1307600"/>
                  </a:lnTo>
                  <a:lnTo>
                    <a:pt x="5952684" y="1303679"/>
                  </a:lnTo>
                  <a:lnTo>
                    <a:pt x="5952871" y="1298996"/>
                  </a:lnTo>
                  <a:lnTo>
                    <a:pt x="5953058" y="1293367"/>
                  </a:lnTo>
                  <a:lnTo>
                    <a:pt x="5953245" y="1287472"/>
                  </a:lnTo>
                  <a:lnTo>
                    <a:pt x="5953432" y="1280587"/>
                  </a:lnTo>
                  <a:lnTo>
                    <a:pt x="5953618" y="1273308"/>
                  </a:lnTo>
                  <a:lnTo>
                    <a:pt x="5953805" y="1265184"/>
                  </a:lnTo>
                  <a:lnTo>
                    <a:pt x="5953992" y="1257046"/>
                  </a:lnTo>
                  <a:lnTo>
                    <a:pt x="5954179" y="1248444"/>
                  </a:lnTo>
                  <a:lnTo>
                    <a:pt x="5954366" y="1241369"/>
                  </a:lnTo>
                  <a:lnTo>
                    <a:pt x="5954553" y="1234574"/>
                  </a:lnTo>
                  <a:lnTo>
                    <a:pt x="5954740" y="1227571"/>
                  </a:lnTo>
                  <a:lnTo>
                    <a:pt x="5954927" y="1220922"/>
                  </a:lnTo>
                  <a:lnTo>
                    <a:pt x="5955114" y="1215066"/>
                  </a:lnTo>
                  <a:lnTo>
                    <a:pt x="5955301" y="1208691"/>
                  </a:lnTo>
                  <a:lnTo>
                    <a:pt x="5955488" y="1203185"/>
                  </a:lnTo>
                  <a:lnTo>
                    <a:pt x="5955675" y="1197543"/>
                  </a:lnTo>
                  <a:lnTo>
                    <a:pt x="5955861" y="1192470"/>
                  </a:lnTo>
                  <a:lnTo>
                    <a:pt x="5956048" y="1187679"/>
                  </a:lnTo>
                  <a:lnTo>
                    <a:pt x="5956235" y="1183654"/>
                  </a:lnTo>
                  <a:lnTo>
                    <a:pt x="5956422" y="1180332"/>
                  </a:lnTo>
                  <a:lnTo>
                    <a:pt x="5956609" y="1177462"/>
                  </a:lnTo>
                  <a:lnTo>
                    <a:pt x="5956796" y="1174911"/>
                  </a:lnTo>
                  <a:lnTo>
                    <a:pt x="5956983" y="1172889"/>
                  </a:lnTo>
                  <a:lnTo>
                    <a:pt x="5957170" y="1170655"/>
                  </a:lnTo>
                  <a:lnTo>
                    <a:pt x="5957357" y="1168413"/>
                  </a:lnTo>
                  <a:lnTo>
                    <a:pt x="5957544" y="1166339"/>
                  </a:lnTo>
                  <a:lnTo>
                    <a:pt x="5957731" y="1164249"/>
                  </a:lnTo>
                  <a:lnTo>
                    <a:pt x="5957918" y="1162413"/>
                  </a:lnTo>
                  <a:lnTo>
                    <a:pt x="5958105" y="1160329"/>
                  </a:lnTo>
                  <a:lnTo>
                    <a:pt x="5958291" y="1157608"/>
                  </a:lnTo>
                  <a:lnTo>
                    <a:pt x="5958478" y="1153904"/>
                  </a:lnTo>
                  <a:lnTo>
                    <a:pt x="5958665" y="1149806"/>
                  </a:lnTo>
                  <a:lnTo>
                    <a:pt x="5958852" y="1145306"/>
                  </a:lnTo>
                  <a:lnTo>
                    <a:pt x="5959039" y="1139963"/>
                  </a:lnTo>
                  <a:lnTo>
                    <a:pt x="5959226" y="1135411"/>
                  </a:lnTo>
                  <a:lnTo>
                    <a:pt x="5959413" y="1130528"/>
                  </a:lnTo>
                  <a:lnTo>
                    <a:pt x="5959600" y="1125496"/>
                  </a:lnTo>
                  <a:lnTo>
                    <a:pt x="5959787" y="1119799"/>
                  </a:lnTo>
                  <a:lnTo>
                    <a:pt x="5959974" y="1116349"/>
                  </a:lnTo>
                  <a:lnTo>
                    <a:pt x="5960161" y="1115499"/>
                  </a:lnTo>
                  <a:lnTo>
                    <a:pt x="5960348" y="1116218"/>
                  </a:lnTo>
                  <a:lnTo>
                    <a:pt x="5960534" y="1116714"/>
                  </a:lnTo>
                  <a:lnTo>
                    <a:pt x="5960721" y="1116827"/>
                  </a:lnTo>
                  <a:lnTo>
                    <a:pt x="5960908" y="1116266"/>
                  </a:lnTo>
                  <a:lnTo>
                    <a:pt x="5961095" y="1115387"/>
                  </a:lnTo>
                  <a:lnTo>
                    <a:pt x="5961282" y="1114960"/>
                  </a:lnTo>
                  <a:lnTo>
                    <a:pt x="5961469" y="1115189"/>
                  </a:lnTo>
                  <a:lnTo>
                    <a:pt x="5961656" y="1115192"/>
                  </a:lnTo>
                  <a:lnTo>
                    <a:pt x="5961843" y="1115018"/>
                  </a:lnTo>
                  <a:lnTo>
                    <a:pt x="5962030" y="1114965"/>
                  </a:lnTo>
                  <a:lnTo>
                    <a:pt x="5962217" y="1114975"/>
                  </a:lnTo>
                  <a:lnTo>
                    <a:pt x="5962404" y="1115157"/>
                  </a:lnTo>
                  <a:lnTo>
                    <a:pt x="5962591" y="1115312"/>
                  </a:lnTo>
                  <a:lnTo>
                    <a:pt x="5962778" y="1115463"/>
                  </a:lnTo>
                  <a:lnTo>
                    <a:pt x="5962964" y="1115954"/>
                  </a:lnTo>
                  <a:lnTo>
                    <a:pt x="5963151" y="1115881"/>
                  </a:lnTo>
                  <a:lnTo>
                    <a:pt x="5963338" y="1114532"/>
                  </a:lnTo>
                  <a:lnTo>
                    <a:pt x="5963525" y="1113841"/>
                  </a:lnTo>
                  <a:lnTo>
                    <a:pt x="5963712" y="1114022"/>
                  </a:lnTo>
                  <a:lnTo>
                    <a:pt x="5963899" y="1116029"/>
                  </a:lnTo>
                  <a:lnTo>
                    <a:pt x="5964086" y="1117883"/>
                  </a:lnTo>
                  <a:lnTo>
                    <a:pt x="5964273" y="1120350"/>
                  </a:lnTo>
                  <a:lnTo>
                    <a:pt x="5964460" y="1124430"/>
                  </a:lnTo>
                  <a:lnTo>
                    <a:pt x="5964647" y="1130877"/>
                  </a:lnTo>
                  <a:lnTo>
                    <a:pt x="5964834" y="1137396"/>
                  </a:lnTo>
                  <a:lnTo>
                    <a:pt x="5965021" y="1143341"/>
                  </a:lnTo>
                  <a:lnTo>
                    <a:pt x="5965208" y="1148960"/>
                  </a:lnTo>
                  <a:lnTo>
                    <a:pt x="5965394" y="1153929"/>
                  </a:lnTo>
                  <a:lnTo>
                    <a:pt x="5965581" y="1159323"/>
                  </a:lnTo>
                  <a:lnTo>
                    <a:pt x="5965768" y="1165384"/>
                  </a:lnTo>
                  <a:lnTo>
                    <a:pt x="5965955" y="1171257"/>
                  </a:lnTo>
                  <a:lnTo>
                    <a:pt x="5966142" y="1177843"/>
                  </a:lnTo>
                  <a:lnTo>
                    <a:pt x="5966329" y="1183738"/>
                  </a:lnTo>
                  <a:lnTo>
                    <a:pt x="5966516" y="1189045"/>
                  </a:lnTo>
                  <a:lnTo>
                    <a:pt x="5966703" y="1193813"/>
                  </a:lnTo>
                  <a:lnTo>
                    <a:pt x="5966890" y="1198791"/>
                  </a:lnTo>
                  <a:lnTo>
                    <a:pt x="5967077" y="1203990"/>
                  </a:lnTo>
                  <a:lnTo>
                    <a:pt x="5967264" y="1209286"/>
                  </a:lnTo>
                  <a:lnTo>
                    <a:pt x="5967451" y="1214388"/>
                  </a:lnTo>
                  <a:lnTo>
                    <a:pt x="5967637" y="1220269"/>
                  </a:lnTo>
                  <a:lnTo>
                    <a:pt x="5967824" y="1226577"/>
                  </a:lnTo>
                  <a:lnTo>
                    <a:pt x="5968011" y="1233487"/>
                  </a:lnTo>
                  <a:lnTo>
                    <a:pt x="5968198" y="1241543"/>
                  </a:lnTo>
                  <a:lnTo>
                    <a:pt x="5968385" y="1249084"/>
                  </a:lnTo>
                  <a:lnTo>
                    <a:pt x="5968572" y="1256300"/>
                  </a:lnTo>
                  <a:lnTo>
                    <a:pt x="5968759" y="1263448"/>
                  </a:lnTo>
                  <a:lnTo>
                    <a:pt x="5968946" y="1271593"/>
                  </a:lnTo>
                  <a:lnTo>
                    <a:pt x="5969133" y="1279700"/>
                  </a:lnTo>
                  <a:lnTo>
                    <a:pt x="5969320" y="1288563"/>
                  </a:lnTo>
                  <a:lnTo>
                    <a:pt x="5969507" y="1297929"/>
                  </a:lnTo>
                  <a:lnTo>
                    <a:pt x="5969694" y="1306573"/>
                  </a:lnTo>
                  <a:lnTo>
                    <a:pt x="5969881" y="1314484"/>
                  </a:lnTo>
                  <a:lnTo>
                    <a:pt x="5970067" y="1322009"/>
                  </a:lnTo>
                  <a:lnTo>
                    <a:pt x="5970254" y="1330486"/>
                  </a:lnTo>
                  <a:lnTo>
                    <a:pt x="5970441" y="1338318"/>
                  </a:lnTo>
                  <a:lnTo>
                    <a:pt x="5970628" y="1346895"/>
                  </a:lnTo>
                  <a:lnTo>
                    <a:pt x="5970815" y="1355243"/>
                  </a:lnTo>
                  <a:lnTo>
                    <a:pt x="5971002" y="1363662"/>
                  </a:lnTo>
                  <a:lnTo>
                    <a:pt x="5971189" y="1371954"/>
                  </a:lnTo>
                  <a:lnTo>
                    <a:pt x="5971376" y="1380367"/>
                  </a:lnTo>
                  <a:lnTo>
                    <a:pt x="5971563" y="1388402"/>
                  </a:lnTo>
                  <a:lnTo>
                    <a:pt x="5971750" y="1396589"/>
                  </a:lnTo>
                  <a:lnTo>
                    <a:pt x="5971937" y="1404840"/>
                  </a:lnTo>
                  <a:lnTo>
                    <a:pt x="5972124" y="1413428"/>
                  </a:lnTo>
                  <a:lnTo>
                    <a:pt x="5972311" y="1421650"/>
                  </a:lnTo>
                  <a:lnTo>
                    <a:pt x="5972497" y="1429441"/>
                  </a:lnTo>
                  <a:lnTo>
                    <a:pt x="5972684" y="1438050"/>
                  </a:lnTo>
                  <a:lnTo>
                    <a:pt x="5972871" y="1446177"/>
                  </a:lnTo>
                  <a:lnTo>
                    <a:pt x="5973058" y="1455189"/>
                  </a:lnTo>
                  <a:lnTo>
                    <a:pt x="5973245" y="1463993"/>
                  </a:lnTo>
                  <a:lnTo>
                    <a:pt x="5973432" y="1472528"/>
                  </a:lnTo>
                  <a:lnTo>
                    <a:pt x="5973619" y="1481394"/>
                  </a:lnTo>
                  <a:lnTo>
                    <a:pt x="5973806" y="1489905"/>
                  </a:lnTo>
                  <a:lnTo>
                    <a:pt x="5973993" y="1498506"/>
                  </a:lnTo>
                  <a:lnTo>
                    <a:pt x="5974180" y="1508116"/>
                  </a:lnTo>
                  <a:lnTo>
                    <a:pt x="5974367" y="1515951"/>
                  </a:lnTo>
                  <a:lnTo>
                    <a:pt x="5974554" y="1524922"/>
                  </a:lnTo>
                  <a:lnTo>
                    <a:pt x="5974740" y="1534600"/>
                  </a:lnTo>
                  <a:lnTo>
                    <a:pt x="5974927" y="1544617"/>
                  </a:lnTo>
                  <a:lnTo>
                    <a:pt x="5975114" y="1556429"/>
                  </a:lnTo>
                  <a:lnTo>
                    <a:pt x="5975301" y="1569206"/>
                  </a:lnTo>
                  <a:lnTo>
                    <a:pt x="5975488" y="1583092"/>
                  </a:lnTo>
                  <a:lnTo>
                    <a:pt x="5975675" y="1597279"/>
                  </a:lnTo>
                  <a:lnTo>
                    <a:pt x="5975862" y="1611854"/>
                  </a:lnTo>
                  <a:lnTo>
                    <a:pt x="5976049" y="1627019"/>
                  </a:lnTo>
                  <a:lnTo>
                    <a:pt x="5976236" y="1643057"/>
                  </a:lnTo>
                  <a:lnTo>
                    <a:pt x="5976423" y="1658124"/>
                  </a:lnTo>
                  <a:lnTo>
                    <a:pt x="5976610" y="1673449"/>
                  </a:lnTo>
                  <a:lnTo>
                    <a:pt x="5976797" y="1686279"/>
                  </a:lnTo>
                  <a:lnTo>
                    <a:pt x="5976984" y="1699409"/>
                  </a:lnTo>
                  <a:lnTo>
                    <a:pt x="5977170" y="1710344"/>
                  </a:lnTo>
                  <a:lnTo>
                    <a:pt x="5977357" y="1720260"/>
                  </a:lnTo>
                  <a:lnTo>
                    <a:pt x="5977544" y="1729376"/>
                  </a:lnTo>
                  <a:lnTo>
                    <a:pt x="5977731" y="1738677"/>
                  </a:lnTo>
                  <a:lnTo>
                    <a:pt x="5977918" y="1747399"/>
                  </a:lnTo>
                  <a:lnTo>
                    <a:pt x="5978105" y="1755385"/>
                  </a:lnTo>
                  <a:lnTo>
                    <a:pt x="5978292" y="1762921"/>
                  </a:lnTo>
                  <a:lnTo>
                    <a:pt x="5978479" y="1769569"/>
                  </a:lnTo>
                  <a:lnTo>
                    <a:pt x="5978666" y="1775178"/>
                  </a:lnTo>
                  <a:lnTo>
                    <a:pt x="5978853" y="1779807"/>
                  </a:lnTo>
                  <a:lnTo>
                    <a:pt x="5979040" y="1783222"/>
                  </a:lnTo>
                  <a:lnTo>
                    <a:pt x="5979227" y="1786454"/>
                  </a:lnTo>
                  <a:lnTo>
                    <a:pt x="5979413" y="1789061"/>
                  </a:lnTo>
                  <a:lnTo>
                    <a:pt x="5979600" y="1792125"/>
                  </a:lnTo>
                  <a:lnTo>
                    <a:pt x="5979787" y="1794512"/>
                  </a:lnTo>
                  <a:lnTo>
                    <a:pt x="5979974" y="1796882"/>
                  </a:lnTo>
                  <a:lnTo>
                    <a:pt x="5980161" y="1798542"/>
                  </a:lnTo>
                  <a:lnTo>
                    <a:pt x="5980348" y="1799973"/>
                  </a:lnTo>
                  <a:lnTo>
                    <a:pt x="5980535" y="1800240"/>
                  </a:lnTo>
                  <a:lnTo>
                    <a:pt x="5980722" y="1799521"/>
                  </a:lnTo>
                  <a:lnTo>
                    <a:pt x="5980909" y="1798675"/>
                  </a:lnTo>
                  <a:lnTo>
                    <a:pt x="5981096" y="1797040"/>
                  </a:lnTo>
                  <a:lnTo>
                    <a:pt x="5981283" y="1795573"/>
                  </a:lnTo>
                  <a:lnTo>
                    <a:pt x="5981470" y="1794841"/>
                  </a:lnTo>
                  <a:lnTo>
                    <a:pt x="5981657" y="1795051"/>
                  </a:lnTo>
                  <a:lnTo>
                    <a:pt x="5981843" y="1796308"/>
                  </a:lnTo>
                  <a:lnTo>
                    <a:pt x="5982030" y="1798103"/>
                  </a:lnTo>
                  <a:lnTo>
                    <a:pt x="5982217" y="1800108"/>
                  </a:lnTo>
                  <a:lnTo>
                    <a:pt x="5982404" y="1802739"/>
                  </a:lnTo>
                  <a:lnTo>
                    <a:pt x="5982591" y="1805280"/>
                  </a:lnTo>
                  <a:lnTo>
                    <a:pt x="5982778" y="1808414"/>
                  </a:lnTo>
                  <a:lnTo>
                    <a:pt x="5982965" y="1812226"/>
                  </a:lnTo>
                  <a:lnTo>
                    <a:pt x="5983152" y="1817212"/>
                  </a:lnTo>
                  <a:lnTo>
                    <a:pt x="5983339" y="1822920"/>
                  </a:lnTo>
                  <a:lnTo>
                    <a:pt x="5983526" y="1829300"/>
                  </a:lnTo>
                  <a:lnTo>
                    <a:pt x="5983713" y="1836261"/>
                  </a:lnTo>
                  <a:lnTo>
                    <a:pt x="5983900" y="1843581"/>
                  </a:lnTo>
                  <a:lnTo>
                    <a:pt x="5984087" y="1851369"/>
                  </a:lnTo>
                  <a:lnTo>
                    <a:pt x="5984273" y="1858921"/>
                  </a:lnTo>
                  <a:lnTo>
                    <a:pt x="5984460" y="1866687"/>
                  </a:lnTo>
                  <a:lnTo>
                    <a:pt x="5984647" y="1873913"/>
                  </a:lnTo>
                  <a:lnTo>
                    <a:pt x="5984834" y="1880719"/>
                  </a:lnTo>
                  <a:lnTo>
                    <a:pt x="5985021" y="1886809"/>
                  </a:lnTo>
                  <a:lnTo>
                    <a:pt x="5985208" y="1893051"/>
                  </a:lnTo>
                  <a:lnTo>
                    <a:pt x="5985395" y="1898886"/>
                  </a:lnTo>
                  <a:lnTo>
                    <a:pt x="5985582" y="1904971"/>
                  </a:lnTo>
                  <a:lnTo>
                    <a:pt x="5985769" y="1910059"/>
                  </a:lnTo>
                  <a:lnTo>
                    <a:pt x="5985956" y="1914853"/>
                  </a:lnTo>
                  <a:lnTo>
                    <a:pt x="5986143" y="1918952"/>
                  </a:lnTo>
                  <a:lnTo>
                    <a:pt x="5986330" y="1922576"/>
                  </a:lnTo>
                  <a:lnTo>
                    <a:pt x="5986516" y="1925593"/>
                  </a:lnTo>
                  <a:lnTo>
                    <a:pt x="5986703" y="1928020"/>
                  </a:lnTo>
                  <a:lnTo>
                    <a:pt x="5986890" y="1930430"/>
                  </a:lnTo>
                  <a:lnTo>
                    <a:pt x="5987077" y="1933219"/>
                  </a:lnTo>
                  <a:lnTo>
                    <a:pt x="5987264" y="1935919"/>
                  </a:lnTo>
                  <a:lnTo>
                    <a:pt x="5987451" y="1938716"/>
                  </a:lnTo>
                  <a:lnTo>
                    <a:pt x="5987638" y="1941847"/>
                  </a:lnTo>
                  <a:lnTo>
                    <a:pt x="5987825" y="1945363"/>
                  </a:lnTo>
                  <a:lnTo>
                    <a:pt x="5988012" y="1949221"/>
                  </a:lnTo>
                  <a:lnTo>
                    <a:pt x="5988199" y="1953237"/>
                  </a:lnTo>
                  <a:lnTo>
                    <a:pt x="5988386" y="1957376"/>
                  </a:lnTo>
                  <a:lnTo>
                    <a:pt x="5988573" y="1961516"/>
                  </a:lnTo>
                  <a:lnTo>
                    <a:pt x="5988760" y="1965480"/>
                  </a:lnTo>
                  <a:lnTo>
                    <a:pt x="5988946" y="1970037"/>
                  </a:lnTo>
                  <a:lnTo>
                    <a:pt x="5989133" y="1974129"/>
                  </a:lnTo>
                  <a:lnTo>
                    <a:pt x="5989320" y="1978467"/>
                  </a:lnTo>
                  <a:lnTo>
                    <a:pt x="5989507" y="1983582"/>
                  </a:lnTo>
                  <a:lnTo>
                    <a:pt x="5989694" y="1989381"/>
                  </a:lnTo>
                  <a:lnTo>
                    <a:pt x="5989881" y="1995260"/>
                  </a:lnTo>
                  <a:lnTo>
                    <a:pt x="5990068" y="2000843"/>
                  </a:lnTo>
                  <a:lnTo>
                    <a:pt x="5990255" y="2007256"/>
                  </a:lnTo>
                  <a:lnTo>
                    <a:pt x="5990442" y="2014330"/>
                  </a:lnTo>
                  <a:lnTo>
                    <a:pt x="5990629" y="2021678"/>
                  </a:lnTo>
                  <a:lnTo>
                    <a:pt x="5990816" y="2029488"/>
                  </a:lnTo>
                  <a:lnTo>
                    <a:pt x="5991003" y="2036957"/>
                  </a:lnTo>
                  <a:lnTo>
                    <a:pt x="5991189" y="2045246"/>
                  </a:lnTo>
                  <a:lnTo>
                    <a:pt x="5991376" y="2053268"/>
                  </a:lnTo>
                  <a:lnTo>
                    <a:pt x="5991563" y="2062127"/>
                  </a:lnTo>
                  <a:lnTo>
                    <a:pt x="5991750" y="2070249"/>
                  </a:lnTo>
                  <a:lnTo>
                    <a:pt x="5991937" y="2078073"/>
                  </a:lnTo>
                  <a:lnTo>
                    <a:pt x="5992124" y="2086118"/>
                  </a:lnTo>
                  <a:lnTo>
                    <a:pt x="5992311" y="2093622"/>
                  </a:lnTo>
                  <a:lnTo>
                    <a:pt x="5992498" y="2099833"/>
                  </a:lnTo>
                  <a:lnTo>
                    <a:pt x="5992685" y="2105684"/>
                  </a:lnTo>
                  <a:lnTo>
                    <a:pt x="5992872" y="2110633"/>
                  </a:lnTo>
                  <a:lnTo>
                    <a:pt x="5993059" y="2115077"/>
                  </a:lnTo>
                  <a:lnTo>
                    <a:pt x="5993246" y="2118871"/>
                  </a:lnTo>
                  <a:lnTo>
                    <a:pt x="5993433" y="2122463"/>
                  </a:lnTo>
                  <a:lnTo>
                    <a:pt x="5993619" y="2125878"/>
                  </a:lnTo>
                  <a:lnTo>
                    <a:pt x="5993806" y="2128610"/>
                  </a:lnTo>
                  <a:lnTo>
                    <a:pt x="5993993" y="2131175"/>
                  </a:lnTo>
                  <a:lnTo>
                    <a:pt x="5994180" y="2134189"/>
                  </a:lnTo>
                  <a:lnTo>
                    <a:pt x="5994367" y="2137443"/>
                  </a:lnTo>
                  <a:lnTo>
                    <a:pt x="5994554" y="2141448"/>
                  </a:lnTo>
                  <a:lnTo>
                    <a:pt x="5994741" y="2145632"/>
                  </a:lnTo>
                  <a:lnTo>
                    <a:pt x="5994928" y="2149787"/>
                  </a:lnTo>
                  <a:lnTo>
                    <a:pt x="5995115" y="2154042"/>
                  </a:lnTo>
                  <a:lnTo>
                    <a:pt x="5995302" y="2158681"/>
                  </a:lnTo>
                  <a:lnTo>
                    <a:pt x="5995489" y="2163569"/>
                  </a:lnTo>
                  <a:lnTo>
                    <a:pt x="5995676" y="2169718"/>
                  </a:lnTo>
                  <a:lnTo>
                    <a:pt x="5995863" y="2176832"/>
                  </a:lnTo>
                  <a:lnTo>
                    <a:pt x="5996049" y="2184915"/>
                  </a:lnTo>
                  <a:lnTo>
                    <a:pt x="5996236" y="2193152"/>
                  </a:lnTo>
                  <a:lnTo>
                    <a:pt x="5996423" y="2201955"/>
                  </a:lnTo>
                  <a:lnTo>
                    <a:pt x="5996610" y="2210296"/>
                  </a:lnTo>
                  <a:lnTo>
                    <a:pt x="5996797" y="2218616"/>
                  </a:lnTo>
                  <a:lnTo>
                    <a:pt x="5996984" y="2226716"/>
                  </a:lnTo>
                  <a:lnTo>
                    <a:pt x="5997171" y="2235080"/>
                  </a:lnTo>
                  <a:lnTo>
                    <a:pt x="5997358" y="2241218"/>
                  </a:lnTo>
                  <a:lnTo>
                    <a:pt x="5997545" y="2244871"/>
                  </a:lnTo>
                  <a:lnTo>
                    <a:pt x="5997732" y="2247696"/>
                  </a:lnTo>
                  <a:lnTo>
                    <a:pt x="5997919" y="2250096"/>
                  </a:lnTo>
                  <a:lnTo>
                    <a:pt x="5998106" y="2252553"/>
                  </a:lnTo>
                  <a:lnTo>
                    <a:pt x="5998292" y="2255496"/>
                  </a:lnTo>
                  <a:lnTo>
                    <a:pt x="5998479" y="2258345"/>
                  </a:lnTo>
                  <a:lnTo>
                    <a:pt x="5998666" y="2261233"/>
                  </a:lnTo>
                  <a:lnTo>
                    <a:pt x="5998853" y="2264065"/>
                  </a:lnTo>
                  <a:lnTo>
                    <a:pt x="5999040" y="2267035"/>
                  </a:lnTo>
                  <a:lnTo>
                    <a:pt x="5999227" y="2270307"/>
                  </a:lnTo>
                  <a:lnTo>
                    <a:pt x="5999414" y="2273750"/>
                  </a:lnTo>
                  <a:lnTo>
                    <a:pt x="5999601" y="2277027"/>
                  </a:lnTo>
                  <a:lnTo>
                    <a:pt x="5999788" y="2280404"/>
                  </a:lnTo>
                  <a:lnTo>
                    <a:pt x="5999975" y="2284293"/>
                  </a:lnTo>
                  <a:lnTo>
                    <a:pt x="6000162" y="2288556"/>
                  </a:lnTo>
                  <a:lnTo>
                    <a:pt x="6000349" y="2293085"/>
                  </a:lnTo>
                  <a:lnTo>
                    <a:pt x="6000536" y="2297995"/>
                  </a:lnTo>
                  <a:lnTo>
                    <a:pt x="6000722" y="2304079"/>
                  </a:lnTo>
                  <a:lnTo>
                    <a:pt x="6000909" y="2310530"/>
                  </a:lnTo>
                  <a:lnTo>
                    <a:pt x="6001096" y="2316428"/>
                  </a:lnTo>
                  <a:lnTo>
                    <a:pt x="6001283" y="2321844"/>
                  </a:lnTo>
                  <a:lnTo>
                    <a:pt x="6001470" y="2326857"/>
                  </a:lnTo>
                  <a:lnTo>
                    <a:pt x="6001657" y="2331114"/>
                  </a:lnTo>
                  <a:lnTo>
                    <a:pt x="6001844" y="2335180"/>
                  </a:lnTo>
                  <a:lnTo>
                    <a:pt x="6002031" y="2338307"/>
                  </a:lnTo>
                  <a:lnTo>
                    <a:pt x="6002218" y="2341157"/>
                  </a:lnTo>
                  <a:lnTo>
                    <a:pt x="6002405" y="2344148"/>
                  </a:lnTo>
                  <a:lnTo>
                    <a:pt x="6002592" y="2347129"/>
                  </a:lnTo>
                  <a:lnTo>
                    <a:pt x="6002779" y="2350114"/>
                  </a:lnTo>
                  <a:lnTo>
                    <a:pt x="6002966" y="2353491"/>
                  </a:lnTo>
                  <a:lnTo>
                    <a:pt x="6003152" y="2356408"/>
                  </a:lnTo>
                  <a:lnTo>
                    <a:pt x="6003339" y="2359134"/>
                  </a:lnTo>
                  <a:lnTo>
                    <a:pt x="6003526" y="2361806"/>
                  </a:lnTo>
                  <a:lnTo>
                    <a:pt x="6003713" y="2364465"/>
                  </a:lnTo>
                  <a:lnTo>
                    <a:pt x="6003900" y="2367121"/>
                  </a:lnTo>
                  <a:lnTo>
                    <a:pt x="6004087" y="2370128"/>
                  </a:lnTo>
                  <a:lnTo>
                    <a:pt x="6004274" y="2373300"/>
                  </a:lnTo>
                  <a:lnTo>
                    <a:pt x="6004461" y="2376899"/>
                  </a:lnTo>
                  <a:lnTo>
                    <a:pt x="6004648" y="2380516"/>
                  </a:lnTo>
                  <a:lnTo>
                    <a:pt x="6004835" y="2383923"/>
                  </a:lnTo>
                  <a:lnTo>
                    <a:pt x="6005022" y="2386593"/>
                  </a:lnTo>
                  <a:lnTo>
                    <a:pt x="6005209" y="2388933"/>
                  </a:lnTo>
                  <a:lnTo>
                    <a:pt x="6005395" y="2390911"/>
                  </a:lnTo>
                  <a:lnTo>
                    <a:pt x="6005582" y="2392492"/>
                  </a:lnTo>
                  <a:lnTo>
                    <a:pt x="6005769" y="2394028"/>
                  </a:lnTo>
                  <a:lnTo>
                    <a:pt x="6005956" y="2395531"/>
                  </a:lnTo>
                  <a:lnTo>
                    <a:pt x="6006143" y="2397482"/>
                  </a:lnTo>
                  <a:lnTo>
                    <a:pt x="6006330" y="2398994"/>
                  </a:lnTo>
                  <a:lnTo>
                    <a:pt x="6006517" y="2400755"/>
                  </a:lnTo>
                  <a:lnTo>
                    <a:pt x="6006704" y="2402598"/>
                  </a:lnTo>
                  <a:lnTo>
                    <a:pt x="6006891" y="2404450"/>
                  </a:lnTo>
                  <a:lnTo>
                    <a:pt x="6007078" y="2406152"/>
                  </a:lnTo>
                  <a:lnTo>
                    <a:pt x="6007265" y="2407964"/>
                  </a:lnTo>
                  <a:lnTo>
                    <a:pt x="6007452" y="2410165"/>
                  </a:lnTo>
                  <a:lnTo>
                    <a:pt x="6007639" y="2412311"/>
                  </a:lnTo>
                  <a:lnTo>
                    <a:pt x="6007825" y="2414643"/>
                  </a:lnTo>
                  <a:lnTo>
                    <a:pt x="6008012" y="2417251"/>
                  </a:lnTo>
                  <a:lnTo>
                    <a:pt x="6008199" y="2420183"/>
                  </a:lnTo>
                  <a:lnTo>
                    <a:pt x="6008386" y="2423192"/>
                  </a:lnTo>
                  <a:lnTo>
                    <a:pt x="6008573" y="2426321"/>
                  </a:lnTo>
                  <a:lnTo>
                    <a:pt x="6008760" y="2429425"/>
                  </a:lnTo>
                  <a:lnTo>
                    <a:pt x="6008947" y="2432602"/>
                  </a:lnTo>
                  <a:lnTo>
                    <a:pt x="6009134" y="2436128"/>
                  </a:lnTo>
                  <a:lnTo>
                    <a:pt x="6009321" y="2439637"/>
                  </a:lnTo>
                  <a:lnTo>
                    <a:pt x="6009508" y="2443062"/>
                  </a:lnTo>
                  <a:lnTo>
                    <a:pt x="6009695" y="2446514"/>
                  </a:lnTo>
                  <a:lnTo>
                    <a:pt x="6009882" y="2449828"/>
                  </a:lnTo>
                  <a:lnTo>
                    <a:pt x="6010068" y="2452885"/>
                  </a:lnTo>
                  <a:lnTo>
                    <a:pt x="6010255" y="2455802"/>
                  </a:lnTo>
                  <a:lnTo>
                    <a:pt x="6010442" y="2458726"/>
                  </a:lnTo>
                  <a:lnTo>
                    <a:pt x="6010629" y="2461447"/>
                  </a:lnTo>
                  <a:lnTo>
                    <a:pt x="6010816" y="2464261"/>
                  </a:lnTo>
                  <a:lnTo>
                    <a:pt x="6011003" y="2466476"/>
                  </a:lnTo>
                  <a:lnTo>
                    <a:pt x="6011190" y="2468933"/>
                  </a:lnTo>
                  <a:lnTo>
                    <a:pt x="6011377" y="2471540"/>
                  </a:lnTo>
                  <a:lnTo>
                    <a:pt x="6011564" y="2474834"/>
                  </a:lnTo>
                  <a:lnTo>
                    <a:pt x="6011751" y="2478301"/>
                  </a:lnTo>
                  <a:lnTo>
                    <a:pt x="6011938" y="2482019"/>
                  </a:lnTo>
                  <a:lnTo>
                    <a:pt x="6012125" y="2485614"/>
                  </a:lnTo>
                  <a:lnTo>
                    <a:pt x="6012312" y="2489325"/>
                  </a:lnTo>
                  <a:lnTo>
                    <a:pt x="6012498" y="2492748"/>
                  </a:lnTo>
                  <a:lnTo>
                    <a:pt x="6012685" y="2496372"/>
                  </a:lnTo>
                  <a:lnTo>
                    <a:pt x="6012872" y="2500024"/>
                  </a:lnTo>
                  <a:lnTo>
                    <a:pt x="6013059" y="2504111"/>
                  </a:lnTo>
                  <a:lnTo>
                    <a:pt x="6013246" y="2508050"/>
                  </a:lnTo>
                  <a:lnTo>
                    <a:pt x="6013433" y="2512326"/>
                  </a:lnTo>
                  <a:lnTo>
                    <a:pt x="6013620" y="2516085"/>
                  </a:lnTo>
                  <a:lnTo>
                    <a:pt x="6013807" y="2520135"/>
                  </a:lnTo>
                  <a:lnTo>
                    <a:pt x="6013994" y="2523791"/>
                  </a:lnTo>
                  <a:lnTo>
                    <a:pt x="6014181" y="2527627"/>
                  </a:lnTo>
                  <a:lnTo>
                    <a:pt x="6014368" y="2531193"/>
                  </a:lnTo>
                  <a:lnTo>
                    <a:pt x="6014555" y="2534658"/>
                  </a:lnTo>
                  <a:lnTo>
                    <a:pt x="6014742" y="2537630"/>
                  </a:lnTo>
                  <a:lnTo>
                    <a:pt x="6014928" y="2540677"/>
                  </a:lnTo>
                  <a:lnTo>
                    <a:pt x="6015115" y="2543484"/>
                  </a:lnTo>
                  <a:lnTo>
                    <a:pt x="6015302" y="2546520"/>
                  </a:lnTo>
                  <a:lnTo>
                    <a:pt x="6015489" y="2549722"/>
                  </a:lnTo>
                  <a:lnTo>
                    <a:pt x="6015676" y="2552286"/>
                  </a:lnTo>
                  <a:lnTo>
                    <a:pt x="6015863" y="2554528"/>
                  </a:lnTo>
                  <a:lnTo>
                    <a:pt x="6016050" y="2556817"/>
                  </a:lnTo>
                  <a:lnTo>
                    <a:pt x="6016237" y="2559019"/>
                  </a:lnTo>
                  <a:lnTo>
                    <a:pt x="6016424" y="2561536"/>
                  </a:lnTo>
                  <a:lnTo>
                    <a:pt x="6016611" y="2563629"/>
                  </a:lnTo>
                  <a:lnTo>
                    <a:pt x="6016798" y="2565823"/>
                  </a:lnTo>
                  <a:lnTo>
                    <a:pt x="6016985" y="2567633"/>
                  </a:lnTo>
                  <a:lnTo>
                    <a:pt x="6017171" y="2569558"/>
                  </a:lnTo>
                  <a:lnTo>
                    <a:pt x="6017358" y="2572022"/>
                  </a:lnTo>
                  <a:lnTo>
                    <a:pt x="6017545" y="2575727"/>
                  </a:lnTo>
                  <a:lnTo>
                    <a:pt x="6017732" y="2579355"/>
                  </a:lnTo>
                  <a:lnTo>
                    <a:pt x="6017919" y="2583085"/>
                  </a:lnTo>
                  <a:lnTo>
                    <a:pt x="6018106" y="2587564"/>
                  </a:lnTo>
                  <a:lnTo>
                    <a:pt x="6018293" y="2592260"/>
                  </a:lnTo>
                  <a:lnTo>
                    <a:pt x="6018480" y="2597709"/>
                  </a:lnTo>
                  <a:lnTo>
                    <a:pt x="6018667" y="2603454"/>
                  </a:lnTo>
                  <a:lnTo>
                    <a:pt x="6018854" y="2608863"/>
                  </a:lnTo>
                  <a:lnTo>
                    <a:pt x="6019041" y="2613789"/>
                  </a:lnTo>
                  <a:lnTo>
                    <a:pt x="6019228" y="2617932"/>
                  </a:lnTo>
                  <a:lnTo>
                    <a:pt x="6019415" y="2622190"/>
                  </a:lnTo>
                  <a:lnTo>
                    <a:pt x="6019601" y="2626405"/>
                  </a:lnTo>
                  <a:lnTo>
                    <a:pt x="6019788" y="2630236"/>
                  </a:lnTo>
                  <a:lnTo>
                    <a:pt x="6019975" y="2633501"/>
                  </a:lnTo>
                  <a:lnTo>
                    <a:pt x="6020162" y="2636318"/>
                  </a:lnTo>
                  <a:lnTo>
                    <a:pt x="6020349" y="2638805"/>
                  </a:lnTo>
                  <a:lnTo>
                    <a:pt x="6020536" y="2640850"/>
                  </a:lnTo>
                  <a:lnTo>
                    <a:pt x="6020723" y="2642945"/>
                  </a:lnTo>
                  <a:lnTo>
                    <a:pt x="6020910" y="2644614"/>
                  </a:lnTo>
                  <a:lnTo>
                    <a:pt x="6021097" y="2646004"/>
                  </a:lnTo>
                  <a:lnTo>
                    <a:pt x="6021284" y="2647420"/>
                  </a:lnTo>
                  <a:lnTo>
                    <a:pt x="6021471" y="2648495"/>
                  </a:lnTo>
                  <a:lnTo>
                    <a:pt x="6021658" y="2649410"/>
                  </a:lnTo>
                  <a:lnTo>
                    <a:pt x="6021845" y="2650122"/>
                  </a:lnTo>
                  <a:lnTo>
                    <a:pt x="6022031" y="2650817"/>
                  </a:lnTo>
                  <a:lnTo>
                    <a:pt x="6022218" y="2651354"/>
                  </a:lnTo>
                  <a:lnTo>
                    <a:pt x="6022405" y="2651671"/>
                  </a:lnTo>
                  <a:lnTo>
                    <a:pt x="6022592" y="2651627"/>
                  </a:lnTo>
                  <a:lnTo>
                    <a:pt x="6022779" y="2651574"/>
                  </a:lnTo>
                  <a:lnTo>
                    <a:pt x="6022966" y="2651389"/>
                  </a:lnTo>
                  <a:lnTo>
                    <a:pt x="6023153" y="2651375"/>
                  </a:lnTo>
                  <a:lnTo>
                    <a:pt x="6023340" y="2651407"/>
                  </a:lnTo>
                  <a:lnTo>
                    <a:pt x="6023527" y="2651481"/>
                  </a:lnTo>
                  <a:lnTo>
                    <a:pt x="6023714" y="2651492"/>
                  </a:lnTo>
                  <a:lnTo>
                    <a:pt x="6023901" y="2651262"/>
                  </a:lnTo>
                  <a:lnTo>
                    <a:pt x="6024088" y="2651053"/>
                  </a:lnTo>
                  <a:lnTo>
                    <a:pt x="6024274" y="2650891"/>
                  </a:lnTo>
                  <a:lnTo>
                    <a:pt x="6024461" y="2650577"/>
                  </a:lnTo>
                  <a:lnTo>
                    <a:pt x="6024648" y="2650173"/>
                  </a:lnTo>
                  <a:lnTo>
                    <a:pt x="6024835" y="2649948"/>
                  </a:lnTo>
                  <a:lnTo>
                    <a:pt x="6025022" y="2649556"/>
                  </a:lnTo>
                  <a:lnTo>
                    <a:pt x="6025209" y="2649207"/>
                  </a:lnTo>
                  <a:lnTo>
                    <a:pt x="6025396" y="2649300"/>
                  </a:lnTo>
                  <a:lnTo>
                    <a:pt x="6025583" y="2649530"/>
                  </a:lnTo>
                  <a:lnTo>
                    <a:pt x="6025770" y="2649880"/>
                  </a:lnTo>
                  <a:lnTo>
                    <a:pt x="6025957" y="2650292"/>
                  </a:lnTo>
                  <a:lnTo>
                    <a:pt x="6026144" y="2650773"/>
                  </a:lnTo>
                  <a:lnTo>
                    <a:pt x="6026331" y="2651111"/>
                  </a:lnTo>
                  <a:lnTo>
                    <a:pt x="6026518" y="2651581"/>
                  </a:lnTo>
                  <a:lnTo>
                    <a:pt x="6026704" y="2652566"/>
                  </a:lnTo>
                  <a:lnTo>
                    <a:pt x="6026891" y="2653575"/>
                  </a:lnTo>
                  <a:lnTo>
                    <a:pt x="6027078" y="2654904"/>
                  </a:lnTo>
                  <a:lnTo>
                    <a:pt x="6027265" y="2656496"/>
                  </a:lnTo>
                  <a:lnTo>
                    <a:pt x="6027452" y="2658152"/>
                  </a:lnTo>
                  <a:lnTo>
                    <a:pt x="6027639" y="2659786"/>
                  </a:lnTo>
                  <a:lnTo>
                    <a:pt x="6027826" y="2661427"/>
                  </a:lnTo>
                  <a:lnTo>
                    <a:pt x="6028013" y="2663145"/>
                  </a:lnTo>
                  <a:lnTo>
                    <a:pt x="6028200" y="2664995"/>
                  </a:lnTo>
                  <a:lnTo>
                    <a:pt x="6028387" y="2667215"/>
                  </a:lnTo>
                  <a:lnTo>
                    <a:pt x="6028574" y="2669229"/>
                  </a:lnTo>
                  <a:lnTo>
                    <a:pt x="6028761" y="2671937"/>
                  </a:lnTo>
                  <a:lnTo>
                    <a:pt x="6028947" y="2674499"/>
                  </a:lnTo>
                  <a:lnTo>
                    <a:pt x="6029134" y="2677696"/>
                  </a:lnTo>
                  <a:lnTo>
                    <a:pt x="6029321" y="2680872"/>
                  </a:lnTo>
                  <a:lnTo>
                    <a:pt x="6029508" y="2683488"/>
                  </a:lnTo>
                  <a:lnTo>
                    <a:pt x="6029695" y="2686055"/>
                  </a:lnTo>
                  <a:lnTo>
                    <a:pt x="6029882" y="2689025"/>
                  </a:lnTo>
                  <a:lnTo>
                    <a:pt x="6030069" y="2692487"/>
                  </a:lnTo>
                  <a:lnTo>
                    <a:pt x="6030256" y="2696262"/>
                  </a:lnTo>
                  <a:lnTo>
                    <a:pt x="6030443" y="2700253"/>
                  </a:lnTo>
                  <a:lnTo>
                    <a:pt x="6030630" y="2704423"/>
                  </a:lnTo>
                  <a:lnTo>
                    <a:pt x="6030817" y="2708552"/>
                  </a:lnTo>
                  <a:lnTo>
                    <a:pt x="6031004" y="2712227"/>
                  </a:lnTo>
                  <a:lnTo>
                    <a:pt x="6031191" y="2715674"/>
                  </a:lnTo>
                  <a:lnTo>
                    <a:pt x="6031377" y="2719038"/>
                  </a:lnTo>
                  <a:lnTo>
                    <a:pt x="6031564" y="2721952"/>
                  </a:lnTo>
                  <a:lnTo>
                    <a:pt x="6031751" y="2724403"/>
                  </a:lnTo>
                  <a:lnTo>
                    <a:pt x="6031938" y="2726446"/>
                  </a:lnTo>
                  <a:lnTo>
                    <a:pt x="6032125" y="2728348"/>
                  </a:lnTo>
                  <a:lnTo>
                    <a:pt x="6032312" y="2730343"/>
                  </a:lnTo>
                  <a:lnTo>
                    <a:pt x="6032499" y="2732035"/>
                  </a:lnTo>
                  <a:lnTo>
                    <a:pt x="6032686" y="2733391"/>
                  </a:lnTo>
                  <a:lnTo>
                    <a:pt x="6032873" y="2734640"/>
                  </a:lnTo>
                  <a:lnTo>
                    <a:pt x="6033060" y="2735842"/>
                  </a:lnTo>
                  <a:lnTo>
                    <a:pt x="6033247" y="2737063"/>
                  </a:lnTo>
                  <a:lnTo>
                    <a:pt x="6033434" y="2738256"/>
                  </a:lnTo>
                  <a:lnTo>
                    <a:pt x="6033621" y="2739522"/>
                  </a:lnTo>
                  <a:lnTo>
                    <a:pt x="6033807" y="2740824"/>
                  </a:lnTo>
                  <a:lnTo>
                    <a:pt x="6033994" y="2742064"/>
                  </a:lnTo>
                  <a:lnTo>
                    <a:pt x="6034181" y="2743071"/>
                  </a:lnTo>
                  <a:lnTo>
                    <a:pt x="6034368" y="2744205"/>
                  </a:lnTo>
                  <a:lnTo>
                    <a:pt x="6034555" y="2745267"/>
                  </a:lnTo>
                  <a:lnTo>
                    <a:pt x="6034742" y="2746469"/>
                  </a:lnTo>
                  <a:lnTo>
                    <a:pt x="6034929" y="2747498"/>
                  </a:lnTo>
                  <a:lnTo>
                    <a:pt x="6035116" y="2748496"/>
                  </a:lnTo>
                  <a:lnTo>
                    <a:pt x="6035303" y="2749563"/>
                  </a:lnTo>
                  <a:lnTo>
                    <a:pt x="6035490" y="2750407"/>
                  </a:lnTo>
                  <a:lnTo>
                    <a:pt x="6035677" y="2750936"/>
                  </a:lnTo>
                  <a:lnTo>
                    <a:pt x="6035864" y="2751764"/>
                  </a:lnTo>
                  <a:lnTo>
                    <a:pt x="6036050" y="2752614"/>
                  </a:lnTo>
                  <a:lnTo>
                    <a:pt x="6036237" y="2753438"/>
                  </a:lnTo>
                  <a:lnTo>
                    <a:pt x="6036424" y="2754286"/>
                  </a:lnTo>
                  <a:lnTo>
                    <a:pt x="6036611" y="2755176"/>
                  </a:lnTo>
                  <a:lnTo>
                    <a:pt x="6036798" y="2756092"/>
                  </a:lnTo>
                  <a:lnTo>
                    <a:pt x="6036985" y="2757272"/>
                  </a:lnTo>
                  <a:lnTo>
                    <a:pt x="6037172" y="2758159"/>
                  </a:lnTo>
                  <a:lnTo>
                    <a:pt x="6037359" y="2758365"/>
                  </a:lnTo>
                  <a:lnTo>
                    <a:pt x="6037546" y="2758130"/>
                  </a:lnTo>
                  <a:lnTo>
                    <a:pt x="6037733" y="2757850"/>
                  </a:lnTo>
                  <a:lnTo>
                    <a:pt x="6037920" y="2757226"/>
                  </a:lnTo>
                  <a:lnTo>
                    <a:pt x="6038107" y="2756382"/>
                  </a:lnTo>
                  <a:lnTo>
                    <a:pt x="6038294" y="2755703"/>
                  </a:lnTo>
                  <a:lnTo>
                    <a:pt x="6038480" y="2754873"/>
                  </a:lnTo>
                  <a:lnTo>
                    <a:pt x="6038667" y="2753893"/>
                  </a:lnTo>
                  <a:lnTo>
                    <a:pt x="6038854" y="2752736"/>
                  </a:lnTo>
                  <a:lnTo>
                    <a:pt x="6039041" y="2751872"/>
                  </a:lnTo>
                  <a:lnTo>
                    <a:pt x="6039228" y="2751270"/>
                  </a:lnTo>
                  <a:lnTo>
                    <a:pt x="6039415" y="2750927"/>
                  </a:lnTo>
                  <a:lnTo>
                    <a:pt x="6039602" y="2750424"/>
                  </a:lnTo>
                  <a:lnTo>
                    <a:pt x="6039789" y="2749893"/>
                  </a:lnTo>
                  <a:lnTo>
                    <a:pt x="6039976" y="2749407"/>
                  </a:lnTo>
                  <a:lnTo>
                    <a:pt x="6040163" y="2748865"/>
                  </a:lnTo>
                  <a:lnTo>
                    <a:pt x="6040350" y="2748084"/>
                  </a:lnTo>
                  <a:lnTo>
                    <a:pt x="6040537" y="2747338"/>
                  </a:lnTo>
                  <a:lnTo>
                    <a:pt x="6040724" y="2746713"/>
                  </a:lnTo>
                  <a:lnTo>
                    <a:pt x="6040910" y="2746130"/>
                  </a:lnTo>
                  <a:lnTo>
                    <a:pt x="6041097" y="2745531"/>
                  </a:lnTo>
                  <a:lnTo>
                    <a:pt x="6041284" y="2745338"/>
                  </a:lnTo>
                  <a:lnTo>
                    <a:pt x="6041471" y="2745273"/>
                  </a:lnTo>
                  <a:lnTo>
                    <a:pt x="6041658" y="2745308"/>
                  </a:lnTo>
                  <a:lnTo>
                    <a:pt x="6041845" y="2745131"/>
                  </a:lnTo>
                  <a:lnTo>
                    <a:pt x="6042032" y="2744997"/>
                  </a:lnTo>
                  <a:lnTo>
                    <a:pt x="6042219" y="2744370"/>
                  </a:lnTo>
                  <a:lnTo>
                    <a:pt x="6042406" y="2743641"/>
                  </a:lnTo>
                  <a:lnTo>
                    <a:pt x="6042593" y="2742775"/>
                  </a:lnTo>
                  <a:lnTo>
                    <a:pt x="6042780" y="2741663"/>
                  </a:lnTo>
                  <a:lnTo>
                    <a:pt x="6042967" y="2740603"/>
                  </a:lnTo>
                  <a:lnTo>
                    <a:pt x="6043153" y="2739629"/>
                  </a:lnTo>
                  <a:lnTo>
                    <a:pt x="6043340" y="2738758"/>
                  </a:lnTo>
                  <a:lnTo>
                    <a:pt x="6043527" y="2737787"/>
                  </a:lnTo>
                  <a:lnTo>
                    <a:pt x="6043714" y="2737351"/>
                  </a:lnTo>
                  <a:lnTo>
                    <a:pt x="6043901" y="2737036"/>
                  </a:lnTo>
                  <a:lnTo>
                    <a:pt x="6044088" y="2736859"/>
                  </a:lnTo>
                  <a:lnTo>
                    <a:pt x="6044275" y="2736416"/>
                  </a:lnTo>
                  <a:lnTo>
                    <a:pt x="6044462" y="2735539"/>
                  </a:lnTo>
                  <a:lnTo>
                    <a:pt x="6044649" y="2734621"/>
                  </a:lnTo>
                  <a:lnTo>
                    <a:pt x="6044836" y="2733583"/>
                  </a:lnTo>
                  <a:lnTo>
                    <a:pt x="6045023" y="2732552"/>
                  </a:lnTo>
                  <a:lnTo>
                    <a:pt x="6045210" y="2731475"/>
                  </a:lnTo>
                  <a:lnTo>
                    <a:pt x="6045397" y="2730442"/>
                  </a:lnTo>
                  <a:lnTo>
                    <a:pt x="6045583" y="2729394"/>
                  </a:lnTo>
                  <a:lnTo>
                    <a:pt x="6045770" y="2728276"/>
                  </a:lnTo>
                  <a:lnTo>
                    <a:pt x="6045957" y="2727149"/>
                  </a:lnTo>
                  <a:lnTo>
                    <a:pt x="6046144" y="2725885"/>
                  </a:lnTo>
                  <a:lnTo>
                    <a:pt x="6046331" y="2724733"/>
                  </a:lnTo>
                  <a:lnTo>
                    <a:pt x="6046518" y="2722992"/>
                  </a:lnTo>
                  <a:lnTo>
                    <a:pt x="6046705" y="2721285"/>
                  </a:lnTo>
                  <a:lnTo>
                    <a:pt x="6046892" y="2719255"/>
                  </a:lnTo>
                  <a:lnTo>
                    <a:pt x="6047079" y="2717205"/>
                  </a:lnTo>
                  <a:lnTo>
                    <a:pt x="6047266" y="2715725"/>
                  </a:lnTo>
                  <a:lnTo>
                    <a:pt x="6047453" y="2714524"/>
                  </a:lnTo>
                  <a:lnTo>
                    <a:pt x="6047640" y="2713204"/>
                  </a:lnTo>
                  <a:lnTo>
                    <a:pt x="6047826" y="2712171"/>
                  </a:lnTo>
                  <a:lnTo>
                    <a:pt x="6048013" y="2711344"/>
                  </a:lnTo>
                  <a:lnTo>
                    <a:pt x="6048200" y="2710491"/>
                  </a:lnTo>
                  <a:lnTo>
                    <a:pt x="6048387" y="2710225"/>
                  </a:lnTo>
                  <a:lnTo>
                    <a:pt x="6048574" y="2710225"/>
                  </a:lnTo>
                  <a:lnTo>
                    <a:pt x="6048761" y="2710225"/>
                  </a:lnTo>
                  <a:lnTo>
                    <a:pt x="6048948" y="2710225"/>
                  </a:lnTo>
                  <a:lnTo>
                    <a:pt x="6049135" y="2710340"/>
                  </a:lnTo>
                  <a:lnTo>
                    <a:pt x="6049322" y="2710516"/>
                  </a:lnTo>
                  <a:lnTo>
                    <a:pt x="6049509" y="2710824"/>
                  </a:lnTo>
                  <a:lnTo>
                    <a:pt x="6049696" y="2711175"/>
                  </a:lnTo>
                  <a:lnTo>
                    <a:pt x="6049883" y="2711527"/>
                  </a:lnTo>
                  <a:lnTo>
                    <a:pt x="6050070" y="2712033"/>
                  </a:lnTo>
                  <a:lnTo>
                    <a:pt x="6050256" y="2712457"/>
                  </a:lnTo>
                  <a:lnTo>
                    <a:pt x="6050443" y="2712710"/>
                  </a:lnTo>
                  <a:lnTo>
                    <a:pt x="6050630" y="2712906"/>
                  </a:lnTo>
                  <a:lnTo>
                    <a:pt x="6050817" y="2713019"/>
                  </a:lnTo>
                  <a:lnTo>
                    <a:pt x="6051004" y="2713104"/>
                  </a:lnTo>
                  <a:lnTo>
                    <a:pt x="6051191" y="2712968"/>
                  </a:lnTo>
                  <a:lnTo>
                    <a:pt x="6051378" y="2712688"/>
                  </a:lnTo>
                  <a:lnTo>
                    <a:pt x="6051565" y="2712298"/>
                  </a:lnTo>
                  <a:lnTo>
                    <a:pt x="6051752" y="2712030"/>
                  </a:lnTo>
                  <a:lnTo>
                    <a:pt x="6051939" y="2711960"/>
                  </a:lnTo>
                  <a:lnTo>
                    <a:pt x="6052126" y="2712002"/>
                  </a:lnTo>
                  <a:lnTo>
                    <a:pt x="6052313" y="2712096"/>
                  </a:lnTo>
                  <a:lnTo>
                    <a:pt x="6052500" y="2712190"/>
                  </a:lnTo>
                  <a:lnTo>
                    <a:pt x="6052686" y="2712284"/>
                  </a:lnTo>
                  <a:lnTo>
                    <a:pt x="6052873" y="2712462"/>
                  </a:lnTo>
                  <a:lnTo>
                    <a:pt x="6053060" y="2712750"/>
                  </a:lnTo>
                  <a:lnTo>
                    <a:pt x="6053247" y="2713338"/>
                  </a:lnTo>
                  <a:lnTo>
                    <a:pt x="6053434" y="2713971"/>
                  </a:lnTo>
                  <a:lnTo>
                    <a:pt x="6053621" y="2714524"/>
                  </a:lnTo>
                  <a:lnTo>
                    <a:pt x="6053808" y="2715034"/>
                  </a:lnTo>
                  <a:lnTo>
                    <a:pt x="6053995" y="2715987"/>
                  </a:lnTo>
                  <a:lnTo>
                    <a:pt x="6054182" y="2717146"/>
                  </a:lnTo>
                  <a:lnTo>
                    <a:pt x="6054369" y="2718636"/>
                  </a:lnTo>
                  <a:lnTo>
                    <a:pt x="6054556" y="2720320"/>
                  </a:lnTo>
                  <a:lnTo>
                    <a:pt x="6054743" y="2721741"/>
                  </a:lnTo>
                  <a:lnTo>
                    <a:pt x="6054929" y="2723005"/>
                  </a:lnTo>
                  <a:lnTo>
                    <a:pt x="6055116" y="2724159"/>
                  </a:lnTo>
                  <a:lnTo>
                    <a:pt x="6055303" y="2725312"/>
                  </a:lnTo>
                  <a:lnTo>
                    <a:pt x="6055490" y="2726729"/>
                  </a:lnTo>
                  <a:lnTo>
                    <a:pt x="6055677" y="2728083"/>
                  </a:lnTo>
                  <a:lnTo>
                    <a:pt x="6055864" y="2729235"/>
                  </a:lnTo>
                  <a:lnTo>
                    <a:pt x="6056051" y="2730266"/>
                  </a:lnTo>
                  <a:lnTo>
                    <a:pt x="6056238" y="2731447"/>
                  </a:lnTo>
                  <a:lnTo>
                    <a:pt x="6056425" y="2732867"/>
                  </a:lnTo>
                  <a:lnTo>
                    <a:pt x="6056612" y="2734565"/>
                  </a:lnTo>
                  <a:lnTo>
                    <a:pt x="6056799" y="2735756"/>
                  </a:lnTo>
                  <a:lnTo>
                    <a:pt x="6056986" y="2736871"/>
                  </a:lnTo>
                  <a:lnTo>
                    <a:pt x="6057173" y="2737698"/>
                  </a:lnTo>
                  <a:lnTo>
                    <a:pt x="6057359" y="2738432"/>
                  </a:lnTo>
                  <a:lnTo>
                    <a:pt x="6057546" y="2739140"/>
                  </a:lnTo>
                  <a:lnTo>
                    <a:pt x="6057733" y="2739601"/>
                  </a:lnTo>
                  <a:lnTo>
                    <a:pt x="6057920" y="2739990"/>
                  </a:lnTo>
                  <a:lnTo>
                    <a:pt x="6058107" y="2740189"/>
                  </a:lnTo>
                  <a:lnTo>
                    <a:pt x="6058294" y="2740090"/>
                  </a:lnTo>
                  <a:lnTo>
                    <a:pt x="6058481" y="2739844"/>
                  </a:lnTo>
                  <a:lnTo>
                    <a:pt x="6058668" y="2739580"/>
                  </a:lnTo>
                  <a:lnTo>
                    <a:pt x="6058855" y="2739123"/>
                  </a:lnTo>
                  <a:lnTo>
                    <a:pt x="6059042" y="2738667"/>
                  </a:lnTo>
                  <a:lnTo>
                    <a:pt x="6059229" y="2738061"/>
                  </a:lnTo>
                  <a:lnTo>
                    <a:pt x="6059416" y="2737624"/>
                  </a:lnTo>
                  <a:lnTo>
                    <a:pt x="6059603" y="2737134"/>
                  </a:lnTo>
                  <a:lnTo>
                    <a:pt x="6059789" y="2736833"/>
                  </a:lnTo>
                  <a:lnTo>
                    <a:pt x="6059976" y="2736561"/>
                  </a:lnTo>
                  <a:lnTo>
                    <a:pt x="6060163" y="2736152"/>
                  </a:lnTo>
                  <a:lnTo>
                    <a:pt x="6060350" y="2735954"/>
                  </a:lnTo>
                  <a:lnTo>
                    <a:pt x="6060537" y="2735375"/>
                  </a:lnTo>
                  <a:lnTo>
                    <a:pt x="6060724" y="2734798"/>
                  </a:lnTo>
                  <a:lnTo>
                    <a:pt x="6060911" y="2734131"/>
                  </a:lnTo>
                  <a:lnTo>
                    <a:pt x="6061098" y="2733656"/>
                  </a:lnTo>
                  <a:lnTo>
                    <a:pt x="6061285" y="2733345"/>
                  </a:lnTo>
                  <a:lnTo>
                    <a:pt x="6061472" y="2733186"/>
                  </a:lnTo>
                  <a:lnTo>
                    <a:pt x="6061659" y="2733118"/>
                  </a:lnTo>
                  <a:lnTo>
                    <a:pt x="6061846" y="2733066"/>
                  </a:lnTo>
                  <a:lnTo>
                    <a:pt x="6062032" y="2732987"/>
                  </a:lnTo>
                  <a:lnTo>
                    <a:pt x="6062219" y="2732530"/>
                  </a:lnTo>
                  <a:lnTo>
                    <a:pt x="6062406" y="2732174"/>
                  </a:lnTo>
                  <a:lnTo>
                    <a:pt x="6062593" y="2731762"/>
                  </a:lnTo>
                  <a:lnTo>
                    <a:pt x="6062780" y="2731402"/>
                  </a:lnTo>
                  <a:lnTo>
                    <a:pt x="6062967" y="2731410"/>
                  </a:lnTo>
                  <a:lnTo>
                    <a:pt x="6063154" y="2731395"/>
                  </a:lnTo>
                  <a:lnTo>
                    <a:pt x="6063341" y="2731484"/>
                  </a:lnTo>
                  <a:lnTo>
                    <a:pt x="6063528" y="2731389"/>
                  </a:lnTo>
                  <a:lnTo>
                    <a:pt x="6063715" y="2731157"/>
                  </a:lnTo>
                  <a:lnTo>
                    <a:pt x="6063902" y="2730997"/>
                  </a:lnTo>
                  <a:lnTo>
                    <a:pt x="6064089" y="2730848"/>
                  </a:lnTo>
                  <a:lnTo>
                    <a:pt x="6064276" y="2730605"/>
                  </a:lnTo>
                  <a:lnTo>
                    <a:pt x="6064462" y="2730218"/>
                  </a:lnTo>
                  <a:lnTo>
                    <a:pt x="6064649" y="2729790"/>
                  </a:lnTo>
                  <a:lnTo>
                    <a:pt x="6064836" y="2729472"/>
                  </a:lnTo>
                  <a:lnTo>
                    <a:pt x="6065023" y="2729341"/>
                  </a:lnTo>
                  <a:lnTo>
                    <a:pt x="6065210" y="2729159"/>
                  </a:lnTo>
                  <a:lnTo>
                    <a:pt x="6065397" y="2728774"/>
                  </a:lnTo>
                  <a:lnTo>
                    <a:pt x="6065584" y="2728076"/>
                  </a:lnTo>
                  <a:lnTo>
                    <a:pt x="6065771" y="2727189"/>
                  </a:lnTo>
                  <a:lnTo>
                    <a:pt x="6065958" y="2726119"/>
                  </a:lnTo>
                  <a:lnTo>
                    <a:pt x="6066145" y="2724601"/>
                  </a:lnTo>
                  <a:lnTo>
                    <a:pt x="6066332" y="2723083"/>
                  </a:lnTo>
                  <a:lnTo>
                    <a:pt x="6066519" y="2721681"/>
                  </a:lnTo>
                  <a:lnTo>
                    <a:pt x="6066705" y="2720284"/>
                  </a:lnTo>
                  <a:lnTo>
                    <a:pt x="6066892" y="2718911"/>
                  </a:lnTo>
                  <a:lnTo>
                    <a:pt x="6067079" y="2717537"/>
                  </a:lnTo>
                  <a:lnTo>
                    <a:pt x="6067266" y="2716069"/>
                  </a:lnTo>
                  <a:lnTo>
                    <a:pt x="6067453" y="2714655"/>
                  </a:lnTo>
                  <a:lnTo>
                    <a:pt x="6067640" y="2713207"/>
                  </a:lnTo>
                  <a:lnTo>
                    <a:pt x="6067827" y="2711825"/>
                  </a:lnTo>
                  <a:lnTo>
                    <a:pt x="6068014" y="2710531"/>
                  </a:lnTo>
                  <a:lnTo>
                    <a:pt x="6068201" y="2709406"/>
                  </a:lnTo>
                  <a:lnTo>
                    <a:pt x="6068388" y="2708468"/>
                  </a:lnTo>
                  <a:lnTo>
                    <a:pt x="6068575" y="2707587"/>
                  </a:lnTo>
                  <a:lnTo>
                    <a:pt x="6068762" y="2706871"/>
                  </a:lnTo>
                  <a:lnTo>
                    <a:pt x="6068949" y="2706423"/>
                  </a:lnTo>
                  <a:lnTo>
                    <a:pt x="6069135" y="2706057"/>
                  </a:lnTo>
                  <a:lnTo>
                    <a:pt x="6069322" y="2705733"/>
                  </a:lnTo>
                  <a:lnTo>
                    <a:pt x="6069509" y="2705423"/>
                  </a:lnTo>
                  <a:lnTo>
                    <a:pt x="6069696" y="2705000"/>
                  </a:lnTo>
                  <a:lnTo>
                    <a:pt x="6069883" y="2704730"/>
                  </a:lnTo>
                  <a:lnTo>
                    <a:pt x="6070070" y="2704534"/>
                  </a:lnTo>
                  <a:lnTo>
                    <a:pt x="6070257" y="2704165"/>
                  </a:lnTo>
                  <a:lnTo>
                    <a:pt x="6070444" y="2703553"/>
                  </a:lnTo>
                  <a:lnTo>
                    <a:pt x="6070631" y="2702951"/>
                  </a:lnTo>
                  <a:lnTo>
                    <a:pt x="6070818" y="2702385"/>
                  </a:lnTo>
                  <a:lnTo>
                    <a:pt x="6071005" y="2701880"/>
                  </a:lnTo>
                  <a:lnTo>
                    <a:pt x="6071192" y="2701560"/>
                  </a:lnTo>
                  <a:lnTo>
                    <a:pt x="6071379" y="2701390"/>
                  </a:lnTo>
                  <a:lnTo>
                    <a:pt x="6071565" y="2701296"/>
                  </a:lnTo>
                  <a:lnTo>
                    <a:pt x="6071752" y="2701213"/>
                  </a:lnTo>
                  <a:lnTo>
                    <a:pt x="6071939" y="2701114"/>
                  </a:lnTo>
                  <a:lnTo>
                    <a:pt x="6072126" y="2700968"/>
                  </a:lnTo>
                  <a:lnTo>
                    <a:pt x="6072313" y="2700940"/>
                  </a:lnTo>
                  <a:lnTo>
                    <a:pt x="6072500" y="2700756"/>
                  </a:lnTo>
                  <a:lnTo>
                    <a:pt x="6072687" y="2700525"/>
                  </a:lnTo>
                  <a:lnTo>
                    <a:pt x="6072874" y="2700532"/>
                  </a:lnTo>
                  <a:lnTo>
                    <a:pt x="6073061" y="2700800"/>
                  </a:lnTo>
                  <a:lnTo>
                    <a:pt x="6073248" y="2701339"/>
                  </a:lnTo>
                  <a:lnTo>
                    <a:pt x="6073435" y="2701857"/>
                  </a:lnTo>
                  <a:lnTo>
                    <a:pt x="6073622" y="2702296"/>
                  </a:lnTo>
                  <a:lnTo>
                    <a:pt x="6073808" y="2702735"/>
                  </a:lnTo>
                  <a:lnTo>
                    <a:pt x="6073995" y="2703129"/>
                  </a:lnTo>
                  <a:lnTo>
                    <a:pt x="6074182" y="2703448"/>
                  </a:lnTo>
                  <a:lnTo>
                    <a:pt x="6074369" y="2703799"/>
                  </a:lnTo>
                  <a:lnTo>
                    <a:pt x="6074556" y="2704349"/>
                  </a:lnTo>
                  <a:lnTo>
                    <a:pt x="6074743" y="2705059"/>
                  </a:lnTo>
                  <a:lnTo>
                    <a:pt x="6074930" y="2705820"/>
                  </a:lnTo>
                  <a:lnTo>
                    <a:pt x="6075117" y="2706515"/>
                  </a:lnTo>
                  <a:lnTo>
                    <a:pt x="6075304" y="2707429"/>
                  </a:lnTo>
                  <a:lnTo>
                    <a:pt x="6075491" y="2708305"/>
                  </a:lnTo>
                  <a:lnTo>
                    <a:pt x="6075678" y="2708934"/>
                  </a:lnTo>
                  <a:lnTo>
                    <a:pt x="6075865" y="2709714"/>
                  </a:lnTo>
                  <a:lnTo>
                    <a:pt x="6076052" y="2710525"/>
                  </a:lnTo>
                  <a:lnTo>
                    <a:pt x="6076238" y="2711481"/>
                  </a:lnTo>
                  <a:lnTo>
                    <a:pt x="6076425" y="2712437"/>
                  </a:lnTo>
                  <a:lnTo>
                    <a:pt x="6076612" y="2713246"/>
                  </a:lnTo>
                  <a:lnTo>
                    <a:pt x="6076799" y="2714117"/>
                  </a:lnTo>
                  <a:lnTo>
                    <a:pt x="6076986" y="2715148"/>
                  </a:lnTo>
                  <a:lnTo>
                    <a:pt x="6077173" y="2716207"/>
                  </a:lnTo>
                  <a:lnTo>
                    <a:pt x="6077360" y="2717220"/>
                  </a:lnTo>
                  <a:lnTo>
                    <a:pt x="6077547" y="2718290"/>
                  </a:lnTo>
                  <a:lnTo>
                    <a:pt x="6077734" y="2719383"/>
                  </a:lnTo>
                  <a:lnTo>
                    <a:pt x="6077921" y="2720442"/>
                  </a:lnTo>
                  <a:lnTo>
                    <a:pt x="6078108" y="2721454"/>
                  </a:lnTo>
                  <a:lnTo>
                    <a:pt x="6078295" y="2722425"/>
                  </a:lnTo>
                  <a:lnTo>
                    <a:pt x="6078482" y="2723412"/>
                  </a:lnTo>
                  <a:lnTo>
                    <a:pt x="6078668" y="2724079"/>
                  </a:lnTo>
                  <a:lnTo>
                    <a:pt x="6078855" y="2724677"/>
                  </a:lnTo>
                  <a:lnTo>
                    <a:pt x="6079042" y="2725130"/>
                  </a:lnTo>
                  <a:lnTo>
                    <a:pt x="6079229" y="2725594"/>
                  </a:lnTo>
                  <a:lnTo>
                    <a:pt x="6079416" y="2726059"/>
                  </a:lnTo>
                  <a:lnTo>
                    <a:pt x="6079603" y="2726929"/>
                  </a:lnTo>
                  <a:lnTo>
                    <a:pt x="6079790" y="2727902"/>
                  </a:lnTo>
                  <a:lnTo>
                    <a:pt x="6079977" y="2729011"/>
                  </a:lnTo>
                  <a:lnTo>
                    <a:pt x="6080164" y="2730366"/>
                  </a:lnTo>
                  <a:lnTo>
                    <a:pt x="6080351" y="2731649"/>
                  </a:lnTo>
                  <a:lnTo>
                    <a:pt x="6080538" y="2732960"/>
                  </a:lnTo>
                  <a:lnTo>
                    <a:pt x="6080725" y="2734359"/>
                  </a:lnTo>
                  <a:lnTo>
                    <a:pt x="6080911" y="2735819"/>
                  </a:lnTo>
                  <a:lnTo>
                    <a:pt x="6081098" y="2737155"/>
                  </a:lnTo>
                  <a:lnTo>
                    <a:pt x="6081285" y="2738426"/>
                  </a:lnTo>
                  <a:lnTo>
                    <a:pt x="6081472" y="2739483"/>
                  </a:lnTo>
                  <a:lnTo>
                    <a:pt x="6081659" y="2740763"/>
                  </a:lnTo>
                  <a:lnTo>
                    <a:pt x="6081846" y="2742595"/>
                  </a:lnTo>
                  <a:lnTo>
                    <a:pt x="6082033" y="2744438"/>
                  </a:lnTo>
                  <a:lnTo>
                    <a:pt x="6082220" y="2746120"/>
                  </a:lnTo>
                  <a:lnTo>
                    <a:pt x="6082407" y="2747792"/>
                  </a:lnTo>
                  <a:lnTo>
                    <a:pt x="6082594" y="2749441"/>
                  </a:lnTo>
                  <a:lnTo>
                    <a:pt x="6082781" y="2751013"/>
                  </a:lnTo>
                  <a:lnTo>
                    <a:pt x="6082968" y="2752529"/>
                  </a:lnTo>
                  <a:lnTo>
                    <a:pt x="6083155" y="2753925"/>
                  </a:lnTo>
                  <a:lnTo>
                    <a:pt x="6083341" y="2755300"/>
                  </a:lnTo>
                  <a:lnTo>
                    <a:pt x="6083528" y="2756644"/>
                  </a:lnTo>
                  <a:lnTo>
                    <a:pt x="6083715" y="2757898"/>
                  </a:lnTo>
                  <a:lnTo>
                    <a:pt x="6083902" y="2759258"/>
                  </a:lnTo>
                  <a:lnTo>
                    <a:pt x="6084089" y="2760462"/>
                  </a:lnTo>
                  <a:lnTo>
                    <a:pt x="6084276" y="2761989"/>
                  </a:lnTo>
                  <a:lnTo>
                    <a:pt x="6084463" y="2763530"/>
                  </a:lnTo>
                  <a:lnTo>
                    <a:pt x="6084650" y="2764580"/>
                  </a:lnTo>
                  <a:lnTo>
                    <a:pt x="6084837" y="2765408"/>
                  </a:lnTo>
                  <a:lnTo>
                    <a:pt x="6085024" y="2766453"/>
                  </a:lnTo>
                  <a:lnTo>
                    <a:pt x="6085211" y="2767385"/>
                  </a:lnTo>
                  <a:lnTo>
                    <a:pt x="6085398" y="2768307"/>
                  </a:lnTo>
                  <a:lnTo>
                    <a:pt x="6085584" y="2769237"/>
                  </a:lnTo>
                  <a:lnTo>
                    <a:pt x="6085771" y="2769777"/>
                  </a:lnTo>
                  <a:lnTo>
                    <a:pt x="6085958" y="2770304"/>
                  </a:lnTo>
                  <a:lnTo>
                    <a:pt x="6086145" y="2770831"/>
                  </a:lnTo>
                  <a:lnTo>
                    <a:pt x="6086332" y="2771359"/>
                  </a:lnTo>
                  <a:lnTo>
                    <a:pt x="6086519" y="2771772"/>
                  </a:lnTo>
                  <a:lnTo>
                    <a:pt x="6086706" y="2772199"/>
                  </a:lnTo>
                  <a:lnTo>
                    <a:pt x="6086893" y="2772544"/>
                  </a:lnTo>
                  <a:lnTo>
                    <a:pt x="6087080" y="2772845"/>
                  </a:lnTo>
                  <a:lnTo>
                    <a:pt x="6087267" y="2773146"/>
                  </a:lnTo>
                  <a:lnTo>
                    <a:pt x="6087454" y="2773206"/>
                  </a:lnTo>
                  <a:lnTo>
                    <a:pt x="6087641" y="2773076"/>
                  </a:lnTo>
                  <a:lnTo>
                    <a:pt x="6087828" y="2772826"/>
                  </a:lnTo>
                  <a:lnTo>
                    <a:pt x="6088014" y="2772564"/>
                  </a:lnTo>
                  <a:lnTo>
                    <a:pt x="6088201" y="2772067"/>
                  </a:lnTo>
                  <a:lnTo>
                    <a:pt x="6088388" y="2771344"/>
                  </a:lnTo>
                  <a:lnTo>
                    <a:pt x="6088575" y="2770750"/>
                  </a:lnTo>
                  <a:lnTo>
                    <a:pt x="6088762" y="2770257"/>
                  </a:lnTo>
                  <a:lnTo>
                    <a:pt x="6088949" y="2769838"/>
                  </a:lnTo>
                  <a:lnTo>
                    <a:pt x="6089136" y="2769368"/>
                  </a:lnTo>
                  <a:lnTo>
                    <a:pt x="6089323" y="2768899"/>
                  </a:lnTo>
                  <a:lnTo>
                    <a:pt x="6089510" y="2768429"/>
                  </a:lnTo>
                  <a:lnTo>
                    <a:pt x="6089697" y="2767959"/>
                  </a:lnTo>
                  <a:lnTo>
                    <a:pt x="6089884" y="2767667"/>
                  </a:lnTo>
                  <a:lnTo>
                    <a:pt x="6090071" y="2767403"/>
                  </a:lnTo>
                  <a:lnTo>
                    <a:pt x="6090258" y="2767268"/>
                  </a:lnTo>
                  <a:lnTo>
                    <a:pt x="6090444" y="2767254"/>
                  </a:lnTo>
                  <a:lnTo>
                    <a:pt x="6090631" y="2767240"/>
                  </a:lnTo>
                  <a:lnTo>
                    <a:pt x="6090818" y="2767191"/>
                  </a:lnTo>
                  <a:lnTo>
                    <a:pt x="6091005" y="2767414"/>
                  </a:lnTo>
                  <a:lnTo>
                    <a:pt x="6091192" y="2767811"/>
                  </a:lnTo>
                  <a:lnTo>
                    <a:pt x="6091379" y="2768034"/>
                  </a:lnTo>
                  <a:lnTo>
                    <a:pt x="6091566" y="2768156"/>
                  </a:lnTo>
                  <a:lnTo>
                    <a:pt x="6091753" y="2768268"/>
                  </a:lnTo>
                  <a:lnTo>
                    <a:pt x="6091940" y="2768401"/>
                  </a:lnTo>
                  <a:lnTo>
                    <a:pt x="6092127" y="2768421"/>
                  </a:lnTo>
                  <a:lnTo>
                    <a:pt x="6092314" y="2768428"/>
                  </a:lnTo>
                  <a:lnTo>
                    <a:pt x="6092501" y="2768573"/>
                  </a:lnTo>
                  <a:lnTo>
                    <a:pt x="6092687" y="2768842"/>
                  </a:lnTo>
                  <a:lnTo>
                    <a:pt x="6092874" y="2768937"/>
                  </a:lnTo>
                  <a:lnTo>
                    <a:pt x="6093061" y="2768849"/>
                  </a:lnTo>
                  <a:lnTo>
                    <a:pt x="6093248" y="2768523"/>
                  </a:lnTo>
                  <a:lnTo>
                    <a:pt x="6093435" y="2768073"/>
                  </a:lnTo>
                  <a:lnTo>
                    <a:pt x="6093622" y="2767715"/>
                  </a:lnTo>
                  <a:lnTo>
                    <a:pt x="6093809" y="2767118"/>
                  </a:lnTo>
                  <a:lnTo>
                    <a:pt x="6093996" y="2766673"/>
                  </a:lnTo>
                  <a:lnTo>
                    <a:pt x="6094183" y="2766283"/>
                  </a:lnTo>
                  <a:lnTo>
                    <a:pt x="6094370" y="2766044"/>
                  </a:lnTo>
                  <a:lnTo>
                    <a:pt x="6094557" y="2765763"/>
                  </a:lnTo>
                  <a:lnTo>
                    <a:pt x="6094744" y="2765600"/>
                  </a:lnTo>
                  <a:lnTo>
                    <a:pt x="6094931" y="2765311"/>
                  </a:lnTo>
                  <a:lnTo>
                    <a:pt x="6095117" y="2764872"/>
                  </a:lnTo>
                  <a:lnTo>
                    <a:pt x="6095304" y="2764322"/>
                  </a:lnTo>
                  <a:lnTo>
                    <a:pt x="6095491" y="2763751"/>
                  </a:lnTo>
                  <a:lnTo>
                    <a:pt x="6095678" y="2763284"/>
                  </a:lnTo>
                  <a:lnTo>
                    <a:pt x="6095865" y="2763044"/>
                  </a:lnTo>
                  <a:lnTo>
                    <a:pt x="6096052" y="2762848"/>
                  </a:lnTo>
                  <a:lnTo>
                    <a:pt x="6096239" y="2762942"/>
                  </a:lnTo>
                  <a:lnTo>
                    <a:pt x="6096426" y="2763016"/>
                  </a:lnTo>
                  <a:lnTo>
                    <a:pt x="6096613" y="2763010"/>
                  </a:lnTo>
                  <a:lnTo>
                    <a:pt x="6096800" y="2762985"/>
                  </a:lnTo>
                  <a:lnTo>
                    <a:pt x="6096987" y="2763028"/>
                  </a:lnTo>
                  <a:lnTo>
                    <a:pt x="6097174" y="2762992"/>
                  </a:lnTo>
                  <a:lnTo>
                    <a:pt x="6097360" y="2763326"/>
                  </a:lnTo>
                  <a:lnTo>
                    <a:pt x="6097547" y="2764024"/>
                  </a:lnTo>
                  <a:lnTo>
                    <a:pt x="6097734" y="2764965"/>
                  </a:lnTo>
                  <a:lnTo>
                    <a:pt x="6097921" y="2766456"/>
                  </a:lnTo>
                  <a:lnTo>
                    <a:pt x="6098108" y="2767896"/>
                  </a:lnTo>
                  <a:lnTo>
                    <a:pt x="6098295" y="2769204"/>
                  </a:lnTo>
                  <a:lnTo>
                    <a:pt x="6098482" y="2770287"/>
                  </a:lnTo>
                  <a:lnTo>
                    <a:pt x="6098669" y="2771297"/>
                  </a:lnTo>
                  <a:lnTo>
                    <a:pt x="6098856" y="2772300"/>
                  </a:lnTo>
                  <a:lnTo>
                    <a:pt x="6099043" y="2773153"/>
                  </a:lnTo>
                  <a:lnTo>
                    <a:pt x="6099230" y="2774118"/>
                  </a:lnTo>
                  <a:lnTo>
                    <a:pt x="6099417" y="2775164"/>
                  </a:lnTo>
                  <a:lnTo>
                    <a:pt x="6099604" y="2776391"/>
                  </a:lnTo>
                  <a:lnTo>
                    <a:pt x="6099790" y="2777675"/>
                  </a:lnTo>
                  <a:lnTo>
                    <a:pt x="6099977" y="2778852"/>
                  </a:lnTo>
                  <a:lnTo>
                    <a:pt x="6100164" y="2779703"/>
                  </a:lnTo>
                  <a:lnTo>
                    <a:pt x="6100351" y="2780252"/>
                  </a:lnTo>
                  <a:lnTo>
                    <a:pt x="6100538" y="2780791"/>
                  </a:lnTo>
                  <a:lnTo>
                    <a:pt x="6100725" y="2781252"/>
                  </a:lnTo>
                  <a:lnTo>
                    <a:pt x="6100912" y="2781897"/>
                  </a:lnTo>
                  <a:lnTo>
                    <a:pt x="6101099" y="2782723"/>
                  </a:lnTo>
                  <a:lnTo>
                    <a:pt x="6101286" y="2783631"/>
                  </a:lnTo>
                  <a:lnTo>
                    <a:pt x="6101473" y="2784329"/>
                  </a:lnTo>
                  <a:lnTo>
                    <a:pt x="6101660" y="2785005"/>
                  </a:lnTo>
                  <a:lnTo>
                    <a:pt x="6101847" y="2785611"/>
                  </a:lnTo>
                  <a:lnTo>
                    <a:pt x="6102034" y="2785975"/>
                  </a:lnTo>
                  <a:lnTo>
                    <a:pt x="6102220" y="2786187"/>
                  </a:lnTo>
                  <a:lnTo>
                    <a:pt x="6102407" y="2786155"/>
                  </a:lnTo>
                  <a:lnTo>
                    <a:pt x="6102594" y="2786083"/>
                  </a:lnTo>
                  <a:lnTo>
                    <a:pt x="6102781" y="2786187"/>
                  </a:lnTo>
                  <a:lnTo>
                    <a:pt x="6102968" y="2786552"/>
                  </a:lnTo>
                  <a:lnTo>
                    <a:pt x="6103155" y="2786891"/>
                  </a:lnTo>
                  <a:lnTo>
                    <a:pt x="6103342" y="2787345"/>
                  </a:lnTo>
                  <a:lnTo>
                    <a:pt x="6103529" y="2788247"/>
                  </a:lnTo>
                  <a:lnTo>
                    <a:pt x="6103716" y="2789149"/>
                  </a:lnTo>
                  <a:lnTo>
                    <a:pt x="6103903" y="2789937"/>
                  </a:lnTo>
                  <a:lnTo>
                    <a:pt x="6104090" y="2790718"/>
                  </a:lnTo>
                  <a:lnTo>
                    <a:pt x="6104277" y="2791476"/>
                  </a:lnTo>
                  <a:lnTo>
                    <a:pt x="6104463" y="2792234"/>
                  </a:lnTo>
                  <a:lnTo>
                    <a:pt x="6104650" y="2793062"/>
                  </a:lnTo>
                  <a:lnTo>
                    <a:pt x="6104837" y="2793995"/>
                  </a:lnTo>
                  <a:lnTo>
                    <a:pt x="6105024" y="2794929"/>
                  </a:lnTo>
                  <a:lnTo>
                    <a:pt x="6105211" y="2795718"/>
                  </a:lnTo>
                  <a:lnTo>
                    <a:pt x="6105398" y="2796392"/>
                  </a:lnTo>
                  <a:lnTo>
                    <a:pt x="6105585" y="2796813"/>
                  </a:lnTo>
                  <a:lnTo>
                    <a:pt x="6105772" y="2797025"/>
                  </a:lnTo>
                  <a:lnTo>
                    <a:pt x="6105959" y="2797139"/>
                  </a:lnTo>
                  <a:lnTo>
                    <a:pt x="6106146" y="2796901"/>
                  </a:lnTo>
                  <a:lnTo>
                    <a:pt x="6106333" y="2796558"/>
                  </a:lnTo>
                  <a:lnTo>
                    <a:pt x="6106520" y="2795980"/>
                  </a:lnTo>
                  <a:lnTo>
                    <a:pt x="6106707" y="2795450"/>
                  </a:lnTo>
                  <a:lnTo>
                    <a:pt x="6106893" y="2794940"/>
                  </a:lnTo>
                  <a:lnTo>
                    <a:pt x="6107080" y="2794615"/>
                  </a:lnTo>
                  <a:lnTo>
                    <a:pt x="6107267" y="2794291"/>
                  </a:lnTo>
                  <a:lnTo>
                    <a:pt x="6107454" y="2794080"/>
                  </a:lnTo>
                  <a:lnTo>
                    <a:pt x="6107641" y="2793890"/>
                  </a:lnTo>
                  <a:lnTo>
                    <a:pt x="6107828" y="2793789"/>
                  </a:lnTo>
                  <a:lnTo>
                    <a:pt x="6108015" y="2793776"/>
                  </a:lnTo>
                  <a:lnTo>
                    <a:pt x="6108202" y="2793687"/>
                  </a:lnTo>
                  <a:lnTo>
                    <a:pt x="6108389" y="2793547"/>
                  </a:lnTo>
                  <a:lnTo>
                    <a:pt x="6108576" y="2793273"/>
                  </a:lnTo>
                  <a:lnTo>
                    <a:pt x="6108763" y="2793046"/>
                  </a:lnTo>
                  <a:lnTo>
                    <a:pt x="6108950" y="2792964"/>
                  </a:lnTo>
                  <a:lnTo>
                    <a:pt x="6109137" y="2792978"/>
                  </a:lnTo>
                  <a:lnTo>
                    <a:pt x="6109323" y="2793056"/>
                  </a:lnTo>
                  <a:lnTo>
                    <a:pt x="6109510" y="2792876"/>
                  </a:lnTo>
                  <a:lnTo>
                    <a:pt x="6109697" y="2792695"/>
                  </a:lnTo>
                  <a:lnTo>
                    <a:pt x="6109884" y="2792515"/>
                  </a:lnTo>
                  <a:lnTo>
                    <a:pt x="6110071" y="2792318"/>
                  </a:lnTo>
                  <a:lnTo>
                    <a:pt x="6110258" y="2792195"/>
                  </a:lnTo>
                  <a:lnTo>
                    <a:pt x="6110445" y="2792043"/>
                  </a:lnTo>
                  <a:lnTo>
                    <a:pt x="6110632" y="2791656"/>
                  </a:lnTo>
                  <a:lnTo>
                    <a:pt x="6110819" y="2791304"/>
                  </a:lnTo>
                  <a:lnTo>
                    <a:pt x="6111006" y="2791075"/>
                  </a:lnTo>
                  <a:lnTo>
                    <a:pt x="6111193" y="2790899"/>
                  </a:lnTo>
                  <a:lnTo>
                    <a:pt x="6111380" y="2790724"/>
                  </a:lnTo>
                  <a:lnTo>
                    <a:pt x="6111566" y="2790548"/>
                  </a:lnTo>
                  <a:lnTo>
                    <a:pt x="6111753" y="2790372"/>
                  </a:lnTo>
                  <a:lnTo>
                    <a:pt x="6111940" y="2790196"/>
                  </a:lnTo>
                  <a:lnTo>
                    <a:pt x="6112127" y="2790037"/>
                  </a:lnTo>
                  <a:lnTo>
                    <a:pt x="6112314" y="2790037"/>
                  </a:lnTo>
                  <a:lnTo>
                    <a:pt x="6112501" y="2790037"/>
                  </a:lnTo>
                  <a:lnTo>
                    <a:pt x="6112688" y="2790037"/>
                  </a:lnTo>
                  <a:lnTo>
                    <a:pt x="6112875" y="2790037"/>
                  </a:lnTo>
                  <a:lnTo>
                    <a:pt x="6113062" y="2789862"/>
                  </a:lnTo>
                  <a:lnTo>
                    <a:pt x="6113249" y="2789686"/>
                  </a:lnTo>
                  <a:lnTo>
                    <a:pt x="6113436" y="2789510"/>
                  </a:lnTo>
                  <a:lnTo>
                    <a:pt x="6113623" y="2789334"/>
                  </a:lnTo>
                  <a:lnTo>
                    <a:pt x="6113810" y="2789158"/>
                  </a:lnTo>
                  <a:lnTo>
                    <a:pt x="6113996" y="2788982"/>
                  </a:lnTo>
                  <a:lnTo>
                    <a:pt x="6114183" y="2788806"/>
                  </a:lnTo>
                  <a:lnTo>
                    <a:pt x="6114370" y="2788472"/>
                  </a:lnTo>
                  <a:lnTo>
                    <a:pt x="6114557" y="2787970"/>
                  </a:lnTo>
                  <a:lnTo>
                    <a:pt x="6114744" y="2787443"/>
                  </a:lnTo>
                  <a:lnTo>
                    <a:pt x="6114931" y="2786818"/>
                  </a:lnTo>
                  <a:lnTo>
                    <a:pt x="6115118" y="2786114"/>
                  </a:lnTo>
                  <a:lnTo>
                    <a:pt x="6115305" y="2785411"/>
                  </a:lnTo>
                  <a:lnTo>
                    <a:pt x="6115492" y="2784707"/>
                  </a:lnTo>
                  <a:lnTo>
                    <a:pt x="6115679" y="2784003"/>
                  </a:lnTo>
                  <a:lnTo>
                    <a:pt x="6115866" y="2783691"/>
                  </a:lnTo>
                  <a:lnTo>
                    <a:pt x="6116053" y="2783394"/>
                  </a:lnTo>
                  <a:lnTo>
                    <a:pt x="6116239" y="2783097"/>
                  </a:lnTo>
                  <a:lnTo>
                    <a:pt x="6116426" y="2782854"/>
                  </a:lnTo>
                  <a:lnTo>
                    <a:pt x="6116613" y="2782610"/>
                  </a:lnTo>
                  <a:lnTo>
                    <a:pt x="6116800" y="2782367"/>
                  </a:lnTo>
                  <a:lnTo>
                    <a:pt x="6116987" y="2782123"/>
                  </a:lnTo>
                  <a:lnTo>
                    <a:pt x="6117174" y="2782010"/>
                  </a:lnTo>
                  <a:lnTo>
                    <a:pt x="6117361" y="2782033"/>
                  </a:lnTo>
                  <a:lnTo>
                    <a:pt x="6117548" y="2782181"/>
                  </a:lnTo>
                  <a:lnTo>
                    <a:pt x="6117735" y="2782425"/>
                  </a:lnTo>
                  <a:lnTo>
                    <a:pt x="6117922" y="2782803"/>
                  </a:lnTo>
                  <a:lnTo>
                    <a:pt x="6118109" y="2783180"/>
                  </a:lnTo>
                  <a:lnTo>
                    <a:pt x="6118296" y="2783557"/>
                  </a:lnTo>
                  <a:lnTo>
                    <a:pt x="6118483" y="2783934"/>
                  </a:lnTo>
                  <a:lnTo>
                    <a:pt x="6118669" y="2784309"/>
                  </a:lnTo>
                  <a:lnTo>
                    <a:pt x="6118856" y="2784685"/>
                  </a:lnTo>
                  <a:lnTo>
                    <a:pt x="6119043" y="2784986"/>
                  </a:lnTo>
                  <a:lnTo>
                    <a:pt x="6119230" y="2785287"/>
                  </a:lnTo>
                  <a:lnTo>
                    <a:pt x="6119417" y="2785588"/>
                  </a:lnTo>
                  <a:lnTo>
                    <a:pt x="6119604" y="2785890"/>
                  </a:lnTo>
                  <a:lnTo>
                    <a:pt x="6119791" y="2786191"/>
                  </a:lnTo>
                  <a:lnTo>
                    <a:pt x="6119978" y="2786492"/>
                  </a:lnTo>
                  <a:lnTo>
                    <a:pt x="6120165" y="2786793"/>
                  </a:lnTo>
                  <a:lnTo>
                    <a:pt x="6120352" y="2787165"/>
                  </a:lnTo>
                  <a:lnTo>
                    <a:pt x="6120539" y="2787618"/>
                  </a:lnTo>
                  <a:lnTo>
                    <a:pt x="6120726" y="2787948"/>
                  </a:lnTo>
                  <a:lnTo>
                    <a:pt x="6120913" y="2788313"/>
                  </a:lnTo>
                  <a:lnTo>
                    <a:pt x="6121099" y="2788679"/>
                  </a:lnTo>
                  <a:lnTo>
                    <a:pt x="6121286" y="2789150"/>
                  </a:lnTo>
                  <a:lnTo>
                    <a:pt x="6121473" y="2789779"/>
                  </a:lnTo>
                  <a:lnTo>
                    <a:pt x="6121660" y="2790426"/>
                  </a:lnTo>
                  <a:lnTo>
                    <a:pt x="6121847" y="2791074"/>
                  </a:lnTo>
                  <a:lnTo>
                    <a:pt x="6122034" y="2791542"/>
                  </a:lnTo>
                  <a:lnTo>
                    <a:pt x="6122221" y="2791954"/>
                  </a:lnTo>
                  <a:lnTo>
                    <a:pt x="6122408" y="2792355"/>
                  </a:lnTo>
                  <a:lnTo>
                    <a:pt x="6122595" y="2792638"/>
                  </a:lnTo>
                  <a:lnTo>
                    <a:pt x="6122782" y="2792897"/>
                  </a:lnTo>
                  <a:lnTo>
                    <a:pt x="6122969" y="2793148"/>
                  </a:lnTo>
                  <a:lnTo>
                    <a:pt x="6123156" y="2793350"/>
                  </a:lnTo>
                  <a:lnTo>
                    <a:pt x="6123342" y="2793475"/>
                  </a:lnTo>
                  <a:lnTo>
                    <a:pt x="6123529" y="2793675"/>
                  </a:lnTo>
                  <a:lnTo>
                    <a:pt x="6123716" y="2793801"/>
                  </a:lnTo>
                  <a:lnTo>
                    <a:pt x="6123903" y="2793927"/>
                  </a:lnTo>
                  <a:lnTo>
                    <a:pt x="6124090" y="2793977"/>
                  </a:lnTo>
                  <a:lnTo>
                    <a:pt x="6124277" y="2793971"/>
                  </a:lnTo>
                  <a:lnTo>
                    <a:pt x="6124464" y="2793966"/>
                  </a:lnTo>
                  <a:lnTo>
                    <a:pt x="6124651" y="2793942"/>
                  </a:lnTo>
                  <a:lnTo>
                    <a:pt x="6124838" y="2793918"/>
                  </a:lnTo>
                  <a:lnTo>
                    <a:pt x="6125025" y="2793960"/>
                  </a:lnTo>
                  <a:lnTo>
                    <a:pt x="6125212" y="2794104"/>
                  </a:lnTo>
                  <a:lnTo>
                    <a:pt x="6125399" y="2794259"/>
                  </a:lnTo>
                  <a:lnTo>
                    <a:pt x="6125586" y="2794571"/>
                  </a:lnTo>
                  <a:lnTo>
                    <a:pt x="6125772" y="2795112"/>
                  </a:lnTo>
                  <a:lnTo>
                    <a:pt x="6125959" y="2795618"/>
                  </a:lnTo>
                  <a:lnTo>
                    <a:pt x="6126146" y="2796113"/>
                  </a:lnTo>
                  <a:lnTo>
                    <a:pt x="6126333" y="2796465"/>
                  </a:lnTo>
                  <a:lnTo>
                    <a:pt x="6126520" y="2796817"/>
                  </a:lnTo>
                  <a:lnTo>
                    <a:pt x="6126707" y="2797169"/>
                  </a:lnTo>
                  <a:lnTo>
                    <a:pt x="6126894" y="2797521"/>
                  </a:lnTo>
                  <a:lnTo>
                    <a:pt x="6127081" y="2797873"/>
                  </a:lnTo>
                  <a:lnTo>
                    <a:pt x="6127268" y="2798046"/>
                  </a:lnTo>
                  <a:lnTo>
                    <a:pt x="6127455" y="2798193"/>
                  </a:lnTo>
                  <a:lnTo>
                    <a:pt x="6127642" y="2798210"/>
                  </a:lnTo>
                  <a:lnTo>
                    <a:pt x="6127829" y="2798165"/>
                  </a:lnTo>
                  <a:lnTo>
                    <a:pt x="6128016" y="2798120"/>
                  </a:lnTo>
                  <a:lnTo>
                    <a:pt x="6128202" y="2798074"/>
                  </a:lnTo>
                  <a:lnTo>
                    <a:pt x="6128389" y="2797921"/>
                  </a:lnTo>
                  <a:lnTo>
                    <a:pt x="6128576" y="2797732"/>
                  </a:lnTo>
                  <a:lnTo>
                    <a:pt x="6128763" y="2797542"/>
                  </a:lnTo>
                  <a:lnTo>
                    <a:pt x="6128950" y="2797353"/>
                  </a:lnTo>
                  <a:lnTo>
                    <a:pt x="6129137" y="2797163"/>
                  </a:lnTo>
                  <a:lnTo>
                    <a:pt x="6129324" y="2796988"/>
                  </a:lnTo>
                  <a:lnTo>
                    <a:pt x="6129511" y="2796950"/>
                  </a:lnTo>
                  <a:lnTo>
                    <a:pt x="6129698" y="2797049"/>
                  </a:lnTo>
                  <a:lnTo>
                    <a:pt x="6129885" y="2797148"/>
                  </a:lnTo>
                  <a:lnTo>
                    <a:pt x="6130072" y="2797260"/>
                  </a:lnTo>
                  <a:lnTo>
                    <a:pt x="6130259" y="2797407"/>
                  </a:lnTo>
                  <a:lnTo>
                    <a:pt x="6130445" y="2797696"/>
                  </a:lnTo>
                  <a:lnTo>
                    <a:pt x="6130632" y="2798224"/>
                  </a:lnTo>
                  <a:lnTo>
                    <a:pt x="6130819" y="2798751"/>
                  </a:lnTo>
                  <a:lnTo>
                    <a:pt x="6131006" y="2799279"/>
                  </a:lnTo>
                  <a:lnTo>
                    <a:pt x="6131193" y="2799807"/>
                  </a:lnTo>
                  <a:lnTo>
                    <a:pt x="6131380" y="2800126"/>
                  </a:lnTo>
                  <a:lnTo>
                    <a:pt x="6131567" y="2800507"/>
                  </a:lnTo>
                  <a:lnTo>
                    <a:pt x="6131754" y="2800746"/>
                  </a:lnTo>
                  <a:lnTo>
                    <a:pt x="6131941" y="2801068"/>
                  </a:lnTo>
                  <a:lnTo>
                    <a:pt x="6132128" y="2801376"/>
                  </a:lnTo>
                  <a:lnTo>
                    <a:pt x="6132315" y="2801837"/>
                  </a:lnTo>
                  <a:lnTo>
                    <a:pt x="6132502" y="2802536"/>
                  </a:lnTo>
                  <a:lnTo>
                    <a:pt x="6132689" y="2803278"/>
                  </a:lnTo>
                  <a:lnTo>
                    <a:pt x="6132875" y="2804019"/>
                  </a:lnTo>
                  <a:lnTo>
                    <a:pt x="6133062" y="2804760"/>
                  </a:lnTo>
                  <a:lnTo>
                    <a:pt x="6133249" y="2805423"/>
                  </a:lnTo>
                  <a:lnTo>
                    <a:pt x="6133436" y="2806058"/>
                  </a:lnTo>
                  <a:lnTo>
                    <a:pt x="6133623" y="2806597"/>
                  </a:lnTo>
                  <a:lnTo>
                    <a:pt x="6133810" y="2807155"/>
                  </a:lnTo>
                  <a:lnTo>
                    <a:pt x="6133997" y="2807793"/>
                  </a:lnTo>
                  <a:lnTo>
                    <a:pt x="6134184" y="2808431"/>
                  </a:lnTo>
                  <a:lnTo>
                    <a:pt x="6134371" y="2809072"/>
                  </a:lnTo>
                  <a:lnTo>
                    <a:pt x="6134558" y="2809796"/>
                  </a:lnTo>
                  <a:lnTo>
                    <a:pt x="6134745" y="2810482"/>
                  </a:lnTo>
                  <a:lnTo>
                    <a:pt x="6134932" y="2811073"/>
                  </a:lnTo>
                  <a:lnTo>
                    <a:pt x="6135118" y="2811411"/>
                  </a:lnTo>
                  <a:lnTo>
                    <a:pt x="6135305" y="2811419"/>
                  </a:lnTo>
                  <a:lnTo>
                    <a:pt x="6135492" y="2811377"/>
                  </a:lnTo>
                  <a:lnTo>
                    <a:pt x="6135679" y="2811366"/>
                  </a:lnTo>
                  <a:lnTo>
                    <a:pt x="6135866" y="2811451"/>
                  </a:lnTo>
                  <a:lnTo>
                    <a:pt x="6136053" y="2811694"/>
                  </a:lnTo>
                  <a:lnTo>
                    <a:pt x="6136240" y="2811938"/>
                  </a:lnTo>
                  <a:lnTo>
                    <a:pt x="6136427" y="2812195"/>
                  </a:lnTo>
                  <a:lnTo>
                    <a:pt x="6136614" y="2812477"/>
                  </a:lnTo>
                  <a:lnTo>
                    <a:pt x="6136801" y="2812829"/>
                  </a:lnTo>
                  <a:lnTo>
                    <a:pt x="6136988" y="2813181"/>
                  </a:lnTo>
                  <a:lnTo>
                    <a:pt x="6137175" y="2813532"/>
                  </a:lnTo>
                  <a:lnTo>
                    <a:pt x="6137362" y="2813884"/>
                  </a:lnTo>
                  <a:lnTo>
                    <a:pt x="6137548" y="2814236"/>
                  </a:lnTo>
                  <a:lnTo>
                    <a:pt x="6137735" y="2814588"/>
                  </a:lnTo>
                  <a:lnTo>
                    <a:pt x="6137922" y="2814869"/>
                  </a:lnTo>
                  <a:lnTo>
                    <a:pt x="6138109" y="2815045"/>
                  </a:lnTo>
                  <a:lnTo>
                    <a:pt x="6138296" y="2815221"/>
                  </a:lnTo>
                  <a:lnTo>
                    <a:pt x="6138483" y="2815353"/>
                  </a:lnTo>
                  <a:lnTo>
                    <a:pt x="6138670" y="2815353"/>
                  </a:lnTo>
                  <a:lnTo>
                    <a:pt x="6138857" y="2815353"/>
                  </a:lnTo>
                  <a:lnTo>
                    <a:pt x="6139044" y="2815353"/>
                  </a:lnTo>
                  <a:lnTo>
                    <a:pt x="6139231" y="2815424"/>
                  </a:lnTo>
                  <a:lnTo>
                    <a:pt x="6139418" y="2815599"/>
                  </a:lnTo>
                  <a:lnTo>
                    <a:pt x="6139605" y="2815775"/>
                  </a:lnTo>
                  <a:lnTo>
                    <a:pt x="6139792" y="2815951"/>
                  </a:lnTo>
                  <a:lnTo>
                    <a:pt x="6139978" y="2816127"/>
                  </a:lnTo>
                  <a:lnTo>
                    <a:pt x="6140165" y="2816303"/>
                  </a:lnTo>
                  <a:lnTo>
                    <a:pt x="6140352" y="2816479"/>
                  </a:lnTo>
                  <a:lnTo>
                    <a:pt x="6140539" y="2816769"/>
                  </a:lnTo>
                  <a:lnTo>
                    <a:pt x="6140726" y="2817121"/>
                  </a:lnTo>
                  <a:lnTo>
                    <a:pt x="6140913" y="2817473"/>
                  </a:lnTo>
                  <a:lnTo>
                    <a:pt x="6141100" y="2817825"/>
                  </a:lnTo>
                  <a:lnTo>
                    <a:pt x="6141287" y="2818177"/>
                  </a:lnTo>
                  <a:lnTo>
                    <a:pt x="6141474" y="2818528"/>
                  </a:lnTo>
                  <a:lnTo>
                    <a:pt x="6141661" y="2818880"/>
                  </a:lnTo>
                  <a:lnTo>
                    <a:pt x="6141848" y="2819232"/>
                  </a:lnTo>
                  <a:lnTo>
                    <a:pt x="6142035" y="2819514"/>
                  </a:lnTo>
                  <a:lnTo>
                    <a:pt x="6142221" y="2819690"/>
                  </a:lnTo>
                  <a:lnTo>
                    <a:pt x="6142408" y="2819865"/>
                  </a:lnTo>
                  <a:lnTo>
                    <a:pt x="6142595" y="2820200"/>
                  </a:lnTo>
                  <a:lnTo>
                    <a:pt x="6142782" y="2820552"/>
                  </a:lnTo>
                  <a:lnTo>
                    <a:pt x="6142969" y="2821044"/>
                  </a:lnTo>
                  <a:lnTo>
                    <a:pt x="6143156" y="2821572"/>
                  </a:lnTo>
                  <a:lnTo>
                    <a:pt x="6143343" y="2822161"/>
                  </a:lnTo>
                  <a:lnTo>
                    <a:pt x="6143530" y="2822891"/>
                  </a:lnTo>
                  <a:lnTo>
                    <a:pt x="6143717" y="2823516"/>
                  </a:lnTo>
                  <a:lnTo>
                    <a:pt x="6143904" y="2824385"/>
                  </a:lnTo>
                  <a:lnTo>
                    <a:pt x="6144091" y="2825216"/>
                  </a:lnTo>
                  <a:lnTo>
                    <a:pt x="6144278" y="2826072"/>
                  </a:lnTo>
                  <a:lnTo>
                    <a:pt x="6144465" y="2826938"/>
                  </a:lnTo>
                  <a:lnTo>
                    <a:pt x="6144651" y="2827804"/>
                  </a:lnTo>
                  <a:lnTo>
                    <a:pt x="6144838" y="2828591"/>
                  </a:lnTo>
                  <a:lnTo>
                    <a:pt x="6145025" y="2829376"/>
                  </a:lnTo>
                  <a:lnTo>
                    <a:pt x="6145212" y="2830146"/>
                  </a:lnTo>
                  <a:lnTo>
                    <a:pt x="6145399" y="2830764"/>
                  </a:lnTo>
                  <a:lnTo>
                    <a:pt x="6145586" y="2831457"/>
                  </a:lnTo>
                  <a:lnTo>
                    <a:pt x="6145773" y="2832088"/>
                  </a:lnTo>
                  <a:lnTo>
                    <a:pt x="6145960" y="2832693"/>
                  </a:lnTo>
                  <a:lnTo>
                    <a:pt x="6146147" y="2833173"/>
                  </a:lnTo>
                  <a:lnTo>
                    <a:pt x="6146350" y="2833682"/>
                  </a:lnTo>
                  <a:lnTo>
                    <a:pt x="6202410" y="2833628"/>
                  </a:lnTo>
                  <a:lnTo>
                    <a:pt x="6202597" y="2833515"/>
                  </a:lnTo>
                  <a:lnTo>
                    <a:pt x="6202784" y="2833271"/>
                  </a:lnTo>
                  <a:lnTo>
                    <a:pt x="6202971" y="2833014"/>
                  </a:lnTo>
                  <a:lnTo>
                    <a:pt x="6203158" y="2832717"/>
                  </a:lnTo>
                  <a:lnTo>
                    <a:pt x="6203345" y="2832435"/>
                  </a:lnTo>
                  <a:lnTo>
                    <a:pt x="6203531" y="2831965"/>
                  </a:lnTo>
                  <a:lnTo>
                    <a:pt x="6203718" y="2831448"/>
                  </a:lnTo>
                  <a:lnTo>
                    <a:pt x="6203905" y="2830678"/>
                  </a:lnTo>
                  <a:lnTo>
                    <a:pt x="6204092" y="2830216"/>
                  </a:lnTo>
                  <a:lnTo>
                    <a:pt x="6204279" y="2829768"/>
                  </a:lnTo>
                  <a:lnTo>
                    <a:pt x="6204466" y="2829355"/>
                  </a:lnTo>
                  <a:lnTo>
                    <a:pt x="6204653" y="2828955"/>
                  </a:lnTo>
                  <a:lnTo>
                    <a:pt x="6204840" y="2828554"/>
                  </a:lnTo>
                  <a:lnTo>
                    <a:pt x="6205027" y="2828154"/>
                  </a:lnTo>
                  <a:lnTo>
                    <a:pt x="6205214" y="2827754"/>
                  </a:lnTo>
                  <a:lnTo>
                    <a:pt x="6205401" y="2827368"/>
                  </a:lnTo>
                  <a:lnTo>
                    <a:pt x="6205588" y="2827037"/>
                  </a:lnTo>
                  <a:lnTo>
                    <a:pt x="6205775" y="2826707"/>
                  </a:lnTo>
                  <a:lnTo>
                    <a:pt x="6205961" y="2826375"/>
                  </a:lnTo>
                  <a:lnTo>
                    <a:pt x="6206148" y="2826043"/>
                  </a:lnTo>
                  <a:lnTo>
                    <a:pt x="6206335" y="2825924"/>
                  </a:lnTo>
                  <a:lnTo>
                    <a:pt x="6206522" y="2825812"/>
                  </a:lnTo>
                  <a:lnTo>
                    <a:pt x="6206709" y="2825725"/>
                  </a:lnTo>
                  <a:lnTo>
                    <a:pt x="6206896" y="2825689"/>
                  </a:lnTo>
                  <a:lnTo>
                    <a:pt x="6207083" y="2825653"/>
                  </a:lnTo>
                  <a:lnTo>
                    <a:pt x="6207270" y="2825597"/>
                  </a:lnTo>
                  <a:lnTo>
                    <a:pt x="6207457" y="2825408"/>
                  </a:lnTo>
                  <a:lnTo>
                    <a:pt x="6207644" y="2825218"/>
                  </a:lnTo>
                  <a:lnTo>
                    <a:pt x="6207831" y="2825029"/>
                  </a:lnTo>
                  <a:lnTo>
                    <a:pt x="6208018" y="2824833"/>
                  </a:lnTo>
                  <a:lnTo>
                    <a:pt x="6208205" y="2824597"/>
                  </a:lnTo>
                  <a:lnTo>
                    <a:pt x="6208391" y="2824485"/>
                  </a:lnTo>
                  <a:lnTo>
                    <a:pt x="6208578" y="2824389"/>
                  </a:lnTo>
                  <a:lnTo>
                    <a:pt x="6208765" y="2824438"/>
                  </a:lnTo>
                  <a:lnTo>
                    <a:pt x="6208952" y="2824488"/>
                  </a:lnTo>
                  <a:lnTo>
                    <a:pt x="6209139" y="2824538"/>
                  </a:lnTo>
                  <a:lnTo>
                    <a:pt x="6209326" y="2824588"/>
                  </a:lnTo>
                  <a:lnTo>
                    <a:pt x="6209513" y="2824638"/>
                  </a:lnTo>
                  <a:lnTo>
                    <a:pt x="6209700" y="2824688"/>
                  </a:lnTo>
                  <a:lnTo>
                    <a:pt x="6209887" y="2824737"/>
                  </a:lnTo>
                  <a:lnTo>
                    <a:pt x="6210074" y="2824787"/>
                  </a:lnTo>
                  <a:lnTo>
                    <a:pt x="6210261" y="2824837"/>
                  </a:lnTo>
                  <a:lnTo>
                    <a:pt x="6210448" y="2824887"/>
                  </a:lnTo>
                  <a:lnTo>
                    <a:pt x="6210634" y="2824937"/>
                  </a:lnTo>
                  <a:lnTo>
                    <a:pt x="6210821" y="2825099"/>
                  </a:lnTo>
                  <a:lnTo>
                    <a:pt x="6211008" y="2825246"/>
                  </a:lnTo>
                  <a:lnTo>
                    <a:pt x="6211195" y="2825399"/>
                  </a:lnTo>
                  <a:lnTo>
                    <a:pt x="6211382" y="2825533"/>
                  </a:lnTo>
                  <a:lnTo>
                    <a:pt x="6211569" y="2825533"/>
                  </a:lnTo>
                  <a:lnTo>
                    <a:pt x="6211756" y="2825533"/>
                  </a:lnTo>
                  <a:lnTo>
                    <a:pt x="6211943" y="2825533"/>
                  </a:lnTo>
                  <a:lnTo>
                    <a:pt x="6212130" y="2825418"/>
                  </a:lnTo>
                  <a:lnTo>
                    <a:pt x="6212317" y="2825243"/>
                  </a:lnTo>
                  <a:lnTo>
                    <a:pt x="6212504" y="2825067"/>
                  </a:lnTo>
                  <a:lnTo>
                    <a:pt x="6212691" y="2824724"/>
                  </a:lnTo>
                  <a:lnTo>
                    <a:pt x="6212878" y="2824372"/>
                  </a:lnTo>
                  <a:lnTo>
                    <a:pt x="6213064" y="2824020"/>
                  </a:lnTo>
                  <a:lnTo>
                    <a:pt x="6213251" y="2823488"/>
                  </a:lnTo>
                  <a:lnTo>
                    <a:pt x="6213438" y="2822860"/>
                  </a:lnTo>
                  <a:lnTo>
                    <a:pt x="6213625" y="2822266"/>
                  </a:lnTo>
                  <a:lnTo>
                    <a:pt x="6213812" y="2821979"/>
                  </a:lnTo>
                  <a:lnTo>
                    <a:pt x="6213999" y="2821673"/>
                  </a:lnTo>
                  <a:lnTo>
                    <a:pt x="6214186" y="2821452"/>
                  </a:lnTo>
                  <a:lnTo>
                    <a:pt x="6214373" y="2821187"/>
                  </a:lnTo>
                  <a:lnTo>
                    <a:pt x="6214560" y="2820923"/>
                  </a:lnTo>
                  <a:lnTo>
                    <a:pt x="6214747" y="2820658"/>
                  </a:lnTo>
                  <a:lnTo>
                    <a:pt x="6214934" y="2820491"/>
                  </a:lnTo>
                  <a:lnTo>
                    <a:pt x="6215121" y="2820377"/>
                  </a:lnTo>
                  <a:lnTo>
                    <a:pt x="6215308" y="2820262"/>
                  </a:lnTo>
                  <a:lnTo>
                    <a:pt x="6215494" y="2820291"/>
                  </a:lnTo>
                  <a:lnTo>
                    <a:pt x="6215681" y="2820327"/>
                  </a:lnTo>
                  <a:lnTo>
                    <a:pt x="6215868" y="2820389"/>
                  </a:lnTo>
                  <a:lnTo>
                    <a:pt x="6216055" y="2820519"/>
                  </a:lnTo>
                  <a:lnTo>
                    <a:pt x="6216242" y="2820689"/>
                  </a:lnTo>
                  <a:lnTo>
                    <a:pt x="6216429" y="2820764"/>
                  </a:lnTo>
                  <a:lnTo>
                    <a:pt x="6216616" y="2820695"/>
                  </a:lnTo>
                  <a:lnTo>
                    <a:pt x="6216803" y="2820707"/>
                  </a:lnTo>
                  <a:lnTo>
                    <a:pt x="6216990" y="2820635"/>
                  </a:lnTo>
                  <a:lnTo>
                    <a:pt x="6217177" y="2820643"/>
                  </a:lnTo>
                  <a:lnTo>
                    <a:pt x="6217364" y="2820813"/>
                  </a:lnTo>
                  <a:lnTo>
                    <a:pt x="6217551" y="2820922"/>
                  </a:lnTo>
                  <a:lnTo>
                    <a:pt x="6217737" y="2821023"/>
                  </a:lnTo>
                  <a:lnTo>
                    <a:pt x="6217924" y="2821197"/>
                  </a:lnTo>
                  <a:lnTo>
                    <a:pt x="6218111" y="2821372"/>
                  </a:lnTo>
                  <a:lnTo>
                    <a:pt x="6218298" y="2821546"/>
                  </a:lnTo>
                  <a:lnTo>
                    <a:pt x="6218485" y="2821738"/>
                  </a:lnTo>
                  <a:lnTo>
                    <a:pt x="6218672" y="2821902"/>
                  </a:lnTo>
                  <a:lnTo>
                    <a:pt x="6218859" y="2821958"/>
                  </a:lnTo>
                  <a:lnTo>
                    <a:pt x="6219046" y="2822008"/>
                  </a:lnTo>
                  <a:lnTo>
                    <a:pt x="6219233" y="2822147"/>
                  </a:lnTo>
                  <a:lnTo>
                    <a:pt x="6219420" y="2822269"/>
                  </a:lnTo>
                  <a:lnTo>
                    <a:pt x="6219607" y="2822307"/>
                  </a:lnTo>
                  <a:lnTo>
                    <a:pt x="6219794" y="2822389"/>
                  </a:lnTo>
                  <a:lnTo>
                    <a:pt x="6219981" y="2822434"/>
                  </a:lnTo>
                  <a:lnTo>
                    <a:pt x="6220167" y="2822515"/>
                  </a:lnTo>
                  <a:lnTo>
                    <a:pt x="6220354" y="2822679"/>
                  </a:lnTo>
                  <a:lnTo>
                    <a:pt x="6220541" y="2822711"/>
                  </a:lnTo>
                  <a:lnTo>
                    <a:pt x="6220728" y="2822654"/>
                  </a:lnTo>
                  <a:lnTo>
                    <a:pt x="6220915" y="2822529"/>
                  </a:lnTo>
                  <a:lnTo>
                    <a:pt x="6221102" y="2822403"/>
                  </a:lnTo>
                  <a:lnTo>
                    <a:pt x="6221289" y="2822322"/>
                  </a:lnTo>
                  <a:lnTo>
                    <a:pt x="6221476" y="2822102"/>
                  </a:lnTo>
                  <a:lnTo>
                    <a:pt x="6221663" y="2821934"/>
                  </a:lnTo>
                  <a:lnTo>
                    <a:pt x="6221850" y="2821771"/>
                  </a:lnTo>
                  <a:lnTo>
                    <a:pt x="6222037" y="2821565"/>
                  </a:lnTo>
                  <a:lnTo>
                    <a:pt x="6222224" y="2821393"/>
                  </a:lnTo>
                  <a:lnTo>
                    <a:pt x="6222410" y="2821228"/>
                  </a:lnTo>
                  <a:lnTo>
                    <a:pt x="6222597" y="2821015"/>
                  </a:lnTo>
                  <a:lnTo>
                    <a:pt x="6222784" y="2820802"/>
                  </a:lnTo>
                  <a:lnTo>
                    <a:pt x="6222971" y="2820589"/>
                  </a:lnTo>
                  <a:lnTo>
                    <a:pt x="6223158" y="2820404"/>
                  </a:lnTo>
                  <a:lnTo>
                    <a:pt x="6223345" y="2820224"/>
                  </a:lnTo>
                  <a:lnTo>
                    <a:pt x="6223532" y="2819970"/>
                  </a:lnTo>
                  <a:lnTo>
                    <a:pt x="6223719" y="2819806"/>
                  </a:lnTo>
                  <a:lnTo>
                    <a:pt x="6223906" y="2819567"/>
                  </a:lnTo>
                  <a:lnTo>
                    <a:pt x="6224093" y="2819237"/>
                  </a:lnTo>
                  <a:lnTo>
                    <a:pt x="6224280" y="2818858"/>
                  </a:lnTo>
                  <a:lnTo>
                    <a:pt x="6224467" y="2818263"/>
                  </a:lnTo>
                  <a:lnTo>
                    <a:pt x="6224654" y="2817528"/>
                  </a:lnTo>
                  <a:lnTo>
                    <a:pt x="6224840" y="2816821"/>
                  </a:lnTo>
                  <a:lnTo>
                    <a:pt x="6225027" y="2816180"/>
                  </a:lnTo>
                  <a:lnTo>
                    <a:pt x="6225214" y="2815540"/>
                  </a:lnTo>
                  <a:lnTo>
                    <a:pt x="6225401" y="2814986"/>
                  </a:lnTo>
                  <a:lnTo>
                    <a:pt x="6225588" y="2814448"/>
                  </a:lnTo>
                  <a:lnTo>
                    <a:pt x="6225775" y="2814013"/>
                  </a:lnTo>
                  <a:lnTo>
                    <a:pt x="6225962" y="2813617"/>
                  </a:lnTo>
                  <a:lnTo>
                    <a:pt x="6226149" y="2813342"/>
                  </a:lnTo>
                  <a:lnTo>
                    <a:pt x="6226336" y="2813073"/>
                  </a:lnTo>
                  <a:lnTo>
                    <a:pt x="6226523" y="2812813"/>
                  </a:lnTo>
                  <a:lnTo>
                    <a:pt x="6226710" y="2812553"/>
                  </a:lnTo>
                  <a:lnTo>
                    <a:pt x="6226897" y="2812394"/>
                  </a:lnTo>
                  <a:lnTo>
                    <a:pt x="6227084" y="2812273"/>
                  </a:lnTo>
                  <a:lnTo>
                    <a:pt x="6227270" y="2812260"/>
                  </a:lnTo>
                  <a:lnTo>
                    <a:pt x="6227457" y="2812421"/>
                  </a:lnTo>
                  <a:lnTo>
                    <a:pt x="6227644" y="2812599"/>
                  </a:lnTo>
                  <a:lnTo>
                    <a:pt x="6227831" y="2812773"/>
                  </a:lnTo>
                  <a:lnTo>
                    <a:pt x="6228018" y="2812992"/>
                  </a:lnTo>
                  <a:lnTo>
                    <a:pt x="6228205" y="2813231"/>
                  </a:lnTo>
                  <a:lnTo>
                    <a:pt x="6228392" y="2813312"/>
                  </a:lnTo>
                  <a:lnTo>
                    <a:pt x="6228579" y="2813211"/>
                  </a:lnTo>
                  <a:lnTo>
                    <a:pt x="6228766" y="2812758"/>
                  </a:lnTo>
                  <a:lnTo>
                    <a:pt x="6228953" y="2812074"/>
                  </a:lnTo>
                  <a:lnTo>
                    <a:pt x="6229140" y="2811425"/>
                  </a:lnTo>
                  <a:lnTo>
                    <a:pt x="6229327" y="2810694"/>
                  </a:lnTo>
                  <a:lnTo>
                    <a:pt x="6229513" y="2810114"/>
                  </a:lnTo>
                  <a:lnTo>
                    <a:pt x="6229700" y="2809460"/>
                  </a:lnTo>
                  <a:lnTo>
                    <a:pt x="6229887" y="2809003"/>
                  </a:lnTo>
                  <a:lnTo>
                    <a:pt x="6230074" y="2808572"/>
                  </a:lnTo>
                  <a:lnTo>
                    <a:pt x="6230261" y="2808141"/>
                  </a:lnTo>
                  <a:lnTo>
                    <a:pt x="6230448" y="2807710"/>
                  </a:lnTo>
                  <a:lnTo>
                    <a:pt x="6230635" y="2807449"/>
                  </a:lnTo>
                  <a:lnTo>
                    <a:pt x="6230822" y="2807263"/>
                  </a:lnTo>
                  <a:lnTo>
                    <a:pt x="6231009" y="2806928"/>
                  </a:lnTo>
                  <a:lnTo>
                    <a:pt x="6231196" y="2806710"/>
                  </a:lnTo>
                  <a:lnTo>
                    <a:pt x="6231383" y="2806478"/>
                  </a:lnTo>
                  <a:lnTo>
                    <a:pt x="6231570" y="2806512"/>
                  </a:lnTo>
                  <a:lnTo>
                    <a:pt x="6231757" y="2806599"/>
                  </a:lnTo>
                  <a:lnTo>
                    <a:pt x="6231943" y="2806782"/>
                  </a:lnTo>
                  <a:lnTo>
                    <a:pt x="6232130" y="2807059"/>
                  </a:lnTo>
                  <a:lnTo>
                    <a:pt x="6232317" y="2807483"/>
                  </a:lnTo>
                  <a:lnTo>
                    <a:pt x="6232504" y="2808072"/>
                  </a:lnTo>
                  <a:lnTo>
                    <a:pt x="6232691" y="2808586"/>
                  </a:lnTo>
                  <a:lnTo>
                    <a:pt x="6232878" y="2809184"/>
                  </a:lnTo>
                  <a:lnTo>
                    <a:pt x="6233065" y="2809878"/>
                  </a:lnTo>
                  <a:lnTo>
                    <a:pt x="6233252" y="2810498"/>
                  </a:lnTo>
                  <a:lnTo>
                    <a:pt x="6233439" y="2811023"/>
                  </a:lnTo>
                  <a:lnTo>
                    <a:pt x="6233626" y="2811516"/>
                  </a:lnTo>
                  <a:lnTo>
                    <a:pt x="6233813" y="2812094"/>
                  </a:lnTo>
                  <a:lnTo>
                    <a:pt x="6234000" y="2812762"/>
                  </a:lnTo>
                  <a:lnTo>
                    <a:pt x="6234187" y="2813482"/>
                  </a:lnTo>
                  <a:lnTo>
                    <a:pt x="6234373" y="2814106"/>
                  </a:lnTo>
                  <a:lnTo>
                    <a:pt x="6234560" y="2814693"/>
                  </a:lnTo>
                  <a:lnTo>
                    <a:pt x="6234747" y="2815201"/>
                  </a:lnTo>
                  <a:lnTo>
                    <a:pt x="6234934" y="2815709"/>
                  </a:lnTo>
                  <a:lnTo>
                    <a:pt x="6235121" y="2816064"/>
                  </a:lnTo>
                  <a:lnTo>
                    <a:pt x="6235308" y="2816255"/>
                  </a:lnTo>
                  <a:lnTo>
                    <a:pt x="6235495" y="2816446"/>
                  </a:lnTo>
                  <a:lnTo>
                    <a:pt x="6235682" y="2816553"/>
                  </a:lnTo>
                  <a:lnTo>
                    <a:pt x="6235869" y="2816619"/>
                  </a:lnTo>
                  <a:lnTo>
                    <a:pt x="6236056" y="2816641"/>
                  </a:lnTo>
                  <a:lnTo>
                    <a:pt x="6236243" y="2816533"/>
                  </a:lnTo>
                  <a:lnTo>
                    <a:pt x="6236430" y="2816424"/>
                  </a:lnTo>
                  <a:lnTo>
                    <a:pt x="6236616" y="2816316"/>
                  </a:lnTo>
                  <a:lnTo>
                    <a:pt x="6236803" y="2816120"/>
                  </a:lnTo>
                  <a:lnTo>
                    <a:pt x="6236990" y="2815824"/>
                  </a:lnTo>
                  <a:lnTo>
                    <a:pt x="6237177" y="2815547"/>
                  </a:lnTo>
                  <a:lnTo>
                    <a:pt x="6237364" y="2815393"/>
                  </a:lnTo>
                  <a:lnTo>
                    <a:pt x="6237551" y="2815239"/>
                  </a:lnTo>
                  <a:lnTo>
                    <a:pt x="6237738" y="2815085"/>
                  </a:lnTo>
                  <a:lnTo>
                    <a:pt x="6237925" y="2814946"/>
                  </a:lnTo>
                  <a:lnTo>
                    <a:pt x="6238112" y="2814943"/>
                  </a:lnTo>
                  <a:lnTo>
                    <a:pt x="6238299" y="2814908"/>
                  </a:lnTo>
                  <a:lnTo>
                    <a:pt x="6238486" y="2814907"/>
                  </a:lnTo>
                  <a:lnTo>
                    <a:pt x="6238673" y="2815160"/>
                  </a:lnTo>
                  <a:lnTo>
                    <a:pt x="6238860" y="2815439"/>
                  </a:lnTo>
                  <a:lnTo>
                    <a:pt x="6239046" y="2815728"/>
                  </a:lnTo>
                  <a:lnTo>
                    <a:pt x="6239233" y="2816016"/>
                  </a:lnTo>
                  <a:lnTo>
                    <a:pt x="6239420" y="2816168"/>
                  </a:lnTo>
                  <a:lnTo>
                    <a:pt x="6239607" y="2816312"/>
                  </a:lnTo>
                  <a:lnTo>
                    <a:pt x="6239794" y="2816457"/>
                  </a:lnTo>
                  <a:lnTo>
                    <a:pt x="6239981" y="2816615"/>
                  </a:lnTo>
                  <a:lnTo>
                    <a:pt x="6240168" y="2816904"/>
                  </a:lnTo>
                  <a:lnTo>
                    <a:pt x="6240355" y="2817207"/>
                  </a:lnTo>
                  <a:lnTo>
                    <a:pt x="6240542" y="2817549"/>
                  </a:lnTo>
                  <a:lnTo>
                    <a:pt x="6240729" y="2817876"/>
                  </a:lnTo>
                  <a:lnTo>
                    <a:pt x="6240916" y="2818095"/>
                  </a:lnTo>
                  <a:lnTo>
                    <a:pt x="6241103" y="2818323"/>
                  </a:lnTo>
                  <a:lnTo>
                    <a:pt x="6241289" y="2818816"/>
                  </a:lnTo>
                  <a:lnTo>
                    <a:pt x="6241476" y="2818776"/>
                  </a:lnTo>
                  <a:lnTo>
                    <a:pt x="6241663" y="2818626"/>
                  </a:lnTo>
                  <a:lnTo>
                    <a:pt x="6241850" y="2818441"/>
                  </a:lnTo>
                  <a:lnTo>
                    <a:pt x="6242037" y="2818123"/>
                  </a:lnTo>
                  <a:lnTo>
                    <a:pt x="6242224" y="2817827"/>
                  </a:lnTo>
                  <a:lnTo>
                    <a:pt x="6242411" y="2817538"/>
                  </a:lnTo>
                  <a:lnTo>
                    <a:pt x="6242598" y="2817192"/>
                  </a:lnTo>
                  <a:lnTo>
                    <a:pt x="6242785" y="2816745"/>
                  </a:lnTo>
                  <a:lnTo>
                    <a:pt x="6242972" y="2816167"/>
                  </a:lnTo>
                  <a:lnTo>
                    <a:pt x="6243159" y="2815474"/>
                  </a:lnTo>
                  <a:lnTo>
                    <a:pt x="6243346" y="2814753"/>
                  </a:lnTo>
                  <a:lnTo>
                    <a:pt x="6243533" y="2814031"/>
                  </a:lnTo>
                  <a:lnTo>
                    <a:pt x="6243719" y="2813259"/>
                  </a:lnTo>
                  <a:lnTo>
                    <a:pt x="6243906" y="2812393"/>
                  </a:lnTo>
                  <a:lnTo>
                    <a:pt x="6244093" y="2811527"/>
                  </a:lnTo>
                  <a:lnTo>
                    <a:pt x="6244280" y="2810963"/>
                  </a:lnTo>
                  <a:lnTo>
                    <a:pt x="6244467" y="2810471"/>
                  </a:lnTo>
                  <a:lnTo>
                    <a:pt x="6244654" y="2809967"/>
                  </a:lnTo>
                  <a:lnTo>
                    <a:pt x="6244841" y="2809608"/>
                  </a:lnTo>
                  <a:lnTo>
                    <a:pt x="6245028" y="2809364"/>
                  </a:lnTo>
                  <a:lnTo>
                    <a:pt x="6245215" y="2809121"/>
                  </a:lnTo>
                  <a:lnTo>
                    <a:pt x="6245402" y="2808941"/>
                  </a:lnTo>
                  <a:lnTo>
                    <a:pt x="6245589" y="2808898"/>
                  </a:lnTo>
                  <a:lnTo>
                    <a:pt x="6245776" y="2808756"/>
                  </a:lnTo>
                  <a:lnTo>
                    <a:pt x="6245963" y="2808730"/>
                  </a:lnTo>
                  <a:lnTo>
                    <a:pt x="6246149" y="2808726"/>
                  </a:lnTo>
                  <a:lnTo>
                    <a:pt x="6246336" y="2808721"/>
                  </a:lnTo>
                  <a:lnTo>
                    <a:pt x="6246523" y="2808745"/>
                  </a:lnTo>
                  <a:lnTo>
                    <a:pt x="6246710" y="2808876"/>
                  </a:lnTo>
                  <a:lnTo>
                    <a:pt x="6246897" y="2808980"/>
                  </a:lnTo>
                  <a:lnTo>
                    <a:pt x="6247084" y="2809063"/>
                  </a:lnTo>
                  <a:lnTo>
                    <a:pt x="6247271" y="2809013"/>
                  </a:lnTo>
                  <a:lnTo>
                    <a:pt x="6247458" y="2808964"/>
                  </a:lnTo>
                  <a:lnTo>
                    <a:pt x="6247645" y="2808914"/>
                  </a:lnTo>
                  <a:lnTo>
                    <a:pt x="6247832" y="2808864"/>
                  </a:lnTo>
                  <a:lnTo>
                    <a:pt x="6248019" y="2808814"/>
                  </a:lnTo>
                  <a:lnTo>
                    <a:pt x="6248206" y="2808652"/>
                  </a:lnTo>
                  <a:lnTo>
                    <a:pt x="6248392" y="2808505"/>
                  </a:lnTo>
                  <a:lnTo>
                    <a:pt x="6248579" y="2808264"/>
                  </a:lnTo>
                  <a:lnTo>
                    <a:pt x="6248766" y="2807954"/>
                  </a:lnTo>
                  <a:lnTo>
                    <a:pt x="6248953" y="2807778"/>
                  </a:lnTo>
                  <a:lnTo>
                    <a:pt x="6249140" y="2807770"/>
                  </a:lnTo>
                  <a:lnTo>
                    <a:pt x="6249327" y="2807918"/>
                  </a:lnTo>
                  <a:lnTo>
                    <a:pt x="6249514" y="2808208"/>
                  </a:lnTo>
                  <a:lnTo>
                    <a:pt x="6249701" y="2808648"/>
                  </a:lnTo>
                  <a:lnTo>
                    <a:pt x="6249888" y="2809087"/>
                  </a:lnTo>
                  <a:lnTo>
                    <a:pt x="6250075" y="2809615"/>
                  </a:lnTo>
                  <a:lnTo>
                    <a:pt x="6250262" y="2810118"/>
                  </a:lnTo>
                  <a:lnTo>
                    <a:pt x="6250449" y="2810621"/>
                  </a:lnTo>
                  <a:lnTo>
                    <a:pt x="6250636" y="2811124"/>
                  </a:lnTo>
                  <a:lnTo>
                    <a:pt x="6250822" y="2811627"/>
                  </a:lnTo>
                  <a:lnTo>
                    <a:pt x="6251009" y="2812129"/>
                  </a:lnTo>
                  <a:lnTo>
                    <a:pt x="6251196" y="2812427"/>
                  </a:lnTo>
                  <a:lnTo>
                    <a:pt x="6251383" y="2812781"/>
                  </a:lnTo>
                  <a:lnTo>
                    <a:pt x="6251570" y="2813192"/>
                  </a:lnTo>
                  <a:lnTo>
                    <a:pt x="6251757" y="2813603"/>
                  </a:lnTo>
                  <a:lnTo>
                    <a:pt x="6251944" y="2814012"/>
                  </a:lnTo>
                  <a:lnTo>
                    <a:pt x="6252131" y="2814327"/>
                  </a:lnTo>
                  <a:lnTo>
                    <a:pt x="6252318" y="2814380"/>
                  </a:lnTo>
                  <a:lnTo>
                    <a:pt x="6252505" y="2814356"/>
                  </a:lnTo>
                  <a:lnTo>
                    <a:pt x="6252692" y="2814177"/>
                  </a:lnTo>
                  <a:lnTo>
                    <a:pt x="6252879" y="2813978"/>
                  </a:lnTo>
                  <a:lnTo>
                    <a:pt x="6253066" y="2813824"/>
                  </a:lnTo>
                  <a:lnTo>
                    <a:pt x="6253252" y="2813644"/>
                  </a:lnTo>
                  <a:lnTo>
                    <a:pt x="6253439" y="2813454"/>
                  </a:lnTo>
                  <a:lnTo>
                    <a:pt x="6253626" y="2813265"/>
                  </a:lnTo>
                  <a:lnTo>
                    <a:pt x="6253813" y="2813075"/>
                  </a:lnTo>
                  <a:lnTo>
                    <a:pt x="6254000" y="2812921"/>
                  </a:lnTo>
                  <a:lnTo>
                    <a:pt x="6254187" y="2812741"/>
                  </a:lnTo>
                  <a:lnTo>
                    <a:pt x="6254374" y="2812555"/>
                  </a:lnTo>
                  <a:lnTo>
                    <a:pt x="6254561" y="2812505"/>
                  </a:lnTo>
                  <a:lnTo>
                    <a:pt x="6254748" y="2812511"/>
                  </a:lnTo>
                  <a:lnTo>
                    <a:pt x="6254935" y="2812578"/>
                  </a:lnTo>
                  <a:lnTo>
                    <a:pt x="6255122" y="2812653"/>
                  </a:lnTo>
                  <a:lnTo>
                    <a:pt x="6255309" y="2812655"/>
                  </a:lnTo>
                  <a:lnTo>
                    <a:pt x="6255495" y="2812656"/>
                  </a:lnTo>
                  <a:lnTo>
                    <a:pt x="6255682" y="2812658"/>
                  </a:lnTo>
                  <a:lnTo>
                    <a:pt x="6255869" y="2812659"/>
                  </a:lnTo>
                  <a:lnTo>
                    <a:pt x="6256056" y="2812847"/>
                  </a:lnTo>
                  <a:lnTo>
                    <a:pt x="6256243" y="2813277"/>
                  </a:lnTo>
                  <a:lnTo>
                    <a:pt x="6256430" y="2813611"/>
                  </a:lnTo>
                  <a:lnTo>
                    <a:pt x="6256617" y="2813859"/>
                  </a:lnTo>
                  <a:lnTo>
                    <a:pt x="6256804" y="2814047"/>
                  </a:lnTo>
                  <a:lnTo>
                    <a:pt x="6256991" y="2814379"/>
                  </a:lnTo>
                  <a:lnTo>
                    <a:pt x="6257178" y="2814691"/>
                  </a:lnTo>
                  <a:lnTo>
                    <a:pt x="6257365" y="2814873"/>
                  </a:lnTo>
                  <a:lnTo>
                    <a:pt x="6257552" y="2815018"/>
                  </a:lnTo>
                  <a:lnTo>
                    <a:pt x="6257739" y="2815080"/>
                  </a:lnTo>
                  <a:lnTo>
                    <a:pt x="6257925" y="2815273"/>
                  </a:lnTo>
                  <a:lnTo>
                    <a:pt x="6258112" y="2815556"/>
                  </a:lnTo>
                  <a:lnTo>
                    <a:pt x="6258299" y="2815907"/>
                  </a:lnTo>
                  <a:lnTo>
                    <a:pt x="6258486" y="2816258"/>
                  </a:lnTo>
                  <a:lnTo>
                    <a:pt x="6258673" y="2816529"/>
                  </a:lnTo>
                  <a:lnTo>
                    <a:pt x="6258860" y="2816673"/>
                  </a:lnTo>
                  <a:lnTo>
                    <a:pt x="6259047" y="2816639"/>
                  </a:lnTo>
                  <a:lnTo>
                    <a:pt x="6259234" y="2816701"/>
                  </a:lnTo>
                  <a:lnTo>
                    <a:pt x="6259421" y="2816831"/>
                  </a:lnTo>
                  <a:lnTo>
                    <a:pt x="6259608" y="2817003"/>
                  </a:lnTo>
                  <a:lnTo>
                    <a:pt x="6259795" y="2817211"/>
                  </a:lnTo>
                  <a:lnTo>
                    <a:pt x="6259982" y="2817466"/>
                  </a:lnTo>
                  <a:lnTo>
                    <a:pt x="6260168" y="2817721"/>
                  </a:lnTo>
                  <a:lnTo>
                    <a:pt x="6260355" y="2817976"/>
                  </a:lnTo>
                  <a:lnTo>
                    <a:pt x="6260542" y="2818211"/>
                  </a:lnTo>
                  <a:lnTo>
                    <a:pt x="6260729" y="2818440"/>
                  </a:lnTo>
                  <a:lnTo>
                    <a:pt x="6260916" y="2818745"/>
                  </a:lnTo>
                  <a:lnTo>
                    <a:pt x="6261103" y="2818958"/>
                  </a:lnTo>
                  <a:lnTo>
                    <a:pt x="6261290" y="2819247"/>
                  </a:lnTo>
                  <a:lnTo>
                    <a:pt x="6261477" y="2819645"/>
                  </a:lnTo>
                  <a:lnTo>
                    <a:pt x="6261664" y="2820200"/>
                  </a:lnTo>
                  <a:lnTo>
                    <a:pt x="6261851" y="2821091"/>
                  </a:lnTo>
                  <a:lnTo>
                    <a:pt x="6262038" y="2822104"/>
                  </a:lnTo>
                  <a:lnTo>
                    <a:pt x="6262225" y="2823000"/>
                  </a:lnTo>
                  <a:lnTo>
                    <a:pt x="6262412" y="2823830"/>
                  </a:lnTo>
                  <a:lnTo>
                    <a:pt x="6262598" y="2824660"/>
                  </a:lnTo>
                  <a:lnTo>
                    <a:pt x="6262785" y="2825403"/>
                  </a:lnTo>
                  <a:lnTo>
                    <a:pt x="6262972" y="2826122"/>
                  </a:lnTo>
                  <a:lnTo>
                    <a:pt x="6263159" y="2826701"/>
                  </a:lnTo>
                  <a:lnTo>
                    <a:pt x="6263346" y="2827097"/>
                  </a:lnTo>
                  <a:lnTo>
                    <a:pt x="6263533" y="2827371"/>
                  </a:lnTo>
                  <a:lnTo>
                    <a:pt x="6263720" y="2827640"/>
                  </a:lnTo>
                  <a:lnTo>
                    <a:pt x="6263907" y="2827900"/>
                  </a:lnTo>
                  <a:lnTo>
                    <a:pt x="6264094" y="2828160"/>
                  </a:lnTo>
                  <a:lnTo>
                    <a:pt x="6264281" y="2828319"/>
                  </a:lnTo>
                  <a:lnTo>
                    <a:pt x="6264468" y="2828440"/>
                  </a:lnTo>
                  <a:lnTo>
                    <a:pt x="6264655" y="2828454"/>
                  </a:lnTo>
                  <a:lnTo>
                    <a:pt x="6264842" y="2828293"/>
                  </a:lnTo>
                  <a:lnTo>
                    <a:pt x="6265028" y="2828114"/>
                  </a:lnTo>
                  <a:lnTo>
                    <a:pt x="6265215" y="2828010"/>
                  </a:lnTo>
                  <a:lnTo>
                    <a:pt x="6265402" y="2827968"/>
                  </a:lnTo>
                  <a:lnTo>
                    <a:pt x="6265589" y="2828028"/>
                  </a:lnTo>
                  <a:lnTo>
                    <a:pt x="6265776" y="2828379"/>
                  </a:lnTo>
                  <a:lnTo>
                    <a:pt x="6265963" y="2828556"/>
                  </a:lnTo>
                  <a:lnTo>
                    <a:pt x="6266150" y="2829051"/>
                  </a:lnTo>
                  <a:lnTo>
                    <a:pt x="6266337" y="2829320"/>
                  </a:lnTo>
                  <a:lnTo>
                    <a:pt x="6266524" y="2829453"/>
                  </a:lnTo>
                  <a:lnTo>
                    <a:pt x="6266711" y="2829811"/>
                  </a:lnTo>
                  <a:lnTo>
                    <a:pt x="6266898" y="2830031"/>
                  </a:lnTo>
                  <a:lnTo>
                    <a:pt x="6267085" y="2830285"/>
                  </a:lnTo>
                  <a:lnTo>
                    <a:pt x="6267271" y="2830406"/>
                  </a:lnTo>
                  <a:lnTo>
                    <a:pt x="6267458" y="2830484"/>
                  </a:lnTo>
                  <a:lnTo>
                    <a:pt x="6267645" y="2830490"/>
                  </a:lnTo>
                  <a:lnTo>
                    <a:pt x="6267832" y="2830438"/>
                  </a:lnTo>
                  <a:lnTo>
                    <a:pt x="6268019" y="2830259"/>
                  </a:lnTo>
                  <a:lnTo>
                    <a:pt x="6268206" y="2829917"/>
                  </a:lnTo>
                  <a:lnTo>
                    <a:pt x="6268393" y="2829538"/>
                  </a:lnTo>
                  <a:lnTo>
                    <a:pt x="6268580" y="2828954"/>
                  </a:lnTo>
                  <a:lnTo>
                    <a:pt x="6268767" y="2828471"/>
                  </a:lnTo>
                  <a:lnTo>
                    <a:pt x="6268954" y="2827703"/>
                  </a:lnTo>
                  <a:lnTo>
                    <a:pt x="6269141" y="2827195"/>
                  </a:lnTo>
                  <a:lnTo>
                    <a:pt x="6269328" y="2826717"/>
                  </a:lnTo>
                  <a:lnTo>
                    <a:pt x="6269515" y="2826198"/>
                  </a:lnTo>
                  <a:lnTo>
                    <a:pt x="6269701" y="2825730"/>
                  </a:lnTo>
                  <a:lnTo>
                    <a:pt x="6269888" y="2825167"/>
                  </a:lnTo>
                  <a:lnTo>
                    <a:pt x="6270075" y="2824652"/>
                  </a:lnTo>
                  <a:lnTo>
                    <a:pt x="6270262" y="2824143"/>
                  </a:lnTo>
                  <a:lnTo>
                    <a:pt x="6270449" y="2823644"/>
                  </a:lnTo>
                  <a:lnTo>
                    <a:pt x="6270636" y="2823261"/>
                  </a:lnTo>
                  <a:lnTo>
                    <a:pt x="6270823" y="2822926"/>
                  </a:lnTo>
                  <a:lnTo>
                    <a:pt x="6271010" y="2822571"/>
                  </a:lnTo>
                  <a:lnTo>
                    <a:pt x="6271197" y="2822259"/>
                  </a:lnTo>
                  <a:lnTo>
                    <a:pt x="6271384" y="2821939"/>
                  </a:lnTo>
                  <a:lnTo>
                    <a:pt x="6271571" y="2821640"/>
                  </a:lnTo>
                  <a:lnTo>
                    <a:pt x="6271758" y="2821358"/>
                  </a:lnTo>
                  <a:lnTo>
                    <a:pt x="6271945" y="2821232"/>
                  </a:lnTo>
                  <a:lnTo>
                    <a:pt x="6272131" y="2821205"/>
                  </a:lnTo>
                  <a:lnTo>
                    <a:pt x="6272318" y="2821202"/>
                  </a:lnTo>
                  <a:lnTo>
                    <a:pt x="6272505" y="2821257"/>
                  </a:lnTo>
                  <a:lnTo>
                    <a:pt x="6272692" y="2821406"/>
                  </a:lnTo>
                  <a:lnTo>
                    <a:pt x="6272879" y="2821521"/>
                  </a:lnTo>
                  <a:lnTo>
                    <a:pt x="6273066" y="2821483"/>
                  </a:lnTo>
                  <a:lnTo>
                    <a:pt x="6273253" y="2821422"/>
                  </a:lnTo>
                  <a:lnTo>
                    <a:pt x="6273440" y="2821428"/>
                  </a:lnTo>
                  <a:lnTo>
                    <a:pt x="6273627" y="2821438"/>
                  </a:lnTo>
                  <a:lnTo>
                    <a:pt x="6273814" y="2821422"/>
                  </a:lnTo>
                  <a:lnTo>
                    <a:pt x="6274001" y="2821293"/>
                  </a:lnTo>
                  <a:lnTo>
                    <a:pt x="6274188" y="2821217"/>
                  </a:lnTo>
                  <a:lnTo>
                    <a:pt x="6274374" y="2821275"/>
                  </a:lnTo>
                  <a:lnTo>
                    <a:pt x="6274561" y="2821333"/>
                  </a:lnTo>
                  <a:lnTo>
                    <a:pt x="6274748" y="2821391"/>
                  </a:lnTo>
                  <a:lnTo>
                    <a:pt x="6274935" y="2821394"/>
                  </a:lnTo>
                  <a:lnTo>
                    <a:pt x="6275122" y="2821423"/>
                  </a:lnTo>
                  <a:lnTo>
                    <a:pt x="6275309" y="2821432"/>
                  </a:lnTo>
                  <a:lnTo>
                    <a:pt x="6275496" y="2821391"/>
                  </a:lnTo>
                  <a:lnTo>
                    <a:pt x="6275683" y="2821409"/>
                  </a:lnTo>
                  <a:lnTo>
                    <a:pt x="6275870" y="2821310"/>
                  </a:lnTo>
                  <a:lnTo>
                    <a:pt x="6276057" y="2821174"/>
                  </a:lnTo>
                  <a:lnTo>
                    <a:pt x="6276244" y="2820895"/>
                  </a:lnTo>
                  <a:lnTo>
                    <a:pt x="6276431" y="2820714"/>
                  </a:lnTo>
                  <a:lnTo>
                    <a:pt x="6276618" y="2820426"/>
                  </a:lnTo>
                  <a:lnTo>
                    <a:pt x="6276804" y="2820361"/>
                  </a:lnTo>
                  <a:lnTo>
                    <a:pt x="6276991" y="2820340"/>
                  </a:lnTo>
                  <a:lnTo>
                    <a:pt x="6277178" y="2820141"/>
                  </a:lnTo>
                  <a:lnTo>
                    <a:pt x="6277365" y="2819848"/>
                  </a:lnTo>
                  <a:lnTo>
                    <a:pt x="6277552" y="2819766"/>
                  </a:lnTo>
                  <a:lnTo>
                    <a:pt x="6277739" y="2819626"/>
                  </a:lnTo>
                  <a:lnTo>
                    <a:pt x="6277926" y="2819542"/>
                  </a:lnTo>
                  <a:lnTo>
                    <a:pt x="6278113" y="2819359"/>
                  </a:lnTo>
                  <a:lnTo>
                    <a:pt x="6278300" y="2819362"/>
                  </a:lnTo>
                  <a:lnTo>
                    <a:pt x="6278487" y="2819273"/>
                  </a:lnTo>
                  <a:lnTo>
                    <a:pt x="6278674" y="2819010"/>
                  </a:lnTo>
                  <a:lnTo>
                    <a:pt x="6278861" y="2818889"/>
                  </a:lnTo>
                  <a:lnTo>
                    <a:pt x="6279047" y="2818857"/>
                  </a:lnTo>
                  <a:lnTo>
                    <a:pt x="6279234" y="2818826"/>
                  </a:lnTo>
                  <a:lnTo>
                    <a:pt x="6279421" y="2818952"/>
                  </a:lnTo>
                  <a:lnTo>
                    <a:pt x="6279608" y="2819057"/>
                  </a:lnTo>
                  <a:lnTo>
                    <a:pt x="6279795" y="2819043"/>
                  </a:lnTo>
                  <a:lnTo>
                    <a:pt x="6279982" y="2819191"/>
                  </a:lnTo>
                  <a:lnTo>
                    <a:pt x="6280169" y="2819560"/>
                  </a:lnTo>
                  <a:lnTo>
                    <a:pt x="6280356" y="2819814"/>
                  </a:lnTo>
                  <a:lnTo>
                    <a:pt x="6280543" y="2820047"/>
                  </a:lnTo>
                  <a:lnTo>
                    <a:pt x="6280730" y="2820167"/>
                  </a:lnTo>
                  <a:lnTo>
                    <a:pt x="6280917" y="2820454"/>
                  </a:lnTo>
                  <a:lnTo>
                    <a:pt x="6281104" y="2820413"/>
                  </a:lnTo>
                  <a:lnTo>
                    <a:pt x="6281291" y="2820723"/>
                  </a:lnTo>
                  <a:lnTo>
                    <a:pt x="6281477" y="2821004"/>
                  </a:lnTo>
                  <a:lnTo>
                    <a:pt x="6281664" y="2821379"/>
                  </a:lnTo>
                  <a:lnTo>
                    <a:pt x="6281851" y="2821717"/>
                  </a:lnTo>
                  <a:lnTo>
                    <a:pt x="6282038" y="2822088"/>
                  </a:lnTo>
                  <a:lnTo>
                    <a:pt x="6282225" y="2822447"/>
                  </a:lnTo>
                  <a:lnTo>
                    <a:pt x="6282412" y="2822690"/>
                  </a:lnTo>
                  <a:lnTo>
                    <a:pt x="6282599" y="2822934"/>
                  </a:lnTo>
                  <a:lnTo>
                    <a:pt x="6282786" y="2823120"/>
                  </a:lnTo>
                  <a:lnTo>
                    <a:pt x="6282973" y="2823219"/>
                  </a:lnTo>
                  <a:lnTo>
                    <a:pt x="6283160" y="2823318"/>
                  </a:lnTo>
                  <a:lnTo>
                    <a:pt x="6283347" y="2823302"/>
                  </a:lnTo>
                  <a:lnTo>
                    <a:pt x="6283534" y="2823256"/>
                  </a:lnTo>
                  <a:lnTo>
                    <a:pt x="6283721" y="2823211"/>
                  </a:lnTo>
                  <a:lnTo>
                    <a:pt x="6283907" y="2823137"/>
                  </a:lnTo>
                  <a:lnTo>
                    <a:pt x="6284094" y="2822957"/>
                  </a:lnTo>
                  <a:lnTo>
                    <a:pt x="6284281" y="2822937"/>
                  </a:lnTo>
                  <a:lnTo>
                    <a:pt x="6284468" y="2822957"/>
                  </a:lnTo>
                  <a:lnTo>
                    <a:pt x="6284655" y="2823103"/>
                  </a:lnTo>
                  <a:lnTo>
                    <a:pt x="6284842" y="2823272"/>
                  </a:lnTo>
                  <a:lnTo>
                    <a:pt x="6285029" y="2823359"/>
                  </a:lnTo>
                  <a:lnTo>
                    <a:pt x="6285216" y="2823409"/>
                  </a:lnTo>
                  <a:lnTo>
                    <a:pt x="6285403" y="2823458"/>
                  </a:lnTo>
                  <a:lnTo>
                    <a:pt x="6285590" y="2823508"/>
                  </a:lnTo>
                  <a:lnTo>
                    <a:pt x="6285777" y="2823558"/>
                  </a:lnTo>
                  <a:lnTo>
                    <a:pt x="6285964" y="2823696"/>
                  </a:lnTo>
                  <a:lnTo>
                    <a:pt x="6286150" y="2823922"/>
                  </a:lnTo>
                  <a:lnTo>
                    <a:pt x="6286337" y="2824147"/>
                  </a:lnTo>
                  <a:lnTo>
                    <a:pt x="6286524" y="2824205"/>
                  </a:lnTo>
                  <a:lnTo>
                    <a:pt x="6286711" y="2824207"/>
                  </a:lnTo>
                  <a:lnTo>
                    <a:pt x="6286898" y="2824182"/>
                  </a:lnTo>
                  <a:lnTo>
                    <a:pt x="6287085" y="2824069"/>
                  </a:lnTo>
                  <a:lnTo>
                    <a:pt x="6287272" y="2823954"/>
                  </a:lnTo>
                  <a:lnTo>
                    <a:pt x="6287459" y="2823856"/>
                  </a:lnTo>
                  <a:lnTo>
                    <a:pt x="6287646" y="2823874"/>
                  </a:lnTo>
                  <a:lnTo>
                    <a:pt x="6287833" y="2823862"/>
                  </a:lnTo>
                  <a:lnTo>
                    <a:pt x="6288020" y="2823901"/>
                  </a:lnTo>
                  <a:lnTo>
                    <a:pt x="6288207" y="2823939"/>
                  </a:lnTo>
                  <a:lnTo>
                    <a:pt x="6288394" y="2823978"/>
                  </a:lnTo>
                  <a:lnTo>
                    <a:pt x="6288580" y="2824016"/>
                  </a:lnTo>
                  <a:lnTo>
                    <a:pt x="6288767" y="2823998"/>
                  </a:lnTo>
                  <a:lnTo>
                    <a:pt x="6288954" y="2823924"/>
                  </a:lnTo>
                  <a:lnTo>
                    <a:pt x="6289141" y="2823849"/>
                  </a:lnTo>
                  <a:lnTo>
                    <a:pt x="6289328" y="2823741"/>
                  </a:lnTo>
                  <a:lnTo>
                    <a:pt x="6289515" y="2823726"/>
                  </a:lnTo>
                  <a:lnTo>
                    <a:pt x="6289702" y="2823856"/>
                  </a:lnTo>
                  <a:lnTo>
                    <a:pt x="6289889" y="2823876"/>
                  </a:lnTo>
                  <a:lnTo>
                    <a:pt x="6290076" y="2824052"/>
                  </a:lnTo>
                  <a:lnTo>
                    <a:pt x="6290263" y="2824105"/>
                  </a:lnTo>
                  <a:lnTo>
                    <a:pt x="6290450" y="2824105"/>
                  </a:lnTo>
                  <a:lnTo>
                    <a:pt x="6290637" y="2824105"/>
                  </a:lnTo>
                  <a:lnTo>
                    <a:pt x="6290824" y="2824105"/>
                  </a:lnTo>
                  <a:lnTo>
                    <a:pt x="6291010" y="2824105"/>
                  </a:lnTo>
                  <a:lnTo>
                    <a:pt x="6291197" y="2824105"/>
                  </a:lnTo>
                  <a:lnTo>
                    <a:pt x="6291384" y="2824105"/>
                  </a:lnTo>
                  <a:lnTo>
                    <a:pt x="6291571" y="2824105"/>
                  </a:lnTo>
                  <a:lnTo>
                    <a:pt x="6291758" y="2824105"/>
                  </a:lnTo>
                  <a:lnTo>
                    <a:pt x="6291945" y="2824105"/>
                  </a:lnTo>
                  <a:lnTo>
                    <a:pt x="6292132" y="2824105"/>
                  </a:lnTo>
                  <a:lnTo>
                    <a:pt x="6292319" y="2824105"/>
                  </a:lnTo>
                  <a:lnTo>
                    <a:pt x="6292506" y="2824105"/>
                  </a:lnTo>
                  <a:lnTo>
                    <a:pt x="6292693" y="2824105"/>
                  </a:lnTo>
                  <a:lnTo>
                    <a:pt x="6292880" y="2824105"/>
                  </a:lnTo>
                  <a:lnTo>
                    <a:pt x="6293067" y="2824105"/>
                  </a:lnTo>
                  <a:lnTo>
                    <a:pt x="6293253" y="2824105"/>
                  </a:lnTo>
                  <a:lnTo>
                    <a:pt x="6293440" y="2824105"/>
                  </a:lnTo>
                  <a:lnTo>
                    <a:pt x="6293627" y="2823971"/>
                  </a:lnTo>
                  <a:lnTo>
                    <a:pt x="6293814" y="2823938"/>
                  </a:lnTo>
                  <a:lnTo>
                    <a:pt x="6294001" y="2823903"/>
                  </a:lnTo>
                  <a:lnTo>
                    <a:pt x="6294188" y="2823945"/>
                  </a:lnTo>
                  <a:lnTo>
                    <a:pt x="6294375" y="2823927"/>
                  </a:lnTo>
                  <a:lnTo>
                    <a:pt x="6294562" y="2823884"/>
                  </a:lnTo>
                  <a:lnTo>
                    <a:pt x="6294749" y="2823842"/>
                  </a:lnTo>
                  <a:lnTo>
                    <a:pt x="6294936" y="2823936"/>
                  </a:lnTo>
                  <a:lnTo>
                    <a:pt x="6295123" y="2824040"/>
                  </a:lnTo>
                  <a:lnTo>
                    <a:pt x="6295310" y="2824180"/>
                  </a:lnTo>
                  <a:lnTo>
                    <a:pt x="6295497" y="2824319"/>
                  </a:lnTo>
                  <a:lnTo>
                    <a:pt x="6295683" y="2824459"/>
                  </a:lnTo>
                  <a:lnTo>
                    <a:pt x="6295870" y="2824599"/>
                  </a:lnTo>
                  <a:lnTo>
                    <a:pt x="6296057" y="2824757"/>
                  </a:lnTo>
                  <a:lnTo>
                    <a:pt x="6296244" y="2825023"/>
                  </a:lnTo>
                  <a:lnTo>
                    <a:pt x="6296431" y="2825414"/>
                  </a:lnTo>
                  <a:lnTo>
                    <a:pt x="6296618" y="2825704"/>
                  </a:lnTo>
                  <a:lnTo>
                    <a:pt x="6296805" y="2825970"/>
                  </a:lnTo>
                  <a:lnTo>
                    <a:pt x="6296992" y="2826159"/>
                  </a:lnTo>
                  <a:lnTo>
                    <a:pt x="6297179" y="2826307"/>
                  </a:lnTo>
                  <a:lnTo>
                    <a:pt x="6297366" y="2826454"/>
                  </a:lnTo>
                  <a:lnTo>
                    <a:pt x="6297553" y="2826601"/>
                  </a:lnTo>
                  <a:lnTo>
                    <a:pt x="6297740" y="2826713"/>
                  </a:lnTo>
                  <a:lnTo>
                    <a:pt x="6297926" y="2826817"/>
                  </a:lnTo>
                  <a:lnTo>
                    <a:pt x="6298113" y="2826767"/>
                  </a:lnTo>
                  <a:lnTo>
                    <a:pt x="6298300" y="2826717"/>
                  </a:lnTo>
                  <a:lnTo>
                    <a:pt x="6298487" y="2826667"/>
                  </a:lnTo>
                  <a:lnTo>
                    <a:pt x="6298674" y="2826617"/>
                  </a:lnTo>
                  <a:lnTo>
                    <a:pt x="6298861" y="2826549"/>
                  </a:lnTo>
                  <a:lnTo>
                    <a:pt x="6299048" y="2826373"/>
                  </a:lnTo>
                  <a:lnTo>
                    <a:pt x="6299235" y="2825902"/>
                  </a:lnTo>
                  <a:lnTo>
                    <a:pt x="6299422" y="2825449"/>
                  </a:lnTo>
                  <a:lnTo>
                    <a:pt x="6299609" y="2825083"/>
                  </a:lnTo>
                  <a:lnTo>
                    <a:pt x="6299796" y="2824718"/>
                  </a:lnTo>
                  <a:lnTo>
                    <a:pt x="6299983" y="2824352"/>
                  </a:lnTo>
                  <a:lnTo>
                    <a:pt x="6300170" y="2823961"/>
                  </a:lnTo>
                  <a:lnTo>
                    <a:pt x="6300356" y="2823428"/>
                  </a:lnTo>
                  <a:lnTo>
                    <a:pt x="6300543" y="2822933"/>
                  </a:lnTo>
                  <a:lnTo>
                    <a:pt x="6300730" y="2822581"/>
                  </a:lnTo>
                  <a:lnTo>
                    <a:pt x="6300917" y="2822229"/>
                  </a:lnTo>
                  <a:lnTo>
                    <a:pt x="6301104" y="2821877"/>
                  </a:lnTo>
                  <a:lnTo>
                    <a:pt x="6301291" y="2821526"/>
                  </a:lnTo>
                  <a:lnTo>
                    <a:pt x="6301478" y="2821174"/>
                  </a:lnTo>
                  <a:lnTo>
                    <a:pt x="6301665" y="2820822"/>
                  </a:lnTo>
                  <a:lnTo>
                    <a:pt x="6301852" y="2820470"/>
                  </a:lnTo>
                  <a:lnTo>
                    <a:pt x="6302039" y="2820294"/>
                  </a:lnTo>
                  <a:lnTo>
                    <a:pt x="6302226" y="2820118"/>
                  </a:lnTo>
                  <a:lnTo>
                    <a:pt x="6302413" y="2819942"/>
                  </a:lnTo>
                  <a:lnTo>
                    <a:pt x="6302600" y="2819766"/>
                  </a:lnTo>
                  <a:lnTo>
                    <a:pt x="6302786" y="2819590"/>
                  </a:lnTo>
                  <a:lnTo>
                    <a:pt x="6302973" y="2819441"/>
                  </a:lnTo>
                  <a:lnTo>
                    <a:pt x="6303160" y="2819361"/>
                  </a:lnTo>
                  <a:lnTo>
                    <a:pt x="6303347" y="2819636"/>
                  </a:lnTo>
                  <a:lnTo>
                    <a:pt x="6303534" y="2819768"/>
                  </a:lnTo>
                  <a:lnTo>
                    <a:pt x="6303721" y="2820330"/>
                  </a:lnTo>
                  <a:lnTo>
                    <a:pt x="6303908" y="2820958"/>
                  </a:lnTo>
                  <a:lnTo>
                    <a:pt x="6304095" y="2821430"/>
                  </a:lnTo>
                  <a:lnTo>
                    <a:pt x="6304282" y="2821730"/>
                  </a:lnTo>
                  <a:lnTo>
                    <a:pt x="6304469" y="2821957"/>
                  </a:lnTo>
                  <a:lnTo>
                    <a:pt x="6304656" y="2821959"/>
                  </a:lnTo>
                  <a:lnTo>
                    <a:pt x="6304843" y="2822008"/>
                  </a:lnTo>
                  <a:lnTo>
                    <a:pt x="6305029" y="2822006"/>
                  </a:lnTo>
                  <a:lnTo>
                    <a:pt x="6305216" y="2822056"/>
                  </a:lnTo>
                  <a:lnTo>
                    <a:pt x="6305403" y="2822144"/>
                  </a:lnTo>
                  <a:lnTo>
                    <a:pt x="6305590" y="2822144"/>
                  </a:lnTo>
                  <a:lnTo>
                    <a:pt x="6305777" y="2822050"/>
                  </a:lnTo>
                  <a:lnTo>
                    <a:pt x="6305964" y="2822008"/>
                  </a:lnTo>
                  <a:lnTo>
                    <a:pt x="6306151" y="2821712"/>
                  </a:lnTo>
                  <a:lnTo>
                    <a:pt x="6306338" y="2821320"/>
                  </a:lnTo>
                  <a:lnTo>
                    <a:pt x="6306525" y="2820588"/>
                  </a:lnTo>
                  <a:lnTo>
                    <a:pt x="6306712" y="2819736"/>
                  </a:lnTo>
                  <a:lnTo>
                    <a:pt x="6306899" y="2818823"/>
                  </a:lnTo>
                  <a:lnTo>
                    <a:pt x="6307086" y="2818090"/>
                  </a:lnTo>
                  <a:lnTo>
                    <a:pt x="6307273" y="2817490"/>
                  </a:lnTo>
                  <a:lnTo>
                    <a:pt x="6307459" y="2817047"/>
                  </a:lnTo>
                  <a:lnTo>
                    <a:pt x="6307646" y="2816434"/>
                  </a:lnTo>
                  <a:lnTo>
                    <a:pt x="6307833" y="2815954"/>
                  </a:lnTo>
                  <a:lnTo>
                    <a:pt x="6308020" y="2815656"/>
                  </a:lnTo>
                  <a:lnTo>
                    <a:pt x="6308207" y="2815346"/>
                  </a:lnTo>
                  <a:lnTo>
                    <a:pt x="6308394" y="2815176"/>
                  </a:lnTo>
                  <a:lnTo>
                    <a:pt x="6308581" y="2815000"/>
                  </a:lnTo>
                  <a:lnTo>
                    <a:pt x="6308768" y="2814688"/>
                  </a:lnTo>
                  <a:lnTo>
                    <a:pt x="6308955" y="2814407"/>
                  </a:lnTo>
                  <a:lnTo>
                    <a:pt x="6309142" y="2814298"/>
                  </a:lnTo>
                  <a:lnTo>
                    <a:pt x="6309329" y="2814089"/>
                  </a:lnTo>
                  <a:lnTo>
                    <a:pt x="6309516" y="2813851"/>
                  </a:lnTo>
                  <a:lnTo>
                    <a:pt x="6309702" y="2813595"/>
                  </a:lnTo>
                  <a:lnTo>
                    <a:pt x="6309889" y="2813392"/>
                  </a:lnTo>
                  <a:lnTo>
                    <a:pt x="6310076" y="2813060"/>
                  </a:lnTo>
                  <a:lnTo>
                    <a:pt x="6310263" y="2812772"/>
                  </a:lnTo>
                  <a:lnTo>
                    <a:pt x="6310450" y="2812526"/>
                  </a:lnTo>
                  <a:lnTo>
                    <a:pt x="6310637" y="2812252"/>
                  </a:lnTo>
                  <a:lnTo>
                    <a:pt x="6310824" y="2811868"/>
                  </a:lnTo>
                  <a:lnTo>
                    <a:pt x="6311011" y="2811502"/>
                  </a:lnTo>
                  <a:lnTo>
                    <a:pt x="6311198" y="2811224"/>
                  </a:lnTo>
                  <a:lnTo>
                    <a:pt x="6311385" y="2811064"/>
                  </a:lnTo>
                  <a:lnTo>
                    <a:pt x="6311572" y="2811031"/>
                  </a:lnTo>
                  <a:lnTo>
                    <a:pt x="6311759" y="2810997"/>
                  </a:lnTo>
                  <a:lnTo>
                    <a:pt x="6311946" y="2810963"/>
                  </a:lnTo>
                  <a:lnTo>
                    <a:pt x="6312132" y="2810930"/>
                  </a:lnTo>
                  <a:lnTo>
                    <a:pt x="6312319" y="2810951"/>
                  </a:lnTo>
                  <a:lnTo>
                    <a:pt x="6312506" y="2810946"/>
                  </a:lnTo>
                  <a:lnTo>
                    <a:pt x="6312693" y="2810961"/>
                  </a:lnTo>
                  <a:lnTo>
                    <a:pt x="6312880" y="2811068"/>
                  </a:lnTo>
                  <a:lnTo>
                    <a:pt x="6313067" y="2811186"/>
                  </a:lnTo>
                  <a:lnTo>
                    <a:pt x="6313254" y="2811459"/>
                  </a:lnTo>
                  <a:lnTo>
                    <a:pt x="6313441" y="2811715"/>
                  </a:lnTo>
                  <a:lnTo>
                    <a:pt x="6313628" y="2812078"/>
                  </a:lnTo>
                  <a:lnTo>
                    <a:pt x="6313815" y="2812433"/>
                  </a:lnTo>
                  <a:lnTo>
                    <a:pt x="6314002" y="2812828"/>
                  </a:lnTo>
                  <a:lnTo>
                    <a:pt x="6314189" y="2813030"/>
                  </a:lnTo>
                  <a:lnTo>
                    <a:pt x="6314376" y="2813185"/>
                  </a:lnTo>
                  <a:lnTo>
                    <a:pt x="6314562" y="2813340"/>
                  </a:lnTo>
                  <a:lnTo>
                    <a:pt x="6314749" y="2813588"/>
                  </a:lnTo>
                  <a:lnTo>
                    <a:pt x="6314936" y="2813625"/>
                  </a:lnTo>
                  <a:lnTo>
                    <a:pt x="6315123" y="2813719"/>
                  </a:lnTo>
                  <a:lnTo>
                    <a:pt x="6315310" y="2813758"/>
                  </a:lnTo>
                  <a:lnTo>
                    <a:pt x="6315497" y="2813896"/>
                  </a:lnTo>
                  <a:lnTo>
                    <a:pt x="6315684" y="2813963"/>
                  </a:lnTo>
                  <a:lnTo>
                    <a:pt x="6315871" y="2814125"/>
                  </a:lnTo>
                  <a:lnTo>
                    <a:pt x="6316058" y="2814194"/>
                  </a:lnTo>
                  <a:lnTo>
                    <a:pt x="6316245" y="2814234"/>
                  </a:lnTo>
                  <a:lnTo>
                    <a:pt x="6316432" y="2814403"/>
                  </a:lnTo>
                  <a:lnTo>
                    <a:pt x="6316619" y="2814631"/>
                  </a:lnTo>
                  <a:lnTo>
                    <a:pt x="6316805" y="2814824"/>
                  </a:lnTo>
                  <a:lnTo>
                    <a:pt x="6316992" y="2815014"/>
                  </a:lnTo>
                  <a:lnTo>
                    <a:pt x="6317179" y="2815317"/>
                  </a:lnTo>
                  <a:lnTo>
                    <a:pt x="6317366" y="2815515"/>
                  </a:lnTo>
                  <a:lnTo>
                    <a:pt x="6317553" y="2815579"/>
                  </a:lnTo>
                  <a:lnTo>
                    <a:pt x="6317740" y="2815758"/>
                  </a:lnTo>
                  <a:lnTo>
                    <a:pt x="6317927" y="2816073"/>
                  </a:lnTo>
                  <a:lnTo>
                    <a:pt x="6318114" y="2816531"/>
                  </a:lnTo>
                  <a:lnTo>
                    <a:pt x="6318301" y="2816821"/>
                  </a:lnTo>
                  <a:lnTo>
                    <a:pt x="6318488" y="2817353"/>
                  </a:lnTo>
                  <a:lnTo>
                    <a:pt x="6318675" y="2817781"/>
                  </a:lnTo>
                  <a:lnTo>
                    <a:pt x="6318862" y="2818352"/>
                  </a:lnTo>
                  <a:lnTo>
                    <a:pt x="6319049" y="2818717"/>
                  </a:lnTo>
                  <a:lnTo>
                    <a:pt x="6319235" y="2819093"/>
                  </a:lnTo>
                  <a:lnTo>
                    <a:pt x="6319422" y="2819394"/>
                  </a:lnTo>
                  <a:lnTo>
                    <a:pt x="6319609" y="2819695"/>
                  </a:lnTo>
                  <a:lnTo>
                    <a:pt x="6319796" y="2819996"/>
                  </a:lnTo>
                  <a:lnTo>
                    <a:pt x="6319983" y="2820298"/>
                  </a:lnTo>
                  <a:lnTo>
                    <a:pt x="6320170" y="2820599"/>
                  </a:lnTo>
                  <a:lnTo>
                    <a:pt x="6320357" y="2820800"/>
                  </a:lnTo>
                  <a:lnTo>
                    <a:pt x="6320544" y="2820937"/>
                  </a:lnTo>
                  <a:lnTo>
                    <a:pt x="6320731" y="2821086"/>
                  </a:lnTo>
                  <a:lnTo>
                    <a:pt x="6320918" y="2821235"/>
                  </a:lnTo>
                  <a:lnTo>
                    <a:pt x="6321105" y="2821384"/>
                  </a:lnTo>
                  <a:lnTo>
                    <a:pt x="6321292" y="2821532"/>
                  </a:lnTo>
                  <a:lnTo>
                    <a:pt x="6321479" y="2821582"/>
                  </a:lnTo>
                  <a:lnTo>
                    <a:pt x="6321665" y="2821467"/>
                  </a:lnTo>
                  <a:lnTo>
                    <a:pt x="6321852" y="2821214"/>
                  </a:lnTo>
                  <a:lnTo>
                    <a:pt x="6322039" y="2820921"/>
                  </a:lnTo>
                  <a:lnTo>
                    <a:pt x="6322226" y="2820605"/>
                  </a:lnTo>
                  <a:lnTo>
                    <a:pt x="6322413" y="2820372"/>
                  </a:lnTo>
                  <a:lnTo>
                    <a:pt x="6322600" y="2820138"/>
                  </a:lnTo>
                  <a:lnTo>
                    <a:pt x="6322787" y="2819791"/>
                  </a:lnTo>
                  <a:lnTo>
                    <a:pt x="6322974" y="2819444"/>
                  </a:lnTo>
                  <a:lnTo>
                    <a:pt x="6323161" y="2819266"/>
                  </a:lnTo>
                  <a:lnTo>
                    <a:pt x="6323348" y="2819267"/>
                  </a:lnTo>
                  <a:lnTo>
                    <a:pt x="6323535" y="2819118"/>
                  </a:lnTo>
                  <a:lnTo>
                    <a:pt x="6323722" y="2818860"/>
                  </a:lnTo>
                  <a:lnTo>
                    <a:pt x="6323908" y="2818567"/>
                  </a:lnTo>
                  <a:lnTo>
                    <a:pt x="6324095" y="2818175"/>
                  </a:lnTo>
                  <a:lnTo>
                    <a:pt x="6324282" y="2817780"/>
                  </a:lnTo>
                  <a:lnTo>
                    <a:pt x="6324469" y="2817386"/>
                  </a:lnTo>
                  <a:lnTo>
                    <a:pt x="6324656" y="2817125"/>
                  </a:lnTo>
                  <a:lnTo>
                    <a:pt x="6324843" y="2816953"/>
                  </a:lnTo>
                  <a:lnTo>
                    <a:pt x="6325030" y="2816700"/>
                  </a:lnTo>
                  <a:lnTo>
                    <a:pt x="6325217" y="2816477"/>
                  </a:lnTo>
                  <a:lnTo>
                    <a:pt x="6325404" y="2816234"/>
                  </a:lnTo>
                  <a:lnTo>
                    <a:pt x="6325591" y="2816087"/>
                  </a:lnTo>
                  <a:lnTo>
                    <a:pt x="6325778" y="2815915"/>
                  </a:lnTo>
                  <a:lnTo>
                    <a:pt x="6325965" y="2815627"/>
                  </a:lnTo>
                  <a:lnTo>
                    <a:pt x="6326152" y="2815333"/>
                  </a:lnTo>
                  <a:lnTo>
                    <a:pt x="6326338" y="2815147"/>
                  </a:lnTo>
                  <a:lnTo>
                    <a:pt x="6326525" y="2815074"/>
                  </a:lnTo>
                  <a:lnTo>
                    <a:pt x="6326712" y="2815074"/>
                  </a:lnTo>
                  <a:lnTo>
                    <a:pt x="6326899" y="2815074"/>
                  </a:lnTo>
                  <a:lnTo>
                    <a:pt x="6327086" y="2815094"/>
                  </a:lnTo>
                  <a:lnTo>
                    <a:pt x="6327273" y="2815248"/>
                  </a:lnTo>
                  <a:lnTo>
                    <a:pt x="6327460" y="2815387"/>
                  </a:lnTo>
                  <a:lnTo>
                    <a:pt x="6327647" y="2815387"/>
                  </a:lnTo>
                  <a:lnTo>
                    <a:pt x="6327834" y="2815387"/>
                  </a:lnTo>
                  <a:lnTo>
                    <a:pt x="6328021" y="2815387"/>
                  </a:lnTo>
                  <a:lnTo>
                    <a:pt x="6328208" y="2815387"/>
                  </a:lnTo>
                  <a:lnTo>
                    <a:pt x="6328395" y="2815387"/>
                  </a:lnTo>
                  <a:lnTo>
                    <a:pt x="6328581" y="2815387"/>
                  </a:lnTo>
                  <a:lnTo>
                    <a:pt x="6328768" y="2815526"/>
                  </a:lnTo>
                  <a:lnTo>
                    <a:pt x="6328955" y="2815680"/>
                  </a:lnTo>
                  <a:lnTo>
                    <a:pt x="6329142" y="2815869"/>
                  </a:lnTo>
                  <a:lnTo>
                    <a:pt x="6329329" y="2816059"/>
                  </a:lnTo>
                  <a:lnTo>
                    <a:pt x="6329516" y="2816248"/>
                  </a:lnTo>
                  <a:lnTo>
                    <a:pt x="6329703" y="2816438"/>
                  </a:lnTo>
                  <a:lnTo>
                    <a:pt x="6329890" y="2816627"/>
                  </a:lnTo>
                  <a:lnTo>
                    <a:pt x="6330077" y="2816817"/>
                  </a:lnTo>
                  <a:lnTo>
                    <a:pt x="6330264" y="2817006"/>
                  </a:lnTo>
                  <a:lnTo>
                    <a:pt x="6330451" y="2817196"/>
                  </a:lnTo>
                  <a:lnTo>
                    <a:pt x="6330638" y="2817385"/>
                  </a:lnTo>
                  <a:lnTo>
                    <a:pt x="6330825" y="2817575"/>
                  </a:lnTo>
                  <a:lnTo>
                    <a:pt x="6331011" y="2817764"/>
                  </a:lnTo>
                  <a:lnTo>
                    <a:pt x="6331198" y="2817954"/>
                  </a:lnTo>
                  <a:lnTo>
                    <a:pt x="6331385" y="2818143"/>
                  </a:lnTo>
                  <a:lnTo>
                    <a:pt x="6331572" y="2818323"/>
                  </a:lnTo>
                  <a:lnTo>
                    <a:pt x="6331759" y="2818477"/>
                  </a:lnTo>
                  <a:lnTo>
                    <a:pt x="6331946" y="2818477"/>
                  </a:lnTo>
                  <a:lnTo>
                    <a:pt x="6332133" y="2818477"/>
                  </a:lnTo>
                  <a:lnTo>
                    <a:pt x="6332320" y="2818333"/>
                  </a:lnTo>
                  <a:lnTo>
                    <a:pt x="6332507" y="2818180"/>
                  </a:lnTo>
                  <a:lnTo>
                    <a:pt x="6332694" y="2817990"/>
                  </a:lnTo>
                  <a:lnTo>
                    <a:pt x="6332881" y="2817934"/>
                  </a:lnTo>
                  <a:lnTo>
                    <a:pt x="6333068" y="2817898"/>
                  </a:lnTo>
                  <a:lnTo>
                    <a:pt x="6333255" y="2817855"/>
                  </a:lnTo>
                  <a:lnTo>
                    <a:pt x="6333441" y="2817711"/>
                  </a:lnTo>
                  <a:lnTo>
                    <a:pt x="6333628" y="2817690"/>
                  </a:lnTo>
                  <a:lnTo>
                    <a:pt x="6333815" y="2817562"/>
                  </a:lnTo>
                  <a:lnTo>
                    <a:pt x="6334002" y="2817422"/>
                  </a:lnTo>
                  <a:lnTo>
                    <a:pt x="6334189" y="2817382"/>
                  </a:lnTo>
                  <a:lnTo>
                    <a:pt x="6334376" y="2817343"/>
                  </a:lnTo>
                  <a:lnTo>
                    <a:pt x="6334563" y="2817305"/>
                  </a:lnTo>
                  <a:lnTo>
                    <a:pt x="6334750" y="2817266"/>
                  </a:lnTo>
                  <a:lnTo>
                    <a:pt x="6334937" y="2817171"/>
                  </a:lnTo>
                  <a:lnTo>
                    <a:pt x="6335124" y="2817055"/>
                  </a:lnTo>
                  <a:lnTo>
                    <a:pt x="6335311" y="2816939"/>
                  </a:lnTo>
                  <a:lnTo>
                    <a:pt x="6335498" y="2816898"/>
                  </a:lnTo>
                  <a:lnTo>
                    <a:pt x="6335684" y="2816820"/>
                  </a:lnTo>
                  <a:lnTo>
                    <a:pt x="6335871" y="2816742"/>
                  </a:lnTo>
                  <a:lnTo>
                    <a:pt x="6336058" y="2816670"/>
                  </a:lnTo>
                  <a:lnTo>
                    <a:pt x="6336245" y="2816594"/>
                  </a:lnTo>
                  <a:lnTo>
                    <a:pt x="6336432" y="2816396"/>
                  </a:lnTo>
                  <a:lnTo>
                    <a:pt x="6336619" y="2816440"/>
                  </a:lnTo>
                  <a:lnTo>
                    <a:pt x="6336806" y="2816504"/>
                  </a:lnTo>
                  <a:lnTo>
                    <a:pt x="6336993" y="2816569"/>
                  </a:lnTo>
                  <a:lnTo>
                    <a:pt x="6337180" y="2816400"/>
                  </a:lnTo>
                  <a:lnTo>
                    <a:pt x="6337367" y="2816188"/>
                  </a:lnTo>
                  <a:lnTo>
                    <a:pt x="6337554" y="2816002"/>
                  </a:lnTo>
                  <a:lnTo>
                    <a:pt x="6337741" y="2816039"/>
                  </a:lnTo>
                  <a:lnTo>
                    <a:pt x="6337928" y="2816147"/>
                  </a:lnTo>
                  <a:lnTo>
                    <a:pt x="6338114" y="2816255"/>
                  </a:lnTo>
                  <a:lnTo>
                    <a:pt x="6338301" y="2816465"/>
                  </a:lnTo>
                  <a:lnTo>
                    <a:pt x="6338488" y="2816717"/>
                  </a:lnTo>
                  <a:lnTo>
                    <a:pt x="6338675" y="2816825"/>
                  </a:lnTo>
                  <a:lnTo>
                    <a:pt x="6338862" y="2816876"/>
                  </a:lnTo>
                  <a:lnTo>
                    <a:pt x="6339049" y="2816986"/>
                  </a:lnTo>
                  <a:lnTo>
                    <a:pt x="6339236" y="2817241"/>
                  </a:lnTo>
                  <a:lnTo>
                    <a:pt x="6339423" y="2817341"/>
                  </a:lnTo>
                  <a:lnTo>
                    <a:pt x="6339610" y="2817433"/>
                  </a:lnTo>
                  <a:lnTo>
                    <a:pt x="6339797" y="2817497"/>
                  </a:lnTo>
                  <a:lnTo>
                    <a:pt x="6339984" y="2817530"/>
                  </a:lnTo>
                  <a:lnTo>
                    <a:pt x="6340171" y="2817607"/>
                  </a:lnTo>
                  <a:lnTo>
                    <a:pt x="6340358" y="2817657"/>
                  </a:lnTo>
                  <a:lnTo>
                    <a:pt x="6340544" y="2817558"/>
                  </a:lnTo>
                  <a:lnTo>
                    <a:pt x="6340731" y="2817459"/>
                  </a:lnTo>
                  <a:lnTo>
                    <a:pt x="6340918" y="2817360"/>
                  </a:lnTo>
                  <a:lnTo>
                    <a:pt x="6341105" y="2817261"/>
                  </a:lnTo>
                  <a:lnTo>
                    <a:pt x="6341292" y="2817161"/>
                  </a:lnTo>
                  <a:lnTo>
                    <a:pt x="6341479" y="2817207"/>
                  </a:lnTo>
                  <a:lnTo>
                    <a:pt x="6341666" y="2817468"/>
                  </a:lnTo>
                  <a:lnTo>
                    <a:pt x="6341853" y="2817894"/>
                  </a:lnTo>
                  <a:lnTo>
                    <a:pt x="6342040" y="2818482"/>
                  </a:lnTo>
                  <a:lnTo>
                    <a:pt x="6342227" y="2819018"/>
                  </a:lnTo>
                  <a:lnTo>
                    <a:pt x="6342414" y="2819543"/>
                  </a:lnTo>
                  <a:lnTo>
                    <a:pt x="6342601" y="2819909"/>
                  </a:lnTo>
                  <a:lnTo>
                    <a:pt x="6342787" y="2820432"/>
                  </a:lnTo>
                  <a:lnTo>
                    <a:pt x="6342974" y="2821062"/>
                  </a:lnTo>
                  <a:lnTo>
                    <a:pt x="6343161" y="2821784"/>
                  </a:lnTo>
                  <a:lnTo>
                    <a:pt x="6343348" y="2822505"/>
                  </a:lnTo>
                  <a:lnTo>
                    <a:pt x="6343535" y="2823299"/>
                  </a:lnTo>
                  <a:lnTo>
                    <a:pt x="6343722" y="2824310"/>
                  </a:lnTo>
                  <a:lnTo>
                    <a:pt x="6343909" y="2825298"/>
                  </a:lnTo>
                  <a:lnTo>
                    <a:pt x="6344096" y="2826309"/>
                  </a:lnTo>
                  <a:lnTo>
                    <a:pt x="6344283" y="2827326"/>
                  </a:lnTo>
                  <a:lnTo>
                    <a:pt x="6344470" y="2828130"/>
                  </a:lnTo>
                  <a:lnTo>
                    <a:pt x="6344657" y="2828818"/>
                  </a:lnTo>
                  <a:lnTo>
                    <a:pt x="6344844" y="2829375"/>
                  </a:lnTo>
                  <a:lnTo>
                    <a:pt x="6345031" y="2830097"/>
                  </a:lnTo>
                  <a:lnTo>
                    <a:pt x="6345217" y="2830682"/>
                  </a:lnTo>
                  <a:lnTo>
                    <a:pt x="6345404" y="2831221"/>
                  </a:lnTo>
                  <a:lnTo>
                    <a:pt x="6345591" y="2831688"/>
                  </a:lnTo>
                  <a:lnTo>
                    <a:pt x="6345778" y="2832052"/>
                  </a:lnTo>
                  <a:lnTo>
                    <a:pt x="6345965" y="2832209"/>
                  </a:lnTo>
                  <a:lnTo>
                    <a:pt x="6346152" y="2832486"/>
                  </a:lnTo>
                  <a:lnTo>
                    <a:pt x="6346339" y="2832701"/>
                  </a:lnTo>
                  <a:lnTo>
                    <a:pt x="6346526" y="2832726"/>
                  </a:lnTo>
                  <a:lnTo>
                    <a:pt x="6346713" y="2832801"/>
                  </a:lnTo>
                  <a:lnTo>
                    <a:pt x="6346900" y="2832877"/>
                  </a:lnTo>
                  <a:lnTo>
                    <a:pt x="6347087" y="2832946"/>
                  </a:lnTo>
                  <a:lnTo>
                    <a:pt x="6347274" y="2832904"/>
                  </a:lnTo>
                  <a:lnTo>
                    <a:pt x="6347460" y="2832898"/>
                  </a:lnTo>
                  <a:lnTo>
                    <a:pt x="6347647" y="2832881"/>
                  </a:lnTo>
                  <a:lnTo>
                    <a:pt x="6347834" y="2832976"/>
                  </a:lnTo>
                  <a:lnTo>
                    <a:pt x="6348021" y="2833122"/>
                  </a:lnTo>
                  <a:lnTo>
                    <a:pt x="6348208" y="2833310"/>
                  </a:lnTo>
                  <a:lnTo>
                    <a:pt x="6348395" y="2833513"/>
                  </a:lnTo>
                  <a:lnTo>
                    <a:pt x="6348623" y="2833682"/>
                  </a:lnTo>
                  <a:lnTo>
                    <a:pt x="6349704" y="2833667"/>
                  </a:lnTo>
                  <a:lnTo>
                    <a:pt x="6349890" y="2833643"/>
                  </a:lnTo>
                  <a:lnTo>
                    <a:pt x="6350077" y="2833619"/>
                  </a:lnTo>
                  <a:lnTo>
                    <a:pt x="6350242" y="2833682"/>
                  </a:lnTo>
                  <a:lnTo>
                    <a:pt x="6350638" y="2833643"/>
                  </a:lnTo>
                  <a:lnTo>
                    <a:pt x="6350825" y="2833415"/>
                  </a:lnTo>
                  <a:lnTo>
                    <a:pt x="6351012" y="2833276"/>
                  </a:lnTo>
                  <a:lnTo>
                    <a:pt x="6351199" y="2832961"/>
                  </a:lnTo>
                  <a:lnTo>
                    <a:pt x="6351386" y="2832508"/>
                  </a:lnTo>
                  <a:lnTo>
                    <a:pt x="6351573" y="2832241"/>
                  </a:lnTo>
                  <a:lnTo>
                    <a:pt x="6351760" y="2831983"/>
                  </a:lnTo>
                  <a:lnTo>
                    <a:pt x="6351947" y="2831905"/>
                  </a:lnTo>
                  <a:lnTo>
                    <a:pt x="6352134" y="2831827"/>
                  </a:lnTo>
                  <a:lnTo>
                    <a:pt x="6352320" y="2831749"/>
                  </a:lnTo>
                  <a:lnTo>
                    <a:pt x="6352507" y="2831671"/>
                  </a:lnTo>
                  <a:lnTo>
                    <a:pt x="6352694" y="2831593"/>
                  </a:lnTo>
                  <a:lnTo>
                    <a:pt x="6352881" y="2831515"/>
                  </a:lnTo>
                  <a:lnTo>
                    <a:pt x="6353068" y="2831370"/>
                  </a:lnTo>
                  <a:lnTo>
                    <a:pt x="6353255" y="2831349"/>
                  </a:lnTo>
                  <a:lnTo>
                    <a:pt x="6353442" y="2831390"/>
                  </a:lnTo>
                  <a:lnTo>
                    <a:pt x="6353629" y="2831533"/>
                  </a:lnTo>
                  <a:lnTo>
                    <a:pt x="6353816" y="2831637"/>
                  </a:lnTo>
                  <a:lnTo>
                    <a:pt x="6354003" y="2831692"/>
                  </a:lnTo>
                  <a:lnTo>
                    <a:pt x="6354190" y="2831833"/>
                  </a:lnTo>
                  <a:lnTo>
                    <a:pt x="6354377" y="2831977"/>
                  </a:lnTo>
                  <a:lnTo>
                    <a:pt x="6354563" y="2832121"/>
                  </a:lnTo>
                  <a:lnTo>
                    <a:pt x="6354750" y="2832232"/>
                  </a:lnTo>
                  <a:lnTo>
                    <a:pt x="6354937" y="2832339"/>
                  </a:lnTo>
                  <a:lnTo>
                    <a:pt x="6355124" y="2832446"/>
                  </a:lnTo>
                  <a:lnTo>
                    <a:pt x="6355311" y="2832553"/>
                  </a:lnTo>
                  <a:lnTo>
                    <a:pt x="6355498" y="2832660"/>
                  </a:lnTo>
                  <a:lnTo>
                    <a:pt x="6355685" y="2832767"/>
                  </a:lnTo>
                  <a:lnTo>
                    <a:pt x="6355872" y="2832835"/>
                  </a:lnTo>
                  <a:lnTo>
                    <a:pt x="6356059" y="2832828"/>
                  </a:lnTo>
                  <a:lnTo>
                    <a:pt x="6356246" y="2832763"/>
                  </a:lnTo>
                  <a:lnTo>
                    <a:pt x="6356433" y="2832643"/>
                  </a:lnTo>
                  <a:lnTo>
                    <a:pt x="6356620" y="2832568"/>
                  </a:lnTo>
                  <a:lnTo>
                    <a:pt x="6356807" y="2832589"/>
                  </a:lnTo>
                  <a:lnTo>
                    <a:pt x="6356993" y="2832555"/>
                  </a:lnTo>
                  <a:lnTo>
                    <a:pt x="6357180" y="2832539"/>
                  </a:lnTo>
                  <a:lnTo>
                    <a:pt x="6357367" y="2832523"/>
                  </a:lnTo>
                  <a:lnTo>
                    <a:pt x="6357554" y="2832569"/>
                  </a:lnTo>
                  <a:lnTo>
                    <a:pt x="6357741" y="2832723"/>
                  </a:lnTo>
                  <a:lnTo>
                    <a:pt x="6357928" y="2832940"/>
                  </a:lnTo>
                  <a:lnTo>
                    <a:pt x="6358115" y="2833147"/>
                  </a:lnTo>
                  <a:lnTo>
                    <a:pt x="6358302" y="2833353"/>
                  </a:lnTo>
                  <a:lnTo>
                    <a:pt x="6358601" y="2833682"/>
                  </a:lnTo>
                  <a:lnTo>
                    <a:pt x="6371768" y="2833682"/>
                  </a:lnTo>
                  <a:lnTo>
                    <a:pt x="6371947" y="2833167"/>
                  </a:lnTo>
                  <a:lnTo>
                    <a:pt x="6372134" y="2832714"/>
                  </a:lnTo>
                  <a:lnTo>
                    <a:pt x="6372321" y="2832363"/>
                  </a:lnTo>
                  <a:lnTo>
                    <a:pt x="6372508" y="2832028"/>
                  </a:lnTo>
                  <a:lnTo>
                    <a:pt x="6372695" y="2831716"/>
                  </a:lnTo>
                  <a:lnTo>
                    <a:pt x="6372882" y="2831406"/>
                  </a:lnTo>
                  <a:lnTo>
                    <a:pt x="6373069" y="2831079"/>
                  </a:lnTo>
                  <a:lnTo>
                    <a:pt x="6373256" y="2830629"/>
                  </a:lnTo>
                  <a:lnTo>
                    <a:pt x="6373442" y="2830130"/>
                  </a:lnTo>
                  <a:lnTo>
                    <a:pt x="6373629" y="2829678"/>
                  </a:lnTo>
                  <a:lnTo>
                    <a:pt x="6373816" y="2829375"/>
                  </a:lnTo>
                  <a:lnTo>
                    <a:pt x="6374003" y="2829154"/>
                  </a:lnTo>
                  <a:lnTo>
                    <a:pt x="6374190" y="2828914"/>
                  </a:lnTo>
                  <a:lnTo>
                    <a:pt x="6374377" y="2828674"/>
                  </a:lnTo>
                  <a:lnTo>
                    <a:pt x="6374564" y="2828667"/>
                  </a:lnTo>
                  <a:lnTo>
                    <a:pt x="6374751" y="2828703"/>
                  </a:lnTo>
                  <a:lnTo>
                    <a:pt x="6374938" y="2828739"/>
                  </a:lnTo>
                  <a:lnTo>
                    <a:pt x="6375125" y="2828703"/>
                  </a:lnTo>
                  <a:lnTo>
                    <a:pt x="6375312" y="2828594"/>
                  </a:lnTo>
                  <a:lnTo>
                    <a:pt x="6375499" y="2828486"/>
                  </a:lnTo>
                  <a:lnTo>
                    <a:pt x="6375686" y="2828277"/>
                  </a:lnTo>
                  <a:lnTo>
                    <a:pt x="6375872" y="2828077"/>
                  </a:lnTo>
                  <a:lnTo>
                    <a:pt x="6376059" y="2828145"/>
                  </a:lnTo>
                  <a:lnTo>
                    <a:pt x="6376246" y="2828384"/>
                  </a:lnTo>
                  <a:lnTo>
                    <a:pt x="6376433" y="2828626"/>
                  </a:lnTo>
                  <a:lnTo>
                    <a:pt x="6376620" y="2828723"/>
                  </a:lnTo>
                  <a:lnTo>
                    <a:pt x="6376807" y="2828799"/>
                  </a:lnTo>
                  <a:lnTo>
                    <a:pt x="6376994" y="2828883"/>
                  </a:lnTo>
                  <a:lnTo>
                    <a:pt x="6377181" y="2828995"/>
                  </a:lnTo>
                  <a:lnTo>
                    <a:pt x="6377368" y="2829137"/>
                  </a:lnTo>
                  <a:lnTo>
                    <a:pt x="6377555" y="2829237"/>
                  </a:lnTo>
                  <a:lnTo>
                    <a:pt x="6377742" y="2829336"/>
                  </a:lnTo>
                  <a:lnTo>
                    <a:pt x="6377929" y="2829435"/>
                  </a:lnTo>
                  <a:lnTo>
                    <a:pt x="6378116" y="2829534"/>
                  </a:lnTo>
                  <a:lnTo>
                    <a:pt x="6378302" y="2829633"/>
                  </a:lnTo>
                  <a:lnTo>
                    <a:pt x="6378489" y="2829732"/>
                  </a:lnTo>
                  <a:lnTo>
                    <a:pt x="6378676" y="2829832"/>
                  </a:lnTo>
                  <a:lnTo>
                    <a:pt x="6378863" y="2829786"/>
                  </a:lnTo>
                  <a:lnTo>
                    <a:pt x="6379050" y="2829684"/>
                  </a:lnTo>
                  <a:lnTo>
                    <a:pt x="6379237" y="2829530"/>
                  </a:lnTo>
                  <a:lnTo>
                    <a:pt x="6379424" y="2829376"/>
                  </a:lnTo>
                  <a:lnTo>
                    <a:pt x="6379611" y="2829243"/>
                  </a:lnTo>
                  <a:lnTo>
                    <a:pt x="6379798" y="2829243"/>
                  </a:lnTo>
                  <a:lnTo>
                    <a:pt x="6379985" y="2829410"/>
                  </a:lnTo>
                  <a:lnTo>
                    <a:pt x="6380172" y="2829418"/>
                  </a:lnTo>
                  <a:lnTo>
                    <a:pt x="6380359" y="2829414"/>
                  </a:lnTo>
                  <a:lnTo>
                    <a:pt x="6380545" y="2829369"/>
                  </a:lnTo>
                  <a:lnTo>
                    <a:pt x="6380732" y="2829324"/>
                  </a:lnTo>
                  <a:lnTo>
                    <a:pt x="6380919" y="2829279"/>
                  </a:lnTo>
                  <a:lnTo>
                    <a:pt x="6381106" y="2829234"/>
                  </a:lnTo>
                  <a:lnTo>
                    <a:pt x="6381293" y="2829275"/>
                  </a:lnTo>
                  <a:lnTo>
                    <a:pt x="6381480" y="2829374"/>
                  </a:lnTo>
                  <a:lnTo>
                    <a:pt x="6381667" y="2829474"/>
                  </a:lnTo>
                  <a:lnTo>
                    <a:pt x="6381854" y="2829573"/>
                  </a:lnTo>
                  <a:lnTo>
                    <a:pt x="6382041" y="2829672"/>
                  </a:lnTo>
                  <a:lnTo>
                    <a:pt x="6382228" y="2829771"/>
                  </a:lnTo>
                  <a:lnTo>
                    <a:pt x="6382415" y="2829870"/>
                  </a:lnTo>
                  <a:lnTo>
                    <a:pt x="6382602" y="2830103"/>
                  </a:lnTo>
                  <a:lnTo>
                    <a:pt x="6382789" y="2830219"/>
                  </a:lnTo>
                  <a:lnTo>
                    <a:pt x="6382975" y="2830396"/>
                  </a:lnTo>
                  <a:lnTo>
                    <a:pt x="6383162" y="2830593"/>
                  </a:lnTo>
                  <a:lnTo>
                    <a:pt x="6383349" y="2830959"/>
                  </a:lnTo>
                  <a:lnTo>
                    <a:pt x="6383536" y="2831324"/>
                  </a:lnTo>
                  <a:lnTo>
                    <a:pt x="6383723" y="2831777"/>
                  </a:lnTo>
                  <a:lnTo>
                    <a:pt x="6383910" y="2832249"/>
                  </a:lnTo>
                  <a:lnTo>
                    <a:pt x="6384097" y="2832620"/>
                  </a:lnTo>
                  <a:lnTo>
                    <a:pt x="6384284" y="2832922"/>
                  </a:lnTo>
                  <a:lnTo>
                    <a:pt x="6384471" y="2833223"/>
                  </a:lnTo>
                  <a:lnTo>
                    <a:pt x="6384658" y="2833524"/>
                  </a:lnTo>
                  <a:lnTo>
                    <a:pt x="6384756" y="2833682"/>
                  </a:lnTo>
                  <a:lnTo>
                    <a:pt x="6394079" y="2833682"/>
                  </a:lnTo>
                  <a:lnTo>
                    <a:pt x="6394191" y="2833278"/>
                  </a:lnTo>
                  <a:lnTo>
                    <a:pt x="6394378" y="2832659"/>
                  </a:lnTo>
                  <a:lnTo>
                    <a:pt x="6394565" y="2831900"/>
                  </a:lnTo>
                  <a:lnTo>
                    <a:pt x="6394751" y="2831087"/>
                  </a:lnTo>
                  <a:lnTo>
                    <a:pt x="6394938" y="2830211"/>
                  </a:lnTo>
                  <a:lnTo>
                    <a:pt x="6395125" y="2829170"/>
                  </a:lnTo>
                  <a:lnTo>
                    <a:pt x="6395312" y="2828112"/>
                  </a:lnTo>
                  <a:lnTo>
                    <a:pt x="6395499" y="2827053"/>
                  </a:lnTo>
                  <a:lnTo>
                    <a:pt x="6395686" y="2825995"/>
                  </a:lnTo>
                  <a:lnTo>
                    <a:pt x="6395873" y="2825094"/>
                  </a:lnTo>
                  <a:lnTo>
                    <a:pt x="6396060" y="2824273"/>
                  </a:lnTo>
                  <a:lnTo>
                    <a:pt x="6396247" y="2823596"/>
                  </a:lnTo>
                  <a:lnTo>
                    <a:pt x="6396434" y="2822953"/>
                  </a:lnTo>
                  <a:lnTo>
                    <a:pt x="6396621" y="2822657"/>
                  </a:lnTo>
                  <a:lnTo>
                    <a:pt x="6396808" y="2822774"/>
                  </a:lnTo>
                  <a:lnTo>
                    <a:pt x="6396995" y="2822779"/>
                  </a:lnTo>
                  <a:lnTo>
                    <a:pt x="6397181" y="2822741"/>
                  </a:lnTo>
                  <a:lnTo>
                    <a:pt x="6397368" y="2822719"/>
                  </a:lnTo>
                  <a:lnTo>
                    <a:pt x="6397555" y="2822739"/>
                  </a:lnTo>
                  <a:lnTo>
                    <a:pt x="6397742" y="2822587"/>
                  </a:lnTo>
                  <a:lnTo>
                    <a:pt x="6397929" y="2822491"/>
                  </a:lnTo>
                  <a:lnTo>
                    <a:pt x="6398116" y="2822400"/>
                  </a:lnTo>
                  <a:lnTo>
                    <a:pt x="6398303" y="2822308"/>
                  </a:lnTo>
                  <a:lnTo>
                    <a:pt x="6398490" y="2822217"/>
                  </a:lnTo>
                  <a:lnTo>
                    <a:pt x="6398677" y="2822020"/>
                  </a:lnTo>
                  <a:lnTo>
                    <a:pt x="6398864" y="2821776"/>
                  </a:lnTo>
                  <a:lnTo>
                    <a:pt x="6399051" y="2821479"/>
                  </a:lnTo>
                  <a:lnTo>
                    <a:pt x="6399238" y="2821176"/>
                  </a:lnTo>
                  <a:lnTo>
                    <a:pt x="6399424" y="2820725"/>
                  </a:lnTo>
                  <a:lnTo>
                    <a:pt x="6399611" y="2820272"/>
                  </a:lnTo>
                  <a:lnTo>
                    <a:pt x="6399798" y="2819684"/>
                  </a:lnTo>
                  <a:lnTo>
                    <a:pt x="6399985" y="2818919"/>
                  </a:lnTo>
                  <a:lnTo>
                    <a:pt x="6400172" y="2818219"/>
                  </a:lnTo>
                  <a:lnTo>
                    <a:pt x="6400359" y="2817514"/>
                  </a:lnTo>
                  <a:lnTo>
                    <a:pt x="6400546" y="2816752"/>
                  </a:lnTo>
                  <a:lnTo>
                    <a:pt x="6400733" y="2816024"/>
                  </a:lnTo>
                  <a:lnTo>
                    <a:pt x="6400920" y="2815371"/>
                  </a:lnTo>
                  <a:lnTo>
                    <a:pt x="6401107" y="2814692"/>
                  </a:lnTo>
                  <a:lnTo>
                    <a:pt x="6401294" y="2813987"/>
                  </a:lnTo>
                  <a:lnTo>
                    <a:pt x="6401481" y="2813429"/>
                  </a:lnTo>
                  <a:lnTo>
                    <a:pt x="6401668" y="2812956"/>
                  </a:lnTo>
                  <a:lnTo>
                    <a:pt x="6401854" y="2812446"/>
                  </a:lnTo>
                  <a:lnTo>
                    <a:pt x="6402041" y="2811925"/>
                  </a:lnTo>
                  <a:lnTo>
                    <a:pt x="6402228" y="2811528"/>
                  </a:lnTo>
                  <a:lnTo>
                    <a:pt x="6402415" y="2811145"/>
                  </a:lnTo>
                  <a:lnTo>
                    <a:pt x="6402602" y="2810902"/>
                  </a:lnTo>
                  <a:lnTo>
                    <a:pt x="6402789" y="2810658"/>
                  </a:lnTo>
                  <a:lnTo>
                    <a:pt x="6402976" y="2810415"/>
                  </a:lnTo>
                  <a:lnTo>
                    <a:pt x="6403163" y="2810171"/>
                  </a:lnTo>
                  <a:lnTo>
                    <a:pt x="6403350" y="2809928"/>
                  </a:lnTo>
                  <a:lnTo>
                    <a:pt x="6403537" y="2809684"/>
                  </a:lnTo>
                  <a:lnTo>
                    <a:pt x="6403724" y="2809441"/>
                  </a:lnTo>
                  <a:lnTo>
                    <a:pt x="6403911" y="2809219"/>
                  </a:lnTo>
                  <a:lnTo>
                    <a:pt x="6404097" y="2809162"/>
                  </a:lnTo>
                  <a:lnTo>
                    <a:pt x="6404284" y="2809148"/>
                  </a:lnTo>
                  <a:lnTo>
                    <a:pt x="6404471" y="2808972"/>
                  </a:lnTo>
                  <a:lnTo>
                    <a:pt x="6404658" y="2808937"/>
                  </a:lnTo>
                  <a:lnTo>
                    <a:pt x="6404845" y="2808937"/>
                  </a:lnTo>
                  <a:lnTo>
                    <a:pt x="6405032" y="2809008"/>
                  </a:lnTo>
                  <a:lnTo>
                    <a:pt x="6405219" y="2809183"/>
                  </a:lnTo>
                  <a:lnTo>
                    <a:pt x="6405406" y="2809421"/>
                  </a:lnTo>
                  <a:lnTo>
                    <a:pt x="6405593" y="2809773"/>
                  </a:lnTo>
                  <a:lnTo>
                    <a:pt x="6405780" y="2810125"/>
                  </a:lnTo>
                  <a:lnTo>
                    <a:pt x="6405967" y="2810476"/>
                  </a:lnTo>
                  <a:lnTo>
                    <a:pt x="6406154" y="2810828"/>
                  </a:lnTo>
                  <a:lnTo>
                    <a:pt x="6406341" y="2811180"/>
                  </a:lnTo>
                  <a:lnTo>
                    <a:pt x="6406527" y="2811532"/>
                  </a:lnTo>
                  <a:lnTo>
                    <a:pt x="6406714" y="2811989"/>
                  </a:lnTo>
                  <a:lnTo>
                    <a:pt x="6406901" y="2812317"/>
                  </a:lnTo>
                  <a:lnTo>
                    <a:pt x="6407088" y="2812758"/>
                  </a:lnTo>
                  <a:lnTo>
                    <a:pt x="6407275" y="2813213"/>
                  </a:lnTo>
                  <a:lnTo>
                    <a:pt x="6407462" y="2813781"/>
                  </a:lnTo>
                  <a:lnTo>
                    <a:pt x="6407649" y="2814358"/>
                  </a:lnTo>
                  <a:lnTo>
                    <a:pt x="6407836" y="2814878"/>
                  </a:lnTo>
                  <a:lnTo>
                    <a:pt x="6408023" y="2815368"/>
                  </a:lnTo>
                  <a:lnTo>
                    <a:pt x="6408210" y="2815895"/>
                  </a:lnTo>
                  <a:lnTo>
                    <a:pt x="6408397" y="2816350"/>
                  </a:lnTo>
                  <a:lnTo>
                    <a:pt x="6408584" y="2816927"/>
                  </a:lnTo>
                  <a:lnTo>
                    <a:pt x="6408771" y="2817505"/>
                  </a:lnTo>
                  <a:lnTo>
                    <a:pt x="6408957" y="2818082"/>
                  </a:lnTo>
                  <a:lnTo>
                    <a:pt x="6409144" y="2818659"/>
                  </a:lnTo>
                  <a:lnTo>
                    <a:pt x="6409331" y="2819237"/>
                  </a:lnTo>
                  <a:lnTo>
                    <a:pt x="6409518" y="2819727"/>
                  </a:lnTo>
                  <a:lnTo>
                    <a:pt x="6409705" y="2820174"/>
                  </a:lnTo>
                  <a:lnTo>
                    <a:pt x="6409892" y="2820625"/>
                  </a:lnTo>
                  <a:lnTo>
                    <a:pt x="6410079" y="2821052"/>
                  </a:lnTo>
                  <a:lnTo>
                    <a:pt x="6410266" y="2821538"/>
                  </a:lnTo>
                  <a:lnTo>
                    <a:pt x="6410453" y="2821942"/>
                  </a:lnTo>
                  <a:lnTo>
                    <a:pt x="6410640" y="2822470"/>
                  </a:lnTo>
                  <a:lnTo>
                    <a:pt x="6410827" y="2823042"/>
                  </a:lnTo>
                  <a:lnTo>
                    <a:pt x="6411014" y="2823570"/>
                  </a:lnTo>
                  <a:lnTo>
                    <a:pt x="6411200" y="2824071"/>
                  </a:lnTo>
                  <a:lnTo>
                    <a:pt x="6411387" y="2824423"/>
                  </a:lnTo>
                  <a:lnTo>
                    <a:pt x="6411574" y="2824775"/>
                  </a:lnTo>
                  <a:lnTo>
                    <a:pt x="6411761" y="2825126"/>
                  </a:lnTo>
                  <a:lnTo>
                    <a:pt x="6411948" y="2825478"/>
                  </a:lnTo>
                  <a:lnTo>
                    <a:pt x="6412135" y="2825830"/>
                  </a:lnTo>
                  <a:lnTo>
                    <a:pt x="6412322" y="2826182"/>
                  </a:lnTo>
                  <a:lnTo>
                    <a:pt x="6412509" y="2826534"/>
                  </a:lnTo>
                  <a:lnTo>
                    <a:pt x="6412696" y="2826886"/>
                  </a:lnTo>
                  <a:lnTo>
                    <a:pt x="6412883" y="2827237"/>
                  </a:lnTo>
                  <a:lnTo>
                    <a:pt x="6413070" y="2827589"/>
                  </a:lnTo>
                  <a:lnTo>
                    <a:pt x="6413257" y="2827888"/>
                  </a:lnTo>
                  <a:lnTo>
                    <a:pt x="6413444" y="2828064"/>
                  </a:lnTo>
                  <a:lnTo>
                    <a:pt x="6413630" y="2828126"/>
                  </a:lnTo>
                  <a:lnTo>
                    <a:pt x="6413817" y="2828126"/>
                  </a:lnTo>
                  <a:lnTo>
                    <a:pt x="6414004" y="2828126"/>
                  </a:lnTo>
                  <a:lnTo>
                    <a:pt x="6414191" y="2828126"/>
                  </a:lnTo>
                  <a:lnTo>
                    <a:pt x="6414378" y="2828126"/>
                  </a:lnTo>
                  <a:lnTo>
                    <a:pt x="6414565" y="2828126"/>
                  </a:lnTo>
                  <a:lnTo>
                    <a:pt x="6414752" y="2828126"/>
                  </a:lnTo>
                  <a:lnTo>
                    <a:pt x="6414939" y="2828280"/>
                  </a:lnTo>
                  <a:lnTo>
                    <a:pt x="6415126" y="2828433"/>
                  </a:lnTo>
                  <a:lnTo>
                    <a:pt x="6415313" y="2828614"/>
                  </a:lnTo>
                  <a:lnTo>
                    <a:pt x="6415500" y="2828909"/>
                  </a:lnTo>
                  <a:lnTo>
                    <a:pt x="6415687" y="2829205"/>
                  </a:lnTo>
                  <a:lnTo>
                    <a:pt x="6415873" y="2829500"/>
                  </a:lnTo>
                  <a:lnTo>
                    <a:pt x="6416060" y="2829796"/>
                  </a:lnTo>
                  <a:lnTo>
                    <a:pt x="6416247" y="2830091"/>
                  </a:lnTo>
                  <a:lnTo>
                    <a:pt x="6416434" y="2830393"/>
                  </a:lnTo>
                  <a:lnTo>
                    <a:pt x="6416621" y="2830694"/>
                  </a:lnTo>
                  <a:lnTo>
                    <a:pt x="6416808" y="2830995"/>
                  </a:lnTo>
                  <a:lnTo>
                    <a:pt x="6416995" y="2831371"/>
                  </a:lnTo>
                  <a:lnTo>
                    <a:pt x="6417182" y="2831746"/>
                  </a:lnTo>
                  <a:lnTo>
                    <a:pt x="6417369" y="2832122"/>
                  </a:lnTo>
                  <a:lnTo>
                    <a:pt x="6417556" y="2832497"/>
                  </a:lnTo>
                  <a:lnTo>
                    <a:pt x="6417743" y="2832798"/>
                  </a:lnTo>
                  <a:lnTo>
                    <a:pt x="6417930" y="2833099"/>
                  </a:lnTo>
                  <a:lnTo>
                    <a:pt x="6418117" y="2833395"/>
                  </a:lnTo>
                  <a:lnTo>
                    <a:pt x="6418369" y="2833682"/>
                  </a:lnTo>
                  <a:lnTo>
                    <a:pt x="6421328" y="2833682"/>
                  </a:lnTo>
                  <a:lnTo>
                    <a:pt x="6421481" y="2833003"/>
                  </a:lnTo>
                  <a:lnTo>
                    <a:pt x="6421668" y="2832174"/>
                  </a:lnTo>
                  <a:lnTo>
                    <a:pt x="6421855" y="2831345"/>
                  </a:lnTo>
                  <a:lnTo>
                    <a:pt x="6422042" y="2830516"/>
                  </a:lnTo>
                  <a:lnTo>
                    <a:pt x="6422229" y="2829687"/>
                  </a:lnTo>
                  <a:lnTo>
                    <a:pt x="6422416" y="2829051"/>
                  </a:lnTo>
                  <a:lnTo>
                    <a:pt x="6422603" y="2828302"/>
                  </a:lnTo>
                  <a:lnTo>
                    <a:pt x="6422790" y="2827711"/>
                  </a:lnTo>
                  <a:lnTo>
                    <a:pt x="6422976" y="2827199"/>
                  </a:lnTo>
                  <a:lnTo>
                    <a:pt x="6423163" y="2826793"/>
                  </a:lnTo>
                  <a:lnTo>
                    <a:pt x="6423350" y="2826605"/>
                  </a:lnTo>
                  <a:lnTo>
                    <a:pt x="6423537" y="2826461"/>
                  </a:lnTo>
                  <a:lnTo>
                    <a:pt x="6423724" y="2826228"/>
                  </a:lnTo>
                  <a:lnTo>
                    <a:pt x="6423911" y="2826101"/>
                  </a:lnTo>
                  <a:lnTo>
                    <a:pt x="6424098" y="2825998"/>
                  </a:lnTo>
                  <a:lnTo>
                    <a:pt x="6424285" y="2825993"/>
                  </a:lnTo>
                  <a:lnTo>
                    <a:pt x="6424472" y="2825988"/>
                  </a:lnTo>
                  <a:lnTo>
                    <a:pt x="6424659" y="2825984"/>
                  </a:lnTo>
                  <a:lnTo>
                    <a:pt x="6424846" y="2825979"/>
                  </a:lnTo>
                  <a:lnTo>
                    <a:pt x="6425033" y="2825974"/>
                  </a:lnTo>
                  <a:lnTo>
                    <a:pt x="6425220" y="2825966"/>
                  </a:lnTo>
                  <a:lnTo>
                    <a:pt x="6425406" y="2826070"/>
                  </a:lnTo>
                  <a:lnTo>
                    <a:pt x="6425593" y="2826047"/>
                  </a:lnTo>
                  <a:lnTo>
                    <a:pt x="6425780" y="2825827"/>
                  </a:lnTo>
                  <a:lnTo>
                    <a:pt x="6425967" y="2825526"/>
                  </a:lnTo>
                  <a:lnTo>
                    <a:pt x="6426154" y="2825294"/>
                  </a:lnTo>
                  <a:lnTo>
                    <a:pt x="6426341" y="2825118"/>
                  </a:lnTo>
                  <a:lnTo>
                    <a:pt x="6426528" y="2824950"/>
                  </a:lnTo>
                  <a:lnTo>
                    <a:pt x="6426715" y="2824904"/>
                  </a:lnTo>
                  <a:lnTo>
                    <a:pt x="6426902" y="2824901"/>
                  </a:lnTo>
                  <a:lnTo>
                    <a:pt x="6427089" y="2824897"/>
                  </a:lnTo>
                  <a:lnTo>
                    <a:pt x="6427276" y="2825022"/>
                  </a:lnTo>
                  <a:lnTo>
                    <a:pt x="6427463" y="2825168"/>
                  </a:lnTo>
                  <a:lnTo>
                    <a:pt x="6427650" y="2825267"/>
                  </a:lnTo>
                  <a:lnTo>
                    <a:pt x="6427836" y="2825367"/>
                  </a:lnTo>
                  <a:lnTo>
                    <a:pt x="6428023" y="2825466"/>
                  </a:lnTo>
                  <a:lnTo>
                    <a:pt x="6428210" y="2825565"/>
                  </a:lnTo>
                  <a:lnTo>
                    <a:pt x="6428397" y="2825664"/>
                  </a:lnTo>
                  <a:lnTo>
                    <a:pt x="6428584" y="2825763"/>
                  </a:lnTo>
                  <a:lnTo>
                    <a:pt x="6428771" y="2825863"/>
                  </a:lnTo>
                  <a:lnTo>
                    <a:pt x="6428958" y="2825882"/>
                  </a:lnTo>
                  <a:lnTo>
                    <a:pt x="6429145" y="2825837"/>
                  </a:lnTo>
                  <a:lnTo>
                    <a:pt x="6429332" y="2825792"/>
                  </a:lnTo>
                  <a:lnTo>
                    <a:pt x="6429519" y="2825747"/>
                  </a:lnTo>
                  <a:lnTo>
                    <a:pt x="6429706" y="2825743"/>
                  </a:lnTo>
                  <a:lnTo>
                    <a:pt x="6429893" y="2825740"/>
                  </a:lnTo>
                  <a:lnTo>
                    <a:pt x="6430079" y="2825609"/>
                  </a:lnTo>
                  <a:lnTo>
                    <a:pt x="6430266" y="2825465"/>
                  </a:lnTo>
                  <a:lnTo>
                    <a:pt x="6430453" y="2825623"/>
                  </a:lnTo>
                  <a:lnTo>
                    <a:pt x="6430640" y="2825861"/>
                  </a:lnTo>
                  <a:lnTo>
                    <a:pt x="6430827" y="2826212"/>
                  </a:lnTo>
                  <a:lnTo>
                    <a:pt x="6431014" y="2826703"/>
                  </a:lnTo>
                  <a:lnTo>
                    <a:pt x="6431201" y="2827209"/>
                  </a:lnTo>
                  <a:lnTo>
                    <a:pt x="6431388" y="2827750"/>
                  </a:lnTo>
                  <a:lnTo>
                    <a:pt x="6431575" y="2828291"/>
                  </a:lnTo>
                  <a:lnTo>
                    <a:pt x="6431762" y="2828833"/>
                  </a:lnTo>
                  <a:lnTo>
                    <a:pt x="6431949" y="2829497"/>
                  </a:lnTo>
                  <a:lnTo>
                    <a:pt x="6432136" y="2830215"/>
                  </a:lnTo>
                  <a:lnTo>
                    <a:pt x="6432323" y="2830932"/>
                  </a:lnTo>
                  <a:lnTo>
                    <a:pt x="6432509" y="2831807"/>
                  </a:lnTo>
                  <a:lnTo>
                    <a:pt x="6432696" y="2832700"/>
                  </a:lnTo>
                  <a:lnTo>
                    <a:pt x="6432902" y="2833682"/>
                  </a:lnTo>
                  <a:lnTo>
                    <a:pt x="6438265" y="2833682"/>
                  </a:lnTo>
                  <a:lnTo>
                    <a:pt x="6438304" y="2833536"/>
                  </a:lnTo>
                  <a:lnTo>
                    <a:pt x="6438491" y="2832859"/>
                  </a:lnTo>
                  <a:lnTo>
                    <a:pt x="6438678" y="2832207"/>
                  </a:lnTo>
                  <a:lnTo>
                    <a:pt x="6438865" y="2831409"/>
                  </a:lnTo>
                  <a:lnTo>
                    <a:pt x="6439052" y="2830525"/>
                  </a:lnTo>
                  <a:lnTo>
                    <a:pt x="6439239" y="2829684"/>
                  </a:lnTo>
                  <a:lnTo>
                    <a:pt x="6439426" y="2828872"/>
                  </a:lnTo>
                  <a:lnTo>
                    <a:pt x="6439612" y="2828060"/>
                  </a:lnTo>
                  <a:lnTo>
                    <a:pt x="6439799" y="2827318"/>
                  </a:lnTo>
                  <a:lnTo>
                    <a:pt x="6439986" y="2826849"/>
                  </a:lnTo>
                  <a:lnTo>
                    <a:pt x="6440173" y="2826389"/>
                  </a:lnTo>
                  <a:lnTo>
                    <a:pt x="6440360" y="2825999"/>
                  </a:lnTo>
                  <a:lnTo>
                    <a:pt x="6440547" y="2825891"/>
                  </a:lnTo>
                  <a:lnTo>
                    <a:pt x="6440734" y="2825783"/>
                  </a:lnTo>
                  <a:lnTo>
                    <a:pt x="6440921" y="2825815"/>
                  </a:lnTo>
                  <a:lnTo>
                    <a:pt x="6441108" y="2826050"/>
                  </a:lnTo>
                  <a:lnTo>
                    <a:pt x="6441295" y="2826096"/>
                  </a:lnTo>
                  <a:lnTo>
                    <a:pt x="6441482" y="2825976"/>
                  </a:lnTo>
                  <a:lnTo>
                    <a:pt x="6441669" y="2825814"/>
                  </a:lnTo>
                  <a:lnTo>
                    <a:pt x="6441855" y="2825814"/>
                  </a:lnTo>
                  <a:lnTo>
                    <a:pt x="6442042" y="2825829"/>
                  </a:lnTo>
                  <a:lnTo>
                    <a:pt x="6442229" y="2825875"/>
                  </a:lnTo>
                  <a:lnTo>
                    <a:pt x="6442416" y="2826022"/>
                  </a:lnTo>
                  <a:lnTo>
                    <a:pt x="6442603" y="2826103"/>
                  </a:lnTo>
                  <a:lnTo>
                    <a:pt x="6442790" y="2826027"/>
                  </a:lnTo>
                  <a:lnTo>
                    <a:pt x="6442977" y="2825952"/>
                  </a:lnTo>
                  <a:lnTo>
                    <a:pt x="6443164" y="2825876"/>
                  </a:lnTo>
                  <a:lnTo>
                    <a:pt x="6443351" y="2825794"/>
                  </a:lnTo>
                  <a:lnTo>
                    <a:pt x="6443538" y="2825498"/>
                  </a:lnTo>
                  <a:lnTo>
                    <a:pt x="6443725" y="2825082"/>
                  </a:lnTo>
                  <a:lnTo>
                    <a:pt x="6443912" y="2824783"/>
                  </a:lnTo>
                  <a:lnTo>
                    <a:pt x="6444099" y="2824592"/>
                  </a:lnTo>
                  <a:lnTo>
                    <a:pt x="6444285" y="2824404"/>
                  </a:lnTo>
                  <a:lnTo>
                    <a:pt x="6444472" y="2824072"/>
                  </a:lnTo>
                  <a:lnTo>
                    <a:pt x="6444659" y="2823730"/>
                  </a:lnTo>
                  <a:lnTo>
                    <a:pt x="6444846" y="2823361"/>
                  </a:lnTo>
                  <a:lnTo>
                    <a:pt x="6445033" y="2822845"/>
                  </a:lnTo>
                  <a:lnTo>
                    <a:pt x="6445220" y="2822317"/>
                  </a:lnTo>
                  <a:lnTo>
                    <a:pt x="6445407" y="2821704"/>
                  </a:lnTo>
                  <a:lnTo>
                    <a:pt x="6445594" y="2821271"/>
                  </a:lnTo>
                  <a:lnTo>
                    <a:pt x="6445781" y="2820838"/>
                  </a:lnTo>
                  <a:lnTo>
                    <a:pt x="6445968" y="2820564"/>
                  </a:lnTo>
                  <a:lnTo>
                    <a:pt x="6446155" y="2820305"/>
                  </a:lnTo>
                  <a:lnTo>
                    <a:pt x="6446342" y="2820260"/>
                  </a:lnTo>
                  <a:lnTo>
                    <a:pt x="6446529" y="2820412"/>
                  </a:lnTo>
                  <a:lnTo>
                    <a:pt x="6446715" y="2820598"/>
                  </a:lnTo>
                  <a:lnTo>
                    <a:pt x="6446902" y="2820709"/>
                  </a:lnTo>
                  <a:lnTo>
                    <a:pt x="6447089" y="2820821"/>
                  </a:lnTo>
                  <a:lnTo>
                    <a:pt x="6447276" y="2820969"/>
                  </a:lnTo>
                  <a:lnTo>
                    <a:pt x="6447463" y="2821116"/>
                  </a:lnTo>
                  <a:lnTo>
                    <a:pt x="6447650" y="2821284"/>
                  </a:lnTo>
                  <a:lnTo>
                    <a:pt x="6447837" y="2821585"/>
                  </a:lnTo>
                  <a:lnTo>
                    <a:pt x="6448024" y="2821886"/>
                  </a:lnTo>
                  <a:lnTo>
                    <a:pt x="6448211" y="2822187"/>
                  </a:lnTo>
                  <a:lnTo>
                    <a:pt x="6448398" y="2822489"/>
                  </a:lnTo>
                  <a:lnTo>
                    <a:pt x="6448585" y="2822790"/>
                  </a:lnTo>
                  <a:lnTo>
                    <a:pt x="6448772" y="2823067"/>
                  </a:lnTo>
                  <a:lnTo>
                    <a:pt x="6448958" y="2823236"/>
                  </a:lnTo>
                  <a:lnTo>
                    <a:pt x="6449145" y="2823498"/>
                  </a:lnTo>
                  <a:lnTo>
                    <a:pt x="6449332" y="2823683"/>
                  </a:lnTo>
                  <a:lnTo>
                    <a:pt x="6449519" y="2823834"/>
                  </a:lnTo>
                  <a:lnTo>
                    <a:pt x="6449706" y="2823985"/>
                  </a:lnTo>
                  <a:lnTo>
                    <a:pt x="6449893" y="2824195"/>
                  </a:lnTo>
                  <a:lnTo>
                    <a:pt x="6450080" y="2824405"/>
                  </a:lnTo>
                  <a:lnTo>
                    <a:pt x="6450267" y="2824615"/>
                  </a:lnTo>
                  <a:lnTo>
                    <a:pt x="6450454" y="2824825"/>
                  </a:lnTo>
                  <a:lnTo>
                    <a:pt x="6450641" y="2825035"/>
                  </a:lnTo>
                  <a:lnTo>
                    <a:pt x="6450828" y="2825244"/>
                  </a:lnTo>
                  <a:lnTo>
                    <a:pt x="6451015" y="2825454"/>
                  </a:lnTo>
                  <a:lnTo>
                    <a:pt x="6451202" y="2825664"/>
                  </a:lnTo>
                  <a:lnTo>
                    <a:pt x="6451388" y="2825874"/>
                  </a:lnTo>
                  <a:lnTo>
                    <a:pt x="6451575" y="2825994"/>
                  </a:lnTo>
                  <a:lnTo>
                    <a:pt x="6451762" y="2826204"/>
                  </a:lnTo>
                  <a:lnTo>
                    <a:pt x="6451949" y="2826293"/>
                  </a:lnTo>
                  <a:lnTo>
                    <a:pt x="6452136" y="2826294"/>
                  </a:lnTo>
                  <a:lnTo>
                    <a:pt x="6452323" y="2826176"/>
                  </a:lnTo>
                  <a:lnTo>
                    <a:pt x="6452510" y="2826057"/>
                  </a:lnTo>
                  <a:lnTo>
                    <a:pt x="6452697" y="2825816"/>
                  </a:lnTo>
                  <a:lnTo>
                    <a:pt x="6452884" y="2825319"/>
                  </a:lnTo>
                  <a:lnTo>
                    <a:pt x="6453071" y="2824822"/>
                  </a:lnTo>
                  <a:lnTo>
                    <a:pt x="6453258" y="2824325"/>
                  </a:lnTo>
                  <a:lnTo>
                    <a:pt x="6453445" y="2823828"/>
                  </a:lnTo>
                  <a:lnTo>
                    <a:pt x="6453631" y="2823454"/>
                  </a:lnTo>
                  <a:lnTo>
                    <a:pt x="6453818" y="2823066"/>
                  </a:lnTo>
                  <a:lnTo>
                    <a:pt x="6454005" y="2822658"/>
                  </a:lnTo>
                  <a:lnTo>
                    <a:pt x="6454192" y="2822316"/>
                  </a:lnTo>
                  <a:lnTo>
                    <a:pt x="6454379" y="2821956"/>
                  </a:lnTo>
                  <a:lnTo>
                    <a:pt x="6454566" y="2821604"/>
                  </a:lnTo>
                  <a:lnTo>
                    <a:pt x="6454753" y="2821305"/>
                  </a:lnTo>
                  <a:lnTo>
                    <a:pt x="6454940" y="2821088"/>
                  </a:lnTo>
                  <a:lnTo>
                    <a:pt x="6455127" y="2820946"/>
                  </a:lnTo>
                  <a:lnTo>
                    <a:pt x="6455314" y="2820749"/>
                  </a:lnTo>
                  <a:lnTo>
                    <a:pt x="6455501" y="2820647"/>
                  </a:lnTo>
                  <a:lnTo>
                    <a:pt x="6455688" y="2820668"/>
                  </a:lnTo>
                  <a:lnTo>
                    <a:pt x="6455875" y="2820600"/>
                  </a:lnTo>
                  <a:lnTo>
                    <a:pt x="6456061" y="2820515"/>
                  </a:lnTo>
                  <a:lnTo>
                    <a:pt x="6456248" y="2820429"/>
                  </a:lnTo>
                  <a:lnTo>
                    <a:pt x="6456435" y="2820303"/>
                  </a:lnTo>
                  <a:lnTo>
                    <a:pt x="6456622" y="2820273"/>
                  </a:lnTo>
                  <a:lnTo>
                    <a:pt x="6456809" y="2820259"/>
                  </a:lnTo>
                  <a:lnTo>
                    <a:pt x="6456996" y="2820248"/>
                  </a:lnTo>
                  <a:lnTo>
                    <a:pt x="6457183" y="2820276"/>
                  </a:lnTo>
                  <a:lnTo>
                    <a:pt x="6457370" y="2820312"/>
                  </a:lnTo>
                  <a:lnTo>
                    <a:pt x="6457557" y="2820348"/>
                  </a:lnTo>
                  <a:lnTo>
                    <a:pt x="6457744" y="2820489"/>
                  </a:lnTo>
                  <a:lnTo>
                    <a:pt x="6457931" y="2820736"/>
                  </a:lnTo>
                  <a:lnTo>
                    <a:pt x="6458118" y="2821028"/>
                  </a:lnTo>
                  <a:lnTo>
                    <a:pt x="6458305" y="2821331"/>
                  </a:lnTo>
                  <a:lnTo>
                    <a:pt x="6458491" y="2821662"/>
                  </a:lnTo>
                  <a:lnTo>
                    <a:pt x="6458678" y="2822032"/>
                  </a:lnTo>
                  <a:lnTo>
                    <a:pt x="6458865" y="2822602"/>
                  </a:lnTo>
                  <a:lnTo>
                    <a:pt x="6459052" y="2823172"/>
                  </a:lnTo>
                  <a:lnTo>
                    <a:pt x="6459239" y="2823749"/>
                  </a:lnTo>
                  <a:lnTo>
                    <a:pt x="6459426" y="2824327"/>
                  </a:lnTo>
                  <a:lnTo>
                    <a:pt x="6459613" y="2824897"/>
                  </a:lnTo>
                  <a:lnTo>
                    <a:pt x="6459800" y="2825275"/>
                  </a:lnTo>
                  <a:lnTo>
                    <a:pt x="6459987" y="2825740"/>
                  </a:lnTo>
                  <a:lnTo>
                    <a:pt x="6460174" y="2826044"/>
                  </a:lnTo>
                  <a:lnTo>
                    <a:pt x="6460361" y="2826332"/>
                  </a:lnTo>
                  <a:lnTo>
                    <a:pt x="6460548" y="2826574"/>
                  </a:lnTo>
                  <a:lnTo>
                    <a:pt x="6460734" y="2826714"/>
                  </a:lnTo>
                  <a:lnTo>
                    <a:pt x="6460921" y="2826810"/>
                  </a:lnTo>
                  <a:lnTo>
                    <a:pt x="6461108" y="2826848"/>
                  </a:lnTo>
                  <a:lnTo>
                    <a:pt x="6461295" y="2826786"/>
                  </a:lnTo>
                  <a:lnTo>
                    <a:pt x="6461482" y="2826715"/>
                  </a:lnTo>
                  <a:lnTo>
                    <a:pt x="6461669" y="2826712"/>
                  </a:lnTo>
                  <a:lnTo>
                    <a:pt x="6461856" y="2826716"/>
                  </a:lnTo>
                  <a:lnTo>
                    <a:pt x="6462043" y="2826820"/>
                  </a:lnTo>
                  <a:lnTo>
                    <a:pt x="6462230" y="2826926"/>
                  </a:lnTo>
                  <a:lnTo>
                    <a:pt x="6462417" y="2827091"/>
                  </a:lnTo>
                  <a:lnTo>
                    <a:pt x="6462604" y="2827259"/>
                  </a:lnTo>
                  <a:lnTo>
                    <a:pt x="6462791" y="2827315"/>
                  </a:lnTo>
                  <a:lnTo>
                    <a:pt x="6462978" y="2827391"/>
                  </a:lnTo>
                  <a:lnTo>
                    <a:pt x="6463164" y="2827601"/>
                  </a:lnTo>
                  <a:lnTo>
                    <a:pt x="6463351" y="2827811"/>
                  </a:lnTo>
                  <a:lnTo>
                    <a:pt x="6463538" y="2828021"/>
                  </a:lnTo>
                  <a:lnTo>
                    <a:pt x="6463725" y="2828231"/>
                  </a:lnTo>
                  <a:lnTo>
                    <a:pt x="6463912" y="2828478"/>
                  </a:lnTo>
                  <a:lnTo>
                    <a:pt x="6464099" y="2828793"/>
                  </a:lnTo>
                  <a:lnTo>
                    <a:pt x="6464286" y="2829080"/>
                  </a:lnTo>
                  <a:lnTo>
                    <a:pt x="6464473" y="2829455"/>
                  </a:lnTo>
                  <a:lnTo>
                    <a:pt x="6464660" y="2829751"/>
                  </a:lnTo>
                  <a:lnTo>
                    <a:pt x="6464847" y="2829931"/>
                  </a:lnTo>
                  <a:lnTo>
                    <a:pt x="6465034" y="2829931"/>
                  </a:lnTo>
                  <a:lnTo>
                    <a:pt x="6465221" y="2829931"/>
                  </a:lnTo>
                  <a:lnTo>
                    <a:pt x="6465408" y="2830070"/>
                  </a:lnTo>
                  <a:lnTo>
                    <a:pt x="6465594" y="2830201"/>
                  </a:lnTo>
                  <a:lnTo>
                    <a:pt x="6465781" y="2830370"/>
                  </a:lnTo>
                  <a:lnTo>
                    <a:pt x="6465968" y="2830445"/>
                  </a:lnTo>
                  <a:lnTo>
                    <a:pt x="6466155" y="2830495"/>
                  </a:lnTo>
                  <a:lnTo>
                    <a:pt x="6466342" y="2830646"/>
                  </a:lnTo>
                  <a:lnTo>
                    <a:pt x="6466529" y="2830797"/>
                  </a:lnTo>
                  <a:lnTo>
                    <a:pt x="6466716" y="2830948"/>
                  </a:lnTo>
                  <a:lnTo>
                    <a:pt x="6466903" y="2831099"/>
                  </a:lnTo>
                  <a:lnTo>
                    <a:pt x="6467090" y="2831250"/>
                  </a:lnTo>
                  <a:lnTo>
                    <a:pt x="6467277" y="2831401"/>
                  </a:lnTo>
                  <a:lnTo>
                    <a:pt x="6467464" y="2831552"/>
                  </a:lnTo>
                  <a:lnTo>
                    <a:pt x="6467651" y="2831762"/>
                  </a:lnTo>
                  <a:lnTo>
                    <a:pt x="6467837" y="2831972"/>
                  </a:lnTo>
                  <a:lnTo>
                    <a:pt x="6468024" y="2832182"/>
                  </a:lnTo>
                  <a:lnTo>
                    <a:pt x="6468211" y="2832333"/>
                  </a:lnTo>
                  <a:lnTo>
                    <a:pt x="6468398" y="2832362"/>
                  </a:lnTo>
                  <a:lnTo>
                    <a:pt x="6468585" y="2832383"/>
                  </a:lnTo>
                  <a:lnTo>
                    <a:pt x="6468772" y="2832464"/>
                  </a:lnTo>
                  <a:lnTo>
                    <a:pt x="6468959" y="2832552"/>
                  </a:lnTo>
                  <a:lnTo>
                    <a:pt x="6469146" y="2832516"/>
                  </a:lnTo>
                  <a:lnTo>
                    <a:pt x="6469333" y="2832481"/>
                  </a:lnTo>
                  <a:lnTo>
                    <a:pt x="6469520" y="2832481"/>
                  </a:lnTo>
                  <a:lnTo>
                    <a:pt x="6469707" y="2832473"/>
                  </a:lnTo>
                  <a:lnTo>
                    <a:pt x="6469894" y="2832315"/>
                  </a:lnTo>
                  <a:lnTo>
                    <a:pt x="6470081" y="2832167"/>
                  </a:lnTo>
                  <a:lnTo>
                    <a:pt x="6470267" y="2831996"/>
                  </a:lnTo>
                  <a:lnTo>
                    <a:pt x="6470454" y="2831707"/>
                  </a:lnTo>
                  <a:lnTo>
                    <a:pt x="6470641" y="2831354"/>
                  </a:lnTo>
                  <a:lnTo>
                    <a:pt x="6470828" y="2830921"/>
                  </a:lnTo>
                  <a:lnTo>
                    <a:pt x="6471015" y="2830488"/>
                  </a:lnTo>
                  <a:lnTo>
                    <a:pt x="6471202" y="2830064"/>
                  </a:lnTo>
                  <a:lnTo>
                    <a:pt x="6471389" y="2829676"/>
                  </a:lnTo>
                  <a:lnTo>
                    <a:pt x="6471576" y="2829433"/>
                  </a:lnTo>
                  <a:lnTo>
                    <a:pt x="6471763" y="2829175"/>
                  </a:lnTo>
                  <a:lnTo>
                    <a:pt x="6471950" y="2828964"/>
                  </a:lnTo>
                  <a:lnTo>
                    <a:pt x="6472137" y="2828696"/>
                  </a:lnTo>
                  <a:lnTo>
                    <a:pt x="6472324" y="2828325"/>
                  </a:lnTo>
                  <a:lnTo>
                    <a:pt x="6472510" y="2827993"/>
                  </a:lnTo>
                  <a:lnTo>
                    <a:pt x="6472697" y="2827765"/>
                  </a:lnTo>
                  <a:lnTo>
                    <a:pt x="6472884" y="2827521"/>
                  </a:lnTo>
                  <a:lnTo>
                    <a:pt x="6473071" y="2827278"/>
                  </a:lnTo>
                  <a:lnTo>
                    <a:pt x="6473258" y="2827034"/>
                  </a:lnTo>
                  <a:lnTo>
                    <a:pt x="6473445" y="2826856"/>
                  </a:lnTo>
                  <a:lnTo>
                    <a:pt x="6473632" y="2826756"/>
                  </a:lnTo>
                  <a:lnTo>
                    <a:pt x="6473819" y="2826657"/>
                  </a:lnTo>
                  <a:lnTo>
                    <a:pt x="6474006" y="2826558"/>
                  </a:lnTo>
                  <a:lnTo>
                    <a:pt x="6474193" y="2826459"/>
                  </a:lnTo>
                  <a:lnTo>
                    <a:pt x="6474380" y="2826430"/>
                  </a:lnTo>
                  <a:lnTo>
                    <a:pt x="6474567" y="2826688"/>
                  </a:lnTo>
                  <a:lnTo>
                    <a:pt x="6474754" y="2827044"/>
                  </a:lnTo>
                  <a:lnTo>
                    <a:pt x="6474940" y="2827537"/>
                  </a:lnTo>
                  <a:lnTo>
                    <a:pt x="6475127" y="2828374"/>
                  </a:lnTo>
                  <a:lnTo>
                    <a:pt x="6475314" y="2829078"/>
                  </a:lnTo>
                  <a:lnTo>
                    <a:pt x="6475501" y="2829922"/>
                  </a:lnTo>
                  <a:lnTo>
                    <a:pt x="6475688" y="2830978"/>
                  </a:lnTo>
                  <a:lnTo>
                    <a:pt x="6475875" y="2832024"/>
                  </a:lnTo>
                  <a:lnTo>
                    <a:pt x="6476062" y="2832807"/>
                  </a:lnTo>
                  <a:lnTo>
                    <a:pt x="6476249" y="2833397"/>
                  </a:lnTo>
                  <a:lnTo>
                    <a:pt x="6476321" y="2833682"/>
                  </a:lnTo>
                  <a:lnTo>
                    <a:pt x="6479800" y="2833578"/>
                  </a:lnTo>
                  <a:lnTo>
                    <a:pt x="6479987" y="2832626"/>
                  </a:lnTo>
                  <a:lnTo>
                    <a:pt x="6480174" y="2831822"/>
                  </a:lnTo>
                  <a:lnTo>
                    <a:pt x="6480361" y="2831018"/>
                  </a:lnTo>
                  <a:lnTo>
                    <a:pt x="6480548" y="2830338"/>
                  </a:lnTo>
                  <a:lnTo>
                    <a:pt x="6480735" y="2829716"/>
                  </a:lnTo>
                  <a:lnTo>
                    <a:pt x="6480922" y="2829335"/>
                  </a:lnTo>
                  <a:lnTo>
                    <a:pt x="6481109" y="2829328"/>
                  </a:lnTo>
                  <a:lnTo>
                    <a:pt x="6481296" y="2829275"/>
                  </a:lnTo>
                  <a:lnTo>
                    <a:pt x="6481483" y="2829115"/>
                  </a:lnTo>
                  <a:lnTo>
                    <a:pt x="6481670" y="2828951"/>
                  </a:lnTo>
                  <a:lnTo>
                    <a:pt x="6481857" y="2828965"/>
                  </a:lnTo>
                  <a:lnTo>
                    <a:pt x="6482043" y="2829007"/>
                  </a:lnTo>
                  <a:lnTo>
                    <a:pt x="6482230" y="2829048"/>
                  </a:lnTo>
                  <a:lnTo>
                    <a:pt x="6482417" y="2829395"/>
                  </a:lnTo>
                  <a:lnTo>
                    <a:pt x="6482604" y="2829778"/>
                  </a:lnTo>
                  <a:lnTo>
                    <a:pt x="6482791" y="2830385"/>
                  </a:lnTo>
                  <a:lnTo>
                    <a:pt x="6482978" y="2830818"/>
                  </a:lnTo>
                  <a:lnTo>
                    <a:pt x="6483165" y="2831251"/>
                  </a:lnTo>
                  <a:lnTo>
                    <a:pt x="6483352" y="2831524"/>
                  </a:lnTo>
                  <a:lnTo>
                    <a:pt x="6483539" y="2831784"/>
                  </a:lnTo>
                  <a:lnTo>
                    <a:pt x="6483726" y="2831829"/>
                  </a:lnTo>
                  <a:lnTo>
                    <a:pt x="6483913" y="2831670"/>
                  </a:lnTo>
                  <a:lnTo>
                    <a:pt x="6484100" y="2831339"/>
                  </a:lnTo>
                  <a:lnTo>
                    <a:pt x="6484287" y="2830946"/>
                  </a:lnTo>
                  <a:lnTo>
                    <a:pt x="6484473" y="2830546"/>
                  </a:lnTo>
                  <a:lnTo>
                    <a:pt x="6484660" y="2830133"/>
                  </a:lnTo>
                  <a:lnTo>
                    <a:pt x="6484847" y="2829685"/>
                  </a:lnTo>
                  <a:lnTo>
                    <a:pt x="6485034" y="2829237"/>
                  </a:lnTo>
                  <a:lnTo>
                    <a:pt x="6485221" y="2828762"/>
                  </a:lnTo>
                  <a:lnTo>
                    <a:pt x="6485408" y="2828109"/>
                  </a:lnTo>
                  <a:lnTo>
                    <a:pt x="6485595" y="2827456"/>
                  </a:lnTo>
                  <a:lnTo>
                    <a:pt x="6485782" y="2826803"/>
                  </a:lnTo>
                  <a:lnTo>
                    <a:pt x="6485969" y="2826150"/>
                  </a:lnTo>
                  <a:lnTo>
                    <a:pt x="6486156" y="2825520"/>
                  </a:lnTo>
                  <a:lnTo>
                    <a:pt x="6486343" y="2825000"/>
                  </a:lnTo>
                  <a:lnTo>
                    <a:pt x="6486530" y="2824386"/>
                  </a:lnTo>
                  <a:lnTo>
                    <a:pt x="6486716" y="2823858"/>
                  </a:lnTo>
                  <a:lnTo>
                    <a:pt x="6486903" y="2823531"/>
                  </a:lnTo>
                  <a:lnTo>
                    <a:pt x="6487090" y="2823371"/>
                  </a:lnTo>
                  <a:lnTo>
                    <a:pt x="6487277" y="2823161"/>
                  </a:lnTo>
                  <a:lnTo>
                    <a:pt x="6487464" y="2822951"/>
                  </a:lnTo>
                  <a:lnTo>
                    <a:pt x="6487651" y="2822742"/>
                  </a:lnTo>
                  <a:lnTo>
                    <a:pt x="6487838" y="2822532"/>
                  </a:lnTo>
                  <a:lnTo>
                    <a:pt x="6488025" y="2822322"/>
                  </a:lnTo>
                  <a:lnTo>
                    <a:pt x="6488212" y="2822112"/>
                  </a:lnTo>
                  <a:lnTo>
                    <a:pt x="6488399" y="2821902"/>
                  </a:lnTo>
                  <a:lnTo>
                    <a:pt x="6488586" y="2821692"/>
                  </a:lnTo>
                  <a:lnTo>
                    <a:pt x="6488773" y="2821482"/>
                  </a:lnTo>
                  <a:lnTo>
                    <a:pt x="6488960" y="2821362"/>
                  </a:lnTo>
                  <a:lnTo>
                    <a:pt x="6489146" y="2821152"/>
                  </a:lnTo>
                  <a:lnTo>
                    <a:pt x="6489333" y="2821063"/>
                  </a:lnTo>
                  <a:lnTo>
                    <a:pt x="6489520" y="2821062"/>
                  </a:lnTo>
                  <a:lnTo>
                    <a:pt x="6489707" y="2821027"/>
                  </a:lnTo>
                  <a:lnTo>
                    <a:pt x="6489894" y="2820991"/>
                  </a:lnTo>
                  <a:lnTo>
                    <a:pt x="6490081" y="2821052"/>
                  </a:lnTo>
                  <a:lnTo>
                    <a:pt x="6490268" y="2821254"/>
                  </a:lnTo>
                  <a:lnTo>
                    <a:pt x="6490455" y="2821455"/>
                  </a:lnTo>
                  <a:lnTo>
                    <a:pt x="6490642" y="2821657"/>
                  </a:lnTo>
                  <a:lnTo>
                    <a:pt x="6490829" y="2821858"/>
                  </a:lnTo>
                  <a:lnTo>
                    <a:pt x="6491016" y="2821936"/>
                  </a:lnTo>
                  <a:lnTo>
                    <a:pt x="6491203" y="2821935"/>
                  </a:lnTo>
                  <a:lnTo>
                    <a:pt x="6491389" y="2821805"/>
                  </a:lnTo>
                  <a:lnTo>
                    <a:pt x="6491576" y="2821493"/>
                  </a:lnTo>
                  <a:lnTo>
                    <a:pt x="6491763" y="2821127"/>
                  </a:lnTo>
                  <a:lnTo>
                    <a:pt x="6491950" y="2820751"/>
                  </a:lnTo>
                  <a:lnTo>
                    <a:pt x="6492137" y="2820297"/>
                  </a:lnTo>
                  <a:lnTo>
                    <a:pt x="6492324" y="2819610"/>
                  </a:lnTo>
                  <a:lnTo>
                    <a:pt x="6492511" y="2818923"/>
                  </a:lnTo>
                  <a:lnTo>
                    <a:pt x="6492698" y="2818492"/>
                  </a:lnTo>
                  <a:lnTo>
                    <a:pt x="6492885" y="2817813"/>
                  </a:lnTo>
                  <a:lnTo>
                    <a:pt x="6493072" y="2816953"/>
                  </a:lnTo>
                  <a:lnTo>
                    <a:pt x="6493259" y="2816227"/>
                  </a:lnTo>
                  <a:lnTo>
                    <a:pt x="6493446" y="2815406"/>
                  </a:lnTo>
                  <a:lnTo>
                    <a:pt x="6493633" y="2814697"/>
                  </a:lnTo>
                  <a:lnTo>
                    <a:pt x="6493819" y="2814462"/>
                  </a:lnTo>
                  <a:lnTo>
                    <a:pt x="6494006" y="2814229"/>
                  </a:lnTo>
                  <a:lnTo>
                    <a:pt x="6494193" y="2814007"/>
                  </a:lnTo>
                  <a:lnTo>
                    <a:pt x="6494380" y="2813678"/>
                  </a:lnTo>
                  <a:lnTo>
                    <a:pt x="6494567" y="2813144"/>
                  </a:lnTo>
                  <a:lnTo>
                    <a:pt x="6494754" y="2812547"/>
                  </a:lnTo>
                  <a:lnTo>
                    <a:pt x="6494941" y="2811980"/>
                  </a:lnTo>
                  <a:lnTo>
                    <a:pt x="6495128" y="2811184"/>
                  </a:lnTo>
                  <a:lnTo>
                    <a:pt x="6495315" y="2810297"/>
                  </a:lnTo>
                  <a:lnTo>
                    <a:pt x="6495502" y="2809309"/>
                  </a:lnTo>
                  <a:lnTo>
                    <a:pt x="6495689" y="2808402"/>
                  </a:lnTo>
                  <a:lnTo>
                    <a:pt x="6495876" y="2807520"/>
                  </a:lnTo>
                  <a:lnTo>
                    <a:pt x="6496063" y="2806698"/>
                  </a:lnTo>
                  <a:lnTo>
                    <a:pt x="6496249" y="2805908"/>
                  </a:lnTo>
                  <a:lnTo>
                    <a:pt x="6496436" y="2805057"/>
                  </a:lnTo>
                  <a:lnTo>
                    <a:pt x="6496623" y="2804206"/>
                  </a:lnTo>
                  <a:lnTo>
                    <a:pt x="6496810" y="2803442"/>
                  </a:lnTo>
                  <a:lnTo>
                    <a:pt x="6496997" y="2802655"/>
                  </a:lnTo>
                  <a:lnTo>
                    <a:pt x="6497184" y="2801891"/>
                  </a:lnTo>
                  <a:lnTo>
                    <a:pt x="6497371" y="2801252"/>
                  </a:lnTo>
                  <a:lnTo>
                    <a:pt x="6497558" y="2800635"/>
                  </a:lnTo>
                  <a:lnTo>
                    <a:pt x="6497745" y="2800062"/>
                  </a:lnTo>
                  <a:lnTo>
                    <a:pt x="6497932" y="2799533"/>
                  </a:lnTo>
                  <a:lnTo>
                    <a:pt x="6498119" y="2799134"/>
                  </a:lnTo>
                  <a:lnTo>
                    <a:pt x="6498306" y="2798742"/>
                  </a:lnTo>
                  <a:lnTo>
                    <a:pt x="6498492" y="2798200"/>
                  </a:lnTo>
                  <a:lnTo>
                    <a:pt x="6498679" y="2797633"/>
                  </a:lnTo>
                  <a:lnTo>
                    <a:pt x="6498866" y="2796833"/>
                  </a:lnTo>
                  <a:lnTo>
                    <a:pt x="6499053" y="2796027"/>
                  </a:lnTo>
                  <a:lnTo>
                    <a:pt x="6499240" y="2795219"/>
                  </a:lnTo>
                  <a:lnTo>
                    <a:pt x="6499427" y="2794333"/>
                  </a:lnTo>
                  <a:lnTo>
                    <a:pt x="6499614" y="2793428"/>
                  </a:lnTo>
                  <a:lnTo>
                    <a:pt x="6499801" y="2792556"/>
                  </a:lnTo>
                  <a:lnTo>
                    <a:pt x="6499988" y="2791674"/>
                  </a:lnTo>
                  <a:lnTo>
                    <a:pt x="6500175" y="2790806"/>
                  </a:lnTo>
                  <a:lnTo>
                    <a:pt x="6500362" y="2789982"/>
                  </a:lnTo>
                  <a:lnTo>
                    <a:pt x="6500549" y="2789045"/>
                  </a:lnTo>
                  <a:lnTo>
                    <a:pt x="6500736" y="2788142"/>
                  </a:lnTo>
                  <a:lnTo>
                    <a:pt x="6500922" y="2787315"/>
                  </a:lnTo>
                  <a:lnTo>
                    <a:pt x="6501109" y="2786465"/>
                  </a:lnTo>
                  <a:lnTo>
                    <a:pt x="6501296" y="2785731"/>
                  </a:lnTo>
                  <a:lnTo>
                    <a:pt x="6501483" y="2785001"/>
                  </a:lnTo>
                  <a:lnTo>
                    <a:pt x="6501670" y="2784395"/>
                  </a:lnTo>
                  <a:lnTo>
                    <a:pt x="6501857" y="2783769"/>
                  </a:lnTo>
                  <a:lnTo>
                    <a:pt x="6502044" y="2783229"/>
                  </a:lnTo>
                  <a:lnTo>
                    <a:pt x="6502231" y="2782834"/>
                  </a:lnTo>
                  <a:lnTo>
                    <a:pt x="6502418" y="2782529"/>
                  </a:lnTo>
                  <a:lnTo>
                    <a:pt x="6502605" y="2782222"/>
                  </a:lnTo>
                  <a:lnTo>
                    <a:pt x="6502792" y="2781769"/>
                  </a:lnTo>
                  <a:lnTo>
                    <a:pt x="6502979" y="2781403"/>
                  </a:lnTo>
                  <a:lnTo>
                    <a:pt x="6503166" y="2780951"/>
                  </a:lnTo>
                  <a:lnTo>
                    <a:pt x="6503352" y="2780620"/>
                  </a:lnTo>
                  <a:lnTo>
                    <a:pt x="6503539" y="2780303"/>
                  </a:lnTo>
                  <a:lnTo>
                    <a:pt x="6503726" y="2779844"/>
                  </a:lnTo>
                  <a:lnTo>
                    <a:pt x="6503913" y="2779452"/>
                  </a:lnTo>
                  <a:lnTo>
                    <a:pt x="6504100" y="2778994"/>
                  </a:lnTo>
                  <a:lnTo>
                    <a:pt x="6504287" y="2778523"/>
                  </a:lnTo>
                  <a:lnTo>
                    <a:pt x="6504474" y="2778103"/>
                  </a:lnTo>
                  <a:lnTo>
                    <a:pt x="6504661" y="2777695"/>
                  </a:lnTo>
                  <a:lnTo>
                    <a:pt x="6504848" y="2777307"/>
                  </a:lnTo>
                  <a:lnTo>
                    <a:pt x="6505035" y="2776898"/>
                  </a:lnTo>
                  <a:lnTo>
                    <a:pt x="6505222" y="2776592"/>
                  </a:lnTo>
                  <a:lnTo>
                    <a:pt x="6505409" y="2776362"/>
                  </a:lnTo>
                  <a:lnTo>
                    <a:pt x="6505595" y="2776132"/>
                  </a:lnTo>
                  <a:lnTo>
                    <a:pt x="6505782" y="2775957"/>
                  </a:lnTo>
                  <a:lnTo>
                    <a:pt x="6505969" y="2775828"/>
                  </a:lnTo>
                  <a:lnTo>
                    <a:pt x="6506156" y="2775737"/>
                  </a:lnTo>
                  <a:lnTo>
                    <a:pt x="6506343" y="2775697"/>
                  </a:lnTo>
                  <a:lnTo>
                    <a:pt x="6506530" y="2775815"/>
                  </a:lnTo>
                  <a:lnTo>
                    <a:pt x="6506717" y="2775984"/>
                  </a:lnTo>
                  <a:lnTo>
                    <a:pt x="6506904" y="2776066"/>
                  </a:lnTo>
                  <a:lnTo>
                    <a:pt x="6507091" y="2776241"/>
                  </a:lnTo>
                  <a:lnTo>
                    <a:pt x="6507278" y="2776528"/>
                  </a:lnTo>
                  <a:lnTo>
                    <a:pt x="6507465" y="2776864"/>
                  </a:lnTo>
                  <a:lnTo>
                    <a:pt x="6507652" y="2777318"/>
                  </a:lnTo>
                  <a:lnTo>
                    <a:pt x="6507839" y="2777911"/>
                  </a:lnTo>
                  <a:lnTo>
                    <a:pt x="6508025" y="2778598"/>
                  </a:lnTo>
                  <a:lnTo>
                    <a:pt x="6508212" y="2779352"/>
                  </a:lnTo>
                  <a:lnTo>
                    <a:pt x="6508399" y="2780075"/>
                  </a:lnTo>
                  <a:lnTo>
                    <a:pt x="6508586" y="2780795"/>
                  </a:lnTo>
                  <a:lnTo>
                    <a:pt x="6508773" y="2781503"/>
                  </a:lnTo>
                  <a:lnTo>
                    <a:pt x="6508960" y="2782164"/>
                  </a:lnTo>
                  <a:lnTo>
                    <a:pt x="6509147" y="2782887"/>
                  </a:lnTo>
                  <a:lnTo>
                    <a:pt x="6509334" y="2783536"/>
                  </a:lnTo>
                  <a:lnTo>
                    <a:pt x="6509521" y="2784275"/>
                  </a:lnTo>
                  <a:lnTo>
                    <a:pt x="6509708" y="2785152"/>
                  </a:lnTo>
                  <a:lnTo>
                    <a:pt x="6509895" y="2786015"/>
                  </a:lnTo>
                  <a:lnTo>
                    <a:pt x="6510082" y="2786721"/>
                  </a:lnTo>
                  <a:lnTo>
                    <a:pt x="6510268" y="2787497"/>
                  </a:lnTo>
                  <a:lnTo>
                    <a:pt x="6510455" y="2788272"/>
                  </a:lnTo>
                  <a:lnTo>
                    <a:pt x="6510642" y="2788993"/>
                  </a:lnTo>
                  <a:lnTo>
                    <a:pt x="6510829" y="2789649"/>
                  </a:lnTo>
                  <a:lnTo>
                    <a:pt x="6511016" y="2790190"/>
                  </a:lnTo>
                  <a:lnTo>
                    <a:pt x="6511203" y="2790798"/>
                  </a:lnTo>
                  <a:lnTo>
                    <a:pt x="6511390" y="2791384"/>
                  </a:lnTo>
                  <a:lnTo>
                    <a:pt x="6511577" y="2792081"/>
                  </a:lnTo>
                  <a:lnTo>
                    <a:pt x="6511764" y="2792802"/>
                  </a:lnTo>
                  <a:lnTo>
                    <a:pt x="6511951" y="2793486"/>
                  </a:lnTo>
                  <a:lnTo>
                    <a:pt x="6512138" y="2794039"/>
                  </a:lnTo>
                  <a:lnTo>
                    <a:pt x="6512325" y="2794524"/>
                  </a:lnTo>
                  <a:lnTo>
                    <a:pt x="6512512" y="2794884"/>
                  </a:lnTo>
                  <a:lnTo>
                    <a:pt x="6512698" y="2795261"/>
                  </a:lnTo>
                  <a:lnTo>
                    <a:pt x="6512885" y="2795556"/>
                  </a:lnTo>
                  <a:lnTo>
                    <a:pt x="6513072" y="2795690"/>
                  </a:lnTo>
                  <a:lnTo>
                    <a:pt x="6513259" y="2795699"/>
                  </a:lnTo>
                  <a:lnTo>
                    <a:pt x="6513446" y="2795971"/>
                  </a:lnTo>
                  <a:lnTo>
                    <a:pt x="6513633" y="2796438"/>
                  </a:lnTo>
                  <a:lnTo>
                    <a:pt x="6513820" y="2796750"/>
                  </a:lnTo>
                  <a:lnTo>
                    <a:pt x="6514007" y="2797131"/>
                  </a:lnTo>
                  <a:lnTo>
                    <a:pt x="6514194" y="2797342"/>
                  </a:lnTo>
                  <a:lnTo>
                    <a:pt x="6514381" y="2797595"/>
                  </a:lnTo>
                  <a:lnTo>
                    <a:pt x="6514568" y="2797747"/>
                  </a:lnTo>
                  <a:lnTo>
                    <a:pt x="6514755" y="2797898"/>
                  </a:lnTo>
                  <a:lnTo>
                    <a:pt x="6514942" y="2797997"/>
                  </a:lnTo>
                  <a:lnTo>
                    <a:pt x="6515128" y="2798228"/>
                  </a:lnTo>
                  <a:lnTo>
                    <a:pt x="6515315" y="2798569"/>
                  </a:lnTo>
                  <a:lnTo>
                    <a:pt x="6515502" y="2798965"/>
                  </a:lnTo>
                  <a:lnTo>
                    <a:pt x="6515689" y="2799665"/>
                  </a:lnTo>
                  <a:lnTo>
                    <a:pt x="6515876" y="2800262"/>
                  </a:lnTo>
                  <a:lnTo>
                    <a:pt x="6516063" y="2800758"/>
                  </a:lnTo>
                  <a:lnTo>
                    <a:pt x="6516250" y="2801055"/>
                  </a:lnTo>
                  <a:lnTo>
                    <a:pt x="6516437" y="2801213"/>
                  </a:lnTo>
                  <a:lnTo>
                    <a:pt x="6516624" y="2801338"/>
                  </a:lnTo>
                  <a:lnTo>
                    <a:pt x="6516811" y="2801534"/>
                  </a:lnTo>
                  <a:lnTo>
                    <a:pt x="6516998" y="2801904"/>
                  </a:lnTo>
                  <a:lnTo>
                    <a:pt x="6517185" y="2802449"/>
                  </a:lnTo>
                  <a:lnTo>
                    <a:pt x="6517371" y="2803213"/>
                  </a:lnTo>
                  <a:lnTo>
                    <a:pt x="6517558" y="2803985"/>
                  </a:lnTo>
                  <a:lnTo>
                    <a:pt x="6517745" y="2804789"/>
                  </a:lnTo>
                  <a:lnTo>
                    <a:pt x="6517932" y="2805571"/>
                  </a:lnTo>
                  <a:lnTo>
                    <a:pt x="6518119" y="2806310"/>
                  </a:lnTo>
                  <a:lnTo>
                    <a:pt x="6518306" y="2806903"/>
                  </a:lnTo>
                  <a:lnTo>
                    <a:pt x="6518493" y="2807111"/>
                  </a:lnTo>
                  <a:lnTo>
                    <a:pt x="6518680" y="2807287"/>
                  </a:lnTo>
                  <a:lnTo>
                    <a:pt x="6518867" y="2807621"/>
                  </a:lnTo>
                  <a:lnTo>
                    <a:pt x="6519054" y="2807973"/>
                  </a:lnTo>
                  <a:lnTo>
                    <a:pt x="6519241" y="2808147"/>
                  </a:lnTo>
                  <a:lnTo>
                    <a:pt x="6519428" y="2808293"/>
                  </a:lnTo>
                  <a:lnTo>
                    <a:pt x="6519615" y="2808440"/>
                  </a:lnTo>
                  <a:lnTo>
                    <a:pt x="6519801" y="2808420"/>
                  </a:lnTo>
                  <a:lnTo>
                    <a:pt x="6519988" y="2808375"/>
                  </a:lnTo>
                  <a:lnTo>
                    <a:pt x="6520175" y="2808193"/>
                  </a:lnTo>
                  <a:lnTo>
                    <a:pt x="6520362" y="2808003"/>
                  </a:lnTo>
                  <a:lnTo>
                    <a:pt x="6520549" y="2807814"/>
                  </a:lnTo>
                  <a:lnTo>
                    <a:pt x="6520736" y="2807624"/>
                  </a:lnTo>
                  <a:lnTo>
                    <a:pt x="6520923" y="2807435"/>
                  </a:lnTo>
                  <a:lnTo>
                    <a:pt x="6521110" y="2807245"/>
                  </a:lnTo>
                  <a:lnTo>
                    <a:pt x="6521297" y="2807063"/>
                  </a:lnTo>
                  <a:lnTo>
                    <a:pt x="6521484" y="2807018"/>
                  </a:lnTo>
                  <a:lnTo>
                    <a:pt x="6521671" y="2807110"/>
                  </a:lnTo>
                  <a:lnTo>
                    <a:pt x="6521858" y="2807086"/>
                  </a:lnTo>
                  <a:lnTo>
                    <a:pt x="6522044" y="2806960"/>
                  </a:lnTo>
                  <a:lnTo>
                    <a:pt x="6522231" y="2806755"/>
                  </a:lnTo>
                  <a:lnTo>
                    <a:pt x="6522418" y="2806550"/>
                  </a:lnTo>
                  <a:lnTo>
                    <a:pt x="6522605" y="2806372"/>
                  </a:lnTo>
                  <a:lnTo>
                    <a:pt x="6522792" y="2806372"/>
                  </a:lnTo>
                  <a:lnTo>
                    <a:pt x="6522979" y="2806372"/>
                  </a:lnTo>
                  <a:lnTo>
                    <a:pt x="6523166" y="2806372"/>
                  </a:lnTo>
                  <a:lnTo>
                    <a:pt x="6523353" y="2806372"/>
                  </a:lnTo>
                  <a:lnTo>
                    <a:pt x="6523540" y="2806372"/>
                  </a:lnTo>
                  <a:lnTo>
                    <a:pt x="6523727" y="2806372"/>
                  </a:lnTo>
                  <a:lnTo>
                    <a:pt x="6523914" y="2806372"/>
                  </a:lnTo>
                  <a:lnTo>
                    <a:pt x="6524101" y="2806363"/>
                  </a:lnTo>
                  <a:lnTo>
                    <a:pt x="6524288" y="2806187"/>
                  </a:lnTo>
                  <a:lnTo>
                    <a:pt x="6524474" y="2805844"/>
                  </a:lnTo>
                  <a:lnTo>
                    <a:pt x="6524661" y="2805615"/>
                  </a:lnTo>
                  <a:lnTo>
                    <a:pt x="6524848" y="2805649"/>
                  </a:lnTo>
                  <a:lnTo>
                    <a:pt x="6525035" y="2805803"/>
                  </a:lnTo>
                  <a:lnTo>
                    <a:pt x="6525222" y="2805957"/>
                  </a:lnTo>
                  <a:lnTo>
                    <a:pt x="6525409" y="2806146"/>
                  </a:lnTo>
                  <a:lnTo>
                    <a:pt x="6525596" y="2806336"/>
                  </a:lnTo>
                  <a:lnTo>
                    <a:pt x="6525783" y="2806525"/>
                  </a:lnTo>
                  <a:lnTo>
                    <a:pt x="6525970" y="2806715"/>
                  </a:lnTo>
                  <a:lnTo>
                    <a:pt x="6526157" y="2806904"/>
                  </a:lnTo>
                  <a:lnTo>
                    <a:pt x="6526344" y="2807093"/>
                  </a:lnTo>
                  <a:lnTo>
                    <a:pt x="6526531" y="2807283"/>
                  </a:lnTo>
                  <a:lnTo>
                    <a:pt x="6526718" y="2807472"/>
                  </a:lnTo>
                  <a:lnTo>
                    <a:pt x="6526904" y="2807662"/>
                  </a:lnTo>
                  <a:lnTo>
                    <a:pt x="6527091" y="2807758"/>
                  </a:lnTo>
                  <a:lnTo>
                    <a:pt x="6527278" y="2807863"/>
                  </a:lnTo>
                  <a:lnTo>
                    <a:pt x="6527465" y="2808014"/>
                  </a:lnTo>
                  <a:lnTo>
                    <a:pt x="6527652" y="2808273"/>
                  </a:lnTo>
                  <a:lnTo>
                    <a:pt x="6527839" y="2808539"/>
                  </a:lnTo>
                  <a:lnTo>
                    <a:pt x="6528026" y="2808825"/>
                  </a:lnTo>
                  <a:lnTo>
                    <a:pt x="6528213" y="2809121"/>
                  </a:lnTo>
                  <a:lnTo>
                    <a:pt x="6528400" y="2809475"/>
                  </a:lnTo>
                  <a:lnTo>
                    <a:pt x="6528587" y="2809980"/>
                  </a:lnTo>
                  <a:lnTo>
                    <a:pt x="6528774" y="2810634"/>
                  </a:lnTo>
                  <a:lnTo>
                    <a:pt x="6528961" y="2811466"/>
                  </a:lnTo>
                  <a:lnTo>
                    <a:pt x="6529147" y="2812298"/>
                  </a:lnTo>
                  <a:lnTo>
                    <a:pt x="6529334" y="2813131"/>
                  </a:lnTo>
                  <a:lnTo>
                    <a:pt x="6529521" y="2813989"/>
                  </a:lnTo>
                  <a:lnTo>
                    <a:pt x="6529708" y="2814997"/>
                  </a:lnTo>
                  <a:lnTo>
                    <a:pt x="6529895" y="2816048"/>
                  </a:lnTo>
                  <a:lnTo>
                    <a:pt x="6530082" y="2816897"/>
                  </a:lnTo>
                  <a:lnTo>
                    <a:pt x="6530269" y="2817923"/>
                  </a:lnTo>
                  <a:lnTo>
                    <a:pt x="6530456" y="2819053"/>
                  </a:lnTo>
                  <a:lnTo>
                    <a:pt x="6530643" y="2820064"/>
                  </a:lnTo>
                  <a:lnTo>
                    <a:pt x="6530830" y="2821059"/>
                  </a:lnTo>
                  <a:lnTo>
                    <a:pt x="6531017" y="2821914"/>
                  </a:lnTo>
                  <a:lnTo>
                    <a:pt x="6531204" y="2822293"/>
                  </a:lnTo>
                  <a:lnTo>
                    <a:pt x="6531391" y="2822661"/>
                  </a:lnTo>
                  <a:lnTo>
                    <a:pt x="6531577" y="2822932"/>
                  </a:lnTo>
                  <a:lnTo>
                    <a:pt x="6531764" y="2823270"/>
                  </a:lnTo>
                  <a:lnTo>
                    <a:pt x="6531951" y="2823800"/>
                  </a:lnTo>
                  <a:lnTo>
                    <a:pt x="6532138" y="2824386"/>
                  </a:lnTo>
                  <a:lnTo>
                    <a:pt x="6532325" y="2824942"/>
                  </a:lnTo>
                  <a:lnTo>
                    <a:pt x="6532512" y="2825561"/>
                  </a:lnTo>
                  <a:lnTo>
                    <a:pt x="6532699" y="2826190"/>
                  </a:lnTo>
                  <a:lnTo>
                    <a:pt x="6532886" y="2827014"/>
                  </a:lnTo>
                  <a:lnTo>
                    <a:pt x="6533073" y="2827688"/>
                  </a:lnTo>
                  <a:lnTo>
                    <a:pt x="6533260" y="2828373"/>
                  </a:lnTo>
                  <a:lnTo>
                    <a:pt x="6533447" y="2829017"/>
                  </a:lnTo>
                  <a:lnTo>
                    <a:pt x="6533634" y="2829774"/>
                  </a:lnTo>
                  <a:lnTo>
                    <a:pt x="6533821" y="2830587"/>
                  </a:lnTo>
                  <a:lnTo>
                    <a:pt x="6534007" y="2831422"/>
                  </a:lnTo>
                  <a:lnTo>
                    <a:pt x="6534194" y="2832182"/>
                  </a:lnTo>
                  <a:lnTo>
                    <a:pt x="6534381" y="2832971"/>
                  </a:lnTo>
                  <a:lnTo>
                    <a:pt x="6534555" y="2833682"/>
                  </a:lnTo>
                  <a:lnTo>
                    <a:pt x="6549896" y="2833592"/>
                  </a:lnTo>
                  <a:lnTo>
                    <a:pt x="6550083" y="2833115"/>
                  </a:lnTo>
                  <a:lnTo>
                    <a:pt x="6550270" y="2832721"/>
                  </a:lnTo>
                  <a:lnTo>
                    <a:pt x="6550456" y="2832488"/>
                  </a:lnTo>
                  <a:lnTo>
                    <a:pt x="6550643" y="2832389"/>
                  </a:lnTo>
                  <a:lnTo>
                    <a:pt x="6550830" y="2832290"/>
                  </a:lnTo>
                  <a:lnTo>
                    <a:pt x="6551017" y="2832248"/>
                  </a:lnTo>
                  <a:lnTo>
                    <a:pt x="6551204" y="2832290"/>
                  </a:lnTo>
                  <a:lnTo>
                    <a:pt x="6551391" y="2832444"/>
                  </a:lnTo>
                  <a:lnTo>
                    <a:pt x="6551578" y="2832633"/>
                  </a:lnTo>
                  <a:lnTo>
                    <a:pt x="6551765" y="2832884"/>
                  </a:lnTo>
                  <a:lnTo>
                    <a:pt x="6551952" y="2833436"/>
                  </a:lnTo>
                  <a:lnTo>
                    <a:pt x="6552029" y="2833682"/>
                  </a:lnTo>
                  <a:lnTo>
                    <a:pt x="6621975" y="2833682"/>
                  </a:lnTo>
                  <a:lnTo>
                    <a:pt x="6622047" y="2833391"/>
                  </a:lnTo>
                  <a:lnTo>
                    <a:pt x="6622234" y="2832611"/>
                  </a:lnTo>
                  <a:lnTo>
                    <a:pt x="6622421" y="2831721"/>
                  </a:lnTo>
                  <a:lnTo>
                    <a:pt x="6622608" y="2830765"/>
                  </a:lnTo>
                  <a:lnTo>
                    <a:pt x="6622795" y="2829735"/>
                  </a:lnTo>
                  <a:lnTo>
                    <a:pt x="6622982" y="2828826"/>
                  </a:lnTo>
                  <a:lnTo>
                    <a:pt x="6623169" y="2827974"/>
                  </a:lnTo>
                  <a:lnTo>
                    <a:pt x="6623356" y="2827261"/>
                  </a:lnTo>
                  <a:lnTo>
                    <a:pt x="6623542" y="2826621"/>
                  </a:lnTo>
                  <a:lnTo>
                    <a:pt x="6623729" y="2825829"/>
                  </a:lnTo>
                  <a:lnTo>
                    <a:pt x="6623916" y="2824904"/>
                  </a:lnTo>
                  <a:lnTo>
                    <a:pt x="6624103" y="2823882"/>
                  </a:lnTo>
                  <a:lnTo>
                    <a:pt x="6624290" y="2822564"/>
                  </a:lnTo>
                  <a:lnTo>
                    <a:pt x="6624477" y="2821173"/>
                  </a:lnTo>
                  <a:lnTo>
                    <a:pt x="6624664" y="2819743"/>
                  </a:lnTo>
                  <a:lnTo>
                    <a:pt x="6624851" y="2818351"/>
                  </a:lnTo>
                  <a:lnTo>
                    <a:pt x="6625038" y="2817012"/>
                  </a:lnTo>
                  <a:lnTo>
                    <a:pt x="6625225" y="2815668"/>
                  </a:lnTo>
                  <a:lnTo>
                    <a:pt x="6625412" y="2814113"/>
                  </a:lnTo>
                  <a:lnTo>
                    <a:pt x="6625599" y="2812452"/>
                  </a:lnTo>
                  <a:lnTo>
                    <a:pt x="6625786" y="2810802"/>
                  </a:lnTo>
                  <a:lnTo>
                    <a:pt x="6625972" y="2808952"/>
                  </a:lnTo>
                  <a:lnTo>
                    <a:pt x="6626159" y="2807088"/>
                  </a:lnTo>
                  <a:lnTo>
                    <a:pt x="6626346" y="2805259"/>
                  </a:lnTo>
                  <a:lnTo>
                    <a:pt x="6626533" y="2803348"/>
                  </a:lnTo>
                  <a:lnTo>
                    <a:pt x="6626720" y="2801599"/>
                  </a:lnTo>
                  <a:lnTo>
                    <a:pt x="6626907" y="2800005"/>
                  </a:lnTo>
                  <a:lnTo>
                    <a:pt x="6627094" y="2798536"/>
                  </a:lnTo>
                  <a:lnTo>
                    <a:pt x="6627281" y="2796897"/>
                  </a:lnTo>
                  <a:lnTo>
                    <a:pt x="6627468" y="2795134"/>
                  </a:lnTo>
                  <a:lnTo>
                    <a:pt x="6627655" y="2793129"/>
                  </a:lnTo>
                  <a:lnTo>
                    <a:pt x="6627842" y="2790947"/>
                  </a:lnTo>
                  <a:lnTo>
                    <a:pt x="6628029" y="2788691"/>
                  </a:lnTo>
                  <a:lnTo>
                    <a:pt x="6628215" y="2786612"/>
                  </a:lnTo>
                  <a:lnTo>
                    <a:pt x="6628402" y="2784651"/>
                  </a:lnTo>
                  <a:lnTo>
                    <a:pt x="6628589" y="2782707"/>
                  </a:lnTo>
                  <a:lnTo>
                    <a:pt x="6628776" y="2780940"/>
                  </a:lnTo>
                  <a:lnTo>
                    <a:pt x="6628963" y="2779058"/>
                  </a:lnTo>
                  <a:lnTo>
                    <a:pt x="6629150" y="2777030"/>
                  </a:lnTo>
                  <a:lnTo>
                    <a:pt x="6629337" y="2774884"/>
                  </a:lnTo>
                  <a:lnTo>
                    <a:pt x="6629524" y="2772641"/>
                  </a:lnTo>
                  <a:lnTo>
                    <a:pt x="6629711" y="2770486"/>
                  </a:lnTo>
                  <a:lnTo>
                    <a:pt x="6629898" y="2768540"/>
                  </a:lnTo>
                  <a:lnTo>
                    <a:pt x="6630085" y="2766624"/>
                  </a:lnTo>
                  <a:lnTo>
                    <a:pt x="6630272" y="2764909"/>
                  </a:lnTo>
                  <a:lnTo>
                    <a:pt x="6630459" y="2763440"/>
                  </a:lnTo>
                  <a:lnTo>
                    <a:pt x="6630645" y="2761969"/>
                  </a:lnTo>
                  <a:lnTo>
                    <a:pt x="6630832" y="2760691"/>
                  </a:lnTo>
                  <a:lnTo>
                    <a:pt x="6631019" y="2759460"/>
                  </a:lnTo>
                  <a:lnTo>
                    <a:pt x="6631206" y="2758286"/>
                  </a:lnTo>
                  <a:lnTo>
                    <a:pt x="6631393" y="2757037"/>
                  </a:lnTo>
                  <a:lnTo>
                    <a:pt x="6631580" y="2755970"/>
                  </a:lnTo>
                  <a:lnTo>
                    <a:pt x="6631767" y="2754868"/>
                  </a:lnTo>
                  <a:lnTo>
                    <a:pt x="6631954" y="2753782"/>
                  </a:lnTo>
                  <a:lnTo>
                    <a:pt x="6632141" y="2752983"/>
                  </a:lnTo>
                  <a:lnTo>
                    <a:pt x="6632328" y="2752234"/>
                  </a:lnTo>
                  <a:lnTo>
                    <a:pt x="6632515" y="2751378"/>
                  </a:lnTo>
                  <a:lnTo>
                    <a:pt x="6632702" y="2750587"/>
                  </a:lnTo>
                  <a:lnTo>
                    <a:pt x="6632889" y="2749750"/>
                  </a:lnTo>
                  <a:lnTo>
                    <a:pt x="6633075" y="2748978"/>
                  </a:lnTo>
                  <a:lnTo>
                    <a:pt x="6633262" y="2748248"/>
                  </a:lnTo>
                  <a:lnTo>
                    <a:pt x="6633449" y="2747713"/>
                  </a:lnTo>
                  <a:lnTo>
                    <a:pt x="6633636" y="2747412"/>
                  </a:lnTo>
                  <a:lnTo>
                    <a:pt x="6633823" y="2747125"/>
                  </a:lnTo>
                  <a:lnTo>
                    <a:pt x="6634010" y="2746748"/>
                  </a:lnTo>
                  <a:lnTo>
                    <a:pt x="6634197" y="2746568"/>
                  </a:lnTo>
                  <a:lnTo>
                    <a:pt x="6634384" y="2746784"/>
                  </a:lnTo>
                  <a:lnTo>
                    <a:pt x="6634571" y="2746973"/>
                  </a:lnTo>
                  <a:lnTo>
                    <a:pt x="6634758" y="2747273"/>
                  </a:lnTo>
                  <a:lnTo>
                    <a:pt x="6634945" y="2747778"/>
                  </a:lnTo>
                  <a:lnTo>
                    <a:pt x="6635132" y="2748345"/>
                  </a:lnTo>
                  <a:lnTo>
                    <a:pt x="6635318" y="2748980"/>
                  </a:lnTo>
                  <a:lnTo>
                    <a:pt x="6635505" y="2749313"/>
                  </a:lnTo>
                  <a:lnTo>
                    <a:pt x="6635692" y="2749638"/>
                  </a:lnTo>
                  <a:lnTo>
                    <a:pt x="6635879" y="2749680"/>
                  </a:lnTo>
                  <a:lnTo>
                    <a:pt x="6636066" y="2749641"/>
                  </a:lnTo>
                  <a:lnTo>
                    <a:pt x="6636253" y="2749568"/>
                  </a:lnTo>
                  <a:lnTo>
                    <a:pt x="6636440" y="2749200"/>
                  </a:lnTo>
                  <a:lnTo>
                    <a:pt x="6636627" y="2748813"/>
                  </a:lnTo>
                  <a:lnTo>
                    <a:pt x="6636814" y="2748298"/>
                  </a:lnTo>
                  <a:lnTo>
                    <a:pt x="6637001" y="2747643"/>
                  </a:lnTo>
                  <a:lnTo>
                    <a:pt x="6637188" y="2746707"/>
                  </a:lnTo>
                  <a:lnTo>
                    <a:pt x="6637375" y="2745524"/>
                  </a:lnTo>
                  <a:lnTo>
                    <a:pt x="6637562" y="2744154"/>
                  </a:lnTo>
                  <a:lnTo>
                    <a:pt x="6637748" y="2742659"/>
                  </a:lnTo>
                  <a:lnTo>
                    <a:pt x="6637935" y="2741106"/>
                  </a:lnTo>
                  <a:lnTo>
                    <a:pt x="6638122" y="2739569"/>
                  </a:lnTo>
                  <a:lnTo>
                    <a:pt x="6638309" y="2737907"/>
                  </a:lnTo>
                  <a:lnTo>
                    <a:pt x="6638496" y="2736208"/>
                  </a:lnTo>
                  <a:lnTo>
                    <a:pt x="6638683" y="2734763"/>
                  </a:lnTo>
                  <a:lnTo>
                    <a:pt x="6638870" y="2733182"/>
                  </a:lnTo>
                  <a:lnTo>
                    <a:pt x="6639057" y="2731633"/>
                  </a:lnTo>
                  <a:lnTo>
                    <a:pt x="6639244" y="2730093"/>
                  </a:lnTo>
                  <a:lnTo>
                    <a:pt x="6639431" y="2728219"/>
                  </a:lnTo>
                  <a:lnTo>
                    <a:pt x="6639618" y="2726251"/>
                  </a:lnTo>
                  <a:lnTo>
                    <a:pt x="6639805" y="2724002"/>
                  </a:lnTo>
                  <a:lnTo>
                    <a:pt x="6639992" y="2721660"/>
                  </a:lnTo>
                  <a:lnTo>
                    <a:pt x="6640178" y="2719329"/>
                  </a:lnTo>
                  <a:lnTo>
                    <a:pt x="6640365" y="2716830"/>
                  </a:lnTo>
                  <a:lnTo>
                    <a:pt x="6640552" y="2714138"/>
                  </a:lnTo>
                  <a:lnTo>
                    <a:pt x="6640739" y="2711766"/>
                  </a:lnTo>
                  <a:lnTo>
                    <a:pt x="6640926" y="2709453"/>
                  </a:lnTo>
                  <a:lnTo>
                    <a:pt x="6641113" y="2707496"/>
                  </a:lnTo>
                  <a:lnTo>
                    <a:pt x="6641300" y="2705693"/>
                  </a:lnTo>
                  <a:lnTo>
                    <a:pt x="6641487" y="2703876"/>
                  </a:lnTo>
                  <a:lnTo>
                    <a:pt x="6641674" y="2702357"/>
                  </a:lnTo>
                  <a:lnTo>
                    <a:pt x="6641861" y="2700934"/>
                  </a:lnTo>
                  <a:lnTo>
                    <a:pt x="6642048" y="2699587"/>
                  </a:lnTo>
                  <a:lnTo>
                    <a:pt x="6642235" y="2698543"/>
                  </a:lnTo>
                  <a:lnTo>
                    <a:pt x="6642421" y="2697469"/>
                  </a:lnTo>
                  <a:lnTo>
                    <a:pt x="6642608" y="2696411"/>
                  </a:lnTo>
                  <a:lnTo>
                    <a:pt x="6642795" y="2695313"/>
                  </a:lnTo>
                  <a:lnTo>
                    <a:pt x="6642982" y="2694003"/>
                  </a:lnTo>
                  <a:lnTo>
                    <a:pt x="6643169" y="2692616"/>
                  </a:lnTo>
                  <a:lnTo>
                    <a:pt x="6643356" y="2691342"/>
                  </a:lnTo>
                  <a:lnTo>
                    <a:pt x="6643543" y="2690007"/>
                  </a:lnTo>
                  <a:lnTo>
                    <a:pt x="6643730" y="2688905"/>
                  </a:lnTo>
                  <a:lnTo>
                    <a:pt x="6643917" y="2687800"/>
                  </a:lnTo>
                  <a:lnTo>
                    <a:pt x="6644104" y="2686757"/>
                  </a:lnTo>
                  <a:lnTo>
                    <a:pt x="6644291" y="2685826"/>
                  </a:lnTo>
                  <a:lnTo>
                    <a:pt x="6644478" y="2684862"/>
                  </a:lnTo>
                  <a:lnTo>
                    <a:pt x="6644665" y="2684105"/>
                  </a:lnTo>
                  <a:lnTo>
                    <a:pt x="6644851" y="2683252"/>
                  </a:lnTo>
                  <a:lnTo>
                    <a:pt x="6645038" y="2682269"/>
                  </a:lnTo>
                  <a:lnTo>
                    <a:pt x="6645225" y="2681122"/>
                  </a:lnTo>
                  <a:lnTo>
                    <a:pt x="6645412" y="2680094"/>
                  </a:lnTo>
                  <a:lnTo>
                    <a:pt x="6645599" y="2678974"/>
                  </a:lnTo>
                  <a:lnTo>
                    <a:pt x="6645786" y="2677771"/>
                  </a:lnTo>
                  <a:lnTo>
                    <a:pt x="6645973" y="2676639"/>
                  </a:lnTo>
                  <a:lnTo>
                    <a:pt x="6646160" y="2675572"/>
                  </a:lnTo>
                  <a:lnTo>
                    <a:pt x="6646347" y="2674589"/>
                  </a:lnTo>
                  <a:lnTo>
                    <a:pt x="6646534" y="2673646"/>
                  </a:lnTo>
                  <a:lnTo>
                    <a:pt x="6646721" y="2672932"/>
                  </a:lnTo>
                  <a:lnTo>
                    <a:pt x="6646908" y="2672130"/>
                  </a:lnTo>
                  <a:lnTo>
                    <a:pt x="6647094" y="2671443"/>
                  </a:lnTo>
                  <a:lnTo>
                    <a:pt x="6647281" y="2670966"/>
                  </a:lnTo>
                  <a:lnTo>
                    <a:pt x="6647468" y="2670372"/>
                  </a:lnTo>
                  <a:lnTo>
                    <a:pt x="6647655" y="2669456"/>
                  </a:lnTo>
                  <a:lnTo>
                    <a:pt x="6647842" y="2668334"/>
                  </a:lnTo>
                  <a:lnTo>
                    <a:pt x="6648029" y="2667153"/>
                  </a:lnTo>
                  <a:lnTo>
                    <a:pt x="6648216" y="2666104"/>
                  </a:lnTo>
                  <a:lnTo>
                    <a:pt x="6648403" y="2664830"/>
                  </a:lnTo>
                  <a:lnTo>
                    <a:pt x="6648590" y="2663641"/>
                  </a:lnTo>
                  <a:lnTo>
                    <a:pt x="6648777" y="2662684"/>
                  </a:lnTo>
                  <a:lnTo>
                    <a:pt x="6648964" y="2661852"/>
                  </a:lnTo>
                  <a:lnTo>
                    <a:pt x="6649151" y="2661189"/>
                  </a:lnTo>
                  <a:lnTo>
                    <a:pt x="6649338" y="2660688"/>
                  </a:lnTo>
                  <a:lnTo>
                    <a:pt x="6649524" y="2660261"/>
                  </a:lnTo>
                  <a:lnTo>
                    <a:pt x="6649711" y="2660089"/>
                  </a:lnTo>
                  <a:lnTo>
                    <a:pt x="6649898" y="2660081"/>
                  </a:lnTo>
                  <a:lnTo>
                    <a:pt x="6650085" y="2660197"/>
                  </a:lnTo>
                  <a:lnTo>
                    <a:pt x="6650272" y="2660346"/>
                  </a:lnTo>
                  <a:lnTo>
                    <a:pt x="6650459" y="2660618"/>
                  </a:lnTo>
                  <a:lnTo>
                    <a:pt x="6650646" y="2661141"/>
                  </a:lnTo>
                  <a:lnTo>
                    <a:pt x="6650833" y="2661458"/>
                  </a:lnTo>
                  <a:lnTo>
                    <a:pt x="6651020" y="2661944"/>
                  </a:lnTo>
                  <a:lnTo>
                    <a:pt x="6651207" y="2662507"/>
                  </a:lnTo>
                  <a:lnTo>
                    <a:pt x="6651394" y="2663074"/>
                  </a:lnTo>
                  <a:lnTo>
                    <a:pt x="6651581" y="2663309"/>
                  </a:lnTo>
                  <a:lnTo>
                    <a:pt x="6651768" y="2663550"/>
                  </a:lnTo>
                  <a:lnTo>
                    <a:pt x="6651954" y="2663907"/>
                  </a:lnTo>
                  <a:lnTo>
                    <a:pt x="6652141" y="2664271"/>
                  </a:lnTo>
                  <a:lnTo>
                    <a:pt x="6652328" y="2664525"/>
                  </a:lnTo>
                  <a:lnTo>
                    <a:pt x="6652515" y="2664594"/>
                  </a:lnTo>
                  <a:lnTo>
                    <a:pt x="6652702" y="2664645"/>
                  </a:lnTo>
                  <a:lnTo>
                    <a:pt x="6652889" y="2664523"/>
                  </a:lnTo>
                  <a:lnTo>
                    <a:pt x="6653076" y="2664372"/>
                  </a:lnTo>
                  <a:lnTo>
                    <a:pt x="6653263" y="2664124"/>
                  </a:lnTo>
                  <a:lnTo>
                    <a:pt x="6653450" y="2663764"/>
                  </a:lnTo>
                  <a:lnTo>
                    <a:pt x="6653637" y="2663326"/>
                  </a:lnTo>
                  <a:lnTo>
                    <a:pt x="6653824" y="2662829"/>
                  </a:lnTo>
                  <a:lnTo>
                    <a:pt x="6654011" y="2662212"/>
                  </a:lnTo>
                  <a:lnTo>
                    <a:pt x="6654197" y="2661527"/>
                  </a:lnTo>
                  <a:lnTo>
                    <a:pt x="6654384" y="2660598"/>
                  </a:lnTo>
                  <a:lnTo>
                    <a:pt x="6654571" y="2659637"/>
                  </a:lnTo>
                  <a:lnTo>
                    <a:pt x="6654758" y="2658737"/>
                  </a:lnTo>
                  <a:lnTo>
                    <a:pt x="6654945" y="2657764"/>
                  </a:lnTo>
                  <a:lnTo>
                    <a:pt x="6655132" y="2656972"/>
                  </a:lnTo>
                  <a:lnTo>
                    <a:pt x="6655319" y="2656424"/>
                  </a:lnTo>
                  <a:lnTo>
                    <a:pt x="6655506" y="2656164"/>
                  </a:lnTo>
                  <a:lnTo>
                    <a:pt x="6655693" y="2656010"/>
                  </a:lnTo>
                  <a:lnTo>
                    <a:pt x="6655880" y="2656230"/>
                  </a:lnTo>
                  <a:lnTo>
                    <a:pt x="6656067" y="2656686"/>
                  </a:lnTo>
                  <a:lnTo>
                    <a:pt x="6656254" y="2657227"/>
                  </a:lnTo>
                  <a:lnTo>
                    <a:pt x="6656441" y="2657629"/>
                  </a:lnTo>
                  <a:lnTo>
                    <a:pt x="6656627" y="2657883"/>
                  </a:lnTo>
                  <a:lnTo>
                    <a:pt x="6656814" y="2658173"/>
                  </a:lnTo>
                  <a:lnTo>
                    <a:pt x="6657001" y="2658488"/>
                  </a:lnTo>
                  <a:lnTo>
                    <a:pt x="6657188" y="2658707"/>
                  </a:lnTo>
                  <a:lnTo>
                    <a:pt x="6657375" y="2658863"/>
                  </a:lnTo>
                  <a:lnTo>
                    <a:pt x="6657562" y="2658964"/>
                  </a:lnTo>
                  <a:lnTo>
                    <a:pt x="6657749" y="2659049"/>
                  </a:lnTo>
                  <a:lnTo>
                    <a:pt x="6657936" y="2659246"/>
                  </a:lnTo>
                  <a:lnTo>
                    <a:pt x="6658123" y="2659267"/>
                  </a:lnTo>
                  <a:lnTo>
                    <a:pt x="6658310" y="2659283"/>
                  </a:lnTo>
                  <a:lnTo>
                    <a:pt x="6658497" y="2659309"/>
                  </a:lnTo>
                  <a:lnTo>
                    <a:pt x="6658684" y="2659359"/>
                  </a:lnTo>
                  <a:lnTo>
                    <a:pt x="6658871" y="2659247"/>
                  </a:lnTo>
                  <a:lnTo>
                    <a:pt x="6659057" y="2658771"/>
                  </a:lnTo>
                  <a:lnTo>
                    <a:pt x="6659244" y="2658176"/>
                  </a:lnTo>
                  <a:lnTo>
                    <a:pt x="6659431" y="2657772"/>
                  </a:lnTo>
                  <a:lnTo>
                    <a:pt x="6659618" y="2657417"/>
                  </a:lnTo>
                  <a:lnTo>
                    <a:pt x="6659805" y="2657146"/>
                  </a:lnTo>
                  <a:lnTo>
                    <a:pt x="6659992" y="2656958"/>
                  </a:lnTo>
                  <a:lnTo>
                    <a:pt x="6660179" y="2656854"/>
                  </a:lnTo>
                  <a:lnTo>
                    <a:pt x="6660366" y="2656683"/>
                  </a:lnTo>
                  <a:lnTo>
                    <a:pt x="6660553" y="2656634"/>
                  </a:lnTo>
                  <a:lnTo>
                    <a:pt x="6660740" y="2656462"/>
                  </a:lnTo>
                  <a:lnTo>
                    <a:pt x="6660927" y="2656429"/>
                  </a:lnTo>
                  <a:lnTo>
                    <a:pt x="6661114" y="2656539"/>
                  </a:lnTo>
                  <a:lnTo>
                    <a:pt x="6661300" y="2656759"/>
                  </a:lnTo>
                  <a:lnTo>
                    <a:pt x="6661487" y="2657050"/>
                  </a:lnTo>
                  <a:lnTo>
                    <a:pt x="6661674" y="2657637"/>
                  </a:lnTo>
                  <a:lnTo>
                    <a:pt x="6661861" y="2658405"/>
                  </a:lnTo>
                  <a:lnTo>
                    <a:pt x="6662048" y="2659226"/>
                  </a:lnTo>
                  <a:lnTo>
                    <a:pt x="6662235" y="2659968"/>
                  </a:lnTo>
                  <a:lnTo>
                    <a:pt x="6662422" y="2660644"/>
                  </a:lnTo>
                  <a:lnTo>
                    <a:pt x="6662609" y="2661321"/>
                  </a:lnTo>
                  <a:lnTo>
                    <a:pt x="6662796" y="2662221"/>
                  </a:lnTo>
                  <a:lnTo>
                    <a:pt x="6662983" y="2663186"/>
                  </a:lnTo>
                  <a:lnTo>
                    <a:pt x="6663170" y="2664151"/>
                  </a:lnTo>
                  <a:lnTo>
                    <a:pt x="6663357" y="2665261"/>
                  </a:lnTo>
                  <a:lnTo>
                    <a:pt x="6663544" y="2666370"/>
                  </a:lnTo>
                  <a:lnTo>
                    <a:pt x="6663730" y="2667473"/>
                  </a:lnTo>
                  <a:lnTo>
                    <a:pt x="6663917" y="2668640"/>
                  </a:lnTo>
                  <a:lnTo>
                    <a:pt x="6664104" y="2669728"/>
                  </a:lnTo>
                  <a:lnTo>
                    <a:pt x="6664291" y="2670729"/>
                  </a:lnTo>
                  <a:lnTo>
                    <a:pt x="6664478" y="2671672"/>
                  </a:lnTo>
                  <a:lnTo>
                    <a:pt x="6664665" y="2672957"/>
                  </a:lnTo>
                  <a:lnTo>
                    <a:pt x="6664852" y="2674311"/>
                  </a:lnTo>
                  <a:lnTo>
                    <a:pt x="6665039" y="2675762"/>
                  </a:lnTo>
                  <a:lnTo>
                    <a:pt x="6665226" y="2677346"/>
                  </a:lnTo>
                  <a:lnTo>
                    <a:pt x="6665413" y="2679026"/>
                  </a:lnTo>
                  <a:lnTo>
                    <a:pt x="6665600" y="2680503"/>
                  </a:lnTo>
                  <a:lnTo>
                    <a:pt x="6665787" y="2681568"/>
                  </a:lnTo>
                  <a:lnTo>
                    <a:pt x="6665973" y="2682535"/>
                  </a:lnTo>
                  <a:lnTo>
                    <a:pt x="6666160" y="2683186"/>
                  </a:lnTo>
                  <a:lnTo>
                    <a:pt x="6666347" y="2683855"/>
                  </a:lnTo>
                  <a:lnTo>
                    <a:pt x="6666534" y="2684567"/>
                  </a:lnTo>
                  <a:lnTo>
                    <a:pt x="6666721" y="2685403"/>
                  </a:lnTo>
                  <a:lnTo>
                    <a:pt x="6666908" y="2686282"/>
                  </a:lnTo>
                  <a:lnTo>
                    <a:pt x="6667095" y="2687602"/>
                  </a:lnTo>
                  <a:lnTo>
                    <a:pt x="6667282" y="2688842"/>
                  </a:lnTo>
                  <a:lnTo>
                    <a:pt x="6667469" y="2689906"/>
                  </a:lnTo>
                  <a:lnTo>
                    <a:pt x="6667656" y="2690803"/>
                  </a:lnTo>
                  <a:lnTo>
                    <a:pt x="6667843" y="2691733"/>
                  </a:lnTo>
                  <a:lnTo>
                    <a:pt x="6668030" y="2692786"/>
                  </a:lnTo>
                  <a:lnTo>
                    <a:pt x="6668217" y="2693772"/>
                  </a:lnTo>
                  <a:lnTo>
                    <a:pt x="6668403" y="2694771"/>
                  </a:lnTo>
                  <a:lnTo>
                    <a:pt x="6668590" y="2695936"/>
                  </a:lnTo>
                  <a:lnTo>
                    <a:pt x="6668777" y="2697137"/>
                  </a:lnTo>
                  <a:lnTo>
                    <a:pt x="6668964" y="2698373"/>
                  </a:lnTo>
                  <a:lnTo>
                    <a:pt x="6669151" y="2699629"/>
                  </a:lnTo>
                  <a:lnTo>
                    <a:pt x="6669338" y="2700662"/>
                  </a:lnTo>
                  <a:lnTo>
                    <a:pt x="6669525" y="2701282"/>
                  </a:lnTo>
                  <a:lnTo>
                    <a:pt x="6669712" y="2701848"/>
                  </a:lnTo>
                  <a:lnTo>
                    <a:pt x="6669899" y="2702311"/>
                  </a:lnTo>
                  <a:lnTo>
                    <a:pt x="6670086" y="2702644"/>
                  </a:lnTo>
                  <a:lnTo>
                    <a:pt x="6670273" y="2703121"/>
                  </a:lnTo>
                  <a:lnTo>
                    <a:pt x="6670460" y="2703657"/>
                  </a:lnTo>
                  <a:lnTo>
                    <a:pt x="6670647" y="2704025"/>
                  </a:lnTo>
                  <a:lnTo>
                    <a:pt x="6670833" y="2703922"/>
                  </a:lnTo>
                  <a:lnTo>
                    <a:pt x="6671020" y="2703837"/>
                  </a:lnTo>
                  <a:lnTo>
                    <a:pt x="6671207" y="2703836"/>
                  </a:lnTo>
                  <a:lnTo>
                    <a:pt x="6671394" y="2703993"/>
                  </a:lnTo>
                  <a:lnTo>
                    <a:pt x="6671581" y="2704058"/>
                  </a:lnTo>
                  <a:lnTo>
                    <a:pt x="6671768" y="2704057"/>
                  </a:lnTo>
                  <a:lnTo>
                    <a:pt x="6671955" y="2703820"/>
                  </a:lnTo>
                  <a:lnTo>
                    <a:pt x="6672142" y="2703481"/>
                  </a:lnTo>
                  <a:lnTo>
                    <a:pt x="6672329" y="2702922"/>
                  </a:lnTo>
                  <a:lnTo>
                    <a:pt x="6672516" y="2702285"/>
                  </a:lnTo>
                  <a:lnTo>
                    <a:pt x="6672703" y="2701632"/>
                  </a:lnTo>
                  <a:lnTo>
                    <a:pt x="6672890" y="2701351"/>
                  </a:lnTo>
                  <a:lnTo>
                    <a:pt x="6673076" y="2700947"/>
                  </a:lnTo>
                  <a:lnTo>
                    <a:pt x="6673263" y="2700798"/>
                  </a:lnTo>
                  <a:lnTo>
                    <a:pt x="6673450" y="2700620"/>
                  </a:lnTo>
                  <a:lnTo>
                    <a:pt x="6673637" y="2700559"/>
                  </a:lnTo>
                  <a:lnTo>
                    <a:pt x="6673824" y="2700657"/>
                  </a:lnTo>
                  <a:lnTo>
                    <a:pt x="6674011" y="2700718"/>
                  </a:lnTo>
                  <a:lnTo>
                    <a:pt x="6674198" y="2700757"/>
                  </a:lnTo>
                  <a:lnTo>
                    <a:pt x="6674385" y="2700917"/>
                  </a:lnTo>
                  <a:lnTo>
                    <a:pt x="6674572" y="2701211"/>
                  </a:lnTo>
                  <a:lnTo>
                    <a:pt x="6674759" y="2701764"/>
                  </a:lnTo>
                  <a:lnTo>
                    <a:pt x="6674946" y="2702599"/>
                  </a:lnTo>
                  <a:lnTo>
                    <a:pt x="6675133" y="2703726"/>
                  </a:lnTo>
                  <a:lnTo>
                    <a:pt x="6675320" y="2705073"/>
                  </a:lnTo>
                  <a:lnTo>
                    <a:pt x="6675506" y="2706563"/>
                  </a:lnTo>
                  <a:lnTo>
                    <a:pt x="6675693" y="2708151"/>
                  </a:lnTo>
                  <a:lnTo>
                    <a:pt x="6675880" y="2709954"/>
                  </a:lnTo>
                  <a:lnTo>
                    <a:pt x="6676067" y="2711512"/>
                  </a:lnTo>
                  <a:lnTo>
                    <a:pt x="6676254" y="2713265"/>
                  </a:lnTo>
                  <a:lnTo>
                    <a:pt x="6676441" y="2715123"/>
                  </a:lnTo>
                  <a:lnTo>
                    <a:pt x="6676628" y="2717029"/>
                  </a:lnTo>
                  <a:lnTo>
                    <a:pt x="6676815" y="2719221"/>
                  </a:lnTo>
                  <a:lnTo>
                    <a:pt x="6677002" y="2721442"/>
                  </a:lnTo>
                  <a:lnTo>
                    <a:pt x="6677189" y="2723943"/>
                  </a:lnTo>
                  <a:lnTo>
                    <a:pt x="6677376" y="2726562"/>
                  </a:lnTo>
                  <a:lnTo>
                    <a:pt x="6677563" y="2729244"/>
                  </a:lnTo>
                  <a:lnTo>
                    <a:pt x="6677750" y="2731873"/>
                  </a:lnTo>
                  <a:lnTo>
                    <a:pt x="6677936" y="2734649"/>
                  </a:lnTo>
                  <a:lnTo>
                    <a:pt x="6678123" y="2737144"/>
                  </a:lnTo>
                  <a:lnTo>
                    <a:pt x="6678310" y="2739522"/>
                  </a:lnTo>
                  <a:lnTo>
                    <a:pt x="6678497" y="2741485"/>
                  </a:lnTo>
                  <a:lnTo>
                    <a:pt x="6678684" y="2743262"/>
                  </a:lnTo>
                  <a:lnTo>
                    <a:pt x="6678871" y="2745087"/>
                  </a:lnTo>
                  <a:lnTo>
                    <a:pt x="6679058" y="2746614"/>
                  </a:lnTo>
                  <a:lnTo>
                    <a:pt x="6679245" y="2748045"/>
                  </a:lnTo>
                  <a:lnTo>
                    <a:pt x="6679432" y="2749495"/>
                  </a:lnTo>
                  <a:lnTo>
                    <a:pt x="6679619" y="2750697"/>
                  </a:lnTo>
                  <a:lnTo>
                    <a:pt x="6679806" y="2752091"/>
                  </a:lnTo>
                  <a:lnTo>
                    <a:pt x="6679993" y="2753425"/>
                  </a:lnTo>
                  <a:lnTo>
                    <a:pt x="6680179" y="2754841"/>
                  </a:lnTo>
                  <a:lnTo>
                    <a:pt x="6680366" y="2756376"/>
                  </a:lnTo>
                  <a:lnTo>
                    <a:pt x="6680553" y="2758041"/>
                  </a:lnTo>
                  <a:lnTo>
                    <a:pt x="6680740" y="2759879"/>
                  </a:lnTo>
                  <a:lnTo>
                    <a:pt x="6680927" y="2761802"/>
                  </a:lnTo>
                  <a:lnTo>
                    <a:pt x="6681114" y="2763635"/>
                  </a:lnTo>
                  <a:lnTo>
                    <a:pt x="6681301" y="2765508"/>
                  </a:lnTo>
                  <a:lnTo>
                    <a:pt x="6681488" y="2767349"/>
                  </a:lnTo>
                  <a:lnTo>
                    <a:pt x="6681675" y="2769224"/>
                  </a:lnTo>
                  <a:lnTo>
                    <a:pt x="6681862" y="2771133"/>
                  </a:lnTo>
                  <a:lnTo>
                    <a:pt x="6682049" y="2772894"/>
                  </a:lnTo>
                  <a:lnTo>
                    <a:pt x="6682236" y="2774571"/>
                  </a:lnTo>
                  <a:lnTo>
                    <a:pt x="6682423" y="2776209"/>
                  </a:lnTo>
                  <a:lnTo>
                    <a:pt x="6682609" y="2777924"/>
                  </a:lnTo>
                  <a:lnTo>
                    <a:pt x="6682796" y="2779536"/>
                  </a:lnTo>
                  <a:lnTo>
                    <a:pt x="6682983" y="2781090"/>
                  </a:lnTo>
                  <a:lnTo>
                    <a:pt x="6683170" y="2782612"/>
                  </a:lnTo>
                  <a:lnTo>
                    <a:pt x="6683357" y="2783827"/>
                  </a:lnTo>
                  <a:lnTo>
                    <a:pt x="6683544" y="2784815"/>
                  </a:lnTo>
                  <a:lnTo>
                    <a:pt x="6683731" y="2785533"/>
                  </a:lnTo>
                  <a:lnTo>
                    <a:pt x="6683918" y="2786151"/>
                  </a:lnTo>
                  <a:lnTo>
                    <a:pt x="6684105" y="2786566"/>
                  </a:lnTo>
                  <a:lnTo>
                    <a:pt x="6684292" y="2787053"/>
                  </a:lnTo>
                  <a:lnTo>
                    <a:pt x="6684479" y="2787460"/>
                  </a:lnTo>
                  <a:lnTo>
                    <a:pt x="6684666" y="2787817"/>
                  </a:lnTo>
                  <a:lnTo>
                    <a:pt x="6684852" y="2788339"/>
                  </a:lnTo>
                  <a:lnTo>
                    <a:pt x="6685039" y="2789281"/>
                  </a:lnTo>
                  <a:lnTo>
                    <a:pt x="6685226" y="2790255"/>
                  </a:lnTo>
                  <a:lnTo>
                    <a:pt x="6685413" y="2791367"/>
                  </a:lnTo>
                  <a:lnTo>
                    <a:pt x="6685600" y="2792419"/>
                  </a:lnTo>
                  <a:lnTo>
                    <a:pt x="6685787" y="2793651"/>
                  </a:lnTo>
                  <a:lnTo>
                    <a:pt x="6685974" y="2794973"/>
                  </a:lnTo>
                  <a:lnTo>
                    <a:pt x="6686161" y="2796480"/>
                  </a:lnTo>
                  <a:lnTo>
                    <a:pt x="6686348" y="2797971"/>
                  </a:lnTo>
                  <a:lnTo>
                    <a:pt x="6686535" y="2799260"/>
                  </a:lnTo>
                  <a:lnTo>
                    <a:pt x="6686722" y="2800481"/>
                  </a:lnTo>
                  <a:lnTo>
                    <a:pt x="6686909" y="2801513"/>
                  </a:lnTo>
                  <a:lnTo>
                    <a:pt x="6687096" y="2802363"/>
                  </a:lnTo>
                  <a:lnTo>
                    <a:pt x="6687282" y="2802995"/>
                  </a:lnTo>
                  <a:lnTo>
                    <a:pt x="6687469" y="2803292"/>
                  </a:lnTo>
                  <a:lnTo>
                    <a:pt x="6687656" y="2803264"/>
                  </a:lnTo>
                  <a:lnTo>
                    <a:pt x="6687843" y="2803109"/>
                  </a:lnTo>
                  <a:lnTo>
                    <a:pt x="6688030" y="2802688"/>
                  </a:lnTo>
                  <a:lnTo>
                    <a:pt x="6688217" y="2802205"/>
                  </a:lnTo>
                  <a:lnTo>
                    <a:pt x="6688404" y="2801478"/>
                  </a:lnTo>
                  <a:lnTo>
                    <a:pt x="6688591" y="2800392"/>
                  </a:lnTo>
                  <a:lnTo>
                    <a:pt x="6688778" y="2798982"/>
                  </a:lnTo>
                  <a:lnTo>
                    <a:pt x="6688965" y="2797369"/>
                  </a:lnTo>
                  <a:lnTo>
                    <a:pt x="6689152" y="2795474"/>
                  </a:lnTo>
                  <a:lnTo>
                    <a:pt x="6689339" y="2793456"/>
                  </a:lnTo>
                  <a:lnTo>
                    <a:pt x="6689526" y="2791245"/>
                  </a:lnTo>
                  <a:lnTo>
                    <a:pt x="6689712" y="2789114"/>
                  </a:lnTo>
                  <a:lnTo>
                    <a:pt x="6689899" y="2786894"/>
                  </a:lnTo>
                  <a:lnTo>
                    <a:pt x="6690086" y="2785039"/>
                  </a:lnTo>
                  <a:lnTo>
                    <a:pt x="6690273" y="2783315"/>
                  </a:lnTo>
                  <a:lnTo>
                    <a:pt x="6690460" y="2781978"/>
                  </a:lnTo>
                  <a:lnTo>
                    <a:pt x="6690647" y="2780706"/>
                  </a:lnTo>
                  <a:lnTo>
                    <a:pt x="6690834" y="2779578"/>
                  </a:lnTo>
                  <a:lnTo>
                    <a:pt x="6691021" y="2778426"/>
                  </a:lnTo>
                  <a:lnTo>
                    <a:pt x="6691208" y="2777238"/>
                  </a:lnTo>
                  <a:lnTo>
                    <a:pt x="6691395" y="2776340"/>
                  </a:lnTo>
                  <a:lnTo>
                    <a:pt x="6691582" y="2775656"/>
                  </a:lnTo>
                  <a:lnTo>
                    <a:pt x="6691769" y="2775296"/>
                  </a:lnTo>
                  <a:lnTo>
                    <a:pt x="6691955" y="2775116"/>
                  </a:lnTo>
                  <a:lnTo>
                    <a:pt x="6692142" y="2775016"/>
                  </a:lnTo>
                  <a:lnTo>
                    <a:pt x="6692329" y="2775172"/>
                  </a:lnTo>
                  <a:lnTo>
                    <a:pt x="6692516" y="2775621"/>
                  </a:lnTo>
                  <a:lnTo>
                    <a:pt x="6692703" y="2776094"/>
                  </a:lnTo>
                  <a:lnTo>
                    <a:pt x="6692890" y="2776421"/>
                  </a:lnTo>
                  <a:lnTo>
                    <a:pt x="6693077" y="2776595"/>
                  </a:lnTo>
                  <a:lnTo>
                    <a:pt x="6693264" y="2776460"/>
                  </a:lnTo>
                  <a:lnTo>
                    <a:pt x="6693451" y="2775963"/>
                  </a:lnTo>
                  <a:lnTo>
                    <a:pt x="6693638" y="2775437"/>
                  </a:lnTo>
                  <a:lnTo>
                    <a:pt x="6693825" y="2775176"/>
                  </a:lnTo>
                  <a:lnTo>
                    <a:pt x="6694012" y="2775229"/>
                  </a:lnTo>
                  <a:lnTo>
                    <a:pt x="6694199" y="2775181"/>
                  </a:lnTo>
                  <a:lnTo>
                    <a:pt x="6694385" y="2775201"/>
                  </a:lnTo>
                  <a:lnTo>
                    <a:pt x="6694572" y="2775301"/>
                  </a:lnTo>
                  <a:lnTo>
                    <a:pt x="6694759" y="2775373"/>
                  </a:lnTo>
                  <a:lnTo>
                    <a:pt x="6694946" y="2775325"/>
                  </a:lnTo>
                  <a:lnTo>
                    <a:pt x="6695133" y="2775127"/>
                  </a:lnTo>
                  <a:lnTo>
                    <a:pt x="6695320" y="2774881"/>
                  </a:lnTo>
                  <a:lnTo>
                    <a:pt x="6695507" y="2774773"/>
                  </a:lnTo>
                  <a:lnTo>
                    <a:pt x="6695694" y="2774664"/>
                  </a:lnTo>
                  <a:lnTo>
                    <a:pt x="6695881" y="2774556"/>
                  </a:lnTo>
                  <a:lnTo>
                    <a:pt x="6696068" y="2774493"/>
                  </a:lnTo>
                  <a:lnTo>
                    <a:pt x="6696255" y="2774277"/>
                  </a:lnTo>
                  <a:lnTo>
                    <a:pt x="6696442" y="2774631"/>
                  </a:lnTo>
                  <a:lnTo>
                    <a:pt x="6696629" y="2774931"/>
                  </a:lnTo>
                  <a:lnTo>
                    <a:pt x="6696815" y="2775089"/>
                  </a:lnTo>
                  <a:lnTo>
                    <a:pt x="6697002" y="2775229"/>
                  </a:lnTo>
                  <a:lnTo>
                    <a:pt x="6697189" y="2775369"/>
                  </a:lnTo>
                  <a:lnTo>
                    <a:pt x="6697376" y="2775508"/>
                  </a:lnTo>
                  <a:lnTo>
                    <a:pt x="6697563" y="2775670"/>
                  </a:lnTo>
                  <a:lnTo>
                    <a:pt x="6697750" y="2775919"/>
                  </a:lnTo>
                  <a:lnTo>
                    <a:pt x="6697937" y="2776157"/>
                  </a:lnTo>
                  <a:lnTo>
                    <a:pt x="6698124" y="2776401"/>
                  </a:lnTo>
                  <a:lnTo>
                    <a:pt x="6698311" y="2776478"/>
                  </a:lnTo>
                  <a:lnTo>
                    <a:pt x="6698498" y="2776554"/>
                  </a:lnTo>
                  <a:lnTo>
                    <a:pt x="6698685" y="2776631"/>
                  </a:lnTo>
                  <a:lnTo>
                    <a:pt x="6698872" y="2776715"/>
                  </a:lnTo>
                  <a:lnTo>
                    <a:pt x="6699058" y="2776936"/>
                  </a:lnTo>
                  <a:lnTo>
                    <a:pt x="6699245" y="2776993"/>
                  </a:lnTo>
                  <a:lnTo>
                    <a:pt x="6699432" y="2777131"/>
                  </a:lnTo>
                  <a:lnTo>
                    <a:pt x="6699619" y="2777131"/>
                  </a:lnTo>
                  <a:lnTo>
                    <a:pt x="6699806" y="2777131"/>
                  </a:lnTo>
                  <a:lnTo>
                    <a:pt x="6699993" y="2777131"/>
                  </a:lnTo>
                  <a:lnTo>
                    <a:pt x="6700180" y="2777131"/>
                  </a:lnTo>
                  <a:lnTo>
                    <a:pt x="6700367" y="2777131"/>
                  </a:lnTo>
                  <a:lnTo>
                    <a:pt x="6700554" y="2777131"/>
                  </a:lnTo>
                  <a:lnTo>
                    <a:pt x="6700741" y="2777131"/>
                  </a:lnTo>
                  <a:lnTo>
                    <a:pt x="6700928" y="2777131"/>
                  </a:lnTo>
                  <a:lnTo>
                    <a:pt x="6701115" y="2777131"/>
                  </a:lnTo>
                  <a:lnTo>
                    <a:pt x="6701302" y="2777131"/>
                  </a:lnTo>
                  <a:lnTo>
                    <a:pt x="6701488" y="2777131"/>
                  </a:lnTo>
                  <a:lnTo>
                    <a:pt x="6701675" y="2777131"/>
                  </a:lnTo>
                  <a:lnTo>
                    <a:pt x="6701862" y="2777131"/>
                  </a:lnTo>
                  <a:lnTo>
                    <a:pt x="6702049" y="2777265"/>
                  </a:lnTo>
                  <a:lnTo>
                    <a:pt x="6702236" y="2777472"/>
                  </a:lnTo>
                  <a:lnTo>
                    <a:pt x="6702423" y="2777837"/>
                  </a:lnTo>
                  <a:lnTo>
                    <a:pt x="6702610" y="2778202"/>
                  </a:lnTo>
                  <a:lnTo>
                    <a:pt x="6702797" y="2778568"/>
                  </a:lnTo>
                  <a:lnTo>
                    <a:pt x="6702984" y="2778942"/>
                  </a:lnTo>
                  <a:lnTo>
                    <a:pt x="6703171" y="2779650"/>
                  </a:lnTo>
                  <a:lnTo>
                    <a:pt x="6703358" y="2780456"/>
                  </a:lnTo>
                  <a:lnTo>
                    <a:pt x="6703545" y="2781401"/>
                  </a:lnTo>
                  <a:lnTo>
                    <a:pt x="6703731" y="2782576"/>
                  </a:lnTo>
                  <a:lnTo>
                    <a:pt x="6703918" y="2783927"/>
                  </a:lnTo>
                  <a:lnTo>
                    <a:pt x="6704105" y="2785278"/>
                  </a:lnTo>
                  <a:lnTo>
                    <a:pt x="6704292" y="2786635"/>
                  </a:lnTo>
                  <a:lnTo>
                    <a:pt x="6704479" y="2787437"/>
                  </a:lnTo>
                  <a:lnTo>
                    <a:pt x="6704666" y="2788099"/>
                  </a:lnTo>
                  <a:lnTo>
                    <a:pt x="6704853" y="2788862"/>
                  </a:lnTo>
                  <a:lnTo>
                    <a:pt x="6705040" y="2789649"/>
                  </a:lnTo>
                  <a:lnTo>
                    <a:pt x="6705227" y="2790113"/>
                  </a:lnTo>
                  <a:lnTo>
                    <a:pt x="6705414" y="2790578"/>
                  </a:lnTo>
                  <a:lnTo>
                    <a:pt x="6705601" y="2791092"/>
                  </a:lnTo>
                  <a:lnTo>
                    <a:pt x="6705788" y="2791514"/>
                  </a:lnTo>
                  <a:lnTo>
                    <a:pt x="6705975" y="2791769"/>
                  </a:lnTo>
                  <a:lnTo>
                    <a:pt x="6706161" y="2791989"/>
                  </a:lnTo>
                  <a:lnTo>
                    <a:pt x="6706348" y="2792174"/>
                  </a:lnTo>
                  <a:lnTo>
                    <a:pt x="6706535" y="2792286"/>
                  </a:lnTo>
                  <a:lnTo>
                    <a:pt x="6706722" y="2792445"/>
                  </a:lnTo>
                  <a:lnTo>
                    <a:pt x="6706909" y="2792630"/>
                  </a:lnTo>
                  <a:lnTo>
                    <a:pt x="6707096" y="2792660"/>
                  </a:lnTo>
                  <a:lnTo>
                    <a:pt x="6707283" y="2792796"/>
                  </a:lnTo>
                  <a:lnTo>
                    <a:pt x="6707470" y="2792995"/>
                  </a:lnTo>
                  <a:lnTo>
                    <a:pt x="6707657" y="2793049"/>
                  </a:lnTo>
                  <a:lnTo>
                    <a:pt x="6707844" y="2793046"/>
                  </a:lnTo>
                  <a:lnTo>
                    <a:pt x="6708031" y="2793196"/>
                  </a:lnTo>
                  <a:lnTo>
                    <a:pt x="6708218" y="2793607"/>
                  </a:lnTo>
                  <a:lnTo>
                    <a:pt x="6708405" y="2793936"/>
                  </a:lnTo>
                  <a:lnTo>
                    <a:pt x="6708591" y="2794180"/>
                  </a:lnTo>
                  <a:lnTo>
                    <a:pt x="6708778" y="2794267"/>
                  </a:lnTo>
                  <a:lnTo>
                    <a:pt x="6708965" y="2794445"/>
                  </a:lnTo>
                  <a:lnTo>
                    <a:pt x="6709152" y="2794690"/>
                  </a:lnTo>
                  <a:lnTo>
                    <a:pt x="6709339" y="2795076"/>
                  </a:lnTo>
                  <a:lnTo>
                    <a:pt x="6709526" y="2795486"/>
                  </a:lnTo>
                  <a:lnTo>
                    <a:pt x="6709713" y="2795930"/>
                  </a:lnTo>
                  <a:lnTo>
                    <a:pt x="6709900" y="2796414"/>
                  </a:lnTo>
                  <a:lnTo>
                    <a:pt x="6710087" y="2796930"/>
                  </a:lnTo>
                  <a:lnTo>
                    <a:pt x="6710274" y="2797388"/>
                  </a:lnTo>
                  <a:lnTo>
                    <a:pt x="6710461" y="2797923"/>
                  </a:lnTo>
                  <a:lnTo>
                    <a:pt x="6710648" y="2798389"/>
                  </a:lnTo>
                  <a:lnTo>
                    <a:pt x="6710834" y="2798857"/>
                  </a:lnTo>
                  <a:lnTo>
                    <a:pt x="6711021" y="2799195"/>
                  </a:lnTo>
                  <a:lnTo>
                    <a:pt x="6711208" y="2799566"/>
                  </a:lnTo>
                  <a:lnTo>
                    <a:pt x="6711395" y="2800049"/>
                  </a:lnTo>
                  <a:lnTo>
                    <a:pt x="6711582" y="2800581"/>
                  </a:lnTo>
                  <a:lnTo>
                    <a:pt x="6711769" y="2801053"/>
                  </a:lnTo>
                  <a:lnTo>
                    <a:pt x="6711956" y="2801415"/>
                  </a:lnTo>
                  <a:lnTo>
                    <a:pt x="6712143" y="2801608"/>
                  </a:lnTo>
                  <a:lnTo>
                    <a:pt x="6712330" y="2801650"/>
                  </a:lnTo>
                  <a:lnTo>
                    <a:pt x="6712517" y="2801608"/>
                  </a:lnTo>
                  <a:lnTo>
                    <a:pt x="6712704" y="2801534"/>
                  </a:lnTo>
                  <a:lnTo>
                    <a:pt x="6712891" y="2801427"/>
                  </a:lnTo>
                  <a:lnTo>
                    <a:pt x="6713078" y="2801351"/>
                  </a:lnTo>
                  <a:lnTo>
                    <a:pt x="6713264" y="2801177"/>
                  </a:lnTo>
                  <a:lnTo>
                    <a:pt x="6713451" y="2801074"/>
                  </a:lnTo>
                  <a:lnTo>
                    <a:pt x="6713638" y="2801007"/>
                  </a:lnTo>
                  <a:lnTo>
                    <a:pt x="6713825" y="2800928"/>
                  </a:lnTo>
                  <a:lnTo>
                    <a:pt x="6714012" y="2800771"/>
                  </a:lnTo>
                  <a:lnTo>
                    <a:pt x="6714199" y="2800499"/>
                  </a:lnTo>
                  <a:lnTo>
                    <a:pt x="6714386" y="2800098"/>
                  </a:lnTo>
                  <a:lnTo>
                    <a:pt x="6714573" y="2799707"/>
                  </a:lnTo>
                  <a:lnTo>
                    <a:pt x="6714760" y="2799374"/>
                  </a:lnTo>
                  <a:lnTo>
                    <a:pt x="6714947" y="2799028"/>
                  </a:lnTo>
                  <a:lnTo>
                    <a:pt x="6715134" y="2798770"/>
                  </a:lnTo>
                  <a:lnTo>
                    <a:pt x="6715321" y="2798511"/>
                  </a:lnTo>
                  <a:lnTo>
                    <a:pt x="6715507" y="2798253"/>
                  </a:lnTo>
                  <a:lnTo>
                    <a:pt x="6715694" y="2797994"/>
                  </a:lnTo>
                  <a:lnTo>
                    <a:pt x="6715881" y="2797736"/>
                  </a:lnTo>
                  <a:lnTo>
                    <a:pt x="6716068" y="2797477"/>
                  </a:lnTo>
                  <a:lnTo>
                    <a:pt x="6716255" y="2797219"/>
                  </a:lnTo>
                  <a:lnTo>
                    <a:pt x="6716442" y="2796960"/>
                  </a:lnTo>
                  <a:lnTo>
                    <a:pt x="6716629" y="2796702"/>
                  </a:lnTo>
                  <a:lnTo>
                    <a:pt x="6716816" y="2796492"/>
                  </a:lnTo>
                  <a:lnTo>
                    <a:pt x="6717003" y="2796330"/>
                  </a:lnTo>
                  <a:lnTo>
                    <a:pt x="6717190" y="2796068"/>
                  </a:lnTo>
                  <a:lnTo>
                    <a:pt x="6717377" y="2795892"/>
                  </a:lnTo>
                  <a:lnTo>
                    <a:pt x="6717564" y="2795717"/>
                  </a:lnTo>
                  <a:lnTo>
                    <a:pt x="6717751" y="2795510"/>
                  </a:lnTo>
                  <a:lnTo>
                    <a:pt x="6717937" y="2795147"/>
                  </a:lnTo>
                  <a:lnTo>
                    <a:pt x="6718124" y="2794513"/>
                  </a:lnTo>
                  <a:lnTo>
                    <a:pt x="6718311" y="2793844"/>
                  </a:lnTo>
                  <a:lnTo>
                    <a:pt x="6718498" y="2793139"/>
                  </a:lnTo>
                  <a:lnTo>
                    <a:pt x="6718685" y="2792406"/>
                  </a:lnTo>
                  <a:lnTo>
                    <a:pt x="6718872" y="2791674"/>
                  </a:lnTo>
                  <a:lnTo>
                    <a:pt x="6719059" y="2790941"/>
                  </a:lnTo>
                  <a:lnTo>
                    <a:pt x="6719246" y="2790209"/>
                  </a:lnTo>
                  <a:lnTo>
                    <a:pt x="6719433" y="2789397"/>
                  </a:lnTo>
                  <a:lnTo>
                    <a:pt x="6719620" y="2788488"/>
                  </a:lnTo>
                  <a:lnTo>
                    <a:pt x="6719807" y="2787580"/>
                  </a:lnTo>
                  <a:lnTo>
                    <a:pt x="6719994" y="2786671"/>
                  </a:lnTo>
                  <a:lnTo>
                    <a:pt x="6720181" y="2785763"/>
                  </a:lnTo>
                  <a:lnTo>
                    <a:pt x="6720367" y="2784775"/>
                  </a:lnTo>
                  <a:lnTo>
                    <a:pt x="6720554" y="2783753"/>
                  </a:lnTo>
                  <a:lnTo>
                    <a:pt x="6720741" y="2782696"/>
                  </a:lnTo>
                  <a:lnTo>
                    <a:pt x="6720928" y="2781809"/>
                  </a:lnTo>
                  <a:lnTo>
                    <a:pt x="6721115" y="2781098"/>
                  </a:lnTo>
                  <a:lnTo>
                    <a:pt x="6721302" y="2780296"/>
                  </a:lnTo>
                  <a:lnTo>
                    <a:pt x="6721489" y="2779513"/>
                  </a:lnTo>
                  <a:lnTo>
                    <a:pt x="6721676" y="2778669"/>
                  </a:lnTo>
                  <a:lnTo>
                    <a:pt x="6721863" y="2777825"/>
                  </a:lnTo>
                  <a:lnTo>
                    <a:pt x="6722050" y="2776980"/>
                  </a:lnTo>
                  <a:lnTo>
                    <a:pt x="6722237" y="2776472"/>
                  </a:lnTo>
                  <a:lnTo>
                    <a:pt x="6722424" y="2776085"/>
                  </a:lnTo>
                  <a:lnTo>
                    <a:pt x="6722610" y="2775880"/>
                  </a:lnTo>
                  <a:lnTo>
                    <a:pt x="6722797" y="2775592"/>
                  </a:lnTo>
                  <a:lnTo>
                    <a:pt x="6722984" y="2775303"/>
                  </a:lnTo>
                  <a:lnTo>
                    <a:pt x="6723171" y="2775079"/>
                  </a:lnTo>
                  <a:lnTo>
                    <a:pt x="6723358" y="2774841"/>
                  </a:lnTo>
                  <a:lnTo>
                    <a:pt x="6723545" y="2774575"/>
                  </a:lnTo>
                  <a:lnTo>
                    <a:pt x="6723732" y="2774242"/>
                  </a:lnTo>
                  <a:lnTo>
                    <a:pt x="6723919" y="2774007"/>
                  </a:lnTo>
                  <a:lnTo>
                    <a:pt x="6724106" y="2773922"/>
                  </a:lnTo>
                  <a:lnTo>
                    <a:pt x="6724293" y="2773819"/>
                  </a:lnTo>
                  <a:lnTo>
                    <a:pt x="6724480" y="2773734"/>
                  </a:lnTo>
                  <a:lnTo>
                    <a:pt x="6724667" y="2773729"/>
                  </a:lnTo>
                  <a:lnTo>
                    <a:pt x="6724854" y="2773890"/>
                  </a:lnTo>
                  <a:lnTo>
                    <a:pt x="6725040" y="2774166"/>
                  </a:lnTo>
                  <a:lnTo>
                    <a:pt x="6725227" y="2774434"/>
                  </a:lnTo>
                  <a:lnTo>
                    <a:pt x="6725414" y="2774889"/>
                  </a:lnTo>
                  <a:lnTo>
                    <a:pt x="6725601" y="2775317"/>
                  </a:lnTo>
                  <a:lnTo>
                    <a:pt x="6725788" y="2775781"/>
                  </a:lnTo>
                  <a:lnTo>
                    <a:pt x="6725975" y="2776509"/>
                  </a:lnTo>
                  <a:lnTo>
                    <a:pt x="6726162" y="2777640"/>
                  </a:lnTo>
                  <a:lnTo>
                    <a:pt x="6726349" y="2778910"/>
                  </a:lnTo>
                  <a:lnTo>
                    <a:pt x="6726536" y="2780512"/>
                  </a:lnTo>
                  <a:lnTo>
                    <a:pt x="6726723" y="2782172"/>
                  </a:lnTo>
                  <a:lnTo>
                    <a:pt x="6726910" y="2784167"/>
                  </a:lnTo>
                  <a:lnTo>
                    <a:pt x="6727097" y="2786264"/>
                  </a:lnTo>
                  <a:lnTo>
                    <a:pt x="6727284" y="2788424"/>
                  </a:lnTo>
                  <a:lnTo>
                    <a:pt x="6727470" y="2790216"/>
                  </a:lnTo>
                  <a:lnTo>
                    <a:pt x="6727657" y="2791958"/>
                  </a:lnTo>
                  <a:lnTo>
                    <a:pt x="6727844" y="2793355"/>
                  </a:lnTo>
                  <a:lnTo>
                    <a:pt x="6728031" y="2794644"/>
                  </a:lnTo>
                  <a:lnTo>
                    <a:pt x="6728218" y="2795771"/>
                  </a:lnTo>
                  <a:lnTo>
                    <a:pt x="6728405" y="2797066"/>
                  </a:lnTo>
                  <a:lnTo>
                    <a:pt x="6728592" y="2798393"/>
                  </a:lnTo>
                  <a:lnTo>
                    <a:pt x="6728779" y="2799421"/>
                  </a:lnTo>
                  <a:lnTo>
                    <a:pt x="6728966" y="2800217"/>
                  </a:lnTo>
                  <a:lnTo>
                    <a:pt x="6729153" y="2801010"/>
                  </a:lnTo>
                  <a:lnTo>
                    <a:pt x="6729340" y="2801621"/>
                  </a:lnTo>
                  <a:lnTo>
                    <a:pt x="6729527" y="2801856"/>
                  </a:lnTo>
                  <a:lnTo>
                    <a:pt x="6729713" y="2801480"/>
                  </a:lnTo>
                  <a:lnTo>
                    <a:pt x="6729900" y="2800802"/>
                  </a:lnTo>
                  <a:lnTo>
                    <a:pt x="6730087" y="2799978"/>
                  </a:lnTo>
                  <a:lnTo>
                    <a:pt x="6730274" y="2799211"/>
                  </a:lnTo>
                  <a:lnTo>
                    <a:pt x="6730461" y="2798492"/>
                  </a:lnTo>
                  <a:lnTo>
                    <a:pt x="6730648" y="2797813"/>
                  </a:lnTo>
                  <a:lnTo>
                    <a:pt x="6730835" y="2797514"/>
                  </a:lnTo>
                  <a:lnTo>
                    <a:pt x="6731022" y="2797259"/>
                  </a:lnTo>
                  <a:lnTo>
                    <a:pt x="6731209" y="2796740"/>
                  </a:lnTo>
                  <a:lnTo>
                    <a:pt x="6731396" y="2796116"/>
                  </a:lnTo>
                  <a:lnTo>
                    <a:pt x="6731583" y="2795649"/>
                  </a:lnTo>
                  <a:lnTo>
                    <a:pt x="6731770" y="2795201"/>
                  </a:lnTo>
                  <a:lnTo>
                    <a:pt x="6731957" y="2794673"/>
                  </a:lnTo>
                  <a:lnTo>
                    <a:pt x="6732143" y="2794172"/>
                  </a:lnTo>
                  <a:lnTo>
                    <a:pt x="6732330" y="2794145"/>
                  </a:lnTo>
                  <a:lnTo>
                    <a:pt x="6732517" y="2794480"/>
                  </a:lnTo>
                  <a:lnTo>
                    <a:pt x="6732704" y="2794752"/>
                  </a:lnTo>
                  <a:lnTo>
                    <a:pt x="6732891" y="2794928"/>
                  </a:lnTo>
                  <a:lnTo>
                    <a:pt x="6733078" y="2795104"/>
                  </a:lnTo>
                  <a:lnTo>
                    <a:pt x="6733265" y="2795280"/>
                  </a:lnTo>
                  <a:lnTo>
                    <a:pt x="6733452" y="2795465"/>
                  </a:lnTo>
                  <a:lnTo>
                    <a:pt x="6733639" y="2795817"/>
                  </a:lnTo>
                  <a:lnTo>
                    <a:pt x="6733826" y="2795938"/>
                  </a:lnTo>
                  <a:lnTo>
                    <a:pt x="6734013" y="2796165"/>
                  </a:lnTo>
                  <a:lnTo>
                    <a:pt x="6734200" y="2796377"/>
                  </a:lnTo>
                  <a:lnTo>
                    <a:pt x="6734386" y="2796474"/>
                  </a:lnTo>
                  <a:lnTo>
                    <a:pt x="6734573" y="2796475"/>
                  </a:lnTo>
                  <a:lnTo>
                    <a:pt x="6734760" y="2796335"/>
                  </a:lnTo>
                  <a:lnTo>
                    <a:pt x="6734947" y="2796174"/>
                  </a:lnTo>
                  <a:lnTo>
                    <a:pt x="6735134" y="2795890"/>
                  </a:lnTo>
                  <a:lnTo>
                    <a:pt x="6735321" y="2795308"/>
                  </a:lnTo>
                  <a:lnTo>
                    <a:pt x="6735508" y="2794783"/>
                  </a:lnTo>
                  <a:lnTo>
                    <a:pt x="6735695" y="2794355"/>
                  </a:lnTo>
                  <a:lnTo>
                    <a:pt x="6735882" y="2794142"/>
                  </a:lnTo>
                  <a:lnTo>
                    <a:pt x="6736069" y="2793944"/>
                  </a:lnTo>
                  <a:lnTo>
                    <a:pt x="6736256" y="2793792"/>
                  </a:lnTo>
                  <a:lnTo>
                    <a:pt x="6736443" y="2793504"/>
                  </a:lnTo>
                  <a:lnTo>
                    <a:pt x="6736630" y="2793256"/>
                  </a:lnTo>
                  <a:lnTo>
                    <a:pt x="6736816" y="2792874"/>
                  </a:lnTo>
                  <a:lnTo>
                    <a:pt x="6737003" y="2792631"/>
                  </a:lnTo>
                  <a:lnTo>
                    <a:pt x="6737190" y="2792452"/>
                  </a:lnTo>
                  <a:lnTo>
                    <a:pt x="6737377" y="2792393"/>
                  </a:lnTo>
                  <a:lnTo>
                    <a:pt x="6737564" y="2792346"/>
                  </a:lnTo>
                  <a:lnTo>
                    <a:pt x="6737751" y="2791950"/>
                  </a:lnTo>
                  <a:lnTo>
                    <a:pt x="6737938" y="2791415"/>
                  </a:lnTo>
                  <a:lnTo>
                    <a:pt x="6738125" y="2790805"/>
                  </a:lnTo>
                  <a:lnTo>
                    <a:pt x="6738312" y="2790101"/>
                  </a:lnTo>
                  <a:lnTo>
                    <a:pt x="6738499" y="2789277"/>
                  </a:lnTo>
                  <a:lnTo>
                    <a:pt x="6738686" y="2788433"/>
                  </a:lnTo>
                  <a:lnTo>
                    <a:pt x="6738873" y="2787543"/>
                  </a:lnTo>
                  <a:lnTo>
                    <a:pt x="6739060" y="2786433"/>
                  </a:lnTo>
                  <a:lnTo>
                    <a:pt x="6739246" y="2785323"/>
                  </a:lnTo>
                  <a:lnTo>
                    <a:pt x="6739433" y="2784080"/>
                  </a:lnTo>
                  <a:lnTo>
                    <a:pt x="6739620" y="2782817"/>
                  </a:lnTo>
                  <a:lnTo>
                    <a:pt x="6739807" y="2781518"/>
                  </a:lnTo>
                  <a:lnTo>
                    <a:pt x="6739994" y="2780225"/>
                  </a:lnTo>
                  <a:lnTo>
                    <a:pt x="6740181" y="2778987"/>
                  </a:lnTo>
                  <a:lnTo>
                    <a:pt x="6740368" y="2777832"/>
                  </a:lnTo>
                  <a:lnTo>
                    <a:pt x="6740555" y="2776860"/>
                  </a:lnTo>
                  <a:lnTo>
                    <a:pt x="6740742" y="2776081"/>
                  </a:lnTo>
                  <a:lnTo>
                    <a:pt x="6740929" y="2775575"/>
                  </a:lnTo>
                  <a:lnTo>
                    <a:pt x="6741116" y="2775122"/>
                  </a:lnTo>
                  <a:lnTo>
                    <a:pt x="6741303" y="2774817"/>
                  </a:lnTo>
                  <a:lnTo>
                    <a:pt x="6741489" y="2774522"/>
                  </a:lnTo>
                  <a:lnTo>
                    <a:pt x="6741676" y="2774221"/>
                  </a:lnTo>
                  <a:lnTo>
                    <a:pt x="6741863" y="2773919"/>
                  </a:lnTo>
                  <a:lnTo>
                    <a:pt x="6742050" y="2773618"/>
                  </a:lnTo>
                  <a:lnTo>
                    <a:pt x="6742237" y="2773323"/>
                  </a:lnTo>
                  <a:lnTo>
                    <a:pt x="6742424" y="2773045"/>
                  </a:lnTo>
                  <a:lnTo>
                    <a:pt x="6742611" y="2772856"/>
                  </a:lnTo>
                  <a:lnTo>
                    <a:pt x="6742798" y="2772666"/>
                  </a:lnTo>
                  <a:lnTo>
                    <a:pt x="6742985" y="2772477"/>
                  </a:lnTo>
                  <a:lnTo>
                    <a:pt x="6743172" y="2772199"/>
                  </a:lnTo>
                  <a:lnTo>
                    <a:pt x="6743359" y="2771996"/>
                  </a:lnTo>
                  <a:lnTo>
                    <a:pt x="6743546" y="2771675"/>
                  </a:lnTo>
                  <a:lnTo>
                    <a:pt x="6743733" y="2771339"/>
                  </a:lnTo>
                  <a:lnTo>
                    <a:pt x="6743919" y="2771059"/>
                  </a:lnTo>
                  <a:lnTo>
                    <a:pt x="6744106" y="2770806"/>
                  </a:lnTo>
                  <a:lnTo>
                    <a:pt x="6744293" y="2770553"/>
                  </a:lnTo>
                  <a:lnTo>
                    <a:pt x="6744480" y="2770454"/>
                  </a:lnTo>
                  <a:lnTo>
                    <a:pt x="6744667" y="2770355"/>
                  </a:lnTo>
                  <a:lnTo>
                    <a:pt x="6744854" y="2770133"/>
                  </a:lnTo>
                  <a:lnTo>
                    <a:pt x="6745041" y="2769788"/>
                  </a:lnTo>
                  <a:lnTo>
                    <a:pt x="6745228" y="2769401"/>
                  </a:lnTo>
                  <a:lnTo>
                    <a:pt x="6745415" y="2769013"/>
                  </a:lnTo>
                  <a:lnTo>
                    <a:pt x="6745602" y="2768625"/>
                  </a:lnTo>
                  <a:lnTo>
                    <a:pt x="6745789" y="2768237"/>
                  </a:lnTo>
                  <a:lnTo>
                    <a:pt x="6745976" y="2767921"/>
                  </a:lnTo>
                  <a:lnTo>
                    <a:pt x="6746163" y="2767664"/>
                  </a:lnTo>
                  <a:lnTo>
                    <a:pt x="6746349" y="2767502"/>
                  </a:lnTo>
                  <a:lnTo>
                    <a:pt x="6746536" y="2767282"/>
                  </a:lnTo>
                  <a:lnTo>
                    <a:pt x="6746723" y="2766754"/>
                  </a:lnTo>
                  <a:lnTo>
                    <a:pt x="6746910" y="2766121"/>
                  </a:lnTo>
                  <a:lnTo>
                    <a:pt x="6747097" y="2765417"/>
                  </a:lnTo>
                  <a:lnTo>
                    <a:pt x="6747284" y="2764582"/>
                  </a:lnTo>
                  <a:lnTo>
                    <a:pt x="6747471" y="2763702"/>
                  </a:lnTo>
                  <a:lnTo>
                    <a:pt x="6747658" y="2762972"/>
                  </a:lnTo>
                  <a:lnTo>
                    <a:pt x="6747845" y="2762444"/>
                  </a:lnTo>
                  <a:lnTo>
                    <a:pt x="6748032" y="2762093"/>
                  </a:lnTo>
                  <a:lnTo>
                    <a:pt x="6748219" y="2761846"/>
                  </a:lnTo>
                  <a:lnTo>
                    <a:pt x="6748406" y="2761764"/>
                  </a:lnTo>
                  <a:lnTo>
                    <a:pt x="6748592" y="2761713"/>
                  </a:lnTo>
                  <a:lnTo>
                    <a:pt x="6748779" y="2761863"/>
                  </a:lnTo>
                  <a:lnTo>
                    <a:pt x="6748966" y="2762137"/>
                  </a:lnTo>
                  <a:lnTo>
                    <a:pt x="6749153" y="2762414"/>
                  </a:lnTo>
                  <a:lnTo>
                    <a:pt x="6749340" y="2762730"/>
                  </a:lnTo>
                  <a:lnTo>
                    <a:pt x="6749527" y="2763120"/>
                  </a:lnTo>
                  <a:lnTo>
                    <a:pt x="6749714" y="2763577"/>
                  </a:lnTo>
                  <a:lnTo>
                    <a:pt x="6749901" y="2764080"/>
                  </a:lnTo>
                  <a:lnTo>
                    <a:pt x="6750088" y="2764667"/>
                  </a:lnTo>
                  <a:lnTo>
                    <a:pt x="6750275" y="2765283"/>
                  </a:lnTo>
                  <a:lnTo>
                    <a:pt x="6750462" y="2765899"/>
                  </a:lnTo>
                  <a:lnTo>
                    <a:pt x="6750649" y="2766462"/>
                  </a:lnTo>
                  <a:lnTo>
                    <a:pt x="6750836" y="2766902"/>
                  </a:lnTo>
                  <a:lnTo>
                    <a:pt x="6751022" y="2767237"/>
                  </a:lnTo>
                  <a:lnTo>
                    <a:pt x="6751209" y="2767584"/>
                  </a:lnTo>
                  <a:lnTo>
                    <a:pt x="6751396" y="2767885"/>
                  </a:lnTo>
                  <a:lnTo>
                    <a:pt x="6751583" y="2768075"/>
                  </a:lnTo>
                  <a:lnTo>
                    <a:pt x="6751770" y="2768213"/>
                  </a:lnTo>
                  <a:lnTo>
                    <a:pt x="6751957" y="2768213"/>
                  </a:lnTo>
                  <a:lnTo>
                    <a:pt x="6752144" y="2768213"/>
                  </a:lnTo>
                  <a:lnTo>
                    <a:pt x="6752331" y="2768213"/>
                  </a:lnTo>
                  <a:lnTo>
                    <a:pt x="6752518" y="2768213"/>
                  </a:lnTo>
                  <a:lnTo>
                    <a:pt x="6752705" y="2768367"/>
                  </a:lnTo>
                  <a:lnTo>
                    <a:pt x="6752892" y="2768521"/>
                  </a:lnTo>
                  <a:lnTo>
                    <a:pt x="6753079" y="2768711"/>
                  </a:lnTo>
                  <a:lnTo>
                    <a:pt x="6753265" y="2768900"/>
                  </a:lnTo>
                  <a:lnTo>
                    <a:pt x="6753452" y="2769090"/>
                  </a:lnTo>
                  <a:lnTo>
                    <a:pt x="6753639" y="2769279"/>
                  </a:lnTo>
                  <a:lnTo>
                    <a:pt x="6753826" y="2769469"/>
                  </a:lnTo>
                  <a:lnTo>
                    <a:pt x="6754013" y="2769658"/>
                  </a:lnTo>
                  <a:lnTo>
                    <a:pt x="6754200" y="2769840"/>
                  </a:lnTo>
                  <a:lnTo>
                    <a:pt x="6754387" y="2769885"/>
                  </a:lnTo>
                  <a:lnTo>
                    <a:pt x="6754574" y="2769858"/>
                  </a:lnTo>
                  <a:lnTo>
                    <a:pt x="6754761" y="2769774"/>
                  </a:lnTo>
                  <a:lnTo>
                    <a:pt x="6754948" y="2769689"/>
                  </a:lnTo>
                  <a:lnTo>
                    <a:pt x="6755135" y="2769538"/>
                  </a:lnTo>
                  <a:lnTo>
                    <a:pt x="6755322" y="2769398"/>
                  </a:lnTo>
                  <a:lnTo>
                    <a:pt x="6755509" y="2769344"/>
                  </a:lnTo>
                  <a:lnTo>
                    <a:pt x="6755695" y="2769148"/>
                  </a:lnTo>
                  <a:lnTo>
                    <a:pt x="6755882" y="2768691"/>
                  </a:lnTo>
                  <a:lnTo>
                    <a:pt x="6756069" y="2768190"/>
                  </a:lnTo>
                  <a:lnTo>
                    <a:pt x="6756256" y="2767690"/>
                  </a:lnTo>
                  <a:lnTo>
                    <a:pt x="6756443" y="2767189"/>
                  </a:lnTo>
                  <a:lnTo>
                    <a:pt x="6756630" y="2766689"/>
                  </a:lnTo>
                  <a:lnTo>
                    <a:pt x="6756817" y="2766217"/>
                  </a:lnTo>
                  <a:lnTo>
                    <a:pt x="6757004" y="2765755"/>
                  </a:lnTo>
                  <a:lnTo>
                    <a:pt x="6757191" y="2765430"/>
                  </a:lnTo>
                  <a:lnTo>
                    <a:pt x="6757378" y="2765237"/>
                  </a:lnTo>
                  <a:lnTo>
                    <a:pt x="6757565" y="2765142"/>
                  </a:lnTo>
                  <a:lnTo>
                    <a:pt x="6757752" y="2765185"/>
                  </a:lnTo>
                  <a:lnTo>
                    <a:pt x="6757939" y="2765411"/>
                  </a:lnTo>
                  <a:lnTo>
                    <a:pt x="6758125" y="2765976"/>
                  </a:lnTo>
                  <a:lnTo>
                    <a:pt x="6758312" y="2766497"/>
                  </a:lnTo>
                  <a:lnTo>
                    <a:pt x="6758499" y="2767133"/>
                  </a:lnTo>
                  <a:lnTo>
                    <a:pt x="6758686" y="2768025"/>
                  </a:lnTo>
                  <a:lnTo>
                    <a:pt x="6758873" y="2769069"/>
                  </a:lnTo>
                  <a:lnTo>
                    <a:pt x="6759060" y="2770174"/>
                  </a:lnTo>
                  <a:lnTo>
                    <a:pt x="6759247" y="2771279"/>
                  </a:lnTo>
                  <a:lnTo>
                    <a:pt x="6759434" y="2772385"/>
                  </a:lnTo>
                  <a:lnTo>
                    <a:pt x="6759621" y="2773104"/>
                  </a:lnTo>
                  <a:lnTo>
                    <a:pt x="6759808" y="2773632"/>
                  </a:lnTo>
                  <a:lnTo>
                    <a:pt x="6759995" y="2774149"/>
                  </a:lnTo>
                  <a:lnTo>
                    <a:pt x="6760182" y="2774649"/>
                  </a:lnTo>
                  <a:lnTo>
                    <a:pt x="6760368" y="2775247"/>
                  </a:lnTo>
                  <a:lnTo>
                    <a:pt x="6760555" y="2775657"/>
                  </a:lnTo>
                  <a:lnTo>
                    <a:pt x="6760742" y="2775988"/>
                  </a:lnTo>
                  <a:lnTo>
                    <a:pt x="6760929" y="2776142"/>
                  </a:lnTo>
                  <a:lnTo>
                    <a:pt x="6761116" y="2776199"/>
                  </a:lnTo>
                  <a:lnTo>
                    <a:pt x="6761303" y="2776191"/>
                  </a:lnTo>
                  <a:lnTo>
                    <a:pt x="6761490" y="2776131"/>
                  </a:lnTo>
                  <a:lnTo>
                    <a:pt x="6761677" y="2776033"/>
                  </a:lnTo>
                  <a:lnTo>
                    <a:pt x="6761864" y="2775916"/>
                  </a:lnTo>
                  <a:lnTo>
                    <a:pt x="6762051" y="2775803"/>
                  </a:lnTo>
                  <a:lnTo>
                    <a:pt x="6762238" y="2775623"/>
                  </a:lnTo>
                  <a:lnTo>
                    <a:pt x="6762425" y="2775565"/>
                  </a:lnTo>
                  <a:lnTo>
                    <a:pt x="6762612" y="2775643"/>
                  </a:lnTo>
                  <a:lnTo>
                    <a:pt x="6762798" y="2775714"/>
                  </a:lnTo>
                  <a:lnTo>
                    <a:pt x="6762985" y="2775829"/>
                  </a:lnTo>
                  <a:lnTo>
                    <a:pt x="6763172" y="2776032"/>
                  </a:lnTo>
                  <a:lnTo>
                    <a:pt x="6763359" y="2776169"/>
                  </a:lnTo>
                  <a:lnTo>
                    <a:pt x="6763546" y="2776228"/>
                  </a:lnTo>
                  <a:lnTo>
                    <a:pt x="6763733" y="2776351"/>
                  </a:lnTo>
                  <a:lnTo>
                    <a:pt x="6763920" y="2776422"/>
                  </a:lnTo>
                  <a:lnTo>
                    <a:pt x="6764107" y="2776559"/>
                  </a:lnTo>
                  <a:lnTo>
                    <a:pt x="6764294" y="2776581"/>
                  </a:lnTo>
                  <a:lnTo>
                    <a:pt x="6764481" y="2776487"/>
                  </a:lnTo>
                  <a:lnTo>
                    <a:pt x="6764668" y="2776492"/>
                  </a:lnTo>
                  <a:lnTo>
                    <a:pt x="6764855" y="2776427"/>
                  </a:lnTo>
                  <a:lnTo>
                    <a:pt x="6765042" y="2776369"/>
                  </a:lnTo>
                  <a:lnTo>
                    <a:pt x="6765228" y="2776339"/>
                  </a:lnTo>
                  <a:lnTo>
                    <a:pt x="6765415" y="2776199"/>
                  </a:lnTo>
                  <a:lnTo>
                    <a:pt x="6765602" y="2776146"/>
                  </a:lnTo>
                  <a:lnTo>
                    <a:pt x="6765789" y="2776055"/>
                  </a:lnTo>
                  <a:lnTo>
                    <a:pt x="6765976" y="2775659"/>
                  </a:lnTo>
                  <a:lnTo>
                    <a:pt x="6766163" y="2775341"/>
                  </a:lnTo>
                  <a:lnTo>
                    <a:pt x="6766350" y="2774984"/>
                  </a:lnTo>
                  <a:lnTo>
                    <a:pt x="6766537" y="2774394"/>
                  </a:lnTo>
                  <a:lnTo>
                    <a:pt x="6766724" y="2773785"/>
                  </a:lnTo>
                  <a:lnTo>
                    <a:pt x="6766911" y="2773475"/>
                  </a:lnTo>
                  <a:lnTo>
                    <a:pt x="6767098" y="2773651"/>
                  </a:lnTo>
                  <a:lnTo>
                    <a:pt x="6767285" y="2773827"/>
                  </a:lnTo>
                  <a:lnTo>
                    <a:pt x="6767471" y="2774003"/>
                  </a:lnTo>
                  <a:lnTo>
                    <a:pt x="6767658" y="2774258"/>
                  </a:lnTo>
                  <a:lnTo>
                    <a:pt x="6767845" y="2774610"/>
                  </a:lnTo>
                  <a:lnTo>
                    <a:pt x="6768032" y="2774944"/>
                  </a:lnTo>
                  <a:lnTo>
                    <a:pt x="6768219" y="2775401"/>
                  </a:lnTo>
                  <a:lnTo>
                    <a:pt x="6768406" y="2775753"/>
                  </a:lnTo>
                  <a:lnTo>
                    <a:pt x="6768593" y="2776131"/>
                  </a:lnTo>
                  <a:lnTo>
                    <a:pt x="6768780" y="2776580"/>
                  </a:lnTo>
                  <a:lnTo>
                    <a:pt x="6768967" y="2776923"/>
                  </a:lnTo>
                  <a:lnTo>
                    <a:pt x="6769154" y="2777275"/>
                  </a:lnTo>
                  <a:lnTo>
                    <a:pt x="6769341" y="2777785"/>
                  </a:lnTo>
                  <a:lnTo>
                    <a:pt x="6769528" y="2778313"/>
                  </a:lnTo>
                  <a:lnTo>
                    <a:pt x="6769715" y="2778515"/>
                  </a:lnTo>
                  <a:lnTo>
                    <a:pt x="6769901" y="2778515"/>
                  </a:lnTo>
                  <a:lnTo>
                    <a:pt x="6770088" y="2778524"/>
                  </a:lnTo>
                  <a:lnTo>
                    <a:pt x="6770275" y="2778524"/>
                  </a:lnTo>
                  <a:lnTo>
                    <a:pt x="6770462" y="2778524"/>
                  </a:lnTo>
                  <a:lnTo>
                    <a:pt x="6770649" y="2778583"/>
                  </a:lnTo>
                  <a:lnTo>
                    <a:pt x="6770836" y="2778648"/>
                  </a:lnTo>
                  <a:lnTo>
                    <a:pt x="6771023" y="2778724"/>
                  </a:lnTo>
                  <a:lnTo>
                    <a:pt x="6771210" y="2778592"/>
                  </a:lnTo>
                  <a:lnTo>
                    <a:pt x="6771397" y="2778380"/>
                  </a:lnTo>
                  <a:lnTo>
                    <a:pt x="6771584" y="2778023"/>
                  </a:lnTo>
                  <a:lnTo>
                    <a:pt x="6771771" y="2777868"/>
                  </a:lnTo>
                  <a:lnTo>
                    <a:pt x="6771958" y="2777791"/>
                  </a:lnTo>
                  <a:lnTo>
                    <a:pt x="6772144" y="2777989"/>
                  </a:lnTo>
                  <a:lnTo>
                    <a:pt x="6772331" y="2777995"/>
                  </a:lnTo>
                  <a:lnTo>
                    <a:pt x="6772518" y="2777882"/>
                  </a:lnTo>
                  <a:lnTo>
                    <a:pt x="6772705" y="2777947"/>
                  </a:lnTo>
                  <a:lnTo>
                    <a:pt x="6772892" y="2777978"/>
                  </a:lnTo>
                  <a:lnTo>
                    <a:pt x="6773079" y="2777976"/>
                  </a:lnTo>
                  <a:lnTo>
                    <a:pt x="6773266" y="2777747"/>
                  </a:lnTo>
                  <a:lnTo>
                    <a:pt x="6773453" y="2777477"/>
                  </a:lnTo>
                  <a:lnTo>
                    <a:pt x="6773640" y="2776967"/>
                  </a:lnTo>
                  <a:lnTo>
                    <a:pt x="6773827" y="2776316"/>
                  </a:lnTo>
                  <a:lnTo>
                    <a:pt x="6774014" y="2775642"/>
                  </a:lnTo>
                  <a:lnTo>
                    <a:pt x="6774201" y="2774996"/>
                  </a:lnTo>
                  <a:lnTo>
                    <a:pt x="6774388" y="2774373"/>
                  </a:lnTo>
                  <a:lnTo>
                    <a:pt x="6774574" y="2773777"/>
                  </a:lnTo>
                  <a:lnTo>
                    <a:pt x="6774761" y="2772880"/>
                  </a:lnTo>
                  <a:lnTo>
                    <a:pt x="6774948" y="2771708"/>
                  </a:lnTo>
                  <a:lnTo>
                    <a:pt x="6775135" y="2771132"/>
                  </a:lnTo>
                  <a:lnTo>
                    <a:pt x="6775322" y="2770826"/>
                  </a:lnTo>
                  <a:lnTo>
                    <a:pt x="6775509" y="2770372"/>
                  </a:lnTo>
                  <a:lnTo>
                    <a:pt x="6775696" y="2770021"/>
                  </a:lnTo>
                  <a:lnTo>
                    <a:pt x="6775883" y="2769789"/>
                  </a:lnTo>
                  <a:lnTo>
                    <a:pt x="6776070" y="2769596"/>
                  </a:lnTo>
                  <a:lnTo>
                    <a:pt x="6776257" y="2769633"/>
                  </a:lnTo>
                  <a:lnTo>
                    <a:pt x="6776444" y="2769959"/>
                  </a:lnTo>
                  <a:lnTo>
                    <a:pt x="6776631" y="2770409"/>
                  </a:lnTo>
                  <a:lnTo>
                    <a:pt x="6776818" y="2771009"/>
                  </a:lnTo>
                  <a:lnTo>
                    <a:pt x="6777004" y="2771599"/>
                  </a:lnTo>
                  <a:lnTo>
                    <a:pt x="6777191" y="2772181"/>
                  </a:lnTo>
                  <a:lnTo>
                    <a:pt x="6777378" y="2772695"/>
                  </a:lnTo>
                  <a:lnTo>
                    <a:pt x="6777565" y="2773502"/>
                  </a:lnTo>
                  <a:lnTo>
                    <a:pt x="6777752" y="2774266"/>
                  </a:lnTo>
                  <a:lnTo>
                    <a:pt x="6777939" y="2774971"/>
                  </a:lnTo>
                  <a:lnTo>
                    <a:pt x="6778126" y="2775485"/>
                  </a:lnTo>
                  <a:lnTo>
                    <a:pt x="6778313" y="2775727"/>
                  </a:lnTo>
                  <a:lnTo>
                    <a:pt x="6778500" y="2775827"/>
                  </a:lnTo>
                  <a:lnTo>
                    <a:pt x="6778687" y="2775761"/>
                  </a:lnTo>
                  <a:lnTo>
                    <a:pt x="6778874" y="2775686"/>
                  </a:lnTo>
                  <a:lnTo>
                    <a:pt x="6779061" y="2775599"/>
                  </a:lnTo>
                  <a:lnTo>
                    <a:pt x="6779247" y="2775462"/>
                  </a:lnTo>
                  <a:lnTo>
                    <a:pt x="6779434" y="2775387"/>
                  </a:lnTo>
                  <a:lnTo>
                    <a:pt x="6779621" y="2775289"/>
                  </a:lnTo>
                  <a:lnTo>
                    <a:pt x="6779808" y="2775186"/>
                  </a:lnTo>
                  <a:lnTo>
                    <a:pt x="6779995" y="2775110"/>
                  </a:lnTo>
                  <a:lnTo>
                    <a:pt x="6780182" y="2775075"/>
                  </a:lnTo>
                  <a:lnTo>
                    <a:pt x="6780369" y="2774990"/>
                  </a:lnTo>
                  <a:lnTo>
                    <a:pt x="6780556" y="2774698"/>
                  </a:lnTo>
                  <a:lnTo>
                    <a:pt x="6780743" y="2774224"/>
                  </a:lnTo>
                  <a:lnTo>
                    <a:pt x="6780930" y="2773476"/>
                  </a:lnTo>
                  <a:lnTo>
                    <a:pt x="6781117" y="2772743"/>
                  </a:lnTo>
                  <a:lnTo>
                    <a:pt x="6781304" y="2771963"/>
                  </a:lnTo>
                  <a:lnTo>
                    <a:pt x="6781491" y="2771183"/>
                  </a:lnTo>
                  <a:lnTo>
                    <a:pt x="6781677" y="2770402"/>
                  </a:lnTo>
                  <a:lnTo>
                    <a:pt x="6781864" y="2769639"/>
                  </a:lnTo>
                  <a:lnTo>
                    <a:pt x="6782051" y="2769035"/>
                  </a:lnTo>
                  <a:lnTo>
                    <a:pt x="6782238" y="2768553"/>
                  </a:lnTo>
                  <a:lnTo>
                    <a:pt x="6782425" y="2768370"/>
                  </a:lnTo>
                  <a:lnTo>
                    <a:pt x="6782612" y="2768300"/>
                  </a:lnTo>
                  <a:lnTo>
                    <a:pt x="6782799" y="2768336"/>
                  </a:lnTo>
                  <a:lnTo>
                    <a:pt x="6782986" y="2768372"/>
                  </a:lnTo>
                  <a:lnTo>
                    <a:pt x="6783173" y="2768409"/>
                  </a:lnTo>
                  <a:lnTo>
                    <a:pt x="6783360" y="2768540"/>
                  </a:lnTo>
                  <a:lnTo>
                    <a:pt x="6783547" y="2768639"/>
                  </a:lnTo>
                  <a:lnTo>
                    <a:pt x="6783734" y="2768800"/>
                  </a:lnTo>
                  <a:lnTo>
                    <a:pt x="6783921" y="2768871"/>
                  </a:lnTo>
                  <a:lnTo>
                    <a:pt x="6784107" y="2769108"/>
                  </a:lnTo>
                  <a:lnTo>
                    <a:pt x="6784294" y="2769293"/>
                  </a:lnTo>
                  <a:lnTo>
                    <a:pt x="6784481" y="2769469"/>
                  </a:lnTo>
                  <a:lnTo>
                    <a:pt x="6784668" y="2769777"/>
                  </a:lnTo>
                  <a:lnTo>
                    <a:pt x="6784855" y="2770129"/>
                  </a:lnTo>
                  <a:lnTo>
                    <a:pt x="6785042" y="2770331"/>
                  </a:lnTo>
                  <a:lnTo>
                    <a:pt x="6785229" y="2770384"/>
                  </a:lnTo>
                  <a:lnTo>
                    <a:pt x="6785416" y="2770384"/>
                  </a:lnTo>
                  <a:lnTo>
                    <a:pt x="6785603" y="2770384"/>
                  </a:lnTo>
                  <a:lnTo>
                    <a:pt x="6785790" y="2770290"/>
                  </a:lnTo>
                  <a:lnTo>
                    <a:pt x="6785977" y="2770165"/>
                  </a:lnTo>
                  <a:lnTo>
                    <a:pt x="6786164" y="2769839"/>
                  </a:lnTo>
                  <a:lnTo>
                    <a:pt x="6786350" y="2769389"/>
                  </a:lnTo>
                  <a:lnTo>
                    <a:pt x="6786537" y="2768937"/>
                  </a:lnTo>
                  <a:lnTo>
                    <a:pt x="6786724" y="2768594"/>
                  </a:lnTo>
                  <a:lnTo>
                    <a:pt x="6786911" y="2768319"/>
                  </a:lnTo>
                  <a:lnTo>
                    <a:pt x="6787098" y="2768134"/>
                  </a:lnTo>
                  <a:lnTo>
                    <a:pt x="6787285" y="2767983"/>
                  </a:lnTo>
                  <a:lnTo>
                    <a:pt x="6787472" y="2767747"/>
                  </a:lnTo>
                  <a:lnTo>
                    <a:pt x="6787659" y="2767483"/>
                  </a:lnTo>
                  <a:lnTo>
                    <a:pt x="6787846" y="2767219"/>
                  </a:lnTo>
                  <a:lnTo>
                    <a:pt x="6788033" y="2766955"/>
                  </a:lnTo>
                  <a:lnTo>
                    <a:pt x="6788220" y="2766691"/>
                  </a:lnTo>
                  <a:lnTo>
                    <a:pt x="6788407" y="2766427"/>
                  </a:lnTo>
                  <a:lnTo>
                    <a:pt x="6788594" y="2766080"/>
                  </a:lnTo>
                  <a:lnTo>
                    <a:pt x="6788780" y="2765779"/>
                  </a:lnTo>
                  <a:lnTo>
                    <a:pt x="6788967" y="2765589"/>
                  </a:lnTo>
                  <a:lnTo>
                    <a:pt x="6789154" y="2765450"/>
                  </a:lnTo>
                  <a:lnTo>
                    <a:pt x="6789341" y="2765450"/>
                  </a:lnTo>
                  <a:lnTo>
                    <a:pt x="6789528" y="2765450"/>
                  </a:lnTo>
                  <a:lnTo>
                    <a:pt x="6789715" y="2765450"/>
                  </a:lnTo>
                  <a:lnTo>
                    <a:pt x="6789902" y="2765450"/>
                  </a:lnTo>
                  <a:lnTo>
                    <a:pt x="6790089" y="2765296"/>
                  </a:lnTo>
                  <a:lnTo>
                    <a:pt x="6790276" y="2765143"/>
                  </a:lnTo>
                  <a:lnTo>
                    <a:pt x="6790463" y="2764953"/>
                  </a:lnTo>
                  <a:lnTo>
                    <a:pt x="6790650" y="2764764"/>
                  </a:lnTo>
                  <a:lnTo>
                    <a:pt x="6790837" y="2764574"/>
                  </a:lnTo>
                  <a:lnTo>
                    <a:pt x="6791023" y="2764385"/>
                  </a:lnTo>
                  <a:lnTo>
                    <a:pt x="6791210" y="2764195"/>
                  </a:lnTo>
                  <a:lnTo>
                    <a:pt x="6791397" y="2764006"/>
                  </a:lnTo>
                  <a:lnTo>
                    <a:pt x="6791584" y="2763823"/>
                  </a:lnTo>
                  <a:lnTo>
                    <a:pt x="6791771" y="2763778"/>
                  </a:lnTo>
                  <a:lnTo>
                    <a:pt x="6791958" y="2763806"/>
                  </a:lnTo>
                  <a:lnTo>
                    <a:pt x="6792145" y="2763890"/>
                  </a:lnTo>
                  <a:lnTo>
                    <a:pt x="6792332" y="2763975"/>
                  </a:lnTo>
                  <a:lnTo>
                    <a:pt x="6792519" y="2764126"/>
                  </a:lnTo>
                  <a:lnTo>
                    <a:pt x="6792706" y="2764327"/>
                  </a:lnTo>
                  <a:lnTo>
                    <a:pt x="6792893" y="2764558"/>
                  </a:lnTo>
                  <a:lnTo>
                    <a:pt x="6793080" y="2764929"/>
                  </a:lnTo>
                  <a:lnTo>
                    <a:pt x="6793267" y="2765562"/>
                  </a:lnTo>
                  <a:lnTo>
                    <a:pt x="6793453" y="2766238"/>
                  </a:lnTo>
                  <a:lnTo>
                    <a:pt x="6793640" y="2766915"/>
                  </a:lnTo>
                  <a:lnTo>
                    <a:pt x="6793827" y="2767433"/>
                  </a:lnTo>
                  <a:lnTo>
                    <a:pt x="6794014" y="2767925"/>
                  </a:lnTo>
                  <a:lnTo>
                    <a:pt x="6794201" y="2768300"/>
                  </a:lnTo>
                  <a:lnTo>
                    <a:pt x="6794388" y="2768762"/>
                  </a:lnTo>
                  <a:lnTo>
                    <a:pt x="6794575" y="2769087"/>
                  </a:lnTo>
                  <a:lnTo>
                    <a:pt x="6794762" y="2769130"/>
                  </a:lnTo>
                  <a:lnTo>
                    <a:pt x="6794949" y="2769174"/>
                  </a:lnTo>
                  <a:lnTo>
                    <a:pt x="6795136" y="2769017"/>
                  </a:lnTo>
                  <a:lnTo>
                    <a:pt x="6795323" y="2768499"/>
                  </a:lnTo>
                  <a:lnTo>
                    <a:pt x="6795510" y="2767826"/>
                  </a:lnTo>
                  <a:lnTo>
                    <a:pt x="6795697" y="2767188"/>
                  </a:lnTo>
                  <a:lnTo>
                    <a:pt x="6795883" y="2766313"/>
                  </a:lnTo>
                  <a:lnTo>
                    <a:pt x="6796070" y="2765336"/>
                  </a:lnTo>
                  <a:lnTo>
                    <a:pt x="6796257" y="2764321"/>
                  </a:lnTo>
                  <a:lnTo>
                    <a:pt x="6796444" y="2763306"/>
                  </a:lnTo>
                  <a:lnTo>
                    <a:pt x="6796631" y="2762421"/>
                  </a:lnTo>
                  <a:lnTo>
                    <a:pt x="6796818" y="2761413"/>
                  </a:lnTo>
                  <a:lnTo>
                    <a:pt x="6797005" y="2760593"/>
                  </a:lnTo>
                  <a:lnTo>
                    <a:pt x="6797192" y="2759841"/>
                  </a:lnTo>
                  <a:lnTo>
                    <a:pt x="6797379" y="2759248"/>
                  </a:lnTo>
                  <a:lnTo>
                    <a:pt x="6797566" y="2758814"/>
                  </a:lnTo>
                  <a:lnTo>
                    <a:pt x="6797753" y="2758371"/>
                  </a:lnTo>
                  <a:lnTo>
                    <a:pt x="6797940" y="2758190"/>
                  </a:lnTo>
                  <a:lnTo>
                    <a:pt x="6798126" y="2758127"/>
                  </a:lnTo>
                  <a:lnTo>
                    <a:pt x="6798313" y="2758060"/>
                  </a:lnTo>
                  <a:lnTo>
                    <a:pt x="6798500" y="2758060"/>
                  </a:lnTo>
                  <a:lnTo>
                    <a:pt x="6798687" y="2758190"/>
                  </a:lnTo>
                  <a:lnTo>
                    <a:pt x="6798874" y="2758235"/>
                  </a:lnTo>
                  <a:lnTo>
                    <a:pt x="6799061" y="2758337"/>
                  </a:lnTo>
                  <a:lnTo>
                    <a:pt x="6799248" y="2758439"/>
                  </a:lnTo>
                  <a:lnTo>
                    <a:pt x="6799435" y="2758528"/>
                  </a:lnTo>
                  <a:lnTo>
                    <a:pt x="6799622" y="2758830"/>
                  </a:lnTo>
                  <a:lnTo>
                    <a:pt x="6799809" y="2759008"/>
                  </a:lnTo>
                  <a:lnTo>
                    <a:pt x="6799996" y="2759060"/>
                  </a:lnTo>
                  <a:lnTo>
                    <a:pt x="6800183" y="2759140"/>
                  </a:lnTo>
                  <a:lnTo>
                    <a:pt x="6800370" y="2759268"/>
                  </a:lnTo>
                  <a:lnTo>
                    <a:pt x="6800556" y="2759164"/>
                  </a:lnTo>
                  <a:lnTo>
                    <a:pt x="6800743" y="2759126"/>
                  </a:lnTo>
                  <a:lnTo>
                    <a:pt x="6800930" y="2759088"/>
                  </a:lnTo>
                  <a:lnTo>
                    <a:pt x="6801117" y="2759194"/>
                  </a:lnTo>
                  <a:lnTo>
                    <a:pt x="6801304" y="2759310"/>
                  </a:lnTo>
                  <a:lnTo>
                    <a:pt x="6801491" y="2759453"/>
                  </a:lnTo>
                  <a:lnTo>
                    <a:pt x="6801678" y="2759578"/>
                  </a:lnTo>
                  <a:lnTo>
                    <a:pt x="6801865" y="2759718"/>
                  </a:lnTo>
                  <a:lnTo>
                    <a:pt x="6802052" y="2759858"/>
                  </a:lnTo>
                  <a:lnTo>
                    <a:pt x="6802239" y="2760103"/>
                  </a:lnTo>
                  <a:lnTo>
                    <a:pt x="6802426" y="2760158"/>
                  </a:lnTo>
                  <a:lnTo>
                    <a:pt x="6802613" y="2760272"/>
                  </a:lnTo>
                  <a:lnTo>
                    <a:pt x="6802800" y="2760501"/>
                  </a:lnTo>
                  <a:lnTo>
                    <a:pt x="6802986" y="2760836"/>
                  </a:lnTo>
                  <a:lnTo>
                    <a:pt x="6803173" y="2761209"/>
                  </a:lnTo>
                  <a:lnTo>
                    <a:pt x="6803360" y="2761875"/>
                  </a:lnTo>
                  <a:lnTo>
                    <a:pt x="6803547" y="2762569"/>
                  </a:lnTo>
                  <a:lnTo>
                    <a:pt x="6803734" y="2763363"/>
                  </a:lnTo>
                  <a:lnTo>
                    <a:pt x="6803921" y="2764110"/>
                  </a:lnTo>
                  <a:lnTo>
                    <a:pt x="6804108" y="2764825"/>
                  </a:lnTo>
                  <a:lnTo>
                    <a:pt x="6804295" y="2765418"/>
                  </a:lnTo>
                  <a:lnTo>
                    <a:pt x="6804482" y="2765938"/>
                  </a:lnTo>
                  <a:lnTo>
                    <a:pt x="6804669" y="2766329"/>
                  </a:lnTo>
                  <a:lnTo>
                    <a:pt x="6804856" y="2766556"/>
                  </a:lnTo>
                  <a:lnTo>
                    <a:pt x="6805043" y="2766539"/>
                  </a:lnTo>
                  <a:lnTo>
                    <a:pt x="6805229" y="2766302"/>
                  </a:lnTo>
                  <a:lnTo>
                    <a:pt x="6805416" y="2765953"/>
                  </a:lnTo>
                  <a:lnTo>
                    <a:pt x="6805603" y="2765288"/>
                  </a:lnTo>
                  <a:lnTo>
                    <a:pt x="6805790" y="2764630"/>
                  </a:lnTo>
                  <a:lnTo>
                    <a:pt x="6805977" y="2763995"/>
                  </a:lnTo>
                  <a:lnTo>
                    <a:pt x="6806164" y="2763269"/>
                  </a:lnTo>
                  <a:lnTo>
                    <a:pt x="6806351" y="2762532"/>
                  </a:lnTo>
                  <a:lnTo>
                    <a:pt x="6806538" y="2761692"/>
                  </a:lnTo>
                  <a:lnTo>
                    <a:pt x="6806725" y="2760705"/>
                  </a:lnTo>
                  <a:lnTo>
                    <a:pt x="6806912" y="2760004"/>
                  </a:lnTo>
                  <a:lnTo>
                    <a:pt x="6807099" y="2759304"/>
                  </a:lnTo>
                  <a:lnTo>
                    <a:pt x="6807286" y="2758613"/>
                  </a:lnTo>
                  <a:lnTo>
                    <a:pt x="6807473" y="2758042"/>
                  </a:lnTo>
                  <a:lnTo>
                    <a:pt x="6807659" y="2757641"/>
                  </a:lnTo>
                  <a:lnTo>
                    <a:pt x="6807846" y="2757344"/>
                  </a:lnTo>
                  <a:lnTo>
                    <a:pt x="6808033" y="2757055"/>
                  </a:lnTo>
                  <a:lnTo>
                    <a:pt x="6808220" y="2756838"/>
                  </a:lnTo>
                  <a:lnTo>
                    <a:pt x="6808407" y="2756653"/>
                  </a:lnTo>
                  <a:lnTo>
                    <a:pt x="6808594" y="2756721"/>
                  </a:lnTo>
                  <a:lnTo>
                    <a:pt x="6808781" y="2756973"/>
                  </a:lnTo>
                  <a:lnTo>
                    <a:pt x="6808968" y="2757303"/>
                  </a:lnTo>
                  <a:lnTo>
                    <a:pt x="6809155" y="2757636"/>
                  </a:lnTo>
                  <a:lnTo>
                    <a:pt x="6809342" y="2758024"/>
                  </a:lnTo>
                  <a:lnTo>
                    <a:pt x="6809529" y="2758362"/>
                  </a:lnTo>
                  <a:lnTo>
                    <a:pt x="6809716" y="2758868"/>
                  </a:lnTo>
                  <a:lnTo>
                    <a:pt x="6809902" y="2759503"/>
                  </a:lnTo>
                  <a:lnTo>
                    <a:pt x="6810089" y="2760187"/>
                  </a:lnTo>
                  <a:lnTo>
                    <a:pt x="6810276" y="2760861"/>
                  </a:lnTo>
                  <a:lnTo>
                    <a:pt x="6810463" y="2761465"/>
                  </a:lnTo>
                  <a:lnTo>
                    <a:pt x="6810650" y="2761932"/>
                  </a:lnTo>
                  <a:lnTo>
                    <a:pt x="6810837" y="2762301"/>
                  </a:lnTo>
                  <a:lnTo>
                    <a:pt x="6811024" y="2762893"/>
                  </a:lnTo>
                  <a:lnTo>
                    <a:pt x="6811211" y="2763455"/>
                  </a:lnTo>
                  <a:lnTo>
                    <a:pt x="6811398" y="2763977"/>
                  </a:lnTo>
                  <a:lnTo>
                    <a:pt x="6811585" y="2764532"/>
                  </a:lnTo>
                  <a:lnTo>
                    <a:pt x="6811772" y="2765104"/>
                  </a:lnTo>
                  <a:lnTo>
                    <a:pt x="6811959" y="2765624"/>
                  </a:lnTo>
                  <a:lnTo>
                    <a:pt x="6812146" y="2766369"/>
                  </a:lnTo>
                  <a:lnTo>
                    <a:pt x="6812332" y="2767396"/>
                  </a:lnTo>
                  <a:lnTo>
                    <a:pt x="6812519" y="2768125"/>
                  </a:lnTo>
                  <a:lnTo>
                    <a:pt x="6812706" y="2768838"/>
                  </a:lnTo>
                  <a:lnTo>
                    <a:pt x="6812893" y="2769803"/>
                  </a:lnTo>
                  <a:lnTo>
                    <a:pt x="6813080" y="2770760"/>
                  </a:lnTo>
                  <a:lnTo>
                    <a:pt x="6813267" y="2771716"/>
                  </a:lnTo>
                  <a:lnTo>
                    <a:pt x="6813454" y="2772655"/>
                  </a:lnTo>
                  <a:lnTo>
                    <a:pt x="6813641" y="2773488"/>
                  </a:lnTo>
                  <a:lnTo>
                    <a:pt x="6813828" y="2774316"/>
                  </a:lnTo>
                  <a:lnTo>
                    <a:pt x="6814015" y="2775010"/>
                  </a:lnTo>
                  <a:lnTo>
                    <a:pt x="6814202" y="2775561"/>
                  </a:lnTo>
                  <a:lnTo>
                    <a:pt x="6814389" y="2776261"/>
                  </a:lnTo>
                  <a:lnTo>
                    <a:pt x="6814576" y="2776875"/>
                  </a:lnTo>
                  <a:lnTo>
                    <a:pt x="6814762" y="2777475"/>
                  </a:lnTo>
                  <a:lnTo>
                    <a:pt x="6814949" y="2777632"/>
                  </a:lnTo>
                  <a:lnTo>
                    <a:pt x="6815136" y="2777796"/>
                  </a:lnTo>
                  <a:lnTo>
                    <a:pt x="6815323" y="2777798"/>
                  </a:lnTo>
                  <a:lnTo>
                    <a:pt x="6815510" y="2777798"/>
                  </a:lnTo>
                  <a:lnTo>
                    <a:pt x="6815697" y="2777798"/>
                  </a:lnTo>
                  <a:lnTo>
                    <a:pt x="6815884" y="2777798"/>
                  </a:lnTo>
                  <a:lnTo>
                    <a:pt x="6816071" y="2777798"/>
                  </a:lnTo>
                  <a:lnTo>
                    <a:pt x="6816258" y="2777798"/>
                  </a:lnTo>
                  <a:lnTo>
                    <a:pt x="6816445" y="2777810"/>
                  </a:lnTo>
                  <a:lnTo>
                    <a:pt x="6816632" y="2777872"/>
                  </a:lnTo>
                  <a:lnTo>
                    <a:pt x="6816819" y="2777872"/>
                  </a:lnTo>
                  <a:lnTo>
                    <a:pt x="6817005" y="2777895"/>
                  </a:lnTo>
                  <a:lnTo>
                    <a:pt x="6817192" y="2777920"/>
                  </a:lnTo>
                  <a:lnTo>
                    <a:pt x="6817379" y="2777968"/>
                  </a:lnTo>
                  <a:lnTo>
                    <a:pt x="6817566" y="2778052"/>
                  </a:lnTo>
                  <a:lnTo>
                    <a:pt x="6817753" y="2778306"/>
                  </a:lnTo>
                  <a:lnTo>
                    <a:pt x="6817940" y="2778825"/>
                  </a:lnTo>
                  <a:lnTo>
                    <a:pt x="6818127" y="2779296"/>
                  </a:lnTo>
                  <a:lnTo>
                    <a:pt x="6818314" y="2780076"/>
                  </a:lnTo>
                  <a:lnTo>
                    <a:pt x="6818501" y="2780857"/>
                  </a:lnTo>
                  <a:lnTo>
                    <a:pt x="6818688" y="2781637"/>
                  </a:lnTo>
                  <a:lnTo>
                    <a:pt x="6818875" y="2782259"/>
                  </a:lnTo>
                  <a:lnTo>
                    <a:pt x="6819062" y="2782671"/>
                  </a:lnTo>
                  <a:lnTo>
                    <a:pt x="6819249" y="2782871"/>
                  </a:lnTo>
                  <a:lnTo>
                    <a:pt x="6819435" y="2782898"/>
                  </a:lnTo>
                  <a:lnTo>
                    <a:pt x="6819622" y="2782925"/>
                  </a:lnTo>
                  <a:lnTo>
                    <a:pt x="6819809" y="2782777"/>
                  </a:lnTo>
                  <a:lnTo>
                    <a:pt x="6819996" y="2782557"/>
                  </a:lnTo>
                  <a:lnTo>
                    <a:pt x="6820183" y="2782233"/>
                  </a:lnTo>
                  <a:lnTo>
                    <a:pt x="6820370" y="2781908"/>
                  </a:lnTo>
                  <a:lnTo>
                    <a:pt x="6820557" y="2781512"/>
                  </a:lnTo>
                  <a:lnTo>
                    <a:pt x="6820744" y="2780949"/>
                  </a:lnTo>
                  <a:lnTo>
                    <a:pt x="6820931" y="2780526"/>
                  </a:lnTo>
                  <a:lnTo>
                    <a:pt x="6821118" y="2779822"/>
                  </a:lnTo>
                  <a:lnTo>
                    <a:pt x="6821305" y="2779268"/>
                  </a:lnTo>
                  <a:lnTo>
                    <a:pt x="6821492" y="2778855"/>
                  </a:lnTo>
                  <a:lnTo>
                    <a:pt x="6821678" y="2778793"/>
                  </a:lnTo>
                  <a:lnTo>
                    <a:pt x="6821865" y="2779232"/>
                  </a:lnTo>
                  <a:lnTo>
                    <a:pt x="6822052" y="2779898"/>
                  </a:lnTo>
                  <a:lnTo>
                    <a:pt x="6822239" y="2780615"/>
                  </a:lnTo>
                  <a:lnTo>
                    <a:pt x="6822426" y="2781333"/>
                  </a:lnTo>
                  <a:lnTo>
                    <a:pt x="6822613" y="2782050"/>
                  </a:lnTo>
                  <a:lnTo>
                    <a:pt x="6822800" y="2782767"/>
                  </a:lnTo>
                  <a:lnTo>
                    <a:pt x="6822987" y="2783484"/>
                  </a:lnTo>
                  <a:lnTo>
                    <a:pt x="6823174" y="2784202"/>
                  </a:lnTo>
                  <a:lnTo>
                    <a:pt x="6823361" y="2784919"/>
                  </a:lnTo>
                  <a:lnTo>
                    <a:pt x="6823548" y="2785549"/>
                  </a:lnTo>
                  <a:lnTo>
                    <a:pt x="6823735" y="2786122"/>
                  </a:lnTo>
                  <a:lnTo>
                    <a:pt x="6823922" y="2786695"/>
                  </a:lnTo>
                  <a:lnTo>
                    <a:pt x="6824108" y="2787119"/>
                  </a:lnTo>
                  <a:lnTo>
                    <a:pt x="6824295" y="2787401"/>
                  </a:lnTo>
                  <a:lnTo>
                    <a:pt x="6824482" y="2787526"/>
                  </a:lnTo>
                  <a:lnTo>
                    <a:pt x="6824669" y="2787695"/>
                  </a:lnTo>
                  <a:lnTo>
                    <a:pt x="6824856" y="2787844"/>
                  </a:lnTo>
                  <a:lnTo>
                    <a:pt x="6825043" y="2787894"/>
                  </a:lnTo>
                  <a:lnTo>
                    <a:pt x="6825230" y="2787944"/>
                  </a:lnTo>
                  <a:lnTo>
                    <a:pt x="6825417" y="2787994"/>
                  </a:lnTo>
                  <a:lnTo>
                    <a:pt x="6825604" y="2788044"/>
                  </a:lnTo>
                  <a:lnTo>
                    <a:pt x="6825791" y="2788094"/>
                  </a:lnTo>
                  <a:lnTo>
                    <a:pt x="6825978" y="2788143"/>
                  </a:lnTo>
                  <a:lnTo>
                    <a:pt x="6826165" y="2788193"/>
                  </a:lnTo>
                  <a:lnTo>
                    <a:pt x="6826352" y="2788318"/>
                  </a:lnTo>
                  <a:lnTo>
                    <a:pt x="6826538" y="2788494"/>
                  </a:lnTo>
                  <a:lnTo>
                    <a:pt x="6826725" y="2788670"/>
                  </a:lnTo>
                  <a:lnTo>
                    <a:pt x="6826912" y="2788845"/>
                  </a:lnTo>
                  <a:lnTo>
                    <a:pt x="6827099" y="2789021"/>
                  </a:lnTo>
                  <a:lnTo>
                    <a:pt x="6827286" y="2789196"/>
                  </a:lnTo>
                  <a:lnTo>
                    <a:pt x="6827473" y="2789344"/>
                  </a:lnTo>
                  <a:lnTo>
                    <a:pt x="6827660" y="2789370"/>
                  </a:lnTo>
                  <a:lnTo>
                    <a:pt x="6827847" y="2789370"/>
                  </a:lnTo>
                  <a:lnTo>
                    <a:pt x="6828034" y="2789370"/>
                  </a:lnTo>
                  <a:lnTo>
                    <a:pt x="6828221" y="2789370"/>
                  </a:lnTo>
                  <a:lnTo>
                    <a:pt x="6828408" y="2789370"/>
                  </a:lnTo>
                  <a:lnTo>
                    <a:pt x="6828595" y="2789370"/>
                  </a:lnTo>
                  <a:lnTo>
                    <a:pt x="6828781" y="2789212"/>
                  </a:lnTo>
                  <a:lnTo>
                    <a:pt x="6828968" y="2788877"/>
                  </a:lnTo>
                  <a:lnTo>
                    <a:pt x="6829155" y="2788525"/>
                  </a:lnTo>
                  <a:lnTo>
                    <a:pt x="6829342" y="2788174"/>
                  </a:lnTo>
                  <a:lnTo>
                    <a:pt x="6829529" y="2787822"/>
                  </a:lnTo>
                  <a:lnTo>
                    <a:pt x="6829716" y="2787470"/>
                  </a:lnTo>
                  <a:lnTo>
                    <a:pt x="6829903" y="2787118"/>
                  </a:lnTo>
                  <a:lnTo>
                    <a:pt x="6830090" y="2786766"/>
                  </a:lnTo>
                  <a:lnTo>
                    <a:pt x="6830277" y="2786414"/>
                  </a:lnTo>
                  <a:lnTo>
                    <a:pt x="6830464" y="2786063"/>
                  </a:lnTo>
                  <a:lnTo>
                    <a:pt x="6830651" y="2785711"/>
                  </a:lnTo>
                  <a:lnTo>
                    <a:pt x="6830838" y="2785359"/>
                  </a:lnTo>
                  <a:lnTo>
                    <a:pt x="6831025" y="2785007"/>
                  </a:lnTo>
                  <a:lnTo>
                    <a:pt x="6831211" y="2784814"/>
                  </a:lnTo>
                  <a:lnTo>
                    <a:pt x="6831398" y="2784647"/>
                  </a:lnTo>
                  <a:lnTo>
                    <a:pt x="6831585" y="2784805"/>
                  </a:lnTo>
                  <a:lnTo>
                    <a:pt x="6831772" y="2785139"/>
                  </a:lnTo>
                  <a:lnTo>
                    <a:pt x="6831959" y="2785491"/>
                  </a:lnTo>
                  <a:lnTo>
                    <a:pt x="6832146" y="2785992"/>
                  </a:lnTo>
                  <a:lnTo>
                    <a:pt x="6832333" y="2786396"/>
                  </a:lnTo>
                  <a:lnTo>
                    <a:pt x="6832520" y="2786941"/>
                  </a:lnTo>
                  <a:lnTo>
                    <a:pt x="6832707" y="2787760"/>
                  </a:lnTo>
                  <a:lnTo>
                    <a:pt x="6832894" y="2788580"/>
                  </a:lnTo>
                  <a:lnTo>
                    <a:pt x="6833081" y="2789401"/>
                  </a:lnTo>
                  <a:lnTo>
                    <a:pt x="6833268" y="2790352"/>
                  </a:lnTo>
                  <a:lnTo>
                    <a:pt x="6833455" y="2791317"/>
                  </a:lnTo>
                  <a:lnTo>
                    <a:pt x="6833641" y="2792283"/>
                  </a:lnTo>
                  <a:lnTo>
                    <a:pt x="6833828" y="2793248"/>
                  </a:lnTo>
                  <a:lnTo>
                    <a:pt x="6834015" y="2794222"/>
                  </a:lnTo>
                  <a:lnTo>
                    <a:pt x="6834202" y="2795214"/>
                  </a:lnTo>
                  <a:lnTo>
                    <a:pt x="6834389" y="2795888"/>
                  </a:lnTo>
                  <a:lnTo>
                    <a:pt x="6834576" y="2796449"/>
                  </a:lnTo>
                  <a:lnTo>
                    <a:pt x="6834763" y="2796822"/>
                  </a:lnTo>
                  <a:lnTo>
                    <a:pt x="6834950" y="2797097"/>
                  </a:lnTo>
                  <a:lnTo>
                    <a:pt x="6835137" y="2797231"/>
                  </a:lnTo>
                  <a:lnTo>
                    <a:pt x="6835324" y="2797307"/>
                  </a:lnTo>
                  <a:lnTo>
                    <a:pt x="6835511" y="2797119"/>
                  </a:lnTo>
                  <a:lnTo>
                    <a:pt x="6835698" y="2797058"/>
                  </a:lnTo>
                  <a:lnTo>
                    <a:pt x="6835884" y="2796996"/>
                  </a:lnTo>
                  <a:lnTo>
                    <a:pt x="6836071" y="2796805"/>
                  </a:lnTo>
                  <a:lnTo>
                    <a:pt x="6836258" y="2796603"/>
                  </a:lnTo>
                  <a:lnTo>
                    <a:pt x="6836445" y="2796401"/>
                  </a:lnTo>
                  <a:lnTo>
                    <a:pt x="6836632" y="2796199"/>
                  </a:lnTo>
                  <a:lnTo>
                    <a:pt x="6836819" y="2795994"/>
                  </a:lnTo>
                  <a:lnTo>
                    <a:pt x="6837006" y="2795735"/>
                  </a:lnTo>
                  <a:lnTo>
                    <a:pt x="6837193" y="2795612"/>
                  </a:lnTo>
                  <a:lnTo>
                    <a:pt x="6837380" y="2795644"/>
                  </a:lnTo>
                  <a:lnTo>
                    <a:pt x="6837567" y="2795725"/>
                  </a:lnTo>
                  <a:lnTo>
                    <a:pt x="6837754" y="2795816"/>
                  </a:lnTo>
                  <a:lnTo>
                    <a:pt x="6837941" y="2796075"/>
                  </a:lnTo>
                  <a:lnTo>
                    <a:pt x="6838128" y="2796408"/>
                  </a:lnTo>
                  <a:lnTo>
                    <a:pt x="6838314" y="2796829"/>
                  </a:lnTo>
                  <a:lnTo>
                    <a:pt x="6838501" y="2797107"/>
                  </a:lnTo>
                  <a:lnTo>
                    <a:pt x="6838688" y="2797374"/>
                  </a:lnTo>
                  <a:lnTo>
                    <a:pt x="6838875" y="2797571"/>
                  </a:lnTo>
                  <a:lnTo>
                    <a:pt x="6839062" y="2797759"/>
                  </a:lnTo>
                  <a:lnTo>
                    <a:pt x="6839249" y="2797946"/>
                  </a:lnTo>
                  <a:lnTo>
                    <a:pt x="6839436" y="2798134"/>
                  </a:lnTo>
                  <a:lnTo>
                    <a:pt x="6839623" y="2798285"/>
                  </a:lnTo>
                  <a:lnTo>
                    <a:pt x="6839810" y="2798580"/>
                  </a:lnTo>
                  <a:lnTo>
                    <a:pt x="6839997" y="2798802"/>
                  </a:lnTo>
                  <a:lnTo>
                    <a:pt x="6840184" y="2799060"/>
                  </a:lnTo>
                  <a:lnTo>
                    <a:pt x="6840371" y="2798934"/>
                  </a:lnTo>
                  <a:lnTo>
                    <a:pt x="6840557" y="2798508"/>
                  </a:lnTo>
                  <a:lnTo>
                    <a:pt x="6840744" y="2798158"/>
                  </a:lnTo>
                  <a:lnTo>
                    <a:pt x="6840931" y="2797833"/>
                  </a:lnTo>
                  <a:lnTo>
                    <a:pt x="6841118" y="2797531"/>
                  </a:lnTo>
                  <a:lnTo>
                    <a:pt x="6841305" y="2797434"/>
                  </a:lnTo>
                  <a:lnTo>
                    <a:pt x="6841492" y="2797387"/>
                  </a:lnTo>
                  <a:lnTo>
                    <a:pt x="6841679" y="2797461"/>
                  </a:lnTo>
                  <a:lnTo>
                    <a:pt x="6841866" y="2797608"/>
                  </a:lnTo>
                  <a:lnTo>
                    <a:pt x="6842053" y="2797885"/>
                  </a:lnTo>
                  <a:lnTo>
                    <a:pt x="6842240" y="2798326"/>
                  </a:lnTo>
                  <a:lnTo>
                    <a:pt x="6842427" y="2798931"/>
                  </a:lnTo>
                  <a:lnTo>
                    <a:pt x="6842614" y="2799681"/>
                  </a:lnTo>
                  <a:lnTo>
                    <a:pt x="6842801" y="2800434"/>
                  </a:lnTo>
                  <a:lnTo>
                    <a:pt x="6842987" y="2801272"/>
                  </a:lnTo>
                  <a:lnTo>
                    <a:pt x="6843174" y="2802307"/>
                  </a:lnTo>
                  <a:lnTo>
                    <a:pt x="6843361" y="2803435"/>
                  </a:lnTo>
                  <a:lnTo>
                    <a:pt x="6843548" y="2804517"/>
                  </a:lnTo>
                  <a:lnTo>
                    <a:pt x="6843735" y="2805598"/>
                  </a:lnTo>
                  <a:lnTo>
                    <a:pt x="6843922" y="2806659"/>
                  </a:lnTo>
                  <a:lnTo>
                    <a:pt x="6844109" y="2807708"/>
                  </a:lnTo>
                  <a:lnTo>
                    <a:pt x="6844296" y="2808454"/>
                  </a:lnTo>
                  <a:lnTo>
                    <a:pt x="6844483" y="2808968"/>
                  </a:lnTo>
                  <a:lnTo>
                    <a:pt x="6844670" y="2809417"/>
                  </a:lnTo>
                  <a:lnTo>
                    <a:pt x="6844857" y="2809946"/>
                  </a:lnTo>
                  <a:lnTo>
                    <a:pt x="6845044" y="2810438"/>
                  </a:lnTo>
                  <a:lnTo>
                    <a:pt x="6845231" y="2810836"/>
                  </a:lnTo>
                  <a:lnTo>
                    <a:pt x="6845417" y="2811191"/>
                  </a:lnTo>
                  <a:lnTo>
                    <a:pt x="6845604" y="2811569"/>
                  </a:lnTo>
                  <a:lnTo>
                    <a:pt x="6845791" y="2811859"/>
                  </a:lnTo>
                  <a:lnTo>
                    <a:pt x="6845978" y="2812023"/>
                  </a:lnTo>
                  <a:lnTo>
                    <a:pt x="6846165" y="2812074"/>
                  </a:lnTo>
                  <a:lnTo>
                    <a:pt x="6846352" y="2812165"/>
                  </a:lnTo>
                  <a:lnTo>
                    <a:pt x="6846539" y="2812034"/>
                  </a:lnTo>
                  <a:lnTo>
                    <a:pt x="6846726" y="2811867"/>
                  </a:lnTo>
                  <a:lnTo>
                    <a:pt x="6846913" y="2811615"/>
                  </a:lnTo>
                  <a:lnTo>
                    <a:pt x="6847100" y="2811387"/>
                  </a:lnTo>
                  <a:lnTo>
                    <a:pt x="6847287" y="2811380"/>
                  </a:lnTo>
                  <a:lnTo>
                    <a:pt x="6847474" y="2811371"/>
                  </a:lnTo>
                  <a:lnTo>
                    <a:pt x="6847660" y="2811325"/>
                  </a:lnTo>
                  <a:lnTo>
                    <a:pt x="6847847" y="2811297"/>
                  </a:lnTo>
                  <a:lnTo>
                    <a:pt x="6848034" y="2811533"/>
                  </a:lnTo>
                  <a:lnTo>
                    <a:pt x="6848221" y="2811781"/>
                  </a:lnTo>
                  <a:lnTo>
                    <a:pt x="6848408" y="2811992"/>
                  </a:lnTo>
                  <a:lnTo>
                    <a:pt x="6848595" y="2812406"/>
                  </a:lnTo>
                  <a:lnTo>
                    <a:pt x="6848782" y="2812851"/>
                  </a:lnTo>
                  <a:lnTo>
                    <a:pt x="6848969" y="2813236"/>
                  </a:lnTo>
                  <a:lnTo>
                    <a:pt x="6849156" y="2813580"/>
                  </a:lnTo>
                  <a:lnTo>
                    <a:pt x="6849343" y="2813885"/>
                  </a:lnTo>
                  <a:lnTo>
                    <a:pt x="6849530" y="2814145"/>
                  </a:lnTo>
                  <a:lnTo>
                    <a:pt x="6849717" y="2814386"/>
                  </a:lnTo>
                  <a:lnTo>
                    <a:pt x="6849904" y="2814778"/>
                  </a:lnTo>
                  <a:lnTo>
                    <a:pt x="6850090" y="2815055"/>
                  </a:lnTo>
                  <a:lnTo>
                    <a:pt x="6850277" y="2815305"/>
                  </a:lnTo>
                  <a:lnTo>
                    <a:pt x="6850464" y="2815555"/>
                  </a:lnTo>
                  <a:lnTo>
                    <a:pt x="6850651" y="2815704"/>
                  </a:lnTo>
                  <a:lnTo>
                    <a:pt x="6850838" y="2815828"/>
                  </a:lnTo>
                  <a:lnTo>
                    <a:pt x="6851025" y="2815893"/>
                  </a:lnTo>
                  <a:lnTo>
                    <a:pt x="6851212" y="2815893"/>
                  </a:lnTo>
                  <a:lnTo>
                    <a:pt x="6851399" y="2815918"/>
                  </a:lnTo>
                  <a:lnTo>
                    <a:pt x="6851586" y="2816066"/>
                  </a:lnTo>
                  <a:lnTo>
                    <a:pt x="6851773" y="2816075"/>
                  </a:lnTo>
                  <a:lnTo>
                    <a:pt x="6851960" y="2816179"/>
                  </a:lnTo>
                  <a:lnTo>
                    <a:pt x="6852147" y="2816357"/>
                  </a:lnTo>
                  <a:lnTo>
                    <a:pt x="6852334" y="2816631"/>
                  </a:lnTo>
                  <a:lnTo>
                    <a:pt x="6852520" y="2816858"/>
                  </a:lnTo>
                  <a:lnTo>
                    <a:pt x="6852707" y="2817087"/>
                  </a:lnTo>
                  <a:lnTo>
                    <a:pt x="6852894" y="2817306"/>
                  </a:lnTo>
                  <a:lnTo>
                    <a:pt x="6853081" y="2817381"/>
                  </a:lnTo>
                  <a:lnTo>
                    <a:pt x="6853268" y="2817457"/>
                  </a:lnTo>
                  <a:lnTo>
                    <a:pt x="6853455" y="2817532"/>
                  </a:lnTo>
                  <a:lnTo>
                    <a:pt x="6853642" y="2817607"/>
                  </a:lnTo>
                  <a:lnTo>
                    <a:pt x="6853829" y="2817682"/>
                  </a:lnTo>
                  <a:lnTo>
                    <a:pt x="6854016" y="2817757"/>
                  </a:lnTo>
                  <a:lnTo>
                    <a:pt x="6854203" y="2817832"/>
                  </a:lnTo>
                  <a:lnTo>
                    <a:pt x="6854390" y="2817908"/>
                  </a:lnTo>
                  <a:lnTo>
                    <a:pt x="6854577" y="2818129"/>
                  </a:lnTo>
                  <a:lnTo>
                    <a:pt x="6854763" y="2818310"/>
                  </a:lnTo>
                  <a:lnTo>
                    <a:pt x="6854950" y="2818415"/>
                  </a:lnTo>
                  <a:lnTo>
                    <a:pt x="6855137" y="2818542"/>
                  </a:lnTo>
                  <a:lnTo>
                    <a:pt x="6855324" y="2818704"/>
                  </a:lnTo>
                  <a:lnTo>
                    <a:pt x="6855511" y="2819098"/>
                  </a:lnTo>
                  <a:lnTo>
                    <a:pt x="6855698" y="2819574"/>
                  </a:lnTo>
                  <a:lnTo>
                    <a:pt x="6855885" y="2820051"/>
                  </a:lnTo>
                  <a:lnTo>
                    <a:pt x="6856072" y="2820527"/>
                  </a:lnTo>
                  <a:lnTo>
                    <a:pt x="6856259" y="2821162"/>
                  </a:lnTo>
                  <a:lnTo>
                    <a:pt x="6856446" y="2822006"/>
                  </a:lnTo>
                  <a:lnTo>
                    <a:pt x="6856633" y="2823045"/>
                  </a:lnTo>
                  <a:lnTo>
                    <a:pt x="6856820" y="2824099"/>
                  </a:lnTo>
                  <a:lnTo>
                    <a:pt x="6857007" y="2825153"/>
                  </a:lnTo>
                  <a:lnTo>
                    <a:pt x="6857193" y="2826206"/>
                  </a:lnTo>
                  <a:lnTo>
                    <a:pt x="6857380" y="2827258"/>
                  </a:lnTo>
                  <a:lnTo>
                    <a:pt x="6857567" y="2828310"/>
                  </a:lnTo>
                  <a:lnTo>
                    <a:pt x="6857754" y="2829362"/>
                  </a:lnTo>
                  <a:lnTo>
                    <a:pt x="6857941" y="2830387"/>
                  </a:lnTo>
                  <a:lnTo>
                    <a:pt x="6858128" y="2831325"/>
                  </a:lnTo>
                  <a:lnTo>
                    <a:pt x="6858315" y="2832039"/>
                  </a:lnTo>
                  <a:lnTo>
                    <a:pt x="6858502" y="2832743"/>
                  </a:lnTo>
                  <a:lnTo>
                    <a:pt x="6858689" y="2833447"/>
                  </a:lnTo>
                  <a:lnTo>
                    <a:pt x="6858751" y="2833682"/>
                  </a:lnTo>
                  <a:lnTo>
                    <a:pt x="6896634" y="2833582"/>
                  </a:lnTo>
                  <a:lnTo>
                    <a:pt x="6896821" y="2833230"/>
                  </a:lnTo>
                  <a:lnTo>
                    <a:pt x="6897008" y="2832878"/>
                  </a:lnTo>
                  <a:lnTo>
                    <a:pt x="6897194" y="2832372"/>
                  </a:lnTo>
                  <a:lnTo>
                    <a:pt x="6897381" y="2831840"/>
                  </a:lnTo>
                  <a:lnTo>
                    <a:pt x="6897568" y="2831299"/>
                  </a:lnTo>
                  <a:lnTo>
                    <a:pt x="6897755" y="2830757"/>
                  </a:lnTo>
                  <a:lnTo>
                    <a:pt x="6897942" y="2830216"/>
                  </a:lnTo>
                  <a:lnTo>
                    <a:pt x="6898129" y="2829675"/>
                  </a:lnTo>
                  <a:lnTo>
                    <a:pt x="6898316" y="2829027"/>
                  </a:lnTo>
                  <a:lnTo>
                    <a:pt x="6898503" y="2828300"/>
                  </a:lnTo>
                  <a:lnTo>
                    <a:pt x="6898690" y="2827527"/>
                  </a:lnTo>
                  <a:lnTo>
                    <a:pt x="6898877" y="2826788"/>
                  </a:lnTo>
                  <a:lnTo>
                    <a:pt x="6899064" y="2826172"/>
                  </a:lnTo>
                  <a:lnTo>
                    <a:pt x="6899251" y="2825679"/>
                  </a:lnTo>
                  <a:lnTo>
                    <a:pt x="6899438" y="2825186"/>
                  </a:lnTo>
                  <a:lnTo>
                    <a:pt x="6899624" y="2824693"/>
                  </a:lnTo>
                  <a:lnTo>
                    <a:pt x="6899811" y="2824200"/>
                  </a:lnTo>
                  <a:lnTo>
                    <a:pt x="6899998" y="2823742"/>
                  </a:lnTo>
                  <a:lnTo>
                    <a:pt x="6900185" y="2823291"/>
                  </a:lnTo>
                  <a:lnTo>
                    <a:pt x="6900372" y="2822872"/>
                  </a:lnTo>
                  <a:lnTo>
                    <a:pt x="6900559" y="2822481"/>
                  </a:lnTo>
                  <a:lnTo>
                    <a:pt x="6900746" y="2822091"/>
                  </a:lnTo>
                  <a:lnTo>
                    <a:pt x="6900933" y="2821701"/>
                  </a:lnTo>
                  <a:lnTo>
                    <a:pt x="6901120" y="2821310"/>
                  </a:lnTo>
                  <a:lnTo>
                    <a:pt x="6901307" y="2820920"/>
                  </a:lnTo>
                  <a:lnTo>
                    <a:pt x="6901494" y="2820566"/>
                  </a:lnTo>
                  <a:lnTo>
                    <a:pt x="6901681" y="2820261"/>
                  </a:lnTo>
                  <a:lnTo>
                    <a:pt x="6901868" y="2820094"/>
                  </a:lnTo>
                  <a:lnTo>
                    <a:pt x="6902054" y="2819989"/>
                  </a:lnTo>
                  <a:lnTo>
                    <a:pt x="6902241" y="2819885"/>
                  </a:lnTo>
                  <a:lnTo>
                    <a:pt x="6902428" y="2819685"/>
                  </a:lnTo>
                  <a:lnTo>
                    <a:pt x="6902615" y="2819473"/>
                  </a:lnTo>
                  <a:lnTo>
                    <a:pt x="6902802" y="2819346"/>
                  </a:lnTo>
                  <a:lnTo>
                    <a:pt x="6902989" y="2819267"/>
                  </a:lnTo>
                  <a:lnTo>
                    <a:pt x="6903176" y="2819158"/>
                  </a:lnTo>
                  <a:lnTo>
                    <a:pt x="6903363" y="2819052"/>
                  </a:lnTo>
                  <a:lnTo>
                    <a:pt x="6903550" y="2819067"/>
                  </a:lnTo>
                  <a:lnTo>
                    <a:pt x="6903737" y="2819117"/>
                  </a:lnTo>
                  <a:lnTo>
                    <a:pt x="6903924" y="2819121"/>
                  </a:lnTo>
                  <a:lnTo>
                    <a:pt x="6904111" y="2819232"/>
                  </a:lnTo>
                  <a:lnTo>
                    <a:pt x="6904297" y="2819344"/>
                  </a:lnTo>
                  <a:lnTo>
                    <a:pt x="6904484" y="2819455"/>
                  </a:lnTo>
                  <a:lnTo>
                    <a:pt x="6904671" y="2819573"/>
                  </a:lnTo>
                  <a:lnTo>
                    <a:pt x="6904858" y="2819692"/>
                  </a:lnTo>
                  <a:lnTo>
                    <a:pt x="6905045" y="2819811"/>
                  </a:lnTo>
                  <a:lnTo>
                    <a:pt x="6905232" y="2820167"/>
                  </a:lnTo>
                  <a:lnTo>
                    <a:pt x="6905419" y="2820558"/>
                  </a:lnTo>
                  <a:lnTo>
                    <a:pt x="6905606" y="2820881"/>
                  </a:lnTo>
                  <a:lnTo>
                    <a:pt x="6905793" y="2821146"/>
                  </a:lnTo>
                  <a:lnTo>
                    <a:pt x="6905980" y="2821365"/>
                  </a:lnTo>
                  <a:lnTo>
                    <a:pt x="6906167" y="2821574"/>
                  </a:lnTo>
                  <a:lnTo>
                    <a:pt x="6906354" y="2821599"/>
                  </a:lnTo>
                  <a:lnTo>
                    <a:pt x="6906541" y="2821599"/>
                  </a:lnTo>
                  <a:lnTo>
                    <a:pt x="6906727" y="2821722"/>
                  </a:lnTo>
                  <a:lnTo>
                    <a:pt x="6906914" y="2821722"/>
                  </a:lnTo>
                  <a:lnTo>
                    <a:pt x="6907101" y="2821722"/>
                  </a:lnTo>
                  <a:lnTo>
                    <a:pt x="6907288" y="2821777"/>
                  </a:lnTo>
                  <a:lnTo>
                    <a:pt x="6907475" y="2821630"/>
                  </a:lnTo>
                  <a:lnTo>
                    <a:pt x="6907662" y="2821339"/>
                  </a:lnTo>
                  <a:lnTo>
                    <a:pt x="6907849" y="2820863"/>
                  </a:lnTo>
                  <a:lnTo>
                    <a:pt x="6908036" y="2820324"/>
                  </a:lnTo>
                  <a:lnTo>
                    <a:pt x="6908223" y="2819785"/>
                  </a:lnTo>
                  <a:lnTo>
                    <a:pt x="6908410" y="2819240"/>
                  </a:lnTo>
                  <a:lnTo>
                    <a:pt x="6908597" y="2818621"/>
                  </a:lnTo>
                  <a:lnTo>
                    <a:pt x="6908784" y="2818134"/>
                  </a:lnTo>
                  <a:lnTo>
                    <a:pt x="6908971" y="2817674"/>
                  </a:lnTo>
                  <a:lnTo>
                    <a:pt x="6909157" y="2817214"/>
                  </a:lnTo>
                  <a:lnTo>
                    <a:pt x="6909344" y="2816754"/>
                  </a:lnTo>
                  <a:lnTo>
                    <a:pt x="6909531" y="2816303"/>
                  </a:lnTo>
                  <a:lnTo>
                    <a:pt x="6909718" y="2815850"/>
                  </a:lnTo>
                  <a:lnTo>
                    <a:pt x="6909905" y="2815437"/>
                  </a:lnTo>
                  <a:lnTo>
                    <a:pt x="6910092" y="2815184"/>
                  </a:lnTo>
                  <a:lnTo>
                    <a:pt x="6910279" y="2815141"/>
                  </a:lnTo>
                  <a:lnTo>
                    <a:pt x="6910466" y="2815197"/>
                  </a:lnTo>
                  <a:lnTo>
                    <a:pt x="6910653" y="2815469"/>
                  </a:lnTo>
                  <a:lnTo>
                    <a:pt x="6910840" y="2815840"/>
                  </a:lnTo>
                  <a:lnTo>
                    <a:pt x="6911027" y="2816202"/>
                  </a:lnTo>
                  <a:lnTo>
                    <a:pt x="6911214" y="2816696"/>
                  </a:lnTo>
                  <a:lnTo>
                    <a:pt x="6911400" y="2817236"/>
                  </a:lnTo>
                  <a:lnTo>
                    <a:pt x="6911587" y="2817767"/>
                  </a:lnTo>
                  <a:lnTo>
                    <a:pt x="6911774" y="2818272"/>
                  </a:lnTo>
                  <a:lnTo>
                    <a:pt x="6911961" y="2818777"/>
                  </a:lnTo>
                  <a:lnTo>
                    <a:pt x="6912148" y="2819295"/>
                  </a:lnTo>
                  <a:lnTo>
                    <a:pt x="6912335" y="2819642"/>
                  </a:lnTo>
                  <a:lnTo>
                    <a:pt x="6912522" y="2820041"/>
                  </a:lnTo>
                  <a:lnTo>
                    <a:pt x="6912709" y="2820481"/>
                  </a:lnTo>
                  <a:lnTo>
                    <a:pt x="6912896" y="2820752"/>
                  </a:lnTo>
                  <a:lnTo>
                    <a:pt x="6913083" y="2820828"/>
                  </a:lnTo>
                  <a:lnTo>
                    <a:pt x="6913270" y="2820538"/>
                  </a:lnTo>
                  <a:lnTo>
                    <a:pt x="6913457" y="2820204"/>
                  </a:lnTo>
                  <a:lnTo>
                    <a:pt x="6913644" y="2819980"/>
                  </a:lnTo>
                  <a:lnTo>
                    <a:pt x="6913830" y="2819680"/>
                  </a:lnTo>
                  <a:lnTo>
                    <a:pt x="6914017" y="2819276"/>
                  </a:lnTo>
                  <a:lnTo>
                    <a:pt x="6914204" y="2818787"/>
                  </a:lnTo>
                  <a:lnTo>
                    <a:pt x="6914391" y="2818307"/>
                  </a:lnTo>
                  <a:lnTo>
                    <a:pt x="6914578" y="2817826"/>
                  </a:lnTo>
                  <a:lnTo>
                    <a:pt x="6914765" y="2817346"/>
                  </a:lnTo>
                  <a:lnTo>
                    <a:pt x="6914952" y="2816857"/>
                  </a:lnTo>
                  <a:lnTo>
                    <a:pt x="6915139" y="2816374"/>
                  </a:lnTo>
                  <a:lnTo>
                    <a:pt x="6915326" y="2815851"/>
                  </a:lnTo>
                  <a:lnTo>
                    <a:pt x="6915513" y="2815280"/>
                  </a:lnTo>
                  <a:lnTo>
                    <a:pt x="6915700" y="2814746"/>
                  </a:lnTo>
                  <a:lnTo>
                    <a:pt x="6915887" y="2814312"/>
                  </a:lnTo>
                  <a:lnTo>
                    <a:pt x="6916073" y="2814031"/>
                  </a:lnTo>
                  <a:lnTo>
                    <a:pt x="6916260" y="2813598"/>
                  </a:lnTo>
                  <a:lnTo>
                    <a:pt x="6916447" y="2813238"/>
                  </a:lnTo>
                  <a:lnTo>
                    <a:pt x="6916634" y="2812598"/>
                  </a:lnTo>
                  <a:lnTo>
                    <a:pt x="6916821" y="2811983"/>
                  </a:lnTo>
                  <a:lnTo>
                    <a:pt x="6917008" y="2811347"/>
                  </a:lnTo>
                  <a:lnTo>
                    <a:pt x="6917195" y="2810710"/>
                  </a:lnTo>
                  <a:lnTo>
                    <a:pt x="6917382" y="2810073"/>
                  </a:lnTo>
                  <a:lnTo>
                    <a:pt x="6917569" y="2809436"/>
                  </a:lnTo>
                  <a:lnTo>
                    <a:pt x="6917756" y="2808799"/>
                  </a:lnTo>
                  <a:lnTo>
                    <a:pt x="6917943" y="2808163"/>
                  </a:lnTo>
                  <a:lnTo>
                    <a:pt x="6918130" y="2807699"/>
                  </a:lnTo>
                  <a:lnTo>
                    <a:pt x="6918317" y="2807318"/>
                  </a:lnTo>
                  <a:lnTo>
                    <a:pt x="6918503" y="2807089"/>
                  </a:lnTo>
                  <a:lnTo>
                    <a:pt x="6918690" y="2807018"/>
                  </a:lnTo>
                  <a:lnTo>
                    <a:pt x="6918877" y="2806990"/>
                  </a:lnTo>
                  <a:lnTo>
                    <a:pt x="6919064" y="2807111"/>
                  </a:lnTo>
                  <a:lnTo>
                    <a:pt x="6919251" y="2807144"/>
                  </a:lnTo>
                  <a:lnTo>
                    <a:pt x="6919438" y="2807341"/>
                  </a:lnTo>
                  <a:lnTo>
                    <a:pt x="6919625" y="2807590"/>
                  </a:lnTo>
                  <a:lnTo>
                    <a:pt x="6919812" y="2807860"/>
                  </a:lnTo>
                  <a:lnTo>
                    <a:pt x="6919999" y="2807976"/>
                  </a:lnTo>
                  <a:lnTo>
                    <a:pt x="6920186" y="2808097"/>
                  </a:lnTo>
                  <a:lnTo>
                    <a:pt x="6920373" y="2808242"/>
                  </a:lnTo>
                  <a:lnTo>
                    <a:pt x="6920560" y="2808601"/>
                  </a:lnTo>
                  <a:lnTo>
                    <a:pt x="6920747" y="2809159"/>
                  </a:lnTo>
                  <a:lnTo>
                    <a:pt x="6920933" y="2809796"/>
                  </a:lnTo>
                  <a:lnTo>
                    <a:pt x="6921120" y="2810510"/>
                  </a:lnTo>
                  <a:lnTo>
                    <a:pt x="6921307" y="2811282"/>
                  </a:lnTo>
                  <a:lnTo>
                    <a:pt x="6921494" y="2811969"/>
                  </a:lnTo>
                  <a:lnTo>
                    <a:pt x="6921681" y="2812561"/>
                  </a:lnTo>
                  <a:lnTo>
                    <a:pt x="6921868" y="2813025"/>
                  </a:lnTo>
                  <a:lnTo>
                    <a:pt x="6922055" y="2813538"/>
                  </a:lnTo>
                  <a:lnTo>
                    <a:pt x="6922242" y="2814157"/>
                  </a:lnTo>
                  <a:lnTo>
                    <a:pt x="6922429" y="2814749"/>
                  </a:lnTo>
                  <a:lnTo>
                    <a:pt x="6922616" y="2815325"/>
                  </a:lnTo>
                  <a:lnTo>
                    <a:pt x="6922803" y="2815760"/>
                  </a:lnTo>
                  <a:lnTo>
                    <a:pt x="6922990" y="2816292"/>
                  </a:lnTo>
                  <a:lnTo>
                    <a:pt x="6923176" y="2816933"/>
                  </a:lnTo>
                  <a:lnTo>
                    <a:pt x="6923363" y="2817264"/>
                  </a:lnTo>
                  <a:lnTo>
                    <a:pt x="6923550" y="2817353"/>
                  </a:lnTo>
                  <a:lnTo>
                    <a:pt x="6923737" y="2817418"/>
                  </a:lnTo>
                  <a:lnTo>
                    <a:pt x="6923924" y="2817414"/>
                  </a:lnTo>
                  <a:lnTo>
                    <a:pt x="6924111" y="2817370"/>
                  </a:lnTo>
                  <a:lnTo>
                    <a:pt x="6924298" y="2817353"/>
                  </a:lnTo>
                  <a:lnTo>
                    <a:pt x="6924485" y="2817170"/>
                  </a:lnTo>
                  <a:lnTo>
                    <a:pt x="6924672" y="2817130"/>
                  </a:lnTo>
                  <a:lnTo>
                    <a:pt x="6924859" y="2817203"/>
                  </a:lnTo>
                  <a:lnTo>
                    <a:pt x="6925046" y="2817071"/>
                  </a:lnTo>
                  <a:lnTo>
                    <a:pt x="6925233" y="2816639"/>
                  </a:lnTo>
                  <a:lnTo>
                    <a:pt x="6925420" y="2816118"/>
                  </a:lnTo>
                  <a:lnTo>
                    <a:pt x="6925606" y="2815416"/>
                  </a:lnTo>
                  <a:lnTo>
                    <a:pt x="6925793" y="2814698"/>
                  </a:lnTo>
                  <a:lnTo>
                    <a:pt x="6925980" y="2814017"/>
                  </a:lnTo>
                  <a:lnTo>
                    <a:pt x="6926167" y="2813485"/>
                  </a:lnTo>
                  <a:lnTo>
                    <a:pt x="6926354" y="2812979"/>
                  </a:lnTo>
                  <a:lnTo>
                    <a:pt x="6926541" y="2812594"/>
                  </a:lnTo>
                  <a:lnTo>
                    <a:pt x="6926728" y="2812535"/>
                  </a:lnTo>
                  <a:lnTo>
                    <a:pt x="6926915" y="2812535"/>
                  </a:lnTo>
                  <a:lnTo>
                    <a:pt x="6927102" y="2812583"/>
                  </a:lnTo>
                  <a:lnTo>
                    <a:pt x="6927289" y="2812630"/>
                  </a:lnTo>
                  <a:lnTo>
                    <a:pt x="6927476" y="2812678"/>
                  </a:lnTo>
                  <a:lnTo>
                    <a:pt x="6927663" y="2812725"/>
                  </a:lnTo>
                  <a:lnTo>
                    <a:pt x="6927849" y="2812831"/>
                  </a:lnTo>
                  <a:lnTo>
                    <a:pt x="6928036" y="2813023"/>
                  </a:lnTo>
                  <a:lnTo>
                    <a:pt x="6928223" y="2813357"/>
                  </a:lnTo>
                  <a:lnTo>
                    <a:pt x="6928410" y="2813830"/>
                  </a:lnTo>
                  <a:lnTo>
                    <a:pt x="6928597" y="2814679"/>
                  </a:lnTo>
                  <a:lnTo>
                    <a:pt x="6928784" y="2815572"/>
                  </a:lnTo>
                  <a:lnTo>
                    <a:pt x="6928971" y="2816572"/>
                  </a:lnTo>
                  <a:lnTo>
                    <a:pt x="6929158" y="2817571"/>
                  </a:lnTo>
                  <a:lnTo>
                    <a:pt x="6929345" y="2818435"/>
                  </a:lnTo>
                  <a:lnTo>
                    <a:pt x="6929532" y="2819135"/>
                  </a:lnTo>
                  <a:lnTo>
                    <a:pt x="6929719" y="2819764"/>
                  </a:lnTo>
                  <a:lnTo>
                    <a:pt x="6929906" y="2820306"/>
                  </a:lnTo>
                  <a:lnTo>
                    <a:pt x="6930093" y="2820847"/>
                  </a:lnTo>
                  <a:lnTo>
                    <a:pt x="6930279" y="2821388"/>
                  </a:lnTo>
                  <a:lnTo>
                    <a:pt x="6930466" y="2821930"/>
                  </a:lnTo>
                  <a:lnTo>
                    <a:pt x="6930653" y="2822471"/>
                  </a:lnTo>
                  <a:lnTo>
                    <a:pt x="6930840" y="2823012"/>
                  </a:lnTo>
                  <a:lnTo>
                    <a:pt x="6931027" y="2823386"/>
                  </a:lnTo>
                  <a:lnTo>
                    <a:pt x="6931214" y="2823752"/>
                  </a:lnTo>
                  <a:lnTo>
                    <a:pt x="6931401" y="2823985"/>
                  </a:lnTo>
                  <a:lnTo>
                    <a:pt x="6931588" y="2824263"/>
                  </a:lnTo>
                  <a:lnTo>
                    <a:pt x="6931775" y="2824452"/>
                  </a:lnTo>
                  <a:lnTo>
                    <a:pt x="6931962" y="2824729"/>
                  </a:lnTo>
                  <a:lnTo>
                    <a:pt x="6932149" y="2824919"/>
                  </a:lnTo>
                  <a:lnTo>
                    <a:pt x="6932336" y="2825108"/>
                  </a:lnTo>
                  <a:lnTo>
                    <a:pt x="6932523" y="2825298"/>
                  </a:lnTo>
                  <a:lnTo>
                    <a:pt x="6932709" y="2825487"/>
                  </a:lnTo>
                  <a:lnTo>
                    <a:pt x="6932896" y="2825677"/>
                  </a:lnTo>
                  <a:lnTo>
                    <a:pt x="6933083" y="2825866"/>
                  </a:lnTo>
                  <a:lnTo>
                    <a:pt x="6933270" y="2826056"/>
                  </a:lnTo>
                  <a:lnTo>
                    <a:pt x="6933457" y="2826316"/>
                  </a:lnTo>
                  <a:lnTo>
                    <a:pt x="6933644" y="2826734"/>
                  </a:lnTo>
                  <a:lnTo>
                    <a:pt x="6933831" y="2827275"/>
                  </a:lnTo>
                  <a:lnTo>
                    <a:pt x="6934018" y="2827816"/>
                  </a:lnTo>
                  <a:lnTo>
                    <a:pt x="6934205" y="2828358"/>
                  </a:lnTo>
                  <a:lnTo>
                    <a:pt x="6934392" y="2828890"/>
                  </a:lnTo>
                  <a:lnTo>
                    <a:pt x="6934579" y="2829396"/>
                  </a:lnTo>
                  <a:lnTo>
                    <a:pt x="6934766" y="2829747"/>
                  </a:lnTo>
                  <a:lnTo>
                    <a:pt x="6934952" y="2830099"/>
                  </a:lnTo>
                  <a:lnTo>
                    <a:pt x="6935139" y="2830451"/>
                  </a:lnTo>
                  <a:lnTo>
                    <a:pt x="6935326" y="2830803"/>
                  </a:lnTo>
                  <a:lnTo>
                    <a:pt x="6935513" y="2831155"/>
                  </a:lnTo>
                  <a:lnTo>
                    <a:pt x="6935700" y="2831507"/>
                  </a:lnTo>
                  <a:lnTo>
                    <a:pt x="6935887" y="2831858"/>
                  </a:lnTo>
                  <a:lnTo>
                    <a:pt x="6936074" y="2832210"/>
                  </a:lnTo>
                  <a:lnTo>
                    <a:pt x="6936261" y="2832492"/>
                  </a:lnTo>
                  <a:lnTo>
                    <a:pt x="6936448" y="2832615"/>
                  </a:lnTo>
                  <a:lnTo>
                    <a:pt x="6936635" y="2832615"/>
                  </a:lnTo>
                  <a:lnTo>
                    <a:pt x="6936822" y="2832615"/>
                  </a:lnTo>
                  <a:lnTo>
                    <a:pt x="6937009" y="2832615"/>
                  </a:lnTo>
                  <a:lnTo>
                    <a:pt x="6937196" y="2832615"/>
                  </a:lnTo>
                  <a:lnTo>
                    <a:pt x="6937382" y="2832615"/>
                  </a:lnTo>
                  <a:lnTo>
                    <a:pt x="6937569" y="2832615"/>
                  </a:lnTo>
                  <a:lnTo>
                    <a:pt x="6937756" y="2832615"/>
                  </a:lnTo>
                  <a:lnTo>
                    <a:pt x="6937943" y="2832615"/>
                  </a:lnTo>
                  <a:lnTo>
                    <a:pt x="6938130" y="2832769"/>
                  </a:lnTo>
                  <a:lnTo>
                    <a:pt x="6938317" y="2832949"/>
                  </a:lnTo>
                  <a:lnTo>
                    <a:pt x="6938504" y="2833138"/>
                  </a:lnTo>
                  <a:lnTo>
                    <a:pt x="6938691" y="2833440"/>
                  </a:lnTo>
                  <a:lnTo>
                    <a:pt x="6938842" y="2833682"/>
                  </a:lnTo>
                  <a:lnTo>
                    <a:pt x="6942055" y="2833657"/>
                  </a:lnTo>
                  <a:lnTo>
                    <a:pt x="6942242" y="2833224"/>
                  </a:lnTo>
                  <a:lnTo>
                    <a:pt x="6942429" y="2832543"/>
                  </a:lnTo>
                  <a:lnTo>
                    <a:pt x="6942616" y="2831839"/>
                  </a:lnTo>
                  <a:lnTo>
                    <a:pt x="6942803" y="2831100"/>
                  </a:lnTo>
                  <a:lnTo>
                    <a:pt x="6942990" y="2830403"/>
                  </a:lnTo>
                  <a:lnTo>
                    <a:pt x="6943177" y="2829813"/>
                  </a:lnTo>
                  <a:lnTo>
                    <a:pt x="6943364" y="2829314"/>
                  </a:lnTo>
                  <a:lnTo>
                    <a:pt x="6943551" y="2829010"/>
                  </a:lnTo>
                  <a:lnTo>
                    <a:pt x="6943738" y="2828773"/>
                  </a:lnTo>
                  <a:lnTo>
                    <a:pt x="6943925" y="2828467"/>
                  </a:lnTo>
                  <a:lnTo>
                    <a:pt x="6944112" y="2828074"/>
                  </a:lnTo>
                  <a:lnTo>
                    <a:pt x="6944299" y="2827686"/>
                  </a:lnTo>
                  <a:lnTo>
                    <a:pt x="6944485" y="2827298"/>
                  </a:lnTo>
                  <a:lnTo>
                    <a:pt x="6944672" y="2826855"/>
                  </a:lnTo>
                  <a:lnTo>
                    <a:pt x="6944859" y="2826658"/>
                  </a:lnTo>
                  <a:lnTo>
                    <a:pt x="6945046" y="2826590"/>
                  </a:lnTo>
                  <a:lnTo>
                    <a:pt x="6945233" y="2826834"/>
                  </a:lnTo>
                  <a:lnTo>
                    <a:pt x="6945420" y="2827108"/>
                  </a:lnTo>
                  <a:lnTo>
                    <a:pt x="6945607" y="2827253"/>
                  </a:lnTo>
                  <a:lnTo>
                    <a:pt x="6945794" y="2827397"/>
                  </a:lnTo>
                  <a:lnTo>
                    <a:pt x="6945981" y="2827529"/>
                  </a:lnTo>
                  <a:lnTo>
                    <a:pt x="6946168" y="2827374"/>
                  </a:lnTo>
                  <a:lnTo>
                    <a:pt x="6946355" y="2827131"/>
                  </a:lnTo>
                  <a:lnTo>
                    <a:pt x="6946542" y="2826687"/>
                  </a:lnTo>
                  <a:lnTo>
                    <a:pt x="6946728" y="2826358"/>
                  </a:lnTo>
                  <a:lnTo>
                    <a:pt x="6946915" y="2826083"/>
                  </a:lnTo>
                  <a:lnTo>
                    <a:pt x="6947102" y="2825807"/>
                  </a:lnTo>
                  <a:lnTo>
                    <a:pt x="6947289" y="2825531"/>
                  </a:lnTo>
                  <a:lnTo>
                    <a:pt x="6947476" y="2825194"/>
                  </a:lnTo>
                  <a:lnTo>
                    <a:pt x="6947663" y="2824673"/>
                  </a:lnTo>
                  <a:lnTo>
                    <a:pt x="6947850" y="2824152"/>
                  </a:lnTo>
                  <a:lnTo>
                    <a:pt x="6948037" y="2823607"/>
                  </a:lnTo>
                  <a:lnTo>
                    <a:pt x="6948224" y="2823083"/>
                  </a:lnTo>
                  <a:lnTo>
                    <a:pt x="6948411" y="2822718"/>
                  </a:lnTo>
                  <a:lnTo>
                    <a:pt x="6948598" y="2822300"/>
                  </a:lnTo>
                  <a:lnTo>
                    <a:pt x="6948785" y="2821759"/>
                  </a:lnTo>
                  <a:lnTo>
                    <a:pt x="6948972" y="2821367"/>
                  </a:lnTo>
                  <a:lnTo>
                    <a:pt x="6949158" y="2821037"/>
                  </a:lnTo>
                  <a:lnTo>
                    <a:pt x="6949345" y="2820708"/>
                  </a:lnTo>
                  <a:lnTo>
                    <a:pt x="6949532" y="2820388"/>
                  </a:lnTo>
                  <a:lnTo>
                    <a:pt x="6949719" y="2820142"/>
                  </a:lnTo>
                  <a:lnTo>
                    <a:pt x="6949906" y="2820070"/>
                  </a:lnTo>
                  <a:lnTo>
                    <a:pt x="6950093" y="2819946"/>
                  </a:lnTo>
                  <a:lnTo>
                    <a:pt x="6950280" y="2819918"/>
                  </a:lnTo>
                  <a:lnTo>
                    <a:pt x="6950467" y="2820056"/>
                  </a:lnTo>
                  <a:lnTo>
                    <a:pt x="6950654" y="2820431"/>
                  </a:lnTo>
                  <a:lnTo>
                    <a:pt x="6950841" y="2820618"/>
                  </a:lnTo>
                  <a:lnTo>
                    <a:pt x="6951028" y="2820730"/>
                  </a:lnTo>
                  <a:lnTo>
                    <a:pt x="6951215" y="2820787"/>
                  </a:lnTo>
                  <a:lnTo>
                    <a:pt x="6951402" y="2820915"/>
                  </a:lnTo>
                  <a:lnTo>
                    <a:pt x="6951588" y="2821152"/>
                  </a:lnTo>
                  <a:lnTo>
                    <a:pt x="6951775" y="2821389"/>
                  </a:lnTo>
                  <a:lnTo>
                    <a:pt x="6951962" y="2821519"/>
                  </a:lnTo>
                  <a:lnTo>
                    <a:pt x="6952149" y="2821630"/>
                  </a:lnTo>
                  <a:lnTo>
                    <a:pt x="6952336" y="2821741"/>
                  </a:lnTo>
                  <a:lnTo>
                    <a:pt x="6952523" y="2821902"/>
                  </a:lnTo>
                  <a:lnTo>
                    <a:pt x="6952710" y="2822103"/>
                  </a:lnTo>
                  <a:lnTo>
                    <a:pt x="6952897" y="2822274"/>
                  </a:lnTo>
                  <a:lnTo>
                    <a:pt x="6953084" y="2822436"/>
                  </a:lnTo>
                  <a:lnTo>
                    <a:pt x="6953271" y="2822547"/>
                  </a:lnTo>
                  <a:lnTo>
                    <a:pt x="6953458" y="2822357"/>
                  </a:lnTo>
                  <a:lnTo>
                    <a:pt x="6953645" y="2822318"/>
                  </a:lnTo>
                  <a:lnTo>
                    <a:pt x="6953831" y="2822207"/>
                  </a:lnTo>
                  <a:lnTo>
                    <a:pt x="6954018" y="2822376"/>
                  </a:lnTo>
                  <a:lnTo>
                    <a:pt x="6954205" y="2822625"/>
                  </a:lnTo>
                  <a:lnTo>
                    <a:pt x="6954392" y="2822896"/>
                  </a:lnTo>
                  <a:lnTo>
                    <a:pt x="6954579" y="2823168"/>
                  </a:lnTo>
                  <a:lnTo>
                    <a:pt x="6954766" y="2823725"/>
                  </a:lnTo>
                  <a:lnTo>
                    <a:pt x="6954953" y="2824093"/>
                  </a:lnTo>
                  <a:lnTo>
                    <a:pt x="6955140" y="2824304"/>
                  </a:lnTo>
                  <a:lnTo>
                    <a:pt x="6955327" y="2824454"/>
                  </a:lnTo>
                  <a:lnTo>
                    <a:pt x="6955514" y="2824434"/>
                  </a:lnTo>
                  <a:lnTo>
                    <a:pt x="6955701" y="2824237"/>
                  </a:lnTo>
                  <a:lnTo>
                    <a:pt x="6955888" y="2823890"/>
                  </a:lnTo>
                  <a:lnTo>
                    <a:pt x="6956075" y="2823405"/>
                  </a:lnTo>
                  <a:lnTo>
                    <a:pt x="6956261" y="2822747"/>
                  </a:lnTo>
                  <a:lnTo>
                    <a:pt x="6956448" y="2821939"/>
                  </a:lnTo>
                  <a:lnTo>
                    <a:pt x="6956635" y="2821127"/>
                  </a:lnTo>
                  <a:lnTo>
                    <a:pt x="6956822" y="2820195"/>
                  </a:lnTo>
                  <a:lnTo>
                    <a:pt x="6957009" y="2819316"/>
                  </a:lnTo>
                  <a:lnTo>
                    <a:pt x="6957196" y="2818455"/>
                  </a:lnTo>
                  <a:lnTo>
                    <a:pt x="6957383" y="2817606"/>
                  </a:lnTo>
                  <a:lnTo>
                    <a:pt x="6957570" y="2816625"/>
                  </a:lnTo>
                  <a:lnTo>
                    <a:pt x="6957757" y="2815870"/>
                  </a:lnTo>
                  <a:lnTo>
                    <a:pt x="6957944" y="2815249"/>
                  </a:lnTo>
                  <a:lnTo>
                    <a:pt x="6958131" y="2814690"/>
                  </a:lnTo>
                  <a:lnTo>
                    <a:pt x="6958318" y="2814155"/>
                  </a:lnTo>
                  <a:lnTo>
                    <a:pt x="6958505" y="2813683"/>
                  </a:lnTo>
                  <a:lnTo>
                    <a:pt x="6958691" y="2813235"/>
                  </a:lnTo>
                  <a:lnTo>
                    <a:pt x="6958878" y="2812882"/>
                  </a:lnTo>
                  <a:lnTo>
                    <a:pt x="6959065" y="2812597"/>
                  </a:lnTo>
                  <a:lnTo>
                    <a:pt x="6959252" y="2812321"/>
                  </a:lnTo>
                  <a:lnTo>
                    <a:pt x="6959439" y="2812093"/>
                  </a:lnTo>
                  <a:lnTo>
                    <a:pt x="6959626" y="2811914"/>
                  </a:lnTo>
                  <a:lnTo>
                    <a:pt x="6959813" y="2811852"/>
                  </a:lnTo>
                  <a:lnTo>
                    <a:pt x="6960000" y="2811835"/>
                  </a:lnTo>
                  <a:lnTo>
                    <a:pt x="6960187" y="2811812"/>
                  </a:lnTo>
                  <a:lnTo>
                    <a:pt x="6960374" y="2811925"/>
                  </a:lnTo>
                  <a:lnTo>
                    <a:pt x="6960561" y="2812029"/>
                  </a:lnTo>
                  <a:lnTo>
                    <a:pt x="6960748" y="2812255"/>
                  </a:lnTo>
                  <a:lnTo>
                    <a:pt x="6960934" y="2812376"/>
                  </a:lnTo>
                  <a:lnTo>
                    <a:pt x="6961121" y="2812497"/>
                  </a:lnTo>
                  <a:lnTo>
                    <a:pt x="6961308" y="2812618"/>
                  </a:lnTo>
                  <a:lnTo>
                    <a:pt x="6961495" y="2812672"/>
                  </a:lnTo>
                  <a:lnTo>
                    <a:pt x="6961682" y="2812699"/>
                  </a:lnTo>
                  <a:lnTo>
                    <a:pt x="6961869" y="2812898"/>
                  </a:lnTo>
                  <a:lnTo>
                    <a:pt x="6962056" y="2813204"/>
                  </a:lnTo>
                  <a:lnTo>
                    <a:pt x="6962243" y="2813253"/>
                  </a:lnTo>
                  <a:lnTo>
                    <a:pt x="6962430" y="2813377"/>
                  </a:lnTo>
                  <a:lnTo>
                    <a:pt x="6962617" y="2813569"/>
                  </a:lnTo>
                  <a:lnTo>
                    <a:pt x="6962804" y="2813719"/>
                  </a:lnTo>
                  <a:lnTo>
                    <a:pt x="6962991" y="2814001"/>
                  </a:lnTo>
                  <a:lnTo>
                    <a:pt x="6963178" y="2814451"/>
                  </a:lnTo>
                  <a:lnTo>
                    <a:pt x="6963364" y="2814777"/>
                  </a:lnTo>
                  <a:lnTo>
                    <a:pt x="6963551" y="2814954"/>
                  </a:lnTo>
                  <a:lnTo>
                    <a:pt x="6963738" y="2815104"/>
                  </a:lnTo>
                  <a:lnTo>
                    <a:pt x="6963925" y="2815137"/>
                  </a:lnTo>
                  <a:lnTo>
                    <a:pt x="6964112" y="2814960"/>
                  </a:lnTo>
                  <a:lnTo>
                    <a:pt x="6964299" y="2814750"/>
                  </a:lnTo>
                  <a:lnTo>
                    <a:pt x="6964486" y="2814384"/>
                  </a:lnTo>
                  <a:lnTo>
                    <a:pt x="6964673" y="2813974"/>
                  </a:lnTo>
                  <a:lnTo>
                    <a:pt x="6964860" y="2813655"/>
                  </a:lnTo>
                  <a:lnTo>
                    <a:pt x="6965047" y="2813319"/>
                  </a:lnTo>
                  <a:lnTo>
                    <a:pt x="6965234" y="2812898"/>
                  </a:lnTo>
                  <a:lnTo>
                    <a:pt x="6965421" y="2812451"/>
                  </a:lnTo>
                  <a:lnTo>
                    <a:pt x="6965607" y="2811988"/>
                  </a:lnTo>
                  <a:lnTo>
                    <a:pt x="6965794" y="2811174"/>
                  </a:lnTo>
                  <a:lnTo>
                    <a:pt x="6965981" y="2810193"/>
                  </a:lnTo>
                  <a:lnTo>
                    <a:pt x="6966168" y="2809363"/>
                  </a:lnTo>
                  <a:lnTo>
                    <a:pt x="6966355" y="2808427"/>
                  </a:lnTo>
                  <a:lnTo>
                    <a:pt x="6966542" y="2807377"/>
                  </a:lnTo>
                  <a:lnTo>
                    <a:pt x="6966729" y="2806458"/>
                  </a:lnTo>
                  <a:lnTo>
                    <a:pt x="6966916" y="2805524"/>
                  </a:lnTo>
                  <a:lnTo>
                    <a:pt x="6967103" y="2804666"/>
                  </a:lnTo>
                  <a:lnTo>
                    <a:pt x="6967290" y="2803971"/>
                  </a:lnTo>
                  <a:lnTo>
                    <a:pt x="6967477" y="2803298"/>
                  </a:lnTo>
                  <a:lnTo>
                    <a:pt x="6967664" y="2802673"/>
                  </a:lnTo>
                  <a:lnTo>
                    <a:pt x="6967851" y="2802101"/>
                  </a:lnTo>
                  <a:lnTo>
                    <a:pt x="6968037" y="2801560"/>
                  </a:lnTo>
                  <a:lnTo>
                    <a:pt x="6968224" y="2800979"/>
                  </a:lnTo>
                  <a:lnTo>
                    <a:pt x="6968411" y="2800423"/>
                  </a:lnTo>
                  <a:lnTo>
                    <a:pt x="6968598" y="2799844"/>
                  </a:lnTo>
                  <a:lnTo>
                    <a:pt x="6968785" y="2799386"/>
                  </a:lnTo>
                  <a:lnTo>
                    <a:pt x="6968972" y="2798788"/>
                  </a:lnTo>
                  <a:lnTo>
                    <a:pt x="6969159" y="2798193"/>
                  </a:lnTo>
                  <a:lnTo>
                    <a:pt x="6969346" y="2797539"/>
                  </a:lnTo>
                  <a:lnTo>
                    <a:pt x="6969533" y="2797049"/>
                  </a:lnTo>
                  <a:lnTo>
                    <a:pt x="6969720" y="2796470"/>
                  </a:lnTo>
                  <a:lnTo>
                    <a:pt x="6969907" y="2795937"/>
                  </a:lnTo>
                  <a:lnTo>
                    <a:pt x="6970094" y="2795373"/>
                  </a:lnTo>
                  <a:lnTo>
                    <a:pt x="6970281" y="2794826"/>
                  </a:lnTo>
                  <a:lnTo>
                    <a:pt x="6970467" y="2794279"/>
                  </a:lnTo>
                  <a:lnTo>
                    <a:pt x="6970654" y="2793773"/>
                  </a:lnTo>
                  <a:lnTo>
                    <a:pt x="6970841" y="2793346"/>
                  </a:lnTo>
                  <a:lnTo>
                    <a:pt x="6971028" y="2792980"/>
                  </a:lnTo>
                  <a:lnTo>
                    <a:pt x="6971215" y="2792636"/>
                  </a:lnTo>
                  <a:lnTo>
                    <a:pt x="6971402" y="2792332"/>
                  </a:lnTo>
                  <a:lnTo>
                    <a:pt x="6971589" y="2792133"/>
                  </a:lnTo>
                  <a:lnTo>
                    <a:pt x="6971776" y="2791753"/>
                  </a:lnTo>
                  <a:lnTo>
                    <a:pt x="6971963" y="2791397"/>
                  </a:lnTo>
                  <a:lnTo>
                    <a:pt x="6972150" y="2791300"/>
                  </a:lnTo>
                  <a:lnTo>
                    <a:pt x="6972337" y="2791300"/>
                  </a:lnTo>
                  <a:lnTo>
                    <a:pt x="6972524" y="2791212"/>
                  </a:lnTo>
                  <a:lnTo>
                    <a:pt x="6972710" y="2791036"/>
                  </a:lnTo>
                  <a:lnTo>
                    <a:pt x="6972897" y="2790861"/>
                  </a:lnTo>
                  <a:lnTo>
                    <a:pt x="6973084" y="2790906"/>
                  </a:lnTo>
                  <a:lnTo>
                    <a:pt x="6973271" y="2791081"/>
                  </a:lnTo>
                  <a:lnTo>
                    <a:pt x="6973458" y="2791343"/>
                  </a:lnTo>
                  <a:lnTo>
                    <a:pt x="6973645" y="2791659"/>
                  </a:lnTo>
                  <a:lnTo>
                    <a:pt x="6973832" y="2791975"/>
                  </a:lnTo>
                  <a:lnTo>
                    <a:pt x="6974019" y="2792200"/>
                  </a:lnTo>
                  <a:lnTo>
                    <a:pt x="6974206" y="2792410"/>
                  </a:lnTo>
                  <a:lnTo>
                    <a:pt x="6974393" y="2792669"/>
                  </a:lnTo>
                  <a:lnTo>
                    <a:pt x="6974580" y="2792927"/>
                  </a:lnTo>
                  <a:lnTo>
                    <a:pt x="6974767" y="2793186"/>
                  </a:lnTo>
                  <a:lnTo>
                    <a:pt x="6974954" y="2793444"/>
                  </a:lnTo>
                  <a:lnTo>
                    <a:pt x="6975140" y="2793703"/>
                  </a:lnTo>
                  <a:lnTo>
                    <a:pt x="6975327" y="2794011"/>
                  </a:lnTo>
                  <a:lnTo>
                    <a:pt x="6975514" y="2794215"/>
                  </a:lnTo>
                  <a:lnTo>
                    <a:pt x="6975701" y="2794358"/>
                  </a:lnTo>
                  <a:lnTo>
                    <a:pt x="6975888" y="2794379"/>
                  </a:lnTo>
                  <a:lnTo>
                    <a:pt x="6976075" y="2794228"/>
                  </a:lnTo>
                  <a:lnTo>
                    <a:pt x="6976262" y="2793927"/>
                  </a:lnTo>
                  <a:lnTo>
                    <a:pt x="6976449" y="2793382"/>
                  </a:lnTo>
                  <a:lnTo>
                    <a:pt x="6976636" y="2792837"/>
                  </a:lnTo>
                  <a:lnTo>
                    <a:pt x="6976823" y="2792415"/>
                  </a:lnTo>
                  <a:lnTo>
                    <a:pt x="6977010" y="2792027"/>
                  </a:lnTo>
                  <a:lnTo>
                    <a:pt x="6977197" y="2791377"/>
                  </a:lnTo>
                  <a:lnTo>
                    <a:pt x="6977384" y="2790712"/>
                  </a:lnTo>
                  <a:lnTo>
                    <a:pt x="6977570" y="2790208"/>
                  </a:lnTo>
                  <a:lnTo>
                    <a:pt x="6977757" y="2789743"/>
                  </a:lnTo>
                  <a:lnTo>
                    <a:pt x="6977944" y="2789277"/>
                  </a:lnTo>
                  <a:lnTo>
                    <a:pt x="6978131" y="2788812"/>
                  </a:lnTo>
                  <a:lnTo>
                    <a:pt x="6978318" y="2788335"/>
                  </a:lnTo>
                  <a:lnTo>
                    <a:pt x="6978505" y="2787876"/>
                  </a:lnTo>
                  <a:lnTo>
                    <a:pt x="6978692" y="2787575"/>
                  </a:lnTo>
                  <a:lnTo>
                    <a:pt x="6978879" y="2787596"/>
                  </a:lnTo>
                  <a:lnTo>
                    <a:pt x="6979066" y="2787572"/>
                  </a:lnTo>
                  <a:lnTo>
                    <a:pt x="6979253" y="2787596"/>
                  </a:lnTo>
                  <a:lnTo>
                    <a:pt x="6979440" y="2787663"/>
                  </a:lnTo>
                  <a:lnTo>
                    <a:pt x="6979627" y="2787860"/>
                  </a:lnTo>
                  <a:lnTo>
                    <a:pt x="6979813" y="2788418"/>
                  </a:lnTo>
                  <a:lnTo>
                    <a:pt x="6980000" y="2789017"/>
                  </a:lnTo>
                  <a:lnTo>
                    <a:pt x="6980187" y="2789615"/>
                  </a:lnTo>
                  <a:lnTo>
                    <a:pt x="6980374" y="2790137"/>
                  </a:lnTo>
                  <a:lnTo>
                    <a:pt x="6980561" y="2790651"/>
                  </a:lnTo>
                  <a:lnTo>
                    <a:pt x="6980748" y="2791141"/>
                  </a:lnTo>
                  <a:lnTo>
                    <a:pt x="6980935" y="2791586"/>
                  </a:lnTo>
                  <a:lnTo>
                    <a:pt x="6981122" y="2792029"/>
                  </a:lnTo>
                  <a:lnTo>
                    <a:pt x="6981309" y="2792680"/>
                  </a:lnTo>
                  <a:lnTo>
                    <a:pt x="6981496" y="2793301"/>
                  </a:lnTo>
                  <a:lnTo>
                    <a:pt x="6981683" y="2793857"/>
                  </a:lnTo>
                  <a:lnTo>
                    <a:pt x="6981870" y="2794406"/>
                  </a:lnTo>
                  <a:lnTo>
                    <a:pt x="6982057" y="2794983"/>
                  </a:lnTo>
                  <a:lnTo>
                    <a:pt x="6982243" y="2795517"/>
                  </a:lnTo>
                  <a:lnTo>
                    <a:pt x="6982430" y="2795921"/>
                  </a:lnTo>
                  <a:lnTo>
                    <a:pt x="6982617" y="2796030"/>
                  </a:lnTo>
                  <a:lnTo>
                    <a:pt x="6982804" y="2796153"/>
                  </a:lnTo>
                  <a:lnTo>
                    <a:pt x="6982991" y="2796406"/>
                  </a:lnTo>
                  <a:lnTo>
                    <a:pt x="6983178" y="2796659"/>
                  </a:lnTo>
                  <a:lnTo>
                    <a:pt x="6983365" y="2796925"/>
                  </a:lnTo>
                  <a:lnTo>
                    <a:pt x="6983552" y="2797345"/>
                  </a:lnTo>
                  <a:lnTo>
                    <a:pt x="6983739" y="2797827"/>
                  </a:lnTo>
                  <a:lnTo>
                    <a:pt x="6983926" y="2798508"/>
                  </a:lnTo>
                  <a:lnTo>
                    <a:pt x="6984113" y="2799065"/>
                  </a:lnTo>
                  <a:lnTo>
                    <a:pt x="6984300" y="2799417"/>
                  </a:lnTo>
                  <a:lnTo>
                    <a:pt x="6984486" y="2799690"/>
                  </a:lnTo>
                  <a:lnTo>
                    <a:pt x="6984673" y="2799866"/>
                  </a:lnTo>
                  <a:lnTo>
                    <a:pt x="6984860" y="2799901"/>
                  </a:lnTo>
                  <a:lnTo>
                    <a:pt x="6985047" y="2799901"/>
                  </a:lnTo>
                  <a:lnTo>
                    <a:pt x="6985234" y="2799901"/>
                  </a:lnTo>
                  <a:lnTo>
                    <a:pt x="6985421" y="2799901"/>
                  </a:lnTo>
                  <a:lnTo>
                    <a:pt x="6985608" y="2799883"/>
                  </a:lnTo>
                  <a:lnTo>
                    <a:pt x="6985795" y="2799708"/>
                  </a:lnTo>
                  <a:lnTo>
                    <a:pt x="6985982" y="2799584"/>
                  </a:lnTo>
                  <a:lnTo>
                    <a:pt x="6986169" y="2799584"/>
                  </a:lnTo>
                  <a:lnTo>
                    <a:pt x="6986356" y="2799444"/>
                  </a:lnTo>
                  <a:lnTo>
                    <a:pt x="6986543" y="2799268"/>
                  </a:lnTo>
                  <a:lnTo>
                    <a:pt x="6986730" y="2799092"/>
                  </a:lnTo>
                  <a:lnTo>
                    <a:pt x="6986916" y="2798916"/>
                  </a:lnTo>
                  <a:lnTo>
                    <a:pt x="6987103" y="2798810"/>
                  </a:lnTo>
                  <a:lnTo>
                    <a:pt x="6987290" y="2798698"/>
                  </a:lnTo>
                  <a:lnTo>
                    <a:pt x="6987477" y="2798669"/>
                  </a:lnTo>
                  <a:lnTo>
                    <a:pt x="6987664" y="2798811"/>
                  </a:lnTo>
                  <a:lnTo>
                    <a:pt x="6987851" y="2799123"/>
                  </a:lnTo>
                  <a:lnTo>
                    <a:pt x="6988038" y="2799450"/>
                  </a:lnTo>
                  <a:lnTo>
                    <a:pt x="6988225" y="2799778"/>
                  </a:lnTo>
                  <a:lnTo>
                    <a:pt x="6988412" y="2800105"/>
                  </a:lnTo>
                  <a:lnTo>
                    <a:pt x="6988599" y="2800432"/>
                  </a:lnTo>
                  <a:lnTo>
                    <a:pt x="6988786" y="2800722"/>
                  </a:lnTo>
                  <a:lnTo>
                    <a:pt x="6988973" y="2800923"/>
                  </a:lnTo>
                  <a:lnTo>
                    <a:pt x="6989160" y="2801125"/>
                  </a:lnTo>
                  <a:lnTo>
                    <a:pt x="6989346" y="2801433"/>
                  </a:lnTo>
                  <a:lnTo>
                    <a:pt x="6989533" y="2801761"/>
                  </a:lnTo>
                  <a:lnTo>
                    <a:pt x="6989720" y="2802088"/>
                  </a:lnTo>
                  <a:lnTo>
                    <a:pt x="6989907" y="2802365"/>
                  </a:lnTo>
                  <a:lnTo>
                    <a:pt x="6990094" y="2802576"/>
                  </a:lnTo>
                  <a:lnTo>
                    <a:pt x="6990281" y="2802787"/>
                  </a:lnTo>
                  <a:lnTo>
                    <a:pt x="6990468" y="2802970"/>
                  </a:lnTo>
                  <a:lnTo>
                    <a:pt x="6990655" y="2802997"/>
                  </a:lnTo>
                  <a:lnTo>
                    <a:pt x="6990842" y="2803173"/>
                  </a:lnTo>
                  <a:lnTo>
                    <a:pt x="6991029" y="2803322"/>
                  </a:lnTo>
                  <a:lnTo>
                    <a:pt x="6991216" y="2803322"/>
                  </a:lnTo>
                  <a:lnTo>
                    <a:pt x="6991403" y="2803164"/>
                  </a:lnTo>
                  <a:lnTo>
                    <a:pt x="6991589" y="2802988"/>
                  </a:lnTo>
                  <a:lnTo>
                    <a:pt x="6991776" y="2802812"/>
                  </a:lnTo>
                  <a:lnTo>
                    <a:pt x="6991963" y="2802636"/>
                  </a:lnTo>
                  <a:lnTo>
                    <a:pt x="6992150" y="2802174"/>
                  </a:lnTo>
                  <a:lnTo>
                    <a:pt x="6992337" y="2801901"/>
                  </a:lnTo>
                  <a:lnTo>
                    <a:pt x="6992524" y="2801786"/>
                  </a:lnTo>
                  <a:lnTo>
                    <a:pt x="6992711" y="2801731"/>
                  </a:lnTo>
                  <a:lnTo>
                    <a:pt x="6992898" y="2801674"/>
                  </a:lnTo>
                  <a:lnTo>
                    <a:pt x="6993085" y="2801710"/>
                  </a:lnTo>
                  <a:lnTo>
                    <a:pt x="6993272" y="2801924"/>
                  </a:lnTo>
                  <a:lnTo>
                    <a:pt x="6993459" y="2802179"/>
                  </a:lnTo>
                  <a:lnTo>
                    <a:pt x="6993646" y="2802600"/>
                  </a:lnTo>
                  <a:lnTo>
                    <a:pt x="6993833" y="2803055"/>
                  </a:lnTo>
                  <a:lnTo>
                    <a:pt x="6994019" y="2803740"/>
                  </a:lnTo>
                  <a:lnTo>
                    <a:pt x="6994206" y="2804649"/>
                  </a:lnTo>
                  <a:lnTo>
                    <a:pt x="6994393" y="2805470"/>
                  </a:lnTo>
                  <a:lnTo>
                    <a:pt x="6994580" y="2806250"/>
                  </a:lnTo>
                  <a:lnTo>
                    <a:pt x="6994767" y="2807018"/>
                  </a:lnTo>
                  <a:lnTo>
                    <a:pt x="6994954" y="2807919"/>
                  </a:lnTo>
                  <a:lnTo>
                    <a:pt x="6995141" y="2808630"/>
                  </a:lnTo>
                  <a:lnTo>
                    <a:pt x="6995328" y="2809208"/>
                  </a:lnTo>
                  <a:lnTo>
                    <a:pt x="6995515" y="2809831"/>
                  </a:lnTo>
                  <a:lnTo>
                    <a:pt x="6995702" y="2810425"/>
                  </a:lnTo>
                  <a:lnTo>
                    <a:pt x="6995889" y="2810928"/>
                  </a:lnTo>
                  <a:lnTo>
                    <a:pt x="6996076" y="2811425"/>
                  </a:lnTo>
                  <a:lnTo>
                    <a:pt x="6996263" y="2811910"/>
                  </a:lnTo>
                  <a:lnTo>
                    <a:pt x="6996449" y="2812269"/>
                  </a:lnTo>
                  <a:lnTo>
                    <a:pt x="6996636" y="2812660"/>
                  </a:lnTo>
                  <a:lnTo>
                    <a:pt x="6996823" y="2813045"/>
                  </a:lnTo>
                  <a:lnTo>
                    <a:pt x="6997010" y="2813366"/>
                  </a:lnTo>
                  <a:lnTo>
                    <a:pt x="6997197" y="2813625"/>
                  </a:lnTo>
                  <a:lnTo>
                    <a:pt x="6997384" y="2813909"/>
                  </a:lnTo>
                  <a:lnTo>
                    <a:pt x="6997571" y="2814309"/>
                  </a:lnTo>
                  <a:lnTo>
                    <a:pt x="6997758" y="2814572"/>
                  </a:lnTo>
                  <a:lnTo>
                    <a:pt x="6997945" y="2814726"/>
                  </a:lnTo>
                  <a:lnTo>
                    <a:pt x="6998132" y="2814858"/>
                  </a:lnTo>
                  <a:lnTo>
                    <a:pt x="6998319" y="2815090"/>
                  </a:lnTo>
                  <a:lnTo>
                    <a:pt x="6998506" y="2815235"/>
                  </a:lnTo>
                  <a:lnTo>
                    <a:pt x="6998692" y="2815379"/>
                  </a:lnTo>
                  <a:lnTo>
                    <a:pt x="6998879" y="2815523"/>
                  </a:lnTo>
                  <a:lnTo>
                    <a:pt x="6999066" y="2815668"/>
                  </a:lnTo>
                  <a:lnTo>
                    <a:pt x="6999253" y="2815776"/>
                  </a:lnTo>
                  <a:lnTo>
                    <a:pt x="6999440" y="2815559"/>
                  </a:lnTo>
                  <a:lnTo>
                    <a:pt x="6999627" y="2815311"/>
                  </a:lnTo>
                  <a:lnTo>
                    <a:pt x="6999814" y="2814936"/>
                  </a:lnTo>
                  <a:lnTo>
                    <a:pt x="7000001" y="2814721"/>
                  </a:lnTo>
                  <a:lnTo>
                    <a:pt x="7000188" y="2814361"/>
                  </a:lnTo>
                  <a:lnTo>
                    <a:pt x="7000375" y="2813775"/>
                  </a:lnTo>
                  <a:lnTo>
                    <a:pt x="7000562" y="2812986"/>
                  </a:lnTo>
                  <a:lnTo>
                    <a:pt x="7000749" y="2812055"/>
                  </a:lnTo>
                  <a:lnTo>
                    <a:pt x="7000936" y="2810901"/>
                  </a:lnTo>
                  <a:lnTo>
                    <a:pt x="7001122" y="2809702"/>
                  </a:lnTo>
                  <a:lnTo>
                    <a:pt x="7001309" y="2808621"/>
                  </a:lnTo>
                  <a:lnTo>
                    <a:pt x="7001496" y="2807559"/>
                  </a:lnTo>
                  <a:lnTo>
                    <a:pt x="7001683" y="2806515"/>
                  </a:lnTo>
                  <a:lnTo>
                    <a:pt x="7001870" y="2805580"/>
                  </a:lnTo>
                  <a:lnTo>
                    <a:pt x="7002057" y="2804707"/>
                  </a:lnTo>
                  <a:lnTo>
                    <a:pt x="7002244" y="2803948"/>
                  </a:lnTo>
                  <a:lnTo>
                    <a:pt x="7002431" y="2803081"/>
                  </a:lnTo>
                  <a:lnTo>
                    <a:pt x="7002618" y="2802321"/>
                  </a:lnTo>
                  <a:lnTo>
                    <a:pt x="7002805" y="2801556"/>
                  </a:lnTo>
                  <a:lnTo>
                    <a:pt x="7002992" y="2800841"/>
                  </a:lnTo>
                  <a:lnTo>
                    <a:pt x="7003179" y="2800619"/>
                  </a:lnTo>
                  <a:lnTo>
                    <a:pt x="7003365" y="2800230"/>
                  </a:lnTo>
                  <a:lnTo>
                    <a:pt x="7003552" y="2800331"/>
                  </a:lnTo>
                  <a:lnTo>
                    <a:pt x="7003739" y="2800801"/>
                  </a:lnTo>
                  <a:lnTo>
                    <a:pt x="7003926" y="2801443"/>
                  </a:lnTo>
                  <a:lnTo>
                    <a:pt x="7004113" y="2801977"/>
                  </a:lnTo>
                  <a:lnTo>
                    <a:pt x="7004300" y="2802470"/>
                  </a:lnTo>
                  <a:lnTo>
                    <a:pt x="7004487" y="2802849"/>
                  </a:lnTo>
                  <a:lnTo>
                    <a:pt x="7004674" y="2803153"/>
                  </a:lnTo>
                  <a:lnTo>
                    <a:pt x="7004861" y="2803435"/>
                  </a:lnTo>
                  <a:lnTo>
                    <a:pt x="7005048" y="2803668"/>
                  </a:lnTo>
                  <a:lnTo>
                    <a:pt x="7005235" y="2803850"/>
                  </a:lnTo>
                  <a:lnTo>
                    <a:pt x="7005422" y="2804000"/>
                  </a:lnTo>
                  <a:lnTo>
                    <a:pt x="7005609" y="2804190"/>
                  </a:lnTo>
                  <a:lnTo>
                    <a:pt x="7005795" y="2804355"/>
                  </a:lnTo>
                  <a:lnTo>
                    <a:pt x="7005982" y="2804617"/>
                  </a:lnTo>
                  <a:lnTo>
                    <a:pt x="7006169" y="2804810"/>
                  </a:lnTo>
                  <a:lnTo>
                    <a:pt x="7006356" y="2805003"/>
                  </a:lnTo>
                  <a:lnTo>
                    <a:pt x="7006543" y="2805290"/>
                  </a:lnTo>
                  <a:lnTo>
                    <a:pt x="7006730" y="2805307"/>
                  </a:lnTo>
                  <a:lnTo>
                    <a:pt x="7006917" y="2805160"/>
                  </a:lnTo>
                  <a:lnTo>
                    <a:pt x="7007104" y="2805153"/>
                  </a:lnTo>
                  <a:lnTo>
                    <a:pt x="7007291" y="2804968"/>
                  </a:lnTo>
                  <a:lnTo>
                    <a:pt x="7007478" y="2804815"/>
                  </a:lnTo>
                  <a:lnTo>
                    <a:pt x="7007665" y="2804645"/>
                  </a:lnTo>
                  <a:lnTo>
                    <a:pt x="7007852" y="2804475"/>
                  </a:lnTo>
                  <a:lnTo>
                    <a:pt x="7008039" y="2804405"/>
                  </a:lnTo>
                  <a:lnTo>
                    <a:pt x="7008225" y="2804290"/>
                  </a:lnTo>
                  <a:lnTo>
                    <a:pt x="7008412" y="2804115"/>
                  </a:lnTo>
                  <a:lnTo>
                    <a:pt x="7008599" y="2803917"/>
                  </a:lnTo>
                  <a:lnTo>
                    <a:pt x="7008786" y="2803680"/>
                  </a:lnTo>
                  <a:lnTo>
                    <a:pt x="7008973" y="2803338"/>
                  </a:lnTo>
                  <a:lnTo>
                    <a:pt x="7009160" y="2803247"/>
                  </a:lnTo>
                  <a:lnTo>
                    <a:pt x="7009347" y="2803274"/>
                  </a:lnTo>
                  <a:lnTo>
                    <a:pt x="7009534" y="2803318"/>
                  </a:lnTo>
                  <a:lnTo>
                    <a:pt x="7009721" y="2803318"/>
                  </a:lnTo>
                  <a:lnTo>
                    <a:pt x="7009908" y="2803406"/>
                  </a:lnTo>
                  <a:lnTo>
                    <a:pt x="7010095" y="2803581"/>
                  </a:lnTo>
                  <a:lnTo>
                    <a:pt x="7010282" y="2803757"/>
                  </a:lnTo>
                  <a:lnTo>
                    <a:pt x="7010468" y="2803712"/>
                  </a:lnTo>
                  <a:lnTo>
                    <a:pt x="7010655" y="2803537"/>
                  </a:lnTo>
                  <a:lnTo>
                    <a:pt x="7010842" y="2803275"/>
                  </a:lnTo>
                  <a:lnTo>
                    <a:pt x="7011029" y="2802959"/>
                  </a:lnTo>
                  <a:lnTo>
                    <a:pt x="7011216" y="2802643"/>
                  </a:lnTo>
                  <a:lnTo>
                    <a:pt x="7011403" y="2802418"/>
                  </a:lnTo>
                  <a:lnTo>
                    <a:pt x="7011590" y="2802208"/>
                  </a:lnTo>
                  <a:lnTo>
                    <a:pt x="7011777" y="2801949"/>
                  </a:lnTo>
                  <a:lnTo>
                    <a:pt x="7011964" y="2801691"/>
                  </a:lnTo>
                  <a:lnTo>
                    <a:pt x="7012151" y="2801432"/>
                  </a:lnTo>
                  <a:lnTo>
                    <a:pt x="7012338" y="2801174"/>
                  </a:lnTo>
                  <a:lnTo>
                    <a:pt x="7012525" y="2800915"/>
                  </a:lnTo>
                  <a:lnTo>
                    <a:pt x="7012712" y="2800607"/>
                  </a:lnTo>
                  <a:lnTo>
                    <a:pt x="7012898" y="2800249"/>
                  </a:lnTo>
                  <a:lnTo>
                    <a:pt x="7013085" y="2799926"/>
                  </a:lnTo>
                  <a:lnTo>
                    <a:pt x="7013272" y="2799716"/>
                  </a:lnTo>
                  <a:lnTo>
                    <a:pt x="7013459" y="2799565"/>
                  </a:lnTo>
                  <a:lnTo>
                    <a:pt x="7013646" y="2799565"/>
                  </a:lnTo>
                  <a:lnTo>
                    <a:pt x="7013833" y="2799809"/>
                  </a:lnTo>
                  <a:lnTo>
                    <a:pt x="7014020" y="2800052"/>
                  </a:lnTo>
                  <a:lnTo>
                    <a:pt x="7014207" y="2800173"/>
                  </a:lnTo>
                  <a:lnTo>
                    <a:pt x="7014394" y="2800285"/>
                  </a:lnTo>
                  <a:lnTo>
                    <a:pt x="7014581" y="2800673"/>
                  </a:lnTo>
                  <a:lnTo>
                    <a:pt x="7014768" y="2801076"/>
                  </a:lnTo>
                  <a:lnTo>
                    <a:pt x="7014955" y="2801317"/>
                  </a:lnTo>
                  <a:lnTo>
                    <a:pt x="7015142" y="2801519"/>
                  </a:lnTo>
                  <a:lnTo>
                    <a:pt x="7015328" y="2801721"/>
                  </a:lnTo>
                  <a:lnTo>
                    <a:pt x="7015515" y="2801922"/>
                  </a:lnTo>
                  <a:lnTo>
                    <a:pt x="7015702" y="2802136"/>
                  </a:lnTo>
                  <a:lnTo>
                    <a:pt x="7015889" y="2802420"/>
                  </a:lnTo>
                  <a:lnTo>
                    <a:pt x="7016076" y="2802621"/>
                  </a:lnTo>
                  <a:lnTo>
                    <a:pt x="7016263" y="2802699"/>
                  </a:lnTo>
                  <a:lnTo>
                    <a:pt x="7016450" y="2802822"/>
                  </a:lnTo>
                  <a:lnTo>
                    <a:pt x="7016637" y="2802898"/>
                  </a:lnTo>
                  <a:lnTo>
                    <a:pt x="7016824" y="2802973"/>
                  </a:lnTo>
                  <a:lnTo>
                    <a:pt x="7017011" y="2803048"/>
                  </a:lnTo>
                  <a:lnTo>
                    <a:pt x="7017198" y="2803010"/>
                  </a:lnTo>
                  <a:lnTo>
                    <a:pt x="7017385" y="2802859"/>
                  </a:lnTo>
                  <a:lnTo>
                    <a:pt x="7017571" y="2802708"/>
                  </a:lnTo>
                  <a:lnTo>
                    <a:pt x="7017758" y="2802658"/>
                  </a:lnTo>
                  <a:lnTo>
                    <a:pt x="7017945" y="2802616"/>
                  </a:lnTo>
                  <a:lnTo>
                    <a:pt x="7018132" y="2802486"/>
                  </a:lnTo>
                  <a:lnTo>
                    <a:pt x="7018319" y="2802268"/>
                  </a:lnTo>
                  <a:lnTo>
                    <a:pt x="7018506" y="2802216"/>
                  </a:lnTo>
                  <a:lnTo>
                    <a:pt x="7018693" y="2801961"/>
                  </a:lnTo>
                  <a:lnTo>
                    <a:pt x="7018880" y="2801542"/>
                  </a:lnTo>
                  <a:lnTo>
                    <a:pt x="7019067" y="2801129"/>
                  </a:lnTo>
                  <a:lnTo>
                    <a:pt x="7019254" y="2800725"/>
                  </a:lnTo>
                  <a:lnTo>
                    <a:pt x="7019441" y="2800451"/>
                  </a:lnTo>
                  <a:lnTo>
                    <a:pt x="7019628" y="2800146"/>
                  </a:lnTo>
                  <a:lnTo>
                    <a:pt x="7019815" y="2799755"/>
                  </a:lnTo>
                  <a:lnTo>
                    <a:pt x="7020001" y="2799399"/>
                  </a:lnTo>
                  <a:lnTo>
                    <a:pt x="7020188" y="2799044"/>
                  </a:lnTo>
                  <a:lnTo>
                    <a:pt x="7020375" y="2798556"/>
                  </a:lnTo>
                  <a:lnTo>
                    <a:pt x="7020562" y="2797985"/>
                  </a:lnTo>
                  <a:lnTo>
                    <a:pt x="7020749" y="2797258"/>
                  </a:lnTo>
                  <a:lnTo>
                    <a:pt x="7020936" y="2796402"/>
                  </a:lnTo>
                  <a:lnTo>
                    <a:pt x="7021123" y="2795612"/>
                  </a:lnTo>
                  <a:lnTo>
                    <a:pt x="7021310" y="2794822"/>
                  </a:lnTo>
                  <a:lnTo>
                    <a:pt x="7021497" y="2794106"/>
                  </a:lnTo>
                  <a:lnTo>
                    <a:pt x="7021684" y="2793603"/>
                  </a:lnTo>
                  <a:lnTo>
                    <a:pt x="7021871" y="2793046"/>
                  </a:lnTo>
                  <a:lnTo>
                    <a:pt x="7022058" y="2792649"/>
                  </a:lnTo>
                  <a:lnTo>
                    <a:pt x="7022244" y="2792333"/>
                  </a:lnTo>
                  <a:lnTo>
                    <a:pt x="7022431" y="2792000"/>
                  </a:lnTo>
                  <a:lnTo>
                    <a:pt x="7022618" y="2791670"/>
                  </a:lnTo>
                  <a:lnTo>
                    <a:pt x="7022805" y="2791419"/>
                  </a:lnTo>
                  <a:lnTo>
                    <a:pt x="7022992" y="2791240"/>
                  </a:lnTo>
                  <a:lnTo>
                    <a:pt x="7023179" y="2791088"/>
                  </a:lnTo>
                  <a:lnTo>
                    <a:pt x="7023366" y="2790989"/>
                  </a:lnTo>
                  <a:lnTo>
                    <a:pt x="7023553" y="2791212"/>
                  </a:lnTo>
                  <a:lnTo>
                    <a:pt x="7023740" y="2791569"/>
                  </a:lnTo>
                  <a:lnTo>
                    <a:pt x="7023927" y="2792084"/>
                  </a:lnTo>
                  <a:lnTo>
                    <a:pt x="7024114" y="2792515"/>
                  </a:lnTo>
                  <a:lnTo>
                    <a:pt x="7024301" y="2792995"/>
                  </a:lnTo>
                  <a:lnTo>
                    <a:pt x="7024488" y="2793424"/>
                  </a:lnTo>
                  <a:lnTo>
                    <a:pt x="7024674" y="2793779"/>
                  </a:lnTo>
                  <a:lnTo>
                    <a:pt x="7024861" y="2794015"/>
                  </a:lnTo>
                  <a:lnTo>
                    <a:pt x="7025048" y="2794157"/>
                  </a:lnTo>
                  <a:lnTo>
                    <a:pt x="7025235" y="2794318"/>
                  </a:lnTo>
                  <a:lnTo>
                    <a:pt x="7025422" y="2794448"/>
                  </a:lnTo>
                  <a:lnTo>
                    <a:pt x="7025609" y="2794616"/>
                  </a:lnTo>
                  <a:lnTo>
                    <a:pt x="7025796" y="2794819"/>
                  </a:lnTo>
                  <a:lnTo>
                    <a:pt x="7025983" y="2795049"/>
                  </a:lnTo>
                  <a:lnTo>
                    <a:pt x="7026170" y="2795330"/>
                  </a:lnTo>
                  <a:lnTo>
                    <a:pt x="7026357" y="2795551"/>
                  </a:lnTo>
                  <a:lnTo>
                    <a:pt x="7026544" y="2795752"/>
                  </a:lnTo>
                  <a:lnTo>
                    <a:pt x="7026731" y="2795804"/>
                  </a:lnTo>
                  <a:lnTo>
                    <a:pt x="7026918" y="2795818"/>
                  </a:lnTo>
                  <a:lnTo>
                    <a:pt x="7027104" y="2795793"/>
                  </a:lnTo>
                  <a:lnTo>
                    <a:pt x="7027291" y="2795925"/>
                  </a:lnTo>
                  <a:lnTo>
                    <a:pt x="7027478" y="2796104"/>
                  </a:lnTo>
                  <a:lnTo>
                    <a:pt x="7027665" y="2796311"/>
                  </a:lnTo>
                  <a:lnTo>
                    <a:pt x="7027852" y="2796555"/>
                  </a:lnTo>
                  <a:lnTo>
                    <a:pt x="7028039" y="2796814"/>
                  </a:lnTo>
                  <a:lnTo>
                    <a:pt x="7028226" y="2797072"/>
                  </a:lnTo>
                  <a:lnTo>
                    <a:pt x="7028413" y="2797357"/>
                  </a:lnTo>
                  <a:lnTo>
                    <a:pt x="7028600" y="2797782"/>
                  </a:lnTo>
                  <a:lnTo>
                    <a:pt x="7028787" y="2798270"/>
                  </a:lnTo>
                  <a:lnTo>
                    <a:pt x="7028974" y="2798681"/>
                  </a:lnTo>
                  <a:lnTo>
                    <a:pt x="7029161" y="2799151"/>
                  </a:lnTo>
                  <a:lnTo>
                    <a:pt x="7029347" y="2799625"/>
                  </a:lnTo>
                  <a:lnTo>
                    <a:pt x="7029534" y="2800189"/>
                  </a:lnTo>
                  <a:lnTo>
                    <a:pt x="7029721" y="2800752"/>
                  </a:lnTo>
                  <a:lnTo>
                    <a:pt x="7029908" y="2801391"/>
                  </a:lnTo>
                  <a:lnTo>
                    <a:pt x="7030095" y="2802048"/>
                  </a:lnTo>
                  <a:lnTo>
                    <a:pt x="7030282" y="2802705"/>
                  </a:lnTo>
                  <a:lnTo>
                    <a:pt x="7030469" y="2803362"/>
                  </a:lnTo>
                  <a:lnTo>
                    <a:pt x="7030656" y="2803842"/>
                  </a:lnTo>
                  <a:lnTo>
                    <a:pt x="7030843" y="2804294"/>
                  </a:lnTo>
                  <a:lnTo>
                    <a:pt x="7031030" y="2804711"/>
                  </a:lnTo>
                  <a:lnTo>
                    <a:pt x="7031217" y="2805023"/>
                  </a:lnTo>
                  <a:lnTo>
                    <a:pt x="7031404" y="2805148"/>
                  </a:lnTo>
                  <a:lnTo>
                    <a:pt x="7031591" y="2805136"/>
                  </a:lnTo>
                  <a:lnTo>
                    <a:pt x="7031777" y="2805205"/>
                  </a:lnTo>
                  <a:lnTo>
                    <a:pt x="7031964" y="2805274"/>
                  </a:lnTo>
                  <a:lnTo>
                    <a:pt x="7032151" y="2805236"/>
                  </a:lnTo>
                  <a:lnTo>
                    <a:pt x="7032338" y="2805195"/>
                  </a:lnTo>
                  <a:lnTo>
                    <a:pt x="7032525" y="2805056"/>
                  </a:lnTo>
                  <a:lnTo>
                    <a:pt x="7032712" y="2804916"/>
                  </a:lnTo>
                  <a:lnTo>
                    <a:pt x="7032899" y="2804670"/>
                  </a:lnTo>
                  <a:lnTo>
                    <a:pt x="7033086" y="2804411"/>
                  </a:lnTo>
                  <a:lnTo>
                    <a:pt x="7033273" y="2804128"/>
                  </a:lnTo>
                  <a:lnTo>
                    <a:pt x="7033460" y="2803733"/>
                  </a:lnTo>
                  <a:lnTo>
                    <a:pt x="7033647" y="2803252"/>
                  </a:lnTo>
                  <a:lnTo>
                    <a:pt x="7033834" y="2802673"/>
                  </a:lnTo>
                  <a:lnTo>
                    <a:pt x="7034020" y="2802096"/>
                  </a:lnTo>
                  <a:lnTo>
                    <a:pt x="7034207" y="2801510"/>
                  </a:lnTo>
                  <a:lnTo>
                    <a:pt x="7034394" y="2800971"/>
                  </a:lnTo>
                  <a:lnTo>
                    <a:pt x="7034581" y="2800373"/>
                  </a:lnTo>
                  <a:lnTo>
                    <a:pt x="7034768" y="2799759"/>
                  </a:lnTo>
                  <a:lnTo>
                    <a:pt x="7034955" y="2798886"/>
                  </a:lnTo>
                  <a:lnTo>
                    <a:pt x="7035142" y="2797881"/>
                  </a:lnTo>
                  <a:lnTo>
                    <a:pt x="7035329" y="2797099"/>
                  </a:lnTo>
                  <a:lnTo>
                    <a:pt x="7035516" y="2796313"/>
                  </a:lnTo>
                  <a:lnTo>
                    <a:pt x="7035703" y="2795486"/>
                  </a:lnTo>
                  <a:lnTo>
                    <a:pt x="7035890" y="2794765"/>
                  </a:lnTo>
                  <a:lnTo>
                    <a:pt x="7036077" y="2794204"/>
                  </a:lnTo>
                  <a:lnTo>
                    <a:pt x="7036264" y="2793671"/>
                  </a:lnTo>
                  <a:lnTo>
                    <a:pt x="7036450" y="2793093"/>
                  </a:lnTo>
                  <a:lnTo>
                    <a:pt x="7036637" y="2792645"/>
                  </a:lnTo>
                  <a:lnTo>
                    <a:pt x="7036824" y="2792556"/>
                  </a:lnTo>
                  <a:lnTo>
                    <a:pt x="7037011" y="2792668"/>
                  </a:lnTo>
                  <a:lnTo>
                    <a:pt x="7037198" y="2792916"/>
                  </a:lnTo>
                  <a:lnTo>
                    <a:pt x="7037385" y="2793207"/>
                  </a:lnTo>
                  <a:lnTo>
                    <a:pt x="7037572" y="2793627"/>
                  </a:lnTo>
                  <a:lnTo>
                    <a:pt x="7037759" y="2794194"/>
                  </a:lnTo>
                  <a:lnTo>
                    <a:pt x="7037946" y="2794983"/>
                  </a:lnTo>
                  <a:lnTo>
                    <a:pt x="7038133" y="2796037"/>
                  </a:lnTo>
                  <a:lnTo>
                    <a:pt x="7038320" y="2797223"/>
                  </a:lnTo>
                  <a:lnTo>
                    <a:pt x="7038507" y="2798539"/>
                  </a:lnTo>
                  <a:lnTo>
                    <a:pt x="7038694" y="2799855"/>
                  </a:lnTo>
                  <a:lnTo>
                    <a:pt x="7038880" y="2801011"/>
                  </a:lnTo>
                  <a:lnTo>
                    <a:pt x="7039067" y="2802175"/>
                  </a:lnTo>
                  <a:lnTo>
                    <a:pt x="7039254" y="2803476"/>
                  </a:lnTo>
                  <a:lnTo>
                    <a:pt x="7039441" y="2804901"/>
                  </a:lnTo>
                  <a:lnTo>
                    <a:pt x="7039628" y="2806119"/>
                  </a:lnTo>
                  <a:lnTo>
                    <a:pt x="7039815" y="2807464"/>
                  </a:lnTo>
                  <a:lnTo>
                    <a:pt x="7040002" y="2808729"/>
                  </a:lnTo>
                  <a:lnTo>
                    <a:pt x="7040189" y="2809938"/>
                  </a:lnTo>
                  <a:lnTo>
                    <a:pt x="7040376" y="2811056"/>
                  </a:lnTo>
                  <a:lnTo>
                    <a:pt x="7040563" y="2811856"/>
                  </a:lnTo>
                  <a:lnTo>
                    <a:pt x="7040750" y="2812891"/>
                  </a:lnTo>
                  <a:lnTo>
                    <a:pt x="7040937" y="2813284"/>
                  </a:lnTo>
                  <a:lnTo>
                    <a:pt x="7041123" y="2813307"/>
                  </a:lnTo>
                  <a:lnTo>
                    <a:pt x="7041310" y="2813272"/>
                  </a:lnTo>
                  <a:lnTo>
                    <a:pt x="7041497" y="2813210"/>
                  </a:lnTo>
                  <a:lnTo>
                    <a:pt x="7041684" y="2813373"/>
                  </a:lnTo>
                  <a:lnTo>
                    <a:pt x="7041871" y="2813723"/>
                  </a:lnTo>
                  <a:lnTo>
                    <a:pt x="7042058" y="2814019"/>
                  </a:lnTo>
                  <a:lnTo>
                    <a:pt x="7042245" y="2814259"/>
                  </a:lnTo>
                  <a:lnTo>
                    <a:pt x="7042432" y="2814470"/>
                  </a:lnTo>
                  <a:lnTo>
                    <a:pt x="7042619" y="2814653"/>
                  </a:lnTo>
                  <a:lnTo>
                    <a:pt x="7042806" y="2814770"/>
                  </a:lnTo>
                  <a:lnTo>
                    <a:pt x="7042993" y="2814867"/>
                  </a:lnTo>
                  <a:lnTo>
                    <a:pt x="7043180" y="2815060"/>
                  </a:lnTo>
                  <a:lnTo>
                    <a:pt x="7043367" y="2815275"/>
                  </a:lnTo>
                  <a:lnTo>
                    <a:pt x="7043553" y="2815450"/>
                  </a:lnTo>
                  <a:lnTo>
                    <a:pt x="7043740" y="2815653"/>
                  </a:lnTo>
                  <a:lnTo>
                    <a:pt x="7043927" y="2815846"/>
                  </a:lnTo>
                  <a:lnTo>
                    <a:pt x="7044114" y="2816280"/>
                  </a:lnTo>
                  <a:lnTo>
                    <a:pt x="7044301" y="2816802"/>
                  </a:lnTo>
                  <a:lnTo>
                    <a:pt x="7044488" y="2817190"/>
                  </a:lnTo>
                  <a:lnTo>
                    <a:pt x="7044675" y="2817709"/>
                  </a:lnTo>
                  <a:lnTo>
                    <a:pt x="7044862" y="2818266"/>
                  </a:lnTo>
                  <a:lnTo>
                    <a:pt x="7045049" y="2818938"/>
                  </a:lnTo>
                  <a:lnTo>
                    <a:pt x="7045236" y="2819674"/>
                  </a:lnTo>
                  <a:lnTo>
                    <a:pt x="7045423" y="2820377"/>
                  </a:lnTo>
                  <a:lnTo>
                    <a:pt x="7045610" y="2821154"/>
                  </a:lnTo>
                  <a:lnTo>
                    <a:pt x="7045797" y="2821949"/>
                  </a:lnTo>
                  <a:lnTo>
                    <a:pt x="7045983" y="2822801"/>
                  </a:lnTo>
                  <a:lnTo>
                    <a:pt x="7046170" y="2823677"/>
                  </a:lnTo>
                  <a:lnTo>
                    <a:pt x="7046357" y="2824556"/>
                  </a:lnTo>
                  <a:lnTo>
                    <a:pt x="7046544" y="2825403"/>
                  </a:lnTo>
                  <a:lnTo>
                    <a:pt x="7046731" y="2826136"/>
                  </a:lnTo>
                  <a:lnTo>
                    <a:pt x="7046918" y="2826741"/>
                  </a:lnTo>
                  <a:lnTo>
                    <a:pt x="7047105" y="2827214"/>
                  </a:lnTo>
                  <a:lnTo>
                    <a:pt x="7047292" y="2827688"/>
                  </a:lnTo>
                  <a:lnTo>
                    <a:pt x="7047479" y="2828003"/>
                  </a:lnTo>
                  <a:lnTo>
                    <a:pt x="7047666" y="2828245"/>
                  </a:lnTo>
                  <a:lnTo>
                    <a:pt x="7047853" y="2828332"/>
                  </a:lnTo>
                  <a:lnTo>
                    <a:pt x="7048040" y="2828336"/>
                  </a:lnTo>
                  <a:lnTo>
                    <a:pt x="7048226" y="2828253"/>
                  </a:lnTo>
                  <a:lnTo>
                    <a:pt x="7048413" y="2828118"/>
                  </a:lnTo>
                  <a:lnTo>
                    <a:pt x="7048600" y="2827968"/>
                  </a:lnTo>
                  <a:lnTo>
                    <a:pt x="7048787" y="2827655"/>
                  </a:lnTo>
                  <a:lnTo>
                    <a:pt x="7048974" y="2827300"/>
                  </a:lnTo>
                  <a:lnTo>
                    <a:pt x="7049161" y="2826846"/>
                  </a:lnTo>
                  <a:lnTo>
                    <a:pt x="7049348" y="2826381"/>
                  </a:lnTo>
                  <a:lnTo>
                    <a:pt x="7049535" y="2825916"/>
                  </a:lnTo>
                  <a:lnTo>
                    <a:pt x="7049722" y="2825455"/>
                  </a:lnTo>
                  <a:lnTo>
                    <a:pt x="7049909" y="2825066"/>
                  </a:lnTo>
                  <a:lnTo>
                    <a:pt x="7050096" y="2824677"/>
                  </a:lnTo>
                  <a:lnTo>
                    <a:pt x="7050283" y="2824432"/>
                  </a:lnTo>
                  <a:lnTo>
                    <a:pt x="7050470" y="2824216"/>
                  </a:lnTo>
                  <a:lnTo>
                    <a:pt x="7050656" y="2824029"/>
                  </a:lnTo>
                  <a:lnTo>
                    <a:pt x="7050843" y="2823701"/>
                  </a:lnTo>
                  <a:lnTo>
                    <a:pt x="7051030" y="2823522"/>
                  </a:lnTo>
                  <a:lnTo>
                    <a:pt x="7051217" y="2823410"/>
                  </a:lnTo>
                  <a:lnTo>
                    <a:pt x="7051404" y="2823196"/>
                  </a:lnTo>
                  <a:lnTo>
                    <a:pt x="7051591" y="2823096"/>
                  </a:lnTo>
                  <a:lnTo>
                    <a:pt x="7051778" y="2823077"/>
                  </a:lnTo>
                  <a:lnTo>
                    <a:pt x="7051965" y="2823244"/>
                  </a:lnTo>
                  <a:lnTo>
                    <a:pt x="7052152" y="2823434"/>
                  </a:lnTo>
                  <a:lnTo>
                    <a:pt x="7052339" y="2823623"/>
                  </a:lnTo>
                  <a:lnTo>
                    <a:pt x="7052526" y="2823868"/>
                  </a:lnTo>
                  <a:lnTo>
                    <a:pt x="7052713" y="2824037"/>
                  </a:lnTo>
                  <a:lnTo>
                    <a:pt x="7052899" y="2824206"/>
                  </a:lnTo>
                  <a:lnTo>
                    <a:pt x="7053086" y="2824355"/>
                  </a:lnTo>
                  <a:lnTo>
                    <a:pt x="7053273" y="2824504"/>
                  </a:lnTo>
                  <a:lnTo>
                    <a:pt x="7053460" y="2824653"/>
                  </a:lnTo>
                  <a:lnTo>
                    <a:pt x="7053647" y="2824801"/>
                  </a:lnTo>
                  <a:lnTo>
                    <a:pt x="7053834" y="2824851"/>
                  </a:lnTo>
                  <a:lnTo>
                    <a:pt x="7054021" y="2824870"/>
                  </a:lnTo>
                  <a:lnTo>
                    <a:pt x="7054208" y="2824786"/>
                  </a:lnTo>
                  <a:lnTo>
                    <a:pt x="7054395" y="2824442"/>
                  </a:lnTo>
                  <a:lnTo>
                    <a:pt x="7054582" y="2824018"/>
                  </a:lnTo>
                  <a:lnTo>
                    <a:pt x="7054769" y="2823483"/>
                  </a:lnTo>
                  <a:lnTo>
                    <a:pt x="7054956" y="2822914"/>
                  </a:lnTo>
                  <a:lnTo>
                    <a:pt x="7055143" y="2822376"/>
                  </a:lnTo>
                  <a:lnTo>
                    <a:pt x="7055329" y="2821861"/>
                  </a:lnTo>
                  <a:lnTo>
                    <a:pt x="7055516" y="2821410"/>
                  </a:lnTo>
                  <a:lnTo>
                    <a:pt x="7055703" y="2820958"/>
                  </a:lnTo>
                  <a:lnTo>
                    <a:pt x="7055890" y="2820317"/>
                  </a:lnTo>
                  <a:lnTo>
                    <a:pt x="7056077" y="2819865"/>
                  </a:lnTo>
                  <a:lnTo>
                    <a:pt x="7056264" y="2819696"/>
                  </a:lnTo>
                  <a:lnTo>
                    <a:pt x="7056451" y="2819416"/>
                  </a:lnTo>
                  <a:lnTo>
                    <a:pt x="7056638" y="2819089"/>
                  </a:lnTo>
                  <a:lnTo>
                    <a:pt x="7056825" y="2818513"/>
                  </a:lnTo>
                  <a:lnTo>
                    <a:pt x="7057012" y="2818030"/>
                  </a:lnTo>
                  <a:lnTo>
                    <a:pt x="7057199" y="2817880"/>
                  </a:lnTo>
                  <a:lnTo>
                    <a:pt x="7057386" y="2817773"/>
                  </a:lnTo>
                  <a:lnTo>
                    <a:pt x="7057573" y="2817679"/>
                  </a:lnTo>
                  <a:lnTo>
                    <a:pt x="7057759" y="2817762"/>
                  </a:lnTo>
                  <a:lnTo>
                    <a:pt x="7057946" y="2817920"/>
                  </a:lnTo>
                  <a:lnTo>
                    <a:pt x="7058133" y="2818233"/>
                  </a:lnTo>
                  <a:lnTo>
                    <a:pt x="7058320" y="2818527"/>
                  </a:lnTo>
                  <a:lnTo>
                    <a:pt x="7058507" y="2818792"/>
                  </a:lnTo>
                  <a:lnTo>
                    <a:pt x="7058694" y="2819176"/>
                  </a:lnTo>
                  <a:lnTo>
                    <a:pt x="7058881" y="2819340"/>
                  </a:lnTo>
                  <a:lnTo>
                    <a:pt x="7059068" y="2819352"/>
                  </a:lnTo>
                  <a:lnTo>
                    <a:pt x="7059255" y="2819598"/>
                  </a:lnTo>
                  <a:lnTo>
                    <a:pt x="7059442" y="2819802"/>
                  </a:lnTo>
                  <a:lnTo>
                    <a:pt x="7059629" y="2820113"/>
                  </a:lnTo>
                  <a:lnTo>
                    <a:pt x="7059816" y="2820558"/>
                  </a:lnTo>
                  <a:lnTo>
                    <a:pt x="7060002" y="2821067"/>
                  </a:lnTo>
                  <a:lnTo>
                    <a:pt x="7060189" y="2821508"/>
                  </a:lnTo>
                  <a:lnTo>
                    <a:pt x="7060376" y="2821761"/>
                  </a:lnTo>
                  <a:lnTo>
                    <a:pt x="7060563" y="2821852"/>
                  </a:lnTo>
                  <a:lnTo>
                    <a:pt x="7060750" y="2821990"/>
                  </a:lnTo>
                  <a:lnTo>
                    <a:pt x="7060937" y="2821772"/>
                  </a:lnTo>
                  <a:lnTo>
                    <a:pt x="7061124" y="2821439"/>
                  </a:lnTo>
                  <a:lnTo>
                    <a:pt x="7061311" y="2821019"/>
                  </a:lnTo>
                  <a:lnTo>
                    <a:pt x="7061498" y="2820718"/>
                  </a:lnTo>
                  <a:lnTo>
                    <a:pt x="7061685" y="2820353"/>
                  </a:lnTo>
                  <a:lnTo>
                    <a:pt x="7061872" y="2820206"/>
                  </a:lnTo>
                  <a:lnTo>
                    <a:pt x="7062059" y="2819963"/>
                  </a:lnTo>
                  <a:lnTo>
                    <a:pt x="7062246" y="2819771"/>
                  </a:lnTo>
                  <a:lnTo>
                    <a:pt x="7062432" y="2819667"/>
                  </a:lnTo>
                  <a:lnTo>
                    <a:pt x="7062619" y="2819503"/>
                  </a:lnTo>
                  <a:lnTo>
                    <a:pt x="7062806" y="2819418"/>
                  </a:lnTo>
                  <a:lnTo>
                    <a:pt x="7062993" y="2819351"/>
                  </a:lnTo>
                  <a:lnTo>
                    <a:pt x="7063180" y="2819212"/>
                  </a:lnTo>
                  <a:lnTo>
                    <a:pt x="7063367" y="2819204"/>
                  </a:lnTo>
                  <a:lnTo>
                    <a:pt x="7063554" y="2819042"/>
                  </a:lnTo>
                  <a:lnTo>
                    <a:pt x="7063741" y="2818899"/>
                  </a:lnTo>
                  <a:lnTo>
                    <a:pt x="7063928" y="2818746"/>
                  </a:lnTo>
                  <a:lnTo>
                    <a:pt x="7064115" y="2818696"/>
                  </a:lnTo>
                  <a:lnTo>
                    <a:pt x="7064302" y="2818598"/>
                  </a:lnTo>
                  <a:lnTo>
                    <a:pt x="7064489" y="2818504"/>
                  </a:lnTo>
                  <a:lnTo>
                    <a:pt x="7064676" y="2818252"/>
                  </a:lnTo>
                  <a:lnTo>
                    <a:pt x="7064862" y="2817932"/>
                  </a:lnTo>
                  <a:lnTo>
                    <a:pt x="7065049" y="2817570"/>
                  </a:lnTo>
                  <a:lnTo>
                    <a:pt x="7065236" y="2817211"/>
                  </a:lnTo>
                  <a:lnTo>
                    <a:pt x="7065423" y="2816795"/>
                  </a:lnTo>
                  <a:lnTo>
                    <a:pt x="7065610" y="2816375"/>
                  </a:lnTo>
                  <a:lnTo>
                    <a:pt x="7065797" y="2815978"/>
                  </a:lnTo>
                  <a:lnTo>
                    <a:pt x="7065984" y="2815520"/>
                  </a:lnTo>
                  <a:lnTo>
                    <a:pt x="7066171" y="2815227"/>
                  </a:lnTo>
                  <a:lnTo>
                    <a:pt x="7066358" y="2814971"/>
                  </a:lnTo>
                  <a:lnTo>
                    <a:pt x="7066545" y="2814720"/>
                  </a:lnTo>
                  <a:lnTo>
                    <a:pt x="7066732" y="2814416"/>
                  </a:lnTo>
                  <a:lnTo>
                    <a:pt x="7066919" y="2814136"/>
                  </a:lnTo>
                  <a:lnTo>
                    <a:pt x="7067105" y="2813777"/>
                  </a:lnTo>
                  <a:lnTo>
                    <a:pt x="7067292" y="2813097"/>
                  </a:lnTo>
                  <a:lnTo>
                    <a:pt x="7067479" y="2812217"/>
                  </a:lnTo>
                  <a:lnTo>
                    <a:pt x="7067666" y="2811414"/>
                  </a:lnTo>
                  <a:lnTo>
                    <a:pt x="7067853" y="2810727"/>
                  </a:lnTo>
                  <a:lnTo>
                    <a:pt x="7068040" y="2810140"/>
                  </a:lnTo>
                  <a:lnTo>
                    <a:pt x="7068227" y="2809462"/>
                  </a:lnTo>
                  <a:lnTo>
                    <a:pt x="7068414" y="2808822"/>
                  </a:lnTo>
                  <a:lnTo>
                    <a:pt x="7068601" y="2808233"/>
                  </a:lnTo>
                  <a:lnTo>
                    <a:pt x="7068788" y="2807698"/>
                  </a:lnTo>
                  <a:lnTo>
                    <a:pt x="7068975" y="2807132"/>
                  </a:lnTo>
                  <a:lnTo>
                    <a:pt x="7069162" y="2806464"/>
                  </a:lnTo>
                  <a:lnTo>
                    <a:pt x="7069349" y="2805901"/>
                  </a:lnTo>
                  <a:lnTo>
                    <a:pt x="7069535" y="2805414"/>
                  </a:lnTo>
                  <a:lnTo>
                    <a:pt x="7069722" y="2805014"/>
                  </a:lnTo>
                  <a:lnTo>
                    <a:pt x="7069909" y="2804801"/>
                  </a:lnTo>
                  <a:lnTo>
                    <a:pt x="7070096" y="2804603"/>
                  </a:lnTo>
                  <a:lnTo>
                    <a:pt x="7070283" y="2804476"/>
                  </a:lnTo>
                  <a:lnTo>
                    <a:pt x="7070470" y="2804135"/>
                  </a:lnTo>
                  <a:lnTo>
                    <a:pt x="7070657" y="2803873"/>
                  </a:lnTo>
                  <a:lnTo>
                    <a:pt x="7070844" y="2803556"/>
                  </a:lnTo>
                  <a:lnTo>
                    <a:pt x="7071031" y="2803138"/>
                  </a:lnTo>
                  <a:lnTo>
                    <a:pt x="7071218" y="2802688"/>
                  </a:lnTo>
                  <a:lnTo>
                    <a:pt x="7071405" y="2801954"/>
                  </a:lnTo>
                  <a:lnTo>
                    <a:pt x="7071592" y="2801119"/>
                  </a:lnTo>
                  <a:lnTo>
                    <a:pt x="7071778" y="2800084"/>
                  </a:lnTo>
                  <a:lnTo>
                    <a:pt x="7071965" y="2798966"/>
                  </a:lnTo>
                  <a:lnTo>
                    <a:pt x="7072152" y="2797707"/>
                  </a:lnTo>
                  <a:lnTo>
                    <a:pt x="7072339" y="2796937"/>
                  </a:lnTo>
                  <a:lnTo>
                    <a:pt x="7072526" y="2796307"/>
                  </a:lnTo>
                  <a:lnTo>
                    <a:pt x="7072713" y="2795695"/>
                  </a:lnTo>
                  <a:lnTo>
                    <a:pt x="7072900" y="2795335"/>
                  </a:lnTo>
                  <a:lnTo>
                    <a:pt x="7073087" y="2795121"/>
                  </a:lnTo>
                  <a:lnTo>
                    <a:pt x="7073274" y="2795053"/>
                  </a:lnTo>
                  <a:lnTo>
                    <a:pt x="7073461" y="2794668"/>
                  </a:lnTo>
                  <a:lnTo>
                    <a:pt x="7073648" y="2794164"/>
                  </a:lnTo>
                  <a:lnTo>
                    <a:pt x="7073835" y="2793941"/>
                  </a:lnTo>
                  <a:lnTo>
                    <a:pt x="7074022" y="2793641"/>
                  </a:lnTo>
                  <a:lnTo>
                    <a:pt x="7074208" y="2793306"/>
                  </a:lnTo>
                  <a:lnTo>
                    <a:pt x="7074395" y="2793006"/>
                  </a:lnTo>
                  <a:lnTo>
                    <a:pt x="7074582" y="2792843"/>
                  </a:lnTo>
                  <a:lnTo>
                    <a:pt x="7074769" y="2792690"/>
                  </a:lnTo>
                  <a:lnTo>
                    <a:pt x="7074956" y="2792653"/>
                  </a:lnTo>
                  <a:lnTo>
                    <a:pt x="7075143" y="2792705"/>
                  </a:lnTo>
                  <a:lnTo>
                    <a:pt x="7075330" y="2792639"/>
                  </a:lnTo>
                  <a:lnTo>
                    <a:pt x="7075517" y="2792493"/>
                  </a:lnTo>
                  <a:lnTo>
                    <a:pt x="7075704" y="2792204"/>
                  </a:lnTo>
                  <a:lnTo>
                    <a:pt x="7075891" y="2791683"/>
                  </a:lnTo>
                  <a:lnTo>
                    <a:pt x="7076078" y="2790990"/>
                  </a:lnTo>
                  <a:lnTo>
                    <a:pt x="7076265" y="2790412"/>
                  </a:lnTo>
                  <a:lnTo>
                    <a:pt x="7076452" y="2789832"/>
                  </a:lnTo>
                  <a:lnTo>
                    <a:pt x="7076638" y="2789026"/>
                  </a:lnTo>
                  <a:lnTo>
                    <a:pt x="7076825" y="2787922"/>
                  </a:lnTo>
                  <a:lnTo>
                    <a:pt x="7077012" y="2786572"/>
                  </a:lnTo>
                  <a:lnTo>
                    <a:pt x="7077199" y="2785248"/>
                  </a:lnTo>
                  <a:lnTo>
                    <a:pt x="7077386" y="2783697"/>
                  </a:lnTo>
                  <a:lnTo>
                    <a:pt x="7077573" y="2782295"/>
                  </a:lnTo>
                  <a:lnTo>
                    <a:pt x="7077760" y="2781087"/>
                  </a:lnTo>
                  <a:lnTo>
                    <a:pt x="7077947" y="2779659"/>
                  </a:lnTo>
                  <a:lnTo>
                    <a:pt x="7078134" y="2778314"/>
                  </a:lnTo>
                  <a:lnTo>
                    <a:pt x="7078321" y="2776961"/>
                  </a:lnTo>
                  <a:lnTo>
                    <a:pt x="7078508" y="2775742"/>
                  </a:lnTo>
                  <a:lnTo>
                    <a:pt x="7078695" y="2774608"/>
                  </a:lnTo>
                  <a:lnTo>
                    <a:pt x="7078881" y="2773375"/>
                  </a:lnTo>
                  <a:lnTo>
                    <a:pt x="7079068" y="2772158"/>
                  </a:lnTo>
                  <a:lnTo>
                    <a:pt x="7079255" y="2770858"/>
                  </a:lnTo>
                  <a:lnTo>
                    <a:pt x="7079442" y="2769607"/>
                  </a:lnTo>
                  <a:lnTo>
                    <a:pt x="7079629" y="2768252"/>
                  </a:lnTo>
                  <a:lnTo>
                    <a:pt x="7079816" y="2766888"/>
                  </a:lnTo>
                  <a:lnTo>
                    <a:pt x="7080003" y="2765835"/>
                  </a:lnTo>
                  <a:lnTo>
                    <a:pt x="7080190" y="2764987"/>
                  </a:lnTo>
                  <a:lnTo>
                    <a:pt x="7080377" y="2764239"/>
                  </a:lnTo>
                  <a:lnTo>
                    <a:pt x="7080564" y="2763454"/>
                  </a:lnTo>
                  <a:lnTo>
                    <a:pt x="7080751" y="2762767"/>
                  </a:lnTo>
                  <a:lnTo>
                    <a:pt x="7080938" y="2762102"/>
                  </a:lnTo>
                  <a:lnTo>
                    <a:pt x="7081125" y="2761284"/>
                  </a:lnTo>
                  <a:lnTo>
                    <a:pt x="7081311" y="2760347"/>
                  </a:lnTo>
                  <a:lnTo>
                    <a:pt x="7081498" y="2759269"/>
                  </a:lnTo>
                  <a:lnTo>
                    <a:pt x="7081685" y="2758279"/>
                  </a:lnTo>
                  <a:lnTo>
                    <a:pt x="7081872" y="2757371"/>
                  </a:lnTo>
                  <a:lnTo>
                    <a:pt x="7082059" y="2756390"/>
                  </a:lnTo>
                  <a:lnTo>
                    <a:pt x="7082246" y="2755395"/>
                  </a:lnTo>
                  <a:lnTo>
                    <a:pt x="7082433" y="2754379"/>
                  </a:lnTo>
                  <a:lnTo>
                    <a:pt x="7082620" y="2753373"/>
                  </a:lnTo>
                  <a:lnTo>
                    <a:pt x="7082807" y="2752258"/>
                  </a:lnTo>
                  <a:lnTo>
                    <a:pt x="7082994" y="2750849"/>
                  </a:lnTo>
                  <a:lnTo>
                    <a:pt x="7083181" y="2749492"/>
                  </a:lnTo>
                  <a:lnTo>
                    <a:pt x="7083368" y="2747842"/>
                  </a:lnTo>
                  <a:lnTo>
                    <a:pt x="7083555" y="2746049"/>
                  </a:lnTo>
                  <a:lnTo>
                    <a:pt x="7083741" y="2744261"/>
                  </a:lnTo>
                  <a:lnTo>
                    <a:pt x="7083928" y="2742361"/>
                  </a:lnTo>
                  <a:lnTo>
                    <a:pt x="7084115" y="2740786"/>
                  </a:lnTo>
                  <a:lnTo>
                    <a:pt x="7084302" y="2739287"/>
                  </a:lnTo>
                  <a:lnTo>
                    <a:pt x="7084489" y="2738025"/>
                  </a:lnTo>
                  <a:lnTo>
                    <a:pt x="7084676" y="2736826"/>
                  </a:lnTo>
                  <a:lnTo>
                    <a:pt x="7084863" y="2735962"/>
                  </a:lnTo>
                  <a:lnTo>
                    <a:pt x="7085050" y="2735160"/>
                  </a:lnTo>
                  <a:lnTo>
                    <a:pt x="7085237" y="2734389"/>
                  </a:lnTo>
                  <a:lnTo>
                    <a:pt x="7085424" y="2733680"/>
                  </a:lnTo>
                  <a:lnTo>
                    <a:pt x="7085611" y="2733231"/>
                  </a:lnTo>
                  <a:lnTo>
                    <a:pt x="7085798" y="2732839"/>
                  </a:lnTo>
                  <a:lnTo>
                    <a:pt x="7085984" y="2732462"/>
                  </a:lnTo>
                  <a:lnTo>
                    <a:pt x="7086171" y="2732377"/>
                  </a:lnTo>
                  <a:lnTo>
                    <a:pt x="7086358" y="2732329"/>
                  </a:lnTo>
                  <a:lnTo>
                    <a:pt x="7086545" y="2732334"/>
                  </a:lnTo>
                  <a:lnTo>
                    <a:pt x="7086732" y="2732064"/>
                  </a:lnTo>
                  <a:lnTo>
                    <a:pt x="7086919" y="2731737"/>
                  </a:lnTo>
                  <a:lnTo>
                    <a:pt x="7087106" y="2731247"/>
                  </a:lnTo>
                  <a:lnTo>
                    <a:pt x="7087293" y="2730770"/>
                  </a:lnTo>
                  <a:lnTo>
                    <a:pt x="7087480" y="2730292"/>
                  </a:lnTo>
                  <a:lnTo>
                    <a:pt x="7087667" y="2729489"/>
                  </a:lnTo>
                  <a:lnTo>
                    <a:pt x="7087854" y="2728557"/>
                  </a:lnTo>
                  <a:lnTo>
                    <a:pt x="7088041" y="2727341"/>
                  </a:lnTo>
                  <a:lnTo>
                    <a:pt x="7088228" y="2726395"/>
                  </a:lnTo>
                  <a:lnTo>
                    <a:pt x="7088414" y="2725165"/>
                  </a:lnTo>
                  <a:lnTo>
                    <a:pt x="7088601" y="2724007"/>
                  </a:lnTo>
                  <a:lnTo>
                    <a:pt x="7088788" y="2722888"/>
                  </a:lnTo>
                  <a:lnTo>
                    <a:pt x="7088975" y="2721480"/>
                  </a:lnTo>
                  <a:lnTo>
                    <a:pt x="7089162" y="2720018"/>
                  </a:lnTo>
                  <a:lnTo>
                    <a:pt x="7089349" y="2718633"/>
                  </a:lnTo>
                  <a:lnTo>
                    <a:pt x="7089536" y="2717470"/>
                  </a:lnTo>
                  <a:lnTo>
                    <a:pt x="7089723" y="2716222"/>
                  </a:lnTo>
                  <a:lnTo>
                    <a:pt x="7089910" y="2715110"/>
                  </a:lnTo>
                  <a:lnTo>
                    <a:pt x="7090097" y="2713995"/>
                  </a:lnTo>
                  <a:lnTo>
                    <a:pt x="7090284" y="2712846"/>
                  </a:lnTo>
                  <a:lnTo>
                    <a:pt x="7090471" y="2711899"/>
                  </a:lnTo>
                  <a:lnTo>
                    <a:pt x="7090657" y="2711047"/>
                  </a:lnTo>
                  <a:lnTo>
                    <a:pt x="7090844" y="2710213"/>
                  </a:lnTo>
                  <a:lnTo>
                    <a:pt x="7091031" y="2709310"/>
                  </a:lnTo>
                  <a:lnTo>
                    <a:pt x="7091218" y="2708258"/>
                  </a:lnTo>
                  <a:lnTo>
                    <a:pt x="7091405" y="2706971"/>
                  </a:lnTo>
                  <a:lnTo>
                    <a:pt x="7091592" y="2705401"/>
                  </a:lnTo>
                  <a:lnTo>
                    <a:pt x="7091779" y="2704179"/>
                  </a:lnTo>
                  <a:lnTo>
                    <a:pt x="7091966" y="2703020"/>
                  </a:lnTo>
                  <a:lnTo>
                    <a:pt x="7092153" y="2701831"/>
                  </a:lnTo>
                  <a:lnTo>
                    <a:pt x="7092340" y="2700640"/>
                  </a:lnTo>
                  <a:lnTo>
                    <a:pt x="7092527" y="2699419"/>
                  </a:lnTo>
                  <a:lnTo>
                    <a:pt x="7092714" y="2698175"/>
                  </a:lnTo>
                  <a:lnTo>
                    <a:pt x="7092901" y="2697034"/>
                  </a:lnTo>
                  <a:lnTo>
                    <a:pt x="7093087" y="2695533"/>
                  </a:lnTo>
                  <a:lnTo>
                    <a:pt x="7093274" y="2693621"/>
                  </a:lnTo>
                  <a:lnTo>
                    <a:pt x="7093461" y="2691256"/>
                  </a:lnTo>
                  <a:lnTo>
                    <a:pt x="7093648" y="2688898"/>
                  </a:lnTo>
                  <a:lnTo>
                    <a:pt x="7093835" y="2686554"/>
                  </a:lnTo>
                  <a:lnTo>
                    <a:pt x="7094022" y="2684318"/>
                  </a:lnTo>
                  <a:lnTo>
                    <a:pt x="7094209" y="2682165"/>
                  </a:lnTo>
                  <a:lnTo>
                    <a:pt x="7094396" y="2679606"/>
                  </a:lnTo>
                  <a:lnTo>
                    <a:pt x="7094583" y="2676553"/>
                  </a:lnTo>
                  <a:lnTo>
                    <a:pt x="7094770" y="2673054"/>
                  </a:lnTo>
                  <a:lnTo>
                    <a:pt x="7094957" y="2670120"/>
                  </a:lnTo>
                  <a:lnTo>
                    <a:pt x="7095144" y="2667262"/>
                  </a:lnTo>
                  <a:lnTo>
                    <a:pt x="7095331" y="2663939"/>
                  </a:lnTo>
                  <a:lnTo>
                    <a:pt x="7095517" y="2660721"/>
                  </a:lnTo>
                  <a:lnTo>
                    <a:pt x="7095704" y="2657766"/>
                  </a:lnTo>
                  <a:lnTo>
                    <a:pt x="7095891" y="2655005"/>
                  </a:lnTo>
                  <a:lnTo>
                    <a:pt x="7096078" y="2652353"/>
                  </a:lnTo>
                  <a:lnTo>
                    <a:pt x="7096265" y="2650108"/>
                  </a:lnTo>
                  <a:lnTo>
                    <a:pt x="7096452" y="2648079"/>
                  </a:lnTo>
                  <a:lnTo>
                    <a:pt x="7096639" y="2646042"/>
                  </a:lnTo>
                  <a:lnTo>
                    <a:pt x="7096826" y="2644073"/>
                  </a:lnTo>
                  <a:lnTo>
                    <a:pt x="7097013" y="2642187"/>
                  </a:lnTo>
                  <a:lnTo>
                    <a:pt x="7097200" y="2640435"/>
                  </a:lnTo>
                  <a:lnTo>
                    <a:pt x="7097387" y="2638791"/>
                  </a:lnTo>
                  <a:lnTo>
                    <a:pt x="7097574" y="2636990"/>
                  </a:lnTo>
                  <a:lnTo>
                    <a:pt x="7097760" y="2635152"/>
                  </a:lnTo>
                  <a:lnTo>
                    <a:pt x="7097947" y="2633439"/>
                  </a:lnTo>
                  <a:lnTo>
                    <a:pt x="7098134" y="2632142"/>
                  </a:lnTo>
                  <a:lnTo>
                    <a:pt x="7098321" y="2631100"/>
                  </a:lnTo>
                  <a:lnTo>
                    <a:pt x="7098508" y="2629618"/>
                  </a:lnTo>
                  <a:lnTo>
                    <a:pt x="7098695" y="2627667"/>
                  </a:lnTo>
                  <a:lnTo>
                    <a:pt x="7098882" y="2625764"/>
                  </a:lnTo>
                  <a:lnTo>
                    <a:pt x="7099069" y="2623748"/>
                  </a:lnTo>
                  <a:lnTo>
                    <a:pt x="7099256" y="2621475"/>
                  </a:lnTo>
                  <a:lnTo>
                    <a:pt x="7099443" y="2618939"/>
                  </a:lnTo>
                  <a:lnTo>
                    <a:pt x="7099630" y="2616440"/>
                  </a:lnTo>
                  <a:lnTo>
                    <a:pt x="7099817" y="2613647"/>
                  </a:lnTo>
                  <a:lnTo>
                    <a:pt x="7100004" y="2610725"/>
                  </a:lnTo>
                  <a:lnTo>
                    <a:pt x="7100190" y="2607568"/>
                  </a:lnTo>
                  <a:lnTo>
                    <a:pt x="7100377" y="2604739"/>
                  </a:lnTo>
                  <a:lnTo>
                    <a:pt x="7100564" y="2601989"/>
                  </a:lnTo>
                  <a:lnTo>
                    <a:pt x="7100751" y="2598920"/>
                  </a:lnTo>
                  <a:lnTo>
                    <a:pt x="7100938" y="2595638"/>
                  </a:lnTo>
                  <a:lnTo>
                    <a:pt x="7101125" y="2592434"/>
                  </a:lnTo>
                  <a:lnTo>
                    <a:pt x="7101312" y="2589236"/>
                  </a:lnTo>
                  <a:lnTo>
                    <a:pt x="7101499" y="2585928"/>
                  </a:lnTo>
                  <a:lnTo>
                    <a:pt x="7101686" y="2582560"/>
                  </a:lnTo>
                  <a:lnTo>
                    <a:pt x="7101873" y="2579543"/>
                  </a:lnTo>
                  <a:lnTo>
                    <a:pt x="7102060" y="2576762"/>
                  </a:lnTo>
                  <a:lnTo>
                    <a:pt x="7102247" y="2573975"/>
                  </a:lnTo>
                  <a:lnTo>
                    <a:pt x="7102434" y="2571158"/>
                  </a:lnTo>
                  <a:lnTo>
                    <a:pt x="7102620" y="2568382"/>
                  </a:lnTo>
                  <a:lnTo>
                    <a:pt x="7102807" y="2565948"/>
                  </a:lnTo>
                  <a:lnTo>
                    <a:pt x="7102994" y="2563462"/>
                  </a:lnTo>
                  <a:lnTo>
                    <a:pt x="7103181" y="2560948"/>
                  </a:lnTo>
                  <a:lnTo>
                    <a:pt x="7103368" y="2558280"/>
                  </a:lnTo>
                  <a:lnTo>
                    <a:pt x="7103555" y="2555613"/>
                  </a:lnTo>
                  <a:lnTo>
                    <a:pt x="7103742" y="2553279"/>
                  </a:lnTo>
                  <a:lnTo>
                    <a:pt x="7103929" y="2551071"/>
                  </a:lnTo>
                  <a:lnTo>
                    <a:pt x="7104116" y="2549235"/>
                  </a:lnTo>
                  <a:lnTo>
                    <a:pt x="7104303" y="2547896"/>
                  </a:lnTo>
                  <a:lnTo>
                    <a:pt x="7104490" y="2546560"/>
                  </a:lnTo>
                  <a:lnTo>
                    <a:pt x="7104677" y="2545894"/>
                  </a:lnTo>
                  <a:lnTo>
                    <a:pt x="7104863" y="2545273"/>
                  </a:lnTo>
                  <a:lnTo>
                    <a:pt x="7105050" y="2544379"/>
                  </a:lnTo>
                  <a:lnTo>
                    <a:pt x="7105237" y="2543419"/>
                  </a:lnTo>
                  <a:lnTo>
                    <a:pt x="7105424" y="2542353"/>
                  </a:lnTo>
                  <a:lnTo>
                    <a:pt x="7105611" y="2541437"/>
                  </a:lnTo>
                  <a:lnTo>
                    <a:pt x="7105798" y="2540664"/>
                  </a:lnTo>
                  <a:lnTo>
                    <a:pt x="7105985" y="2539884"/>
                  </a:lnTo>
                  <a:lnTo>
                    <a:pt x="7106172" y="2539234"/>
                  </a:lnTo>
                  <a:lnTo>
                    <a:pt x="7106359" y="2538773"/>
                  </a:lnTo>
                  <a:lnTo>
                    <a:pt x="7106546" y="2538254"/>
                  </a:lnTo>
                  <a:lnTo>
                    <a:pt x="7106733" y="2537542"/>
                  </a:lnTo>
                  <a:lnTo>
                    <a:pt x="7106920" y="2536852"/>
                  </a:lnTo>
                  <a:lnTo>
                    <a:pt x="7107107" y="2535893"/>
                  </a:lnTo>
                  <a:lnTo>
                    <a:pt x="7107293" y="2534774"/>
                  </a:lnTo>
                  <a:lnTo>
                    <a:pt x="7107480" y="2533402"/>
                  </a:lnTo>
                  <a:lnTo>
                    <a:pt x="7107667" y="2532101"/>
                  </a:lnTo>
                  <a:lnTo>
                    <a:pt x="7107854" y="2530993"/>
                  </a:lnTo>
                  <a:lnTo>
                    <a:pt x="7108041" y="2530024"/>
                  </a:lnTo>
                  <a:lnTo>
                    <a:pt x="7108228" y="2529419"/>
                  </a:lnTo>
                  <a:lnTo>
                    <a:pt x="7108415" y="2529033"/>
                  </a:lnTo>
                  <a:lnTo>
                    <a:pt x="7108602" y="2529020"/>
                  </a:lnTo>
                  <a:lnTo>
                    <a:pt x="7108789" y="2529532"/>
                  </a:lnTo>
                  <a:lnTo>
                    <a:pt x="7108976" y="2530190"/>
                  </a:lnTo>
                  <a:lnTo>
                    <a:pt x="7109163" y="2531081"/>
                  </a:lnTo>
                  <a:lnTo>
                    <a:pt x="7109350" y="2531817"/>
                  </a:lnTo>
                  <a:lnTo>
                    <a:pt x="7109536" y="2532755"/>
                  </a:lnTo>
                  <a:lnTo>
                    <a:pt x="7109723" y="2533557"/>
                  </a:lnTo>
                  <a:lnTo>
                    <a:pt x="7109910" y="2534324"/>
                  </a:lnTo>
                  <a:lnTo>
                    <a:pt x="7110097" y="2535046"/>
                  </a:lnTo>
                  <a:lnTo>
                    <a:pt x="7110284" y="2535548"/>
                  </a:lnTo>
                  <a:lnTo>
                    <a:pt x="7110471" y="2535902"/>
                  </a:lnTo>
                  <a:lnTo>
                    <a:pt x="7110658" y="2536034"/>
                  </a:lnTo>
                  <a:lnTo>
                    <a:pt x="7110845" y="2536236"/>
                  </a:lnTo>
                  <a:lnTo>
                    <a:pt x="7111032" y="2536449"/>
                  </a:lnTo>
                  <a:lnTo>
                    <a:pt x="7111219" y="2536366"/>
                  </a:lnTo>
                  <a:lnTo>
                    <a:pt x="7111406" y="2536075"/>
                  </a:lnTo>
                  <a:lnTo>
                    <a:pt x="7111593" y="2535695"/>
                  </a:lnTo>
                  <a:lnTo>
                    <a:pt x="7111780" y="2535156"/>
                  </a:lnTo>
                  <a:lnTo>
                    <a:pt x="7111966" y="2534401"/>
                  </a:lnTo>
                  <a:lnTo>
                    <a:pt x="7112153" y="2533658"/>
                  </a:lnTo>
                  <a:lnTo>
                    <a:pt x="7112340" y="2532922"/>
                  </a:lnTo>
                  <a:lnTo>
                    <a:pt x="7112527" y="2532191"/>
                  </a:lnTo>
                  <a:lnTo>
                    <a:pt x="7112714" y="2531507"/>
                  </a:lnTo>
                  <a:lnTo>
                    <a:pt x="7112901" y="2530774"/>
                  </a:lnTo>
                  <a:lnTo>
                    <a:pt x="7113088" y="2530313"/>
                  </a:lnTo>
                  <a:lnTo>
                    <a:pt x="7113275" y="2529926"/>
                  </a:lnTo>
                  <a:lnTo>
                    <a:pt x="7113462" y="2529611"/>
                  </a:lnTo>
                  <a:lnTo>
                    <a:pt x="7113649" y="2529268"/>
                  </a:lnTo>
                  <a:lnTo>
                    <a:pt x="7113836" y="2528951"/>
                  </a:lnTo>
                  <a:lnTo>
                    <a:pt x="7114023" y="2528628"/>
                  </a:lnTo>
                  <a:lnTo>
                    <a:pt x="7114210" y="2528586"/>
                  </a:lnTo>
                  <a:lnTo>
                    <a:pt x="7114396" y="2528615"/>
                  </a:lnTo>
                  <a:lnTo>
                    <a:pt x="7114583" y="2528588"/>
                  </a:lnTo>
                  <a:lnTo>
                    <a:pt x="7114770" y="2528700"/>
                  </a:lnTo>
                  <a:lnTo>
                    <a:pt x="7114957" y="2528643"/>
                  </a:lnTo>
                  <a:lnTo>
                    <a:pt x="7115144" y="2528531"/>
                  </a:lnTo>
                  <a:lnTo>
                    <a:pt x="7115331" y="2528575"/>
                  </a:lnTo>
                  <a:lnTo>
                    <a:pt x="7115518" y="2528417"/>
                  </a:lnTo>
                  <a:lnTo>
                    <a:pt x="7115705" y="2528318"/>
                  </a:lnTo>
                  <a:lnTo>
                    <a:pt x="7115892" y="2528030"/>
                  </a:lnTo>
                  <a:lnTo>
                    <a:pt x="7116079" y="2527294"/>
                  </a:lnTo>
                  <a:lnTo>
                    <a:pt x="7116266" y="2526612"/>
                  </a:lnTo>
                  <a:lnTo>
                    <a:pt x="7116453" y="2526068"/>
                  </a:lnTo>
                  <a:lnTo>
                    <a:pt x="7116639" y="2525220"/>
                  </a:lnTo>
                  <a:lnTo>
                    <a:pt x="7116826" y="2524748"/>
                  </a:lnTo>
                  <a:lnTo>
                    <a:pt x="7117013" y="2524236"/>
                  </a:lnTo>
                  <a:lnTo>
                    <a:pt x="7117200" y="2523925"/>
                  </a:lnTo>
                  <a:lnTo>
                    <a:pt x="7117387" y="2523315"/>
                  </a:lnTo>
                  <a:lnTo>
                    <a:pt x="7117574" y="2522629"/>
                  </a:lnTo>
                  <a:lnTo>
                    <a:pt x="7117761" y="2521823"/>
                  </a:lnTo>
                  <a:lnTo>
                    <a:pt x="7117948" y="2520959"/>
                  </a:lnTo>
                  <a:lnTo>
                    <a:pt x="7118135" y="2520017"/>
                  </a:lnTo>
                  <a:lnTo>
                    <a:pt x="7118322" y="2519463"/>
                  </a:lnTo>
                  <a:lnTo>
                    <a:pt x="7118509" y="2519397"/>
                  </a:lnTo>
                  <a:lnTo>
                    <a:pt x="7118696" y="2519467"/>
                  </a:lnTo>
                  <a:lnTo>
                    <a:pt x="7118883" y="2519942"/>
                  </a:lnTo>
                  <a:lnTo>
                    <a:pt x="7119069" y="2520403"/>
                  </a:lnTo>
                  <a:lnTo>
                    <a:pt x="7119256" y="2520824"/>
                  </a:lnTo>
                  <a:lnTo>
                    <a:pt x="7119443" y="2521172"/>
                  </a:lnTo>
                  <a:lnTo>
                    <a:pt x="7119630" y="2521383"/>
                  </a:lnTo>
                  <a:lnTo>
                    <a:pt x="7119817" y="2521581"/>
                  </a:lnTo>
                  <a:lnTo>
                    <a:pt x="7120004" y="2521916"/>
                  </a:lnTo>
                  <a:lnTo>
                    <a:pt x="7120191" y="2522002"/>
                  </a:lnTo>
                  <a:lnTo>
                    <a:pt x="7120378" y="2522356"/>
                  </a:lnTo>
                  <a:lnTo>
                    <a:pt x="7120565" y="2522869"/>
                  </a:lnTo>
                  <a:lnTo>
                    <a:pt x="7120752" y="2523439"/>
                  </a:lnTo>
                  <a:lnTo>
                    <a:pt x="7120939" y="2523995"/>
                  </a:lnTo>
                  <a:lnTo>
                    <a:pt x="7121126" y="2524408"/>
                  </a:lnTo>
                  <a:lnTo>
                    <a:pt x="7121313" y="2524803"/>
                  </a:lnTo>
                  <a:lnTo>
                    <a:pt x="7121499" y="2524985"/>
                  </a:lnTo>
                  <a:lnTo>
                    <a:pt x="7121686" y="2525093"/>
                  </a:lnTo>
                  <a:lnTo>
                    <a:pt x="7121873" y="2524970"/>
                  </a:lnTo>
                  <a:lnTo>
                    <a:pt x="7122060" y="2524793"/>
                  </a:lnTo>
                  <a:lnTo>
                    <a:pt x="7122247" y="2524554"/>
                  </a:lnTo>
                  <a:lnTo>
                    <a:pt x="7122434" y="2524451"/>
                  </a:lnTo>
                  <a:lnTo>
                    <a:pt x="7122621" y="2524583"/>
                  </a:lnTo>
                  <a:lnTo>
                    <a:pt x="7122808" y="2524749"/>
                  </a:lnTo>
                  <a:lnTo>
                    <a:pt x="7122995" y="2524812"/>
                  </a:lnTo>
                  <a:lnTo>
                    <a:pt x="7123182" y="2524900"/>
                  </a:lnTo>
                  <a:lnTo>
                    <a:pt x="7123369" y="2524844"/>
                  </a:lnTo>
                  <a:lnTo>
                    <a:pt x="7123556" y="2524789"/>
                  </a:lnTo>
                  <a:lnTo>
                    <a:pt x="7123742" y="2524919"/>
                  </a:lnTo>
                  <a:lnTo>
                    <a:pt x="7123929" y="2525123"/>
                  </a:lnTo>
                  <a:lnTo>
                    <a:pt x="7124116" y="2525740"/>
                  </a:lnTo>
                  <a:lnTo>
                    <a:pt x="7124303" y="2526180"/>
                  </a:lnTo>
                  <a:lnTo>
                    <a:pt x="7124490" y="2526780"/>
                  </a:lnTo>
                  <a:lnTo>
                    <a:pt x="7124677" y="2527286"/>
                  </a:lnTo>
                  <a:lnTo>
                    <a:pt x="7124864" y="2527624"/>
                  </a:lnTo>
                  <a:lnTo>
                    <a:pt x="7125051" y="2528144"/>
                  </a:lnTo>
                  <a:lnTo>
                    <a:pt x="7125238" y="2528669"/>
                  </a:lnTo>
                  <a:lnTo>
                    <a:pt x="7125425" y="2529280"/>
                  </a:lnTo>
                  <a:lnTo>
                    <a:pt x="7125612" y="2529468"/>
                  </a:lnTo>
                  <a:lnTo>
                    <a:pt x="7125799" y="2529606"/>
                  </a:lnTo>
                  <a:lnTo>
                    <a:pt x="7125986" y="2529478"/>
                  </a:lnTo>
                  <a:lnTo>
                    <a:pt x="7126172" y="2529413"/>
                  </a:lnTo>
                  <a:lnTo>
                    <a:pt x="7126359" y="2529465"/>
                  </a:lnTo>
                  <a:lnTo>
                    <a:pt x="7126546" y="2529475"/>
                  </a:lnTo>
                  <a:lnTo>
                    <a:pt x="7126733" y="2529150"/>
                  </a:lnTo>
                  <a:lnTo>
                    <a:pt x="7126920" y="2528581"/>
                  </a:lnTo>
                  <a:lnTo>
                    <a:pt x="7127107" y="2527917"/>
                  </a:lnTo>
                  <a:lnTo>
                    <a:pt x="7127294" y="2526953"/>
                  </a:lnTo>
                  <a:lnTo>
                    <a:pt x="7127481" y="2525945"/>
                  </a:lnTo>
                  <a:lnTo>
                    <a:pt x="7127668" y="2525093"/>
                  </a:lnTo>
                  <a:lnTo>
                    <a:pt x="7127855" y="2524061"/>
                  </a:lnTo>
                  <a:lnTo>
                    <a:pt x="7128042" y="2522925"/>
                  </a:lnTo>
                  <a:lnTo>
                    <a:pt x="7128229" y="2521960"/>
                  </a:lnTo>
                  <a:lnTo>
                    <a:pt x="7128415" y="2521627"/>
                  </a:lnTo>
                  <a:lnTo>
                    <a:pt x="7128602" y="2521834"/>
                  </a:lnTo>
                  <a:lnTo>
                    <a:pt x="7128789" y="2522239"/>
                  </a:lnTo>
                  <a:lnTo>
                    <a:pt x="7128976" y="2522748"/>
                  </a:lnTo>
                  <a:lnTo>
                    <a:pt x="7129163" y="2523076"/>
                  </a:lnTo>
                  <a:lnTo>
                    <a:pt x="7129350" y="2523104"/>
                  </a:lnTo>
                  <a:lnTo>
                    <a:pt x="7129537" y="2523553"/>
                  </a:lnTo>
                  <a:lnTo>
                    <a:pt x="7129724" y="2524167"/>
                  </a:lnTo>
                  <a:lnTo>
                    <a:pt x="7129911" y="2524740"/>
                  </a:lnTo>
                  <a:lnTo>
                    <a:pt x="7130098" y="2525257"/>
                  </a:lnTo>
                  <a:lnTo>
                    <a:pt x="7130285" y="2525493"/>
                  </a:lnTo>
                  <a:lnTo>
                    <a:pt x="7130472" y="2526065"/>
                  </a:lnTo>
                  <a:lnTo>
                    <a:pt x="7130659" y="2527007"/>
                  </a:lnTo>
                  <a:lnTo>
                    <a:pt x="7130845" y="2528476"/>
                  </a:lnTo>
                  <a:lnTo>
                    <a:pt x="7131032" y="2529760"/>
                  </a:lnTo>
                  <a:lnTo>
                    <a:pt x="7131219" y="2530880"/>
                  </a:lnTo>
                  <a:lnTo>
                    <a:pt x="7131406" y="2531930"/>
                  </a:lnTo>
                  <a:lnTo>
                    <a:pt x="7131593" y="2532906"/>
                  </a:lnTo>
                  <a:lnTo>
                    <a:pt x="7131780" y="2534062"/>
                  </a:lnTo>
                  <a:lnTo>
                    <a:pt x="7131967" y="2535677"/>
                  </a:lnTo>
                  <a:lnTo>
                    <a:pt x="7132154" y="2537962"/>
                  </a:lnTo>
                  <a:lnTo>
                    <a:pt x="7132341" y="2539329"/>
                  </a:lnTo>
                  <a:lnTo>
                    <a:pt x="7132528" y="2540447"/>
                  </a:lnTo>
                  <a:lnTo>
                    <a:pt x="7132715" y="2542030"/>
                  </a:lnTo>
                  <a:lnTo>
                    <a:pt x="7132902" y="2543506"/>
                  </a:lnTo>
                  <a:lnTo>
                    <a:pt x="7133089" y="2545037"/>
                  </a:lnTo>
                  <a:lnTo>
                    <a:pt x="7133275" y="2546707"/>
                  </a:lnTo>
                  <a:lnTo>
                    <a:pt x="7133462" y="2548310"/>
                  </a:lnTo>
                  <a:lnTo>
                    <a:pt x="7133649" y="2549713"/>
                  </a:lnTo>
                  <a:lnTo>
                    <a:pt x="7133836" y="2551298"/>
                  </a:lnTo>
                  <a:lnTo>
                    <a:pt x="7134023" y="2552919"/>
                  </a:lnTo>
                  <a:lnTo>
                    <a:pt x="7134210" y="2555043"/>
                  </a:lnTo>
                  <a:lnTo>
                    <a:pt x="7134397" y="2557222"/>
                  </a:lnTo>
                  <a:lnTo>
                    <a:pt x="7134584" y="2559408"/>
                  </a:lnTo>
                  <a:lnTo>
                    <a:pt x="7134771" y="2561521"/>
                  </a:lnTo>
                  <a:lnTo>
                    <a:pt x="7134958" y="2563677"/>
                  </a:lnTo>
                  <a:lnTo>
                    <a:pt x="7135145" y="2565950"/>
                  </a:lnTo>
                  <a:lnTo>
                    <a:pt x="7135332" y="2568118"/>
                  </a:lnTo>
                  <a:lnTo>
                    <a:pt x="7135518" y="2569745"/>
                  </a:lnTo>
                  <a:lnTo>
                    <a:pt x="7135705" y="2571035"/>
                  </a:lnTo>
                  <a:lnTo>
                    <a:pt x="7135892" y="2572602"/>
                  </a:lnTo>
                  <a:lnTo>
                    <a:pt x="7136079" y="2574370"/>
                  </a:lnTo>
                  <a:lnTo>
                    <a:pt x="7136266" y="2575963"/>
                  </a:lnTo>
                  <a:lnTo>
                    <a:pt x="7136453" y="2577685"/>
                  </a:lnTo>
                  <a:lnTo>
                    <a:pt x="7136640" y="2579496"/>
                  </a:lnTo>
                  <a:lnTo>
                    <a:pt x="7136827" y="2581660"/>
                  </a:lnTo>
                  <a:lnTo>
                    <a:pt x="7137014" y="2583759"/>
                  </a:lnTo>
                  <a:lnTo>
                    <a:pt x="7137201" y="2585872"/>
                  </a:lnTo>
                  <a:lnTo>
                    <a:pt x="7137388" y="2588049"/>
                  </a:lnTo>
                  <a:lnTo>
                    <a:pt x="7137575" y="2590276"/>
                  </a:lnTo>
                  <a:lnTo>
                    <a:pt x="7137762" y="2591923"/>
                  </a:lnTo>
                  <a:lnTo>
                    <a:pt x="7137948" y="2593620"/>
                  </a:lnTo>
                  <a:lnTo>
                    <a:pt x="7138135" y="2595108"/>
                  </a:lnTo>
                  <a:lnTo>
                    <a:pt x="7138322" y="2596548"/>
                  </a:lnTo>
                  <a:lnTo>
                    <a:pt x="7138509" y="2597913"/>
                  </a:lnTo>
                  <a:lnTo>
                    <a:pt x="7138696" y="2599335"/>
                  </a:lnTo>
                  <a:lnTo>
                    <a:pt x="7138883" y="2600602"/>
                  </a:lnTo>
                  <a:lnTo>
                    <a:pt x="7139070" y="2602119"/>
                  </a:lnTo>
                  <a:lnTo>
                    <a:pt x="7139257" y="2602965"/>
                  </a:lnTo>
                  <a:lnTo>
                    <a:pt x="7139444" y="2603387"/>
                  </a:lnTo>
                  <a:lnTo>
                    <a:pt x="7139631" y="2603693"/>
                  </a:lnTo>
                  <a:lnTo>
                    <a:pt x="7139818" y="2603916"/>
                  </a:lnTo>
                  <a:lnTo>
                    <a:pt x="7140005" y="2604217"/>
                  </a:lnTo>
                  <a:lnTo>
                    <a:pt x="7140191" y="2604365"/>
                  </a:lnTo>
                  <a:lnTo>
                    <a:pt x="7140378" y="2604962"/>
                  </a:lnTo>
                  <a:lnTo>
                    <a:pt x="7140565" y="2606045"/>
                  </a:lnTo>
                  <a:lnTo>
                    <a:pt x="7140752" y="2607558"/>
                  </a:lnTo>
                  <a:lnTo>
                    <a:pt x="7140939" y="2609367"/>
                  </a:lnTo>
                  <a:lnTo>
                    <a:pt x="7141126" y="2610863"/>
                  </a:lnTo>
                  <a:lnTo>
                    <a:pt x="7141313" y="2612245"/>
                  </a:lnTo>
                  <a:lnTo>
                    <a:pt x="7141500" y="2613187"/>
                  </a:lnTo>
                  <a:lnTo>
                    <a:pt x="7141687" y="2613575"/>
                  </a:lnTo>
                  <a:lnTo>
                    <a:pt x="7141874" y="2614024"/>
                  </a:lnTo>
                  <a:lnTo>
                    <a:pt x="7142061" y="2613988"/>
                  </a:lnTo>
                  <a:lnTo>
                    <a:pt x="7142248" y="2614052"/>
                  </a:lnTo>
                  <a:lnTo>
                    <a:pt x="7142435" y="2614295"/>
                  </a:lnTo>
                  <a:lnTo>
                    <a:pt x="7142621" y="2614471"/>
                  </a:lnTo>
                  <a:lnTo>
                    <a:pt x="7142808" y="2614634"/>
                  </a:lnTo>
                  <a:lnTo>
                    <a:pt x="7142995" y="2614773"/>
                  </a:lnTo>
                  <a:lnTo>
                    <a:pt x="7143182" y="2614721"/>
                  </a:lnTo>
                  <a:lnTo>
                    <a:pt x="7143369" y="2614705"/>
                  </a:lnTo>
                  <a:lnTo>
                    <a:pt x="7143556" y="2614593"/>
                  </a:lnTo>
                  <a:lnTo>
                    <a:pt x="7143743" y="2614247"/>
                  </a:lnTo>
                  <a:lnTo>
                    <a:pt x="7143930" y="2613706"/>
                  </a:lnTo>
                  <a:lnTo>
                    <a:pt x="7144117" y="2613226"/>
                  </a:lnTo>
                  <a:lnTo>
                    <a:pt x="7144304" y="2612700"/>
                  </a:lnTo>
                  <a:lnTo>
                    <a:pt x="7144491" y="2612436"/>
                  </a:lnTo>
                  <a:lnTo>
                    <a:pt x="7144678" y="2612114"/>
                  </a:lnTo>
                  <a:lnTo>
                    <a:pt x="7144865" y="2612006"/>
                  </a:lnTo>
                  <a:lnTo>
                    <a:pt x="7145051" y="2611699"/>
                  </a:lnTo>
                  <a:lnTo>
                    <a:pt x="7145238" y="2611295"/>
                  </a:lnTo>
                  <a:lnTo>
                    <a:pt x="7145425" y="2610564"/>
                  </a:lnTo>
                  <a:lnTo>
                    <a:pt x="7145612" y="2609562"/>
                  </a:lnTo>
                  <a:lnTo>
                    <a:pt x="7145799" y="2608482"/>
                  </a:lnTo>
                  <a:lnTo>
                    <a:pt x="7145986" y="2607245"/>
                  </a:lnTo>
                  <a:lnTo>
                    <a:pt x="7146173" y="2605903"/>
                  </a:lnTo>
                  <a:lnTo>
                    <a:pt x="7146360" y="2604629"/>
                  </a:lnTo>
                  <a:lnTo>
                    <a:pt x="7146547" y="2603161"/>
                  </a:lnTo>
                  <a:lnTo>
                    <a:pt x="7146734" y="2602042"/>
                  </a:lnTo>
                  <a:lnTo>
                    <a:pt x="7146921" y="2600819"/>
                  </a:lnTo>
                  <a:lnTo>
                    <a:pt x="7147108" y="2599460"/>
                  </a:lnTo>
                  <a:lnTo>
                    <a:pt x="7147294" y="2597914"/>
                  </a:lnTo>
                  <a:lnTo>
                    <a:pt x="7147481" y="2596091"/>
                  </a:lnTo>
                  <a:lnTo>
                    <a:pt x="7147668" y="2593655"/>
                  </a:lnTo>
                  <a:lnTo>
                    <a:pt x="7147855" y="2591128"/>
                  </a:lnTo>
                  <a:lnTo>
                    <a:pt x="7148042" y="2588614"/>
                  </a:lnTo>
                  <a:lnTo>
                    <a:pt x="7148229" y="2586412"/>
                  </a:lnTo>
                  <a:lnTo>
                    <a:pt x="7148416" y="2584522"/>
                  </a:lnTo>
                  <a:lnTo>
                    <a:pt x="7148603" y="2582544"/>
                  </a:lnTo>
                  <a:lnTo>
                    <a:pt x="7148790" y="2580544"/>
                  </a:lnTo>
                  <a:lnTo>
                    <a:pt x="7148977" y="2578104"/>
                  </a:lnTo>
                  <a:lnTo>
                    <a:pt x="7149164" y="2575857"/>
                  </a:lnTo>
                  <a:lnTo>
                    <a:pt x="7149351" y="2573599"/>
                  </a:lnTo>
                  <a:lnTo>
                    <a:pt x="7149538" y="2571715"/>
                  </a:lnTo>
                  <a:lnTo>
                    <a:pt x="7149724" y="2569692"/>
                  </a:lnTo>
                  <a:lnTo>
                    <a:pt x="7149911" y="2567505"/>
                  </a:lnTo>
                  <a:lnTo>
                    <a:pt x="7150098" y="2565415"/>
                  </a:lnTo>
                  <a:lnTo>
                    <a:pt x="7150285" y="2563459"/>
                  </a:lnTo>
                  <a:lnTo>
                    <a:pt x="7150472" y="2561215"/>
                  </a:lnTo>
                  <a:lnTo>
                    <a:pt x="7150659" y="2559153"/>
                  </a:lnTo>
                  <a:lnTo>
                    <a:pt x="7150846" y="2557200"/>
                  </a:lnTo>
                  <a:lnTo>
                    <a:pt x="7151033" y="2554943"/>
                  </a:lnTo>
                  <a:lnTo>
                    <a:pt x="7151220" y="2552426"/>
                  </a:lnTo>
                  <a:lnTo>
                    <a:pt x="7151407" y="2549841"/>
                  </a:lnTo>
                  <a:lnTo>
                    <a:pt x="7151594" y="2547533"/>
                  </a:lnTo>
                  <a:lnTo>
                    <a:pt x="7151781" y="2545492"/>
                  </a:lnTo>
                  <a:lnTo>
                    <a:pt x="7151968" y="2543343"/>
                  </a:lnTo>
                  <a:lnTo>
                    <a:pt x="7152154" y="2541318"/>
                  </a:lnTo>
                  <a:lnTo>
                    <a:pt x="7152341" y="2538953"/>
                  </a:lnTo>
                  <a:lnTo>
                    <a:pt x="7152528" y="2535371"/>
                  </a:lnTo>
                  <a:lnTo>
                    <a:pt x="7152715" y="2532667"/>
                  </a:lnTo>
                  <a:lnTo>
                    <a:pt x="7152902" y="2530623"/>
                  </a:lnTo>
                  <a:lnTo>
                    <a:pt x="7153089" y="2528765"/>
                  </a:lnTo>
                  <a:lnTo>
                    <a:pt x="7153276" y="2526830"/>
                  </a:lnTo>
                  <a:lnTo>
                    <a:pt x="7153463" y="2525310"/>
                  </a:lnTo>
                  <a:lnTo>
                    <a:pt x="7153650" y="2523810"/>
                  </a:lnTo>
                  <a:lnTo>
                    <a:pt x="7153837" y="2523274"/>
                  </a:lnTo>
                  <a:lnTo>
                    <a:pt x="7154024" y="2523163"/>
                  </a:lnTo>
                  <a:lnTo>
                    <a:pt x="7154211" y="2522549"/>
                  </a:lnTo>
                  <a:lnTo>
                    <a:pt x="7154397" y="2522302"/>
                  </a:lnTo>
                  <a:lnTo>
                    <a:pt x="7154584" y="2521609"/>
                  </a:lnTo>
                  <a:lnTo>
                    <a:pt x="7154771" y="2521294"/>
                  </a:lnTo>
                  <a:lnTo>
                    <a:pt x="7154958" y="2520953"/>
                  </a:lnTo>
                  <a:lnTo>
                    <a:pt x="7155145" y="2520442"/>
                  </a:lnTo>
                  <a:lnTo>
                    <a:pt x="7155332" y="2519888"/>
                  </a:lnTo>
                  <a:lnTo>
                    <a:pt x="7155519" y="2519215"/>
                  </a:lnTo>
                  <a:lnTo>
                    <a:pt x="7155706" y="2518016"/>
                  </a:lnTo>
                  <a:lnTo>
                    <a:pt x="7155893" y="2516555"/>
                  </a:lnTo>
                  <a:lnTo>
                    <a:pt x="7156080" y="2515443"/>
                  </a:lnTo>
                  <a:lnTo>
                    <a:pt x="7156267" y="2514255"/>
                  </a:lnTo>
                  <a:lnTo>
                    <a:pt x="7156454" y="2513061"/>
                  </a:lnTo>
                  <a:lnTo>
                    <a:pt x="7156641" y="2511611"/>
                  </a:lnTo>
                  <a:lnTo>
                    <a:pt x="7156827" y="2509787"/>
                  </a:lnTo>
                  <a:lnTo>
                    <a:pt x="7157014" y="2508111"/>
                  </a:lnTo>
                  <a:lnTo>
                    <a:pt x="7157201" y="2506289"/>
                  </a:lnTo>
                  <a:lnTo>
                    <a:pt x="7157388" y="2504556"/>
                  </a:lnTo>
                  <a:lnTo>
                    <a:pt x="7157575" y="2503123"/>
                  </a:lnTo>
                  <a:lnTo>
                    <a:pt x="7157762" y="2501511"/>
                  </a:lnTo>
                  <a:lnTo>
                    <a:pt x="7157949" y="2499476"/>
                  </a:lnTo>
                  <a:lnTo>
                    <a:pt x="7158136" y="2497737"/>
                  </a:lnTo>
                  <a:lnTo>
                    <a:pt x="7158323" y="2496051"/>
                  </a:lnTo>
                  <a:lnTo>
                    <a:pt x="7158510" y="2494595"/>
                  </a:lnTo>
                  <a:lnTo>
                    <a:pt x="7158697" y="2493040"/>
                  </a:lnTo>
                  <a:lnTo>
                    <a:pt x="7158884" y="2491216"/>
                  </a:lnTo>
                  <a:lnTo>
                    <a:pt x="7159070" y="2489233"/>
                  </a:lnTo>
                  <a:lnTo>
                    <a:pt x="7159257" y="2487369"/>
                  </a:lnTo>
                  <a:lnTo>
                    <a:pt x="7159444" y="2485480"/>
                  </a:lnTo>
                  <a:lnTo>
                    <a:pt x="7159631" y="2483606"/>
                  </a:lnTo>
                  <a:lnTo>
                    <a:pt x="7159818" y="2481810"/>
                  </a:lnTo>
                  <a:lnTo>
                    <a:pt x="7160005" y="2480100"/>
                  </a:lnTo>
                  <a:lnTo>
                    <a:pt x="7160192" y="2478338"/>
                  </a:lnTo>
                  <a:lnTo>
                    <a:pt x="7160379" y="2476210"/>
                  </a:lnTo>
                  <a:lnTo>
                    <a:pt x="7160566" y="2473966"/>
                  </a:lnTo>
                  <a:lnTo>
                    <a:pt x="7160753" y="2471752"/>
                  </a:lnTo>
                  <a:lnTo>
                    <a:pt x="7160940" y="2469751"/>
                  </a:lnTo>
                  <a:lnTo>
                    <a:pt x="7161127" y="2467624"/>
                  </a:lnTo>
                  <a:lnTo>
                    <a:pt x="7161314" y="2465352"/>
                  </a:lnTo>
                  <a:lnTo>
                    <a:pt x="7161500" y="2462753"/>
                  </a:lnTo>
                  <a:lnTo>
                    <a:pt x="7161687" y="2460422"/>
                  </a:lnTo>
                  <a:lnTo>
                    <a:pt x="7161874" y="2458258"/>
                  </a:lnTo>
                  <a:lnTo>
                    <a:pt x="7162061" y="2456612"/>
                  </a:lnTo>
                  <a:lnTo>
                    <a:pt x="7162248" y="2455333"/>
                  </a:lnTo>
                  <a:lnTo>
                    <a:pt x="7162435" y="2454023"/>
                  </a:lnTo>
                  <a:lnTo>
                    <a:pt x="7162622" y="2452753"/>
                  </a:lnTo>
                  <a:lnTo>
                    <a:pt x="7162809" y="2451559"/>
                  </a:lnTo>
                  <a:lnTo>
                    <a:pt x="7162996" y="2450715"/>
                  </a:lnTo>
                  <a:lnTo>
                    <a:pt x="7163183" y="2450238"/>
                  </a:lnTo>
                  <a:lnTo>
                    <a:pt x="7163370" y="2449870"/>
                  </a:lnTo>
                  <a:lnTo>
                    <a:pt x="7163557" y="2449809"/>
                  </a:lnTo>
                  <a:lnTo>
                    <a:pt x="7163744" y="2449807"/>
                  </a:lnTo>
                  <a:lnTo>
                    <a:pt x="7163930" y="2449712"/>
                  </a:lnTo>
                  <a:lnTo>
                    <a:pt x="7164117" y="2449758"/>
                  </a:lnTo>
                  <a:lnTo>
                    <a:pt x="7164304" y="2449854"/>
                  </a:lnTo>
                  <a:lnTo>
                    <a:pt x="7164491" y="2450244"/>
                  </a:lnTo>
                  <a:lnTo>
                    <a:pt x="7164678" y="2450736"/>
                  </a:lnTo>
                  <a:lnTo>
                    <a:pt x="7164865" y="2451257"/>
                  </a:lnTo>
                  <a:lnTo>
                    <a:pt x="7165052" y="2451788"/>
                  </a:lnTo>
                  <a:lnTo>
                    <a:pt x="7165239" y="2452534"/>
                  </a:lnTo>
                  <a:lnTo>
                    <a:pt x="7165426" y="2453437"/>
                  </a:lnTo>
                  <a:lnTo>
                    <a:pt x="7165613" y="2454310"/>
                  </a:lnTo>
                  <a:lnTo>
                    <a:pt x="7165800" y="2454192"/>
                  </a:lnTo>
                  <a:lnTo>
                    <a:pt x="7165987" y="2453984"/>
                  </a:lnTo>
                  <a:lnTo>
                    <a:pt x="7166173" y="2454144"/>
                  </a:lnTo>
                  <a:lnTo>
                    <a:pt x="7166360" y="2454436"/>
                  </a:lnTo>
                  <a:lnTo>
                    <a:pt x="7166547" y="2454733"/>
                  </a:lnTo>
                  <a:lnTo>
                    <a:pt x="7166734" y="2455381"/>
                  </a:lnTo>
                  <a:lnTo>
                    <a:pt x="7166921" y="2455777"/>
                  </a:lnTo>
                  <a:lnTo>
                    <a:pt x="7167108" y="2456165"/>
                  </a:lnTo>
                  <a:lnTo>
                    <a:pt x="7167295" y="2456527"/>
                  </a:lnTo>
                  <a:lnTo>
                    <a:pt x="7167482" y="2456965"/>
                  </a:lnTo>
                  <a:lnTo>
                    <a:pt x="7167669" y="2457639"/>
                  </a:lnTo>
                  <a:lnTo>
                    <a:pt x="7167856" y="2458310"/>
                  </a:lnTo>
                  <a:lnTo>
                    <a:pt x="7168043" y="2458910"/>
                  </a:lnTo>
                  <a:lnTo>
                    <a:pt x="7168230" y="2459234"/>
                  </a:lnTo>
                  <a:lnTo>
                    <a:pt x="7168417" y="2459525"/>
                  </a:lnTo>
                  <a:lnTo>
                    <a:pt x="7168603" y="2460141"/>
                  </a:lnTo>
                  <a:lnTo>
                    <a:pt x="7168790" y="2460788"/>
                  </a:lnTo>
                  <a:lnTo>
                    <a:pt x="7168977" y="2461401"/>
                  </a:lnTo>
                  <a:lnTo>
                    <a:pt x="7169164" y="2462127"/>
                  </a:lnTo>
                  <a:lnTo>
                    <a:pt x="7169351" y="2462712"/>
                  </a:lnTo>
                  <a:lnTo>
                    <a:pt x="7169538" y="2463127"/>
                  </a:lnTo>
                  <a:lnTo>
                    <a:pt x="7169725" y="2464100"/>
                  </a:lnTo>
                  <a:lnTo>
                    <a:pt x="7169912" y="2465303"/>
                  </a:lnTo>
                  <a:lnTo>
                    <a:pt x="7170099" y="2466410"/>
                  </a:lnTo>
                  <a:lnTo>
                    <a:pt x="7170286" y="2467573"/>
                  </a:lnTo>
                  <a:lnTo>
                    <a:pt x="7170473" y="2468470"/>
                  </a:lnTo>
                  <a:lnTo>
                    <a:pt x="7170660" y="2469031"/>
                  </a:lnTo>
                  <a:lnTo>
                    <a:pt x="7170847" y="2469555"/>
                  </a:lnTo>
                  <a:lnTo>
                    <a:pt x="7171033" y="2470128"/>
                  </a:lnTo>
                  <a:lnTo>
                    <a:pt x="7171220" y="2470474"/>
                  </a:lnTo>
                  <a:lnTo>
                    <a:pt x="7171407" y="2470748"/>
                  </a:lnTo>
                  <a:lnTo>
                    <a:pt x="7171594" y="2470430"/>
                  </a:lnTo>
                  <a:lnTo>
                    <a:pt x="7171781" y="2470041"/>
                  </a:lnTo>
                  <a:lnTo>
                    <a:pt x="7171968" y="2469604"/>
                  </a:lnTo>
                  <a:lnTo>
                    <a:pt x="7172155" y="2469022"/>
                  </a:lnTo>
                  <a:lnTo>
                    <a:pt x="7172342" y="2468440"/>
                  </a:lnTo>
                  <a:lnTo>
                    <a:pt x="7172529" y="2467836"/>
                  </a:lnTo>
                  <a:lnTo>
                    <a:pt x="7172716" y="2467278"/>
                  </a:lnTo>
                  <a:lnTo>
                    <a:pt x="7172903" y="2466663"/>
                  </a:lnTo>
                  <a:lnTo>
                    <a:pt x="7173090" y="2466190"/>
                  </a:lnTo>
                  <a:lnTo>
                    <a:pt x="7173276" y="2465959"/>
                  </a:lnTo>
                  <a:lnTo>
                    <a:pt x="7173463" y="2466045"/>
                  </a:lnTo>
                  <a:lnTo>
                    <a:pt x="7173650" y="2466226"/>
                  </a:lnTo>
                  <a:lnTo>
                    <a:pt x="7173837" y="2466406"/>
                  </a:lnTo>
                  <a:lnTo>
                    <a:pt x="7174024" y="2466569"/>
                  </a:lnTo>
                  <a:lnTo>
                    <a:pt x="7174211" y="2466565"/>
                  </a:lnTo>
                  <a:lnTo>
                    <a:pt x="7174398" y="2466393"/>
                  </a:lnTo>
                  <a:lnTo>
                    <a:pt x="7174585" y="2466208"/>
                  </a:lnTo>
                  <a:lnTo>
                    <a:pt x="7174772" y="2466076"/>
                  </a:lnTo>
                  <a:lnTo>
                    <a:pt x="7174959" y="2466134"/>
                  </a:lnTo>
                  <a:lnTo>
                    <a:pt x="7175146" y="2466512"/>
                  </a:lnTo>
                  <a:lnTo>
                    <a:pt x="7175333" y="2466797"/>
                  </a:lnTo>
                  <a:lnTo>
                    <a:pt x="7175520" y="2467531"/>
                  </a:lnTo>
                  <a:lnTo>
                    <a:pt x="7175706" y="2468726"/>
                  </a:lnTo>
                  <a:lnTo>
                    <a:pt x="7175893" y="2469959"/>
                  </a:lnTo>
                  <a:lnTo>
                    <a:pt x="7176080" y="2471161"/>
                  </a:lnTo>
                  <a:lnTo>
                    <a:pt x="7176267" y="2472672"/>
                  </a:lnTo>
                  <a:lnTo>
                    <a:pt x="7176454" y="2474079"/>
                  </a:lnTo>
                  <a:lnTo>
                    <a:pt x="7176641" y="2475841"/>
                  </a:lnTo>
                  <a:lnTo>
                    <a:pt x="7176828" y="2477809"/>
                  </a:lnTo>
                  <a:lnTo>
                    <a:pt x="7177015" y="2480089"/>
                  </a:lnTo>
                  <a:lnTo>
                    <a:pt x="7177202" y="2482661"/>
                  </a:lnTo>
                  <a:lnTo>
                    <a:pt x="7177389" y="2485234"/>
                  </a:lnTo>
                  <a:lnTo>
                    <a:pt x="7177576" y="2487677"/>
                  </a:lnTo>
                  <a:lnTo>
                    <a:pt x="7177763" y="2489727"/>
                  </a:lnTo>
                  <a:lnTo>
                    <a:pt x="7177949" y="2491297"/>
                  </a:lnTo>
                  <a:lnTo>
                    <a:pt x="7178136" y="2492661"/>
                  </a:lnTo>
                  <a:lnTo>
                    <a:pt x="7178323" y="2493658"/>
                  </a:lnTo>
                  <a:lnTo>
                    <a:pt x="7178510" y="2494695"/>
                  </a:lnTo>
                  <a:lnTo>
                    <a:pt x="7178697" y="2495653"/>
                  </a:lnTo>
                  <a:lnTo>
                    <a:pt x="7178884" y="2496727"/>
                  </a:lnTo>
                  <a:lnTo>
                    <a:pt x="7179071" y="2497747"/>
                  </a:lnTo>
                  <a:lnTo>
                    <a:pt x="7179258" y="2498685"/>
                  </a:lnTo>
                  <a:lnTo>
                    <a:pt x="7179445" y="2499429"/>
                  </a:lnTo>
                  <a:lnTo>
                    <a:pt x="7179632" y="2500208"/>
                  </a:lnTo>
                  <a:lnTo>
                    <a:pt x="7179819" y="2500943"/>
                  </a:lnTo>
                  <a:lnTo>
                    <a:pt x="7180006" y="2501441"/>
                  </a:lnTo>
                  <a:lnTo>
                    <a:pt x="7180193" y="2501922"/>
                  </a:lnTo>
                  <a:lnTo>
                    <a:pt x="7180379" y="2502367"/>
                  </a:lnTo>
                  <a:lnTo>
                    <a:pt x="7180566" y="2502779"/>
                  </a:lnTo>
                  <a:lnTo>
                    <a:pt x="7180753" y="2503049"/>
                  </a:lnTo>
                  <a:lnTo>
                    <a:pt x="7180940" y="2503244"/>
                  </a:lnTo>
                  <a:lnTo>
                    <a:pt x="7181127" y="2503398"/>
                  </a:lnTo>
                  <a:lnTo>
                    <a:pt x="7181314" y="2503812"/>
                  </a:lnTo>
                  <a:lnTo>
                    <a:pt x="7181501" y="2504227"/>
                  </a:lnTo>
                  <a:lnTo>
                    <a:pt x="7181688" y="2504424"/>
                  </a:lnTo>
                  <a:lnTo>
                    <a:pt x="7181875" y="2504492"/>
                  </a:lnTo>
                  <a:lnTo>
                    <a:pt x="7182062" y="2504786"/>
                  </a:lnTo>
                  <a:lnTo>
                    <a:pt x="7182249" y="2505314"/>
                  </a:lnTo>
                  <a:lnTo>
                    <a:pt x="7182436" y="2505768"/>
                  </a:lnTo>
                  <a:lnTo>
                    <a:pt x="7182623" y="2506409"/>
                  </a:lnTo>
                  <a:lnTo>
                    <a:pt x="7182809" y="2507183"/>
                  </a:lnTo>
                  <a:lnTo>
                    <a:pt x="7182996" y="2507975"/>
                  </a:lnTo>
                  <a:lnTo>
                    <a:pt x="7183183" y="2508707"/>
                  </a:lnTo>
                  <a:lnTo>
                    <a:pt x="7183370" y="2509292"/>
                  </a:lnTo>
                  <a:lnTo>
                    <a:pt x="7183557" y="2509573"/>
                  </a:lnTo>
                  <a:lnTo>
                    <a:pt x="7183744" y="2509450"/>
                  </a:lnTo>
                  <a:lnTo>
                    <a:pt x="7183931" y="2509424"/>
                  </a:lnTo>
                  <a:lnTo>
                    <a:pt x="7184118" y="2509207"/>
                  </a:lnTo>
                  <a:lnTo>
                    <a:pt x="7184305" y="2508786"/>
                  </a:lnTo>
                  <a:lnTo>
                    <a:pt x="7184492" y="2508920"/>
                  </a:lnTo>
                  <a:lnTo>
                    <a:pt x="7184679" y="2509232"/>
                  </a:lnTo>
                  <a:lnTo>
                    <a:pt x="7184866" y="2509829"/>
                  </a:lnTo>
                  <a:lnTo>
                    <a:pt x="7185052" y="2510758"/>
                  </a:lnTo>
                  <a:lnTo>
                    <a:pt x="7185239" y="2512006"/>
                  </a:lnTo>
                  <a:lnTo>
                    <a:pt x="7185426" y="2513155"/>
                  </a:lnTo>
                  <a:lnTo>
                    <a:pt x="7185613" y="2514151"/>
                  </a:lnTo>
                  <a:lnTo>
                    <a:pt x="7185800" y="2514915"/>
                  </a:lnTo>
                  <a:lnTo>
                    <a:pt x="7185987" y="2515804"/>
                  </a:lnTo>
                  <a:lnTo>
                    <a:pt x="7186174" y="2516742"/>
                  </a:lnTo>
                  <a:lnTo>
                    <a:pt x="7186361" y="2518214"/>
                  </a:lnTo>
                  <a:lnTo>
                    <a:pt x="7186548" y="2519692"/>
                  </a:lnTo>
                  <a:lnTo>
                    <a:pt x="7186735" y="2521244"/>
                  </a:lnTo>
                  <a:lnTo>
                    <a:pt x="7186922" y="2522463"/>
                  </a:lnTo>
                  <a:lnTo>
                    <a:pt x="7187109" y="2523925"/>
                  </a:lnTo>
                  <a:lnTo>
                    <a:pt x="7187296" y="2525645"/>
                  </a:lnTo>
                  <a:lnTo>
                    <a:pt x="7187482" y="2527069"/>
                  </a:lnTo>
                  <a:lnTo>
                    <a:pt x="7187669" y="2528304"/>
                  </a:lnTo>
                  <a:lnTo>
                    <a:pt x="7187856" y="2529646"/>
                  </a:lnTo>
                  <a:lnTo>
                    <a:pt x="7188043" y="2530807"/>
                  </a:lnTo>
                  <a:lnTo>
                    <a:pt x="7188230" y="2531081"/>
                  </a:lnTo>
                  <a:lnTo>
                    <a:pt x="7188417" y="2531193"/>
                  </a:lnTo>
                  <a:lnTo>
                    <a:pt x="7188604" y="2531798"/>
                  </a:lnTo>
                  <a:lnTo>
                    <a:pt x="7188791" y="2532367"/>
                  </a:lnTo>
                  <a:lnTo>
                    <a:pt x="7188978" y="2533198"/>
                  </a:lnTo>
                  <a:lnTo>
                    <a:pt x="7189165" y="2533785"/>
                  </a:lnTo>
                  <a:lnTo>
                    <a:pt x="7189352" y="2534835"/>
                  </a:lnTo>
                  <a:lnTo>
                    <a:pt x="7189539" y="2535801"/>
                  </a:lnTo>
                  <a:lnTo>
                    <a:pt x="7189726" y="2537136"/>
                  </a:lnTo>
                  <a:lnTo>
                    <a:pt x="7189912" y="2539583"/>
                  </a:lnTo>
                  <a:lnTo>
                    <a:pt x="7190099" y="2541323"/>
                  </a:lnTo>
                  <a:lnTo>
                    <a:pt x="7190286" y="2542283"/>
                  </a:lnTo>
                  <a:lnTo>
                    <a:pt x="7190473" y="2543143"/>
                  </a:lnTo>
                  <a:lnTo>
                    <a:pt x="7190660" y="2544199"/>
                  </a:lnTo>
                  <a:lnTo>
                    <a:pt x="7190847" y="2545331"/>
                  </a:lnTo>
                  <a:lnTo>
                    <a:pt x="7191034" y="2546620"/>
                  </a:lnTo>
                  <a:lnTo>
                    <a:pt x="7191221" y="2547186"/>
                  </a:lnTo>
                  <a:lnTo>
                    <a:pt x="7191408" y="2547523"/>
                  </a:lnTo>
                  <a:lnTo>
                    <a:pt x="7191595" y="2548118"/>
                  </a:lnTo>
                  <a:lnTo>
                    <a:pt x="7191782" y="2548109"/>
                  </a:lnTo>
                  <a:lnTo>
                    <a:pt x="7191969" y="2548061"/>
                  </a:lnTo>
                  <a:lnTo>
                    <a:pt x="7192155" y="2547342"/>
                  </a:lnTo>
                  <a:lnTo>
                    <a:pt x="7192342" y="2546700"/>
                  </a:lnTo>
                  <a:lnTo>
                    <a:pt x="7192529" y="2545802"/>
                  </a:lnTo>
                  <a:lnTo>
                    <a:pt x="7192716" y="2544997"/>
                  </a:lnTo>
                  <a:lnTo>
                    <a:pt x="7192903" y="2544365"/>
                  </a:lnTo>
                  <a:lnTo>
                    <a:pt x="7193090" y="2543692"/>
                  </a:lnTo>
                  <a:lnTo>
                    <a:pt x="7193277" y="2543017"/>
                  </a:lnTo>
                  <a:lnTo>
                    <a:pt x="7193464" y="2541788"/>
                  </a:lnTo>
                  <a:lnTo>
                    <a:pt x="7193651" y="2540482"/>
                  </a:lnTo>
                  <a:lnTo>
                    <a:pt x="7193838" y="2539102"/>
                  </a:lnTo>
                  <a:lnTo>
                    <a:pt x="7194025" y="2537781"/>
                  </a:lnTo>
                  <a:lnTo>
                    <a:pt x="7194212" y="2536896"/>
                  </a:lnTo>
                  <a:lnTo>
                    <a:pt x="7194399" y="2536409"/>
                  </a:lnTo>
                  <a:lnTo>
                    <a:pt x="7194585" y="2536018"/>
                  </a:lnTo>
                  <a:lnTo>
                    <a:pt x="7194772" y="2535043"/>
                  </a:lnTo>
                  <a:lnTo>
                    <a:pt x="7194959" y="2534067"/>
                  </a:lnTo>
                  <a:lnTo>
                    <a:pt x="7195146" y="2533320"/>
                  </a:lnTo>
                  <a:lnTo>
                    <a:pt x="7195333" y="2532927"/>
                  </a:lnTo>
                  <a:lnTo>
                    <a:pt x="7195520" y="2532402"/>
                  </a:lnTo>
                  <a:lnTo>
                    <a:pt x="7195707" y="2532067"/>
                  </a:lnTo>
                  <a:lnTo>
                    <a:pt x="7195894" y="2531720"/>
                  </a:lnTo>
                  <a:lnTo>
                    <a:pt x="7196081" y="2531795"/>
                  </a:lnTo>
                  <a:lnTo>
                    <a:pt x="7196268" y="2532020"/>
                  </a:lnTo>
                  <a:lnTo>
                    <a:pt x="7196455" y="2532238"/>
                  </a:lnTo>
                  <a:lnTo>
                    <a:pt x="7196642" y="2532348"/>
                  </a:lnTo>
                  <a:lnTo>
                    <a:pt x="7196828" y="2532412"/>
                  </a:lnTo>
                  <a:lnTo>
                    <a:pt x="7197015" y="2532113"/>
                  </a:lnTo>
                  <a:lnTo>
                    <a:pt x="7197202" y="2531513"/>
                  </a:lnTo>
                  <a:lnTo>
                    <a:pt x="7197389" y="2530724"/>
                  </a:lnTo>
                  <a:lnTo>
                    <a:pt x="7197576" y="2530116"/>
                  </a:lnTo>
                  <a:lnTo>
                    <a:pt x="7197763" y="2530026"/>
                  </a:lnTo>
                  <a:lnTo>
                    <a:pt x="7197950" y="2529886"/>
                  </a:lnTo>
                  <a:lnTo>
                    <a:pt x="7198137" y="2529820"/>
                  </a:lnTo>
                  <a:lnTo>
                    <a:pt x="7198324" y="2529332"/>
                  </a:lnTo>
                  <a:lnTo>
                    <a:pt x="7198511" y="2528578"/>
                  </a:lnTo>
                  <a:lnTo>
                    <a:pt x="7198698" y="2527447"/>
                  </a:lnTo>
                  <a:lnTo>
                    <a:pt x="7198885" y="2526305"/>
                  </a:lnTo>
                  <a:lnTo>
                    <a:pt x="7199072" y="2525008"/>
                  </a:lnTo>
                  <a:lnTo>
                    <a:pt x="7199258" y="2523099"/>
                  </a:lnTo>
                  <a:lnTo>
                    <a:pt x="7199445" y="2520468"/>
                  </a:lnTo>
                  <a:lnTo>
                    <a:pt x="7199632" y="2517700"/>
                  </a:lnTo>
                  <a:lnTo>
                    <a:pt x="7199819" y="2515228"/>
                  </a:lnTo>
                  <a:lnTo>
                    <a:pt x="7200006" y="2513282"/>
                  </a:lnTo>
                  <a:lnTo>
                    <a:pt x="7200193" y="2511235"/>
                  </a:lnTo>
                  <a:lnTo>
                    <a:pt x="7200380" y="2509319"/>
                  </a:lnTo>
                  <a:lnTo>
                    <a:pt x="7200567" y="2506886"/>
                  </a:lnTo>
                  <a:lnTo>
                    <a:pt x="7200754" y="2504816"/>
                  </a:lnTo>
                  <a:lnTo>
                    <a:pt x="7200941" y="2502741"/>
                  </a:lnTo>
                  <a:lnTo>
                    <a:pt x="7201128" y="2500978"/>
                  </a:lnTo>
                  <a:lnTo>
                    <a:pt x="7201315" y="2500229"/>
                  </a:lnTo>
                  <a:lnTo>
                    <a:pt x="7201502" y="2499849"/>
                  </a:lnTo>
                  <a:lnTo>
                    <a:pt x="7201688" y="2499786"/>
                  </a:lnTo>
                  <a:lnTo>
                    <a:pt x="7201875" y="2499837"/>
                  </a:lnTo>
                  <a:lnTo>
                    <a:pt x="7202062" y="2499910"/>
                  </a:lnTo>
                  <a:lnTo>
                    <a:pt x="7202249" y="2500059"/>
                  </a:lnTo>
                  <a:lnTo>
                    <a:pt x="7202436" y="2499963"/>
                  </a:lnTo>
                  <a:lnTo>
                    <a:pt x="7202623" y="2499701"/>
                  </a:lnTo>
                  <a:lnTo>
                    <a:pt x="7202810" y="2499236"/>
                  </a:lnTo>
                  <a:lnTo>
                    <a:pt x="7202997" y="2498703"/>
                  </a:lnTo>
                  <a:lnTo>
                    <a:pt x="7203184" y="2498556"/>
                  </a:lnTo>
                  <a:lnTo>
                    <a:pt x="7203371" y="2498199"/>
                  </a:lnTo>
                  <a:lnTo>
                    <a:pt x="7203558" y="2497554"/>
                  </a:lnTo>
                  <a:lnTo>
                    <a:pt x="7203745" y="2496984"/>
                  </a:lnTo>
                  <a:lnTo>
                    <a:pt x="7203931" y="2496595"/>
                  </a:lnTo>
                  <a:lnTo>
                    <a:pt x="7204118" y="2496173"/>
                  </a:lnTo>
                  <a:lnTo>
                    <a:pt x="7204305" y="2495688"/>
                  </a:lnTo>
                  <a:lnTo>
                    <a:pt x="7204492" y="2495061"/>
                  </a:lnTo>
                  <a:lnTo>
                    <a:pt x="7204679" y="2494577"/>
                  </a:lnTo>
                  <a:lnTo>
                    <a:pt x="7204866" y="2493979"/>
                  </a:lnTo>
                  <a:lnTo>
                    <a:pt x="7205053" y="2493491"/>
                  </a:lnTo>
                  <a:lnTo>
                    <a:pt x="7205240" y="2493001"/>
                  </a:lnTo>
                  <a:lnTo>
                    <a:pt x="7205427" y="2492667"/>
                  </a:lnTo>
                  <a:lnTo>
                    <a:pt x="7205614" y="2492414"/>
                  </a:lnTo>
                  <a:lnTo>
                    <a:pt x="7205801" y="2492217"/>
                  </a:lnTo>
                  <a:lnTo>
                    <a:pt x="7205988" y="2491952"/>
                  </a:lnTo>
                  <a:lnTo>
                    <a:pt x="7206175" y="2491463"/>
                  </a:lnTo>
                  <a:lnTo>
                    <a:pt x="7206361" y="2491217"/>
                  </a:lnTo>
                  <a:lnTo>
                    <a:pt x="7206548" y="2491138"/>
                  </a:lnTo>
                  <a:lnTo>
                    <a:pt x="7206735" y="2491139"/>
                  </a:lnTo>
                  <a:lnTo>
                    <a:pt x="7206922" y="2491008"/>
                  </a:lnTo>
                  <a:lnTo>
                    <a:pt x="7207109" y="2490797"/>
                  </a:lnTo>
                  <a:lnTo>
                    <a:pt x="7207296" y="2490368"/>
                  </a:lnTo>
                  <a:lnTo>
                    <a:pt x="7207483" y="2489910"/>
                  </a:lnTo>
                  <a:lnTo>
                    <a:pt x="7207670" y="2489544"/>
                  </a:lnTo>
                  <a:lnTo>
                    <a:pt x="7207857" y="2489281"/>
                  </a:lnTo>
                  <a:lnTo>
                    <a:pt x="7208044" y="2488497"/>
                  </a:lnTo>
                  <a:lnTo>
                    <a:pt x="7208231" y="2487222"/>
                  </a:lnTo>
                  <a:lnTo>
                    <a:pt x="7208418" y="2485304"/>
                  </a:lnTo>
                  <a:lnTo>
                    <a:pt x="7208605" y="2483407"/>
                  </a:lnTo>
                  <a:lnTo>
                    <a:pt x="7208791" y="2481697"/>
                  </a:lnTo>
                  <a:lnTo>
                    <a:pt x="7208978" y="2479983"/>
                  </a:lnTo>
                  <a:lnTo>
                    <a:pt x="7209165" y="2478158"/>
                  </a:lnTo>
                  <a:lnTo>
                    <a:pt x="7209352" y="2476330"/>
                  </a:lnTo>
                  <a:lnTo>
                    <a:pt x="7209539" y="2474700"/>
                  </a:lnTo>
                  <a:lnTo>
                    <a:pt x="7209726" y="2473219"/>
                  </a:lnTo>
                  <a:lnTo>
                    <a:pt x="7209913" y="2472003"/>
                  </a:lnTo>
                  <a:lnTo>
                    <a:pt x="7210100" y="2471202"/>
                  </a:lnTo>
                  <a:lnTo>
                    <a:pt x="7210287" y="2470479"/>
                  </a:lnTo>
                  <a:lnTo>
                    <a:pt x="7210474" y="2469560"/>
                  </a:lnTo>
                  <a:lnTo>
                    <a:pt x="7210661" y="2468719"/>
                  </a:lnTo>
                  <a:lnTo>
                    <a:pt x="7210848" y="2467801"/>
                  </a:lnTo>
                  <a:lnTo>
                    <a:pt x="7211034" y="2467174"/>
                  </a:lnTo>
                  <a:lnTo>
                    <a:pt x="7211221" y="2466698"/>
                  </a:lnTo>
                  <a:lnTo>
                    <a:pt x="7211408" y="2466211"/>
                  </a:lnTo>
                  <a:lnTo>
                    <a:pt x="7211595" y="2465984"/>
                  </a:lnTo>
                  <a:lnTo>
                    <a:pt x="7211782" y="2466116"/>
                  </a:lnTo>
                  <a:lnTo>
                    <a:pt x="7211969" y="2466337"/>
                  </a:lnTo>
                  <a:lnTo>
                    <a:pt x="7212156" y="2466299"/>
                  </a:lnTo>
                  <a:lnTo>
                    <a:pt x="7212343" y="2466147"/>
                  </a:lnTo>
                  <a:lnTo>
                    <a:pt x="7212530" y="2465898"/>
                  </a:lnTo>
                  <a:lnTo>
                    <a:pt x="7212717" y="2465649"/>
                  </a:lnTo>
                  <a:lnTo>
                    <a:pt x="7212904" y="2465320"/>
                  </a:lnTo>
                  <a:lnTo>
                    <a:pt x="7213091" y="2465051"/>
                  </a:lnTo>
                  <a:lnTo>
                    <a:pt x="7213278" y="2464895"/>
                  </a:lnTo>
                  <a:lnTo>
                    <a:pt x="7213464" y="2464714"/>
                  </a:lnTo>
                  <a:lnTo>
                    <a:pt x="7213651" y="2464613"/>
                  </a:lnTo>
                  <a:lnTo>
                    <a:pt x="7213838" y="2464125"/>
                  </a:lnTo>
                  <a:lnTo>
                    <a:pt x="7214025" y="2463370"/>
                  </a:lnTo>
                  <a:lnTo>
                    <a:pt x="7214212" y="2462846"/>
                  </a:lnTo>
                  <a:lnTo>
                    <a:pt x="7214399" y="2462108"/>
                  </a:lnTo>
                  <a:lnTo>
                    <a:pt x="7214586" y="2461390"/>
                  </a:lnTo>
                  <a:lnTo>
                    <a:pt x="7214773" y="2460593"/>
                  </a:lnTo>
                  <a:lnTo>
                    <a:pt x="7214960" y="2459946"/>
                  </a:lnTo>
                  <a:lnTo>
                    <a:pt x="7215147" y="2459374"/>
                  </a:lnTo>
                  <a:lnTo>
                    <a:pt x="7215334" y="2458738"/>
                  </a:lnTo>
                  <a:lnTo>
                    <a:pt x="7215521" y="2457997"/>
                  </a:lnTo>
                  <a:lnTo>
                    <a:pt x="7215707" y="2457256"/>
                  </a:lnTo>
                  <a:lnTo>
                    <a:pt x="7215894" y="2456498"/>
                  </a:lnTo>
                  <a:lnTo>
                    <a:pt x="7216081" y="2455614"/>
                  </a:lnTo>
                  <a:lnTo>
                    <a:pt x="7216268" y="2454556"/>
                  </a:lnTo>
                  <a:lnTo>
                    <a:pt x="7216455" y="2453579"/>
                  </a:lnTo>
                  <a:lnTo>
                    <a:pt x="7216642" y="2452828"/>
                  </a:lnTo>
                  <a:lnTo>
                    <a:pt x="7216829" y="2452323"/>
                  </a:lnTo>
                  <a:lnTo>
                    <a:pt x="7217016" y="2451887"/>
                  </a:lnTo>
                  <a:lnTo>
                    <a:pt x="7217203" y="2451453"/>
                  </a:lnTo>
                  <a:lnTo>
                    <a:pt x="7217390" y="2451296"/>
                  </a:lnTo>
                  <a:lnTo>
                    <a:pt x="7217577" y="2451258"/>
                  </a:lnTo>
                  <a:lnTo>
                    <a:pt x="7217764" y="2451140"/>
                  </a:lnTo>
                  <a:lnTo>
                    <a:pt x="7217951" y="2451175"/>
                  </a:lnTo>
                  <a:lnTo>
                    <a:pt x="7218137" y="2451225"/>
                  </a:lnTo>
                  <a:lnTo>
                    <a:pt x="7218324" y="2451453"/>
                  </a:lnTo>
                  <a:lnTo>
                    <a:pt x="7218511" y="2451746"/>
                  </a:lnTo>
                  <a:lnTo>
                    <a:pt x="7218698" y="2451815"/>
                  </a:lnTo>
                  <a:lnTo>
                    <a:pt x="7218885" y="2452119"/>
                  </a:lnTo>
                  <a:lnTo>
                    <a:pt x="7219072" y="2452973"/>
                  </a:lnTo>
                  <a:lnTo>
                    <a:pt x="7219259" y="2453848"/>
                  </a:lnTo>
                  <a:lnTo>
                    <a:pt x="7219446" y="2454713"/>
                  </a:lnTo>
                  <a:lnTo>
                    <a:pt x="7219633" y="2455569"/>
                  </a:lnTo>
                  <a:lnTo>
                    <a:pt x="7219820" y="2456557"/>
                  </a:lnTo>
                  <a:lnTo>
                    <a:pt x="7220007" y="2457483"/>
                  </a:lnTo>
                  <a:lnTo>
                    <a:pt x="7220194" y="2458410"/>
                  </a:lnTo>
                  <a:lnTo>
                    <a:pt x="7220381" y="2459397"/>
                  </a:lnTo>
                  <a:lnTo>
                    <a:pt x="7220567" y="2460556"/>
                  </a:lnTo>
                  <a:lnTo>
                    <a:pt x="7220754" y="2461858"/>
                  </a:lnTo>
                  <a:lnTo>
                    <a:pt x="7220941" y="2463286"/>
                  </a:lnTo>
                  <a:lnTo>
                    <a:pt x="7221128" y="2464925"/>
                  </a:lnTo>
                  <a:lnTo>
                    <a:pt x="7221315" y="2466614"/>
                  </a:lnTo>
                  <a:lnTo>
                    <a:pt x="7221502" y="2468529"/>
                  </a:lnTo>
                  <a:lnTo>
                    <a:pt x="7221689" y="2470703"/>
                  </a:lnTo>
                  <a:lnTo>
                    <a:pt x="7221876" y="2472471"/>
                  </a:lnTo>
                  <a:lnTo>
                    <a:pt x="7222063" y="2474263"/>
                  </a:lnTo>
                  <a:lnTo>
                    <a:pt x="7222250" y="2475420"/>
                  </a:lnTo>
                  <a:lnTo>
                    <a:pt x="7222437" y="2476743"/>
                  </a:lnTo>
                  <a:lnTo>
                    <a:pt x="7222624" y="2477903"/>
                  </a:lnTo>
                  <a:lnTo>
                    <a:pt x="7222810" y="2479041"/>
                  </a:lnTo>
                  <a:lnTo>
                    <a:pt x="7222997" y="2480098"/>
                  </a:lnTo>
                  <a:lnTo>
                    <a:pt x="7223184" y="2481155"/>
                  </a:lnTo>
                  <a:lnTo>
                    <a:pt x="7223371" y="2482234"/>
                  </a:lnTo>
                  <a:lnTo>
                    <a:pt x="7223558" y="2483489"/>
                  </a:lnTo>
                  <a:lnTo>
                    <a:pt x="7223745" y="2484610"/>
                  </a:lnTo>
                  <a:lnTo>
                    <a:pt x="7223932" y="2485599"/>
                  </a:lnTo>
                  <a:lnTo>
                    <a:pt x="7224119" y="2486481"/>
                  </a:lnTo>
                  <a:lnTo>
                    <a:pt x="7224306" y="2487247"/>
                  </a:lnTo>
                  <a:lnTo>
                    <a:pt x="7224493" y="2487843"/>
                  </a:lnTo>
                  <a:lnTo>
                    <a:pt x="7224680" y="2488329"/>
                  </a:lnTo>
                  <a:lnTo>
                    <a:pt x="7224867" y="2489097"/>
                  </a:lnTo>
                  <a:lnTo>
                    <a:pt x="7225054" y="2490162"/>
                  </a:lnTo>
                  <a:lnTo>
                    <a:pt x="7225240" y="2491237"/>
                  </a:lnTo>
                  <a:lnTo>
                    <a:pt x="7225427" y="2492380"/>
                  </a:lnTo>
                  <a:lnTo>
                    <a:pt x="7225614" y="2494548"/>
                  </a:lnTo>
                  <a:lnTo>
                    <a:pt x="7225801" y="2497213"/>
                  </a:lnTo>
                  <a:lnTo>
                    <a:pt x="7225988" y="2499674"/>
                  </a:lnTo>
                  <a:lnTo>
                    <a:pt x="7226175" y="2502335"/>
                  </a:lnTo>
                  <a:lnTo>
                    <a:pt x="7226362" y="2504039"/>
                  </a:lnTo>
                  <a:lnTo>
                    <a:pt x="7226549" y="2505918"/>
                  </a:lnTo>
                  <a:lnTo>
                    <a:pt x="7226736" y="2507240"/>
                  </a:lnTo>
                  <a:lnTo>
                    <a:pt x="7226923" y="2508882"/>
                  </a:lnTo>
                  <a:lnTo>
                    <a:pt x="7227110" y="2510486"/>
                  </a:lnTo>
                  <a:lnTo>
                    <a:pt x="7227297" y="2512142"/>
                  </a:lnTo>
                  <a:lnTo>
                    <a:pt x="7227484" y="2513589"/>
                  </a:lnTo>
                  <a:lnTo>
                    <a:pt x="7227670" y="2515351"/>
                  </a:lnTo>
                  <a:lnTo>
                    <a:pt x="7227857" y="2517057"/>
                  </a:lnTo>
                  <a:lnTo>
                    <a:pt x="7228044" y="2518725"/>
                  </a:lnTo>
                  <a:lnTo>
                    <a:pt x="7228231" y="2520052"/>
                  </a:lnTo>
                  <a:lnTo>
                    <a:pt x="7228418" y="2521074"/>
                  </a:lnTo>
                  <a:lnTo>
                    <a:pt x="7228605" y="2521688"/>
                  </a:lnTo>
                  <a:lnTo>
                    <a:pt x="7228792" y="2522365"/>
                  </a:lnTo>
                  <a:lnTo>
                    <a:pt x="7228979" y="2523049"/>
                  </a:lnTo>
                  <a:lnTo>
                    <a:pt x="7229166" y="2524320"/>
                  </a:lnTo>
                  <a:lnTo>
                    <a:pt x="7229353" y="2525949"/>
                  </a:lnTo>
                  <a:lnTo>
                    <a:pt x="7229540" y="2528123"/>
                  </a:lnTo>
                  <a:lnTo>
                    <a:pt x="7229727" y="2529952"/>
                  </a:lnTo>
                  <a:lnTo>
                    <a:pt x="7229913" y="2531999"/>
                  </a:lnTo>
                  <a:lnTo>
                    <a:pt x="7230100" y="2533999"/>
                  </a:lnTo>
                  <a:lnTo>
                    <a:pt x="7230287" y="2535854"/>
                  </a:lnTo>
                  <a:lnTo>
                    <a:pt x="7230474" y="2537854"/>
                  </a:lnTo>
                  <a:lnTo>
                    <a:pt x="7230661" y="2539648"/>
                  </a:lnTo>
                  <a:lnTo>
                    <a:pt x="7230848" y="2541565"/>
                  </a:lnTo>
                  <a:lnTo>
                    <a:pt x="7231035" y="2543328"/>
                  </a:lnTo>
                  <a:lnTo>
                    <a:pt x="7231222" y="2545186"/>
                  </a:lnTo>
                  <a:lnTo>
                    <a:pt x="7231409" y="2547304"/>
                  </a:lnTo>
                  <a:lnTo>
                    <a:pt x="7231596" y="2549445"/>
                  </a:lnTo>
                  <a:lnTo>
                    <a:pt x="7231783" y="2551110"/>
                  </a:lnTo>
                  <a:lnTo>
                    <a:pt x="7231970" y="2552789"/>
                  </a:lnTo>
                  <a:lnTo>
                    <a:pt x="7232157" y="2554670"/>
                  </a:lnTo>
                  <a:lnTo>
                    <a:pt x="7232343" y="2556441"/>
                  </a:lnTo>
                  <a:lnTo>
                    <a:pt x="7232530" y="2558119"/>
                  </a:lnTo>
                  <a:lnTo>
                    <a:pt x="7232717" y="2559552"/>
                  </a:lnTo>
                  <a:lnTo>
                    <a:pt x="7232904" y="2560959"/>
                  </a:lnTo>
                  <a:lnTo>
                    <a:pt x="7233091" y="2562375"/>
                  </a:lnTo>
                  <a:lnTo>
                    <a:pt x="7233278" y="2563836"/>
                  </a:lnTo>
                  <a:lnTo>
                    <a:pt x="7233465" y="2565150"/>
                  </a:lnTo>
                  <a:lnTo>
                    <a:pt x="7233652" y="2566725"/>
                  </a:lnTo>
                  <a:lnTo>
                    <a:pt x="7233839" y="2568498"/>
                  </a:lnTo>
                  <a:lnTo>
                    <a:pt x="7234026" y="2570399"/>
                  </a:lnTo>
                  <a:lnTo>
                    <a:pt x="7234213" y="2572280"/>
                  </a:lnTo>
                  <a:lnTo>
                    <a:pt x="7234400" y="2574528"/>
                  </a:lnTo>
                  <a:lnTo>
                    <a:pt x="7234586" y="2576760"/>
                  </a:lnTo>
                  <a:lnTo>
                    <a:pt x="7234773" y="2578993"/>
                  </a:lnTo>
                  <a:lnTo>
                    <a:pt x="7234960" y="2581317"/>
                  </a:lnTo>
                  <a:lnTo>
                    <a:pt x="7235147" y="2583449"/>
                  </a:lnTo>
                  <a:lnTo>
                    <a:pt x="7235334" y="2585835"/>
                  </a:lnTo>
                  <a:lnTo>
                    <a:pt x="7235521" y="2588576"/>
                  </a:lnTo>
                  <a:lnTo>
                    <a:pt x="7235708" y="2591441"/>
                  </a:lnTo>
                  <a:lnTo>
                    <a:pt x="7235895" y="2594512"/>
                  </a:lnTo>
                  <a:lnTo>
                    <a:pt x="7236082" y="2598046"/>
                  </a:lnTo>
                  <a:lnTo>
                    <a:pt x="7236269" y="2601890"/>
                  </a:lnTo>
                  <a:lnTo>
                    <a:pt x="7236456" y="2605791"/>
                  </a:lnTo>
                  <a:lnTo>
                    <a:pt x="7236643" y="2609846"/>
                  </a:lnTo>
                  <a:lnTo>
                    <a:pt x="7236830" y="2613859"/>
                  </a:lnTo>
                  <a:lnTo>
                    <a:pt x="7237016" y="2617731"/>
                  </a:lnTo>
                  <a:lnTo>
                    <a:pt x="7237203" y="2621337"/>
                  </a:lnTo>
                  <a:lnTo>
                    <a:pt x="7237390" y="2624474"/>
                  </a:lnTo>
                  <a:lnTo>
                    <a:pt x="7237577" y="2627801"/>
                  </a:lnTo>
                  <a:lnTo>
                    <a:pt x="7237764" y="2630909"/>
                  </a:lnTo>
                  <a:lnTo>
                    <a:pt x="7237951" y="2634335"/>
                  </a:lnTo>
                  <a:lnTo>
                    <a:pt x="7238138" y="2636959"/>
                  </a:lnTo>
                  <a:lnTo>
                    <a:pt x="7238325" y="2639130"/>
                  </a:lnTo>
                  <a:lnTo>
                    <a:pt x="7238512" y="2640954"/>
                  </a:lnTo>
                  <a:lnTo>
                    <a:pt x="7238699" y="2641870"/>
                  </a:lnTo>
                  <a:lnTo>
                    <a:pt x="7238886" y="2642349"/>
                  </a:lnTo>
                  <a:lnTo>
                    <a:pt x="7239073" y="2642459"/>
                  </a:lnTo>
                  <a:lnTo>
                    <a:pt x="7239260" y="2642350"/>
                  </a:lnTo>
                  <a:lnTo>
                    <a:pt x="7239446" y="2642254"/>
                  </a:lnTo>
                  <a:lnTo>
                    <a:pt x="7239633" y="2642365"/>
                  </a:lnTo>
                  <a:lnTo>
                    <a:pt x="7239820" y="2642651"/>
                  </a:lnTo>
                  <a:lnTo>
                    <a:pt x="7240007" y="2642889"/>
                  </a:lnTo>
                  <a:lnTo>
                    <a:pt x="7240194" y="2643179"/>
                  </a:lnTo>
                  <a:lnTo>
                    <a:pt x="7240381" y="2643380"/>
                  </a:lnTo>
                  <a:lnTo>
                    <a:pt x="7240568" y="2643652"/>
                  </a:lnTo>
                  <a:lnTo>
                    <a:pt x="7240755" y="2644091"/>
                  </a:lnTo>
                  <a:lnTo>
                    <a:pt x="7240942" y="2644991"/>
                  </a:lnTo>
                  <a:lnTo>
                    <a:pt x="7241129" y="2646056"/>
                  </a:lnTo>
                  <a:lnTo>
                    <a:pt x="7241316" y="2647143"/>
                  </a:lnTo>
                  <a:lnTo>
                    <a:pt x="7241503" y="2648395"/>
                  </a:lnTo>
                  <a:lnTo>
                    <a:pt x="7241689" y="2649795"/>
                  </a:lnTo>
                  <a:lnTo>
                    <a:pt x="7241876" y="2651284"/>
                  </a:lnTo>
                  <a:lnTo>
                    <a:pt x="7242063" y="2652840"/>
                  </a:lnTo>
                  <a:lnTo>
                    <a:pt x="7242250" y="2654658"/>
                  </a:lnTo>
                  <a:lnTo>
                    <a:pt x="7242437" y="2656306"/>
                  </a:lnTo>
                  <a:lnTo>
                    <a:pt x="7242624" y="2658129"/>
                  </a:lnTo>
                  <a:lnTo>
                    <a:pt x="7242811" y="2659919"/>
                  </a:lnTo>
                  <a:lnTo>
                    <a:pt x="7242998" y="2661721"/>
                  </a:lnTo>
                  <a:lnTo>
                    <a:pt x="7243185" y="2663539"/>
                  </a:lnTo>
                  <a:lnTo>
                    <a:pt x="7243372" y="2665360"/>
                  </a:lnTo>
                  <a:lnTo>
                    <a:pt x="7243559" y="2667384"/>
                  </a:lnTo>
                  <a:lnTo>
                    <a:pt x="7243746" y="2669307"/>
                  </a:lnTo>
                  <a:lnTo>
                    <a:pt x="7243933" y="2671110"/>
                  </a:lnTo>
                  <a:lnTo>
                    <a:pt x="7244119" y="2672759"/>
                  </a:lnTo>
                  <a:lnTo>
                    <a:pt x="7244306" y="2674374"/>
                  </a:lnTo>
                  <a:lnTo>
                    <a:pt x="7244493" y="2675836"/>
                  </a:lnTo>
                  <a:lnTo>
                    <a:pt x="7244680" y="2677368"/>
                  </a:lnTo>
                  <a:lnTo>
                    <a:pt x="7244867" y="2678796"/>
                  </a:lnTo>
                  <a:lnTo>
                    <a:pt x="7245054" y="2680003"/>
                  </a:lnTo>
                  <a:lnTo>
                    <a:pt x="7245241" y="2681177"/>
                  </a:lnTo>
                  <a:lnTo>
                    <a:pt x="7245428" y="2682724"/>
                  </a:lnTo>
                  <a:lnTo>
                    <a:pt x="7245615" y="2684520"/>
                  </a:lnTo>
                  <a:lnTo>
                    <a:pt x="7245802" y="2686932"/>
                  </a:lnTo>
                  <a:lnTo>
                    <a:pt x="7245989" y="2689209"/>
                  </a:lnTo>
                  <a:lnTo>
                    <a:pt x="7246176" y="2691128"/>
                  </a:lnTo>
                  <a:lnTo>
                    <a:pt x="7246362" y="2693024"/>
                  </a:lnTo>
                  <a:lnTo>
                    <a:pt x="7246549" y="2694915"/>
                  </a:lnTo>
                  <a:lnTo>
                    <a:pt x="7246736" y="2696635"/>
                  </a:lnTo>
                  <a:lnTo>
                    <a:pt x="7246923" y="2698158"/>
                  </a:lnTo>
                  <a:lnTo>
                    <a:pt x="7247110" y="2699697"/>
                  </a:lnTo>
                  <a:lnTo>
                    <a:pt x="7247297" y="2701011"/>
                  </a:lnTo>
                  <a:lnTo>
                    <a:pt x="7247484" y="2701964"/>
                  </a:lnTo>
                  <a:lnTo>
                    <a:pt x="7247671" y="2703066"/>
                  </a:lnTo>
                  <a:lnTo>
                    <a:pt x="7247858" y="2704296"/>
                  </a:lnTo>
                  <a:lnTo>
                    <a:pt x="7248045" y="2705188"/>
                  </a:lnTo>
                  <a:lnTo>
                    <a:pt x="7248232" y="2706097"/>
                  </a:lnTo>
                  <a:lnTo>
                    <a:pt x="7248419" y="2706757"/>
                  </a:lnTo>
                  <a:lnTo>
                    <a:pt x="7248606" y="2707266"/>
                  </a:lnTo>
                  <a:lnTo>
                    <a:pt x="7248792" y="2707815"/>
                  </a:lnTo>
                  <a:lnTo>
                    <a:pt x="7248979" y="2708333"/>
                  </a:lnTo>
                  <a:lnTo>
                    <a:pt x="7249166" y="2708686"/>
                  </a:lnTo>
                  <a:lnTo>
                    <a:pt x="7249353" y="2709009"/>
                  </a:lnTo>
                  <a:lnTo>
                    <a:pt x="7249540" y="2709608"/>
                  </a:lnTo>
                  <a:lnTo>
                    <a:pt x="7249727" y="2710163"/>
                  </a:lnTo>
                  <a:lnTo>
                    <a:pt x="7249914" y="2710691"/>
                  </a:lnTo>
                  <a:lnTo>
                    <a:pt x="7250101" y="2711113"/>
                  </a:lnTo>
                  <a:lnTo>
                    <a:pt x="7250288" y="2711449"/>
                  </a:lnTo>
                  <a:lnTo>
                    <a:pt x="7250475" y="2711479"/>
                  </a:lnTo>
                  <a:lnTo>
                    <a:pt x="7250662" y="2711151"/>
                  </a:lnTo>
                  <a:lnTo>
                    <a:pt x="7250849" y="2710979"/>
                  </a:lnTo>
                  <a:lnTo>
                    <a:pt x="7251036" y="2710729"/>
                  </a:lnTo>
                  <a:lnTo>
                    <a:pt x="7251222" y="2711119"/>
                  </a:lnTo>
                  <a:lnTo>
                    <a:pt x="7251409" y="2711805"/>
                  </a:lnTo>
                  <a:lnTo>
                    <a:pt x="7251596" y="2712301"/>
                  </a:lnTo>
                  <a:lnTo>
                    <a:pt x="7251783" y="2712936"/>
                  </a:lnTo>
                  <a:lnTo>
                    <a:pt x="7251970" y="2713307"/>
                  </a:lnTo>
                  <a:lnTo>
                    <a:pt x="7252157" y="2713562"/>
                  </a:lnTo>
                  <a:lnTo>
                    <a:pt x="7252344" y="2713659"/>
                  </a:lnTo>
                  <a:lnTo>
                    <a:pt x="7252531" y="2713908"/>
                  </a:lnTo>
                  <a:lnTo>
                    <a:pt x="7252718" y="2714432"/>
                  </a:lnTo>
                  <a:lnTo>
                    <a:pt x="7252905" y="2714985"/>
                  </a:lnTo>
                  <a:lnTo>
                    <a:pt x="7253092" y="2715487"/>
                  </a:lnTo>
                  <a:lnTo>
                    <a:pt x="7253279" y="2715917"/>
                  </a:lnTo>
                  <a:lnTo>
                    <a:pt x="7253465" y="2716430"/>
                  </a:lnTo>
                  <a:lnTo>
                    <a:pt x="7253652" y="2717161"/>
                  </a:lnTo>
                  <a:lnTo>
                    <a:pt x="7253839" y="2717810"/>
                  </a:lnTo>
                  <a:lnTo>
                    <a:pt x="7254026" y="2718320"/>
                  </a:lnTo>
                  <a:lnTo>
                    <a:pt x="7254213" y="2718839"/>
                  </a:lnTo>
                  <a:lnTo>
                    <a:pt x="7254400" y="2719289"/>
                  </a:lnTo>
                  <a:lnTo>
                    <a:pt x="7254587" y="2719742"/>
                  </a:lnTo>
                  <a:lnTo>
                    <a:pt x="7254774" y="2720173"/>
                  </a:lnTo>
                  <a:lnTo>
                    <a:pt x="7254961" y="2720672"/>
                  </a:lnTo>
                  <a:lnTo>
                    <a:pt x="7255148" y="2721174"/>
                  </a:lnTo>
                  <a:lnTo>
                    <a:pt x="7255335" y="2721260"/>
                  </a:lnTo>
                  <a:lnTo>
                    <a:pt x="7255522" y="2721222"/>
                  </a:lnTo>
                  <a:lnTo>
                    <a:pt x="7255709" y="2720854"/>
                  </a:lnTo>
                  <a:lnTo>
                    <a:pt x="7255895" y="2720613"/>
                  </a:lnTo>
                  <a:lnTo>
                    <a:pt x="7256082" y="2720720"/>
                  </a:lnTo>
                  <a:lnTo>
                    <a:pt x="7256269" y="2720715"/>
                  </a:lnTo>
                  <a:lnTo>
                    <a:pt x="7256456" y="2720512"/>
                  </a:lnTo>
                  <a:lnTo>
                    <a:pt x="7256643" y="2720341"/>
                  </a:lnTo>
                  <a:lnTo>
                    <a:pt x="7256830" y="2720083"/>
                  </a:lnTo>
                  <a:lnTo>
                    <a:pt x="7257017" y="2719561"/>
                  </a:lnTo>
                  <a:lnTo>
                    <a:pt x="7257204" y="2719180"/>
                  </a:lnTo>
                  <a:lnTo>
                    <a:pt x="7257391" y="2718750"/>
                  </a:lnTo>
                  <a:lnTo>
                    <a:pt x="7257578" y="2718411"/>
                  </a:lnTo>
                  <a:lnTo>
                    <a:pt x="7257765" y="2718014"/>
                  </a:lnTo>
                  <a:lnTo>
                    <a:pt x="7257952" y="2717664"/>
                  </a:lnTo>
                  <a:lnTo>
                    <a:pt x="7258139" y="2717135"/>
                  </a:lnTo>
                  <a:lnTo>
                    <a:pt x="7258325" y="2716868"/>
                  </a:lnTo>
                  <a:lnTo>
                    <a:pt x="7258512" y="2716386"/>
                  </a:lnTo>
                  <a:lnTo>
                    <a:pt x="7258699" y="2715814"/>
                  </a:lnTo>
                  <a:lnTo>
                    <a:pt x="7258886" y="2714807"/>
                  </a:lnTo>
                  <a:lnTo>
                    <a:pt x="7259073" y="2713722"/>
                  </a:lnTo>
                  <a:lnTo>
                    <a:pt x="7259260" y="2712395"/>
                  </a:lnTo>
                  <a:lnTo>
                    <a:pt x="7259447" y="2710715"/>
                  </a:lnTo>
                  <a:lnTo>
                    <a:pt x="7259634" y="2710144"/>
                  </a:lnTo>
                  <a:lnTo>
                    <a:pt x="7259821" y="2709654"/>
                  </a:lnTo>
                  <a:lnTo>
                    <a:pt x="7260008" y="2709010"/>
                  </a:lnTo>
                  <a:lnTo>
                    <a:pt x="7260195" y="2708619"/>
                  </a:lnTo>
                  <a:lnTo>
                    <a:pt x="7260382" y="2708050"/>
                  </a:lnTo>
                  <a:lnTo>
                    <a:pt x="7260568" y="2707503"/>
                  </a:lnTo>
                  <a:lnTo>
                    <a:pt x="7260755" y="2706768"/>
                  </a:lnTo>
                  <a:lnTo>
                    <a:pt x="7260942" y="2706031"/>
                  </a:lnTo>
                  <a:lnTo>
                    <a:pt x="7261129" y="2705300"/>
                  </a:lnTo>
                  <a:lnTo>
                    <a:pt x="7261316" y="2704661"/>
                  </a:lnTo>
                  <a:lnTo>
                    <a:pt x="7261503" y="2704191"/>
                  </a:lnTo>
                  <a:lnTo>
                    <a:pt x="7261690" y="2703877"/>
                  </a:lnTo>
                  <a:lnTo>
                    <a:pt x="7261877" y="2703625"/>
                  </a:lnTo>
                  <a:lnTo>
                    <a:pt x="7262064" y="2703478"/>
                  </a:lnTo>
                  <a:lnTo>
                    <a:pt x="7262251" y="2703348"/>
                  </a:lnTo>
                  <a:lnTo>
                    <a:pt x="7262438" y="2703087"/>
                  </a:lnTo>
                  <a:lnTo>
                    <a:pt x="7262625" y="2703166"/>
                  </a:lnTo>
                  <a:lnTo>
                    <a:pt x="7262812" y="2703351"/>
                  </a:lnTo>
                  <a:lnTo>
                    <a:pt x="7262998" y="2703194"/>
                  </a:lnTo>
                  <a:lnTo>
                    <a:pt x="7263185" y="2702969"/>
                  </a:lnTo>
                  <a:lnTo>
                    <a:pt x="7263372" y="2703090"/>
                  </a:lnTo>
                  <a:lnTo>
                    <a:pt x="7263559" y="2703306"/>
                  </a:lnTo>
                  <a:lnTo>
                    <a:pt x="7263746" y="2704006"/>
                  </a:lnTo>
                  <a:lnTo>
                    <a:pt x="7263933" y="2704615"/>
                  </a:lnTo>
                  <a:lnTo>
                    <a:pt x="7264120" y="2705457"/>
                  </a:lnTo>
                  <a:lnTo>
                    <a:pt x="7264307" y="2706013"/>
                  </a:lnTo>
                  <a:lnTo>
                    <a:pt x="7264494" y="2706559"/>
                  </a:lnTo>
                  <a:lnTo>
                    <a:pt x="7264681" y="2707046"/>
                  </a:lnTo>
                  <a:lnTo>
                    <a:pt x="7264868" y="2707715"/>
                  </a:lnTo>
                  <a:lnTo>
                    <a:pt x="7265055" y="2708497"/>
                  </a:lnTo>
                  <a:lnTo>
                    <a:pt x="7265241" y="2709143"/>
                  </a:lnTo>
                  <a:lnTo>
                    <a:pt x="7265428" y="2709656"/>
                  </a:lnTo>
                  <a:lnTo>
                    <a:pt x="7265615" y="2710346"/>
                  </a:lnTo>
                  <a:lnTo>
                    <a:pt x="7265802" y="2711209"/>
                  </a:lnTo>
                  <a:lnTo>
                    <a:pt x="7265989" y="2711921"/>
                  </a:lnTo>
                  <a:lnTo>
                    <a:pt x="7266176" y="2712630"/>
                  </a:lnTo>
                  <a:lnTo>
                    <a:pt x="7266363" y="2713147"/>
                  </a:lnTo>
                  <a:lnTo>
                    <a:pt x="7266550" y="2713473"/>
                  </a:lnTo>
                  <a:lnTo>
                    <a:pt x="7266737" y="2713862"/>
                  </a:lnTo>
                  <a:lnTo>
                    <a:pt x="7266924" y="2714015"/>
                  </a:lnTo>
                  <a:lnTo>
                    <a:pt x="7267111" y="2714401"/>
                  </a:lnTo>
                  <a:lnTo>
                    <a:pt x="7267298" y="2715178"/>
                  </a:lnTo>
                  <a:lnTo>
                    <a:pt x="7267485" y="2715986"/>
                  </a:lnTo>
                  <a:lnTo>
                    <a:pt x="7267671" y="2716760"/>
                  </a:lnTo>
                  <a:lnTo>
                    <a:pt x="7267858" y="2717428"/>
                  </a:lnTo>
                  <a:lnTo>
                    <a:pt x="7268045" y="2718189"/>
                  </a:lnTo>
                  <a:lnTo>
                    <a:pt x="7268232" y="2719291"/>
                  </a:lnTo>
                  <a:lnTo>
                    <a:pt x="7268419" y="2720368"/>
                  </a:lnTo>
                  <a:lnTo>
                    <a:pt x="7268606" y="2721458"/>
                  </a:lnTo>
                  <a:lnTo>
                    <a:pt x="7268793" y="2722530"/>
                  </a:lnTo>
                  <a:lnTo>
                    <a:pt x="7268980" y="2723566"/>
                  </a:lnTo>
                  <a:lnTo>
                    <a:pt x="7269167" y="2724609"/>
                  </a:lnTo>
                  <a:lnTo>
                    <a:pt x="7269354" y="2725597"/>
                  </a:lnTo>
                  <a:lnTo>
                    <a:pt x="7269541" y="2726408"/>
                  </a:lnTo>
                  <a:lnTo>
                    <a:pt x="7269728" y="2727177"/>
                  </a:lnTo>
                  <a:lnTo>
                    <a:pt x="7269915" y="2727654"/>
                  </a:lnTo>
                  <a:lnTo>
                    <a:pt x="7270101" y="2727861"/>
                  </a:lnTo>
                  <a:lnTo>
                    <a:pt x="7270288" y="2727815"/>
                  </a:lnTo>
                  <a:lnTo>
                    <a:pt x="7270475" y="2727680"/>
                  </a:lnTo>
                  <a:lnTo>
                    <a:pt x="7270662" y="2727177"/>
                  </a:lnTo>
                  <a:lnTo>
                    <a:pt x="7270849" y="2726238"/>
                  </a:lnTo>
                  <a:lnTo>
                    <a:pt x="7271036" y="2724688"/>
                  </a:lnTo>
                  <a:lnTo>
                    <a:pt x="7271223" y="2723473"/>
                  </a:lnTo>
                  <a:lnTo>
                    <a:pt x="7271410" y="2722291"/>
                  </a:lnTo>
                  <a:lnTo>
                    <a:pt x="7271597" y="2721004"/>
                  </a:lnTo>
                  <a:lnTo>
                    <a:pt x="7271784" y="2719504"/>
                  </a:lnTo>
                  <a:lnTo>
                    <a:pt x="7271971" y="2718082"/>
                  </a:lnTo>
                  <a:lnTo>
                    <a:pt x="7272158" y="2716715"/>
                  </a:lnTo>
                  <a:lnTo>
                    <a:pt x="7272344" y="2715132"/>
                  </a:lnTo>
                  <a:lnTo>
                    <a:pt x="7272531" y="2713582"/>
                  </a:lnTo>
                  <a:lnTo>
                    <a:pt x="7272718" y="2711953"/>
                  </a:lnTo>
                  <a:lnTo>
                    <a:pt x="7272905" y="2710011"/>
                  </a:lnTo>
                  <a:lnTo>
                    <a:pt x="7273092" y="2708006"/>
                  </a:lnTo>
                  <a:lnTo>
                    <a:pt x="7273279" y="2705948"/>
                  </a:lnTo>
                  <a:lnTo>
                    <a:pt x="7273466" y="2704259"/>
                  </a:lnTo>
                  <a:lnTo>
                    <a:pt x="7273653" y="2702589"/>
                  </a:lnTo>
                  <a:lnTo>
                    <a:pt x="7273840" y="2701059"/>
                  </a:lnTo>
                  <a:lnTo>
                    <a:pt x="7274027" y="2699566"/>
                  </a:lnTo>
                  <a:lnTo>
                    <a:pt x="7274214" y="2698321"/>
                  </a:lnTo>
                  <a:lnTo>
                    <a:pt x="7274401" y="2697218"/>
                  </a:lnTo>
                  <a:lnTo>
                    <a:pt x="7274588" y="2696042"/>
                  </a:lnTo>
                  <a:lnTo>
                    <a:pt x="7274774" y="2694688"/>
                  </a:lnTo>
                  <a:lnTo>
                    <a:pt x="7274961" y="2693299"/>
                  </a:lnTo>
                  <a:lnTo>
                    <a:pt x="7275148" y="2691965"/>
                  </a:lnTo>
                  <a:lnTo>
                    <a:pt x="7275335" y="2690574"/>
                  </a:lnTo>
                  <a:lnTo>
                    <a:pt x="7275522" y="2689706"/>
                  </a:lnTo>
                  <a:lnTo>
                    <a:pt x="7275709" y="2689144"/>
                  </a:lnTo>
                  <a:lnTo>
                    <a:pt x="7275896" y="2688977"/>
                  </a:lnTo>
                  <a:lnTo>
                    <a:pt x="7276083" y="2689098"/>
                  </a:lnTo>
                  <a:lnTo>
                    <a:pt x="7276270" y="2689178"/>
                  </a:lnTo>
                  <a:lnTo>
                    <a:pt x="7276457" y="2689242"/>
                  </a:lnTo>
                  <a:lnTo>
                    <a:pt x="7276644" y="2689381"/>
                  </a:lnTo>
                  <a:lnTo>
                    <a:pt x="7276831" y="2689300"/>
                  </a:lnTo>
                  <a:lnTo>
                    <a:pt x="7277018" y="2689040"/>
                  </a:lnTo>
                  <a:lnTo>
                    <a:pt x="7277204" y="2688660"/>
                  </a:lnTo>
                  <a:lnTo>
                    <a:pt x="7277391" y="2688554"/>
                  </a:lnTo>
                  <a:lnTo>
                    <a:pt x="7277578" y="2688761"/>
                  </a:lnTo>
                  <a:lnTo>
                    <a:pt x="7277765" y="2689263"/>
                  </a:lnTo>
                  <a:lnTo>
                    <a:pt x="7277952" y="2689881"/>
                  </a:lnTo>
                  <a:lnTo>
                    <a:pt x="7278139" y="2690193"/>
                  </a:lnTo>
                  <a:lnTo>
                    <a:pt x="7278326" y="2690081"/>
                  </a:lnTo>
                  <a:lnTo>
                    <a:pt x="7278513" y="2689805"/>
                  </a:lnTo>
                  <a:lnTo>
                    <a:pt x="7278700" y="2689289"/>
                  </a:lnTo>
                  <a:lnTo>
                    <a:pt x="7278887" y="2688522"/>
                  </a:lnTo>
                  <a:lnTo>
                    <a:pt x="7279074" y="2687599"/>
                  </a:lnTo>
                  <a:lnTo>
                    <a:pt x="7279261" y="2686670"/>
                  </a:lnTo>
                  <a:lnTo>
                    <a:pt x="7279447" y="2685688"/>
                  </a:lnTo>
                  <a:lnTo>
                    <a:pt x="7279634" y="2684582"/>
                  </a:lnTo>
                  <a:lnTo>
                    <a:pt x="7279821" y="2683366"/>
                  </a:lnTo>
                  <a:lnTo>
                    <a:pt x="7280008" y="2682096"/>
                  </a:lnTo>
                  <a:lnTo>
                    <a:pt x="7280195" y="2680812"/>
                  </a:lnTo>
                  <a:lnTo>
                    <a:pt x="7280382" y="2679392"/>
                  </a:lnTo>
                  <a:lnTo>
                    <a:pt x="7280569" y="2677981"/>
                  </a:lnTo>
                  <a:lnTo>
                    <a:pt x="7280756" y="2676411"/>
                  </a:lnTo>
                  <a:lnTo>
                    <a:pt x="7280943" y="2674873"/>
                  </a:lnTo>
                  <a:lnTo>
                    <a:pt x="7281130" y="2673233"/>
                  </a:lnTo>
                  <a:lnTo>
                    <a:pt x="7281317" y="2671591"/>
                  </a:lnTo>
                  <a:lnTo>
                    <a:pt x="7281504" y="2670051"/>
                  </a:lnTo>
                  <a:lnTo>
                    <a:pt x="7281691" y="2668515"/>
                  </a:lnTo>
                  <a:lnTo>
                    <a:pt x="7281877" y="2667054"/>
                  </a:lnTo>
                  <a:lnTo>
                    <a:pt x="7282064" y="2665655"/>
                  </a:lnTo>
                  <a:lnTo>
                    <a:pt x="7282251" y="2664484"/>
                  </a:lnTo>
                  <a:lnTo>
                    <a:pt x="7282438" y="2663406"/>
                  </a:lnTo>
                  <a:lnTo>
                    <a:pt x="7282625" y="2662449"/>
                  </a:lnTo>
                  <a:lnTo>
                    <a:pt x="7282812" y="2661680"/>
                  </a:lnTo>
                  <a:lnTo>
                    <a:pt x="7282999" y="2661058"/>
                  </a:lnTo>
                  <a:lnTo>
                    <a:pt x="7283186" y="2660339"/>
                  </a:lnTo>
                  <a:lnTo>
                    <a:pt x="7283373" y="2659625"/>
                  </a:lnTo>
                  <a:lnTo>
                    <a:pt x="7283560" y="2659309"/>
                  </a:lnTo>
                  <a:lnTo>
                    <a:pt x="7283747" y="2659144"/>
                  </a:lnTo>
                  <a:lnTo>
                    <a:pt x="7283934" y="2659039"/>
                  </a:lnTo>
                  <a:lnTo>
                    <a:pt x="7284120" y="2659056"/>
                  </a:lnTo>
                  <a:lnTo>
                    <a:pt x="7284307" y="2658723"/>
                  </a:lnTo>
                  <a:lnTo>
                    <a:pt x="7284494" y="2658159"/>
                  </a:lnTo>
                  <a:lnTo>
                    <a:pt x="7284681" y="2657561"/>
                  </a:lnTo>
                  <a:lnTo>
                    <a:pt x="7284868" y="2656760"/>
                  </a:lnTo>
                  <a:lnTo>
                    <a:pt x="7285055" y="2655793"/>
                  </a:lnTo>
                  <a:lnTo>
                    <a:pt x="7285242" y="2654940"/>
                  </a:lnTo>
                  <a:lnTo>
                    <a:pt x="7285429" y="2654141"/>
                  </a:lnTo>
                  <a:lnTo>
                    <a:pt x="7285616" y="2653239"/>
                  </a:lnTo>
                  <a:lnTo>
                    <a:pt x="7285803" y="2652476"/>
                  </a:lnTo>
                  <a:lnTo>
                    <a:pt x="7285990" y="2652073"/>
                  </a:lnTo>
                  <a:lnTo>
                    <a:pt x="7286177" y="2651975"/>
                  </a:lnTo>
                  <a:lnTo>
                    <a:pt x="7286364" y="2651866"/>
                  </a:lnTo>
                  <a:lnTo>
                    <a:pt x="7286550" y="2651778"/>
                  </a:lnTo>
                  <a:lnTo>
                    <a:pt x="7286737" y="2651820"/>
                  </a:lnTo>
                  <a:lnTo>
                    <a:pt x="7286924" y="2651843"/>
                  </a:lnTo>
                  <a:lnTo>
                    <a:pt x="7287111" y="2651900"/>
                  </a:lnTo>
                  <a:lnTo>
                    <a:pt x="7287298" y="2651874"/>
                  </a:lnTo>
                  <a:lnTo>
                    <a:pt x="7287485" y="2651892"/>
                  </a:lnTo>
                  <a:lnTo>
                    <a:pt x="7287672" y="2651993"/>
                  </a:lnTo>
                  <a:lnTo>
                    <a:pt x="7287859" y="2652245"/>
                  </a:lnTo>
                  <a:lnTo>
                    <a:pt x="7288046" y="2652748"/>
                  </a:lnTo>
                  <a:lnTo>
                    <a:pt x="7288233" y="2653191"/>
                  </a:lnTo>
                  <a:lnTo>
                    <a:pt x="7288420" y="2653700"/>
                  </a:lnTo>
                  <a:lnTo>
                    <a:pt x="7288607" y="2653980"/>
                  </a:lnTo>
                  <a:lnTo>
                    <a:pt x="7288794" y="2654229"/>
                  </a:lnTo>
                  <a:lnTo>
                    <a:pt x="7288980" y="2654452"/>
                  </a:lnTo>
                  <a:lnTo>
                    <a:pt x="7289167" y="2654690"/>
                  </a:lnTo>
                  <a:lnTo>
                    <a:pt x="7289354" y="2655146"/>
                  </a:lnTo>
                  <a:lnTo>
                    <a:pt x="7289541" y="2655592"/>
                  </a:lnTo>
                  <a:lnTo>
                    <a:pt x="7289728" y="2656005"/>
                  </a:lnTo>
                  <a:lnTo>
                    <a:pt x="7289915" y="2656176"/>
                  </a:lnTo>
                  <a:lnTo>
                    <a:pt x="7290102" y="2656121"/>
                  </a:lnTo>
                  <a:lnTo>
                    <a:pt x="7290289" y="2656141"/>
                  </a:lnTo>
                  <a:lnTo>
                    <a:pt x="7290476" y="2656169"/>
                  </a:lnTo>
                  <a:lnTo>
                    <a:pt x="7290663" y="2656286"/>
                  </a:lnTo>
                  <a:lnTo>
                    <a:pt x="7290850" y="2656560"/>
                  </a:lnTo>
                  <a:lnTo>
                    <a:pt x="7291037" y="2656803"/>
                  </a:lnTo>
                  <a:lnTo>
                    <a:pt x="7291223" y="2657096"/>
                  </a:lnTo>
                  <a:lnTo>
                    <a:pt x="7291410" y="2657335"/>
                  </a:lnTo>
                  <a:lnTo>
                    <a:pt x="7291597" y="2657641"/>
                  </a:lnTo>
                  <a:lnTo>
                    <a:pt x="7291784" y="2657959"/>
                  </a:lnTo>
                  <a:lnTo>
                    <a:pt x="7291971" y="2658477"/>
                  </a:lnTo>
                  <a:lnTo>
                    <a:pt x="7292158" y="2658921"/>
                  </a:lnTo>
                  <a:lnTo>
                    <a:pt x="7292345" y="2658920"/>
                  </a:lnTo>
                  <a:lnTo>
                    <a:pt x="7292532" y="2658852"/>
                  </a:lnTo>
                  <a:lnTo>
                    <a:pt x="7292719" y="2659145"/>
                  </a:lnTo>
                  <a:lnTo>
                    <a:pt x="7292906" y="2659511"/>
                  </a:lnTo>
                  <a:lnTo>
                    <a:pt x="7293093" y="2660005"/>
                  </a:lnTo>
                  <a:lnTo>
                    <a:pt x="7293280" y="2660429"/>
                  </a:lnTo>
                  <a:lnTo>
                    <a:pt x="7293467" y="2660730"/>
                  </a:lnTo>
                  <a:lnTo>
                    <a:pt x="7293653" y="2660934"/>
                  </a:lnTo>
                  <a:lnTo>
                    <a:pt x="7293840" y="2660953"/>
                  </a:lnTo>
                  <a:lnTo>
                    <a:pt x="7294027" y="2660952"/>
                  </a:lnTo>
                  <a:lnTo>
                    <a:pt x="7294214" y="2660951"/>
                  </a:lnTo>
                  <a:lnTo>
                    <a:pt x="7294401" y="2660911"/>
                  </a:lnTo>
                  <a:lnTo>
                    <a:pt x="7294588" y="2660692"/>
                  </a:lnTo>
                  <a:lnTo>
                    <a:pt x="7294775" y="2660521"/>
                  </a:lnTo>
                  <a:lnTo>
                    <a:pt x="7294962" y="2660330"/>
                  </a:lnTo>
                  <a:lnTo>
                    <a:pt x="7295149" y="2660258"/>
                  </a:lnTo>
                  <a:lnTo>
                    <a:pt x="7295336" y="2660110"/>
                  </a:lnTo>
                  <a:lnTo>
                    <a:pt x="7295523" y="2660110"/>
                  </a:lnTo>
                  <a:lnTo>
                    <a:pt x="7295710" y="2660202"/>
                  </a:lnTo>
                  <a:lnTo>
                    <a:pt x="7295897" y="2660400"/>
                  </a:lnTo>
                  <a:lnTo>
                    <a:pt x="7296083" y="2660636"/>
                  </a:lnTo>
                  <a:lnTo>
                    <a:pt x="7296270" y="2661215"/>
                  </a:lnTo>
                  <a:lnTo>
                    <a:pt x="7296457" y="2661876"/>
                  </a:lnTo>
                  <a:lnTo>
                    <a:pt x="7296644" y="2662822"/>
                  </a:lnTo>
                  <a:lnTo>
                    <a:pt x="7296831" y="2664158"/>
                  </a:lnTo>
                  <a:lnTo>
                    <a:pt x="7297018" y="2664817"/>
                  </a:lnTo>
                  <a:lnTo>
                    <a:pt x="7297205" y="2665790"/>
                  </a:lnTo>
                  <a:lnTo>
                    <a:pt x="7297392" y="2666966"/>
                  </a:lnTo>
                  <a:lnTo>
                    <a:pt x="7297579" y="2668097"/>
                  </a:lnTo>
                  <a:lnTo>
                    <a:pt x="7297766" y="2669415"/>
                  </a:lnTo>
                  <a:lnTo>
                    <a:pt x="7297953" y="2670747"/>
                  </a:lnTo>
                  <a:lnTo>
                    <a:pt x="7298140" y="2672375"/>
                  </a:lnTo>
                  <a:lnTo>
                    <a:pt x="7298326" y="2673988"/>
                  </a:lnTo>
                  <a:lnTo>
                    <a:pt x="7298513" y="2675586"/>
                  </a:lnTo>
                  <a:lnTo>
                    <a:pt x="7298700" y="2677118"/>
                  </a:lnTo>
                  <a:lnTo>
                    <a:pt x="7298887" y="2678603"/>
                  </a:lnTo>
                  <a:lnTo>
                    <a:pt x="7299074" y="2679987"/>
                  </a:lnTo>
                  <a:lnTo>
                    <a:pt x="7299261" y="2681163"/>
                  </a:lnTo>
                  <a:lnTo>
                    <a:pt x="7299448" y="2682206"/>
                  </a:lnTo>
                  <a:lnTo>
                    <a:pt x="7299635" y="2682964"/>
                  </a:lnTo>
                  <a:lnTo>
                    <a:pt x="7299822" y="2683739"/>
                  </a:lnTo>
                  <a:lnTo>
                    <a:pt x="7300009" y="2684296"/>
                  </a:lnTo>
                  <a:lnTo>
                    <a:pt x="7300196" y="2684699"/>
                  </a:lnTo>
                  <a:lnTo>
                    <a:pt x="7300383" y="2685109"/>
                  </a:lnTo>
                  <a:lnTo>
                    <a:pt x="7300570" y="2685626"/>
                  </a:lnTo>
                  <a:lnTo>
                    <a:pt x="7300756" y="2685738"/>
                  </a:lnTo>
                  <a:lnTo>
                    <a:pt x="7300943" y="2685753"/>
                  </a:lnTo>
                  <a:lnTo>
                    <a:pt x="7301130" y="2685579"/>
                  </a:lnTo>
                  <a:lnTo>
                    <a:pt x="7301317" y="2685471"/>
                  </a:lnTo>
                  <a:lnTo>
                    <a:pt x="7301504" y="2685363"/>
                  </a:lnTo>
                  <a:lnTo>
                    <a:pt x="7301691" y="2685268"/>
                  </a:lnTo>
                  <a:lnTo>
                    <a:pt x="7301878" y="2685213"/>
                  </a:lnTo>
                  <a:lnTo>
                    <a:pt x="7302065" y="2685268"/>
                  </a:lnTo>
                  <a:lnTo>
                    <a:pt x="7302252" y="2685264"/>
                  </a:lnTo>
                  <a:lnTo>
                    <a:pt x="7302439" y="2685280"/>
                  </a:lnTo>
                  <a:lnTo>
                    <a:pt x="7302626" y="2685347"/>
                  </a:lnTo>
                  <a:lnTo>
                    <a:pt x="7302813" y="2685523"/>
                  </a:lnTo>
                  <a:lnTo>
                    <a:pt x="7302999" y="2685735"/>
                  </a:lnTo>
                  <a:lnTo>
                    <a:pt x="7303186" y="2685947"/>
                  </a:lnTo>
                  <a:lnTo>
                    <a:pt x="7303373" y="2685878"/>
                  </a:lnTo>
                  <a:lnTo>
                    <a:pt x="7303560" y="2685738"/>
                  </a:lnTo>
                  <a:lnTo>
                    <a:pt x="7303747" y="2685656"/>
                  </a:lnTo>
                  <a:lnTo>
                    <a:pt x="7303934" y="2685494"/>
                  </a:lnTo>
                  <a:lnTo>
                    <a:pt x="7304121" y="2685178"/>
                  </a:lnTo>
                  <a:lnTo>
                    <a:pt x="7304308" y="2684862"/>
                  </a:lnTo>
                  <a:lnTo>
                    <a:pt x="7304495" y="2684546"/>
                  </a:lnTo>
                  <a:lnTo>
                    <a:pt x="7304682" y="2684084"/>
                  </a:lnTo>
                  <a:lnTo>
                    <a:pt x="7304869" y="2683688"/>
                  </a:lnTo>
                  <a:lnTo>
                    <a:pt x="7305056" y="2683279"/>
                  </a:lnTo>
                  <a:lnTo>
                    <a:pt x="7305243" y="2682611"/>
                  </a:lnTo>
                  <a:lnTo>
                    <a:pt x="7305429" y="2681829"/>
                  </a:lnTo>
                  <a:lnTo>
                    <a:pt x="7305616" y="2680538"/>
                  </a:lnTo>
                  <a:lnTo>
                    <a:pt x="7305803" y="2679313"/>
                  </a:lnTo>
                  <a:lnTo>
                    <a:pt x="7305990" y="2677984"/>
                  </a:lnTo>
                  <a:lnTo>
                    <a:pt x="7306177" y="2676936"/>
                  </a:lnTo>
                  <a:lnTo>
                    <a:pt x="7306364" y="2675931"/>
                  </a:lnTo>
                  <a:lnTo>
                    <a:pt x="7306551" y="2674732"/>
                  </a:lnTo>
                  <a:lnTo>
                    <a:pt x="7306738" y="2673668"/>
                  </a:lnTo>
                  <a:lnTo>
                    <a:pt x="7306925" y="2672917"/>
                  </a:lnTo>
                  <a:lnTo>
                    <a:pt x="7307112" y="2672127"/>
                  </a:lnTo>
                  <a:lnTo>
                    <a:pt x="7307299" y="2671552"/>
                  </a:lnTo>
                  <a:lnTo>
                    <a:pt x="7307486" y="2671202"/>
                  </a:lnTo>
                  <a:lnTo>
                    <a:pt x="7307673" y="2671100"/>
                  </a:lnTo>
                  <a:lnTo>
                    <a:pt x="7307859" y="2671068"/>
                  </a:lnTo>
                  <a:lnTo>
                    <a:pt x="7308046" y="2671644"/>
                  </a:lnTo>
                  <a:lnTo>
                    <a:pt x="7308233" y="2672755"/>
                  </a:lnTo>
                  <a:lnTo>
                    <a:pt x="7308420" y="2674463"/>
                  </a:lnTo>
                  <a:lnTo>
                    <a:pt x="7308607" y="2675802"/>
                  </a:lnTo>
                  <a:lnTo>
                    <a:pt x="7308794" y="2677047"/>
                  </a:lnTo>
                  <a:lnTo>
                    <a:pt x="7308981" y="2678476"/>
                  </a:lnTo>
                  <a:lnTo>
                    <a:pt x="7309168" y="2680107"/>
                  </a:lnTo>
                  <a:lnTo>
                    <a:pt x="7309355" y="2682005"/>
                  </a:lnTo>
                  <a:lnTo>
                    <a:pt x="7309542" y="2683840"/>
                  </a:lnTo>
                  <a:lnTo>
                    <a:pt x="7309729" y="2685657"/>
                  </a:lnTo>
                  <a:lnTo>
                    <a:pt x="7309916" y="2687549"/>
                  </a:lnTo>
                  <a:lnTo>
                    <a:pt x="7310102" y="2689439"/>
                  </a:lnTo>
                  <a:lnTo>
                    <a:pt x="7310289" y="2691460"/>
                  </a:lnTo>
                  <a:lnTo>
                    <a:pt x="7310476" y="2693541"/>
                  </a:lnTo>
                  <a:lnTo>
                    <a:pt x="7310663" y="2695684"/>
                  </a:lnTo>
                  <a:lnTo>
                    <a:pt x="7310850" y="2697484"/>
                  </a:lnTo>
                  <a:lnTo>
                    <a:pt x="7311037" y="2699170"/>
                  </a:lnTo>
                  <a:lnTo>
                    <a:pt x="7311224" y="2700761"/>
                  </a:lnTo>
                  <a:lnTo>
                    <a:pt x="7311411" y="2702464"/>
                  </a:lnTo>
                  <a:lnTo>
                    <a:pt x="7311598" y="2704222"/>
                  </a:lnTo>
                  <a:lnTo>
                    <a:pt x="7311785" y="2706039"/>
                  </a:lnTo>
                  <a:lnTo>
                    <a:pt x="7311972" y="2707739"/>
                  </a:lnTo>
                  <a:lnTo>
                    <a:pt x="7312159" y="2709596"/>
                  </a:lnTo>
                  <a:lnTo>
                    <a:pt x="7312346" y="2711430"/>
                  </a:lnTo>
                  <a:lnTo>
                    <a:pt x="7312532" y="2713175"/>
                  </a:lnTo>
                  <a:lnTo>
                    <a:pt x="7312719" y="2715011"/>
                  </a:lnTo>
                  <a:lnTo>
                    <a:pt x="7312906" y="2716677"/>
                  </a:lnTo>
                  <a:lnTo>
                    <a:pt x="7313093" y="2718188"/>
                  </a:lnTo>
                  <a:lnTo>
                    <a:pt x="7313280" y="2719338"/>
                  </a:lnTo>
                  <a:lnTo>
                    <a:pt x="7313467" y="2720201"/>
                  </a:lnTo>
                  <a:lnTo>
                    <a:pt x="7313654" y="2721105"/>
                  </a:lnTo>
                  <a:lnTo>
                    <a:pt x="7313841" y="2722025"/>
                  </a:lnTo>
                  <a:lnTo>
                    <a:pt x="7314028" y="2722874"/>
                  </a:lnTo>
                  <a:lnTo>
                    <a:pt x="7314215" y="2724125"/>
                  </a:lnTo>
                  <a:lnTo>
                    <a:pt x="7314402" y="2725214"/>
                  </a:lnTo>
                  <a:lnTo>
                    <a:pt x="7314589" y="2726270"/>
                  </a:lnTo>
                  <a:lnTo>
                    <a:pt x="7314776" y="2727212"/>
                  </a:lnTo>
                  <a:lnTo>
                    <a:pt x="7314962" y="2727727"/>
                  </a:lnTo>
                  <a:lnTo>
                    <a:pt x="7315149" y="2728012"/>
                  </a:lnTo>
                  <a:lnTo>
                    <a:pt x="7315336" y="2728217"/>
                  </a:lnTo>
                  <a:lnTo>
                    <a:pt x="7315523" y="2728686"/>
                  </a:lnTo>
                  <a:lnTo>
                    <a:pt x="7315710" y="2729071"/>
                  </a:lnTo>
                  <a:lnTo>
                    <a:pt x="7315897" y="2729530"/>
                  </a:lnTo>
                  <a:lnTo>
                    <a:pt x="7316084" y="2730113"/>
                  </a:lnTo>
                  <a:lnTo>
                    <a:pt x="7316271" y="2730780"/>
                  </a:lnTo>
                  <a:lnTo>
                    <a:pt x="7316458" y="2731492"/>
                  </a:lnTo>
                  <a:lnTo>
                    <a:pt x="7316645" y="2732140"/>
                  </a:lnTo>
                  <a:lnTo>
                    <a:pt x="7316832" y="2732698"/>
                  </a:lnTo>
                  <a:lnTo>
                    <a:pt x="7317019" y="2733212"/>
                  </a:lnTo>
                  <a:lnTo>
                    <a:pt x="7317205" y="2733888"/>
                  </a:lnTo>
                  <a:lnTo>
                    <a:pt x="7317392" y="2734733"/>
                  </a:lnTo>
                  <a:lnTo>
                    <a:pt x="7317579" y="2735551"/>
                  </a:lnTo>
                  <a:lnTo>
                    <a:pt x="7317766" y="2736385"/>
                  </a:lnTo>
                  <a:lnTo>
                    <a:pt x="7317953" y="2737225"/>
                  </a:lnTo>
                  <a:lnTo>
                    <a:pt x="7318140" y="2738258"/>
                  </a:lnTo>
                  <a:lnTo>
                    <a:pt x="7318327" y="2739271"/>
                  </a:lnTo>
                  <a:lnTo>
                    <a:pt x="7318514" y="2740360"/>
                  </a:lnTo>
                  <a:lnTo>
                    <a:pt x="7318701" y="2741455"/>
                  </a:lnTo>
                  <a:lnTo>
                    <a:pt x="7318888" y="2742449"/>
                  </a:lnTo>
                  <a:lnTo>
                    <a:pt x="7319075" y="2743512"/>
                  </a:lnTo>
                  <a:lnTo>
                    <a:pt x="7319262" y="2744512"/>
                  </a:lnTo>
                  <a:lnTo>
                    <a:pt x="7319449" y="2745496"/>
                  </a:lnTo>
                  <a:lnTo>
                    <a:pt x="7319635" y="2746489"/>
                  </a:lnTo>
                  <a:lnTo>
                    <a:pt x="7319822" y="2747465"/>
                  </a:lnTo>
                  <a:lnTo>
                    <a:pt x="7320009" y="2748349"/>
                  </a:lnTo>
                  <a:lnTo>
                    <a:pt x="7320196" y="2749228"/>
                  </a:lnTo>
                  <a:lnTo>
                    <a:pt x="7320383" y="2750133"/>
                  </a:lnTo>
                  <a:lnTo>
                    <a:pt x="7320570" y="2751188"/>
                  </a:lnTo>
                  <a:lnTo>
                    <a:pt x="7320757" y="2752267"/>
                  </a:lnTo>
                  <a:lnTo>
                    <a:pt x="7320944" y="2753038"/>
                  </a:lnTo>
                  <a:lnTo>
                    <a:pt x="7321131" y="2753379"/>
                  </a:lnTo>
                  <a:lnTo>
                    <a:pt x="7321318" y="2753606"/>
                  </a:lnTo>
                  <a:lnTo>
                    <a:pt x="7321505" y="2753587"/>
                  </a:lnTo>
                  <a:lnTo>
                    <a:pt x="7321692" y="2753962"/>
                  </a:lnTo>
                  <a:lnTo>
                    <a:pt x="7321878" y="2754504"/>
                  </a:lnTo>
                  <a:lnTo>
                    <a:pt x="7322065" y="2755100"/>
                  </a:lnTo>
                  <a:lnTo>
                    <a:pt x="7322252" y="2755913"/>
                  </a:lnTo>
                  <a:lnTo>
                    <a:pt x="7322439" y="2756746"/>
                  </a:lnTo>
                  <a:lnTo>
                    <a:pt x="7322626" y="2757508"/>
                  </a:lnTo>
                  <a:lnTo>
                    <a:pt x="7322813" y="2758379"/>
                  </a:lnTo>
                  <a:lnTo>
                    <a:pt x="7323000" y="2759141"/>
                  </a:lnTo>
                  <a:lnTo>
                    <a:pt x="7323187" y="2759695"/>
                  </a:lnTo>
                  <a:lnTo>
                    <a:pt x="7323374" y="2759704"/>
                  </a:lnTo>
                  <a:lnTo>
                    <a:pt x="7323561" y="2759230"/>
                  </a:lnTo>
                  <a:lnTo>
                    <a:pt x="7323748" y="2758705"/>
                  </a:lnTo>
                  <a:lnTo>
                    <a:pt x="7323935" y="2758307"/>
                  </a:lnTo>
                  <a:lnTo>
                    <a:pt x="7324122" y="2757933"/>
                  </a:lnTo>
                  <a:lnTo>
                    <a:pt x="7324308" y="2757700"/>
                  </a:lnTo>
                  <a:lnTo>
                    <a:pt x="7324495" y="2757540"/>
                  </a:lnTo>
                  <a:lnTo>
                    <a:pt x="7324682" y="2757454"/>
                  </a:lnTo>
                  <a:lnTo>
                    <a:pt x="7324869" y="2757263"/>
                  </a:lnTo>
                  <a:lnTo>
                    <a:pt x="7325056" y="2757075"/>
                  </a:lnTo>
                  <a:lnTo>
                    <a:pt x="7325243" y="2756887"/>
                  </a:lnTo>
                  <a:lnTo>
                    <a:pt x="7325430" y="2756692"/>
                  </a:lnTo>
                  <a:lnTo>
                    <a:pt x="7325617" y="2756425"/>
                  </a:lnTo>
                  <a:lnTo>
                    <a:pt x="7325804" y="2756241"/>
                  </a:lnTo>
                  <a:lnTo>
                    <a:pt x="7325991" y="2756059"/>
                  </a:lnTo>
                  <a:lnTo>
                    <a:pt x="7326178" y="2756064"/>
                  </a:lnTo>
                  <a:lnTo>
                    <a:pt x="7326365" y="2756098"/>
                  </a:lnTo>
                  <a:lnTo>
                    <a:pt x="7326552" y="2755955"/>
                  </a:lnTo>
                  <a:lnTo>
                    <a:pt x="7326738" y="2755669"/>
                  </a:lnTo>
                  <a:lnTo>
                    <a:pt x="7326925" y="2755432"/>
                  </a:lnTo>
                  <a:lnTo>
                    <a:pt x="7327112" y="2755102"/>
                  </a:lnTo>
                  <a:lnTo>
                    <a:pt x="7327299" y="2754726"/>
                  </a:lnTo>
                  <a:lnTo>
                    <a:pt x="7327486" y="2754198"/>
                  </a:lnTo>
                  <a:lnTo>
                    <a:pt x="7327673" y="2753839"/>
                  </a:lnTo>
                  <a:lnTo>
                    <a:pt x="7327860" y="2753522"/>
                  </a:lnTo>
                  <a:lnTo>
                    <a:pt x="7328047" y="2753205"/>
                  </a:lnTo>
                  <a:lnTo>
                    <a:pt x="7328234" y="2752722"/>
                  </a:lnTo>
                  <a:lnTo>
                    <a:pt x="7328421" y="2752103"/>
                  </a:lnTo>
                  <a:lnTo>
                    <a:pt x="7328608" y="2751433"/>
                  </a:lnTo>
                  <a:lnTo>
                    <a:pt x="7328795" y="2750714"/>
                  </a:lnTo>
                  <a:lnTo>
                    <a:pt x="7328981" y="2749822"/>
                  </a:lnTo>
                  <a:lnTo>
                    <a:pt x="7329168" y="2748892"/>
                  </a:lnTo>
                  <a:lnTo>
                    <a:pt x="7329355" y="2747809"/>
                  </a:lnTo>
                  <a:lnTo>
                    <a:pt x="7329542" y="2746705"/>
                  </a:lnTo>
                  <a:lnTo>
                    <a:pt x="7329729" y="2745893"/>
                  </a:lnTo>
                  <a:lnTo>
                    <a:pt x="7329916" y="2745340"/>
                  </a:lnTo>
                  <a:lnTo>
                    <a:pt x="7330103" y="2744792"/>
                  </a:lnTo>
                  <a:lnTo>
                    <a:pt x="7330290" y="2744591"/>
                  </a:lnTo>
                  <a:lnTo>
                    <a:pt x="7330477" y="2744466"/>
                  </a:lnTo>
                  <a:lnTo>
                    <a:pt x="7330664" y="2744341"/>
                  </a:lnTo>
                  <a:lnTo>
                    <a:pt x="7330851" y="2744216"/>
                  </a:lnTo>
                  <a:lnTo>
                    <a:pt x="7331038" y="2744144"/>
                  </a:lnTo>
                  <a:lnTo>
                    <a:pt x="7331225" y="2744302"/>
                  </a:lnTo>
                  <a:lnTo>
                    <a:pt x="7331411" y="2744320"/>
                  </a:lnTo>
                  <a:lnTo>
                    <a:pt x="7331598" y="2744286"/>
                  </a:lnTo>
                  <a:lnTo>
                    <a:pt x="7331785" y="2744378"/>
                  </a:lnTo>
                  <a:lnTo>
                    <a:pt x="7331972" y="2744396"/>
                  </a:lnTo>
                  <a:lnTo>
                    <a:pt x="7332159" y="2744440"/>
                  </a:lnTo>
                  <a:lnTo>
                    <a:pt x="7332346" y="2744448"/>
                  </a:lnTo>
                  <a:lnTo>
                    <a:pt x="7332533" y="2744035"/>
                  </a:lnTo>
                  <a:lnTo>
                    <a:pt x="7332720" y="2743471"/>
                  </a:lnTo>
                  <a:lnTo>
                    <a:pt x="7332907" y="2742609"/>
                  </a:lnTo>
                  <a:lnTo>
                    <a:pt x="7333094" y="2741445"/>
                  </a:lnTo>
                  <a:lnTo>
                    <a:pt x="7333281" y="2740389"/>
                  </a:lnTo>
                  <a:lnTo>
                    <a:pt x="7333468" y="2739334"/>
                  </a:lnTo>
                  <a:lnTo>
                    <a:pt x="7333655" y="2738278"/>
                  </a:lnTo>
                  <a:lnTo>
                    <a:pt x="7333841" y="2737223"/>
                  </a:lnTo>
                  <a:lnTo>
                    <a:pt x="7334028" y="2736018"/>
                  </a:lnTo>
                  <a:lnTo>
                    <a:pt x="7334215" y="2734945"/>
                  </a:lnTo>
                  <a:lnTo>
                    <a:pt x="7334402" y="2733942"/>
                  </a:lnTo>
                  <a:lnTo>
                    <a:pt x="7334589" y="2732465"/>
                  </a:lnTo>
                  <a:lnTo>
                    <a:pt x="7334776" y="2731098"/>
                  </a:lnTo>
                  <a:lnTo>
                    <a:pt x="7334963" y="2729504"/>
                  </a:lnTo>
                  <a:lnTo>
                    <a:pt x="7335150" y="2727938"/>
                  </a:lnTo>
                  <a:lnTo>
                    <a:pt x="7335337" y="2726695"/>
                  </a:lnTo>
                  <a:lnTo>
                    <a:pt x="7335524" y="2725459"/>
                  </a:lnTo>
                  <a:lnTo>
                    <a:pt x="7335711" y="2724487"/>
                  </a:lnTo>
                  <a:lnTo>
                    <a:pt x="7335898" y="2723594"/>
                  </a:lnTo>
                  <a:lnTo>
                    <a:pt x="7336084" y="2722701"/>
                  </a:lnTo>
                  <a:lnTo>
                    <a:pt x="7336271" y="2721807"/>
                  </a:lnTo>
                  <a:lnTo>
                    <a:pt x="7336458" y="2720914"/>
                  </a:lnTo>
                  <a:lnTo>
                    <a:pt x="7336645" y="2720165"/>
                  </a:lnTo>
                  <a:lnTo>
                    <a:pt x="7336832" y="2719445"/>
                  </a:lnTo>
                  <a:lnTo>
                    <a:pt x="7337019" y="2718841"/>
                  </a:lnTo>
                  <a:lnTo>
                    <a:pt x="7337206" y="2718405"/>
                  </a:lnTo>
                  <a:lnTo>
                    <a:pt x="7337393" y="2718062"/>
                  </a:lnTo>
                  <a:lnTo>
                    <a:pt x="7337580" y="2717654"/>
                  </a:lnTo>
                  <a:lnTo>
                    <a:pt x="7337767" y="2717574"/>
                  </a:lnTo>
                  <a:lnTo>
                    <a:pt x="7337954" y="2717538"/>
                  </a:lnTo>
                  <a:lnTo>
                    <a:pt x="7338141" y="2717487"/>
                  </a:lnTo>
                  <a:lnTo>
                    <a:pt x="7338328" y="2717307"/>
                  </a:lnTo>
                  <a:lnTo>
                    <a:pt x="7338514" y="2717076"/>
                  </a:lnTo>
                  <a:lnTo>
                    <a:pt x="7338701" y="2716679"/>
                  </a:lnTo>
                  <a:lnTo>
                    <a:pt x="7338888" y="2716210"/>
                  </a:lnTo>
                  <a:lnTo>
                    <a:pt x="7339075" y="2715611"/>
                  </a:lnTo>
                  <a:lnTo>
                    <a:pt x="7339262" y="2714998"/>
                  </a:lnTo>
                  <a:lnTo>
                    <a:pt x="7339449" y="2714305"/>
                  </a:lnTo>
                  <a:lnTo>
                    <a:pt x="7339636" y="2713657"/>
                  </a:lnTo>
                  <a:lnTo>
                    <a:pt x="7339823" y="2712868"/>
                  </a:lnTo>
                  <a:lnTo>
                    <a:pt x="7340010" y="2712188"/>
                  </a:lnTo>
                  <a:lnTo>
                    <a:pt x="7340197" y="2711669"/>
                  </a:lnTo>
                  <a:lnTo>
                    <a:pt x="7340384" y="2711349"/>
                  </a:lnTo>
                  <a:lnTo>
                    <a:pt x="7340571" y="2711283"/>
                  </a:lnTo>
                  <a:lnTo>
                    <a:pt x="7340757" y="2711353"/>
                  </a:lnTo>
                  <a:lnTo>
                    <a:pt x="7340944" y="2711507"/>
                  </a:lnTo>
                  <a:lnTo>
                    <a:pt x="7341131" y="2711791"/>
                  </a:lnTo>
                  <a:lnTo>
                    <a:pt x="7341318" y="2712249"/>
                  </a:lnTo>
                  <a:lnTo>
                    <a:pt x="7341505" y="2712926"/>
                  </a:lnTo>
                  <a:lnTo>
                    <a:pt x="7341692" y="2713675"/>
                  </a:lnTo>
                  <a:lnTo>
                    <a:pt x="7341879" y="2714553"/>
                  </a:lnTo>
                  <a:lnTo>
                    <a:pt x="7342066" y="2715447"/>
                  </a:lnTo>
                  <a:lnTo>
                    <a:pt x="7342253" y="2716243"/>
                  </a:lnTo>
                  <a:lnTo>
                    <a:pt x="7342440" y="2717057"/>
                  </a:lnTo>
                  <a:lnTo>
                    <a:pt x="7342627" y="2718240"/>
                  </a:lnTo>
                  <a:lnTo>
                    <a:pt x="7342814" y="2719600"/>
                  </a:lnTo>
                  <a:lnTo>
                    <a:pt x="7343001" y="2721187"/>
                  </a:lnTo>
                  <a:lnTo>
                    <a:pt x="7343187" y="2722678"/>
                  </a:lnTo>
                  <a:lnTo>
                    <a:pt x="7343374" y="2723909"/>
                  </a:lnTo>
                  <a:lnTo>
                    <a:pt x="7343561" y="2724859"/>
                  </a:lnTo>
                  <a:lnTo>
                    <a:pt x="7343748" y="2725862"/>
                  </a:lnTo>
                  <a:lnTo>
                    <a:pt x="7343935" y="2727093"/>
                  </a:lnTo>
                  <a:lnTo>
                    <a:pt x="7344122" y="2728201"/>
                  </a:lnTo>
                  <a:lnTo>
                    <a:pt x="7344309" y="2729160"/>
                  </a:lnTo>
                  <a:lnTo>
                    <a:pt x="7344496" y="2730180"/>
                  </a:lnTo>
                  <a:lnTo>
                    <a:pt x="7344683" y="2731236"/>
                  </a:lnTo>
                  <a:lnTo>
                    <a:pt x="7344870" y="2732397"/>
                  </a:lnTo>
                  <a:lnTo>
                    <a:pt x="7345057" y="2733683"/>
                  </a:lnTo>
                  <a:lnTo>
                    <a:pt x="7345244" y="2734926"/>
                  </a:lnTo>
                  <a:lnTo>
                    <a:pt x="7345431" y="2735800"/>
                  </a:lnTo>
                  <a:lnTo>
                    <a:pt x="7345617" y="2736497"/>
                  </a:lnTo>
                  <a:lnTo>
                    <a:pt x="7345804" y="2736957"/>
                  </a:lnTo>
                  <a:lnTo>
                    <a:pt x="7345991" y="2737475"/>
                  </a:lnTo>
                  <a:lnTo>
                    <a:pt x="7346178" y="2738080"/>
                  </a:lnTo>
                  <a:lnTo>
                    <a:pt x="7346365" y="2738684"/>
                  </a:lnTo>
                  <a:lnTo>
                    <a:pt x="7346552" y="2739166"/>
                  </a:lnTo>
                  <a:lnTo>
                    <a:pt x="7346739" y="2739339"/>
                  </a:lnTo>
                  <a:lnTo>
                    <a:pt x="7346926" y="2739447"/>
                  </a:lnTo>
                  <a:lnTo>
                    <a:pt x="7347113" y="2739635"/>
                  </a:lnTo>
                  <a:lnTo>
                    <a:pt x="7347300" y="2739747"/>
                  </a:lnTo>
                  <a:lnTo>
                    <a:pt x="7347487" y="2739824"/>
                  </a:lnTo>
                  <a:lnTo>
                    <a:pt x="7347674" y="2739790"/>
                  </a:lnTo>
                  <a:lnTo>
                    <a:pt x="7347860" y="2739782"/>
                  </a:lnTo>
                  <a:lnTo>
                    <a:pt x="7348047" y="2739606"/>
                  </a:lnTo>
                  <a:lnTo>
                    <a:pt x="7348234" y="2739430"/>
                  </a:lnTo>
                  <a:lnTo>
                    <a:pt x="7348421" y="2739254"/>
                  </a:lnTo>
                  <a:lnTo>
                    <a:pt x="7348608" y="2739096"/>
                  </a:lnTo>
                  <a:lnTo>
                    <a:pt x="7348795" y="2739080"/>
                  </a:lnTo>
                  <a:lnTo>
                    <a:pt x="7348982" y="2739016"/>
                  </a:lnTo>
                  <a:lnTo>
                    <a:pt x="7349169" y="2738829"/>
                  </a:lnTo>
                  <a:lnTo>
                    <a:pt x="7349356" y="2738833"/>
                  </a:lnTo>
                  <a:lnTo>
                    <a:pt x="7349543" y="2738955"/>
                  </a:lnTo>
                  <a:lnTo>
                    <a:pt x="7349730" y="2739213"/>
                  </a:lnTo>
                  <a:lnTo>
                    <a:pt x="7349917" y="2739540"/>
                  </a:lnTo>
                  <a:lnTo>
                    <a:pt x="7350104" y="2739851"/>
                  </a:lnTo>
                  <a:lnTo>
                    <a:pt x="7350290" y="2740265"/>
                  </a:lnTo>
                  <a:lnTo>
                    <a:pt x="7350477" y="2740679"/>
                  </a:lnTo>
                  <a:lnTo>
                    <a:pt x="7350664" y="2741094"/>
                  </a:lnTo>
                  <a:lnTo>
                    <a:pt x="7350851" y="2741508"/>
                  </a:lnTo>
                  <a:lnTo>
                    <a:pt x="7351038" y="2741922"/>
                  </a:lnTo>
                  <a:lnTo>
                    <a:pt x="7351225" y="2742337"/>
                  </a:lnTo>
                  <a:lnTo>
                    <a:pt x="7351412" y="2742740"/>
                  </a:lnTo>
                  <a:lnTo>
                    <a:pt x="7351599" y="2742931"/>
                  </a:lnTo>
                  <a:lnTo>
                    <a:pt x="7351786" y="2743277"/>
                  </a:lnTo>
                  <a:lnTo>
                    <a:pt x="7351973" y="2743710"/>
                  </a:lnTo>
                  <a:lnTo>
                    <a:pt x="7352160" y="2743984"/>
                  </a:lnTo>
                  <a:lnTo>
                    <a:pt x="7352347" y="2744372"/>
                  </a:lnTo>
                  <a:lnTo>
                    <a:pt x="7352533" y="2744624"/>
                  </a:lnTo>
                  <a:lnTo>
                    <a:pt x="7352720" y="2744706"/>
                  </a:lnTo>
                  <a:lnTo>
                    <a:pt x="7352907" y="2744669"/>
                  </a:lnTo>
                  <a:lnTo>
                    <a:pt x="7353094" y="2744528"/>
                  </a:lnTo>
                  <a:lnTo>
                    <a:pt x="7353281" y="2744352"/>
                  </a:lnTo>
                  <a:lnTo>
                    <a:pt x="7353468" y="2744177"/>
                  </a:lnTo>
                  <a:lnTo>
                    <a:pt x="7353655" y="2744001"/>
                  </a:lnTo>
                  <a:lnTo>
                    <a:pt x="7353842" y="2743825"/>
                  </a:lnTo>
                  <a:lnTo>
                    <a:pt x="7354029" y="2743649"/>
                  </a:lnTo>
                  <a:lnTo>
                    <a:pt x="7354216" y="2743473"/>
                  </a:lnTo>
                  <a:lnTo>
                    <a:pt x="7354403" y="2743297"/>
                  </a:lnTo>
                  <a:lnTo>
                    <a:pt x="7354590" y="2743095"/>
                  </a:lnTo>
                  <a:lnTo>
                    <a:pt x="7354777" y="2742721"/>
                  </a:lnTo>
                  <a:lnTo>
                    <a:pt x="7354963" y="2742388"/>
                  </a:lnTo>
                  <a:lnTo>
                    <a:pt x="7355150" y="2742183"/>
                  </a:lnTo>
                  <a:lnTo>
                    <a:pt x="7355337" y="2742048"/>
                  </a:lnTo>
                  <a:lnTo>
                    <a:pt x="7355524" y="2741984"/>
                  </a:lnTo>
                  <a:lnTo>
                    <a:pt x="7355711" y="2741907"/>
                  </a:lnTo>
                  <a:lnTo>
                    <a:pt x="7355898" y="2741971"/>
                  </a:lnTo>
                  <a:lnTo>
                    <a:pt x="7356085" y="2742070"/>
                  </a:lnTo>
                  <a:lnTo>
                    <a:pt x="7356272" y="2742028"/>
                  </a:lnTo>
                  <a:lnTo>
                    <a:pt x="7356459" y="2741855"/>
                  </a:lnTo>
                  <a:lnTo>
                    <a:pt x="7356646" y="2741523"/>
                  </a:lnTo>
                  <a:lnTo>
                    <a:pt x="7356833" y="2740998"/>
                  </a:lnTo>
                  <a:lnTo>
                    <a:pt x="7357020" y="2740393"/>
                  </a:lnTo>
                  <a:lnTo>
                    <a:pt x="7357207" y="2739919"/>
                  </a:lnTo>
                  <a:lnTo>
                    <a:pt x="7357393" y="2739421"/>
                  </a:lnTo>
                  <a:lnTo>
                    <a:pt x="7357580" y="2738915"/>
                  </a:lnTo>
                  <a:lnTo>
                    <a:pt x="7357767" y="2738227"/>
                  </a:lnTo>
                  <a:lnTo>
                    <a:pt x="7357954" y="2737397"/>
                  </a:lnTo>
                  <a:lnTo>
                    <a:pt x="7358141" y="2736443"/>
                  </a:lnTo>
                  <a:lnTo>
                    <a:pt x="7358328" y="2735345"/>
                  </a:lnTo>
                  <a:lnTo>
                    <a:pt x="7358515" y="2734548"/>
                  </a:lnTo>
                  <a:lnTo>
                    <a:pt x="7358702" y="2733667"/>
                  </a:lnTo>
                  <a:lnTo>
                    <a:pt x="7358889" y="2732910"/>
                  </a:lnTo>
                  <a:lnTo>
                    <a:pt x="7359076" y="2732268"/>
                  </a:lnTo>
                  <a:lnTo>
                    <a:pt x="7359263" y="2731683"/>
                  </a:lnTo>
                  <a:lnTo>
                    <a:pt x="7359450" y="2731135"/>
                  </a:lnTo>
                  <a:lnTo>
                    <a:pt x="7359636" y="2730772"/>
                  </a:lnTo>
                  <a:lnTo>
                    <a:pt x="7359823" y="2730406"/>
                  </a:lnTo>
                  <a:lnTo>
                    <a:pt x="7360010" y="2730116"/>
                  </a:lnTo>
                  <a:lnTo>
                    <a:pt x="7360197" y="2729792"/>
                  </a:lnTo>
                  <a:lnTo>
                    <a:pt x="7360384" y="2729328"/>
                  </a:lnTo>
                  <a:lnTo>
                    <a:pt x="7360571" y="2729020"/>
                  </a:lnTo>
                  <a:lnTo>
                    <a:pt x="7360758" y="2728912"/>
                  </a:lnTo>
                  <a:lnTo>
                    <a:pt x="7360945" y="2729093"/>
                  </a:lnTo>
                  <a:lnTo>
                    <a:pt x="7361132" y="2729441"/>
                  </a:lnTo>
                  <a:lnTo>
                    <a:pt x="7361319" y="2729547"/>
                  </a:lnTo>
                  <a:lnTo>
                    <a:pt x="7361506" y="2729608"/>
                  </a:lnTo>
                  <a:lnTo>
                    <a:pt x="7361693" y="2729459"/>
                  </a:lnTo>
                  <a:lnTo>
                    <a:pt x="7361880" y="2729311"/>
                  </a:lnTo>
                  <a:lnTo>
                    <a:pt x="7362066" y="2729221"/>
                  </a:lnTo>
                  <a:lnTo>
                    <a:pt x="7362253" y="2729393"/>
                  </a:lnTo>
                  <a:lnTo>
                    <a:pt x="7362440" y="2729679"/>
                  </a:lnTo>
                  <a:lnTo>
                    <a:pt x="7362627" y="2730086"/>
                  </a:lnTo>
                  <a:lnTo>
                    <a:pt x="7362814" y="2730492"/>
                  </a:lnTo>
                  <a:lnTo>
                    <a:pt x="7363001" y="2731003"/>
                  </a:lnTo>
                  <a:lnTo>
                    <a:pt x="7363188" y="2731575"/>
                  </a:lnTo>
                  <a:lnTo>
                    <a:pt x="7363375" y="2732145"/>
                  </a:lnTo>
                  <a:lnTo>
                    <a:pt x="7363562" y="2732530"/>
                  </a:lnTo>
                  <a:lnTo>
                    <a:pt x="7363749" y="2732862"/>
                  </a:lnTo>
                  <a:lnTo>
                    <a:pt x="7363936" y="2733263"/>
                  </a:lnTo>
                  <a:lnTo>
                    <a:pt x="7364123" y="2733728"/>
                  </a:lnTo>
                  <a:lnTo>
                    <a:pt x="7364310" y="2734305"/>
                  </a:lnTo>
                  <a:lnTo>
                    <a:pt x="7364496" y="2735060"/>
                  </a:lnTo>
                  <a:lnTo>
                    <a:pt x="7364683" y="2735764"/>
                  </a:lnTo>
                  <a:lnTo>
                    <a:pt x="7364870" y="2736634"/>
                  </a:lnTo>
                  <a:lnTo>
                    <a:pt x="7365057" y="2737337"/>
                  </a:lnTo>
                  <a:lnTo>
                    <a:pt x="7365244" y="2738041"/>
                  </a:lnTo>
                  <a:lnTo>
                    <a:pt x="7365431" y="2738737"/>
                  </a:lnTo>
                  <a:lnTo>
                    <a:pt x="7365618" y="2739487"/>
                  </a:lnTo>
                  <a:lnTo>
                    <a:pt x="7365805" y="2740334"/>
                  </a:lnTo>
                  <a:lnTo>
                    <a:pt x="7365992" y="2740953"/>
                  </a:lnTo>
                  <a:lnTo>
                    <a:pt x="7366179" y="2741579"/>
                  </a:lnTo>
                  <a:lnTo>
                    <a:pt x="7366366" y="2742261"/>
                  </a:lnTo>
                  <a:lnTo>
                    <a:pt x="7366553" y="2742708"/>
                  </a:lnTo>
                  <a:lnTo>
                    <a:pt x="7366739" y="2743218"/>
                  </a:lnTo>
                  <a:lnTo>
                    <a:pt x="7366926" y="2743820"/>
                  </a:lnTo>
                  <a:lnTo>
                    <a:pt x="7367113" y="2744444"/>
                  </a:lnTo>
                  <a:lnTo>
                    <a:pt x="7367300" y="2744956"/>
                  </a:lnTo>
                  <a:lnTo>
                    <a:pt x="7367487" y="2745415"/>
                  </a:lnTo>
                  <a:lnTo>
                    <a:pt x="7367674" y="2745761"/>
                  </a:lnTo>
                  <a:lnTo>
                    <a:pt x="7367861" y="2746106"/>
                  </a:lnTo>
                  <a:lnTo>
                    <a:pt x="7368048" y="2746452"/>
                  </a:lnTo>
                  <a:lnTo>
                    <a:pt x="7368235" y="2746798"/>
                  </a:lnTo>
                  <a:lnTo>
                    <a:pt x="7368422" y="2747000"/>
                  </a:lnTo>
                  <a:lnTo>
                    <a:pt x="7368609" y="2746937"/>
                  </a:lnTo>
                  <a:lnTo>
                    <a:pt x="7368796" y="2747178"/>
                  </a:lnTo>
                  <a:lnTo>
                    <a:pt x="7368983" y="2747505"/>
                  </a:lnTo>
                  <a:lnTo>
                    <a:pt x="7369169" y="2747550"/>
                  </a:lnTo>
                  <a:lnTo>
                    <a:pt x="7369356" y="2747566"/>
                  </a:lnTo>
                  <a:lnTo>
                    <a:pt x="7369543" y="2747625"/>
                  </a:lnTo>
                  <a:lnTo>
                    <a:pt x="7369730" y="2747603"/>
                  </a:lnTo>
                  <a:lnTo>
                    <a:pt x="7369917" y="2747823"/>
                  </a:lnTo>
                  <a:lnTo>
                    <a:pt x="7370104" y="2748045"/>
                  </a:lnTo>
                  <a:lnTo>
                    <a:pt x="7370291" y="2748383"/>
                  </a:lnTo>
                  <a:lnTo>
                    <a:pt x="7370478" y="2748850"/>
                  </a:lnTo>
                  <a:lnTo>
                    <a:pt x="7370665" y="2749361"/>
                  </a:lnTo>
                  <a:lnTo>
                    <a:pt x="7370852" y="2749767"/>
                  </a:lnTo>
                  <a:lnTo>
                    <a:pt x="7371039" y="2750393"/>
                  </a:lnTo>
                  <a:lnTo>
                    <a:pt x="7371226" y="2751082"/>
                  </a:lnTo>
                  <a:lnTo>
                    <a:pt x="7371412" y="2751835"/>
                  </a:lnTo>
                  <a:lnTo>
                    <a:pt x="7371599" y="2752538"/>
                  </a:lnTo>
                  <a:lnTo>
                    <a:pt x="7371786" y="2753217"/>
                  </a:lnTo>
                  <a:lnTo>
                    <a:pt x="7371973" y="2754231"/>
                  </a:lnTo>
                  <a:lnTo>
                    <a:pt x="7372160" y="2755179"/>
                  </a:lnTo>
                  <a:lnTo>
                    <a:pt x="7372347" y="2756245"/>
                  </a:lnTo>
                  <a:lnTo>
                    <a:pt x="7372534" y="2757295"/>
                  </a:lnTo>
                  <a:lnTo>
                    <a:pt x="7372721" y="2758140"/>
                  </a:lnTo>
                  <a:lnTo>
                    <a:pt x="7372908" y="2758939"/>
                  </a:lnTo>
                  <a:lnTo>
                    <a:pt x="7373095" y="2759659"/>
                  </a:lnTo>
                  <a:lnTo>
                    <a:pt x="7373282" y="2760227"/>
                  </a:lnTo>
                  <a:lnTo>
                    <a:pt x="7373469" y="2760868"/>
                  </a:lnTo>
                  <a:lnTo>
                    <a:pt x="7373656" y="2761418"/>
                  </a:lnTo>
                  <a:lnTo>
                    <a:pt x="7373842" y="2761930"/>
                  </a:lnTo>
                  <a:lnTo>
                    <a:pt x="7374029" y="2762283"/>
                  </a:lnTo>
                  <a:lnTo>
                    <a:pt x="7374216" y="2762678"/>
                  </a:lnTo>
                  <a:lnTo>
                    <a:pt x="7374403" y="2762909"/>
                  </a:lnTo>
                  <a:lnTo>
                    <a:pt x="7374590" y="2762867"/>
                  </a:lnTo>
                  <a:lnTo>
                    <a:pt x="7374777" y="2762559"/>
                  </a:lnTo>
                  <a:lnTo>
                    <a:pt x="7374964" y="2762306"/>
                  </a:lnTo>
                  <a:lnTo>
                    <a:pt x="7375151" y="2761870"/>
                  </a:lnTo>
                  <a:lnTo>
                    <a:pt x="7375338" y="2761289"/>
                  </a:lnTo>
                  <a:lnTo>
                    <a:pt x="7375525" y="2760739"/>
                  </a:lnTo>
                  <a:lnTo>
                    <a:pt x="7375712" y="2760318"/>
                  </a:lnTo>
                  <a:lnTo>
                    <a:pt x="7375899" y="2760049"/>
                  </a:lnTo>
                  <a:lnTo>
                    <a:pt x="7376086" y="2759950"/>
                  </a:lnTo>
                  <a:lnTo>
                    <a:pt x="7376272" y="2759919"/>
                  </a:lnTo>
                  <a:lnTo>
                    <a:pt x="7376459" y="2760075"/>
                  </a:lnTo>
                  <a:lnTo>
                    <a:pt x="7376646" y="2760402"/>
                  </a:lnTo>
                  <a:lnTo>
                    <a:pt x="7376833" y="2760768"/>
                  </a:lnTo>
                  <a:lnTo>
                    <a:pt x="7377020" y="2761313"/>
                  </a:lnTo>
                  <a:lnTo>
                    <a:pt x="7377207" y="2761996"/>
                  </a:lnTo>
                  <a:lnTo>
                    <a:pt x="7377394" y="2762800"/>
                  </a:lnTo>
                  <a:lnTo>
                    <a:pt x="7377581" y="2763592"/>
                  </a:lnTo>
                  <a:lnTo>
                    <a:pt x="7377768" y="2764038"/>
                  </a:lnTo>
                  <a:lnTo>
                    <a:pt x="7377955" y="2764146"/>
                  </a:lnTo>
                  <a:lnTo>
                    <a:pt x="7378142" y="2764411"/>
                  </a:lnTo>
                  <a:lnTo>
                    <a:pt x="7378329" y="2764463"/>
                  </a:lnTo>
                  <a:lnTo>
                    <a:pt x="7378515" y="2764356"/>
                  </a:lnTo>
                  <a:lnTo>
                    <a:pt x="7378702" y="2764196"/>
                  </a:lnTo>
                  <a:lnTo>
                    <a:pt x="7378889" y="2763806"/>
                  </a:lnTo>
                  <a:lnTo>
                    <a:pt x="7379076" y="2763276"/>
                  </a:lnTo>
                  <a:lnTo>
                    <a:pt x="7379263" y="2762563"/>
                  </a:lnTo>
                  <a:lnTo>
                    <a:pt x="7379450" y="2761646"/>
                  </a:lnTo>
                  <a:lnTo>
                    <a:pt x="7379637" y="2760774"/>
                  </a:lnTo>
                  <a:lnTo>
                    <a:pt x="7379824" y="2759688"/>
                  </a:lnTo>
                  <a:lnTo>
                    <a:pt x="7380011" y="2758548"/>
                  </a:lnTo>
                  <a:lnTo>
                    <a:pt x="7380198" y="2757242"/>
                  </a:lnTo>
                  <a:lnTo>
                    <a:pt x="7380385" y="2755917"/>
                  </a:lnTo>
                  <a:lnTo>
                    <a:pt x="7380572" y="2754697"/>
                  </a:lnTo>
                  <a:lnTo>
                    <a:pt x="7380759" y="2753906"/>
                  </a:lnTo>
                  <a:lnTo>
                    <a:pt x="7380945" y="2753216"/>
                  </a:lnTo>
                  <a:lnTo>
                    <a:pt x="7381132" y="2752480"/>
                  </a:lnTo>
                  <a:lnTo>
                    <a:pt x="7381319" y="2751561"/>
                  </a:lnTo>
                  <a:lnTo>
                    <a:pt x="7381506" y="2750602"/>
                  </a:lnTo>
                  <a:lnTo>
                    <a:pt x="7381693" y="2749534"/>
                  </a:lnTo>
                  <a:lnTo>
                    <a:pt x="7381880" y="2748538"/>
                  </a:lnTo>
                  <a:lnTo>
                    <a:pt x="7382067" y="2747671"/>
                  </a:lnTo>
                  <a:lnTo>
                    <a:pt x="7382254" y="2746578"/>
                  </a:lnTo>
                  <a:lnTo>
                    <a:pt x="7382441" y="2745200"/>
                  </a:lnTo>
                  <a:lnTo>
                    <a:pt x="7382628" y="2743692"/>
                  </a:lnTo>
                  <a:lnTo>
                    <a:pt x="7382815" y="2742163"/>
                  </a:lnTo>
                  <a:lnTo>
                    <a:pt x="7383002" y="2740355"/>
                  </a:lnTo>
                  <a:lnTo>
                    <a:pt x="7383189" y="2738352"/>
                  </a:lnTo>
                  <a:lnTo>
                    <a:pt x="7383375" y="2736273"/>
                  </a:lnTo>
                  <a:lnTo>
                    <a:pt x="7383562" y="2734083"/>
                  </a:lnTo>
                  <a:lnTo>
                    <a:pt x="7383749" y="2732175"/>
                  </a:lnTo>
                  <a:lnTo>
                    <a:pt x="7383936" y="2730428"/>
                  </a:lnTo>
                  <a:lnTo>
                    <a:pt x="7384123" y="2728718"/>
                  </a:lnTo>
                  <a:lnTo>
                    <a:pt x="7384310" y="2727234"/>
                  </a:lnTo>
                  <a:lnTo>
                    <a:pt x="7384497" y="2725408"/>
                  </a:lnTo>
                  <a:lnTo>
                    <a:pt x="7384684" y="2723715"/>
                  </a:lnTo>
                  <a:lnTo>
                    <a:pt x="7384871" y="2722128"/>
                  </a:lnTo>
                  <a:lnTo>
                    <a:pt x="7385058" y="2720442"/>
                  </a:lnTo>
                  <a:lnTo>
                    <a:pt x="7385245" y="2718664"/>
                  </a:lnTo>
                  <a:lnTo>
                    <a:pt x="7385432" y="2717280"/>
                  </a:lnTo>
                  <a:lnTo>
                    <a:pt x="7385618" y="2716140"/>
                  </a:lnTo>
                  <a:lnTo>
                    <a:pt x="7385805" y="2715420"/>
                  </a:lnTo>
                  <a:lnTo>
                    <a:pt x="7385992" y="2714688"/>
                  </a:lnTo>
                  <a:lnTo>
                    <a:pt x="7386179" y="2714009"/>
                  </a:lnTo>
                  <a:lnTo>
                    <a:pt x="7386366" y="2713123"/>
                  </a:lnTo>
                  <a:lnTo>
                    <a:pt x="7386553" y="2711839"/>
                  </a:lnTo>
                  <a:lnTo>
                    <a:pt x="7386740" y="2710679"/>
                  </a:lnTo>
                  <a:lnTo>
                    <a:pt x="7386927" y="2709383"/>
                  </a:lnTo>
                  <a:lnTo>
                    <a:pt x="7387114" y="2707922"/>
                  </a:lnTo>
                  <a:lnTo>
                    <a:pt x="7387301" y="2706747"/>
                  </a:lnTo>
                  <a:lnTo>
                    <a:pt x="7387488" y="2705541"/>
                  </a:lnTo>
                  <a:lnTo>
                    <a:pt x="7387675" y="2704403"/>
                  </a:lnTo>
                  <a:lnTo>
                    <a:pt x="7387862" y="2703670"/>
                  </a:lnTo>
                  <a:lnTo>
                    <a:pt x="7388048" y="2703109"/>
                  </a:lnTo>
                  <a:lnTo>
                    <a:pt x="7388235" y="2702382"/>
                  </a:lnTo>
                  <a:lnTo>
                    <a:pt x="7388422" y="2701640"/>
                  </a:lnTo>
                  <a:lnTo>
                    <a:pt x="7388609" y="2701049"/>
                  </a:lnTo>
                  <a:lnTo>
                    <a:pt x="7388796" y="2700635"/>
                  </a:lnTo>
                  <a:lnTo>
                    <a:pt x="7388983" y="2700216"/>
                  </a:lnTo>
                  <a:lnTo>
                    <a:pt x="7389170" y="2699777"/>
                  </a:lnTo>
                  <a:lnTo>
                    <a:pt x="7389357" y="2699445"/>
                  </a:lnTo>
                  <a:lnTo>
                    <a:pt x="7389544" y="2699170"/>
                  </a:lnTo>
                  <a:lnTo>
                    <a:pt x="7389731" y="2698771"/>
                  </a:lnTo>
                  <a:lnTo>
                    <a:pt x="7389918" y="2698528"/>
                  </a:lnTo>
                  <a:lnTo>
                    <a:pt x="7390105" y="2698311"/>
                  </a:lnTo>
                  <a:lnTo>
                    <a:pt x="7390291" y="2698071"/>
                  </a:lnTo>
                  <a:lnTo>
                    <a:pt x="7390478" y="2697942"/>
                  </a:lnTo>
                  <a:lnTo>
                    <a:pt x="7390665" y="2697829"/>
                  </a:lnTo>
                  <a:lnTo>
                    <a:pt x="7390852" y="2697731"/>
                  </a:lnTo>
                  <a:lnTo>
                    <a:pt x="7391039" y="2697769"/>
                  </a:lnTo>
                  <a:lnTo>
                    <a:pt x="7391226" y="2697842"/>
                  </a:lnTo>
                  <a:lnTo>
                    <a:pt x="7391413" y="2697957"/>
                  </a:lnTo>
                  <a:lnTo>
                    <a:pt x="7391600" y="2697951"/>
                  </a:lnTo>
                  <a:lnTo>
                    <a:pt x="7391787" y="2697881"/>
                  </a:lnTo>
                  <a:lnTo>
                    <a:pt x="7391974" y="2697960"/>
                  </a:lnTo>
                  <a:lnTo>
                    <a:pt x="7392161" y="2697858"/>
                  </a:lnTo>
                  <a:lnTo>
                    <a:pt x="7392348" y="2697891"/>
                  </a:lnTo>
                  <a:lnTo>
                    <a:pt x="7392535" y="2698040"/>
                  </a:lnTo>
                  <a:lnTo>
                    <a:pt x="7392721" y="2697892"/>
                  </a:lnTo>
                  <a:lnTo>
                    <a:pt x="7392908" y="2697395"/>
                  </a:lnTo>
                  <a:lnTo>
                    <a:pt x="7393095" y="2696740"/>
                  </a:lnTo>
                  <a:lnTo>
                    <a:pt x="7393282" y="2695775"/>
                  </a:lnTo>
                  <a:lnTo>
                    <a:pt x="7393469" y="2694574"/>
                  </a:lnTo>
                  <a:lnTo>
                    <a:pt x="7393656" y="2693735"/>
                  </a:lnTo>
                  <a:lnTo>
                    <a:pt x="7393843" y="2693161"/>
                  </a:lnTo>
                  <a:lnTo>
                    <a:pt x="7394030" y="2692854"/>
                  </a:lnTo>
                  <a:lnTo>
                    <a:pt x="7394217" y="2692799"/>
                  </a:lnTo>
                  <a:lnTo>
                    <a:pt x="7394404" y="2692892"/>
                  </a:lnTo>
                  <a:lnTo>
                    <a:pt x="7394591" y="2692925"/>
                  </a:lnTo>
                  <a:lnTo>
                    <a:pt x="7394778" y="2693077"/>
                  </a:lnTo>
                  <a:lnTo>
                    <a:pt x="7394965" y="2693106"/>
                  </a:lnTo>
                  <a:lnTo>
                    <a:pt x="7395151" y="2693113"/>
                  </a:lnTo>
                  <a:lnTo>
                    <a:pt x="7395338" y="2693051"/>
                  </a:lnTo>
                  <a:lnTo>
                    <a:pt x="7395525" y="2693146"/>
                  </a:lnTo>
                  <a:lnTo>
                    <a:pt x="7395712" y="2693537"/>
                  </a:lnTo>
                  <a:lnTo>
                    <a:pt x="7395899" y="2693954"/>
                  </a:lnTo>
                  <a:lnTo>
                    <a:pt x="7396086" y="2694546"/>
                  </a:lnTo>
                  <a:lnTo>
                    <a:pt x="7396273" y="2695170"/>
                  </a:lnTo>
                  <a:lnTo>
                    <a:pt x="7396460" y="2695608"/>
                  </a:lnTo>
                  <a:lnTo>
                    <a:pt x="7396647" y="2695676"/>
                  </a:lnTo>
                  <a:lnTo>
                    <a:pt x="7396834" y="2695655"/>
                  </a:lnTo>
                  <a:lnTo>
                    <a:pt x="7397021" y="2695172"/>
                  </a:lnTo>
                  <a:lnTo>
                    <a:pt x="7397208" y="2694580"/>
                  </a:lnTo>
                  <a:lnTo>
                    <a:pt x="7397394" y="2693753"/>
                  </a:lnTo>
                  <a:lnTo>
                    <a:pt x="7397581" y="2692963"/>
                  </a:lnTo>
                  <a:lnTo>
                    <a:pt x="7397768" y="2692683"/>
                  </a:lnTo>
                  <a:lnTo>
                    <a:pt x="7397955" y="2692290"/>
                  </a:lnTo>
                  <a:lnTo>
                    <a:pt x="7398142" y="2691868"/>
                  </a:lnTo>
                  <a:lnTo>
                    <a:pt x="7398329" y="2691327"/>
                  </a:lnTo>
                  <a:lnTo>
                    <a:pt x="7398516" y="2690562"/>
                  </a:lnTo>
                  <a:lnTo>
                    <a:pt x="7398703" y="2690002"/>
                  </a:lnTo>
                  <a:lnTo>
                    <a:pt x="7398890" y="2689365"/>
                  </a:lnTo>
                  <a:lnTo>
                    <a:pt x="7399077" y="2688932"/>
                  </a:lnTo>
                  <a:lnTo>
                    <a:pt x="7399264" y="2688585"/>
                  </a:lnTo>
                  <a:lnTo>
                    <a:pt x="7399451" y="2688321"/>
                  </a:lnTo>
                  <a:lnTo>
                    <a:pt x="7399638" y="2687910"/>
                  </a:lnTo>
                  <a:lnTo>
                    <a:pt x="7399824" y="2687603"/>
                  </a:lnTo>
                  <a:lnTo>
                    <a:pt x="7400011" y="2687245"/>
                  </a:lnTo>
                  <a:lnTo>
                    <a:pt x="7400198" y="2687072"/>
                  </a:lnTo>
                  <a:lnTo>
                    <a:pt x="7400385" y="2686834"/>
                  </a:lnTo>
                  <a:lnTo>
                    <a:pt x="7400572" y="2686261"/>
                  </a:lnTo>
                  <a:lnTo>
                    <a:pt x="7400759" y="2685527"/>
                  </a:lnTo>
                  <a:lnTo>
                    <a:pt x="7400946" y="2685006"/>
                  </a:lnTo>
                  <a:lnTo>
                    <a:pt x="7401133" y="2684729"/>
                  </a:lnTo>
                  <a:lnTo>
                    <a:pt x="7401320" y="2684424"/>
                  </a:lnTo>
                  <a:lnTo>
                    <a:pt x="7401507" y="2683993"/>
                  </a:lnTo>
                  <a:lnTo>
                    <a:pt x="7401694" y="2683451"/>
                  </a:lnTo>
                  <a:lnTo>
                    <a:pt x="7401881" y="2682773"/>
                  </a:lnTo>
                  <a:lnTo>
                    <a:pt x="7402068" y="2682208"/>
                  </a:lnTo>
                  <a:lnTo>
                    <a:pt x="7402254" y="2681799"/>
                  </a:lnTo>
                  <a:lnTo>
                    <a:pt x="7402441" y="2681422"/>
                  </a:lnTo>
                  <a:lnTo>
                    <a:pt x="7402628" y="2681110"/>
                  </a:lnTo>
                  <a:lnTo>
                    <a:pt x="7402815" y="2680777"/>
                  </a:lnTo>
                  <a:lnTo>
                    <a:pt x="7403002" y="2680489"/>
                  </a:lnTo>
                  <a:lnTo>
                    <a:pt x="7403189" y="2680260"/>
                  </a:lnTo>
                  <a:lnTo>
                    <a:pt x="7403376" y="2680349"/>
                  </a:lnTo>
                  <a:lnTo>
                    <a:pt x="7403563" y="2680546"/>
                  </a:lnTo>
                  <a:lnTo>
                    <a:pt x="7403750" y="2680753"/>
                  </a:lnTo>
                  <a:lnTo>
                    <a:pt x="7403937" y="2681216"/>
                  </a:lnTo>
                  <a:lnTo>
                    <a:pt x="7404124" y="2681687"/>
                  </a:lnTo>
                  <a:lnTo>
                    <a:pt x="7404311" y="2682180"/>
                  </a:lnTo>
                  <a:lnTo>
                    <a:pt x="7404497" y="2682711"/>
                  </a:lnTo>
                  <a:lnTo>
                    <a:pt x="7404684" y="2683352"/>
                  </a:lnTo>
                  <a:lnTo>
                    <a:pt x="7404871" y="2683984"/>
                  </a:lnTo>
                  <a:lnTo>
                    <a:pt x="7405058" y="2684511"/>
                  </a:lnTo>
                  <a:lnTo>
                    <a:pt x="7405245" y="2685128"/>
                  </a:lnTo>
                  <a:lnTo>
                    <a:pt x="7405432" y="2685695"/>
                  </a:lnTo>
                  <a:lnTo>
                    <a:pt x="7405619" y="2686263"/>
                  </a:lnTo>
                  <a:lnTo>
                    <a:pt x="7405806" y="2686922"/>
                  </a:lnTo>
                  <a:lnTo>
                    <a:pt x="7405993" y="2687664"/>
                  </a:lnTo>
                  <a:lnTo>
                    <a:pt x="7406180" y="2688260"/>
                  </a:lnTo>
                  <a:lnTo>
                    <a:pt x="7406367" y="2688722"/>
                  </a:lnTo>
                  <a:lnTo>
                    <a:pt x="7406554" y="2689500"/>
                  </a:lnTo>
                  <a:lnTo>
                    <a:pt x="7406741" y="2690335"/>
                  </a:lnTo>
                  <a:lnTo>
                    <a:pt x="7406927" y="2691068"/>
                  </a:lnTo>
                  <a:lnTo>
                    <a:pt x="7407114" y="2691891"/>
                  </a:lnTo>
                  <a:lnTo>
                    <a:pt x="7407301" y="2692697"/>
                  </a:lnTo>
                  <a:lnTo>
                    <a:pt x="7407488" y="2693222"/>
                  </a:lnTo>
                  <a:lnTo>
                    <a:pt x="7407675" y="2693704"/>
                  </a:lnTo>
                  <a:lnTo>
                    <a:pt x="7407862" y="2694157"/>
                  </a:lnTo>
                  <a:lnTo>
                    <a:pt x="7408049" y="2694363"/>
                  </a:lnTo>
                  <a:lnTo>
                    <a:pt x="7408236" y="2694658"/>
                  </a:lnTo>
                  <a:lnTo>
                    <a:pt x="7408423" y="2694758"/>
                  </a:lnTo>
                  <a:lnTo>
                    <a:pt x="7408610" y="2694725"/>
                  </a:lnTo>
                  <a:lnTo>
                    <a:pt x="7408797" y="2694533"/>
                  </a:lnTo>
                  <a:lnTo>
                    <a:pt x="7408984" y="2694219"/>
                  </a:lnTo>
                  <a:lnTo>
                    <a:pt x="7409170" y="2693912"/>
                  </a:lnTo>
                  <a:lnTo>
                    <a:pt x="7409357" y="2693347"/>
                  </a:lnTo>
                  <a:lnTo>
                    <a:pt x="7409544" y="2692654"/>
                  </a:lnTo>
                  <a:lnTo>
                    <a:pt x="7409731" y="2692041"/>
                  </a:lnTo>
                  <a:lnTo>
                    <a:pt x="7409918" y="2691610"/>
                  </a:lnTo>
                  <a:lnTo>
                    <a:pt x="7410105" y="2691013"/>
                  </a:lnTo>
                  <a:lnTo>
                    <a:pt x="7410292" y="2690484"/>
                  </a:lnTo>
                  <a:lnTo>
                    <a:pt x="7410479" y="2689922"/>
                  </a:lnTo>
                  <a:lnTo>
                    <a:pt x="7410666" y="2689554"/>
                  </a:lnTo>
                  <a:lnTo>
                    <a:pt x="7410853" y="2689199"/>
                  </a:lnTo>
                  <a:lnTo>
                    <a:pt x="7411040" y="2689041"/>
                  </a:lnTo>
                  <a:lnTo>
                    <a:pt x="7411227" y="2688822"/>
                  </a:lnTo>
                  <a:lnTo>
                    <a:pt x="7411414" y="2688831"/>
                  </a:lnTo>
                  <a:lnTo>
                    <a:pt x="7411600" y="2688798"/>
                  </a:lnTo>
                  <a:lnTo>
                    <a:pt x="7411787" y="2688894"/>
                  </a:lnTo>
                  <a:lnTo>
                    <a:pt x="7411974" y="2689122"/>
                  </a:lnTo>
                  <a:lnTo>
                    <a:pt x="7412161" y="2689555"/>
                  </a:lnTo>
                  <a:lnTo>
                    <a:pt x="7412348" y="2690045"/>
                  </a:lnTo>
                  <a:lnTo>
                    <a:pt x="7412535" y="2690608"/>
                  </a:lnTo>
                  <a:lnTo>
                    <a:pt x="7412722" y="2691285"/>
                  </a:lnTo>
                  <a:lnTo>
                    <a:pt x="7412909" y="2691834"/>
                  </a:lnTo>
                  <a:lnTo>
                    <a:pt x="7413096" y="2692412"/>
                  </a:lnTo>
                  <a:lnTo>
                    <a:pt x="7413283" y="2692872"/>
                  </a:lnTo>
                  <a:lnTo>
                    <a:pt x="7413470" y="2693247"/>
                  </a:lnTo>
                  <a:lnTo>
                    <a:pt x="7413657" y="2693723"/>
                  </a:lnTo>
                  <a:lnTo>
                    <a:pt x="7413844" y="2694224"/>
                  </a:lnTo>
                  <a:lnTo>
                    <a:pt x="7414030" y="2694515"/>
                  </a:lnTo>
                  <a:lnTo>
                    <a:pt x="7414217" y="2694894"/>
                  </a:lnTo>
                  <a:lnTo>
                    <a:pt x="7414404" y="2694968"/>
                  </a:lnTo>
                  <a:lnTo>
                    <a:pt x="7414591" y="2694590"/>
                  </a:lnTo>
                  <a:lnTo>
                    <a:pt x="7414778" y="2693411"/>
                  </a:lnTo>
                  <a:lnTo>
                    <a:pt x="7414965" y="2691629"/>
                  </a:lnTo>
                  <a:lnTo>
                    <a:pt x="7415152" y="2689681"/>
                  </a:lnTo>
                  <a:lnTo>
                    <a:pt x="7415339" y="2687709"/>
                  </a:lnTo>
                  <a:lnTo>
                    <a:pt x="7415526" y="2685596"/>
                  </a:lnTo>
                  <a:lnTo>
                    <a:pt x="7415713" y="2683569"/>
                  </a:lnTo>
                  <a:lnTo>
                    <a:pt x="7415900" y="2681611"/>
                  </a:lnTo>
                  <a:lnTo>
                    <a:pt x="7416087" y="2679612"/>
                  </a:lnTo>
                  <a:lnTo>
                    <a:pt x="7416273" y="2677509"/>
                  </a:lnTo>
                  <a:lnTo>
                    <a:pt x="7416460" y="2675196"/>
                  </a:lnTo>
                  <a:lnTo>
                    <a:pt x="7416647" y="2672774"/>
                  </a:lnTo>
                  <a:lnTo>
                    <a:pt x="7416834" y="2670479"/>
                  </a:lnTo>
                  <a:lnTo>
                    <a:pt x="7417021" y="2668060"/>
                  </a:lnTo>
                  <a:lnTo>
                    <a:pt x="7417208" y="2665918"/>
                  </a:lnTo>
                  <a:lnTo>
                    <a:pt x="7417395" y="2664021"/>
                  </a:lnTo>
                  <a:lnTo>
                    <a:pt x="7417582" y="2662638"/>
                  </a:lnTo>
                  <a:lnTo>
                    <a:pt x="7417769" y="2661517"/>
                  </a:lnTo>
                  <a:lnTo>
                    <a:pt x="7417956" y="2660571"/>
                  </a:lnTo>
                  <a:lnTo>
                    <a:pt x="7418143" y="2659613"/>
                  </a:lnTo>
                  <a:lnTo>
                    <a:pt x="7418330" y="2658637"/>
                  </a:lnTo>
                  <a:lnTo>
                    <a:pt x="7418517" y="2657623"/>
                  </a:lnTo>
                  <a:lnTo>
                    <a:pt x="7418703" y="2656820"/>
                  </a:lnTo>
                  <a:lnTo>
                    <a:pt x="7418890" y="2655805"/>
                  </a:lnTo>
                  <a:lnTo>
                    <a:pt x="7419077" y="2655034"/>
                  </a:lnTo>
                  <a:lnTo>
                    <a:pt x="7419264" y="2654538"/>
                  </a:lnTo>
                  <a:lnTo>
                    <a:pt x="7419451" y="2654307"/>
                  </a:lnTo>
                  <a:lnTo>
                    <a:pt x="7419638" y="2654408"/>
                  </a:lnTo>
                  <a:lnTo>
                    <a:pt x="7419825" y="2654755"/>
                  </a:lnTo>
                  <a:lnTo>
                    <a:pt x="7420012" y="2655131"/>
                  </a:lnTo>
                  <a:lnTo>
                    <a:pt x="7420199" y="2655668"/>
                  </a:lnTo>
                  <a:lnTo>
                    <a:pt x="7420386" y="2656503"/>
                  </a:lnTo>
                  <a:lnTo>
                    <a:pt x="7420573" y="2657559"/>
                  </a:lnTo>
                  <a:lnTo>
                    <a:pt x="7420760" y="2658793"/>
                  </a:lnTo>
                  <a:lnTo>
                    <a:pt x="7420947" y="2660159"/>
                  </a:lnTo>
                  <a:lnTo>
                    <a:pt x="7421133" y="2661301"/>
                  </a:lnTo>
                  <a:lnTo>
                    <a:pt x="7421320" y="2662367"/>
                  </a:lnTo>
                  <a:lnTo>
                    <a:pt x="7421507" y="2663501"/>
                  </a:lnTo>
                  <a:lnTo>
                    <a:pt x="7421694" y="2664736"/>
                  </a:lnTo>
                  <a:lnTo>
                    <a:pt x="7421881" y="2666375"/>
                  </a:lnTo>
                  <a:lnTo>
                    <a:pt x="7422068" y="2667819"/>
                  </a:lnTo>
                  <a:lnTo>
                    <a:pt x="7422255" y="2668986"/>
                  </a:lnTo>
                  <a:lnTo>
                    <a:pt x="7422442" y="2670122"/>
                  </a:lnTo>
                  <a:lnTo>
                    <a:pt x="7422629" y="2671098"/>
                  </a:lnTo>
                  <a:lnTo>
                    <a:pt x="7422816" y="2671838"/>
                  </a:lnTo>
                  <a:lnTo>
                    <a:pt x="7423003" y="2672334"/>
                  </a:lnTo>
                  <a:lnTo>
                    <a:pt x="7423190" y="2672373"/>
                  </a:lnTo>
                  <a:lnTo>
                    <a:pt x="7423376" y="2672469"/>
                  </a:lnTo>
                  <a:lnTo>
                    <a:pt x="7423563" y="2672494"/>
                  </a:lnTo>
                  <a:lnTo>
                    <a:pt x="7423750" y="2672594"/>
                  </a:lnTo>
                  <a:lnTo>
                    <a:pt x="7423937" y="2673027"/>
                  </a:lnTo>
                  <a:lnTo>
                    <a:pt x="7424124" y="2673129"/>
                  </a:lnTo>
                  <a:lnTo>
                    <a:pt x="7424311" y="2672925"/>
                  </a:lnTo>
                  <a:lnTo>
                    <a:pt x="7424498" y="2672375"/>
                  </a:lnTo>
                  <a:lnTo>
                    <a:pt x="7424685" y="2671554"/>
                  </a:lnTo>
                  <a:lnTo>
                    <a:pt x="7424872" y="2670348"/>
                  </a:lnTo>
                  <a:lnTo>
                    <a:pt x="7425059" y="2669040"/>
                  </a:lnTo>
                  <a:lnTo>
                    <a:pt x="7425246" y="2667268"/>
                  </a:lnTo>
                  <a:lnTo>
                    <a:pt x="7425433" y="2665322"/>
                  </a:lnTo>
                  <a:lnTo>
                    <a:pt x="7425620" y="2663197"/>
                  </a:lnTo>
                  <a:lnTo>
                    <a:pt x="7425806" y="2660733"/>
                  </a:lnTo>
                  <a:lnTo>
                    <a:pt x="7425993" y="2657994"/>
                  </a:lnTo>
                  <a:lnTo>
                    <a:pt x="7426180" y="2655229"/>
                  </a:lnTo>
                  <a:lnTo>
                    <a:pt x="7426367" y="2652517"/>
                  </a:lnTo>
                  <a:lnTo>
                    <a:pt x="7426554" y="2650239"/>
                  </a:lnTo>
                  <a:lnTo>
                    <a:pt x="7426741" y="2648379"/>
                  </a:lnTo>
                  <a:lnTo>
                    <a:pt x="7426928" y="2646967"/>
                  </a:lnTo>
                  <a:lnTo>
                    <a:pt x="7427115" y="2645772"/>
                  </a:lnTo>
                  <a:lnTo>
                    <a:pt x="7427302" y="2644704"/>
                  </a:lnTo>
                  <a:lnTo>
                    <a:pt x="7427489" y="2643700"/>
                  </a:lnTo>
                  <a:lnTo>
                    <a:pt x="7427676" y="2642874"/>
                  </a:lnTo>
                  <a:lnTo>
                    <a:pt x="7427863" y="2642138"/>
                  </a:lnTo>
                  <a:lnTo>
                    <a:pt x="7428049" y="2641566"/>
                  </a:lnTo>
                  <a:lnTo>
                    <a:pt x="7428236" y="2640861"/>
                  </a:lnTo>
                  <a:lnTo>
                    <a:pt x="7428423" y="2640198"/>
                  </a:lnTo>
                  <a:lnTo>
                    <a:pt x="7428610" y="2639512"/>
                  </a:lnTo>
                  <a:lnTo>
                    <a:pt x="7428797" y="2638720"/>
                  </a:lnTo>
                  <a:lnTo>
                    <a:pt x="7428984" y="2638060"/>
                  </a:lnTo>
                  <a:lnTo>
                    <a:pt x="7429171" y="2637609"/>
                  </a:lnTo>
                  <a:lnTo>
                    <a:pt x="7429358" y="2637079"/>
                  </a:lnTo>
                  <a:lnTo>
                    <a:pt x="7429545" y="2636706"/>
                  </a:lnTo>
                  <a:lnTo>
                    <a:pt x="7429732" y="2636305"/>
                  </a:lnTo>
                  <a:lnTo>
                    <a:pt x="7429919" y="2635811"/>
                  </a:lnTo>
                  <a:lnTo>
                    <a:pt x="7430106" y="2635510"/>
                  </a:lnTo>
                  <a:lnTo>
                    <a:pt x="7430293" y="2635441"/>
                  </a:lnTo>
                  <a:lnTo>
                    <a:pt x="7430479" y="2635439"/>
                  </a:lnTo>
                  <a:lnTo>
                    <a:pt x="7430666" y="2635561"/>
                  </a:lnTo>
                  <a:lnTo>
                    <a:pt x="7430853" y="2635778"/>
                  </a:lnTo>
                  <a:lnTo>
                    <a:pt x="7431040" y="2635920"/>
                  </a:lnTo>
                  <a:lnTo>
                    <a:pt x="7431227" y="2636000"/>
                  </a:lnTo>
                  <a:lnTo>
                    <a:pt x="7431414" y="2636038"/>
                  </a:lnTo>
                  <a:lnTo>
                    <a:pt x="7431601" y="2636095"/>
                  </a:lnTo>
                  <a:lnTo>
                    <a:pt x="7431788" y="2635992"/>
                  </a:lnTo>
                  <a:lnTo>
                    <a:pt x="7431975" y="2635715"/>
                  </a:lnTo>
                  <a:lnTo>
                    <a:pt x="7432162" y="2635340"/>
                  </a:lnTo>
                  <a:lnTo>
                    <a:pt x="7432349" y="2635004"/>
                  </a:lnTo>
                  <a:lnTo>
                    <a:pt x="7432536" y="2634843"/>
                  </a:lnTo>
                  <a:lnTo>
                    <a:pt x="7432723" y="2634621"/>
                  </a:lnTo>
                  <a:lnTo>
                    <a:pt x="7432909" y="2634454"/>
                  </a:lnTo>
                  <a:lnTo>
                    <a:pt x="7433096" y="2634150"/>
                  </a:lnTo>
                  <a:lnTo>
                    <a:pt x="7433283" y="2633907"/>
                  </a:lnTo>
                  <a:lnTo>
                    <a:pt x="7433470" y="2633622"/>
                  </a:lnTo>
                  <a:lnTo>
                    <a:pt x="7433657" y="2633310"/>
                  </a:lnTo>
                  <a:lnTo>
                    <a:pt x="7433844" y="2633093"/>
                  </a:lnTo>
                  <a:lnTo>
                    <a:pt x="7434031" y="2633212"/>
                  </a:lnTo>
                  <a:lnTo>
                    <a:pt x="7434218" y="2633219"/>
                  </a:lnTo>
                  <a:lnTo>
                    <a:pt x="7434405" y="2633415"/>
                  </a:lnTo>
                  <a:lnTo>
                    <a:pt x="7434592" y="2633701"/>
                  </a:lnTo>
                  <a:lnTo>
                    <a:pt x="7434779" y="2634411"/>
                  </a:lnTo>
                  <a:lnTo>
                    <a:pt x="7434966" y="2635111"/>
                  </a:lnTo>
                  <a:lnTo>
                    <a:pt x="7435152" y="2635716"/>
                  </a:lnTo>
                  <a:lnTo>
                    <a:pt x="7435339" y="2636381"/>
                  </a:lnTo>
                  <a:lnTo>
                    <a:pt x="7435526" y="2636956"/>
                  </a:lnTo>
                  <a:lnTo>
                    <a:pt x="7435713" y="2637670"/>
                  </a:lnTo>
                  <a:lnTo>
                    <a:pt x="7435900" y="2638345"/>
                  </a:lnTo>
                  <a:lnTo>
                    <a:pt x="7436087" y="2638942"/>
                  </a:lnTo>
                  <a:lnTo>
                    <a:pt x="7436274" y="2639535"/>
                  </a:lnTo>
                  <a:lnTo>
                    <a:pt x="7436461" y="2639857"/>
                  </a:lnTo>
                  <a:lnTo>
                    <a:pt x="7436648" y="2640011"/>
                  </a:lnTo>
                  <a:lnTo>
                    <a:pt x="7436835" y="2640019"/>
                  </a:lnTo>
                  <a:lnTo>
                    <a:pt x="7437022" y="2640219"/>
                  </a:lnTo>
                  <a:lnTo>
                    <a:pt x="7437209" y="2640242"/>
                  </a:lnTo>
                  <a:lnTo>
                    <a:pt x="7437396" y="2640141"/>
                  </a:lnTo>
                  <a:lnTo>
                    <a:pt x="7437582" y="2639811"/>
                  </a:lnTo>
                  <a:lnTo>
                    <a:pt x="7437769" y="2639387"/>
                  </a:lnTo>
                  <a:lnTo>
                    <a:pt x="7437956" y="2639105"/>
                  </a:lnTo>
                  <a:lnTo>
                    <a:pt x="7438143" y="2639002"/>
                  </a:lnTo>
                  <a:lnTo>
                    <a:pt x="7438330" y="2638795"/>
                  </a:lnTo>
                  <a:lnTo>
                    <a:pt x="7438517" y="2638374"/>
                  </a:lnTo>
                  <a:lnTo>
                    <a:pt x="7438704" y="2638106"/>
                  </a:lnTo>
                  <a:lnTo>
                    <a:pt x="7438891" y="2637899"/>
                  </a:lnTo>
                  <a:lnTo>
                    <a:pt x="7439078" y="2637710"/>
                  </a:lnTo>
                  <a:lnTo>
                    <a:pt x="7439265" y="2637715"/>
                  </a:lnTo>
                  <a:lnTo>
                    <a:pt x="7439452" y="2637905"/>
                  </a:lnTo>
                  <a:lnTo>
                    <a:pt x="7439639" y="2637963"/>
                  </a:lnTo>
                  <a:lnTo>
                    <a:pt x="7439826" y="2638038"/>
                  </a:lnTo>
                  <a:lnTo>
                    <a:pt x="7440012" y="2638071"/>
                  </a:lnTo>
                  <a:lnTo>
                    <a:pt x="7440199" y="2638258"/>
                  </a:lnTo>
                  <a:lnTo>
                    <a:pt x="7440386" y="2638361"/>
                  </a:lnTo>
                  <a:lnTo>
                    <a:pt x="7440573" y="2638521"/>
                  </a:lnTo>
                  <a:lnTo>
                    <a:pt x="7440760" y="2638567"/>
                  </a:lnTo>
                  <a:lnTo>
                    <a:pt x="7440947" y="2638487"/>
                  </a:lnTo>
                  <a:lnTo>
                    <a:pt x="7441134" y="2638534"/>
                  </a:lnTo>
                  <a:lnTo>
                    <a:pt x="7441321" y="2638486"/>
                  </a:lnTo>
                  <a:lnTo>
                    <a:pt x="7441508" y="2638327"/>
                  </a:lnTo>
                  <a:lnTo>
                    <a:pt x="7441695" y="2638036"/>
                  </a:lnTo>
                  <a:lnTo>
                    <a:pt x="7441882" y="2637426"/>
                  </a:lnTo>
                  <a:lnTo>
                    <a:pt x="7442069" y="2636635"/>
                  </a:lnTo>
                  <a:lnTo>
                    <a:pt x="7442255" y="2635687"/>
                  </a:lnTo>
                  <a:lnTo>
                    <a:pt x="7442442" y="2634567"/>
                  </a:lnTo>
                  <a:lnTo>
                    <a:pt x="7442629" y="2633223"/>
                  </a:lnTo>
                  <a:lnTo>
                    <a:pt x="7442816" y="2631870"/>
                  </a:lnTo>
                  <a:lnTo>
                    <a:pt x="7443003" y="2630648"/>
                  </a:lnTo>
                  <a:lnTo>
                    <a:pt x="7443190" y="2629651"/>
                  </a:lnTo>
                  <a:lnTo>
                    <a:pt x="7443377" y="2629028"/>
                  </a:lnTo>
                  <a:lnTo>
                    <a:pt x="7443564" y="2628724"/>
                  </a:lnTo>
                  <a:lnTo>
                    <a:pt x="7443751" y="2628436"/>
                  </a:lnTo>
                  <a:lnTo>
                    <a:pt x="7443938" y="2628029"/>
                  </a:lnTo>
                  <a:lnTo>
                    <a:pt x="7444125" y="2627692"/>
                  </a:lnTo>
                  <a:lnTo>
                    <a:pt x="7444312" y="2627361"/>
                  </a:lnTo>
                  <a:lnTo>
                    <a:pt x="7444499" y="2626887"/>
                  </a:lnTo>
                  <a:lnTo>
                    <a:pt x="7444685" y="2626590"/>
                  </a:lnTo>
                  <a:lnTo>
                    <a:pt x="7444872" y="2626722"/>
                  </a:lnTo>
                  <a:lnTo>
                    <a:pt x="7445059" y="2627018"/>
                  </a:lnTo>
                  <a:lnTo>
                    <a:pt x="7445246" y="2627279"/>
                  </a:lnTo>
                  <a:lnTo>
                    <a:pt x="7445433" y="2627763"/>
                  </a:lnTo>
                  <a:lnTo>
                    <a:pt x="7445620" y="2628269"/>
                  </a:lnTo>
                  <a:lnTo>
                    <a:pt x="7445807" y="2628767"/>
                  </a:lnTo>
                  <a:lnTo>
                    <a:pt x="7445994" y="2629413"/>
                  </a:lnTo>
                  <a:lnTo>
                    <a:pt x="7446181" y="2630300"/>
                  </a:lnTo>
                  <a:lnTo>
                    <a:pt x="7446368" y="2631219"/>
                  </a:lnTo>
                  <a:lnTo>
                    <a:pt x="7446555" y="2632258"/>
                  </a:lnTo>
                  <a:lnTo>
                    <a:pt x="7446742" y="2633497"/>
                  </a:lnTo>
                  <a:lnTo>
                    <a:pt x="7446928" y="2634747"/>
                  </a:lnTo>
                  <a:lnTo>
                    <a:pt x="7447115" y="2635941"/>
                  </a:lnTo>
                  <a:lnTo>
                    <a:pt x="7447302" y="2636936"/>
                  </a:lnTo>
                  <a:lnTo>
                    <a:pt x="7447489" y="2637800"/>
                  </a:lnTo>
                  <a:lnTo>
                    <a:pt x="7447676" y="2638312"/>
                  </a:lnTo>
                  <a:lnTo>
                    <a:pt x="7447863" y="2638716"/>
                  </a:lnTo>
                  <a:lnTo>
                    <a:pt x="7448050" y="2639072"/>
                  </a:lnTo>
                  <a:lnTo>
                    <a:pt x="7448237" y="2639379"/>
                  </a:lnTo>
                  <a:lnTo>
                    <a:pt x="7448424" y="2639620"/>
                  </a:lnTo>
                  <a:lnTo>
                    <a:pt x="7448611" y="2640076"/>
                  </a:lnTo>
                  <a:lnTo>
                    <a:pt x="7448798" y="2640421"/>
                  </a:lnTo>
                  <a:lnTo>
                    <a:pt x="7448985" y="2640782"/>
                  </a:lnTo>
                  <a:lnTo>
                    <a:pt x="7449172" y="2641203"/>
                  </a:lnTo>
                  <a:lnTo>
                    <a:pt x="7449358" y="2641569"/>
                  </a:lnTo>
                  <a:lnTo>
                    <a:pt x="7449545" y="2641870"/>
                  </a:lnTo>
                  <a:lnTo>
                    <a:pt x="7449732" y="2641946"/>
                  </a:lnTo>
                  <a:lnTo>
                    <a:pt x="7449919" y="2641741"/>
                  </a:lnTo>
                  <a:lnTo>
                    <a:pt x="7450106" y="2641410"/>
                  </a:lnTo>
                  <a:lnTo>
                    <a:pt x="7450293" y="2641056"/>
                  </a:lnTo>
                  <a:lnTo>
                    <a:pt x="7450480" y="2640677"/>
                  </a:lnTo>
                  <a:lnTo>
                    <a:pt x="7450667" y="2640360"/>
                  </a:lnTo>
                  <a:lnTo>
                    <a:pt x="7450854" y="2640194"/>
                  </a:lnTo>
                  <a:lnTo>
                    <a:pt x="7451041" y="2639829"/>
                  </a:lnTo>
                  <a:lnTo>
                    <a:pt x="7451228" y="2639360"/>
                  </a:lnTo>
                  <a:lnTo>
                    <a:pt x="7451415" y="2638870"/>
                  </a:lnTo>
                  <a:lnTo>
                    <a:pt x="7451602" y="2638222"/>
                  </a:lnTo>
                  <a:lnTo>
                    <a:pt x="7451788" y="2637667"/>
                  </a:lnTo>
                  <a:lnTo>
                    <a:pt x="7451975" y="2637405"/>
                  </a:lnTo>
                  <a:lnTo>
                    <a:pt x="7452162" y="2637504"/>
                  </a:lnTo>
                  <a:lnTo>
                    <a:pt x="7452349" y="2638108"/>
                  </a:lnTo>
                  <a:lnTo>
                    <a:pt x="7452536" y="2639133"/>
                  </a:lnTo>
                  <a:lnTo>
                    <a:pt x="7452723" y="2640291"/>
                  </a:lnTo>
                  <a:lnTo>
                    <a:pt x="7452910" y="2641612"/>
                  </a:lnTo>
                  <a:lnTo>
                    <a:pt x="7453097" y="2643173"/>
                  </a:lnTo>
                  <a:lnTo>
                    <a:pt x="7453284" y="2644314"/>
                  </a:lnTo>
                  <a:lnTo>
                    <a:pt x="7453471" y="2645303"/>
                  </a:lnTo>
                  <a:lnTo>
                    <a:pt x="7453658" y="2646112"/>
                  </a:lnTo>
                  <a:lnTo>
                    <a:pt x="7453845" y="2647359"/>
                  </a:lnTo>
                  <a:lnTo>
                    <a:pt x="7454031" y="2648640"/>
                  </a:lnTo>
                  <a:lnTo>
                    <a:pt x="7454218" y="2650078"/>
                  </a:lnTo>
                  <a:lnTo>
                    <a:pt x="7454405" y="2651614"/>
                  </a:lnTo>
                  <a:lnTo>
                    <a:pt x="7454592" y="2653049"/>
                  </a:lnTo>
                  <a:lnTo>
                    <a:pt x="7454779" y="2654400"/>
                  </a:lnTo>
                  <a:lnTo>
                    <a:pt x="7454966" y="2655656"/>
                  </a:lnTo>
                  <a:lnTo>
                    <a:pt x="7455153" y="2656620"/>
                  </a:lnTo>
                  <a:lnTo>
                    <a:pt x="7455340" y="2657458"/>
                  </a:lnTo>
                  <a:lnTo>
                    <a:pt x="7455527" y="2658342"/>
                  </a:lnTo>
                  <a:lnTo>
                    <a:pt x="7455714" y="2659199"/>
                  </a:lnTo>
                  <a:lnTo>
                    <a:pt x="7455901" y="2660174"/>
                  </a:lnTo>
                  <a:lnTo>
                    <a:pt x="7456088" y="2661502"/>
                  </a:lnTo>
                  <a:lnTo>
                    <a:pt x="7456275" y="2663205"/>
                  </a:lnTo>
                  <a:lnTo>
                    <a:pt x="7456461" y="2664988"/>
                  </a:lnTo>
                  <a:lnTo>
                    <a:pt x="7456648" y="2666631"/>
                  </a:lnTo>
                  <a:lnTo>
                    <a:pt x="7456835" y="2668005"/>
                  </a:lnTo>
                  <a:lnTo>
                    <a:pt x="7457022" y="2669300"/>
                  </a:lnTo>
                  <a:lnTo>
                    <a:pt x="7457209" y="2670570"/>
                  </a:lnTo>
                  <a:lnTo>
                    <a:pt x="7457396" y="2671984"/>
                  </a:lnTo>
                  <a:lnTo>
                    <a:pt x="7457583" y="2673258"/>
                  </a:lnTo>
                  <a:lnTo>
                    <a:pt x="7457770" y="2674545"/>
                  </a:lnTo>
                  <a:lnTo>
                    <a:pt x="7457957" y="2675972"/>
                  </a:lnTo>
                  <a:lnTo>
                    <a:pt x="7458144" y="2677266"/>
                  </a:lnTo>
                  <a:lnTo>
                    <a:pt x="7458331" y="2678403"/>
                  </a:lnTo>
                  <a:lnTo>
                    <a:pt x="7458518" y="2679378"/>
                  </a:lnTo>
                  <a:lnTo>
                    <a:pt x="7458704" y="2680189"/>
                  </a:lnTo>
                  <a:lnTo>
                    <a:pt x="7458891" y="2680640"/>
                  </a:lnTo>
                  <a:lnTo>
                    <a:pt x="7459078" y="2680704"/>
                  </a:lnTo>
                  <a:lnTo>
                    <a:pt x="7459265" y="2680412"/>
                  </a:lnTo>
                  <a:lnTo>
                    <a:pt x="7459452" y="2680015"/>
                  </a:lnTo>
                  <a:lnTo>
                    <a:pt x="7459639" y="2679747"/>
                  </a:lnTo>
                  <a:lnTo>
                    <a:pt x="7459826" y="2679684"/>
                  </a:lnTo>
                  <a:lnTo>
                    <a:pt x="7460013" y="2679804"/>
                  </a:lnTo>
                  <a:lnTo>
                    <a:pt x="7460200" y="2679934"/>
                  </a:lnTo>
                  <a:lnTo>
                    <a:pt x="7460387" y="2680046"/>
                  </a:lnTo>
                  <a:lnTo>
                    <a:pt x="7460574" y="2680130"/>
                  </a:lnTo>
                  <a:lnTo>
                    <a:pt x="7460761" y="2680325"/>
                  </a:lnTo>
                  <a:lnTo>
                    <a:pt x="7460948" y="2680669"/>
                  </a:lnTo>
                  <a:lnTo>
                    <a:pt x="7461134" y="2681187"/>
                  </a:lnTo>
                  <a:lnTo>
                    <a:pt x="7461321" y="2681865"/>
                  </a:lnTo>
                  <a:lnTo>
                    <a:pt x="7461508" y="2682802"/>
                  </a:lnTo>
                  <a:lnTo>
                    <a:pt x="7461695" y="2684306"/>
                  </a:lnTo>
                  <a:lnTo>
                    <a:pt x="7461882" y="2686384"/>
                  </a:lnTo>
                  <a:lnTo>
                    <a:pt x="7462069" y="2688607"/>
                  </a:lnTo>
                  <a:lnTo>
                    <a:pt x="7462256" y="2691432"/>
                  </a:lnTo>
                  <a:lnTo>
                    <a:pt x="7462443" y="2694268"/>
                  </a:lnTo>
                  <a:lnTo>
                    <a:pt x="7462630" y="2697164"/>
                  </a:lnTo>
                  <a:lnTo>
                    <a:pt x="7462817" y="2700046"/>
                  </a:lnTo>
                  <a:lnTo>
                    <a:pt x="7463004" y="2703269"/>
                  </a:lnTo>
                  <a:lnTo>
                    <a:pt x="7463191" y="2706861"/>
                  </a:lnTo>
                  <a:lnTo>
                    <a:pt x="7463378" y="2710581"/>
                  </a:lnTo>
                  <a:lnTo>
                    <a:pt x="7463564" y="2714115"/>
                  </a:lnTo>
                  <a:lnTo>
                    <a:pt x="7463751" y="2717551"/>
                  </a:lnTo>
                  <a:lnTo>
                    <a:pt x="7463938" y="2720557"/>
                  </a:lnTo>
                  <a:lnTo>
                    <a:pt x="7464125" y="2723064"/>
                  </a:lnTo>
                  <a:lnTo>
                    <a:pt x="7464312" y="2725016"/>
                  </a:lnTo>
                  <a:lnTo>
                    <a:pt x="7464499" y="2726873"/>
                  </a:lnTo>
                  <a:lnTo>
                    <a:pt x="7464686" y="2728519"/>
                  </a:lnTo>
                  <a:lnTo>
                    <a:pt x="7464873" y="2730180"/>
                  </a:lnTo>
                  <a:lnTo>
                    <a:pt x="7465060" y="2731686"/>
                  </a:lnTo>
                  <a:lnTo>
                    <a:pt x="7465247" y="2733130"/>
                  </a:lnTo>
                  <a:lnTo>
                    <a:pt x="7465434" y="2734336"/>
                  </a:lnTo>
                  <a:lnTo>
                    <a:pt x="7465621" y="2735664"/>
                  </a:lnTo>
                  <a:lnTo>
                    <a:pt x="7465807" y="2736793"/>
                  </a:lnTo>
                  <a:lnTo>
                    <a:pt x="7465994" y="2737912"/>
                  </a:lnTo>
                  <a:lnTo>
                    <a:pt x="7466181" y="2739095"/>
                  </a:lnTo>
                  <a:lnTo>
                    <a:pt x="7466368" y="2740266"/>
                  </a:lnTo>
                  <a:lnTo>
                    <a:pt x="7466555" y="2741294"/>
                  </a:lnTo>
                  <a:lnTo>
                    <a:pt x="7466742" y="2742138"/>
                  </a:lnTo>
                  <a:lnTo>
                    <a:pt x="7466929" y="2742863"/>
                  </a:lnTo>
                  <a:lnTo>
                    <a:pt x="7467116" y="2743409"/>
                  </a:lnTo>
                  <a:lnTo>
                    <a:pt x="7467303" y="2743753"/>
                  </a:lnTo>
                  <a:lnTo>
                    <a:pt x="7467490" y="2744131"/>
                  </a:lnTo>
                  <a:lnTo>
                    <a:pt x="7467677" y="2744522"/>
                  </a:lnTo>
                  <a:lnTo>
                    <a:pt x="7467864" y="2745004"/>
                  </a:lnTo>
                  <a:lnTo>
                    <a:pt x="7468051" y="2745530"/>
                  </a:lnTo>
                  <a:lnTo>
                    <a:pt x="7468237" y="2746162"/>
                  </a:lnTo>
                  <a:lnTo>
                    <a:pt x="7468424" y="2746648"/>
                  </a:lnTo>
                  <a:lnTo>
                    <a:pt x="7468611" y="2747063"/>
                  </a:lnTo>
                  <a:lnTo>
                    <a:pt x="7468798" y="2747411"/>
                  </a:lnTo>
                  <a:lnTo>
                    <a:pt x="7468985" y="2747602"/>
                  </a:lnTo>
                  <a:lnTo>
                    <a:pt x="7469172" y="2747788"/>
                  </a:lnTo>
                  <a:lnTo>
                    <a:pt x="7469359" y="2748078"/>
                  </a:lnTo>
                  <a:lnTo>
                    <a:pt x="7469546" y="2748799"/>
                  </a:lnTo>
                  <a:lnTo>
                    <a:pt x="7469733" y="2749406"/>
                  </a:lnTo>
                  <a:lnTo>
                    <a:pt x="7469920" y="2749700"/>
                  </a:lnTo>
                  <a:lnTo>
                    <a:pt x="7470107" y="2749919"/>
                  </a:lnTo>
                  <a:lnTo>
                    <a:pt x="7470294" y="2750050"/>
                  </a:lnTo>
                  <a:lnTo>
                    <a:pt x="7470481" y="2750186"/>
                  </a:lnTo>
                  <a:lnTo>
                    <a:pt x="7470667" y="2750153"/>
                  </a:lnTo>
                  <a:lnTo>
                    <a:pt x="7470854" y="2750163"/>
                  </a:lnTo>
                  <a:lnTo>
                    <a:pt x="7471041" y="2750124"/>
                  </a:lnTo>
                  <a:lnTo>
                    <a:pt x="7471228" y="2750171"/>
                  </a:lnTo>
                  <a:lnTo>
                    <a:pt x="7471415" y="2750309"/>
                  </a:lnTo>
                  <a:lnTo>
                    <a:pt x="7471602" y="2750613"/>
                  </a:lnTo>
                  <a:lnTo>
                    <a:pt x="7471789" y="2751106"/>
                  </a:lnTo>
                  <a:lnTo>
                    <a:pt x="7471976" y="2751692"/>
                  </a:lnTo>
                  <a:lnTo>
                    <a:pt x="7472163" y="2751910"/>
                  </a:lnTo>
                  <a:lnTo>
                    <a:pt x="7472350" y="2752116"/>
                  </a:lnTo>
                  <a:lnTo>
                    <a:pt x="7472537" y="2752228"/>
                  </a:lnTo>
                  <a:lnTo>
                    <a:pt x="7472724" y="2752595"/>
                  </a:lnTo>
                  <a:lnTo>
                    <a:pt x="7472910" y="2753230"/>
                  </a:lnTo>
                  <a:lnTo>
                    <a:pt x="7473097" y="2753671"/>
                  </a:lnTo>
                  <a:lnTo>
                    <a:pt x="7473284" y="2754209"/>
                  </a:lnTo>
                  <a:lnTo>
                    <a:pt x="7473471" y="2754759"/>
                  </a:lnTo>
                  <a:lnTo>
                    <a:pt x="7473658" y="2755365"/>
                  </a:lnTo>
                  <a:lnTo>
                    <a:pt x="7473845" y="2756156"/>
                  </a:lnTo>
                  <a:lnTo>
                    <a:pt x="7474032" y="2756886"/>
                  </a:lnTo>
                  <a:lnTo>
                    <a:pt x="7474219" y="2757554"/>
                  </a:lnTo>
                  <a:lnTo>
                    <a:pt x="7474406" y="2758070"/>
                  </a:lnTo>
                  <a:lnTo>
                    <a:pt x="7474593" y="2758381"/>
                  </a:lnTo>
                  <a:lnTo>
                    <a:pt x="7474780" y="2758730"/>
                  </a:lnTo>
                  <a:lnTo>
                    <a:pt x="7474967" y="2758980"/>
                  </a:lnTo>
                  <a:lnTo>
                    <a:pt x="7475154" y="2759303"/>
                  </a:lnTo>
                  <a:lnTo>
                    <a:pt x="7475340" y="2759208"/>
                  </a:lnTo>
                  <a:lnTo>
                    <a:pt x="7475527" y="2759235"/>
                  </a:lnTo>
                  <a:lnTo>
                    <a:pt x="7475714" y="2759232"/>
                  </a:lnTo>
                  <a:lnTo>
                    <a:pt x="7475901" y="2759349"/>
                  </a:lnTo>
                  <a:lnTo>
                    <a:pt x="7476088" y="2759340"/>
                  </a:lnTo>
                  <a:lnTo>
                    <a:pt x="7476275" y="2759246"/>
                  </a:lnTo>
                  <a:lnTo>
                    <a:pt x="7476462" y="2759205"/>
                  </a:lnTo>
                  <a:lnTo>
                    <a:pt x="7476649" y="2759056"/>
                  </a:lnTo>
                  <a:lnTo>
                    <a:pt x="7476836" y="2758724"/>
                  </a:lnTo>
                  <a:lnTo>
                    <a:pt x="7477023" y="2758367"/>
                  </a:lnTo>
                  <a:lnTo>
                    <a:pt x="7477210" y="2757984"/>
                  </a:lnTo>
                  <a:lnTo>
                    <a:pt x="7477397" y="2757699"/>
                  </a:lnTo>
                  <a:lnTo>
                    <a:pt x="7477583" y="2757317"/>
                  </a:lnTo>
                  <a:lnTo>
                    <a:pt x="7477770" y="2757090"/>
                  </a:lnTo>
                  <a:lnTo>
                    <a:pt x="7477957" y="2756821"/>
                  </a:lnTo>
                  <a:lnTo>
                    <a:pt x="7478144" y="2756715"/>
                  </a:lnTo>
                  <a:lnTo>
                    <a:pt x="7478331" y="2756794"/>
                  </a:lnTo>
                  <a:lnTo>
                    <a:pt x="7478518" y="2756768"/>
                  </a:lnTo>
                  <a:lnTo>
                    <a:pt x="7478705" y="2756681"/>
                  </a:lnTo>
                  <a:lnTo>
                    <a:pt x="7478892" y="2756641"/>
                  </a:lnTo>
                  <a:lnTo>
                    <a:pt x="7479079" y="2756822"/>
                  </a:lnTo>
                  <a:lnTo>
                    <a:pt x="7479266" y="2757332"/>
                  </a:lnTo>
                  <a:lnTo>
                    <a:pt x="7479453" y="2757911"/>
                  </a:lnTo>
                  <a:lnTo>
                    <a:pt x="7479640" y="2758647"/>
                  </a:lnTo>
                  <a:lnTo>
                    <a:pt x="7479827" y="2759599"/>
                  </a:lnTo>
                  <a:lnTo>
                    <a:pt x="7480013" y="2760684"/>
                  </a:lnTo>
                  <a:lnTo>
                    <a:pt x="7480200" y="2761828"/>
                  </a:lnTo>
                  <a:lnTo>
                    <a:pt x="7480387" y="2762839"/>
                  </a:lnTo>
                  <a:lnTo>
                    <a:pt x="7480574" y="2763627"/>
                  </a:lnTo>
                  <a:lnTo>
                    <a:pt x="7480761" y="2764098"/>
                  </a:lnTo>
                  <a:lnTo>
                    <a:pt x="7480948" y="2764251"/>
                  </a:lnTo>
                  <a:lnTo>
                    <a:pt x="7481135" y="2764490"/>
                  </a:lnTo>
                  <a:lnTo>
                    <a:pt x="7481322" y="2764785"/>
                  </a:lnTo>
                  <a:lnTo>
                    <a:pt x="7481509" y="2765098"/>
                  </a:lnTo>
                  <a:lnTo>
                    <a:pt x="7481696" y="2765438"/>
                  </a:lnTo>
                  <a:lnTo>
                    <a:pt x="7481883" y="2765875"/>
                  </a:lnTo>
                  <a:lnTo>
                    <a:pt x="7482070" y="2766080"/>
                  </a:lnTo>
                  <a:lnTo>
                    <a:pt x="7482257" y="2766089"/>
                  </a:lnTo>
                  <a:lnTo>
                    <a:pt x="7482443" y="2766125"/>
                  </a:lnTo>
                  <a:lnTo>
                    <a:pt x="7482630" y="2766175"/>
                  </a:lnTo>
                  <a:lnTo>
                    <a:pt x="7482817" y="2766100"/>
                  </a:lnTo>
                  <a:lnTo>
                    <a:pt x="7483004" y="2766097"/>
                  </a:lnTo>
                  <a:lnTo>
                    <a:pt x="7483191" y="2766053"/>
                  </a:lnTo>
                  <a:lnTo>
                    <a:pt x="7483378" y="2765708"/>
                  </a:lnTo>
                  <a:lnTo>
                    <a:pt x="7483565" y="2765343"/>
                  </a:lnTo>
                  <a:lnTo>
                    <a:pt x="7483752" y="2764995"/>
                  </a:lnTo>
                  <a:lnTo>
                    <a:pt x="7483939" y="2764430"/>
                  </a:lnTo>
                  <a:lnTo>
                    <a:pt x="7484126" y="2763663"/>
                  </a:lnTo>
                  <a:lnTo>
                    <a:pt x="7484313" y="2762991"/>
                  </a:lnTo>
                  <a:lnTo>
                    <a:pt x="7484500" y="2762453"/>
                  </a:lnTo>
                  <a:lnTo>
                    <a:pt x="7484686" y="2761922"/>
                  </a:lnTo>
                  <a:lnTo>
                    <a:pt x="7484873" y="2761643"/>
                  </a:lnTo>
                  <a:lnTo>
                    <a:pt x="7485060" y="2761648"/>
                  </a:lnTo>
                  <a:lnTo>
                    <a:pt x="7485247" y="2761529"/>
                  </a:lnTo>
                  <a:lnTo>
                    <a:pt x="7485434" y="2761337"/>
                  </a:lnTo>
                  <a:lnTo>
                    <a:pt x="7485621" y="2761169"/>
                  </a:lnTo>
                  <a:lnTo>
                    <a:pt x="7485808" y="2761054"/>
                  </a:lnTo>
                  <a:lnTo>
                    <a:pt x="7485995" y="2760869"/>
                  </a:lnTo>
                  <a:lnTo>
                    <a:pt x="7486182" y="2760827"/>
                  </a:lnTo>
                  <a:lnTo>
                    <a:pt x="7486369" y="2760807"/>
                  </a:lnTo>
                  <a:lnTo>
                    <a:pt x="7486556" y="2760687"/>
                  </a:lnTo>
                  <a:lnTo>
                    <a:pt x="7486743" y="2760695"/>
                  </a:lnTo>
                  <a:lnTo>
                    <a:pt x="7486930" y="2760847"/>
                  </a:lnTo>
                  <a:lnTo>
                    <a:pt x="7487116" y="2761148"/>
                  </a:lnTo>
                  <a:lnTo>
                    <a:pt x="7487303" y="2761661"/>
                  </a:lnTo>
                  <a:lnTo>
                    <a:pt x="7487490" y="2762287"/>
                  </a:lnTo>
                  <a:lnTo>
                    <a:pt x="7487677" y="2762869"/>
                  </a:lnTo>
                  <a:lnTo>
                    <a:pt x="7487864" y="2763482"/>
                  </a:lnTo>
                  <a:lnTo>
                    <a:pt x="7488051" y="2764192"/>
                  </a:lnTo>
                  <a:lnTo>
                    <a:pt x="7488238" y="2764830"/>
                  </a:lnTo>
                  <a:lnTo>
                    <a:pt x="7488425" y="2765571"/>
                  </a:lnTo>
                  <a:lnTo>
                    <a:pt x="7488612" y="2766334"/>
                  </a:lnTo>
                  <a:lnTo>
                    <a:pt x="7488799" y="2767171"/>
                  </a:lnTo>
                  <a:lnTo>
                    <a:pt x="7488986" y="2768038"/>
                  </a:lnTo>
                  <a:lnTo>
                    <a:pt x="7489173" y="2768940"/>
                  </a:lnTo>
                  <a:lnTo>
                    <a:pt x="7489360" y="2769863"/>
                  </a:lnTo>
                  <a:lnTo>
                    <a:pt x="7489546" y="2770994"/>
                  </a:lnTo>
                  <a:lnTo>
                    <a:pt x="7489733" y="2772075"/>
                  </a:lnTo>
                  <a:lnTo>
                    <a:pt x="7489920" y="2773047"/>
                  </a:lnTo>
                  <a:lnTo>
                    <a:pt x="7490107" y="2774128"/>
                  </a:lnTo>
                  <a:lnTo>
                    <a:pt x="7490294" y="2775198"/>
                  </a:lnTo>
                  <a:lnTo>
                    <a:pt x="7490481" y="2776175"/>
                  </a:lnTo>
                  <a:lnTo>
                    <a:pt x="7490668" y="2777642"/>
                  </a:lnTo>
                  <a:lnTo>
                    <a:pt x="7490855" y="2779331"/>
                  </a:lnTo>
                  <a:lnTo>
                    <a:pt x="7491042" y="2781288"/>
                  </a:lnTo>
                  <a:lnTo>
                    <a:pt x="7491229" y="2782894"/>
                  </a:lnTo>
                  <a:lnTo>
                    <a:pt x="7491416" y="2784611"/>
                  </a:lnTo>
                  <a:lnTo>
                    <a:pt x="7491603" y="2786233"/>
                  </a:lnTo>
                  <a:lnTo>
                    <a:pt x="7491789" y="2787837"/>
                  </a:lnTo>
                  <a:lnTo>
                    <a:pt x="7491976" y="2789479"/>
                  </a:lnTo>
                  <a:lnTo>
                    <a:pt x="7492163" y="2791013"/>
                  </a:lnTo>
                  <a:lnTo>
                    <a:pt x="7492350" y="2792295"/>
                  </a:lnTo>
                  <a:lnTo>
                    <a:pt x="7492537" y="2793634"/>
                  </a:lnTo>
                  <a:lnTo>
                    <a:pt x="7492724" y="2794917"/>
                  </a:lnTo>
                  <a:lnTo>
                    <a:pt x="7492911" y="2795985"/>
                  </a:lnTo>
                  <a:lnTo>
                    <a:pt x="7493098" y="2796892"/>
                  </a:lnTo>
                  <a:lnTo>
                    <a:pt x="7493285" y="2797641"/>
                  </a:lnTo>
                  <a:lnTo>
                    <a:pt x="7493472" y="2797824"/>
                  </a:lnTo>
                  <a:lnTo>
                    <a:pt x="7493659" y="2797867"/>
                  </a:lnTo>
                  <a:lnTo>
                    <a:pt x="7493846" y="2797693"/>
                  </a:lnTo>
                  <a:lnTo>
                    <a:pt x="7494033" y="2797692"/>
                  </a:lnTo>
                  <a:lnTo>
                    <a:pt x="7494219" y="2797530"/>
                  </a:lnTo>
                  <a:lnTo>
                    <a:pt x="7494406" y="2797245"/>
                  </a:lnTo>
                  <a:lnTo>
                    <a:pt x="7494593" y="2796775"/>
                  </a:lnTo>
                  <a:lnTo>
                    <a:pt x="7494780" y="2796042"/>
                  </a:lnTo>
                  <a:lnTo>
                    <a:pt x="7494967" y="2795301"/>
                  </a:lnTo>
                  <a:lnTo>
                    <a:pt x="7495154" y="2794525"/>
                  </a:lnTo>
                  <a:lnTo>
                    <a:pt x="7495341" y="2793436"/>
                  </a:lnTo>
                  <a:lnTo>
                    <a:pt x="7495528" y="2792293"/>
                  </a:lnTo>
                  <a:lnTo>
                    <a:pt x="7495715" y="2791218"/>
                  </a:lnTo>
                  <a:lnTo>
                    <a:pt x="7495902" y="2790636"/>
                  </a:lnTo>
                  <a:lnTo>
                    <a:pt x="7496089" y="2790158"/>
                  </a:lnTo>
                  <a:lnTo>
                    <a:pt x="7496276" y="2790058"/>
                  </a:lnTo>
                  <a:lnTo>
                    <a:pt x="7496462" y="2790099"/>
                  </a:lnTo>
                  <a:lnTo>
                    <a:pt x="7496649" y="2790353"/>
                  </a:lnTo>
                  <a:lnTo>
                    <a:pt x="7496836" y="2790712"/>
                  </a:lnTo>
                  <a:lnTo>
                    <a:pt x="7497023" y="2791160"/>
                  </a:lnTo>
                  <a:lnTo>
                    <a:pt x="7497210" y="2791614"/>
                  </a:lnTo>
                  <a:lnTo>
                    <a:pt x="7497397" y="2792206"/>
                  </a:lnTo>
                  <a:lnTo>
                    <a:pt x="7497584" y="2792934"/>
                  </a:lnTo>
                  <a:lnTo>
                    <a:pt x="7497771" y="2793686"/>
                  </a:lnTo>
                  <a:lnTo>
                    <a:pt x="7497958" y="2794505"/>
                  </a:lnTo>
                  <a:lnTo>
                    <a:pt x="7498145" y="2795290"/>
                  </a:lnTo>
                  <a:lnTo>
                    <a:pt x="7498332" y="2795965"/>
                  </a:lnTo>
                  <a:lnTo>
                    <a:pt x="7498519" y="2796599"/>
                  </a:lnTo>
                  <a:lnTo>
                    <a:pt x="7498706" y="2797128"/>
                  </a:lnTo>
                  <a:lnTo>
                    <a:pt x="7498892" y="2797579"/>
                  </a:lnTo>
                  <a:lnTo>
                    <a:pt x="7499079" y="2797788"/>
                  </a:lnTo>
                  <a:lnTo>
                    <a:pt x="7499266" y="2797720"/>
                  </a:lnTo>
                  <a:lnTo>
                    <a:pt x="7499453" y="2797494"/>
                  </a:lnTo>
                  <a:lnTo>
                    <a:pt x="7499640" y="2797081"/>
                  </a:lnTo>
                  <a:lnTo>
                    <a:pt x="7499827" y="2796690"/>
                  </a:lnTo>
                  <a:lnTo>
                    <a:pt x="7500014" y="2796300"/>
                  </a:lnTo>
                  <a:lnTo>
                    <a:pt x="7500201" y="2795925"/>
                  </a:lnTo>
                  <a:lnTo>
                    <a:pt x="7500388" y="2795510"/>
                  </a:lnTo>
                  <a:lnTo>
                    <a:pt x="7500575" y="2794868"/>
                  </a:lnTo>
                  <a:lnTo>
                    <a:pt x="7500762" y="2794091"/>
                  </a:lnTo>
                  <a:lnTo>
                    <a:pt x="7500949" y="2793165"/>
                  </a:lnTo>
                  <a:lnTo>
                    <a:pt x="7501136" y="2792156"/>
                  </a:lnTo>
                  <a:lnTo>
                    <a:pt x="7501322" y="2791163"/>
                  </a:lnTo>
                  <a:lnTo>
                    <a:pt x="7501509" y="2790144"/>
                  </a:lnTo>
                  <a:lnTo>
                    <a:pt x="7501696" y="2789176"/>
                  </a:lnTo>
                  <a:lnTo>
                    <a:pt x="7501883" y="2788208"/>
                  </a:lnTo>
                  <a:lnTo>
                    <a:pt x="7502070" y="2787241"/>
                  </a:lnTo>
                  <a:lnTo>
                    <a:pt x="7502257" y="2786273"/>
                  </a:lnTo>
                  <a:lnTo>
                    <a:pt x="7502444" y="2785305"/>
                  </a:lnTo>
                  <a:lnTo>
                    <a:pt x="7502631" y="2784339"/>
                  </a:lnTo>
                  <a:lnTo>
                    <a:pt x="7502818" y="2783846"/>
                  </a:lnTo>
                  <a:lnTo>
                    <a:pt x="7503005" y="2783378"/>
                  </a:lnTo>
                  <a:lnTo>
                    <a:pt x="7503192" y="2783002"/>
                  </a:lnTo>
                  <a:lnTo>
                    <a:pt x="7503379" y="2782943"/>
                  </a:lnTo>
                  <a:lnTo>
                    <a:pt x="7503565" y="2782916"/>
                  </a:lnTo>
                  <a:lnTo>
                    <a:pt x="7503752" y="2782894"/>
                  </a:lnTo>
                  <a:lnTo>
                    <a:pt x="7503939" y="2782889"/>
                  </a:lnTo>
                  <a:lnTo>
                    <a:pt x="7504126" y="2782802"/>
                  </a:lnTo>
                  <a:lnTo>
                    <a:pt x="7504313" y="2782875"/>
                  </a:lnTo>
                  <a:lnTo>
                    <a:pt x="7504500" y="2782996"/>
                  </a:lnTo>
                  <a:lnTo>
                    <a:pt x="7504687" y="2783295"/>
                  </a:lnTo>
                  <a:lnTo>
                    <a:pt x="7504874" y="2783568"/>
                  </a:lnTo>
                  <a:lnTo>
                    <a:pt x="7505061" y="2783808"/>
                  </a:lnTo>
                  <a:lnTo>
                    <a:pt x="7505248" y="2784046"/>
                  </a:lnTo>
                  <a:lnTo>
                    <a:pt x="7505435" y="2784283"/>
                  </a:lnTo>
                  <a:lnTo>
                    <a:pt x="7505622" y="2784470"/>
                  </a:lnTo>
                  <a:lnTo>
                    <a:pt x="7505809" y="2784630"/>
                  </a:lnTo>
                  <a:lnTo>
                    <a:pt x="7505995" y="2784655"/>
                  </a:lnTo>
                  <a:lnTo>
                    <a:pt x="7506182" y="2784588"/>
                  </a:lnTo>
                  <a:lnTo>
                    <a:pt x="7506369" y="2784662"/>
                  </a:lnTo>
                  <a:lnTo>
                    <a:pt x="7506556" y="2784735"/>
                  </a:lnTo>
                  <a:lnTo>
                    <a:pt x="7506743" y="2784831"/>
                  </a:lnTo>
                  <a:lnTo>
                    <a:pt x="7506930" y="2784398"/>
                  </a:lnTo>
                  <a:lnTo>
                    <a:pt x="7507117" y="2784260"/>
                  </a:lnTo>
                  <a:lnTo>
                    <a:pt x="7507304" y="2784294"/>
                  </a:lnTo>
                  <a:lnTo>
                    <a:pt x="7507491" y="2784443"/>
                  </a:lnTo>
                  <a:lnTo>
                    <a:pt x="7507678" y="2784633"/>
                  </a:lnTo>
                  <a:lnTo>
                    <a:pt x="7507865" y="2784890"/>
                  </a:lnTo>
                  <a:lnTo>
                    <a:pt x="7508052" y="2785243"/>
                  </a:lnTo>
                  <a:lnTo>
                    <a:pt x="7508239" y="2785558"/>
                  </a:lnTo>
                  <a:lnTo>
                    <a:pt x="7508425" y="2786080"/>
                  </a:lnTo>
                  <a:lnTo>
                    <a:pt x="7508612" y="2786663"/>
                  </a:lnTo>
                  <a:lnTo>
                    <a:pt x="7508799" y="2787242"/>
                  </a:lnTo>
                  <a:lnTo>
                    <a:pt x="7508986" y="2787812"/>
                  </a:lnTo>
                  <a:lnTo>
                    <a:pt x="7509173" y="2788180"/>
                  </a:lnTo>
                  <a:lnTo>
                    <a:pt x="7509360" y="2788467"/>
                  </a:lnTo>
                  <a:lnTo>
                    <a:pt x="7509547" y="2788844"/>
                  </a:lnTo>
                  <a:lnTo>
                    <a:pt x="7509734" y="2789092"/>
                  </a:lnTo>
                  <a:lnTo>
                    <a:pt x="7509921" y="2789093"/>
                  </a:lnTo>
                  <a:lnTo>
                    <a:pt x="7510108" y="2788787"/>
                  </a:lnTo>
                  <a:lnTo>
                    <a:pt x="7510295" y="2788547"/>
                  </a:lnTo>
                  <a:lnTo>
                    <a:pt x="7510482" y="2788279"/>
                  </a:lnTo>
                  <a:lnTo>
                    <a:pt x="7510668" y="2788012"/>
                  </a:lnTo>
                  <a:lnTo>
                    <a:pt x="7510855" y="2787670"/>
                  </a:lnTo>
                  <a:lnTo>
                    <a:pt x="7511042" y="2787538"/>
                  </a:lnTo>
                  <a:lnTo>
                    <a:pt x="7511229" y="2787388"/>
                  </a:lnTo>
                  <a:lnTo>
                    <a:pt x="7511416" y="2787416"/>
                  </a:lnTo>
                  <a:lnTo>
                    <a:pt x="7511603" y="2787530"/>
                  </a:lnTo>
                  <a:lnTo>
                    <a:pt x="7511790" y="2787660"/>
                  </a:lnTo>
                  <a:lnTo>
                    <a:pt x="7511977" y="2787950"/>
                  </a:lnTo>
                  <a:lnTo>
                    <a:pt x="7512164" y="2788201"/>
                  </a:lnTo>
                  <a:lnTo>
                    <a:pt x="7512351" y="2788528"/>
                  </a:lnTo>
                  <a:lnTo>
                    <a:pt x="7512538" y="2788961"/>
                  </a:lnTo>
                  <a:lnTo>
                    <a:pt x="7512725" y="2789693"/>
                  </a:lnTo>
                  <a:lnTo>
                    <a:pt x="7512912" y="2790349"/>
                  </a:lnTo>
                  <a:lnTo>
                    <a:pt x="7513098" y="2791005"/>
                  </a:lnTo>
                  <a:lnTo>
                    <a:pt x="7513285" y="2791587"/>
                  </a:lnTo>
                  <a:lnTo>
                    <a:pt x="7513472" y="2792169"/>
                  </a:lnTo>
                  <a:lnTo>
                    <a:pt x="7513659" y="2792838"/>
                  </a:lnTo>
                  <a:lnTo>
                    <a:pt x="7513846" y="2793427"/>
                  </a:lnTo>
                  <a:lnTo>
                    <a:pt x="7514033" y="2794001"/>
                  </a:lnTo>
                  <a:lnTo>
                    <a:pt x="7514220" y="2794576"/>
                  </a:lnTo>
                  <a:lnTo>
                    <a:pt x="7514407" y="2795150"/>
                  </a:lnTo>
                  <a:lnTo>
                    <a:pt x="7514594" y="2795710"/>
                  </a:lnTo>
                  <a:lnTo>
                    <a:pt x="7514781" y="2796148"/>
                  </a:lnTo>
                  <a:lnTo>
                    <a:pt x="7514968" y="2796607"/>
                  </a:lnTo>
                  <a:lnTo>
                    <a:pt x="7515155" y="2797113"/>
                  </a:lnTo>
                  <a:lnTo>
                    <a:pt x="7515341" y="2797568"/>
                  </a:lnTo>
                  <a:lnTo>
                    <a:pt x="7515528" y="2797865"/>
                  </a:lnTo>
                  <a:lnTo>
                    <a:pt x="7515715" y="2798101"/>
                  </a:lnTo>
                  <a:lnTo>
                    <a:pt x="7515902" y="2798165"/>
                  </a:lnTo>
                  <a:lnTo>
                    <a:pt x="7516089" y="2798353"/>
                  </a:lnTo>
                  <a:lnTo>
                    <a:pt x="7516276" y="2798564"/>
                  </a:lnTo>
                  <a:lnTo>
                    <a:pt x="7516463" y="2798739"/>
                  </a:lnTo>
                  <a:lnTo>
                    <a:pt x="7516650" y="2798758"/>
                  </a:lnTo>
                  <a:lnTo>
                    <a:pt x="7516837" y="2798725"/>
                  </a:lnTo>
                  <a:lnTo>
                    <a:pt x="7517024" y="2798618"/>
                  </a:lnTo>
                  <a:lnTo>
                    <a:pt x="7517211" y="2798511"/>
                  </a:lnTo>
                  <a:lnTo>
                    <a:pt x="7517398" y="2798404"/>
                  </a:lnTo>
                  <a:lnTo>
                    <a:pt x="7517585" y="2798191"/>
                  </a:lnTo>
                  <a:lnTo>
                    <a:pt x="7517771" y="2797978"/>
                  </a:lnTo>
                  <a:lnTo>
                    <a:pt x="7517958" y="2797765"/>
                  </a:lnTo>
                  <a:lnTo>
                    <a:pt x="7518145" y="2797552"/>
                  </a:lnTo>
                  <a:lnTo>
                    <a:pt x="7518332" y="2797302"/>
                  </a:lnTo>
                  <a:lnTo>
                    <a:pt x="7518519" y="2797110"/>
                  </a:lnTo>
                  <a:lnTo>
                    <a:pt x="7518706" y="2797003"/>
                  </a:lnTo>
                  <a:lnTo>
                    <a:pt x="7518893" y="2796911"/>
                  </a:lnTo>
                  <a:lnTo>
                    <a:pt x="7519080" y="2796723"/>
                  </a:lnTo>
                  <a:lnTo>
                    <a:pt x="7519267" y="2796396"/>
                  </a:lnTo>
                  <a:lnTo>
                    <a:pt x="7519454" y="2796362"/>
                  </a:lnTo>
                  <a:lnTo>
                    <a:pt x="7519641" y="2796550"/>
                  </a:lnTo>
                  <a:lnTo>
                    <a:pt x="7519828" y="2796818"/>
                  </a:lnTo>
                  <a:lnTo>
                    <a:pt x="7520015" y="2797085"/>
                  </a:lnTo>
                  <a:lnTo>
                    <a:pt x="7520201" y="2797398"/>
                  </a:lnTo>
                  <a:lnTo>
                    <a:pt x="7520388" y="2797535"/>
                  </a:lnTo>
                  <a:lnTo>
                    <a:pt x="7520575" y="2797694"/>
                  </a:lnTo>
                  <a:lnTo>
                    <a:pt x="7520762" y="2798077"/>
                  </a:lnTo>
                  <a:lnTo>
                    <a:pt x="7520949" y="2798334"/>
                  </a:lnTo>
                  <a:lnTo>
                    <a:pt x="7521136" y="2798569"/>
                  </a:lnTo>
                  <a:lnTo>
                    <a:pt x="7521323" y="2798918"/>
                  </a:lnTo>
                  <a:lnTo>
                    <a:pt x="7521510" y="2799167"/>
                  </a:lnTo>
                  <a:lnTo>
                    <a:pt x="7521697" y="2799371"/>
                  </a:lnTo>
                  <a:lnTo>
                    <a:pt x="7521884" y="2799634"/>
                  </a:lnTo>
                  <a:lnTo>
                    <a:pt x="7522071" y="2799897"/>
                  </a:lnTo>
                  <a:lnTo>
                    <a:pt x="7522258" y="2800051"/>
                  </a:lnTo>
                  <a:lnTo>
                    <a:pt x="7522444" y="2800125"/>
                  </a:lnTo>
                  <a:lnTo>
                    <a:pt x="7522631" y="2800025"/>
                  </a:lnTo>
                  <a:lnTo>
                    <a:pt x="7522818" y="2799836"/>
                  </a:lnTo>
                  <a:lnTo>
                    <a:pt x="7523005" y="2799527"/>
                  </a:lnTo>
                  <a:lnTo>
                    <a:pt x="7523192" y="2799184"/>
                  </a:lnTo>
                  <a:lnTo>
                    <a:pt x="7523379" y="2798699"/>
                  </a:lnTo>
                  <a:lnTo>
                    <a:pt x="7523566" y="2798034"/>
                  </a:lnTo>
                  <a:lnTo>
                    <a:pt x="7523753" y="2797332"/>
                  </a:lnTo>
                  <a:lnTo>
                    <a:pt x="7523940" y="2796659"/>
                  </a:lnTo>
                  <a:lnTo>
                    <a:pt x="7524127" y="2796019"/>
                  </a:lnTo>
                  <a:lnTo>
                    <a:pt x="7524314" y="2795146"/>
                  </a:lnTo>
                  <a:lnTo>
                    <a:pt x="7524501" y="2794424"/>
                  </a:lnTo>
                  <a:lnTo>
                    <a:pt x="7524688" y="2793651"/>
                  </a:lnTo>
                  <a:lnTo>
                    <a:pt x="7524874" y="2792682"/>
                  </a:lnTo>
                  <a:lnTo>
                    <a:pt x="7525061" y="2791741"/>
                  </a:lnTo>
                  <a:lnTo>
                    <a:pt x="7525248" y="2790613"/>
                  </a:lnTo>
                  <a:lnTo>
                    <a:pt x="7525435" y="2789432"/>
                  </a:lnTo>
                  <a:lnTo>
                    <a:pt x="7525622" y="2788322"/>
                  </a:lnTo>
                  <a:lnTo>
                    <a:pt x="7525809" y="2787299"/>
                  </a:lnTo>
                  <a:lnTo>
                    <a:pt x="7525996" y="2786103"/>
                  </a:lnTo>
                  <a:lnTo>
                    <a:pt x="7526183" y="2784828"/>
                  </a:lnTo>
                  <a:lnTo>
                    <a:pt x="7526370" y="2783429"/>
                  </a:lnTo>
                  <a:lnTo>
                    <a:pt x="7526557" y="2782031"/>
                  </a:lnTo>
                  <a:lnTo>
                    <a:pt x="7526744" y="2780914"/>
                  </a:lnTo>
                  <a:lnTo>
                    <a:pt x="7526931" y="2779660"/>
                  </a:lnTo>
                  <a:lnTo>
                    <a:pt x="7527118" y="2778551"/>
                  </a:lnTo>
                  <a:lnTo>
                    <a:pt x="7527304" y="2777441"/>
                  </a:lnTo>
                  <a:lnTo>
                    <a:pt x="7527491" y="2776292"/>
                  </a:lnTo>
                  <a:lnTo>
                    <a:pt x="7527678" y="2775547"/>
                  </a:lnTo>
                  <a:lnTo>
                    <a:pt x="7527865" y="2774911"/>
                  </a:lnTo>
                  <a:lnTo>
                    <a:pt x="7528052" y="2774435"/>
                  </a:lnTo>
                  <a:lnTo>
                    <a:pt x="7528239" y="2774036"/>
                  </a:lnTo>
                  <a:lnTo>
                    <a:pt x="7528426" y="2773714"/>
                  </a:lnTo>
                  <a:lnTo>
                    <a:pt x="7528613" y="2773584"/>
                  </a:lnTo>
                  <a:lnTo>
                    <a:pt x="7528800" y="2773651"/>
                  </a:lnTo>
                  <a:lnTo>
                    <a:pt x="7528987" y="2773844"/>
                  </a:lnTo>
                  <a:lnTo>
                    <a:pt x="7529174" y="2774183"/>
                  </a:lnTo>
                  <a:lnTo>
                    <a:pt x="7529361" y="2774522"/>
                  </a:lnTo>
                  <a:lnTo>
                    <a:pt x="7529547" y="2774860"/>
                  </a:lnTo>
                  <a:lnTo>
                    <a:pt x="7529734" y="2775197"/>
                  </a:lnTo>
                  <a:lnTo>
                    <a:pt x="7529921" y="2775535"/>
                  </a:lnTo>
                  <a:lnTo>
                    <a:pt x="7530108" y="2775798"/>
                  </a:lnTo>
                  <a:lnTo>
                    <a:pt x="7530295" y="2776067"/>
                  </a:lnTo>
                  <a:lnTo>
                    <a:pt x="7530482" y="2776422"/>
                  </a:lnTo>
                  <a:lnTo>
                    <a:pt x="7530669" y="2776813"/>
                  </a:lnTo>
                  <a:lnTo>
                    <a:pt x="7530856" y="2777355"/>
                  </a:lnTo>
                  <a:lnTo>
                    <a:pt x="7531043" y="2777758"/>
                  </a:lnTo>
                  <a:lnTo>
                    <a:pt x="7531230" y="2778260"/>
                  </a:lnTo>
                  <a:lnTo>
                    <a:pt x="7531417" y="2778462"/>
                  </a:lnTo>
                  <a:lnTo>
                    <a:pt x="7531604" y="2778524"/>
                  </a:lnTo>
                  <a:lnTo>
                    <a:pt x="7531791" y="2778708"/>
                  </a:lnTo>
                  <a:lnTo>
                    <a:pt x="7531977" y="2778937"/>
                  </a:lnTo>
                  <a:lnTo>
                    <a:pt x="7532164" y="2779472"/>
                  </a:lnTo>
                  <a:lnTo>
                    <a:pt x="7532351" y="2780029"/>
                  </a:lnTo>
                  <a:lnTo>
                    <a:pt x="7532538" y="2780621"/>
                  </a:lnTo>
                  <a:lnTo>
                    <a:pt x="7532725" y="2781317"/>
                  </a:lnTo>
                  <a:lnTo>
                    <a:pt x="7532912" y="2781859"/>
                  </a:lnTo>
                  <a:lnTo>
                    <a:pt x="7533099" y="2782333"/>
                  </a:lnTo>
                  <a:lnTo>
                    <a:pt x="7533286" y="2782418"/>
                  </a:lnTo>
                  <a:lnTo>
                    <a:pt x="7533473" y="2782477"/>
                  </a:lnTo>
                  <a:lnTo>
                    <a:pt x="7533660" y="2782493"/>
                  </a:lnTo>
                  <a:lnTo>
                    <a:pt x="7533847" y="2782348"/>
                  </a:lnTo>
                  <a:lnTo>
                    <a:pt x="7534034" y="2781980"/>
                  </a:lnTo>
                  <a:lnTo>
                    <a:pt x="7534220" y="2781547"/>
                  </a:lnTo>
                  <a:lnTo>
                    <a:pt x="7534407" y="2781085"/>
                  </a:lnTo>
                  <a:lnTo>
                    <a:pt x="7534594" y="2780534"/>
                  </a:lnTo>
                  <a:lnTo>
                    <a:pt x="7534781" y="2780130"/>
                  </a:lnTo>
                  <a:lnTo>
                    <a:pt x="7534968" y="2779467"/>
                  </a:lnTo>
                  <a:lnTo>
                    <a:pt x="7535155" y="2778744"/>
                  </a:lnTo>
                  <a:lnTo>
                    <a:pt x="7535342" y="2777987"/>
                  </a:lnTo>
                  <a:lnTo>
                    <a:pt x="7535529" y="2777164"/>
                  </a:lnTo>
                  <a:lnTo>
                    <a:pt x="7535716" y="2776259"/>
                  </a:lnTo>
                  <a:lnTo>
                    <a:pt x="7535903" y="2775371"/>
                  </a:lnTo>
                  <a:lnTo>
                    <a:pt x="7536090" y="2774583"/>
                  </a:lnTo>
                  <a:lnTo>
                    <a:pt x="7536277" y="2773822"/>
                  </a:lnTo>
                  <a:lnTo>
                    <a:pt x="7536464" y="2773019"/>
                  </a:lnTo>
                  <a:lnTo>
                    <a:pt x="7536650" y="2772358"/>
                  </a:lnTo>
                  <a:lnTo>
                    <a:pt x="7536837" y="2771796"/>
                  </a:lnTo>
                  <a:lnTo>
                    <a:pt x="7537024" y="2771272"/>
                  </a:lnTo>
                  <a:lnTo>
                    <a:pt x="7537211" y="2770740"/>
                  </a:lnTo>
                  <a:lnTo>
                    <a:pt x="7537398" y="2770344"/>
                  </a:lnTo>
                  <a:lnTo>
                    <a:pt x="7537585" y="2769948"/>
                  </a:lnTo>
                  <a:lnTo>
                    <a:pt x="7537772" y="2769724"/>
                  </a:lnTo>
                  <a:lnTo>
                    <a:pt x="7537959" y="2769842"/>
                  </a:lnTo>
                  <a:lnTo>
                    <a:pt x="7538146" y="2770145"/>
                  </a:lnTo>
                  <a:lnTo>
                    <a:pt x="7538333" y="2770626"/>
                  </a:lnTo>
                  <a:lnTo>
                    <a:pt x="7538520" y="2771374"/>
                  </a:lnTo>
                  <a:lnTo>
                    <a:pt x="7538707" y="2772077"/>
                  </a:lnTo>
                  <a:lnTo>
                    <a:pt x="7538894" y="2772694"/>
                  </a:lnTo>
                  <a:lnTo>
                    <a:pt x="7539080" y="2773357"/>
                  </a:lnTo>
                  <a:lnTo>
                    <a:pt x="7539267" y="2773996"/>
                  </a:lnTo>
                  <a:lnTo>
                    <a:pt x="7539454" y="2774724"/>
                  </a:lnTo>
                  <a:lnTo>
                    <a:pt x="7539641" y="2775487"/>
                  </a:lnTo>
                  <a:lnTo>
                    <a:pt x="7539828" y="2776250"/>
                  </a:lnTo>
                  <a:lnTo>
                    <a:pt x="7540015" y="2777107"/>
                  </a:lnTo>
                  <a:lnTo>
                    <a:pt x="7540202" y="2777537"/>
                  </a:lnTo>
                  <a:lnTo>
                    <a:pt x="7540389" y="2777872"/>
                  </a:lnTo>
                  <a:lnTo>
                    <a:pt x="7540576" y="2778092"/>
                  </a:lnTo>
                  <a:lnTo>
                    <a:pt x="7540763" y="2778057"/>
                  </a:lnTo>
                  <a:lnTo>
                    <a:pt x="7540950" y="2778011"/>
                  </a:lnTo>
                  <a:lnTo>
                    <a:pt x="7541137" y="2777941"/>
                  </a:lnTo>
                  <a:lnTo>
                    <a:pt x="7541323" y="2777970"/>
                  </a:lnTo>
                  <a:lnTo>
                    <a:pt x="7541510" y="2778240"/>
                  </a:lnTo>
                  <a:lnTo>
                    <a:pt x="7541697" y="2778594"/>
                  </a:lnTo>
                  <a:lnTo>
                    <a:pt x="7541884" y="2778942"/>
                  </a:lnTo>
                  <a:lnTo>
                    <a:pt x="7542071" y="2779321"/>
                  </a:lnTo>
                  <a:lnTo>
                    <a:pt x="7542258" y="2779695"/>
                  </a:lnTo>
                  <a:lnTo>
                    <a:pt x="7542445" y="2780102"/>
                  </a:lnTo>
                  <a:lnTo>
                    <a:pt x="7542632" y="2780435"/>
                  </a:lnTo>
                  <a:lnTo>
                    <a:pt x="7542819" y="2780769"/>
                  </a:lnTo>
                  <a:lnTo>
                    <a:pt x="7543006" y="2781153"/>
                  </a:lnTo>
                  <a:lnTo>
                    <a:pt x="7543193" y="2781535"/>
                  </a:lnTo>
                  <a:lnTo>
                    <a:pt x="7543380" y="2782087"/>
                  </a:lnTo>
                  <a:lnTo>
                    <a:pt x="7543567" y="2782684"/>
                  </a:lnTo>
                  <a:lnTo>
                    <a:pt x="7543753" y="2783255"/>
                  </a:lnTo>
                  <a:lnTo>
                    <a:pt x="7543940" y="2783975"/>
                  </a:lnTo>
                  <a:lnTo>
                    <a:pt x="7544127" y="2784493"/>
                  </a:lnTo>
                  <a:lnTo>
                    <a:pt x="7544314" y="2784984"/>
                  </a:lnTo>
                  <a:lnTo>
                    <a:pt x="7544501" y="2785195"/>
                  </a:lnTo>
                  <a:lnTo>
                    <a:pt x="7544688" y="2785457"/>
                  </a:lnTo>
                  <a:lnTo>
                    <a:pt x="7544875" y="2785757"/>
                  </a:lnTo>
                  <a:lnTo>
                    <a:pt x="7545062" y="2785736"/>
                  </a:lnTo>
                  <a:lnTo>
                    <a:pt x="7545249" y="2785641"/>
                  </a:lnTo>
                  <a:lnTo>
                    <a:pt x="7545436" y="2785559"/>
                  </a:lnTo>
                  <a:lnTo>
                    <a:pt x="7545623" y="2785333"/>
                  </a:lnTo>
                  <a:lnTo>
                    <a:pt x="7545810" y="2785009"/>
                  </a:lnTo>
                  <a:lnTo>
                    <a:pt x="7545997" y="2784507"/>
                  </a:lnTo>
                  <a:lnTo>
                    <a:pt x="7546183" y="2783781"/>
                  </a:lnTo>
                  <a:lnTo>
                    <a:pt x="7546370" y="2782966"/>
                  </a:lnTo>
                  <a:lnTo>
                    <a:pt x="7546557" y="2782109"/>
                  </a:lnTo>
                  <a:lnTo>
                    <a:pt x="7546744" y="2781163"/>
                  </a:lnTo>
                  <a:lnTo>
                    <a:pt x="7546931" y="2780163"/>
                  </a:lnTo>
                  <a:lnTo>
                    <a:pt x="7547118" y="2779326"/>
                  </a:lnTo>
                  <a:lnTo>
                    <a:pt x="7547305" y="2778477"/>
                  </a:lnTo>
                  <a:lnTo>
                    <a:pt x="7547492" y="2777768"/>
                  </a:lnTo>
                  <a:lnTo>
                    <a:pt x="7547679" y="2777003"/>
                  </a:lnTo>
                  <a:lnTo>
                    <a:pt x="7547866" y="2776527"/>
                  </a:lnTo>
                  <a:lnTo>
                    <a:pt x="7548053" y="2776058"/>
                  </a:lnTo>
                  <a:lnTo>
                    <a:pt x="7548240" y="2775546"/>
                  </a:lnTo>
                  <a:lnTo>
                    <a:pt x="7548426" y="2774885"/>
                  </a:lnTo>
                  <a:lnTo>
                    <a:pt x="7548613" y="2774171"/>
                  </a:lnTo>
                  <a:lnTo>
                    <a:pt x="7548800" y="2773257"/>
                  </a:lnTo>
                  <a:lnTo>
                    <a:pt x="7548987" y="2772458"/>
                  </a:lnTo>
                  <a:lnTo>
                    <a:pt x="7549174" y="2771753"/>
                  </a:lnTo>
                  <a:lnTo>
                    <a:pt x="7549361" y="2770999"/>
                  </a:lnTo>
                  <a:lnTo>
                    <a:pt x="7549548" y="2770250"/>
                  </a:lnTo>
                  <a:lnTo>
                    <a:pt x="7549735" y="2769311"/>
                  </a:lnTo>
                  <a:lnTo>
                    <a:pt x="7549922" y="2768003"/>
                  </a:lnTo>
                  <a:lnTo>
                    <a:pt x="7550109" y="2766796"/>
                  </a:lnTo>
                  <a:lnTo>
                    <a:pt x="7550296" y="2765351"/>
                  </a:lnTo>
                  <a:lnTo>
                    <a:pt x="7550483" y="2763799"/>
                  </a:lnTo>
                  <a:lnTo>
                    <a:pt x="7550670" y="2762025"/>
                  </a:lnTo>
                  <a:lnTo>
                    <a:pt x="7550856" y="2760128"/>
                  </a:lnTo>
                  <a:lnTo>
                    <a:pt x="7551043" y="2758713"/>
                  </a:lnTo>
                  <a:lnTo>
                    <a:pt x="7551230" y="2757381"/>
                  </a:lnTo>
                  <a:lnTo>
                    <a:pt x="7551417" y="2756407"/>
                  </a:lnTo>
                  <a:lnTo>
                    <a:pt x="7551604" y="2755630"/>
                  </a:lnTo>
                  <a:lnTo>
                    <a:pt x="7551791" y="2754782"/>
                  </a:lnTo>
                  <a:lnTo>
                    <a:pt x="7551978" y="2754034"/>
                  </a:lnTo>
                  <a:lnTo>
                    <a:pt x="7552165" y="2753206"/>
                  </a:lnTo>
                  <a:lnTo>
                    <a:pt x="7552352" y="2752421"/>
                  </a:lnTo>
                  <a:lnTo>
                    <a:pt x="7552539" y="2751601"/>
                  </a:lnTo>
                  <a:lnTo>
                    <a:pt x="7552726" y="2750873"/>
                  </a:lnTo>
                  <a:lnTo>
                    <a:pt x="7552913" y="2750190"/>
                  </a:lnTo>
                  <a:lnTo>
                    <a:pt x="7553099" y="2749581"/>
                  </a:lnTo>
                  <a:lnTo>
                    <a:pt x="7553286" y="2749173"/>
                  </a:lnTo>
                  <a:lnTo>
                    <a:pt x="7553473" y="2748869"/>
                  </a:lnTo>
                  <a:lnTo>
                    <a:pt x="7553660" y="2748601"/>
                  </a:lnTo>
                  <a:lnTo>
                    <a:pt x="7553847" y="2748302"/>
                  </a:lnTo>
                  <a:lnTo>
                    <a:pt x="7554034" y="2748246"/>
                  </a:lnTo>
                  <a:lnTo>
                    <a:pt x="7554221" y="2748189"/>
                  </a:lnTo>
                  <a:lnTo>
                    <a:pt x="7554408" y="2748213"/>
                  </a:lnTo>
                  <a:lnTo>
                    <a:pt x="7554595" y="2748225"/>
                  </a:lnTo>
                  <a:lnTo>
                    <a:pt x="7554782" y="2748089"/>
                  </a:lnTo>
                  <a:lnTo>
                    <a:pt x="7554969" y="2748188"/>
                  </a:lnTo>
                  <a:lnTo>
                    <a:pt x="7555156" y="2748302"/>
                  </a:lnTo>
                  <a:lnTo>
                    <a:pt x="7555343" y="2748291"/>
                  </a:lnTo>
                  <a:lnTo>
                    <a:pt x="7555529" y="2748134"/>
                  </a:lnTo>
                  <a:lnTo>
                    <a:pt x="7555716" y="2747819"/>
                  </a:lnTo>
                  <a:lnTo>
                    <a:pt x="7555903" y="2746755"/>
                  </a:lnTo>
                  <a:lnTo>
                    <a:pt x="7556090" y="2745808"/>
                  </a:lnTo>
                  <a:lnTo>
                    <a:pt x="7556277" y="2744814"/>
                  </a:lnTo>
                  <a:lnTo>
                    <a:pt x="7556464" y="2743933"/>
                  </a:lnTo>
                  <a:lnTo>
                    <a:pt x="7556651" y="2742613"/>
                  </a:lnTo>
                  <a:lnTo>
                    <a:pt x="7556838" y="2740845"/>
                  </a:lnTo>
                  <a:lnTo>
                    <a:pt x="7557025" y="2738924"/>
                  </a:lnTo>
                  <a:lnTo>
                    <a:pt x="7557212" y="2737097"/>
                  </a:lnTo>
                  <a:lnTo>
                    <a:pt x="7557399" y="2735337"/>
                  </a:lnTo>
                  <a:lnTo>
                    <a:pt x="7557586" y="2733563"/>
                  </a:lnTo>
                  <a:lnTo>
                    <a:pt x="7557773" y="2732206"/>
                  </a:lnTo>
                  <a:lnTo>
                    <a:pt x="7557959" y="2730848"/>
                  </a:lnTo>
                  <a:lnTo>
                    <a:pt x="7558146" y="2729569"/>
                  </a:lnTo>
                  <a:lnTo>
                    <a:pt x="7558333" y="2728346"/>
                  </a:lnTo>
                  <a:lnTo>
                    <a:pt x="7558520" y="2726900"/>
                  </a:lnTo>
                  <a:lnTo>
                    <a:pt x="7558707" y="2725601"/>
                  </a:lnTo>
                  <a:lnTo>
                    <a:pt x="7558894" y="2724642"/>
                  </a:lnTo>
                  <a:lnTo>
                    <a:pt x="7559081" y="2723554"/>
                  </a:lnTo>
                  <a:lnTo>
                    <a:pt x="7559268" y="2722429"/>
                  </a:lnTo>
                  <a:lnTo>
                    <a:pt x="7559455" y="2721721"/>
                  </a:lnTo>
                  <a:lnTo>
                    <a:pt x="7559642" y="2721307"/>
                  </a:lnTo>
                  <a:lnTo>
                    <a:pt x="7559829" y="2721144"/>
                  </a:lnTo>
                  <a:lnTo>
                    <a:pt x="7560016" y="2721499"/>
                  </a:lnTo>
                  <a:lnTo>
                    <a:pt x="7560202" y="2722168"/>
                  </a:lnTo>
                  <a:lnTo>
                    <a:pt x="7560389" y="2722908"/>
                  </a:lnTo>
                  <a:lnTo>
                    <a:pt x="7560576" y="2723486"/>
                  </a:lnTo>
                  <a:lnTo>
                    <a:pt x="7560763" y="2724259"/>
                  </a:lnTo>
                  <a:lnTo>
                    <a:pt x="7560950" y="2725111"/>
                  </a:lnTo>
                  <a:lnTo>
                    <a:pt x="7561137" y="2725884"/>
                  </a:lnTo>
                  <a:lnTo>
                    <a:pt x="7561324" y="2726667"/>
                  </a:lnTo>
                  <a:lnTo>
                    <a:pt x="7561511" y="2727245"/>
                  </a:lnTo>
                  <a:lnTo>
                    <a:pt x="7561698" y="2728144"/>
                  </a:lnTo>
                  <a:lnTo>
                    <a:pt x="7561885" y="2728972"/>
                  </a:lnTo>
                  <a:lnTo>
                    <a:pt x="7562072" y="2729845"/>
                  </a:lnTo>
                  <a:lnTo>
                    <a:pt x="7562259" y="2730905"/>
                  </a:lnTo>
                  <a:lnTo>
                    <a:pt x="7562446" y="2732060"/>
                  </a:lnTo>
                  <a:lnTo>
                    <a:pt x="7562632" y="2733337"/>
                  </a:lnTo>
                  <a:lnTo>
                    <a:pt x="7562819" y="2734412"/>
                  </a:lnTo>
                  <a:lnTo>
                    <a:pt x="7563006" y="2735414"/>
                  </a:lnTo>
                  <a:lnTo>
                    <a:pt x="7563193" y="2736330"/>
                  </a:lnTo>
                  <a:lnTo>
                    <a:pt x="7563380" y="2737419"/>
                  </a:lnTo>
                  <a:lnTo>
                    <a:pt x="7563567" y="2738587"/>
                  </a:lnTo>
                  <a:lnTo>
                    <a:pt x="7563754" y="2739878"/>
                  </a:lnTo>
                  <a:lnTo>
                    <a:pt x="7563941" y="2741243"/>
                  </a:lnTo>
                  <a:lnTo>
                    <a:pt x="7564128" y="2742358"/>
                  </a:lnTo>
                  <a:lnTo>
                    <a:pt x="7564315" y="2743611"/>
                  </a:lnTo>
                  <a:lnTo>
                    <a:pt x="7564502" y="2744645"/>
                  </a:lnTo>
                  <a:lnTo>
                    <a:pt x="7564689" y="2745677"/>
                  </a:lnTo>
                  <a:lnTo>
                    <a:pt x="7564875" y="2746541"/>
                  </a:lnTo>
                  <a:lnTo>
                    <a:pt x="7565062" y="2747113"/>
                  </a:lnTo>
                  <a:lnTo>
                    <a:pt x="7565249" y="2747609"/>
                  </a:lnTo>
                  <a:lnTo>
                    <a:pt x="7565436" y="2747918"/>
                  </a:lnTo>
                  <a:lnTo>
                    <a:pt x="7565623" y="2748183"/>
                  </a:lnTo>
                  <a:lnTo>
                    <a:pt x="7565810" y="2748448"/>
                  </a:lnTo>
                  <a:lnTo>
                    <a:pt x="7565997" y="2748703"/>
                  </a:lnTo>
                  <a:lnTo>
                    <a:pt x="7566184" y="2748751"/>
                  </a:lnTo>
                  <a:lnTo>
                    <a:pt x="7566371" y="2748601"/>
                  </a:lnTo>
                  <a:lnTo>
                    <a:pt x="7566558" y="2747951"/>
                  </a:lnTo>
                  <a:lnTo>
                    <a:pt x="7566745" y="2747222"/>
                  </a:lnTo>
                  <a:lnTo>
                    <a:pt x="7566932" y="2746495"/>
                  </a:lnTo>
                  <a:lnTo>
                    <a:pt x="7567119" y="2745715"/>
                  </a:lnTo>
                  <a:lnTo>
                    <a:pt x="7567305" y="2744921"/>
                  </a:lnTo>
                  <a:lnTo>
                    <a:pt x="7567492" y="2744037"/>
                  </a:lnTo>
                  <a:lnTo>
                    <a:pt x="7567679" y="2743192"/>
                  </a:lnTo>
                  <a:lnTo>
                    <a:pt x="7567866" y="2742388"/>
                  </a:lnTo>
                  <a:lnTo>
                    <a:pt x="7568053" y="2741481"/>
                  </a:lnTo>
                  <a:lnTo>
                    <a:pt x="7568240" y="2740609"/>
                  </a:lnTo>
                  <a:lnTo>
                    <a:pt x="7568427" y="2739905"/>
                  </a:lnTo>
                  <a:lnTo>
                    <a:pt x="7568614" y="2739201"/>
                  </a:lnTo>
                  <a:lnTo>
                    <a:pt x="7568801" y="2738458"/>
                  </a:lnTo>
                  <a:lnTo>
                    <a:pt x="7568988" y="2737804"/>
                  </a:lnTo>
                  <a:lnTo>
                    <a:pt x="7569175" y="2737194"/>
                  </a:lnTo>
                  <a:lnTo>
                    <a:pt x="7569362" y="2736858"/>
                  </a:lnTo>
                  <a:lnTo>
                    <a:pt x="7569549" y="2736439"/>
                  </a:lnTo>
                  <a:lnTo>
                    <a:pt x="7569735" y="2736007"/>
                  </a:lnTo>
                  <a:lnTo>
                    <a:pt x="7569922" y="2735578"/>
                  </a:lnTo>
                  <a:lnTo>
                    <a:pt x="7570109" y="2735359"/>
                  </a:lnTo>
                  <a:lnTo>
                    <a:pt x="7570296" y="2735473"/>
                  </a:lnTo>
                  <a:lnTo>
                    <a:pt x="7570483" y="2735619"/>
                  </a:lnTo>
                  <a:lnTo>
                    <a:pt x="7570670" y="2735779"/>
                  </a:lnTo>
                  <a:lnTo>
                    <a:pt x="7570857" y="2736065"/>
                  </a:lnTo>
                  <a:lnTo>
                    <a:pt x="7571044" y="2736125"/>
                  </a:lnTo>
                  <a:lnTo>
                    <a:pt x="7571231" y="2736345"/>
                  </a:lnTo>
                  <a:lnTo>
                    <a:pt x="7571418" y="2736800"/>
                  </a:lnTo>
                  <a:lnTo>
                    <a:pt x="7571605" y="2737276"/>
                  </a:lnTo>
                  <a:lnTo>
                    <a:pt x="7571792" y="2737832"/>
                  </a:lnTo>
                  <a:lnTo>
                    <a:pt x="7571978" y="2738376"/>
                  </a:lnTo>
                  <a:lnTo>
                    <a:pt x="7572165" y="2738499"/>
                  </a:lnTo>
                  <a:lnTo>
                    <a:pt x="7572352" y="2738736"/>
                  </a:lnTo>
                  <a:lnTo>
                    <a:pt x="7572539" y="2738932"/>
                  </a:lnTo>
                  <a:lnTo>
                    <a:pt x="7572726" y="2739221"/>
                  </a:lnTo>
                  <a:lnTo>
                    <a:pt x="7572913" y="2739272"/>
                  </a:lnTo>
                  <a:lnTo>
                    <a:pt x="7573100" y="2739202"/>
                  </a:lnTo>
                  <a:lnTo>
                    <a:pt x="7573287" y="2739256"/>
                  </a:lnTo>
                  <a:lnTo>
                    <a:pt x="7573474" y="2739222"/>
                  </a:lnTo>
                  <a:lnTo>
                    <a:pt x="7573661" y="2739201"/>
                  </a:lnTo>
                  <a:lnTo>
                    <a:pt x="7573848" y="2739330"/>
                  </a:lnTo>
                  <a:lnTo>
                    <a:pt x="7574035" y="2739423"/>
                  </a:lnTo>
                  <a:lnTo>
                    <a:pt x="7574222" y="2739380"/>
                  </a:lnTo>
                  <a:lnTo>
                    <a:pt x="7574408" y="2739366"/>
                  </a:lnTo>
                  <a:lnTo>
                    <a:pt x="7574595" y="2739360"/>
                  </a:lnTo>
                  <a:lnTo>
                    <a:pt x="7574782" y="2739217"/>
                  </a:lnTo>
                  <a:lnTo>
                    <a:pt x="7574969" y="2739163"/>
                  </a:lnTo>
                  <a:lnTo>
                    <a:pt x="7575156" y="2738945"/>
                  </a:lnTo>
                  <a:lnTo>
                    <a:pt x="7575343" y="2738605"/>
                  </a:lnTo>
                  <a:lnTo>
                    <a:pt x="7575530" y="2738192"/>
                  </a:lnTo>
                  <a:lnTo>
                    <a:pt x="7575717" y="2737941"/>
                  </a:lnTo>
                  <a:lnTo>
                    <a:pt x="7575904" y="2737622"/>
                  </a:lnTo>
                  <a:lnTo>
                    <a:pt x="7576091" y="2737384"/>
                  </a:lnTo>
                  <a:lnTo>
                    <a:pt x="7576278" y="2737151"/>
                  </a:lnTo>
                  <a:lnTo>
                    <a:pt x="7576465" y="2736852"/>
                  </a:lnTo>
                  <a:lnTo>
                    <a:pt x="7576652" y="2736627"/>
                  </a:lnTo>
                  <a:lnTo>
                    <a:pt x="7576838" y="2736303"/>
                  </a:lnTo>
                  <a:lnTo>
                    <a:pt x="7577025" y="2735947"/>
                  </a:lnTo>
                  <a:lnTo>
                    <a:pt x="7577212" y="2735591"/>
                  </a:lnTo>
                  <a:lnTo>
                    <a:pt x="7577399" y="2735109"/>
                  </a:lnTo>
                  <a:lnTo>
                    <a:pt x="7577586" y="2734477"/>
                  </a:lnTo>
                  <a:lnTo>
                    <a:pt x="7577773" y="2733909"/>
                  </a:lnTo>
                  <a:lnTo>
                    <a:pt x="7577960" y="2733462"/>
                  </a:lnTo>
                  <a:lnTo>
                    <a:pt x="7578147" y="2732769"/>
                  </a:lnTo>
                  <a:lnTo>
                    <a:pt x="7578334" y="2732152"/>
                  </a:lnTo>
                  <a:lnTo>
                    <a:pt x="7578521" y="2731563"/>
                  </a:lnTo>
                  <a:lnTo>
                    <a:pt x="7578708" y="2731072"/>
                  </a:lnTo>
                  <a:lnTo>
                    <a:pt x="7578895" y="2730528"/>
                  </a:lnTo>
                  <a:lnTo>
                    <a:pt x="7579081" y="2729815"/>
                  </a:lnTo>
                  <a:lnTo>
                    <a:pt x="7579268" y="2729247"/>
                  </a:lnTo>
                  <a:lnTo>
                    <a:pt x="7579455" y="2728548"/>
                  </a:lnTo>
                  <a:lnTo>
                    <a:pt x="7579642" y="2727815"/>
                  </a:lnTo>
                  <a:lnTo>
                    <a:pt x="7579829" y="2726987"/>
                  </a:lnTo>
                  <a:lnTo>
                    <a:pt x="7580016" y="2726236"/>
                  </a:lnTo>
                  <a:lnTo>
                    <a:pt x="7580203" y="2725485"/>
                  </a:lnTo>
                  <a:lnTo>
                    <a:pt x="7580390" y="2724733"/>
                  </a:lnTo>
                  <a:lnTo>
                    <a:pt x="7580577" y="2724010"/>
                  </a:lnTo>
                  <a:lnTo>
                    <a:pt x="7580764" y="2723124"/>
                  </a:lnTo>
                  <a:lnTo>
                    <a:pt x="7580951" y="2722500"/>
                  </a:lnTo>
                  <a:lnTo>
                    <a:pt x="7581138" y="2721797"/>
                  </a:lnTo>
                  <a:lnTo>
                    <a:pt x="7581325" y="2720999"/>
                  </a:lnTo>
                  <a:lnTo>
                    <a:pt x="7581511" y="2720316"/>
                  </a:lnTo>
                  <a:lnTo>
                    <a:pt x="7581698" y="2719764"/>
                  </a:lnTo>
                  <a:lnTo>
                    <a:pt x="7581885" y="2719220"/>
                  </a:lnTo>
                  <a:lnTo>
                    <a:pt x="7582072" y="2718741"/>
                  </a:lnTo>
                  <a:lnTo>
                    <a:pt x="7582259" y="2718472"/>
                  </a:lnTo>
                  <a:lnTo>
                    <a:pt x="7582446" y="2718402"/>
                  </a:lnTo>
                  <a:lnTo>
                    <a:pt x="7582633" y="2718392"/>
                  </a:lnTo>
                  <a:lnTo>
                    <a:pt x="7582820" y="2718195"/>
                  </a:lnTo>
                  <a:lnTo>
                    <a:pt x="7583007" y="2717888"/>
                  </a:lnTo>
                  <a:lnTo>
                    <a:pt x="7583194" y="2717471"/>
                  </a:lnTo>
                  <a:lnTo>
                    <a:pt x="7583381" y="2716964"/>
                  </a:lnTo>
                  <a:lnTo>
                    <a:pt x="7583568" y="2716649"/>
                  </a:lnTo>
                  <a:lnTo>
                    <a:pt x="7583754" y="2716448"/>
                  </a:lnTo>
                  <a:lnTo>
                    <a:pt x="7583941" y="2716460"/>
                  </a:lnTo>
                  <a:lnTo>
                    <a:pt x="7584128" y="2716371"/>
                  </a:lnTo>
                  <a:lnTo>
                    <a:pt x="7584315" y="2716302"/>
                  </a:lnTo>
                  <a:lnTo>
                    <a:pt x="7584502" y="2716220"/>
                  </a:lnTo>
                  <a:lnTo>
                    <a:pt x="7584689" y="2716365"/>
                  </a:lnTo>
                  <a:lnTo>
                    <a:pt x="7584876" y="2716345"/>
                  </a:lnTo>
                  <a:lnTo>
                    <a:pt x="7585063" y="2716168"/>
                  </a:lnTo>
                  <a:lnTo>
                    <a:pt x="7585250" y="2716208"/>
                  </a:lnTo>
                  <a:lnTo>
                    <a:pt x="7585437" y="2716236"/>
                  </a:lnTo>
                  <a:lnTo>
                    <a:pt x="7585624" y="2716354"/>
                  </a:lnTo>
                  <a:lnTo>
                    <a:pt x="7585811" y="2716606"/>
                  </a:lnTo>
                  <a:lnTo>
                    <a:pt x="7585998" y="2716935"/>
                  </a:lnTo>
                  <a:lnTo>
                    <a:pt x="7586184" y="2717508"/>
                  </a:lnTo>
                  <a:lnTo>
                    <a:pt x="7586371" y="2718164"/>
                  </a:lnTo>
                  <a:lnTo>
                    <a:pt x="7586558" y="2718800"/>
                  </a:lnTo>
                  <a:lnTo>
                    <a:pt x="7586745" y="2719499"/>
                  </a:lnTo>
                  <a:lnTo>
                    <a:pt x="7586932" y="2720539"/>
                  </a:lnTo>
                  <a:lnTo>
                    <a:pt x="7587119" y="2721769"/>
                  </a:lnTo>
                  <a:lnTo>
                    <a:pt x="7587306" y="2723121"/>
                  </a:lnTo>
                  <a:lnTo>
                    <a:pt x="7587493" y="2724351"/>
                  </a:lnTo>
                  <a:lnTo>
                    <a:pt x="7587680" y="2725692"/>
                  </a:lnTo>
                  <a:lnTo>
                    <a:pt x="7587867" y="2727114"/>
                  </a:lnTo>
                  <a:lnTo>
                    <a:pt x="7588054" y="2728662"/>
                  </a:lnTo>
                  <a:lnTo>
                    <a:pt x="7588241" y="2730245"/>
                  </a:lnTo>
                  <a:lnTo>
                    <a:pt x="7588428" y="2731424"/>
                  </a:lnTo>
                  <a:lnTo>
                    <a:pt x="7588614" y="2732552"/>
                  </a:lnTo>
                  <a:lnTo>
                    <a:pt x="7588801" y="2733322"/>
                  </a:lnTo>
                  <a:lnTo>
                    <a:pt x="7588988" y="2733992"/>
                  </a:lnTo>
                  <a:lnTo>
                    <a:pt x="7589175" y="2734732"/>
                  </a:lnTo>
                  <a:lnTo>
                    <a:pt x="7589362" y="2735331"/>
                  </a:lnTo>
                  <a:lnTo>
                    <a:pt x="7589549" y="2736023"/>
                  </a:lnTo>
                  <a:lnTo>
                    <a:pt x="7589736" y="2736517"/>
                  </a:lnTo>
                  <a:lnTo>
                    <a:pt x="7589923" y="2736958"/>
                  </a:lnTo>
                  <a:lnTo>
                    <a:pt x="7590110" y="2737414"/>
                  </a:lnTo>
                  <a:lnTo>
                    <a:pt x="7590297" y="2737978"/>
                  </a:lnTo>
                  <a:lnTo>
                    <a:pt x="7590484" y="2738537"/>
                  </a:lnTo>
                  <a:lnTo>
                    <a:pt x="7590671" y="2739104"/>
                  </a:lnTo>
                  <a:lnTo>
                    <a:pt x="7590857" y="2739471"/>
                  </a:lnTo>
                  <a:lnTo>
                    <a:pt x="7591044" y="2740005"/>
                  </a:lnTo>
                  <a:lnTo>
                    <a:pt x="7591231" y="2740450"/>
                  </a:lnTo>
                  <a:lnTo>
                    <a:pt x="7591418" y="2740619"/>
                  </a:lnTo>
                  <a:lnTo>
                    <a:pt x="7591605" y="2740858"/>
                  </a:lnTo>
                  <a:lnTo>
                    <a:pt x="7591792" y="2741090"/>
                  </a:lnTo>
                  <a:lnTo>
                    <a:pt x="7591979" y="2741333"/>
                  </a:lnTo>
                  <a:lnTo>
                    <a:pt x="7592166" y="2741709"/>
                  </a:lnTo>
                  <a:lnTo>
                    <a:pt x="7592353" y="2741747"/>
                  </a:lnTo>
                  <a:lnTo>
                    <a:pt x="7592540" y="2741881"/>
                  </a:lnTo>
                  <a:lnTo>
                    <a:pt x="7592727" y="2742047"/>
                  </a:lnTo>
                  <a:lnTo>
                    <a:pt x="7592914" y="2742335"/>
                  </a:lnTo>
                  <a:lnTo>
                    <a:pt x="7593101" y="2742704"/>
                  </a:lnTo>
                  <a:lnTo>
                    <a:pt x="7593287" y="2743820"/>
                  </a:lnTo>
                  <a:lnTo>
                    <a:pt x="7593474" y="2744804"/>
                  </a:lnTo>
                  <a:lnTo>
                    <a:pt x="7593661" y="2745893"/>
                  </a:lnTo>
                  <a:lnTo>
                    <a:pt x="7593848" y="2746965"/>
                  </a:lnTo>
                  <a:lnTo>
                    <a:pt x="7594035" y="2748576"/>
                  </a:lnTo>
                  <a:lnTo>
                    <a:pt x="7594222" y="2750605"/>
                  </a:lnTo>
                  <a:lnTo>
                    <a:pt x="7594409" y="2752714"/>
                  </a:lnTo>
                  <a:lnTo>
                    <a:pt x="7594596" y="2754649"/>
                  </a:lnTo>
                  <a:lnTo>
                    <a:pt x="7594783" y="2756453"/>
                  </a:lnTo>
                  <a:lnTo>
                    <a:pt x="7594970" y="2758346"/>
                  </a:lnTo>
                  <a:lnTo>
                    <a:pt x="7595157" y="2759967"/>
                  </a:lnTo>
                  <a:lnTo>
                    <a:pt x="7595344" y="2761527"/>
                  </a:lnTo>
                  <a:lnTo>
                    <a:pt x="7595531" y="2763033"/>
                  </a:lnTo>
                  <a:lnTo>
                    <a:pt x="7595717" y="2764509"/>
                  </a:lnTo>
                  <a:lnTo>
                    <a:pt x="7595904" y="2766316"/>
                  </a:lnTo>
                  <a:lnTo>
                    <a:pt x="7596091" y="2767825"/>
                  </a:lnTo>
                  <a:lnTo>
                    <a:pt x="7596278" y="2769178"/>
                  </a:lnTo>
                  <a:lnTo>
                    <a:pt x="7596465" y="2770444"/>
                  </a:lnTo>
                  <a:lnTo>
                    <a:pt x="7596652" y="2771579"/>
                  </a:lnTo>
                  <a:lnTo>
                    <a:pt x="7596839" y="2772260"/>
                  </a:lnTo>
                  <a:lnTo>
                    <a:pt x="7597026" y="2772674"/>
                  </a:lnTo>
                  <a:lnTo>
                    <a:pt x="7597213" y="2772697"/>
                  </a:lnTo>
                  <a:lnTo>
                    <a:pt x="7597400" y="2772493"/>
                  </a:lnTo>
                  <a:lnTo>
                    <a:pt x="7597587" y="2772094"/>
                  </a:lnTo>
                  <a:lnTo>
                    <a:pt x="7597774" y="2771732"/>
                  </a:lnTo>
                  <a:lnTo>
                    <a:pt x="7597960" y="2771376"/>
                  </a:lnTo>
                  <a:lnTo>
                    <a:pt x="7598147" y="2770807"/>
                  </a:lnTo>
                  <a:lnTo>
                    <a:pt x="7598334" y="2769998"/>
                  </a:lnTo>
                  <a:lnTo>
                    <a:pt x="7598521" y="2769224"/>
                  </a:lnTo>
                  <a:lnTo>
                    <a:pt x="7598708" y="2768527"/>
                  </a:lnTo>
                  <a:lnTo>
                    <a:pt x="7598895" y="2767808"/>
                  </a:lnTo>
                  <a:lnTo>
                    <a:pt x="7599082" y="2766903"/>
                  </a:lnTo>
                  <a:lnTo>
                    <a:pt x="7599269" y="2765999"/>
                  </a:lnTo>
                  <a:lnTo>
                    <a:pt x="7599456" y="2765233"/>
                  </a:lnTo>
                  <a:lnTo>
                    <a:pt x="7599643" y="2764387"/>
                  </a:lnTo>
                  <a:lnTo>
                    <a:pt x="7599830" y="2763443"/>
                  </a:lnTo>
                  <a:lnTo>
                    <a:pt x="7600017" y="2762534"/>
                  </a:lnTo>
                  <a:lnTo>
                    <a:pt x="7600204" y="2761689"/>
                  </a:lnTo>
                  <a:lnTo>
                    <a:pt x="7600390" y="2760703"/>
                  </a:lnTo>
                  <a:lnTo>
                    <a:pt x="7600577" y="2759826"/>
                  </a:lnTo>
                  <a:lnTo>
                    <a:pt x="7600764" y="2759079"/>
                  </a:lnTo>
                  <a:lnTo>
                    <a:pt x="7600951" y="2758312"/>
                  </a:lnTo>
                  <a:lnTo>
                    <a:pt x="7601138" y="2757796"/>
                  </a:lnTo>
                  <a:lnTo>
                    <a:pt x="7601325" y="2757238"/>
                  </a:lnTo>
                  <a:lnTo>
                    <a:pt x="7601512" y="2756560"/>
                  </a:lnTo>
                  <a:lnTo>
                    <a:pt x="7601699" y="2755840"/>
                  </a:lnTo>
                  <a:lnTo>
                    <a:pt x="7601886" y="2754950"/>
                  </a:lnTo>
                  <a:lnTo>
                    <a:pt x="7602073" y="2753980"/>
                  </a:lnTo>
                  <a:lnTo>
                    <a:pt x="7602260" y="2753120"/>
                  </a:lnTo>
                  <a:lnTo>
                    <a:pt x="7602447" y="2752256"/>
                  </a:lnTo>
                  <a:lnTo>
                    <a:pt x="7602633" y="2751541"/>
                  </a:lnTo>
                  <a:lnTo>
                    <a:pt x="7602820" y="2750862"/>
                  </a:lnTo>
                  <a:lnTo>
                    <a:pt x="7603007" y="2750386"/>
                  </a:lnTo>
                  <a:lnTo>
                    <a:pt x="7603194" y="2749953"/>
                  </a:lnTo>
                  <a:lnTo>
                    <a:pt x="7603381" y="2749529"/>
                  </a:lnTo>
                  <a:lnTo>
                    <a:pt x="7603568" y="2749131"/>
                  </a:lnTo>
                  <a:lnTo>
                    <a:pt x="7603755" y="2748808"/>
                  </a:lnTo>
                  <a:lnTo>
                    <a:pt x="7603942" y="2748837"/>
                  </a:lnTo>
                  <a:lnTo>
                    <a:pt x="7604129" y="2749090"/>
                  </a:lnTo>
                  <a:lnTo>
                    <a:pt x="7604316" y="2749592"/>
                  </a:lnTo>
                  <a:lnTo>
                    <a:pt x="7604503" y="2750254"/>
                  </a:lnTo>
                  <a:lnTo>
                    <a:pt x="7604690" y="2750968"/>
                  </a:lnTo>
                  <a:lnTo>
                    <a:pt x="7604877" y="2751846"/>
                  </a:lnTo>
                  <a:lnTo>
                    <a:pt x="7605063" y="2752585"/>
                  </a:lnTo>
                  <a:lnTo>
                    <a:pt x="7605250" y="2753301"/>
                  </a:lnTo>
                  <a:lnTo>
                    <a:pt x="7605437" y="2754209"/>
                  </a:lnTo>
                  <a:lnTo>
                    <a:pt x="7605624" y="2755204"/>
                  </a:lnTo>
                  <a:lnTo>
                    <a:pt x="7605811" y="2756097"/>
                  </a:lnTo>
                  <a:lnTo>
                    <a:pt x="7605998" y="2757053"/>
                  </a:lnTo>
                  <a:lnTo>
                    <a:pt x="7606185" y="2757971"/>
                  </a:lnTo>
                  <a:lnTo>
                    <a:pt x="7606372" y="2758976"/>
                  </a:lnTo>
                  <a:lnTo>
                    <a:pt x="7606559" y="2759938"/>
                  </a:lnTo>
                  <a:lnTo>
                    <a:pt x="7606746" y="2760749"/>
                  </a:lnTo>
                  <a:lnTo>
                    <a:pt x="7606933" y="2761503"/>
                  </a:lnTo>
                  <a:lnTo>
                    <a:pt x="7607120" y="2762344"/>
                  </a:lnTo>
                  <a:lnTo>
                    <a:pt x="7607307" y="2763147"/>
                  </a:lnTo>
                  <a:lnTo>
                    <a:pt x="7607493" y="2763838"/>
                  </a:lnTo>
                  <a:lnTo>
                    <a:pt x="7607680" y="2764283"/>
                  </a:lnTo>
                  <a:lnTo>
                    <a:pt x="7607867" y="2764734"/>
                  </a:lnTo>
                  <a:lnTo>
                    <a:pt x="7608054" y="2765172"/>
                  </a:lnTo>
                  <a:lnTo>
                    <a:pt x="7608241" y="2765394"/>
                  </a:lnTo>
                  <a:lnTo>
                    <a:pt x="7608428" y="2765826"/>
                  </a:lnTo>
                  <a:lnTo>
                    <a:pt x="7608615" y="2766297"/>
                  </a:lnTo>
                  <a:lnTo>
                    <a:pt x="7608802" y="2766791"/>
                  </a:lnTo>
                  <a:lnTo>
                    <a:pt x="7608989" y="2767441"/>
                  </a:lnTo>
                  <a:lnTo>
                    <a:pt x="7609176" y="2768039"/>
                  </a:lnTo>
                  <a:lnTo>
                    <a:pt x="7609363" y="2768673"/>
                  </a:lnTo>
                  <a:lnTo>
                    <a:pt x="7609550" y="2769352"/>
                  </a:lnTo>
                  <a:lnTo>
                    <a:pt x="7609736" y="2769959"/>
                  </a:lnTo>
                  <a:lnTo>
                    <a:pt x="7609923" y="2770649"/>
                  </a:lnTo>
                  <a:lnTo>
                    <a:pt x="7610110" y="2771153"/>
                  </a:lnTo>
                  <a:lnTo>
                    <a:pt x="7610297" y="2771790"/>
                  </a:lnTo>
                  <a:lnTo>
                    <a:pt x="7610484" y="2772570"/>
                  </a:lnTo>
                  <a:lnTo>
                    <a:pt x="7610671" y="2773238"/>
                  </a:lnTo>
                  <a:lnTo>
                    <a:pt x="7610858" y="2773904"/>
                  </a:lnTo>
                  <a:lnTo>
                    <a:pt x="7611045" y="2774564"/>
                  </a:lnTo>
                  <a:lnTo>
                    <a:pt x="7611232" y="2775081"/>
                  </a:lnTo>
                  <a:lnTo>
                    <a:pt x="7611419" y="2775511"/>
                  </a:lnTo>
                  <a:lnTo>
                    <a:pt x="7611606" y="2775859"/>
                  </a:lnTo>
                  <a:lnTo>
                    <a:pt x="7611793" y="2775901"/>
                  </a:lnTo>
                  <a:lnTo>
                    <a:pt x="7611980" y="2775922"/>
                  </a:lnTo>
                  <a:lnTo>
                    <a:pt x="7612166" y="2775771"/>
                  </a:lnTo>
                  <a:lnTo>
                    <a:pt x="7612353" y="2775517"/>
                  </a:lnTo>
                  <a:lnTo>
                    <a:pt x="7612540" y="2775216"/>
                  </a:lnTo>
                  <a:lnTo>
                    <a:pt x="7612727" y="2774871"/>
                  </a:lnTo>
                  <a:lnTo>
                    <a:pt x="7612914" y="2774541"/>
                  </a:lnTo>
                  <a:lnTo>
                    <a:pt x="7613101" y="2774017"/>
                  </a:lnTo>
                  <a:lnTo>
                    <a:pt x="7613288" y="2773417"/>
                  </a:lnTo>
                  <a:lnTo>
                    <a:pt x="7613475" y="2772792"/>
                  </a:lnTo>
                  <a:lnTo>
                    <a:pt x="7613662" y="2772307"/>
                  </a:lnTo>
                  <a:lnTo>
                    <a:pt x="7613849" y="2771780"/>
                  </a:lnTo>
                  <a:lnTo>
                    <a:pt x="7614036" y="2771212"/>
                  </a:lnTo>
                  <a:lnTo>
                    <a:pt x="7614223" y="2770846"/>
                  </a:lnTo>
                  <a:lnTo>
                    <a:pt x="7614410" y="2770519"/>
                  </a:lnTo>
                  <a:lnTo>
                    <a:pt x="7614596" y="2770296"/>
                  </a:lnTo>
                  <a:lnTo>
                    <a:pt x="7614783" y="2770069"/>
                  </a:lnTo>
                  <a:lnTo>
                    <a:pt x="7614970" y="2769996"/>
                  </a:lnTo>
                  <a:lnTo>
                    <a:pt x="7615157" y="2770052"/>
                  </a:lnTo>
                  <a:lnTo>
                    <a:pt x="7615344" y="2770231"/>
                  </a:lnTo>
                  <a:lnTo>
                    <a:pt x="7615531" y="2770732"/>
                  </a:lnTo>
                  <a:lnTo>
                    <a:pt x="7615718" y="2771091"/>
                  </a:lnTo>
                  <a:lnTo>
                    <a:pt x="7615905" y="2771431"/>
                  </a:lnTo>
                  <a:lnTo>
                    <a:pt x="7616092" y="2771702"/>
                  </a:lnTo>
                  <a:lnTo>
                    <a:pt x="7616279" y="2771886"/>
                  </a:lnTo>
                  <a:lnTo>
                    <a:pt x="7616466" y="2772151"/>
                  </a:lnTo>
                  <a:lnTo>
                    <a:pt x="7616653" y="2772289"/>
                  </a:lnTo>
                  <a:lnTo>
                    <a:pt x="7616839" y="2772434"/>
                  </a:lnTo>
                  <a:lnTo>
                    <a:pt x="7617026" y="2772597"/>
                  </a:lnTo>
                  <a:lnTo>
                    <a:pt x="7617213" y="2772870"/>
                  </a:lnTo>
                  <a:lnTo>
                    <a:pt x="7617400" y="2773186"/>
                  </a:lnTo>
                  <a:lnTo>
                    <a:pt x="7617587" y="2773668"/>
                  </a:lnTo>
                  <a:lnTo>
                    <a:pt x="7617774" y="2774103"/>
                  </a:lnTo>
                  <a:lnTo>
                    <a:pt x="7617961" y="2774420"/>
                  </a:lnTo>
                  <a:lnTo>
                    <a:pt x="7618148" y="2774781"/>
                  </a:lnTo>
                  <a:lnTo>
                    <a:pt x="7618335" y="2774774"/>
                  </a:lnTo>
                  <a:lnTo>
                    <a:pt x="7618522" y="2774874"/>
                  </a:lnTo>
                  <a:lnTo>
                    <a:pt x="7618709" y="2775068"/>
                  </a:lnTo>
                  <a:lnTo>
                    <a:pt x="7618896" y="2775041"/>
                  </a:lnTo>
                  <a:lnTo>
                    <a:pt x="7619083" y="2775106"/>
                  </a:lnTo>
                  <a:lnTo>
                    <a:pt x="7619269" y="2775291"/>
                  </a:lnTo>
                  <a:lnTo>
                    <a:pt x="7619456" y="2775643"/>
                  </a:lnTo>
                  <a:lnTo>
                    <a:pt x="7619643" y="2775933"/>
                  </a:lnTo>
                  <a:lnTo>
                    <a:pt x="7619830" y="2776399"/>
                  </a:lnTo>
                  <a:lnTo>
                    <a:pt x="7620017" y="2776813"/>
                  </a:lnTo>
                  <a:lnTo>
                    <a:pt x="7620204" y="2777393"/>
                  </a:lnTo>
                  <a:lnTo>
                    <a:pt x="7620391" y="2778106"/>
                  </a:lnTo>
                  <a:lnTo>
                    <a:pt x="7620578" y="2778862"/>
                  </a:lnTo>
                  <a:lnTo>
                    <a:pt x="7620765" y="2779994"/>
                  </a:lnTo>
                  <a:lnTo>
                    <a:pt x="7620952" y="2781071"/>
                  </a:lnTo>
                  <a:lnTo>
                    <a:pt x="7621139" y="2782055"/>
                  </a:lnTo>
                  <a:lnTo>
                    <a:pt x="7621326" y="2782863"/>
                  </a:lnTo>
                  <a:lnTo>
                    <a:pt x="7621512" y="2783753"/>
                  </a:lnTo>
                  <a:lnTo>
                    <a:pt x="7621699" y="2784688"/>
                  </a:lnTo>
                  <a:lnTo>
                    <a:pt x="7621886" y="2785502"/>
                  </a:lnTo>
                  <a:lnTo>
                    <a:pt x="7622073" y="2786369"/>
                  </a:lnTo>
                  <a:lnTo>
                    <a:pt x="7622260" y="2787142"/>
                  </a:lnTo>
                  <a:lnTo>
                    <a:pt x="7622447" y="2787777"/>
                  </a:lnTo>
                  <a:lnTo>
                    <a:pt x="7622634" y="2787987"/>
                  </a:lnTo>
                  <a:lnTo>
                    <a:pt x="7622821" y="2788201"/>
                  </a:lnTo>
                  <a:lnTo>
                    <a:pt x="7623008" y="2788281"/>
                  </a:lnTo>
                  <a:lnTo>
                    <a:pt x="7623195" y="2788232"/>
                  </a:lnTo>
                  <a:lnTo>
                    <a:pt x="7623382" y="2788123"/>
                  </a:lnTo>
                  <a:lnTo>
                    <a:pt x="7623569" y="2787871"/>
                  </a:lnTo>
                  <a:lnTo>
                    <a:pt x="7623756" y="2787281"/>
                  </a:lnTo>
                  <a:lnTo>
                    <a:pt x="7623942" y="2786346"/>
                  </a:lnTo>
                  <a:lnTo>
                    <a:pt x="7624129" y="2785428"/>
                  </a:lnTo>
                  <a:lnTo>
                    <a:pt x="7624316" y="2784323"/>
                  </a:lnTo>
                  <a:lnTo>
                    <a:pt x="7624503" y="2783283"/>
                  </a:lnTo>
                  <a:lnTo>
                    <a:pt x="7624690" y="2782483"/>
                  </a:lnTo>
                  <a:lnTo>
                    <a:pt x="7624877" y="2781809"/>
                  </a:lnTo>
                  <a:lnTo>
                    <a:pt x="7625064" y="2781180"/>
                  </a:lnTo>
                  <a:lnTo>
                    <a:pt x="7625251" y="2780555"/>
                  </a:lnTo>
                  <a:lnTo>
                    <a:pt x="7625438" y="2779901"/>
                  </a:lnTo>
                  <a:lnTo>
                    <a:pt x="7625625" y="2779322"/>
                  </a:lnTo>
                  <a:lnTo>
                    <a:pt x="7625812" y="2778617"/>
                  </a:lnTo>
                  <a:lnTo>
                    <a:pt x="7625999" y="2777822"/>
                  </a:lnTo>
                  <a:lnTo>
                    <a:pt x="7626186" y="2777090"/>
                  </a:lnTo>
                  <a:lnTo>
                    <a:pt x="7626372" y="2776325"/>
                  </a:lnTo>
                  <a:lnTo>
                    <a:pt x="7626559" y="2775674"/>
                  </a:lnTo>
                  <a:lnTo>
                    <a:pt x="7626746" y="2775390"/>
                  </a:lnTo>
                  <a:lnTo>
                    <a:pt x="7626933" y="2775148"/>
                  </a:lnTo>
                  <a:lnTo>
                    <a:pt x="7627120" y="2775012"/>
                  </a:lnTo>
                  <a:lnTo>
                    <a:pt x="7627307" y="2774938"/>
                  </a:lnTo>
                  <a:lnTo>
                    <a:pt x="7627494" y="2774620"/>
                  </a:lnTo>
                  <a:lnTo>
                    <a:pt x="7627681" y="2774252"/>
                  </a:lnTo>
                  <a:lnTo>
                    <a:pt x="7627868" y="2773937"/>
                  </a:lnTo>
                  <a:lnTo>
                    <a:pt x="7628055" y="2773668"/>
                  </a:lnTo>
                  <a:lnTo>
                    <a:pt x="7628242" y="2773494"/>
                  </a:lnTo>
                  <a:lnTo>
                    <a:pt x="7628429" y="2773108"/>
                  </a:lnTo>
                  <a:lnTo>
                    <a:pt x="7628615" y="2772931"/>
                  </a:lnTo>
                  <a:lnTo>
                    <a:pt x="7628802" y="2772989"/>
                  </a:lnTo>
                  <a:lnTo>
                    <a:pt x="7628989" y="2773030"/>
                  </a:lnTo>
                  <a:lnTo>
                    <a:pt x="7629176" y="2773071"/>
                  </a:lnTo>
                  <a:lnTo>
                    <a:pt x="7629363" y="2773111"/>
                  </a:lnTo>
                  <a:lnTo>
                    <a:pt x="7629550" y="2773025"/>
                  </a:lnTo>
                  <a:lnTo>
                    <a:pt x="7629737" y="2773146"/>
                  </a:lnTo>
                  <a:lnTo>
                    <a:pt x="7629924" y="2773155"/>
                  </a:lnTo>
                  <a:lnTo>
                    <a:pt x="7630111" y="2773217"/>
                  </a:lnTo>
                  <a:lnTo>
                    <a:pt x="7630298" y="2773302"/>
                  </a:lnTo>
                  <a:lnTo>
                    <a:pt x="7630485" y="2773490"/>
                  </a:lnTo>
                  <a:lnTo>
                    <a:pt x="7630672" y="2773410"/>
                  </a:lnTo>
                  <a:lnTo>
                    <a:pt x="7630859" y="2773128"/>
                  </a:lnTo>
                  <a:lnTo>
                    <a:pt x="7631045" y="2772773"/>
                  </a:lnTo>
                  <a:lnTo>
                    <a:pt x="7631232" y="2772418"/>
                  </a:lnTo>
                  <a:lnTo>
                    <a:pt x="7631419" y="2772103"/>
                  </a:lnTo>
                  <a:lnTo>
                    <a:pt x="7631606" y="2771717"/>
                  </a:lnTo>
                  <a:lnTo>
                    <a:pt x="7631793" y="2771341"/>
                  </a:lnTo>
                  <a:lnTo>
                    <a:pt x="7631980" y="2770895"/>
                  </a:lnTo>
                  <a:lnTo>
                    <a:pt x="7632167" y="2770408"/>
                  </a:lnTo>
                  <a:lnTo>
                    <a:pt x="7632354" y="2770081"/>
                  </a:lnTo>
                  <a:lnTo>
                    <a:pt x="7632541" y="2769534"/>
                  </a:lnTo>
                  <a:lnTo>
                    <a:pt x="7632728" y="2769148"/>
                  </a:lnTo>
                  <a:lnTo>
                    <a:pt x="7632915" y="2768778"/>
                  </a:lnTo>
                  <a:lnTo>
                    <a:pt x="7633102" y="2768380"/>
                  </a:lnTo>
                  <a:lnTo>
                    <a:pt x="7633289" y="2768007"/>
                  </a:lnTo>
                  <a:lnTo>
                    <a:pt x="7633475" y="2767657"/>
                  </a:lnTo>
                  <a:lnTo>
                    <a:pt x="7633662" y="2767404"/>
                  </a:lnTo>
                  <a:lnTo>
                    <a:pt x="7633849" y="2767340"/>
                  </a:lnTo>
                  <a:lnTo>
                    <a:pt x="7634036" y="2767295"/>
                  </a:lnTo>
                  <a:lnTo>
                    <a:pt x="7634223" y="2767296"/>
                  </a:lnTo>
                  <a:lnTo>
                    <a:pt x="7634410" y="2767270"/>
                  </a:lnTo>
                  <a:lnTo>
                    <a:pt x="7634597" y="2767518"/>
                  </a:lnTo>
                  <a:lnTo>
                    <a:pt x="7634784" y="2767579"/>
                  </a:lnTo>
                  <a:lnTo>
                    <a:pt x="7634971" y="2767648"/>
                  </a:lnTo>
                  <a:lnTo>
                    <a:pt x="7635158" y="2767671"/>
                  </a:lnTo>
                  <a:lnTo>
                    <a:pt x="7635345" y="2767902"/>
                  </a:lnTo>
                  <a:lnTo>
                    <a:pt x="7635532" y="2768323"/>
                  </a:lnTo>
                  <a:lnTo>
                    <a:pt x="7635718" y="2768908"/>
                  </a:lnTo>
                  <a:lnTo>
                    <a:pt x="7635905" y="2769536"/>
                  </a:lnTo>
                  <a:lnTo>
                    <a:pt x="7636092" y="2770113"/>
                  </a:lnTo>
                  <a:lnTo>
                    <a:pt x="7636279" y="2770907"/>
                  </a:lnTo>
                  <a:lnTo>
                    <a:pt x="7636466" y="2771602"/>
                  </a:lnTo>
                  <a:lnTo>
                    <a:pt x="7636653" y="2772271"/>
                  </a:lnTo>
                  <a:lnTo>
                    <a:pt x="7636840" y="2772555"/>
                  </a:lnTo>
                  <a:lnTo>
                    <a:pt x="7637027" y="2772631"/>
                  </a:lnTo>
                  <a:lnTo>
                    <a:pt x="7637214" y="2772615"/>
                  </a:lnTo>
                  <a:lnTo>
                    <a:pt x="7637401" y="2772467"/>
                  </a:lnTo>
                  <a:lnTo>
                    <a:pt x="7637588" y="2772499"/>
                  </a:lnTo>
                  <a:lnTo>
                    <a:pt x="7637775" y="2772842"/>
                  </a:lnTo>
                  <a:lnTo>
                    <a:pt x="7637962" y="2773182"/>
                  </a:lnTo>
                  <a:lnTo>
                    <a:pt x="7638148" y="2773339"/>
                  </a:lnTo>
                  <a:lnTo>
                    <a:pt x="7638335" y="2773425"/>
                  </a:lnTo>
                  <a:lnTo>
                    <a:pt x="7638522" y="2773200"/>
                  </a:lnTo>
                  <a:lnTo>
                    <a:pt x="7638709" y="2772944"/>
                  </a:lnTo>
                  <a:lnTo>
                    <a:pt x="7638896" y="2772777"/>
                  </a:lnTo>
                  <a:lnTo>
                    <a:pt x="7639083" y="2772651"/>
                  </a:lnTo>
                  <a:lnTo>
                    <a:pt x="7639270" y="2772854"/>
                  </a:lnTo>
                  <a:lnTo>
                    <a:pt x="7639457" y="2773161"/>
                  </a:lnTo>
                  <a:lnTo>
                    <a:pt x="7639644" y="2773584"/>
                  </a:lnTo>
                  <a:lnTo>
                    <a:pt x="7639831" y="2773868"/>
                  </a:lnTo>
                  <a:lnTo>
                    <a:pt x="7640018" y="2774061"/>
                  </a:lnTo>
                  <a:lnTo>
                    <a:pt x="7640205" y="2774087"/>
                  </a:lnTo>
                  <a:lnTo>
                    <a:pt x="7640391" y="2773835"/>
                  </a:lnTo>
                  <a:lnTo>
                    <a:pt x="7640578" y="2773531"/>
                  </a:lnTo>
                  <a:lnTo>
                    <a:pt x="7640765" y="2773018"/>
                  </a:lnTo>
                  <a:lnTo>
                    <a:pt x="7640952" y="2772494"/>
                  </a:lnTo>
                  <a:lnTo>
                    <a:pt x="7641139" y="2772208"/>
                  </a:lnTo>
                  <a:lnTo>
                    <a:pt x="7641326" y="2772004"/>
                  </a:lnTo>
                  <a:lnTo>
                    <a:pt x="7641513" y="2771715"/>
                  </a:lnTo>
                  <a:lnTo>
                    <a:pt x="7641700" y="2771323"/>
                  </a:lnTo>
                  <a:lnTo>
                    <a:pt x="7641887" y="2770823"/>
                  </a:lnTo>
                  <a:lnTo>
                    <a:pt x="7642074" y="2770200"/>
                  </a:lnTo>
                  <a:lnTo>
                    <a:pt x="7642261" y="2769577"/>
                  </a:lnTo>
                  <a:lnTo>
                    <a:pt x="7642448" y="2769136"/>
                  </a:lnTo>
                  <a:lnTo>
                    <a:pt x="7642635" y="2768827"/>
                  </a:lnTo>
                  <a:lnTo>
                    <a:pt x="7642821" y="2768561"/>
                  </a:lnTo>
                  <a:lnTo>
                    <a:pt x="7643008" y="2768321"/>
                  </a:lnTo>
                  <a:lnTo>
                    <a:pt x="7643195" y="2768182"/>
                  </a:lnTo>
                  <a:lnTo>
                    <a:pt x="7643382" y="2767899"/>
                  </a:lnTo>
                  <a:lnTo>
                    <a:pt x="7643569" y="2767716"/>
                  </a:lnTo>
                  <a:lnTo>
                    <a:pt x="7643756" y="2767583"/>
                  </a:lnTo>
                  <a:lnTo>
                    <a:pt x="7643943" y="2767450"/>
                  </a:lnTo>
                  <a:lnTo>
                    <a:pt x="7644130" y="2767316"/>
                  </a:lnTo>
                  <a:lnTo>
                    <a:pt x="7644317" y="2767042"/>
                  </a:lnTo>
                  <a:lnTo>
                    <a:pt x="7644504" y="2766618"/>
                  </a:lnTo>
                  <a:lnTo>
                    <a:pt x="7644691" y="2766082"/>
                  </a:lnTo>
                  <a:lnTo>
                    <a:pt x="7644878" y="2765414"/>
                  </a:lnTo>
                  <a:lnTo>
                    <a:pt x="7645065" y="2764842"/>
                  </a:lnTo>
                  <a:lnTo>
                    <a:pt x="7645251" y="2764280"/>
                  </a:lnTo>
                  <a:lnTo>
                    <a:pt x="7645438" y="2763718"/>
                  </a:lnTo>
                  <a:lnTo>
                    <a:pt x="7645625" y="2763246"/>
                  </a:lnTo>
                  <a:lnTo>
                    <a:pt x="7645812" y="2762790"/>
                  </a:lnTo>
                  <a:lnTo>
                    <a:pt x="7645999" y="2762280"/>
                  </a:lnTo>
                  <a:lnTo>
                    <a:pt x="7646186" y="2761849"/>
                  </a:lnTo>
                  <a:lnTo>
                    <a:pt x="7646373" y="2761367"/>
                  </a:lnTo>
                  <a:lnTo>
                    <a:pt x="7646560" y="2760837"/>
                  </a:lnTo>
                  <a:lnTo>
                    <a:pt x="7646747" y="2760271"/>
                  </a:lnTo>
                  <a:lnTo>
                    <a:pt x="7646934" y="2759952"/>
                  </a:lnTo>
                  <a:lnTo>
                    <a:pt x="7647121" y="2759736"/>
                  </a:lnTo>
                  <a:lnTo>
                    <a:pt x="7647308" y="2759547"/>
                  </a:lnTo>
                  <a:lnTo>
                    <a:pt x="7647494" y="2759568"/>
                  </a:lnTo>
                  <a:lnTo>
                    <a:pt x="7647681" y="2759581"/>
                  </a:lnTo>
                  <a:lnTo>
                    <a:pt x="7647868" y="2759574"/>
                  </a:lnTo>
                  <a:lnTo>
                    <a:pt x="7648055" y="2759451"/>
                  </a:lnTo>
                  <a:lnTo>
                    <a:pt x="7648242" y="2759327"/>
                  </a:lnTo>
                  <a:lnTo>
                    <a:pt x="7648429" y="2759197"/>
                  </a:lnTo>
                  <a:lnTo>
                    <a:pt x="7648616" y="2759122"/>
                  </a:lnTo>
                  <a:lnTo>
                    <a:pt x="7648803" y="2759161"/>
                  </a:lnTo>
                  <a:lnTo>
                    <a:pt x="7648990" y="2759318"/>
                  </a:lnTo>
                  <a:lnTo>
                    <a:pt x="7649177" y="2759715"/>
                  </a:lnTo>
                  <a:lnTo>
                    <a:pt x="7649364" y="2760132"/>
                  </a:lnTo>
                  <a:lnTo>
                    <a:pt x="7649551" y="2760723"/>
                  </a:lnTo>
                  <a:lnTo>
                    <a:pt x="7649738" y="2761315"/>
                  </a:lnTo>
                  <a:lnTo>
                    <a:pt x="7649924" y="2761956"/>
                  </a:lnTo>
                  <a:lnTo>
                    <a:pt x="7650111" y="2762632"/>
                  </a:lnTo>
                  <a:lnTo>
                    <a:pt x="7650298" y="2763211"/>
                  </a:lnTo>
                  <a:lnTo>
                    <a:pt x="7650485" y="2763901"/>
                  </a:lnTo>
                  <a:lnTo>
                    <a:pt x="7650672" y="2764823"/>
                  </a:lnTo>
                  <a:lnTo>
                    <a:pt x="7650859" y="2765804"/>
                  </a:lnTo>
                  <a:lnTo>
                    <a:pt x="7651046" y="2766755"/>
                  </a:lnTo>
                  <a:lnTo>
                    <a:pt x="7651233" y="2767791"/>
                  </a:lnTo>
                  <a:lnTo>
                    <a:pt x="7651420" y="2768655"/>
                  </a:lnTo>
                  <a:lnTo>
                    <a:pt x="7651607" y="2769238"/>
                  </a:lnTo>
                  <a:lnTo>
                    <a:pt x="7651794" y="2769661"/>
                  </a:lnTo>
                  <a:lnTo>
                    <a:pt x="7651981" y="2769734"/>
                  </a:lnTo>
                  <a:lnTo>
                    <a:pt x="7652168" y="2769871"/>
                  </a:lnTo>
                  <a:lnTo>
                    <a:pt x="7652354" y="2770057"/>
                  </a:lnTo>
                  <a:lnTo>
                    <a:pt x="7652541" y="2770114"/>
                  </a:lnTo>
                  <a:lnTo>
                    <a:pt x="7652728" y="2769970"/>
                  </a:lnTo>
                  <a:lnTo>
                    <a:pt x="7652915" y="2769688"/>
                  </a:lnTo>
                  <a:lnTo>
                    <a:pt x="7653102" y="2769451"/>
                  </a:lnTo>
                  <a:lnTo>
                    <a:pt x="7653289" y="2769225"/>
                  </a:lnTo>
                  <a:lnTo>
                    <a:pt x="7653476" y="2768847"/>
                  </a:lnTo>
                  <a:lnTo>
                    <a:pt x="7653663" y="2768593"/>
                  </a:lnTo>
                  <a:lnTo>
                    <a:pt x="7653850" y="2768251"/>
                  </a:lnTo>
                  <a:lnTo>
                    <a:pt x="7654037" y="2767921"/>
                  </a:lnTo>
                  <a:lnTo>
                    <a:pt x="7654224" y="2767604"/>
                  </a:lnTo>
                  <a:lnTo>
                    <a:pt x="7654411" y="2767260"/>
                  </a:lnTo>
                  <a:lnTo>
                    <a:pt x="7654597" y="2766987"/>
                  </a:lnTo>
                  <a:lnTo>
                    <a:pt x="7654784" y="2766939"/>
                  </a:lnTo>
                  <a:lnTo>
                    <a:pt x="7654971" y="2766822"/>
                  </a:lnTo>
                  <a:lnTo>
                    <a:pt x="7655158" y="2766497"/>
                  </a:lnTo>
                  <a:lnTo>
                    <a:pt x="7655345" y="2766052"/>
                  </a:lnTo>
                  <a:lnTo>
                    <a:pt x="7655532" y="2765906"/>
                  </a:lnTo>
                  <a:lnTo>
                    <a:pt x="7655719" y="2766118"/>
                  </a:lnTo>
                  <a:lnTo>
                    <a:pt x="7655906" y="2766305"/>
                  </a:lnTo>
                  <a:lnTo>
                    <a:pt x="7656093" y="2766566"/>
                  </a:lnTo>
                  <a:lnTo>
                    <a:pt x="7656280" y="2767112"/>
                  </a:lnTo>
                  <a:lnTo>
                    <a:pt x="7656467" y="2767565"/>
                  </a:lnTo>
                  <a:lnTo>
                    <a:pt x="7656654" y="2768008"/>
                  </a:lnTo>
                  <a:lnTo>
                    <a:pt x="7656841" y="2768285"/>
                  </a:lnTo>
                  <a:lnTo>
                    <a:pt x="7657027" y="2768534"/>
                  </a:lnTo>
                  <a:lnTo>
                    <a:pt x="7657214" y="2768821"/>
                  </a:lnTo>
                  <a:lnTo>
                    <a:pt x="7657401" y="2769148"/>
                  </a:lnTo>
                  <a:lnTo>
                    <a:pt x="7657588" y="2769475"/>
                  </a:lnTo>
                  <a:lnTo>
                    <a:pt x="7657775" y="2769941"/>
                  </a:lnTo>
                  <a:lnTo>
                    <a:pt x="7657962" y="2770439"/>
                  </a:lnTo>
                  <a:lnTo>
                    <a:pt x="7658149" y="2770779"/>
                  </a:lnTo>
                  <a:lnTo>
                    <a:pt x="7658336" y="2771166"/>
                  </a:lnTo>
                  <a:lnTo>
                    <a:pt x="7658523" y="2771578"/>
                  </a:lnTo>
                  <a:lnTo>
                    <a:pt x="7658710" y="2772179"/>
                  </a:lnTo>
                  <a:lnTo>
                    <a:pt x="7658897" y="2772991"/>
                  </a:lnTo>
                  <a:lnTo>
                    <a:pt x="7659084" y="2773769"/>
                  </a:lnTo>
                  <a:lnTo>
                    <a:pt x="7659270" y="2774726"/>
                  </a:lnTo>
                  <a:lnTo>
                    <a:pt x="7659457" y="2775632"/>
                  </a:lnTo>
                  <a:lnTo>
                    <a:pt x="7659644" y="2776630"/>
                  </a:lnTo>
                  <a:lnTo>
                    <a:pt x="7659831" y="2777749"/>
                  </a:lnTo>
                  <a:lnTo>
                    <a:pt x="7660018" y="2778868"/>
                  </a:lnTo>
                  <a:lnTo>
                    <a:pt x="7660205" y="2779987"/>
                  </a:lnTo>
                  <a:lnTo>
                    <a:pt x="7660392" y="2781194"/>
                  </a:lnTo>
                  <a:lnTo>
                    <a:pt x="7660579" y="2782421"/>
                  </a:lnTo>
                  <a:lnTo>
                    <a:pt x="7660766" y="2783701"/>
                  </a:lnTo>
                  <a:lnTo>
                    <a:pt x="7660953" y="2785030"/>
                  </a:lnTo>
                  <a:lnTo>
                    <a:pt x="7661140" y="2786500"/>
                  </a:lnTo>
                  <a:lnTo>
                    <a:pt x="7661327" y="2788227"/>
                  </a:lnTo>
                  <a:lnTo>
                    <a:pt x="7661514" y="2789943"/>
                  </a:lnTo>
                  <a:lnTo>
                    <a:pt x="7661700" y="2791448"/>
                  </a:lnTo>
                  <a:lnTo>
                    <a:pt x="7661887" y="2792897"/>
                  </a:lnTo>
                  <a:lnTo>
                    <a:pt x="7662074" y="2794133"/>
                  </a:lnTo>
                  <a:lnTo>
                    <a:pt x="7662261" y="2795245"/>
                  </a:lnTo>
                  <a:lnTo>
                    <a:pt x="7662448" y="2796206"/>
                  </a:lnTo>
                  <a:lnTo>
                    <a:pt x="7662635" y="2797018"/>
                  </a:lnTo>
                  <a:lnTo>
                    <a:pt x="7662822" y="2797853"/>
                  </a:lnTo>
                  <a:lnTo>
                    <a:pt x="7663009" y="2798700"/>
                  </a:lnTo>
                  <a:lnTo>
                    <a:pt x="7663196" y="2799559"/>
                  </a:lnTo>
                  <a:lnTo>
                    <a:pt x="7663383" y="2800224"/>
                  </a:lnTo>
                  <a:lnTo>
                    <a:pt x="7663570" y="2800398"/>
                  </a:lnTo>
                  <a:lnTo>
                    <a:pt x="7663757" y="2800411"/>
                  </a:lnTo>
                  <a:lnTo>
                    <a:pt x="7663944" y="2800228"/>
                  </a:lnTo>
                  <a:lnTo>
                    <a:pt x="7664130" y="2799431"/>
                  </a:lnTo>
                  <a:lnTo>
                    <a:pt x="7664317" y="2798367"/>
                  </a:lnTo>
                  <a:lnTo>
                    <a:pt x="7664504" y="2797036"/>
                  </a:lnTo>
                  <a:lnTo>
                    <a:pt x="7664691" y="2795662"/>
                  </a:lnTo>
                  <a:lnTo>
                    <a:pt x="7664878" y="2794560"/>
                  </a:lnTo>
                  <a:lnTo>
                    <a:pt x="7665065" y="2793297"/>
                  </a:lnTo>
                  <a:lnTo>
                    <a:pt x="7665252" y="2791891"/>
                  </a:lnTo>
                  <a:lnTo>
                    <a:pt x="7665439" y="2790385"/>
                  </a:lnTo>
                  <a:lnTo>
                    <a:pt x="7665626" y="2788949"/>
                  </a:lnTo>
                  <a:lnTo>
                    <a:pt x="7665813" y="2787465"/>
                  </a:lnTo>
                  <a:lnTo>
                    <a:pt x="7666000" y="2785811"/>
                  </a:lnTo>
                  <a:lnTo>
                    <a:pt x="7666187" y="2784103"/>
                  </a:lnTo>
                  <a:lnTo>
                    <a:pt x="7666373" y="2782681"/>
                  </a:lnTo>
                  <a:lnTo>
                    <a:pt x="7666560" y="2781353"/>
                  </a:lnTo>
                  <a:lnTo>
                    <a:pt x="7666747" y="2779913"/>
                  </a:lnTo>
                  <a:lnTo>
                    <a:pt x="7666934" y="2778723"/>
                  </a:lnTo>
                  <a:lnTo>
                    <a:pt x="7667121" y="2777836"/>
                  </a:lnTo>
                  <a:lnTo>
                    <a:pt x="7667308" y="2777316"/>
                  </a:lnTo>
                  <a:lnTo>
                    <a:pt x="7667495" y="2776721"/>
                  </a:lnTo>
                  <a:lnTo>
                    <a:pt x="7667682" y="2776133"/>
                  </a:lnTo>
                  <a:lnTo>
                    <a:pt x="7667869" y="2775566"/>
                  </a:lnTo>
                  <a:lnTo>
                    <a:pt x="7668056" y="2775542"/>
                  </a:lnTo>
                  <a:lnTo>
                    <a:pt x="7668243" y="2775650"/>
                  </a:lnTo>
                  <a:lnTo>
                    <a:pt x="7668430" y="2775759"/>
                  </a:lnTo>
                  <a:lnTo>
                    <a:pt x="7668617" y="2775917"/>
                  </a:lnTo>
                  <a:lnTo>
                    <a:pt x="7668803" y="2776170"/>
                  </a:lnTo>
                  <a:lnTo>
                    <a:pt x="7668990" y="2776430"/>
                  </a:lnTo>
                  <a:lnTo>
                    <a:pt x="7669177" y="2776827"/>
                  </a:lnTo>
                  <a:lnTo>
                    <a:pt x="7669364" y="2777342"/>
                  </a:lnTo>
                  <a:lnTo>
                    <a:pt x="7669551" y="2778008"/>
                  </a:lnTo>
                  <a:lnTo>
                    <a:pt x="7669738" y="2778622"/>
                  </a:lnTo>
                  <a:lnTo>
                    <a:pt x="7669925" y="2779385"/>
                  </a:lnTo>
                  <a:lnTo>
                    <a:pt x="7670112" y="2779962"/>
                  </a:lnTo>
                  <a:lnTo>
                    <a:pt x="7670299" y="2780560"/>
                  </a:lnTo>
                  <a:lnTo>
                    <a:pt x="7670486" y="2781153"/>
                  </a:lnTo>
                  <a:lnTo>
                    <a:pt x="7670673" y="2781498"/>
                  </a:lnTo>
                  <a:lnTo>
                    <a:pt x="7670860" y="2781902"/>
                  </a:lnTo>
                  <a:lnTo>
                    <a:pt x="7671046" y="2782217"/>
                  </a:lnTo>
                  <a:lnTo>
                    <a:pt x="7671233" y="2782427"/>
                  </a:lnTo>
                  <a:lnTo>
                    <a:pt x="7671420" y="2782425"/>
                  </a:lnTo>
                  <a:lnTo>
                    <a:pt x="7671607" y="2782414"/>
                  </a:lnTo>
                  <a:lnTo>
                    <a:pt x="7671794" y="2782403"/>
                  </a:lnTo>
                  <a:lnTo>
                    <a:pt x="7671981" y="2782268"/>
                  </a:lnTo>
                  <a:lnTo>
                    <a:pt x="7672168" y="2782171"/>
                  </a:lnTo>
                  <a:lnTo>
                    <a:pt x="7672355" y="2782055"/>
                  </a:lnTo>
                  <a:lnTo>
                    <a:pt x="7672542" y="2781939"/>
                  </a:lnTo>
                  <a:lnTo>
                    <a:pt x="7672729" y="2781662"/>
                  </a:lnTo>
                  <a:lnTo>
                    <a:pt x="7672916" y="2781359"/>
                  </a:lnTo>
                  <a:lnTo>
                    <a:pt x="7673103" y="2781346"/>
                  </a:lnTo>
                  <a:lnTo>
                    <a:pt x="7673290" y="2781381"/>
                  </a:lnTo>
                  <a:lnTo>
                    <a:pt x="7673476" y="2781516"/>
                  </a:lnTo>
                  <a:lnTo>
                    <a:pt x="7673663" y="2781491"/>
                  </a:lnTo>
                  <a:lnTo>
                    <a:pt x="7673850" y="2781547"/>
                  </a:lnTo>
                  <a:lnTo>
                    <a:pt x="7674037" y="2781651"/>
                  </a:lnTo>
                  <a:lnTo>
                    <a:pt x="7674224" y="2782064"/>
                  </a:lnTo>
                  <a:lnTo>
                    <a:pt x="7674411" y="2782776"/>
                  </a:lnTo>
                  <a:lnTo>
                    <a:pt x="7674598" y="2783710"/>
                  </a:lnTo>
                  <a:lnTo>
                    <a:pt x="7674785" y="2784760"/>
                  </a:lnTo>
                  <a:lnTo>
                    <a:pt x="7674972" y="2785666"/>
                  </a:lnTo>
                  <a:lnTo>
                    <a:pt x="7675159" y="2786430"/>
                  </a:lnTo>
                  <a:lnTo>
                    <a:pt x="7675346" y="2786993"/>
                  </a:lnTo>
                  <a:lnTo>
                    <a:pt x="7675533" y="2787483"/>
                  </a:lnTo>
                  <a:lnTo>
                    <a:pt x="7675720" y="2787931"/>
                  </a:lnTo>
                  <a:lnTo>
                    <a:pt x="7675906" y="2788390"/>
                  </a:lnTo>
                  <a:lnTo>
                    <a:pt x="7676093" y="2788737"/>
                  </a:lnTo>
                  <a:lnTo>
                    <a:pt x="7676280" y="2789196"/>
                  </a:lnTo>
                  <a:lnTo>
                    <a:pt x="7676467" y="2789547"/>
                  </a:lnTo>
                  <a:lnTo>
                    <a:pt x="7676654" y="2789905"/>
                  </a:lnTo>
                  <a:lnTo>
                    <a:pt x="7676841" y="2790124"/>
                  </a:lnTo>
                  <a:lnTo>
                    <a:pt x="7677028" y="2790163"/>
                  </a:lnTo>
                  <a:lnTo>
                    <a:pt x="7677215" y="2790054"/>
                  </a:lnTo>
                  <a:lnTo>
                    <a:pt x="7677402" y="2789678"/>
                  </a:lnTo>
                  <a:lnTo>
                    <a:pt x="7677589" y="2789181"/>
                  </a:lnTo>
                  <a:lnTo>
                    <a:pt x="7677776" y="2788776"/>
                  </a:lnTo>
                  <a:lnTo>
                    <a:pt x="7677963" y="2788444"/>
                  </a:lnTo>
                  <a:lnTo>
                    <a:pt x="7678149" y="2788379"/>
                  </a:lnTo>
                  <a:lnTo>
                    <a:pt x="7678336" y="2788514"/>
                  </a:lnTo>
                  <a:lnTo>
                    <a:pt x="7678523" y="2788427"/>
                  </a:lnTo>
                  <a:lnTo>
                    <a:pt x="7678710" y="2788288"/>
                  </a:lnTo>
                  <a:lnTo>
                    <a:pt x="7678897" y="2788130"/>
                  </a:lnTo>
                  <a:lnTo>
                    <a:pt x="7679084" y="2787830"/>
                  </a:lnTo>
                  <a:lnTo>
                    <a:pt x="7679271" y="2787460"/>
                  </a:lnTo>
                  <a:lnTo>
                    <a:pt x="7679458" y="2787171"/>
                  </a:lnTo>
                  <a:lnTo>
                    <a:pt x="7679645" y="2786892"/>
                  </a:lnTo>
                  <a:lnTo>
                    <a:pt x="7679832" y="2786696"/>
                  </a:lnTo>
                  <a:lnTo>
                    <a:pt x="7680019" y="2786344"/>
                  </a:lnTo>
                  <a:lnTo>
                    <a:pt x="7680206" y="2786117"/>
                  </a:lnTo>
                  <a:lnTo>
                    <a:pt x="7680393" y="2785921"/>
                  </a:lnTo>
                  <a:lnTo>
                    <a:pt x="7680579" y="2785907"/>
                  </a:lnTo>
                  <a:lnTo>
                    <a:pt x="7680766" y="2785910"/>
                  </a:lnTo>
                  <a:lnTo>
                    <a:pt x="7680953" y="2785875"/>
                  </a:lnTo>
                  <a:lnTo>
                    <a:pt x="7681140" y="2785698"/>
                  </a:lnTo>
                  <a:lnTo>
                    <a:pt x="7681327" y="2785532"/>
                  </a:lnTo>
                  <a:lnTo>
                    <a:pt x="7681514" y="2785555"/>
                  </a:lnTo>
                  <a:lnTo>
                    <a:pt x="7681701" y="2785744"/>
                  </a:lnTo>
                  <a:lnTo>
                    <a:pt x="7681888" y="2786028"/>
                  </a:lnTo>
                  <a:lnTo>
                    <a:pt x="7682075" y="2786473"/>
                  </a:lnTo>
                  <a:lnTo>
                    <a:pt x="7682262" y="2787015"/>
                  </a:lnTo>
                  <a:lnTo>
                    <a:pt x="7682449" y="2787634"/>
                  </a:lnTo>
                  <a:lnTo>
                    <a:pt x="7682636" y="2788239"/>
                  </a:lnTo>
                  <a:lnTo>
                    <a:pt x="7682823" y="2788795"/>
                  </a:lnTo>
                  <a:lnTo>
                    <a:pt x="7683009" y="2789255"/>
                  </a:lnTo>
                  <a:lnTo>
                    <a:pt x="7683196" y="2789697"/>
                  </a:lnTo>
                  <a:lnTo>
                    <a:pt x="7683383" y="2790015"/>
                  </a:lnTo>
                  <a:lnTo>
                    <a:pt x="7683570" y="2790170"/>
                  </a:lnTo>
                  <a:lnTo>
                    <a:pt x="7683757" y="2790278"/>
                  </a:lnTo>
                  <a:lnTo>
                    <a:pt x="7683944" y="2790341"/>
                  </a:lnTo>
                  <a:lnTo>
                    <a:pt x="7684131" y="2790389"/>
                  </a:lnTo>
                  <a:lnTo>
                    <a:pt x="7684318" y="2790184"/>
                  </a:lnTo>
                  <a:lnTo>
                    <a:pt x="7684505" y="2789896"/>
                  </a:lnTo>
                  <a:lnTo>
                    <a:pt x="7684692" y="2789585"/>
                  </a:lnTo>
                  <a:lnTo>
                    <a:pt x="7684879" y="2789085"/>
                  </a:lnTo>
                  <a:lnTo>
                    <a:pt x="7685066" y="2788514"/>
                  </a:lnTo>
                  <a:lnTo>
                    <a:pt x="7685252" y="2787892"/>
                  </a:lnTo>
                  <a:lnTo>
                    <a:pt x="7685439" y="2787377"/>
                  </a:lnTo>
                  <a:lnTo>
                    <a:pt x="7685626" y="2786826"/>
                  </a:lnTo>
                  <a:lnTo>
                    <a:pt x="7685813" y="2786343"/>
                  </a:lnTo>
                  <a:lnTo>
                    <a:pt x="7686000" y="2785948"/>
                  </a:lnTo>
                  <a:lnTo>
                    <a:pt x="7686187" y="2785568"/>
                  </a:lnTo>
                  <a:lnTo>
                    <a:pt x="7686374" y="2785202"/>
                  </a:lnTo>
                  <a:lnTo>
                    <a:pt x="7686561" y="2784863"/>
                  </a:lnTo>
                  <a:lnTo>
                    <a:pt x="7686748" y="2784632"/>
                  </a:lnTo>
                  <a:lnTo>
                    <a:pt x="7686935" y="2784456"/>
                  </a:lnTo>
                  <a:lnTo>
                    <a:pt x="7687122" y="2784336"/>
                  </a:lnTo>
                  <a:lnTo>
                    <a:pt x="7687309" y="2784158"/>
                  </a:lnTo>
                  <a:lnTo>
                    <a:pt x="7687496" y="2784041"/>
                  </a:lnTo>
                  <a:lnTo>
                    <a:pt x="7687682" y="2783891"/>
                  </a:lnTo>
                  <a:lnTo>
                    <a:pt x="7687869" y="2783817"/>
                  </a:lnTo>
                  <a:lnTo>
                    <a:pt x="7688056" y="2783512"/>
                  </a:lnTo>
                  <a:lnTo>
                    <a:pt x="7688243" y="2783201"/>
                  </a:lnTo>
                  <a:lnTo>
                    <a:pt x="7688430" y="2782718"/>
                  </a:lnTo>
                  <a:lnTo>
                    <a:pt x="7688617" y="2782184"/>
                  </a:lnTo>
                  <a:lnTo>
                    <a:pt x="7688804" y="2781980"/>
                  </a:lnTo>
                  <a:lnTo>
                    <a:pt x="7688991" y="2781903"/>
                  </a:lnTo>
                  <a:lnTo>
                    <a:pt x="7689178" y="2782008"/>
                  </a:lnTo>
                  <a:lnTo>
                    <a:pt x="7689365" y="2782369"/>
                  </a:lnTo>
                  <a:lnTo>
                    <a:pt x="7689552" y="2782670"/>
                  </a:lnTo>
                  <a:lnTo>
                    <a:pt x="7689739" y="2783005"/>
                  </a:lnTo>
                  <a:lnTo>
                    <a:pt x="7689925" y="2783316"/>
                  </a:lnTo>
                  <a:lnTo>
                    <a:pt x="7690112" y="2783694"/>
                  </a:lnTo>
                  <a:lnTo>
                    <a:pt x="7690299" y="2784023"/>
                  </a:lnTo>
                  <a:lnTo>
                    <a:pt x="7690486" y="2784463"/>
                  </a:lnTo>
                  <a:lnTo>
                    <a:pt x="7690673" y="2784895"/>
                  </a:lnTo>
                  <a:lnTo>
                    <a:pt x="7690860" y="2785331"/>
                  </a:lnTo>
                  <a:lnTo>
                    <a:pt x="7691047" y="2785860"/>
                  </a:lnTo>
                  <a:lnTo>
                    <a:pt x="7691234" y="2786465"/>
                  </a:lnTo>
                  <a:lnTo>
                    <a:pt x="7691421" y="2787174"/>
                  </a:lnTo>
                  <a:lnTo>
                    <a:pt x="7691608" y="2788028"/>
                  </a:lnTo>
                  <a:lnTo>
                    <a:pt x="7691795" y="2788750"/>
                  </a:lnTo>
                  <a:lnTo>
                    <a:pt x="7691982" y="2789342"/>
                  </a:lnTo>
                  <a:lnTo>
                    <a:pt x="7692169" y="2789491"/>
                  </a:lnTo>
                  <a:lnTo>
                    <a:pt x="7692355" y="2789498"/>
                  </a:lnTo>
                  <a:lnTo>
                    <a:pt x="7692542" y="2789651"/>
                  </a:lnTo>
                  <a:lnTo>
                    <a:pt x="7692729" y="2790004"/>
                  </a:lnTo>
                  <a:lnTo>
                    <a:pt x="7692916" y="2790106"/>
                  </a:lnTo>
                  <a:lnTo>
                    <a:pt x="7693103" y="2790008"/>
                  </a:lnTo>
                  <a:lnTo>
                    <a:pt x="7693290" y="2789864"/>
                  </a:lnTo>
                  <a:lnTo>
                    <a:pt x="7693477" y="2789428"/>
                  </a:lnTo>
                  <a:lnTo>
                    <a:pt x="7693664" y="2788907"/>
                  </a:lnTo>
                  <a:lnTo>
                    <a:pt x="7693851" y="2788497"/>
                  </a:lnTo>
                  <a:lnTo>
                    <a:pt x="7694038" y="2788086"/>
                  </a:lnTo>
                  <a:lnTo>
                    <a:pt x="7694225" y="2787544"/>
                  </a:lnTo>
                  <a:lnTo>
                    <a:pt x="7694412" y="2786761"/>
                  </a:lnTo>
                  <a:lnTo>
                    <a:pt x="7694599" y="2785997"/>
                  </a:lnTo>
                  <a:lnTo>
                    <a:pt x="7694785" y="2785330"/>
                  </a:lnTo>
                  <a:lnTo>
                    <a:pt x="7694972" y="2784875"/>
                  </a:lnTo>
                  <a:lnTo>
                    <a:pt x="7695159" y="2784574"/>
                  </a:lnTo>
                  <a:lnTo>
                    <a:pt x="7695346" y="2784276"/>
                  </a:lnTo>
                  <a:lnTo>
                    <a:pt x="7695533" y="2783981"/>
                  </a:lnTo>
                  <a:lnTo>
                    <a:pt x="7695720" y="2783559"/>
                  </a:lnTo>
                  <a:lnTo>
                    <a:pt x="7695907" y="2783167"/>
                  </a:lnTo>
                  <a:lnTo>
                    <a:pt x="7696094" y="2782705"/>
                  </a:lnTo>
                  <a:lnTo>
                    <a:pt x="7696281" y="2782265"/>
                  </a:lnTo>
                  <a:lnTo>
                    <a:pt x="7696468" y="2781834"/>
                  </a:lnTo>
                  <a:lnTo>
                    <a:pt x="7696655" y="2781228"/>
                  </a:lnTo>
                  <a:lnTo>
                    <a:pt x="7696842" y="2780552"/>
                  </a:lnTo>
                  <a:lnTo>
                    <a:pt x="7697028" y="2779876"/>
                  </a:lnTo>
                  <a:lnTo>
                    <a:pt x="7697215" y="2779175"/>
                  </a:lnTo>
                  <a:lnTo>
                    <a:pt x="7697402" y="2778429"/>
                  </a:lnTo>
                  <a:lnTo>
                    <a:pt x="7697589" y="2777683"/>
                  </a:lnTo>
                  <a:lnTo>
                    <a:pt x="7697776" y="2776937"/>
                  </a:lnTo>
                  <a:lnTo>
                    <a:pt x="7697963" y="2776167"/>
                  </a:lnTo>
                  <a:lnTo>
                    <a:pt x="7698150" y="2775242"/>
                  </a:lnTo>
                  <a:lnTo>
                    <a:pt x="7698337" y="2774232"/>
                  </a:lnTo>
                  <a:lnTo>
                    <a:pt x="7698524" y="2773304"/>
                  </a:lnTo>
                  <a:lnTo>
                    <a:pt x="7698711" y="2772520"/>
                  </a:lnTo>
                  <a:lnTo>
                    <a:pt x="7698898" y="2771693"/>
                  </a:lnTo>
                  <a:lnTo>
                    <a:pt x="7699085" y="2770883"/>
                  </a:lnTo>
                  <a:lnTo>
                    <a:pt x="7699272" y="2770256"/>
                  </a:lnTo>
                  <a:lnTo>
                    <a:pt x="7699458" y="2769766"/>
                  </a:lnTo>
                  <a:lnTo>
                    <a:pt x="7699645" y="2769481"/>
                  </a:lnTo>
                  <a:lnTo>
                    <a:pt x="7699832" y="2769297"/>
                  </a:lnTo>
                  <a:lnTo>
                    <a:pt x="7700019" y="2769101"/>
                  </a:lnTo>
                  <a:lnTo>
                    <a:pt x="7700206" y="2768855"/>
                  </a:lnTo>
                  <a:lnTo>
                    <a:pt x="7700393" y="2768575"/>
                  </a:lnTo>
                  <a:lnTo>
                    <a:pt x="7700580" y="2768276"/>
                  </a:lnTo>
                  <a:lnTo>
                    <a:pt x="7700767" y="2768209"/>
                  </a:lnTo>
                  <a:lnTo>
                    <a:pt x="7700954" y="2768737"/>
                  </a:lnTo>
                  <a:lnTo>
                    <a:pt x="7701141" y="2769524"/>
                  </a:lnTo>
                  <a:lnTo>
                    <a:pt x="7701328" y="2770340"/>
                  </a:lnTo>
                  <a:lnTo>
                    <a:pt x="7701515" y="2771436"/>
                  </a:lnTo>
                  <a:lnTo>
                    <a:pt x="7701702" y="2772748"/>
                  </a:lnTo>
                  <a:lnTo>
                    <a:pt x="7701888" y="2774337"/>
                  </a:lnTo>
                  <a:lnTo>
                    <a:pt x="7702075" y="2775833"/>
                  </a:lnTo>
                  <a:lnTo>
                    <a:pt x="7702262" y="2777122"/>
                  </a:lnTo>
                  <a:lnTo>
                    <a:pt x="7702449" y="2778370"/>
                  </a:lnTo>
                  <a:lnTo>
                    <a:pt x="7702636" y="2779605"/>
                  </a:lnTo>
                  <a:lnTo>
                    <a:pt x="7702823" y="2780925"/>
                  </a:lnTo>
                  <a:lnTo>
                    <a:pt x="7703010" y="2782450"/>
                  </a:lnTo>
                  <a:lnTo>
                    <a:pt x="7703197" y="2784055"/>
                  </a:lnTo>
                  <a:lnTo>
                    <a:pt x="7703384" y="2785646"/>
                  </a:lnTo>
                  <a:lnTo>
                    <a:pt x="7703571" y="2787183"/>
                  </a:lnTo>
                  <a:lnTo>
                    <a:pt x="7703758" y="2788316"/>
                  </a:lnTo>
                  <a:lnTo>
                    <a:pt x="7703945" y="2789355"/>
                  </a:lnTo>
                  <a:lnTo>
                    <a:pt x="7704131" y="2790648"/>
                  </a:lnTo>
                  <a:lnTo>
                    <a:pt x="7704318" y="2791835"/>
                  </a:lnTo>
                  <a:lnTo>
                    <a:pt x="7704505" y="2792720"/>
                  </a:lnTo>
                  <a:lnTo>
                    <a:pt x="7704692" y="2793230"/>
                  </a:lnTo>
                  <a:lnTo>
                    <a:pt x="7704879" y="2793746"/>
                  </a:lnTo>
                  <a:lnTo>
                    <a:pt x="7705066" y="2794254"/>
                  </a:lnTo>
                  <a:lnTo>
                    <a:pt x="7705253" y="2794811"/>
                  </a:lnTo>
                  <a:lnTo>
                    <a:pt x="7705440" y="2795142"/>
                  </a:lnTo>
                  <a:lnTo>
                    <a:pt x="7705627" y="2795529"/>
                  </a:lnTo>
                  <a:lnTo>
                    <a:pt x="7705814" y="2795922"/>
                  </a:lnTo>
                  <a:lnTo>
                    <a:pt x="7706001" y="2796243"/>
                  </a:lnTo>
                  <a:lnTo>
                    <a:pt x="7706188" y="2796335"/>
                  </a:lnTo>
                  <a:lnTo>
                    <a:pt x="7706375" y="2796415"/>
                  </a:lnTo>
                  <a:lnTo>
                    <a:pt x="7706561" y="2796181"/>
                  </a:lnTo>
                  <a:lnTo>
                    <a:pt x="7706748" y="2795900"/>
                  </a:lnTo>
                  <a:lnTo>
                    <a:pt x="7706935" y="2795571"/>
                  </a:lnTo>
                  <a:lnTo>
                    <a:pt x="7707122" y="2795038"/>
                  </a:lnTo>
                  <a:lnTo>
                    <a:pt x="7707309" y="2794498"/>
                  </a:lnTo>
                  <a:lnTo>
                    <a:pt x="7707496" y="2794048"/>
                  </a:lnTo>
                  <a:lnTo>
                    <a:pt x="7707683" y="2793511"/>
                  </a:lnTo>
                  <a:lnTo>
                    <a:pt x="7707870" y="2792979"/>
                  </a:lnTo>
                  <a:lnTo>
                    <a:pt x="7708057" y="2792548"/>
                  </a:lnTo>
                  <a:lnTo>
                    <a:pt x="7708244" y="2792116"/>
                  </a:lnTo>
                  <a:lnTo>
                    <a:pt x="7708431" y="2791716"/>
                  </a:lnTo>
                  <a:lnTo>
                    <a:pt x="7708618" y="2791385"/>
                  </a:lnTo>
                  <a:lnTo>
                    <a:pt x="7708804" y="2791095"/>
                  </a:lnTo>
                  <a:lnTo>
                    <a:pt x="7708991" y="2790888"/>
                  </a:lnTo>
                  <a:lnTo>
                    <a:pt x="7709178" y="2790591"/>
                  </a:lnTo>
                  <a:lnTo>
                    <a:pt x="7709365" y="2790452"/>
                  </a:lnTo>
                  <a:lnTo>
                    <a:pt x="7709552" y="2790612"/>
                  </a:lnTo>
                  <a:lnTo>
                    <a:pt x="7709739" y="2790743"/>
                  </a:lnTo>
                  <a:lnTo>
                    <a:pt x="7709926" y="2790988"/>
                  </a:lnTo>
                  <a:lnTo>
                    <a:pt x="7710113" y="2791250"/>
                  </a:lnTo>
                  <a:lnTo>
                    <a:pt x="7710300" y="2791385"/>
                  </a:lnTo>
                  <a:lnTo>
                    <a:pt x="7710487" y="2791389"/>
                  </a:lnTo>
                  <a:lnTo>
                    <a:pt x="7710674" y="2791269"/>
                  </a:lnTo>
                  <a:lnTo>
                    <a:pt x="7710861" y="2791061"/>
                  </a:lnTo>
                  <a:lnTo>
                    <a:pt x="7711048" y="2790841"/>
                  </a:lnTo>
                  <a:lnTo>
                    <a:pt x="7711234" y="2790569"/>
                  </a:lnTo>
                  <a:lnTo>
                    <a:pt x="7711421" y="2790253"/>
                  </a:lnTo>
                  <a:lnTo>
                    <a:pt x="7711608" y="2789872"/>
                  </a:lnTo>
                  <a:lnTo>
                    <a:pt x="7711795" y="2789491"/>
                  </a:lnTo>
                  <a:lnTo>
                    <a:pt x="7711982" y="2789132"/>
                  </a:lnTo>
                  <a:lnTo>
                    <a:pt x="7712169" y="2788767"/>
                  </a:lnTo>
                  <a:lnTo>
                    <a:pt x="7712356" y="2788244"/>
                  </a:lnTo>
                  <a:lnTo>
                    <a:pt x="7712543" y="2787680"/>
                  </a:lnTo>
                  <a:lnTo>
                    <a:pt x="7712730" y="2787086"/>
                  </a:lnTo>
                  <a:lnTo>
                    <a:pt x="7712917" y="2786548"/>
                  </a:lnTo>
                  <a:lnTo>
                    <a:pt x="7713104" y="2786050"/>
                  </a:lnTo>
                  <a:lnTo>
                    <a:pt x="7713291" y="2785341"/>
                  </a:lnTo>
                  <a:lnTo>
                    <a:pt x="7713478" y="2784139"/>
                  </a:lnTo>
                  <a:lnTo>
                    <a:pt x="7713664" y="2782399"/>
                  </a:lnTo>
                  <a:lnTo>
                    <a:pt x="7713851" y="2780643"/>
                  </a:lnTo>
                  <a:lnTo>
                    <a:pt x="7714038" y="2778848"/>
                  </a:lnTo>
                  <a:lnTo>
                    <a:pt x="7714225" y="2776997"/>
                  </a:lnTo>
                  <a:lnTo>
                    <a:pt x="7714412" y="2775258"/>
                  </a:lnTo>
                  <a:lnTo>
                    <a:pt x="7714599" y="2773644"/>
                  </a:lnTo>
                  <a:lnTo>
                    <a:pt x="7714786" y="2772029"/>
                  </a:lnTo>
                  <a:lnTo>
                    <a:pt x="7714973" y="2771020"/>
                  </a:lnTo>
                  <a:lnTo>
                    <a:pt x="7715160" y="2770074"/>
                  </a:lnTo>
                  <a:lnTo>
                    <a:pt x="7715347" y="2769382"/>
                  </a:lnTo>
                  <a:lnTo>
                    <a:pt x="7715534" y="2768567"/>
                  </a:lnTo>
                  <a:lnTo>
                    <a:pt x="7715721" y="2767613"/>
                  </a:lnTo>
                  <a:lnTo>
                    <a:pt x="7715907" y="2766753"/>
                  </a:lnTo>
                  <a:lnTo>
                    <a:pt x="7716094" y="2765941"/>
                  </a:lnTo>
                  <a:lnTo>
                    <a:pt x="7716281" y="2765428"/>
                  </a:lnTo>
                  <a:lnTo>
                    <a:pt x="7716468" y="2765062"/>
                  </a:lnTo>
                  <a:lnTo>
                    <a:pt x="7716655" y="2764977"/>
                  </a:lnTo>
                  <a:lnTo>
                    <a:pt x="7716842" y="2764988"/>
                  </a:lnTo>
                  <a:lnTo>
                    <a:pt x="7717029" y="2765279"/>
                  </a:lnTo>
                  <a:lnTo>
                    <a:pt x="7717216" y="2765483"/>
                  </a:lnTo>
                  <a:lnTo>
                    <a:pt x="7717403" y="2765524"/>
                  </a:lnTo>
                  <a:lnTo>
                    <a:pt x="7717590" y="2765244"/>
                  </a:lnTo>
                  <a:lnTo>
                    <a:pt x="7717777" y="2764708"/>
                  </a:lnTo>
                  <a:lnTo>
                    <a:pt x="7717964" y="2763804"/>
                  </a:lnTo>
                  <a:lnTo>
                    <a:pt x="7718151" y="2762601"/>
                  </a:lnTo>
                  <a:lnTo>
                    <a:pt x="7718337" y="2761526"/>
                  </a:lnTo>
                  <a:lnTo>
                    <a:pt x="7718524" y="2760605"/>
                  </a:lnTo>
                  <a:lnTo>
                    <a:pt x="7718711" y="2759674"/>
                  </a:lnTo>
                  <a:lnTo>
                    <a:pt x="7718898" y="2758553"/>
                  </a:lnTo>
                  <a:lnTo>
                    <a:pt x="7719085" y="2757302"/>
                  </a:lnTo>
                  <a:lnTo>
                    <a:pt x="7719272" y="2755948"/>
                  </a:lnTo>
                  <a:lnTo>
                    <a:pt x="7719459" y="2754537"/>
                  </a:lnTo>
                  <a:lnTo>
                    <a:pt x="7719646" y="2752940"/>
                  </a:lnTo>
                  <a:lnTo>
                    <a:pt x="7719833" y="2751168"/>
                  </a:lnTo>
                  <a:lnTo>
                    <a:pt x="7720020" y="2749332"/>
                  </a:lnTo>
                  <a:lnTo>
                    <a:pt x="7720207" y="2747685"/>
                  </a:lnTo>
                  <a:lnTo>
                    <a:pt x="7720394" y="2746407"/>
                  </a:lnTo>
                  <a:lnTo>
                    <a:pt x="7720581" y="2745267"/>
                  </a:lnTo>
                  <a:lnTo>
                    <a:pt x="7720767" y="2744208"/>
                  </a:lnTo>
                  <a:lnTo>
                    <a:pt x="7720954" y="2743281"/>
                  </a:lnTo>
                  <a:lnTo>
                    <a:pt x="7721141" y="2742365"/>
                  </a:lnTo>
                  <a:lnTo>
                    <a:pt x="7721328" y="2741362"/>
                  </a:lnTo>
                  <a:lnTo>
                    <a:pt x="7721515" y="2740431"/>
                  </a:lnTo>
                  <a:lnTo>
                    <a:pt x="7721702" y="2739720"/>
                  </a:lnTo>
                  <a:lnTo>
                    <a:pt x="7721889" y="2739127"/>
                  </a:lnTo>
                  <a:lnTo>
                    <a:pt x="7722076" y="2738582"/>
                  </a:lnTo>
                  <a:lnTo>
                    <a:pt x="7722263" y="2738147"/>
                  </a:lnTo>
                  <a:lnTo>
                    <a:pt x="7722450" y="2737780"/>
                  </a:lnTo>
                  <a:lnTo>
                    <a:pt x="7722637" y="2737469"/>
                  </a:lnTo>
                  <a:lnTo>
                    <a:pt x="7722824" y="2737081"/>
                  </a:lnTo>
                  <a:lnTo>
                    <a:pt x="7723010" y="2736789"/>
                  </a:lnTo>
                  <a:lnTo>
                    <a:pt x="7723197" y="2736392"/>
                  </a:lnTo>
                  <a:lnTo>
                    <a:pt x="7723384" y="2735991"/>
                  </a:lnTo>
                  <a:lnTo>
                    <a:pt x="7723571" y="2735568"/>
                  </a:lnTo>
                  <a:lnTo>
                    <a:pt x="7723758" y="2735112"/>
                  </a:lnTo>
                  <a:lnTo>
                    <a:pt x="7723945" y="2734684"/>
                  </a:lnTo>
                  <a:lnTo>
                    <a:pt x="7724132" y="2734170"/>
                  </a:lnTo>
                  <a:lnTo>
                    <a:pt x="7724319" y="2733490"/>
                  </a:lnTo>
                  <a:lnTo>
                    <a:pt x="7724506" y="2732751"/>
                  </a:lnTo>
                  <a:lnTo>
                    <a:pt x="7724693" y="2732104"/>
                  </a:lnTo>
                  <a:lnTo>
                    <a:pt x="7724880" y="2731396"/>
                  </a:lnTo>
                  <a:lnTo>
                    <a:pt x="7725067" y="2730822"/>
                  </a:lnTo>
                  <a:lnTo>
                    <a:pt x="7725254" y="2730042"/>
                  </a:lnTo>
                  <a:lnTo>
                    <a:pt x="7725440" y="2729536"/>
                  </a:lnTo>
                  <a:lnTo>
                    <a:pt x="7725627" y="2729081"/>
                  </a:lnTo>
                  <a:lnTo>
                    <a:pt x="7725814" y="2728668"/>
                  </a:lnTo>
                  <a:lnTo>
                    <a:pt x="7726001" y="2728391"/>
                  </a:lnTo>
                  <a:lnTo>
                    <a:pt x="7726188" y="2727857"/>
                  </a:lnTo>
                  <a:lnTo>
                    <a:pt x="7726375" y="2727381"/>
                  </a:lnTo>
                  <a:lnTo>
                    <a:pt x="7726562" y="2727005"/>
                  </a:lnTo>
                  <a:lnTo>
                    <a:pt x="7726749" y="2726387"/>
                  </a:lnTo>
                  <a:lnTo>
                    <a:pt x="7726936" y="2725967"/>
                  </a:lnTo>
                  <a:lnTo>
                    <a:pt x="7727123" y="2725607"/>
                  </a:lnTo>
                  <a:lnTo>
                    <a:pt x="7727310" y="2725323"/>
                  </a:lnTo>
                  <a:lnTo>
                    <a:pt x="7727497" y="2724754"/>
                  </a:lnTo>
                  <a:lnTo>
                    <a:pt x="7727683" y="2724375"/>
                  </a:lnTo>
                  <a:lnTo>
                    <a:pt x="7727870" y="2723778"/>
                  </a:lnTo>
                  <a:lnTo>
                    <a:pt x="7728057" y="2723113"/>
                  </a:lnTo>
                  <a:lnTo>
                    <a:pt x="7728244" y="2722390"/>
                  </a:lnTo>
                  <a:lnTo>
                    <a:pt x="7728431" y="2721584"/>
                  </a:lnTo>
                  <a:lnTo>
                    <a:pt x="7728618" y="2720864"/>
                  </a:lnTo>
                  <a:lnTo>
                    <a:pt x="7728805" y="2720041"/>
                  </a:lnTo>
                  <a:lnTo>
                    <a:pt x="7728992" y="2719520"/>
                  </a:lnTo>
                  <a:lnTo>
                    <a:pt x="7729179" y="2719225"/>
                  </a:lnTo>
                  <a:lnTo>
                    <a:pt x="7729366" y="2718776"/>
                  </a:lnTo>
                  <a:lnTo>
                    <a:pt x="7729553" y="2718477"/>
                  </a:lnTo>
                  <a:lnTo>
                    <a:pt x="7729740" y="2718223"/>
                  </a:lnTo>
                  <a:lnTo>
                    <a:pt x="7729927" y="2718181"/>
                  </a:lnTo>
                  <a:lnTo>
                    <a:pt x="7730113" y="2718035"/>
                  </a:lnTo>
                  <a:lnTo>
                    <a:pt x="7730300" y="2718110"/>
                  </a:lnTo>
                  <a:lnTo>
                    <a:pt x="7730487" y="2718048"/>
                  </a:lnTo>
                  <a:lnTo>
                    <a:pt x="7730674" y="2717702"/>
                  </a:lnTo>
                  <a:lnTo>
                    <a:pt x="7730861" y="2717490"/>
                  </a:lnTo>
                  <a:lnTo>
                    <a:pt x="7731048" y="2717412"/>
                  </a:lnTo>
                  <a:lnTo>
                    <a:pt x="7731235" y="2717113"/>
                  </a:lnTo>
                  <a:lnTo>
                    <a:pt x="7731422" y="2716778"/>
                  </a:lnTo>
                  <a:lnTo>
                    <a:pt x="7731609" y="2716574"/>
                  </a:lnTo>
                  <a:lnTo>
                    <a:pt x="7731796" y="2716483"/>
                  </a:lnTo>
                  <a:lnTo>
                    <a:pt x="7731983" y="2716140"/>
                  </a:lnTo>
                  <a:lnTo>
                    <a:pt x="7732170" y="2715885"/>
                  </a:lnTo>
                  <a:lnTo>
                    <a:pt x="7732357" y="2715368"/>
                  </a:lnTo>
                  <a:lnTo>
                    <a:pt x="7732543" y="2714695"/>
                  </a:lnTo>
                  <a:lnTo>
                    <a:pt x="7732730" y="2713965"/>
                  </a:lnTo>
                  <a:lnTo>
                    <a:pt x="7732917" y="2713022"/>
                  </a:lnTo>
                  <a:lnTo>
                    <a:pt x="7733104" y="2712060"/>
                  </a:lnTo>
                  <a:lnTo>
                    <a:pt x="7733291" y="2711219"/>
                  </a:lnTo>
                  <a:lnTo>
                    <a:pt x="7733478" y="2710533"/>
                  </a:lnTo>
                  <a:lnTo>
                    <a:pt x="7733665" y="2709672"/>
                  </a:lnTo>
                  <a:lnTo>
                    <a:pt x="7733852" y="2708736"/>
                  </a:lnTo>
                  <a:lnTo>
                    <a:pt x="7734039" y="2707902"/>
                  </a:lnTo>
                  <a:lnTo>
                    <a:pt x="7734226" y="2707063"/>
                  </a:lnTo>
                  <a:lnTo>
                    <a:pt x="7734413" y="2706117"/>
                  </a:lnTo>
                  <a:lnTo>
                    <a:pt x="7734600" y="2705195"/>
                  </a:lnTo>
                  <a:lnTo>
                    <a:pt x="7734786" y="2704345"/>
                  </a:lnTo>
                  <a:lnTo>
                    <a:pt x="7734973" y="2703349"/>
                  </a:lnTo>
                  <a:lnTo>
                    <a:pt x="7735160" y="2702330"/>
                  </a:lnTo>
                  <a:lnTo>
                    <a:pt x="7735347" y="2701063"/>
                  </a:lnTo>
                  <a:lnTo>
                    <a:pt x="7735534" y="2699850"/>
                  </a:lnTo>
                  <a:lnTo>
                    <a:pt x="7735721" y="2698571"/>
                  </a:lnTo>
                  <a:lnTo>
                    <a:pt x="7735908" y="2697212"/>
                  </a:lnTo>
                  <a:lnTo>
                    <a:pt x="7736095" y="2695551"/>
                  </a:lnTo>
                  <a:lnTo>
                    <a:pt x="7736282" y="2693785"/>
                  </a:lnTo>
                  <a:lnTo>
                    <a:pt x="7736469" y="2692171"/>
                  </a:lnTo>
                  <a:lnTo>
                    <a:pt x="7736656" y="2690403"/>
                  </a:lnTo>
                  <a:lnTo>
                    <a:pt x="7736843" y="2688579"/>
                  </a:lnTo>
                  <a:lnTo>
                    <a:pt x="7737030" y="2686795"/>
                  </a:lnTo>
                  <a:lnTo>
                    <a:pt x="7737216" y="2685175"/>
                  </a:lnTo>
                  <a:lnTo>
                    <a:pt x="7737403" y="2683522"/>
                  </a:lnTo>
                  <a:lnTo>
                    <a:pt x="7737590" y="2681997"/>
                  </a:lnTo>
                  <a:lnTo>
                    <a:pt x="7737777" y="2680700"/>
                  </a:lnTo>
                  <a:lnTo>
                    <a:pt x="7737964" y="2679534"/>
                  </a:lnTo>
                  <a:lnTo>
                    <a:pt x="7738151" y="2678528"/>
                  </a:lnTo>
                  <a:lnTo>
                    <a:pt x="7738338" y="2677370"/>
                  </a:lnTo>
                  <a:lnTo>
                    <a:pt x="7738525" y="2676321"/>
                  </a:lnTo>
                  <a:lnTo>
                    <a:pt x="7738712" y="2675387"/>
                  </a:lnTo>
                  <a:lnTo>
                    <a:pt x="7738899" y="2674596"/>
                  </a:lnTo>
                  <a:lnTo>
                    <a:pt x="7739086" y="2673994"/>
                  </a:lnTo>
                  <a:lnTo>
                    <a:pt x="7739273" y="2673351"/>
                  </a:lnTo>
                  <a:lnTo>
                    <a:pt x="7739460" y="2673117"/>
                  </a:lnTo>
                  <a:lnTo>
                    <a:pt x="7739646" y="2673110"/>
                  </a:lnTo>
                  <a:lnTo>
                    <a:pt x="7739833" y="2673388"/>
                  </a:lnTo>
                  <a:lnTo>
                    <a:pt x="7740020" y="2673728"/>
                  </a:lnTo>
                  <a:lnTo>
                    <a:pt x="7740207" y="2674135"/>
                  </a:lnTo>
                  <a:lnTo>
                    <a:pt x="7740394" y="2674321"/>
                  </a:lnTo>
                  <a:lnTo>
                    <a:pt x="7740581" y="2674461"/>
                  </a:lnTo>
                  <a:lnTo>
                    <a:pt x="7740768" y="2674624"/>
                  </a:lnTo>
                  <a:lnTo>
                    <a:pt x="7740955" y="2674782"/>
                  </a:lnTo>
                  <a:lnTo>
                    <a:pt x="7741142" y="2675057"/>
                  </a:lnTo>
                  <a:lnTo>
                    <a:pt x="7741329" y="2675331"/>
                  </a:lnTo>
                  <a:lnTo>
                    <a:pt x="7741516" y="2675483"/>
                  </a:lnTo>
                  <a:lnTo>
                    <a:pt x="7741703" y="2675742"/>
                  </a:lnTo>
                  <a:lnTo>
                    <a:pt x="7741889" y="2676001"/>
                  </a:lnTo>
                  <a:lnTo>
                    <a:pt x="7742076" y="2676267"/>
                  </a:lnTo>
                  <a:lnTo>
                    <a:pt x="7742263" y="2676638"/>
                  </a:lnTo>
                  <a:lnTo>
                    <a:pt x="7742450" y="2677010"/>
                  </a:lnTo>
                  <a:lnTo>
                    <a:pt x="7742637" y="2677183"/>
                  </a:lnTo>
                  <a:lnTo>
                    <a:pt x="7742824" y="2677249"/>
                  </a:lnTo>
                  <a:lnTo>
                    <a:pt x="7743011" y="2677244"/>
                  </a:lnTo>
                  <a:lnTo>
                    <a:pt x="7743198" y="2677095"/>
                  </a:lnTo>
                  <a:lnTo>
                    <a:pt x="7743385" y="2676967"/>
                  </a:lnTo>
                  <a:lnTo>
                    <a:pt x="7743572" y="2676974"/>
                  </a:lnTo>
                  <a:lnTo>
                    <a:pt x="7743759" y="2676986"/>
                  </a:lnTo>
                  <a:lnTo>
                    <a:pt x="7743946" y="2677174"/>
                  </a:lnTo>
                  <a:lnTo>
                    <a:pt x="7744133" y="2677363"/>
                  </a:lnTo>
                  <a:lnTo>
                    <a:pt x="7744319" y="2677554"/>
                  </a:lnTo>
                  <a:lnTo>
                    <a:pt x="7744506" y="2677825"/>
                  </a:lnTo>
                  <a:lnTo>
                    <a:pt x="7744693" y="2678129"/>
                  </a:lnTo>
                  <a:lnTo>
                    <a:pt x="7744880" y="2678428"/>
                  </a:lnTo>
                  <a:lnTo>
                    <a:pt x="7745067" y="2678755"/>
                  </a:lnTo>
                  <a:lnTo>
                    <a:pt x="7745254" y="2679083"/>
                  </a:lnTo>
                  <a:lnTo>
                    <a:pt x="7745441" y="2679410"/>
                  </a:lnTo>
                  <a:lnTo>
                    <a:pt x="7745628" y="2679737"/>
                  </a:lnTo>
                  <a:lnTo>
                    <a:pt x="7745815" y="2680033"/>
                  </a:lnTo>
                  <a:lnTo>
                    <a:pt x="7746002" y="2680365"/>
                  </a:lnTo>
                  <a:lnTo>
                    <a:pt x="7746189" y="2680869"/>
                  </a:lnTo>
                  <a:lnTo>
                    <a:pt x="7746376" y="2681289"/>
                  </a:lnTo>
                  <a:lnTo>
                    <a:pt x="7746562" y="2681799"/>
                  </a:lnTo>
                  <a:lnTo>
                    <a:pt x="7746749" y="2682151"/>
                  </a:lnTo>
                  <a:lnTo>
                    <a:pt x="7746936" y="2682315"/>
                  </a:lnTo>
                  <a:lnTo>
                    <a:pt x="7747123" y="2682488"/>
                  </a:lnTo>
                  <a:lnTo>
                    <a:pt x="7747310" y="2682691"/>
                  </a:lnTo>
                  <a:lnTo>
                    <a:pt x="7747497" y="2682971"/>
                  </a:lnTo>
                  <a:lnTo>
                    <a:pt x="7747684" y="2683433"/>
                  </a:lnTo>
                  <a:lnTo>
                    <a:pt x="7747871" y="2683819"/>
                  </a:lnTo>
                  <a:lnTo>
                    <a:pt x="7748058" y="2684281"/>
                  </a:lnTo>
                  <a:lnTo>
                    <a:pt x="7748245" y="2684739"/>
                  </a:lnTo>
                  <a:lnTo>
                    <a:pt x="7748432" y="2685250"/>
                  </a:lnTo>
                  <a:lnTo>
                    <a:pt x="7748619" y="2685827"/>
                  </a:lnTo>
                  <a:lnTo>
                    <a:pt x="7748806" y="2686424"/>
                  </a:lnTo>
                  <a:lnTo>
                    <a:pt x="7748992" y="2687071"/>
                  </a:lnTo>
                  <a:lnTo>
                    <a:pt x="7749179" y="2687718"/>
                  </a:lnTo>
                  <a:lnTo>
                    <a:pt x="7749366" y="2688365"/>
                  </a:lnTo>
                  <a:lnTo>
                    <a:pt x="7749553" y="2689030"/>
                  </a:lnTo>
                  <a:lnTo>
                    <a:pt x="7749740" y="2689868"/>
                  </a:lnTo>
                  <a:lnTo>
                    <a:pt x="7749927" y="2690718"/>
                  </a:lnTo>
                  <a:lnTo>
                    <a:pt x="7750114" y="2691678"/>
                  </a:lnTo>
                  <a:lnTo>
                    <a:pt x="7750301" y="2692468"/>
                  </a:lnTo>
                  <a:lnTo>
                    <a:pt x="7750488" y="2693340"/>
                  </a:lnTo>
                  <a:lnTo>
                    <a:pt x="7750675" y="2694442"/>
                  </a:lnTo>
                  <a:lnTo>
                    <a:pt x="7750862" y="2696138"/>
                  </a:lnTo>
                  <a:lnTo>
                    <a:pt x="7751049" y="2698168"/>
                  </a:lnTo>
                  <a:lnTo>
                    <a:pt x="7751236" y="2700320"/>
                  </a:lnTo>
                  <a:lnTo>
                    <a:pt x="7751422" y="2702420"/>
                  </a:lnTo>
                  <a:lnTo>
                    <a:pt x="7751609" y="2704696"/>
                  </a:lnTo>
                  <a:lnTo>
                    <a:pt x="7751796" y="2706884"/>
                  </a:lnTo>
                  <a:lnTo>
                    <a:pt x="7751983" y="2709106"/>
                  </a:lnTo>
                  <a:lnTo>
                    <a:pt x="7752170" y="2711470"/>
                  </a:lnTo>
                  <a:lnTo>
                    <a:pt x="7752357" y="2713396"/>
                  </a:lnTo>
                  <a:lnTo>
                    <a:pt x="7752544" y="2715187"/>
                  </a:lnTo>
                  <a:lnTo>
                    <a:pt x="7752731" y="2716659"/>
                  </a:lnTo>
                  <a:lnTo>
                    <a:pt x="7752918" y="2718211"/>
                  </a:lnTo>
                  <a:lnTo>
                    <a:pt x="7753105" y="2719831"/>
                  </a:lnTo>
                  <a:lnTo>
                    <a:pt x="7753292" y="2721312"/>
                  </a:lnTo>
                  <a:lnTo>
                    <a:pt x="7753479" y="2722714"/>
                  </a:lnTo>
                  <a:lnTo>
                    <a:pt x="7753665" y="2723659"/>
                  </a:lnTo>
                  <a:lnTo>
                    <a:pt x="7753852" y="2724566"/>
                  </a:lnTo>
                  <a:lnTo>
                    <a:pt x="7754039" y="2725264"/>
                  </a:lnTo>
                  <a:lnTo>
                    <a:pt x="7754226" y="2725869"/>
                  </a:lnTo>
                  <a:lnTo>
                    <a:pt x="7754413" y="2726184"/>
                  </a:lnTo>
                  <a:lnTo>
                    <a:pt x="7754600" y="2726428"/>
                  </a:lnTo>
                  <a:lnTo>
                    <a:pt x="7754787" y="2726859"/>
                  </a:lnTo>
                  <a:lnTo>
                    <a:pt x="7754974" y="2727442"/>
                  </a:lnTo>
                  <a:lnTo>
                    <a:pt x="7755161" y="2728137"/>
                  </a:lnTo>
                  <a:lnTo>
                    <a:pt x="7755348" y="2728847"/>
                  </a:lnTo>
                  <a:lnTo>
                    <a:pt x="7755535" y="2729726"/>
                  </a:lnTo>
                  <a:lnTo>
                    <a:pt x="7755722" y="2730228"/>
                  </a:lnTo>
                  <a:lnTo>
                    <a:pt x="7755909" y="2730579"/>
                  </a:lnTo>
                  <a:lnTo>
                    <a:pt x="7756095" y="2730931"/>
                  </a:lnTo>
                  <a:lnTo>
                    <a:pt x="7756282" y="2731283"/>
                  </a:lnTo>
                  <a:lnTo>
                    <a:pt x="7756469" y="2731741"/>
                  </a:lnTo>
                  <a:lnTo>
                    <a:pt x="7756656" y="2732268"/>
                  </a:lnTo>
                  <a:lnTo>
                    <a:pt x="7756843" y="2732805"/>
                  </a:lnTo>
                  <a:lnTo>
                    <a:pt x="7757030" y="2733508"/>
                  </a:lnTo>
                  <a:lnTo>
                    <a:pt x="7757217" y="2734247"/>
                  </a:lnTo>
                  <a:lnTo>
                    <a:pt x="7757404" y="2734951"/>
                  </a:lnTo>
                  <a:lnTo>
                    <a:pt x="7757591" y="2735514"/>
                  </a:lnTo>
                  <a:lnTo>
                    <a:pt x="7757778" y="2735804"/>
                  </a:lnTo>
                  <a:lnTo>
                    <a:pt x="7757965" y="2735974"/>
                  </a:lnTo>
                  <a:lnTo>
                    <a:pt x="7758152" y="2736347"/>
                  </a:lnTo>
                  <a:lnTo>
                    <a:pt x="7758339" y="2736828"/>
                  </a:lnTo>
                  <a:lnTo>
                    <a:pt x="7758525" y="2737549"/>
                  </a:lnTo>
                  <a:lnTo>
                    <a:pt x="7758712" y="2738488"/>
                  </a:lnTo>
                  <a:lnTo>
                    <a:pt x="7758899" y="2739370"/>
                  </a:lnTo>
                  <a:lnTo>
                    <a:pt x="7759086" y="2740132"/>
                  </a:lnTo>
                  <a:lnTo>
                    <a:pt x="7759273" y="2740833"/>
                  </a:lnTo>
                  <a:lnTo>
                    <a:pt x="7759460" y="2741494"/>
                  </a:lnTo>
                  <a:lnTo>
                    <a:pt x="7759647" y="2742151"/>
                  </a:lnTo>
                  <a:lnTo>
                    <a:pt x="7759834" y="2742867"/>
                  </a:lnTo>
                  <a:lnTo>
                    <a:pt x="7760021" y="2743699"/>
                  </a:lnTo>
                  <a:lnTo>
                    <a:pt x="7760208" y="2744702"/>
                  </a:lnTo>
                  <a:lnTo>
                    <a:pt x="7760395" y="2745643"/>
                  </a:lnTo>
                  <a:lnTo>
                    <a:pt x="7760582" y="2746613"/>
                  </a:lnTo>
                  <a:lnTo>
                    <a:pt x="7760768" y="2747332"/>
                  </a:lnTo>
                  <a:lnTo>
                    <a:pt x="7760955" y="2748058"/>
                  </a:lnTo>
                  <a:lnTo>
                    <a:pt x="7761142" y="2748804"/>
                  </a:lnTo>
                  <a:lnTo>
                    <a:pt x="7761329" y="2749494"/>
                  </a:lnTo>
                  <a:lnTo>
                    <a:pt x="7761516" y="2750162"/>
                  </a:lnTo>
                  <a:lnTo>
                    <a:pt x="7761703" y="2750942"/>
                  </a:lnTo>
                  <a:lnTo>
                    <a:pt x="7761890" y="2751737"/>
                  </a:lnTo>
                  <a:lnTo>
                    <a:pt x="7762077" y="2752304"/>
                  </a:lnTo>
                  <a:lnTo>
                    <a:pt x="7762264" y="2752474"/>
                  </a:lnTo>
                  <a:lnTo>
                    <a:pt x="7762451" y="2752364"/>
                  </a:lnTo>
                  <a:lnTo>
                    <a:pt x="7762638" y="2752074"/>
                  </a:lnTo>
                  <a:lnTo>
                    <a:pt x="7762825" y="2751096"/>
                  </a:lnTo>
                  <a:lnTo>
                    <a:pt x="7763012" y="2749987"/>
                  </a:lnTo>
                  <a:lnTo>
                    <a:pt x="7763198" y="2748975"/>
                  </a:lnTo>
                  <a:lnTo>
                    <a:pt x="7763385" y="2747850"/>
                  </a:lnTo>
                  <a:lnTo>
                    <a:pt x="7763572" y="2746762"/>
                  </a:lnTo>
                  <a:lnTo>
                    <a:pt x="7763759" y="2745295"/>
                  </a:lnTo>
                  <a:lnTo>
                    <a:pt x="7763946" y="2743313"/>
                  </a:lnTo>
                  <a:lnTo>
                    <a:pt x="7764133" y="2741396"/>
                  </a:lnTo>
                  <a:lnTo>
                    <a:pt x="7764320" y="2738889"/>
                  </a:lnTo>
                  <a:lnTo>
                    <a:pt x="7764507" y="2736162"/>
                  </a:lnTo>
                  <a:lnTo>
                    <a:pt x="7764694" y="2733225"/>
                  </a:lnTo>
                  <a:lnTo>
                    <a:pt x="7764881" y="2730716"/>
                  </a:lnTo>
                  <a:lnTo>
                    <a:pt x="7765068" y="2728269"/>
                  </a:lnTo>
                  <a:lnTo>
                    <a:pt x="7765255" y="2725780"/>
                  </a:lnTo>
                  <a:lnTo>
                    <a:pt x="7765441" y="2723270"/>
                  </a:lnTo>
                  <a:lnTo>
                    <a:pt x="7765628" y="2721098"/>
                  </a:lnTo>
                  <a:lnTo>
                    <a:pt x="7765815" y="2718642"/>
                  </a:lnTo>
                  <a:lnTo>
                    <a:pt x="7766002" y="2715879"/>
                  </a:lnTo>
                  <a:lnTo>
                    <a:pt x="7766189" y="2713133"/>
                  </a:lnTo>
                  <a:lnTo>
                    <a:pt x="7766376" y="2709837"/>
                  </a:lnTo>
                  <a:lnTo>
                    <a:pt x="7766563" y="2706677"/>
                  </a:lnTo>
                  <a:lnTo>
                    <a:pt x="7766750" y="2703988"/>
                  </a:lnTo>
                  <a:lnTo>
                    <a:pt x="7766937" y="2701350"/>
                  </a:lnTo>
                  <a:lnTo>
                    <a:pt x="7767124" y="2699003"/>
                  </a:lnTo>
                  <a:lnTo>
                    <a:pt x="7767311" y="2697161"/>
                  </a:lnTo>
                  <a:lnTo>
                    <a:pt x="7767498" y="2695679"/>
                  </a:lnTo>
                  <a:lnTo>
                    <a:pt x="7767685" y="2694206"/>
                  </a:lnTo>
                  <a:lnTo>
                    <a:pt x="7767871" y="2692987"/>
                  </a:lnTo>
                  <a:lnTo>
                    <a:pt x="7768058" y="2692303"/>
                  </a:lnTo>
                  <a:lnTo>
                    <a:pt x="7768245" y="2691875"/>
                  </a:lnTo>
                  <a:lnTo>
                    <a:pt x="7768432" y="2691487"/>
                  </a:lnTo>
                  <a:lnTo>
                    <a:pt x="7768619" y="2691377"/>
                  </a:lnTo>
                  <a:lnTo>
                    <a:pt x="7768806" y="2691444"/>
                  </a:lnTo>
                  <a:lnTo>
                    <a:pt x="7768993" y="2691421"/>
                  </a:lnTo>
                  <a:lnTo>
                    <a:pt x="7769180" y="2691532"/>
                  </a:lnTo>
                  <a:lnTo>
                    <a:pt x="7769367" y="2691774"/>
                  </a:lnTo>
                  <a:lnTo>
                    <a:pt x="7769554" y="2691841"/>
                  </a:lnTo>
                  <a:lnTo>
                    <a:pt x="7769741" y="2692050"/>
                  </a:lnTo>
                  <a:lnTo>
                    <a:pt x="7769928" y="2692329"/>
                  </a:lnTo>
                  <a:lnTo>
                    <a:pt x="7770115" y="2692628"/>
                  </a:lnTo>
                  <a:lnTo>
                    <a:pt x="7770301" y="2692892"/>
                  </a:lnTo>
                  <a:lnTo>
                    <a:pt x="7770488" y="2693398"/>
                  </a:lnTo>
                  <a:lnTo>
                    <a:pt x="7770675" y="2693948"/>
                  </a:lnTo>
                  <a:lnTo>
                    <a:pt x="7770862" y="2694244"/>
                  </a:lnTo>
                  <a:lnTo>
                    <a:pt x="7771049" y="2694327"/>
                  </a:lnTo>
                  <a:lnTo>
                    <a:pt x="7771236" y="2694228"/>
                  </a:lnTo>
                  <a:lnTo>
                    <a:pt x="7771423" y="2693896"/>
                  </a:lnTo>
                  <a:lnTo>
                    <a:pt x="7771610" y="2693639"/>
                  </a:lnTo>
                  <a:lnTo>
                    <a:pt x="7771797" y="2693560"/>
                  </a:lnTo>
                  <a:lnTo>
                    <a:pt x="7771984" y="2693863"/>
                  </a:lnTo>
                  <a:lnTo>
                    <a:pt x="7772171" y="2694072"/>
                  </a:lnTo>
                  <a:lnTo>
                    <a:pt x="7772358" y="2694301"/>
                  </a:lnTo>
                  <a:lnTo>
                    <a:pt x="7772544" y="2694314"/>
                  </a:lnTo>
                  <a:lnTo>
                    <a:pt x="7772731" y="2694329"/>
                  </a:lnTo>
                  <a:lnTo>
                    <a:pt x="7772918" y="2694285"/>
                  </a:lnTo>
                  <a:lnTo>
                    <a:pt x="7773105" y="2694270"/>
                  </a:lnTo>
                  <a:lnTo>
                    <a:pt x="7773292" y="2693807"/>
                  </a:lnTo>
                  <a:lnTo>
                    <a:pt x="7773479" y="2693510"/>
                  </a:lnTo>
                  <a:lnTo>
                    <a:pt x="7773666" y="2693267"/>
                  </a:lnTo>
                  <a:lnTo>
                    <a:pt x="7773853" y="2693089"/>
                  </a:lnTo>
                  <a:lnTo>
                    <a:pt x="7774040" y="2692953"/>
                  </a:lnTo>
                  <a:lnTo>
                    <a:pt x="7774227" y="2692680"/>
                  </a:lnTo>
                  <a:lnTo>
                    <a:pt x="7774414" y="2692276"/>
                  </a:lnTo>
                  <a:lnTo>
                    <a:pt x="7774601" y="2691801"/>
                  </a:lnTo>
                  <a:lnTo>
                    <a:pt x="7774788" y="2691533"/>
                  </a:lnTo>
                  <a:lnTo>
                    <a:pt x="7774974" y="2691213"/>
                  </a:lnTo>
                  <a:lnTo>
                    <a:pt x="7775161" y="2690680"/>
                  </a:lnTo>
                  <a:lnTo>
                    <a:pt x="7775348" y="2690284"/>
                  </a:lnTo>
                  <a:lnTo>
                    <a:pt x="7775535" y="2689803"/>
                  </a:lnTo>
                  <a:lnTo>
                    <a:pt x="7775722" y="2689288"/>
                  </a:lnTo>
                  <a:lnTo>
                    <a:pt x="7775909" y="2688502"/>
                  </a:lnTo>
                  <a:lnTo>
                    <a:pt x="7776096" y="2688005"/>
                  </a:lnTo>
                  <a:lnTo>
                    <a:pt x="7776283" y="2687296"/>
                  </a:lnTo>
                  <a:lnTo>
                    <a:pt x="7776470" y="2686538"/>
                  </a:lnTo>
                  <a:lnTo>
                    <a:pt x="7776657" y="2686124"/>
                  </a:lnTo>
                  <a:lnTo>
                    <a:pt x="7776844" y="2685492"/>
                  </a:lnTo>
                  <a:lnTo>
                    <a:pt x="7777031" y="2685016"/>
                  </a:lnTo>
                  <a:lnTo>
                    <a:pt x="7777217" y="2684407"/>
                  </a:lnTo>
                  <a:lnTo>
                    <a:pt x="7777404" y="2683647"/>
                  </a:lnTo>
                  <a:lnTo>
                    <a:pt x="7777591" y="2682757"/>
                  </a:lnTo>
                  <a:lnTo>
                    <a:pt x="7777778" y="2681248"/>
                  </a:lnTo>
                  <a:lnTo>
                    <a:pt x="7777965" y="2679710"/>
                  </a:lnTo>
                  <a:lnTo>
                    <a:pt x="7778152" y="2678137"/>
                  </a:lnTo>
                  <a:lnTo>
                    <a:pt x="7778339" y="2676941"/>
                  </a:lnTo>
                  <a:lnTo>
                    <a:pt x="7778526" y="2675841"/>
                  </a:lnTo>
                  <a:lnTo>
                    <a:pt x="7778713" y="2674970"/>
                  </a:lnTo>
                  <a:lnTo>
                    <a:pt x="7778900" y="2673779"/>
                  </a:lnTo>
                  <a:lnTo>
                    <a:pt x="7779087" y="2672125"/>
                  </a:lnTo>
                  <a:lnTo>
                    <a:pt x="7779274" y="2670269"/>
                  </a:lnTo>
                  <a:lnTo>
                    <a:pt x="7779461" y="2668206"/>
                  </a:lnTo>
                  <a:lnTo>
                    <a:pt x="7779647" y="2666048"/>
                  </a:lnTo>
                  <a:lnTo>
                    <a:pt x="7779834" y="2663994"/>
                  </a:lnTo>
                  <a:lnTo>
                    <a:pt x="7780021" y="2662007"/>
                  </a:lnTo>
                  <a:lnTo>
                    <a:pt x="7780208" y="2660054"/>
                  </a:lnTo>
                  <a:lnTo>
                    <a:pt x="7780395" y="2658047"/>
                  </a:lnTo>
                  <a:lnTo>
                    <a:pt x="7780582" y="2656556"/>
                  </a:lnTo>
                  <a:lnTo>
                    <a:pt x="7780769" y="2655090"/>
                  </a:lnTo>
                  <a:lnTo>
                    <a:pt x="7780956" y="2653492"/>
                  </a:lnTo>
                  <a:lnTo>
                    <a:pt x="7781143" y="2651721"/>
                  </a:lnTo>
                  <a:lnTo>
                    <a:pt x="7781330" y="2649766"/>
                  </a:lnTo>
                  <a:lnTo>
                    <a:pt x="7781517" y="2647910"/>
                  </a:lnTo>
                  <a:lnTo>
                    <a:pt x="7781704" y="2646173"/>
                  </a:lnTo>
                  <a:lnTo>
                    <a:pt x="7781891" y="2644553"/>
                  </a:lnTo>
                  <a:lnTo>
                    <a:pt x="7782077" y="2643049"/>
                  </a:lnTo>
                  <a:lnTo>
                    <a:pt x="7782264" y="2641728"/>
                  </a:lnTo>
                  <a:lnTo>
                    <a:pt x="7782451" y="2640496"/>
                  </a:lnTo>
                  <a:lnTo>
                    <a:pt x="7782638" y="2639090"/>
                  </a:lnTo>
                  <a:lnTo>
                    <a:pt x="7782825" y="2637481"/>
                  </a:lnTo>
                  <a:lnTo>
                    <a:pt x="7783012" y="2635573"/>
                  </a:lnTo>
                  <a:lnTo>
                    <a:pt x="7783199" y="2633714"/>
                  </a:lnTo>
                  <a:lnTo>
                    <a:pt x="7783386" y="2631778"/>
                  </a:lnTo>
                  <a:lnTo>
                    <a:pt x="7783573" y="2629943"/>
                  </a:lnTo>
                  <a:lnTo>
                    <a:pt x="7783760" y="2628250"/>
                  </a:lnTo>
                  <a:lnTo>
                    <a:pt x="7783947" y="2626679"/>
                  </a:lnTo>
                  <a:lnTo>
                    <a:pt x="7784134" y="2625213"/>
                  </a:lnTo>
                  <a:lnTo>
                    <a:pt x="7784320" y="2623314"/>
                  </a:lnTo>
                  <a:lnTo>
                    <a:pt x="7784507" y="2621317"/>
                  </a:lnTo>
                  <a:lnTo>
                    <a:pt x="7784694" y="2618938"/>
                  </a:lnTo>
                  <a:lnTo>
                    <a:pt x="7784881" y="2616426"/>
                  </a:lnTo>
                  <a:lnTo>
                    <a:pt x="7785068" y="2613607"/>
                  </a:lnTo>
                  <a:lnTo>
                    <a:pt x="7785255" y="2610695"/>
                  </a:lnTo>
                  <a:lnTo>
                    <a:pt x="7785442" y="2608045"/>
                  </a:lnTo>
                  <a:lnTo>
                    <a:pt x="7785629" y="2605214"/>
                  </a:lnTo>
                  <a:lnTo>
                    <a:pt x="7785816" y="2602625"/>
                  </a:lnTo>
                  <a:lnTo>
                    <a:pt x="7786003" y="2600319"/>
                  </a:lnTo>
                  <a:lnTo>
                    <a:pt x="7786190" y="2597930"/>
                  </a:lnTo>
                  <a:lnTo>
                    <a:pt x="7786377" y="2595428"/>
                  </a:lnTo>
                  <a:lnTo>
                    <a:pt x="7786564" y="2592937"/>
                  </a:lnTo>
                  <a:lnTo>
                    <a:pt x="7786750" y="2590518"/>
                  </a:lnTo>
                  <a:lnTo>
                    <a:pt x="7786937" y="2588019"/>
                  </a:lnTo>
                  <a:lnTo>
                    <a:pt x="7787124" y="2585398"/>
                  </a:lnTo>
                  <a:lnTo>
                    <a:pt x="7787311" y="2582601"/>
                  </a:lnTo>
                  <a:lnTo>
                    <a:pt x="7787498" y="2579766"/>
                  </a:lnTo>
                  <a:lnTo>
                    <a:pt x="7787685" y="2577049"/>
                  </a:lnTo>
                  <a:lnTo>
                    <a:pt x="7787872" y="2574317"/>
                  </a:lnTo>
                  <a:lnTo>
                    <a:pt x="7788059" y="2571498"/>
                  </a:lnTo>
                  <a:lnTo>
                    <a:pt x="7788246" y="2568699"/>
                  </a:lnTo>
                  <a:lnTo>
                    <a:pt x="7788433" y="2566542"/>
                  </a:lnTo>
                  <a:lnTo>
                    <a:pt x="7788620" y="2564851"/>
                  </a:lnTo>
                  <a:lnTo>
                    <a:pt x="7788807" y="2563089"/>
                  </a:lnTo>
                  <a:lnTo>
                    <a:pt x="7788994" y="2561490"/>
                  </a:lnTo>
                  <a:lnTo>
                    <a:pt x="7789180" y="2560005"/>
                  </a:lnTo>
                  <a:lnTo>
                    <a:pt x="7789367" y="2558475"/>
                  </a:lnTo>
                  <a:lnTo>
                    <a:pt x="7789554" y="2556644"/>
                  </a:lnTo>
                  <a:lnTo>
                    <a:pt x="7789741" y="2554680"/>
                  </a:lnTo>
                  <a:lnTo>
                    <a:pt x="7789928" y="2552701"/>
                  </a:lnTo>
                  <a:lnTo>
                    <a:pt x="7790115" y="2550954"/>
                  </a:lnTo>
                  <a:lnTo>
                    <a:pt x="7790302" y="2549230"/>
                  </a:lnTo>
                  <a:lnTo>
                    <a:pt x="7790489" y="2547636"/>
                  </a:lnTo>
                  <a:lnTo>
                    <a:pt x="7790676" y="2546142"/>
                  </a:lnTo>
                  <a:lnTo>
                    <a:pt x="7790863" y="2544803"/>
                  </a:lnTo>
                  <a:lnTo>
                    <a:pt x="7791050" y="2543781"/>
                  </a:lnTo>
                  <a:lnTo>
                    <a:pt x="7791237" y="2542625"/>
                  </a:lnTo>
                  <a:lnTo>
                    <a:pt x="7791423" y="2541527"/>
                  </a:lnTo>
                  <a:lnTo>
                    <a:pt x="7791610" y="2540304"/>
                  </a:lnTo>
                  <a:lnTo>
                    <a:pt x="7791797" y="2538941"/>
                  </a:lnTo>
                  <a:lnTo>
                    <a:pt x="7791984" y="2537704"/>
                  </a:lnTo>
                  <a:lnTo>
                    <a:pt x="7792171" y="2536585"/>
                  </a:lnTo>
                  <a:lnTo>
                    <a:pt x="7792358" y="2535572"/>
                  </a:lnTo>
                  <a:lnTo>
                    <a:pt x="7792545" y="2534601"/>
                  </a:lnTo>
                  <a:lnTo>
                    <a:pt x="7792732" y="2533888"/>
                  </a:lnTo>
                  <a:lnTo>
                    <a:pt x="7792919" y="2533474"/>
                  </a:lnTo>
                  <a:lnTo>
                    <a:pt x="7793106" y="2533427"/>
                  </a:lnTo>
                  <a:lnTo>
                    <a:pt x="7793293" y="2533502"/>
                  </a:lnTo>
                  <a:lnTo>
                    <a:pt x="7793480" y="2533604"/>
                  </a:lnTo>
                  <a:lnTo>
                    <a:pt x="7793667" y="2533638"/>
                  </a:lnTo>
                  <a:lnTo>
                    <a:pt x="7793853" y="2533507"/>
                  </a:lnTo>
                  <a:lnTo>
                    <a:pt x="7794040" y="2533129"/>
                  </a:lnTo>
                  <a:lnTo>
                    <a:pt x="7794227" y="2532442"/>
                  </a:lnTo>
                  <a:lnTo>
                    <a:pt x="7794414" y="2531797"/>
                  </a:lnTo>
                  <a:lnTo>
                    <a:pt x="7794601" y="2530959"/>
                  </a:lnTo>
                  <a:lnTo>
                    <a:pt x="7794788" y="2530041"/>
                  </a:lnTo>
                  <a:lnTo>
                    <a:pt x="7794975" y="2529104"/>
                  </a:lnTo>
                  <a:lnTo>
                    <a:pt x="7795162" y="2528443"/>
                  </a:lnTo>
                  <a:lnTo>
                    <a:pt x="7795349" y="2527788"/>
                  </a:lnTo>
                  <a:lnTo>
                    <a:pt x="7795536" y="2526680"/>
                  </a:lnTo>
                  <a:lnTo>
                    <a:pt x="7795723" y="2525317"/>
                  </a:lnTo>
                  <a:lnTo>
                    <a:pt x="7795910" y="2523242"/>
                  </a:lnTo>
                  <a:lnTo>
                    <a:pt x="7796096" y="2521464"/>
                  </a:lnTo>
                  <a:lnTo>
                    <a:pt x="7796283" y="2519686"/>
                  </a:lnTo>
                  <a:lnTo>
                    <a:pt x="7796470" y="2517693"/>
                  </a:lnTo>
                  <a:lnTo>
                    <a:pt x="7796657" y="2515723"/>
                  </a:lnTo>
                  <a:lnTo>
                    <a:pt x="7796844" y="2513996"/>
                  </a:lnTo>
                  <a:lnTo>
                    <a:pt x="7797031" y="2512342"/>
                  </a:lnTo>
                  <a:lnTo>
                    <a:pt x="7797218" y="2510831"/>
                  </a:lnTo>
                  <a:lnTo>
                    <a:pt x="7797405" y="2509320"/>
                  </a:lnTo>
                  <a:lnTo>
                    <a:pt x="7797592" y="2507440"/>
                  </a:lnTo>
                  <a:lnTo>
                    <a:pt x="7797779" y="2505146"/>
                  </a:lnTo>
                  <a:lnTo>
                    <a:pt x="7797966" y="2503257"/>
                  </a:lnTo>
                  <a:lnTo>
                    <a:pt x="7798153" y="2501513"/>
                  </a:lnTo>
                  <a:lnTo>
                    <a:pt x="7798340" y="2499945"/>
                  </a:lnTo>
                  <a:lnTo>
                    <a:pt x="7798526" y="2498343"/>
                  </a:lnTo>
                  <a:lnTo>
                    <a:pt x="7798713" y="2496526"/>
                  </a:lnTo>
                  <a:lnTo>
                    <a:pt x="7798900" y="2494552"/>
                  </a:lnTo>
                  <a:lnTo>
                    <a:pt x="7799087" y="2492471"/>
                  </a:lnTo>
                  <a:lnTo>
                    <a:pt x="7799274" y="2490572"/>
                  </a:lnTo>
                  <a:lnTo>
                    <a:pt x="7799461" y="2489059"/>
                  </a:lnTo>
                  <a:lnTo>
                    <a:pt x="7799648" y="2487747"/>
                  </a:lnTo>
                  <a:lnTo>
                    <a:pt x="7799835" y="2486960"/>
                  </a:lnTo>
                  <a:lnTo>
                    <a:pt x="7800022" y="2486266"/>
                  </a:lnTo>
                  <a:lnTo>
                    <a:pt x="7800209" y="2486082"/>
                  </a:lnTo>
                  <a:lnTo>
                    <a:pt x="7800396" y="2486138"/>
                  </a:lnTo>
                  <a:lnTo>
                    <a:pt x="7800583" y="2486182"/>
                  </a:lnTo>
                  <a:lnTo>
                    <a:pt x="7800770" y="2486331"/>
                  </a:lnTo>
                  <a:lnTo>
                    <a:pt x="7800956" y="2486454"/>
                  </a:lnTo>
                  <a:lnTo>
                    <a:pt x="7801143" y="2486991"/>
                  </a:lnTo>
                  <a:lnTo>
                    <a:pt x="7801330" y="2487986"/>
                  </a:lnTo>
                  <a:lnTo>
                    <a:pt x="7801517" y="2489111"/>
                  </a:lnTo>
                  <a:lnTo>
                    <a:pt x="7801704" y="2490633"/>
                  </a:lnTo>
                  <a:lnTo>
                    <a:pt x="7801891" y="2492454"/>
                  </a:lnTo>
                  <a:lnTo>
                    <a:pt x="7802078" y="2494546"/>
                  </a:lnTo>
                  <a:lnTo>
                    <a:pt x="7802265" y="2496497"/>
                  </a:lnTo>
                  <a:lnTo>
                    <a:pt x="7802452" y="2498590"/>
                  </a:lnTo>
                  <a:lnTo>
                    <a:pt x="7802639" y="2501035"/>
                  </a:lnTo>
                  <a:lnTo>
                    <a:pt x="7802826" y="2503458"/>
                  </a:lnTo>
                  <a:lnTo>
                    <a:pt x="7803013" y="2505786"/>
                  </a:lnTo>
                  <a:lnTo>
                    <a:pt x="7803199" y="2507739"/>
                  </a:lnTo>
                  <a:lnTo>
                    <a:pt x="7803386" y="2509815"/>
                  </a:lnTo>
                  <a:lnTo>
                    <a:pt x="7803573" y="2511732"/>
                  </a:lnTo>
                  <a:lnTo>
                    <a:pt x="7803760" y="2513755"/>
                  </a:lnTo>
                  <a:lnTo>
                    <a:pt x="7803947" y="2515514"/>
                  </a:lnTo>
                  <a:lnTo>
                    <a:pt x="7804134" y="2516834"/>
                  </a:lnTo>
                  <a:lnTo>
                    <a:pt x="7804321" y="2518223"/>
                  </a:lnTo>
                  <a:lnTo>
                    <a:pt x="7804508" y="2519578"/>
                  </a:lnTo>
                  <a:lnTo>
                    <a:pt x="7804695" y="2520323"/>
                  </a:lnTo>
                  <a:lnTo>
                    <a:pt x="7804882" y="2520772"/>
                  </a:lnTo>
                  <a:lnTo>
                    <a:pt x="7805069" y="2520844"/>
                  </a:lnTo>
                  <a:lnTo>
                    <a:pt x="7805256" y="2520344"/>
                  </a:lnTo>
                  <a:lnTo>
                    <a:pt x="7805443" y="2519432"/>
                  </a:lnTo>
                  <a:lnTo>
                    <a:pt x="7805629" y="2518424"/>
                  </a:lnTo>
                  <a:lnTo>
                    <a:pt x="7805816" y="2517535"/>
                  </a:lnTo>
                  <a:lnTo>
                    <a:pt x="7806003" y="2516961"/>
                  </a:lnTo>
                  <a:lnTo>
                    <a:pt x="7806190" y="2516343"/>
                  </a:lnTo>
                  <a:lnTo>
                    <a:pt x="7806377" y="2515832"/>
                  </a:lnTo>
                  <a:lnTo>
                    <a:pt x="7806564" y="2515292"/>
                  </a:lnTo>
                  <a:lnTo>
                    <a:pt x="7806751" y="2515004"/>
                  </a:lnTo>
                  <a:lnTo>
                    <a:pt x="7806938" y="2514885"/>
                  </a:lnTo>
                  <a:lnTo>
                    <a:pt x="7807125" y="2514907"/>
                  </a:lnTo>
                  <a:lnTo>
                    <a:pt x="7807312" y="2514830"/>
                  </a:lnTo>
                  <a:lnTo>
                    <a:pt x="7807499" y="2514563"/>
                  </a:lnTo>
                  <a:lnTo>
                    <a:pt x="7807686" y="2514230"/>
                  </a:lnTo>
                  <a:lnTo>
                    <a:pt x="7807873" y="2513573"/>
                  </a:lnTo>
                  <a:lnTo>
                    <a:pt x="7808059" y="2512972"/>
                  </a:lnTo>
                  <a:lnTo>
                    <a:pt x="7808246" y="2512569"/>
                  </a:lnTo>
                  <a:lnTo>
                    <a:pt x="7808433" y="2512443"/>
                  </a:lnTo>
                  <a:lnTo>
                    <a:pt x="7808620" y="2512598"/>
                  </a:lnTo>
                  <a:lnTo>
                    <a:pt x="7808807" y="2512999"/>
                  </a:lnTo>
                  <a:lnTo>
                    <a:pt x="7808994" y="2513400"/>
                  </a:lnTo>
                  <a:lnTo>
                    <a:pt x="7809181" y="2513819"/>
                  </a:lnTo>
                  <a:lnTo>
                    <a:pt x="7809368" y="2513887"/>
                  </a:lnTo>
                  <a:lnTo>
                    <a:pt x="7809555" y="2513941"/>
                  </a:lnTo>
                  <a:lnTo>
                    <a:pt x="7809742" y="2513781"/>
                  </a:lnTo>
                  <a:lnTo>
                    <a:pt x="7809929" y="2513793"/>
                  </a:lnTo>
                  <a:lnTo>
                    <a:pt x="7810116" y="2513481"/>
                  </a:lnTo>
                  <a:lnTo>
                    <a:pt x="7810302" y="2513573"/>
                  </a:lnTo>
                  <a:lnTo>
                    <a:pt x="7810489" y="2514144"/>
                  </a:lnTo>
                  <a:lnTo>
                    <a:pt x="7810676" y="2515465"/>
                  </a:lnTo>
                  <a:lnTo>
                    <a:pt x="7810863" y="2516873"/>
                  </a:lnTo>
                  <a:lnTo>
                    <a:pt x="7811050" y="2518361"/>
                  </a:lnTo>
                  <a:lnTo>
                    <a:pt x="7811237" y="2519724"/>
                  </a:lnTo>
                  <a:lnTo>
                    <a:pt x="7811424" y="2521074"/>
                  </a:lnTo>
                  <a:lnTo>
                    <a:pt x="7811611" y="2522576"/>
                  </a:lnTo>
                  <a:lnTo>
                    <a:pt x="7811798" y="2524086"/>
                  </a:lnTo>
                  <a:lnTo>
                    <a:pt x="7811985" y="2525545"/>
                  </a:lnTo>
                  <a:lnTo>
                    <a:pt x="7812172" y="2526942"/>
                  </a:lnTo>
                  <a:lnTo>
                    <a:pt x="7812359" y="2528579"/>
                  </a:lnTo>
                  <a:lnTo>
                    <a:pt x="7812546" y="2530331"/>
                  </a:lnTo>
                  <a:lnTo>
                    <a:pt x="7812732" y="2531875"/>
                  </a:lnTo>
                  <a:lnTo>
                    <a:pt x="7812919" y="2533544"/>
                  </a:lnTo>
                  <a:lnTo>
                    <a:pt x="7813106" y="2535232"/>
                  </a:lnTo>
                  <a:lnTo>
                    <a:pt x="7813293" y="2536920"/>
                  </a:lnTo>
                  <a:lnTo>
                    <a:pt x="7813480" y="2538348"/>
                  </a:lnTo>
                  <a:lnTo>
                    <a:pt x="7813667" y="2539836"/>
                  </a:lnTo>
                  <a:lnTo>
                    <a:pt x="7813854" y="2541012"/>
                  </a:lnTo>
                  <a:lnTo>
                    <a:pt x="7814041" y="2541627"/>
                  </a:lnTo>
                  <a:lnTo>
                    <a:pt x="7814228" y="2542036"/>
                  </a:lnTo>
                  <a:lnTo>
                    <a:pt x="7814415" y="2542131"/>
                  </a:lnTo>
                  <a:lnTo>
                    <a:pt x="7814602" y="2542036"/>
                  </a:lnTo>
                  <a:lnTo>
                    <a:pt x="7814789" y="2542050"/>
                  </a:lnTo>
                  <a:lnTo>
                    <a:pt x="7814975" y="2542074"/>
                  </a:lnTo>
                  <a:lnTo>
                    <a:pt x="7815162" y="2542704"/>
                  </a:lnTo>
                  <a:lnTo>
                    <a:pt x="7815349" y="2543362"/>
                  </a:lnTo>
                  <a:lnTo>
                    <a:pt x="7815536" y="2544057"/>
                  </a:lnTo>
                  <a:lnTo>
                    <a:pt x="7815723" y="2544373"/>
                  </a:lnTo>
                  <a:lnTo>
                    <a:pt x="7815910" y="2544594"/>
                  </a:lnTo>
                  <a:lnTo>
                    <a:pt x="7816097" y="2544586"/>
                  </a:lnTo>
                  <a:lnTo>
                    <a:pt x="7816284" y="2544826"/>
                  </a:lnTo>
                  <a:lnTo>
                    <a:pt x="7816471" y="2545237"/>
                  </a:lnTo>
                  <a:lnTo>
                    <a:pt x="7816658" y="2545975"/>
                  </a:lnTo>
                  <a:lnTo>
                    <a:pt x="7816845" y="2547015"/>
                  </a:lnTo>
                  <a:lnTo>
                    <a:pt x="7817032" y="2548156"/>
                  </a:lnTo>
                  <a:lnTo>
                    <a:pt x="7817219" y="2549035"/>
                  </a:lnTo>
                  <a:lnTo>
                    <a:pt x="7817405" y="2550094"/>
                  </a:lnTo>
                  <a:lnTo>
                    <a:pt x="7817592" y="2551014"/>
                  </a:lnTo>
                  <a:lnTo>
                    <a:pt x="7817779" y="2552003"/>
                  </a:lnTo>
                  <a:lnTo>
                    <a:pt x="7817966" y="2552613"/>
                  </a:lnTo>
                  <a:lnTo>
                    <a:pt x="7818153" y="2553200"/>
                  </a:lnTo>
                  <a:lnTo>
                    <a:pt x="7818340" y="2554182"/>
                  </a:lnTo>
                  <a:lnTo>
                    <a:pt x="7818527" y="2555582"/>
                  </a:lnTo>
                  <a:lnTo>
                    <a:pt x="7818714" y="2557028"/>
                  </a:lnTo>
                  <a:lnTo>
                    <a:pt x="7818901" y="2558191"/>
                  </a:lnTo>
                  <a:lnTo>
                    <a:pt x="7819088" y="2559256"/>
                  </a:lnTo>
                  <a:lnTo>
                    <a:pt x="7819275" y="2560284"/>
                  </a:lnTo>
                  <a:lnTo>
                    <a:pt x="7819462" y="2561228"/>
                  </a:lnTo>
                  <a:lnTo>
                    <a:pt x="7819649" y="2562097"/>
                  </a:lnTo>
                  <a:lnTo>
                    <a:pt x="7819835" y="2562888"/>
                  </a:lnTo>
                  <a:lnTo>
                    <a:pt x="7820022" y="2563966"/>
                  </a:lnTo>
                  <a:lnTo>
                    <a:pt x="7820209" y="2565286"/>
                  </a:lnTo>
                  <a:lnTo>
                    <a:pt x="7820396" y="2566993"/>
                  </a:lnTo>
                  <a:lnTo>
                    <a:pt x="7820583" y="2568650"/>
                  </a:lnTo>
                  <a:lnTo>
                    <a:pt x="7820770" y="2570384"/>
                  </a:lnTo>
                  <a:lnTo>
                    <a:pt x="7820957" y="2572018"/>
                  </a:lnTo>
                  <a:lnTo>
                    <a:pt x="7821144" y="2573500"/>
                  </a:lnTo>
                  <a:lnTo>
                    <a:pt x="7821331" y="2574518"/>
                  </a:lnTo>
                  <a:lnTo>
                    <a:pt x="7821518" y="2575507"/>
                  </a:lnTo>
                  <a:lnTo>
                    <a:pt x="7821705" y="2577048"/>
                  </a:lnTo>
                  <a:lnTo>
                    <a:pt x="7821892" y="2578725"/>
                  </a:lnTo>
                  <a:lnTo>
                    <a:pt x="7822078" y="2580783"/>
                  </a:lnTo>
                  <a:lnTo>
                    <a:pt x="7822265" y="2582808"/>
                  </a:lnTo>
                  <a:lnTo>
                    <a:pt x="7822452" y="2585075"/>
                  </a:lnTo>
                  <a:lnTo>
                    <a:pt x="7822639" y="2587377"/>
                  </a:lnTo>
                  <a:lnTo>
                    <a:pt x="7822826" y="2589064"/>
                  </a:lnTo>
                  <a:lnTo>
                    <a:pt x="7823013" y="2590750"/>
                  </a:lnTo>
                  <a:lnTo>
                    <a:pt x="7823200" y="2592074"/>
                  </a:lnTo>
                  <a:lnTo>
                    <a:pt x="7823387" y="2593113"/>
                  </a:lnTo>
                  <a:lnTo>
                    <a:pt x="7823574" y="2594236"/>
                  </a:lnTo>
                  <a:lnTo>
                    <a:pt x="7823761" y="2595471"/>
                  </a:lnTo>
                  <a:lnTo>
                    <a:pt x="7823948" y="2596696"/>
                  </a:lnTo>
                  <a:lnTo>
                    <a:pt x="7824135" y="2597805"/>
                  </a:lnTo>
                  <a:lnTo>
                    <a:pt x="7824322" y="2599117"/>
                  </a:lnTo>
                  <a:lnTo>
                    <a:pt x="7824508" y="2600616"/>
                  </a:lnTo>
                  <a:lnTo>
                    <a:pt x="7824695" y="2602271"/>
                  </a:lnTo>
                  <a:lnTo>
                    <a:pt x="7824882" y="2603955"/>
                  </a:lnTo>
                  <a:lnTo>
                    <a:pt x="7825069" y="2605879"/>
                  </a:lnTo>
                  <a:lnTo>
                    <a:pt x="7825256" y="2607798"/>
                  </a:lnTo>
                  <a:lnTo>
                    <a:pt x="7825443" y="2609462"/>
                  </a:lnTo>
                  <a:lnTo>
                    <a:pt x="7825630" y="2611545"/>
                  </a:lnTo>
                  <a:lnTo>
                    <a:pt x="7825817" y="2613300"/>
                  </a:lnTo>
                  <a:lnTo>
                    <a:pt x="7826004" y="2614738"/>
                  </a:lnTo>
                  <a:lnTo>
                    <a:pt x="7826191" y="2616248"/>
                  </a:lnTo>
                  <a:lnTo>
                    <a:pt x="7826378" y="2617593"/>
                  </a:lnTo>
                  <a:lnTo>
                    <a:pt x="7826565" y="2618826"/>
                  </a:lnTo>
                  <a:lnTo>
                    <a:pt x="7826752" y="2619980"/>
                  </a:lnTo>
                  <a:lnTo>
                    <a:pt x="7826938" y="2621383"/>
                  </a:lnTo>
                  <a:lnTo>
                    <a:pt x="7827125" y="2622804"/>
                  </a:lnTo>
                  <a:lnTo>
                    <a:pt x="7827312" y="2624179"/>
                  </a:lnTo>
                  <a:lnTo>
                    <a:pt x="7827499" y="2625321"/>
                  </a:lnTo>
                  <a:lnTo>
                    <a:pt x="7827686" y="2626426"/>
                  </a:lnTo>
                  <a:lnTo>
                    <a:pt x="7827873" y="2627282"/>
                  </a:lnTo>
                  <a:lnTo>
                    <a:pt x="7828060" y="2628308"/>
                  </a:lnTo>
                  <a:lnTo>
                    <a:pt x="7828247" y="2629151"/>
                  </a:lnTo>
                  <a:lnTo>
                    <a:pt x="7828434" y="2629395"/>
                  </a:lnTo>
                  <a:lnTo>
                    <a:pt x="7828621" y="2629442"/>
                  </a:lnTo>
                  <a:lnTo>
                    <a:pt x="7828808" y="2629430"/>
                  </a:lnTo>
                  <a:lnTo>
                    <a:pt x="7828995" y="2629543"/>
                  </a:lnTo>
                  <a:lnTo>
                    <a:pt x="7829181" y="2629797"/>
                  </a:lnTo>
                  <a:lnTo>
                    <a:pt x="7829368" y="2629924"/>
                  </a:lnTo>
                  <a:lnTo>
                    <a:pt x="7829555" y="2630035"/>
                  </a:lnTo>
                  <a:lnTo>
                    <a:pt x="7829742" y="2630226"/>
                  </a:lnTo>
                  <a:lnTo>
                    <a:pt x="7829929" y="2630470"/>
                  </a:lnTo>
                  <a:lnTo>
                    <a:pt x="7830116" y="2630665"/>
                  </a:lnTo>
                  <a:lnTo>
                    <a:pt x="7830303" y="2630800"/>
                  </a:lnTo>
                  <a:lnTo>
                    <a:pt x="7830490" y="2630745"/>
                  </a:lnTo>
                  <a:lnTo>
                    <a:pt x="7830677" y="2630568"/>
                  </a:lnTo>
                  <a:lnTo>
                    <a:pt x="7830864" y="2630325"/>
                  </a:lnTo>
                  <a:lnTo>
                    <a:pt x="7831051" y="2630274"/>
                  </a:lnTo>
                  <a:lnTo>
                    <a:pt x="7831238" y="2630648"/>
                  </a:lnTo>
                  <a:lnTo>
                    <a:pt x="7831425" y="2631487"/>
                  </a:lnTo>
                  <a:lnTo>
                    <a:pt x="7831611" y="2632633"/>
                  </a:lnTo>
                  <a:lnTo>
                    <a:pt x="7831798" y="2633739"/>
                  </a:lnTo>
                  <a:lnTo>
                    <a:pt x="7831985" y="2635098"/>
                  </a:lnTo>
                  <a:lnTo>
                    <a:pt x="7832172" y="2636652"/>
                  </a:lnTo>
                  <a:lnTo>
                    <a:pt x="7832359" y="2638226"/>
                  </a:lnTo>
                  <a:lnTo>
                    <a:pt x="7832546" y="2639682"/>
                  </a:lnTo>
                  <a:lnTo>
                    <a:pt x="7832733" y="2641046"/>
                  </a:lnTo>
                  <a:lnTo>
                    <a:pt x="7832920" y="2642723"/>
                  </a:lnTo>
                  <a:lnTo>
                    <a:pt x="7833107" y="2644537"/>
                  </a:lnTo>
                  <a:lnTo>
                    <a:pt x="7833294" y="2646911"/>
                  </a:lnTo>
                  <a:lnTo>
                    <a:pt x="7833481" y="2648928"/>
                  </a:lnTo>
                  <a:lnTo>
                    <a:pt x="7833668" y="2650743"/>
                  </a:lnTo>
                  <a:lnTo>
                    <a:pt x="7833854" y="2652837"/>
                  </a:lnTo>
                  <a:lnTo>
                    <a:pt x="7834041" y="2654982"/>
                  </a:lnTo>
                  <a:lnTo>
                    <a:pt x="7834228" y="2656928"/>
                  </a:lnTo>
                  <a:lnTo>
                    <a:pt x="7834415" y="2658781"/>
                  </a:lnTo>
                  <a:lnTo>
                    <a:pt x="7834602" y="2660493"/>
                  </a:lnTo>
                  <a:lnTo>
                    <a:pt x="7834789" y="2662209"/>
                  </a:lnTo>
                  <a:lnTo>
                    <a:pt x="7834976" y="2664230"/>
                  </a:lnTo>
                  <a:lnTo>
                    <a:pt x="7835163" y="2666558"/>
                  </a:lnTo>
                  <a:lnTo>
                    <a:pt x="7835350" y="2668458"/>
                  </a:lnTo>
                  <a:lnTo>
                    <a:pt x="7835537" y="2670447"/>
                  </a:lnTo>
                  <a:lnTo>
                    <a:pt x="7835724" y="2672407"/>
                  </a:lnTo>
                  <a:lnTo>
                    <a:pt x="7835911" y="2674298"/>
                  </a:lnTo>
                  <a:lnTo>
                    <a:pt x="7836098" y="2676452"/>
                  </a:lnTo>
                  <a:lnTo>
                    <a:pt x="7836284" y="2678959"/>
                  </a:lnTo>
                  <a:lnTo>
                    <a:pt x="7836471" y="2681692"/>
                  </a:lnTo>
                  <a:lnTo>
                    <a:pt x="7836658" y="2684234"/>
                  </a:lnTo>
                  <a:lnTo>
                    <a:pt x="7836845" y="2686595"/>
                  </a:lnTo>
                  <a:lnTo>
                    <a:pt x="7837032" y="2689072"/>
                  </a:lnTo>
                  <a:lnTo>
                    <a:pt x="7837219" y="2691255"/>
                  </a:lnTo>
                  <a:lnTo>
                    <a:pt x="7837406" y="2693583"/>
                  </a:lnTo>
                  <a:lnTo>
                    <a:pt x="7837593" y="2695822"/>
                  </a:lnTo>
                  <a:lnTo>
                    <a:pt x="7837780" y="2697786"/>
                  </a:lnTo>
                  <a:lnTo>
                    <a:pt x="7837967" y="2699705"/>
                  </a:lnTo>
                  <a:lnTo>
                    <a:pt x="7838154" y="2701476"/>
                  </a:lnTo>
                  <a:lnTo>
                    <a:pt x="7838341" y="2703316"/>
                  </a:lnTo>
                  <a:lnTo>
                    <a:pt x="7838528" y="2704997"/>
                  </a:lnTo>
                  <a:lnTo>
                    <a:pt x="7838714" y="2706611"/>
                  </a:lnTo>
                  <a:lnTo>
                    <a:pt x="7838901" y="2708268"/>
                  </a:lnTo>
                  <a:lnTo>
                    <a:pt x="7839088" y="2709872"/>
                  </a:lnTo>
                  <a:lnTo>
                    <a:pt x="7839275" y="2711212"/>
                  </a:lnTo>
                  <a:lnTo>
                    <a:pt x="7839462" y="2712231"/>
                  </a:lnTo>
                  <a:lnTo>
                    <a:pt x="7839649" y="2713104"/>
                  </a:lnTo>
                  <a:lnTo>
                    <a:pt x="7839836" y="2713679"/>
                  </a:lnTo>
                  <a:lnTo>
                    <a:pt x="7840023" y="2714071"/>
                  </a:lnTo>
                  <a:lnTo>
                    <a:pt x="7840210" y="2714563"/>
                  </a:lnTo>
                  <a:lnTo>
                    <a:pt x="7840397" y="2714868"/>
                  </a:lnTo>
                  <a:lnTo>
                    <a:pt x="7840584" y="2715839"/>
                  </a:lnTo>
                  <a:lnTo>
                    <a:pt x="7840771" y="2716947"/>
                  </a:lnTo>
                  <a:lnTo>
                    <a:pt x="7840957" y="2718183"/>
                  </a:lnTo>
                  <a:lnTo>
                    <a:pt x="7841144" y="2719586"/>
                  </a:lnTo>
                  <a:lnTo>
                    <a:pt x="7841331" y="2721035"/>
                  </a:lnTo>
                  <a:lnTo>
                    <a:pt x="7841518" y="2722466"/>
                  </a:lnTo>
                  <a:lnTo>
                    <a:pt x="7841705" y="2723706"/>
                  </a:lnTo>
                  <a:lnTo>
                    <a:pt x="7841892" y="2724387"/>
                  </a:lnTo>
                  <a:lnTo>
                    <a:pt x="7842079" y="2725090"/>
                  </a:lnTo>
                  <a:lnTo>
                    <a:pt x="7842266" y="2726045"/>
                  </a:lnTo>
                  <a:lnTo>
                    <a:pt x="7842453" y="2727308"/>
                  </a:lnTo>
                  <a:lnTo>
                    <a:pt x="7842640" y="2728996"/>
                  </a:lnTo>
                  <a:lnTo>
                    <a:pt x="7842827" y="2730975"/>
                  </a:lnTo>
                  <a:lnTo>
                    <a:pt x="7843014" y="2732816"/>
                  </a:lnTo>
                  <a:lnTo>
                    <a:pt x="7843201" y="2734308"/>
                  </a:lnTo>
                  <a:lnTo>
                    <a:pt x="7843387" y="2735195"/>
                  </a:lnTo>
                  <a:lnTo>
                    <a:pt x="7843574" y="2736022"/>
                  </a:lnTo>
                  <a:lnTo>
                    <a:pt x="7843761" y="2736813"/>
                  </a:lnTo>
                  <a:lnTo>
                    <a:pt x="7843948" y="2737814"/>
                  </a:lnTo>
                  <a:lnTo>
                    <a:pt x="7844135" y="2738558"/>
                  </a:lnTo>
                  <a:lnTo>
                    <a:pt x="7844322" y="2739082"/>
                  </a:lnTo>
                  <a:lnTo>
                    <a:pt x="7844509" y="2739380"/>
                  </a:lnTo>
                  <a:lnTo>
                    <a:pt x="7844696" y="2739475"/>
                  </a:lnTo>
                  <a:lnTo>
                    <a:pt x="7844883" y="2739822"/>
                  </a:lnTo>
                  <a:lnTo>
                    <a:pt x="7845070" y="2740142"/>
                  </a:lnTo>
                  <a:lnTo>
                    <a:pt x="7845257" y="2740489"/>
                  </a:lnTo>
                  <a:lnTo>
                    <a:pt x="7845444" y="2740565"/>
                  </a:lnTo>
                  <a:lnTo>
                    <a:pt x="7845631" y="2740489"/>
                  </a:lnTo>
                  <a:lnTo>
                    <a:pt x="7845817" y="2740385"/>
                  </a:lnTo>
                  <a:lnTo>
                    <a:pt x="7846004" y="2740292"/>
                  </a:lnTo>
                  <a:lnTo>
                    <a:pt x="7846191" y="2740255"/>
                  </a:lnTo>
                  <a:lnTo>
                    <a:pt x="7846378" y="2740292"/>
                  </a:lnTo>
                  <a:lnTo>
                    <a:pt x="7846565" y="2740264"/>
                  </a:lnTo>
                  <a:lnTo>
                    <a:pt x="7846752" y="2740108"/>
                  </a:lnTo>
                  <a:lnTo>
                    <a:pt x="7846939" y="2740030"/>
                  </a:lnTo>
                  <a:lnTo>
                    <a:pt x="7847126" y="2740263"/>
                  </a:lnTo>
                  <a:lnTo>
                    <a:pt x="7847313" y="2740326"/>
                  </a:lnTo>
                  <a:lnTo>
                    <a:pt x="7847500" y="2741076"/>
                  </a:lnTo>
                  <a:lnTo>
                    <a:pt x="7847687" y="2741374"/>
                  </a:lnTo>
                  <a:lnTo>
                    <a:pt x="7847874" y="2741614"/>
                  </a:lnTo>
                  <a:lnTo>
                    <a:pt x="7848060" y="2741671"/>
                  </a:lnTo>
                  <a:lnTo>
                    <a:pt x="7848247" y="2741504"/>
                  </a:lnTo>
                  <a:lnTo>
                    <a:pt x="7848434" y="2741319"/>
                  </a:lnTo>
                  <a:lnTo>
                    <a:pt x="7848621" y="2741169"/>
                  </a:lnTo>
                  <a:lnTo>
                    <a:pt x="7848808" y="2741169"/>
                  </a:lnTo>
                  <a:lnTo>
                    <a:pt x="7848995" y="2741169"/>
                  </a:lnTo>
                  <a:lnTo>
                    <a:pt x="7849182" y="2741169"/>
                  </a:lnTo>
                  <a:lnTo>
                    <a:pt x="7849369" y="2741196"/>
                  </a:lnTo>
                  <a:lnTo>
                    <a:pt x="7849556" y="2741363"/>
                  </a:lnTo>
                  <a:lnTo>
                    <a:pt x="7849743" y="2741284"/>
                  </a:lnTo>
                  <a:lnTo>
                    <a:pt x="7849930" y="2741090"/>
                  </a:lnTo>
                  <a:lnTo>
                    <a:pt x="7850117" y="2741037"/>
                  </a:lnTo>
                  <a:lnTo>
                    <a:pt x="7850304" y="2740844"/>
                  </a:lnTo>
                  <a:lnTo>
                    <a:pt x="7850490" y="2740492"/>
                  </a:lnTo>
                  <a:lnTo>
                    <a:pt x="7850677" y="2740114"/>
                  </a:lnTo>
                  <a:lnTo>
                    <a:pt x="7850864" y="2739720"/>
                  </a:lnTo>
                  <a:lnTo>
                    <a:pt x="7851051" y="2739370"/>
                  </a:lnTo>
                  <a:lnTo>
                    <a:pt x="7851238" y="2739304"/>
                  </a:lnTo>
                  <a:lnTo>
                    <a:pt x="7851425" y="2739570"/>
                  </a:lnTo>
                  <a:lnTo>
                    <a:pt x="7851612" y="2739855"/>
                  </a:lnTo>
                  <a:lnTo>
                    <a:pt x="7851799" y="2739994"/>
                  </a:lnTo>
                  <a:lnTo>
                    <a:pt x="7851986" y="2740293"/>
                  </a:lnTo>
                  <a:lnTo>
                    <a:pt x="7852173" y="2740414"/>
                  </a:lnTo>
                  <a:lnTo>
                    <a:pt x="7852360" y="2740441"/>
                  </a:lnTo>
                  <a:lnTo>
                    <a:pt x="7852547" y="2740572"/>
                  </a:lnTo>
                  <a:lnTo>
                    <a:pt x="7852733" y="2740729"/>
                  </a:lnTo>
                  <a:lnTo>
                    <a:pt x="7852920" y="2740968"/>
                  </a:lnTo>
                  <a:lnTo>
                    <a:pt x="7853107" y="2741220"/>
                  </a:lnTo>
                  <a:lnTo>
                    <a:pt x="7853294" y="2741515"/>
                  </a:lnTo>
                  <a:lnTo>
                    <a:pt x="7853481" y="2741785"/>
                  </a:lnTo>
                  <a:lnTo>
                    <a:pt x="7853668" y="2742203"/>
                  </a:lnTo>
                  <a:lnTo>
                    <a:pt x="7853855" y="2742807"/>
                  </a:lnTo>
                  <a:lnTo>
                    <a:pt x="7854042" y="2743093"/>
                  </a:lnTo>
                  <a:lnTo>
                    <a:pt x="7854229" y="2743282"/>
                  </a:lnTo>
                  <a:lnTo>
                    <a:pt x="7854416" y="2743471"/>
                  </a:lnTo>
                  <a:lnTo>
                    <a:pt x="7854603" y="2743962"/>
                  </a:lnTo>
                  <a:lnTo>
                    <a:pt x="7854790" y="2744349"/>
                  </a:lnTo>
                  <a:lnTo>
                    <a:pt x="7854977" y="2745035"/>
                  </a:lnTo>
                  <a:lnTo>
                    <a:pt x="7855163" y="2745816"/>
                  </a:lnTo>
                  <a:lnTo>
                    <a:pt x="7855350" y="2746631"/>
                  </a:lnTo>
                  <a:lnTo>
                    <a:pt x="7855537" y="2747514"/>
                  </a:lnTo>
                  <a:lnTo>
                    <a:pt x="7855724" y="2748134"/>
                  </a:lnTo>
                  <a:lnTo>
                    <a:pt x="7855911" y="2748508"/>
                  </a:lnTo>
                  <a:lnTo>
                    <a:pt x="7856098" y="2749073"/>
                  </a:lnTo>
                  <a:lnTo>
                    <a:pt x="7856285" y="2749811"/>
                  </a:lnTo>
                  <a:lnTo>
                    <a:pt x="7856472" y="2750486"/>
                  </a:lnTo>
                  <a:lnTo>
                    <a:pt x="7856659" y="2750906"/>
                  </a:lnTo>
                  <a:lnTo>
                    <a:pt x="7856846" y="2751354"/>
                  </a:lnTo>
                  <a:lnTo>
                    <a:pt x="7857033" y="2751731"/>
                  </a:lnTo>
                  <a:lnTo>
                    <a:pt x="7857220" y="2752083"/>
                  </a:lnTo>
                  <a:lnTo>
                    <a:pt x="7857407" y="2752332"/>
                  </a:lnTo>
                  <a:lnTo>
                    <a:pt x="7857593" y="2752450"/>
                  </a:lnTo>
                  <a:lnTo>
                    <a:pt x="7857780" y="2752464"/>
                  </a:lnTo>
                  <a:lnTo>
                    <a:pt x="7857967" y="2752477"/>
                  </a:lnTo>
                  <a:lnTo>
                    <a:pt x="7858154" y="2752491"/>
                  </a:lnTo>
                  <a:lnTo>
                    <a:pt x="7858341" y="2752504"/>
                  </a:lnTo>
                  <a:lnTo>
                    <a:pt x="7858528" y="2752527"/>
                  </a:lnTo>
                  <a:lnTo>
                    <a:pt x="7858715" y="2752891"/>
                  </a:lnTo>
                  <a:lnTo>
                    <a:pt x="7858902" y="2753211"/>
                  </a:lnTo>
                  <a:lnTo>
                    <a:pt x="7859089" y="2753336"/>
                  </a:lnTo>
                  <a:lnTo>
                    <a:pt x="7859276" y="2753367"/>
                  </a:lnTo>
                  <a:lnTo>
                    <a:pt x="7859463" y="2753405"/>
                  </a:lnTo>
                  <a:lnTo>
                    <a:pt x="7859650" y="2753617"/>
                  </a:lnTo>
                  <a:lnTo>
                    <a:pt x="7859836" y="2753631"/>
                  </a:lnTo>
                  <a:lnTo>
                    <a:pt x="7860023" y="2753658"/>
                  </a:lnTo>
                  <a:lnTo>
                    <a:pt x="7860210" y="2754153"/>
                  </a:lnTo>
                  <a:lnTo>
                    <a:pt x="7860397" y="2754793"/>
                  </a:lnTo>
                  <a:lnTo>
                    <a:pt x="7860584" y="2755583"/>
                  </a:lnTo>
                  <a:lnTo>
                    <a:pt x="7860771" y="2756372"/>
                  </a:lnTo>
                  <a:lnTo>
                    <a:pt x="7860958" y="2757161"/>
                  </a:lnTo>
                  <a:lnTo>
                    <a:pt x="7861145" y="2757951"/>
                  </a:lnTo>
                  <a:lnTo>
                    <a:pt x="7861332" y="2758740"/>
                  </a:lnTo>
                  <a:lnTo>
                    <a:pt x="7861519" y="2759572"/>
                  </a:lnTo>
                  <a:lnTo>
                    <a:pt x="7861706" y="2760282"/>
                  </a:lnTo>
                  <a:lnTo>
                    <a:pt x="7861893" y="2760971"/>
                  </a:lnTo>
                  <a:lnTo>
                    <a:pt x="7862080" y="2761812"/>
                  </a:lnTo>
                  <a:lnTo>
                    <a:pt x="7862266" y="2762680"/>
                  </a:lnTo>
                  <a:lnTo>
                    <a:pt x="7862453" y="2763428"/>
                  </a:lnTo>
                  <a:lnTo>
                    <a:pt x="7862640" y="2764206"/>
                  </a:lnTo>
                  <a:lnTo>
                    <a:pt x="7862827" y="2765358"/>
                  </a:lnTo>
                  <a:lnTo>
                    <a:pt x="7863014" y="2766079"/>
                  </a:lnTo>
                  <a:lnTo>
                    <a:pt x="7863201" y="2766581"/>
                  </a:lnTo>
                  <a:lnTo>
                    <a:pt x="7863388" y="2766932"/>
                  </a:lnTo>
                  <a:lnTo>
                    <a:pt x="7863575" y="2767284"/>
                  </a:lnTo>
                  <a:lnTo>
                    <a:pt x="7863762" y="2767636"/>
                  </a:lnTo>
                  <a:lnTo>
                    <a:pt x="7863949" y="2767988"/>
                  </a:lnTo>
                  <a:lnTo>
                    <a:pt x="7864136" y="2768463"/>
                  </a:lnTo>
                  <a:lnTo>
                    <a:pt x="7864323" y="2768938"/>
                  </a:lnTo>
                  <a:lnTo>
                    <a:pt x="7864510" y="2769404"/>
                  </a:lnTo>
                  <a:lnTo>
                    <a:pt x="7864696" y="2769932"/>
                  </a:lnTo>
                  <a:lnTo>
                    <a:pt x="7864883" y="2770459"/>
                  </a:lnTo>
                  <a:lnTo>
                    <a:pt x="7865070" y="2770917"/>
                  </a:lnTo>
                  <a:lnTo>
                    <a:pt x="7865257" y="2771269"/>
                  </a:lnTo>
                  <a:lnTo>
                    <a:pt x="7865444" y="2771381"/>
                  </a:lnTo>
                  <a:lnTo>
                    <a:pt x="7865631" y="2771522"/>
                  </a:lnTo>
                  <a:lnTo>
                    <a:pt x="7865818" y="2771825"/>
                  </a:lnTo>
                  <a:lnTo>
                    <a:pt x="7866005" y="2772222"/>
                  </a:lnTo>
                  <a:lnTo>
                    <a:pt x="7866192" y="2772452"/>
                  </a:lnTo>
                  <a:lnTo>
                    <a:pt x="7866379" y="2772550"/>
                  </a:lnTo>
                  <a:lnTo>
                    <a:pt x="7866566" y="2772577"/>
                  </a:lnTo>
                  <a:lnTo>
                    <a:pt x="7866753" y="2772638"/>
                  </a:lnTo>
                  <a:lnTo>
                    <a:pt x="7866939" y="2772660"/>
                  </a:lnTo>
                  <a:lnTo>
                    <a:pt x="7867126" y="2772559"/>
                  </a:lnTo>
                  <a:lnTo>
                    <a:pt x="7867313" y="2772465"/>
                  </a:lnTo>
                  <a:lnTo>
                    <a:pt x="7867500" y="2772320"/>
                  </a:lnTo>
                  <a:lnTo>
                    <a:pt x="7867687" y="2772130"/>
                  </a:lnTo>
                  <a:lnTo>
                    <a:pt x="7867874" y="2772085"/>
                  </a:lnTo>
                  <a:lnTo>
                    <a:pt x="7868061" y="2772214"/>
                  </a:lnTo>
                  <a:lnTo>
                    <a:pt x="7868248" y="2772382"/>
                  </a:lnTo>
                  <a:lnTo>
                    <a:pt x="7868435" y="2772427"/>
                  </a:lnTo>
                  <a:lnTo>
                    <a:pt x="7868622" y="2772405"/>
                  </a:lnTo>
                  <a:lnTo>
                    <a:pt x="7868809" y="2772268"/>
                  </a:lnTo>
                  <a:lnTo>
                    <a:pt x="7868996" y="2772268"/>
                  </a:lnTo>
                  <a:lnTo>
                    <a:pt x="7869183" y="2772377"/>
                  </a:lnTo>
                  <a:lnTo>
                    <a:pt x="7869369" y="2772800"/>
                  </a:lnTo>
                  <a:lnTo>
                    <a:pt x="7869556" y="2773198"/>
                  </a:lnTo>
                  <a:lnTo>
                    <a:pt x="7869743" y="2773575"/>
                  </a:lnTo>
                  <a:lnTo>
                    <a:pt x="7869930" y="2773659"/>
                  </a:lnTo>
                  <a:lnTo>
                    <a:pt x="7870117" y="2773829"/>
                  </a:lnTo>
                  <a:lnTo>
                    <a:pt x="7870304" y="2773981"/>
                  </a:lnTo>
                  <a:lnTo>
                    <a:pt x="7870491" y="2774059"/>
                  </a:lnTo>
                  <a:lnTo>
                    <a:pt x="7870678" y="2774023"/>
                  </a:lnTo>
                  <a:lnTo>
                    <a:pt x="7870865" y="2773960"/>
                  </a:lnTo>
                  <a:lnTo>
                    <a:pt x="7871052" y="2774098"/>
                  </a:lnTo>
                  <a:lnTo>
                    <a:pt x="7871239" y="2774174"/>
                  </a:lnTo>
                  <a:lnTo>
                    <a:pt x="7871426" y="2774175"/>
                  </a:lnTo>
                  <a:lnTo>
                    <a:pt x="7871612" y="2774132"/>
                  </a:lnTo>
                  <a:lnTo>
                    <a:pt x="7871799" y="2774108"/>
                  </a:lnTo>
                  <a:lnTo>
                    <a:pt x="7871986" y="2774084"/>
                  </a:lnTo>
                  <a:lnTo>
                    <a:pt x="7872173" y="2773993"/>
                  </a:lnTo>
                  <a:lnTo>
                    <a:pt x="7872360" y="2773852"/>
                  </a:lnTo>
                  <a:lnTo>
                    <a:pt x="7872547" y="2773818"/>
                  </a:lnTo>
                  <a:lnTo>
                    <a:pt x="7872734" y="2773815"/>
                  </a:lnTo>
                  <a:lnTo>
                    <a:pt x="7872921" y="2773746"/>
                  </a:lnTo>
                  <a:lnTo>
                    <a:pt x="7873108" y="2773531"/>
                  </a:lnTo>
                  <a:lnTo>
                    <a:pt x="7873295" y="2773418"/>
                  </a:lnTo>
                  <a:lnTo>
                    <a:pt x="7873482" y="2773257"/>
                  </a:lnTo>
                  <a:lnTo>
                    <a:pt x="7873669" y="2772899"/>
                  </a:lnTo>
                  <a:lnTo>
                    <a:pt x="7873856" y="2772423"/>
                  </a:lnTo>
                  <a:lnTo>
                    <a:pt x="7874042" y="2771956"/>
                  </a:lnTo>
                  <a:lnTo>
                    <a:pt x="7874229" y="2771513"/>
                  </a:lnTo>
                  <a:lnTo>
                    <a:pt x="7874416" y="2771148"/>
                  </a:lnTo>
                  <a:lnTo>
                    <a:pt x="7874603" y="2770834"/>
                  </a:lnTo>
                  <a:lnTo>
                    <a:pt x="7874790" y="2770520"/>
                  </a:lnTo>
                  <a:lnTo>
                    <a:pt x="7874977" y="2770206"/>
                  </a:lnTo>
                  <a:lnTo>
                    <a:pt x="7875164" y="2769946"/>
                  </a:lnTo>
                  <a:lnTo>
                    <a:pt x="7875351" y="2769724"/>
                  </a:lnTo>
                  <a:lnTo>
                    <a:pt x="7875538" y="2769220"/>
                  </a:lnTo>
                  <a:lnTo>
                    <a:pt x="7875725" y="2768726"/>
                  </a:lnTo>
                  <a:lnTo>
                    <a:pt x="7875912" y="2768100"/>
                  </a:lnTo>
                  <a:lnTo>
                    <a:pt x="7876099" y="2767180"/>
                  </a:lnTo>
                  <a:lnTo>
                    <a:pt x="7876286" y="2766421"/>
                  </a:lnTo>
                  <a:lnTo>
                    <a:pt x="7876472" y="2765790"/>
                  </a:lnTo>
                  <a:lnTo>
                    <a:pt x="7876659" y="2765263"/>
                  </a:lnTo>
                  <a:lnTo>
                    <a:pt x="7876846" y="2765138"/>
                  </a:lnTo>
                  <a:lnTo>
                    <a:pt x="7877033" y="2765085"/>
                  </a:lnTo>
                  <a:lnTo>
                    <a:pt x="7877220" y="2764875"/>
                  </a:lnTo>
                  <a:lnTo>
                    <a:pt x="7877407" y="2764508"/>
                  </a:lnTo>
                  <a:lnTo>
                    <a:pt x="7877594" y="2763920"/>
                  </a:lnTo>
                  <a:lnTo>
                    <a:pt x="7877781" y="2763245"/>
                  </a:lnTo>
                  <a:lnTo>
                    <a:pt x="7877968" y="2762488"/>
                  </a:lnTo>
                  <a:lnTo>
                    <a:pt x="7878155" y="2761704"/>
                  </a:lnTo>
                  <a:lnTo>
                    <a:pt x="7878342" y="2761171"/>
                  </a:lnTo>
                  <a:lnTo>
                    <a:pt x="7878529" y="2760550"/>
                  </a:lnTo>
                  <a:lnTo>
                    <a:pt x="7878715" y="2760101"/>
                  </a:lnTo>
                  <a:lnTo>
                    <a:pt x="7878902" y="2759932"/>
                  </a:lnTo>
                  <a:lnTo>
                    <a:pt x="7879089" y="2759808"/>
                  </a:lnTo>
                  <a:lnTo>
                    <a:pt x="7879276" y="2759713"/>
                  </a:lnTo>
                  <a:lnTo>
                    <a:pt x="7879463" y="2759597"/>
                  </a:lnTo>
                  <a:lnTo>
                    <a:pt x="7879650" y="2759230"/>
                  </a:lnTo>
                  <a:lnTo>
                    <a:pt x="7879837" y="2758716"/>
                  </a:lnTo>
                  <a:lnTo>
                    <a:pt x="7880024" y="2758092"/>
                  </a:lnTo>
                  <a:lnTo>
                    <a:pt x="7880211" y="2757538"/>
                  </a:lnTo>
                  <a:lnTo>
                    <a:pt x="7880398" y="2757334"/>
                  </a:lnTo>
                  <a:lnTo>
                    <a:pt x="7880585" y="2757389"/>
                  </a:lnTo>
                  <a:lnTo>
                    <a:pt x="7880772" y="2757620"/>
                  </a:lnTo>
                  <a:lnTo>
                    <a:pt x="7880959" y="2757813"/>
                  </a:lnTo>
                  <a:lnTo>
                    <a:pt x="7881145" y="2758024"/>
                  </a:lnTo>
                  <a:lnTo>
                    <a:pt x="7881332" y="2757894"/>
                  </a:lnTo>
                  <a:lnTo>
                    <a:pt x="7881519" y="2757611"/>
                  </a:lnTo>
                  <a:lnTo>
                    <a:pt x="7881706" y="2757283"/>
                  </a:lnTo>
                  <a:lnTo>
                    <a:pt x="7881893" y="2756987"/>
                  </a:lnTo>
                  <a:lnTo>
                    <a:pt x="7882080" y="2756871"/>
                  </a:lnTo>
                  <a:lnTo>
                    <a:pt x="7882267" y="2756851"/>
                  </a:lnTo>
                  <a:lnTo>
                    <a:pt x="7882454" y="2757071"/>
                  </a:lnTo>
                  <a:lnTo>
                    <a:pt x="7882641" y="2757466"/>
                  </a:lnTo>
                  <a:lnTo>
                    <a:pt x="7882828" y="2757944"/>
                  </a:lnTo>
                  <a:lnTo>
                    <a:pt x="7883015" y="2758463"/>
                  </a:lnTo>
                  <a:lnTo>
                    <a:pt x="7883202" y="2759009"/>
                  </a:lnTo>
                  <a:lnTo>
                    <a:pt x="7883388" y="2759545"/>
                  </a:lnTo>
                  <a:lnTo>
                    <a:pt x="7883575" y="2759966"/>
                  </a:lnTo>
                  <a:lnTo>
                    <a:pt x="7883762" y="2760313"/>
                  </a:lnTo>
                  <a:lnTo>
                    <a:pt x="7883949" y="2760316"/>
                  </a:lnTo>
                  <a:lnTo>
                    <a:pt x="7884136" y="2760352"/>
                  </a:lnTo>
                  <a:lnTo>
                    <a:pt x="7884323" y="2760312"/>
                  </a:lnTo>
                  <a:lnTo>
                    <a:pt x="7884510" y="2760595"/>
                  </a:lnTo>
                  <a:lnTo>
                    <a:pt x="7884697" y="2761199"/>
                  </a:lnTo>
                  <a:lnTo>
                    <a:pt x="7884884" y="2761708"/>
                  </a:lnTo>
                  <a:lnTo>
                    <a:pt x="7885071" y="2762444"/>
                  </a:lnTo>
                  <a:lnTo>
                    <a:pt x="7885258" y="2762866"/>
                  </a:lnTo>
                  <a:lnTo>
                    <a:pt x="7885445" y="2762896"/>
                  </a:lnTo>
                  <a:lnTo>
                    <a:pt x="7885632" y="2763071"/>
                  </a:lnTo>
                  <a:lnTo>
                    <a:pt x="7885818" y="2763255"/>
                  </a:lnTo>
                  <a:lnTo>
                    <a:pt x="7886005" y="2763404"/>
                  </a:lnTo>
                  <a:lnTo>
                    <a:pt x="7886192" y="2763403"/>
                  </a:lnTo>
                  <a:lnTo>
                    <a:pt x="7886379" y="2763440"/>
                  </a:lnTo>
                  <a:lnTo>
                    <a:pt x="7886566" y="2763660"/>
                  </a:lnTo>
                  <a:lnTo>
                    <a:pt x="7886753" y="2764148"/>
                  </a:lnTo>
                  <a:lnTo>
                    <a:pt x="7886940" y="2764519"/>
                  </a:lnTo>
                  <a:lnTo>
                    <a:pt x="7887127" y="2765084"/>
                  </a:lnTo>
                  <a:lnTo>
                    <a:pt x="7887314" y="2765633"/>
                  </a:lnTo>
                  <a:lnTo>
                    <a:pt x="7887501" y="2766024"/>
                  </a:lnTo>
                  <a:lnTo>
                    <a:pt x="7887688" y="2766218"/>
                  </a:lnTo>
                  <a:lnTo>
                    <a:pt x="7887875" y="2766569"/>
                  </a:lnTo>
                  <a:lnTo>
                    <a:pt x="7888062" y="2766992"/>
                  </a:lnTo>
                  <a:lnTo>
                    <a:pt x="7888248" y="2767367"/>
                  </a:lnTo>
                  <a:lnTo>
                    <a:pt x="7888435" y="2767445"/>
                  </a:lnTo>
                  <a:lnTo>
                    <a:pt x="7888622" y="2767248"/>
                  </a:lnTo>
                  <a:lnTo>
                    <a:pt x="7888809" y="2766963"/>
                  </a:lnTo>
                  <a:lnTo>
                    <a:pt x="7888996" y="2766477"/>
                  </a:lnTo>
                  <a:lnTo>
                    <a:pt x="7889183" y="2765985"/>
                  </a:lnTo>
                  <a:lnTo>
                    <a:pt x="7889370" y="2765584"/>
                  </a:lnTo>
                  <a:lnTo>
                    <a:pt x="7889557" y="2765611"/>
                  </a:lnTo>
                  <a:lnTo>
                    <a:pt x="7889744" y="2765602"/>
                  </a:lnTo>
                  <a:lnTo>
                    <a:pt x="7889931" y="2765603"/>
                  </a:lnTo>
                  <a:lnTo>
                    <a:pt x="7890118" y="2765660"/>
                  </a:lnTo>
                  <a:lnTo>
                    <a:pt x="7890305" y="2765493"/>
                  </a:lnTo>
                  <a:lnTo>
                    <a:pt x="7890491" y="2765507"/>
                  </a:lnTo>
                  <a:lnTo>
                    <a:pt x="7890678" y="2765475"/>
                  </a:lnTo>
                  <a:lnTo>
                    <a:pt x="7890865" y="2765468"/>
                  </a:lnTo>
                  <a:lnTo>
                    <a:pt x="7891052" y="2765387"/>
                  </a:lnTo>
                  <a:lnTo>
                    <a:pt x="7891239" y="2765362"/>
                  </a:lnTo>
                  <a:lnTo>
                    <a:pt x="7891426" y="2765563"/>
                  </a:lnTo>
                  <a:lnTo>
                    <a:pt x="7891613" y="2765719"/>
                  </a:lnTo>
                  <a:lnTo>
                    <a:pt x="7891800" y="2765881"/>
                  </a:lnTo>
                  <a:lnTo>
                    <a:pt x="7891987" y="2765903"/>
                  </a:lnTo>
                  <a:lnTo>
                    <a:pt x="7892174" y="2765962"/>
                  </a:lnTo>
                  <a:lnTo>
                    <a:pt x="7892361" y="2765797"/>
                  </a:lnTo>
                  <a:lnTo>
                    <a:pt x="7892548" y="2765731"/>
                  </a:lnTo>
                  <a:lnTo>
                    <a:pt x="7892735" y="2765496"/>
                  </a:lnTo>
                  <a:lnTo>
                    <a:pt x="7892921" y="2765334"/>
                  </a:lnTo>
                  <a:lnTo>
                    <a:pt x="7893108" y="2765202"/>
                  </a:lnTo>
                  <a:lnTo>
                    <a:pt x="7893295" y="2764666"/>
                  </a:lnTo>
                  <a:lnTo>
                    <a:pt x="7893482" y="2763977"/>
                  </a:lnTo>
                  <a:lnTo>
                    <a:pt x="7893669" y="2763204"/>
                  </a:lnTo>
                  <a:lnTo>
                    <a:pt x="7893856" y="2762346"/>
                  </a:lnTo>
                  <a:lnTo>
                    <a:pt x="7894043" y="2761379"/>
                  </a:lnTo>
                  <a:lnTo>
                    <a:pt x="7894230" y="2760150"/>
                  </a:lnTo>
                  <a:lnTo>
                    <a:pt x="7894417" y="2758864"/>
                  </a:lnTo>
                  <a:lnTo>
                    <a:pt x="7894604" y="2757734"/>
                  </a:lnTo>
                  <a:lnTo>
                    <a:pt x="7894791" y="2756614"/>
                  </a:lnTo>
                  <a:lnTo>
                    <a:pt x="7894978" y="2755534"/>
                  </a:lnTo>
                  <a:lnTo>
                    <a:pt x="7895165" y="2754272"/>
                  </a:lnTo>
                  <a:lnTo>
                    <a:pt x="7895351" y="2752525"/>
                  </a:lnTo>
                  <a:lnTo>
                    <a:pt x="7895538" y="2750778"/>
                  </a:lnTo>
                  <a:lnTo>
                    <a:pt x="7895725" y="2748908"/>
                  </a:lnTo>
                  <a:lnTo>
                    <a:pt x="7895912" y="2747047"/>
                  </a:lnTo>
                  <a:lnTo>
                    <a:pt x="7896099" y="2745283"/>
                  </a:lnTo>
                  <a:lnTo>
                    <a:pt x="7896286" y="2743628"/>
                  </a:lnTo>
                  <a:lnTo>
                    <a:pt x="7896473" y="2741856"/>
                  </a:lnTo>
                  <a:lnTo>
                    <a:pt x="7896660" y="2740078"/>
                  </a:lnTo>
                  <a:lnTo>
                    <a:pt x="7896847" y="2738493"/>
                  </a:lnTo>
                  <a:lnTo>
                    <a:pt x="7897034" y="2736801"/>
                  </a:lnTo>
                  <a:lnTo>
                    <a:pt x="7897221" y="2735461"/>
                  </a:lnTo>
                  <a:lnTo>
                    <a:pt x="7897408" y="2734160"/>
                  </a:lnTo>
                  <a:lnTo>
                    <a:pt x="7897594" y="2732743"/>
                  </a:lnTo>
                  <a:lnTo>
                    <a:pt x="7897781" y="2731424"/>
                  </a:lnTo>
                  <a:lnTo>
                    <a:pt x="7897968" y="2730262"/>
                  </a:lnTo>
                  <a:lnTo>
                    <a:pt x="7898155" y="2729207"/>
                  </a:lnTo>
                  <a:lnTo>
                    <a:pt x="7898342" y="2728151"/>
                  </a:lnTo>
                  <a:lnTo>
                    <a:pt x="7898529" y="2727219"/>
                  </a:lnTo>
                  <a:lnTo>
                    <a:pt x="7898716" y="2726436"/>
                  </a:lnTo>
                  <a:lnTo>
                    <a:pt x="7898903" y="2725733"/>
                  </a:lnTo>
                  <a:lnTo>
                    <a:pt x="7899090" y="2725029"/>
                  </a:lnTo>
                  <a:lnTo>
                    <a:pt x="7899277" y="2724589"/>
                  </a:lnTo>
                  <a:lnTo>
                    <a:pt x="7899464" y="2724088"/>
                  </a:lnTo>
                  <a:lnTo>
                    <a:pt x="7899651" y="2723560"/>
                  </a:lnTo>
                  <a:lnTo>
                    <a:pt x="7899838" y="2723243"/>
                  </a:lnTo>
                  <a:lnTo>
                    <a:pt x="7900024" y="2722892"/>
                  </a:lnTo>
                  <a:lnTo>
                    <a:pt x="7900211" y="2722469"/>
                  </a:lnTo>
                  <a:lnTo>
                    <a:pt x="7900398" y="2721792"/>
                  </a:lnTo>
                  <a:lnTo>
                    <a:pt x="7900585" y="2720983"/>
                  </a:lnTo>
                  <a:lnTo>
                    <a:pt x="7900772" y="2720094"/>
                  </a:lnTo>
                  <a:lnTo>
                    <a:pt x="7900959" y="2719039"/>
                  </a:lnTo>
                  <a:lnTo>
                    <a:pt x="7901146" y="2717940"/>
                  </a:lnTo>
                  <a:lnTo>
                    <a:pt x="7901333" y="2716708"/>
                  </a:lnTo>
                  <a:lnTo>
                    <a:pt x="7901520" y="2715477"/>
                  </a:lnTo>
                  <a:lnTo>
                    <a:pt x="7901707" y="2714298"/>
                  </a:lnTo>
                  <a:lnTo>
                    <a:pt x="7901894" y="2713067"/>
                  </a:lnTo>
                  <a:lnTo>
                    <a:pt x="7902081" y="2711756"/>
                  </a:lnTo>
                  <a:lnTo>
                    <a:pt x="7902267" y="2710498"/>
                  </a:lnTo>
                  <a:lnTo>
                    <a:pt x="7902454" y="2709337"/>
                  </a:lnTo>
                  <a:lnTo>
                    <a:pt x="7902641" y="2708378"/>
                  </a:lnTo>
                  <a:lnTo>
                    <a:pt x="7902828" y="2707499"/>
                  </a:lnTo>
                  <a:lnTo>
                    <a:pt x="7903015" y="2706690"/>
                  </a:lnTo>
                  <a:lnTo>
                    <a:pt x="7903202" y="2706373"/>
                  </a:lnTo>
                  <a:lnTo>
                    <a:pt x="7903389" y="2706311"/>
                  </a:lnTo>
                  <a:lnTo>
                    <a:pt x="7903576" y="2706399"/>
                  </a:lnTo>
                  <a:lnTo>
                    <a:pt x="7903763" y="2706707"/>
                  </a:lnTo>
                  <a:lnTo>
                    <a:pt x="7903950" y="2707131"/>
                  </a:lnTo>
                  <a:lnTo>
                    <a:pt x="7904137" y="2707326"/>
                  </a:lnTo>
                  <a:lnTo>
                    <a:pt x="7904324" y="2707125"/>
                  </a:lnTo>
                  <a:lnTo>
                    <a:pt x="7904511" y="2706930"/>
                  </a:lnTo>
                  <a:lnTo>
                    <a:pt x="7904697" y="2706612"/>
                  </a:lnTo>
                  <a:lnTo>
                    <a:pt x="7904884" y="2706366"/>
                  </a:lnTo>
                  <a:lnTo>
                    <a:pt x="7905071" y="2706221"/>
                  </a:lnTo>
                  <a:lnTo>
                    <a:pt x="7905258" y="2706019"/>
                  </a:lnTo>
                  <a:lnTo>
                    <a:pt x="7905445" y="2705731"/>
                  </a:lnTo>
                  <a:lnTo>
                    <a:pt x="7905632" y="2705442"/>
                  </a:lnTo>
                  <a:lnTo>
                    <a:pt x="7905819" y="2705153"/>
                  </a:lnTo>
                  <a:lnTo>
                    <a:pt x="7906006" y="2704670"/>
                  </a:lnTo>
                  <a:lnTo>
                    <a:pt x="7906193" y="2704085"/>
                  </a:lnTo>
                  <a:lnTo>
                    <a:pt x="7906380" y="2703443"/>
                  </a:lnTo>
                  <a:lnTo>
                    <a:pt x="7906567" y="2702757"/>
                  </a:lnTo>
                  <a:lnTo>
                    <a:pt x="7906754" y="2701947"/>
                  </a:lnTo>
                  <a:lnTo>
                    <a:pt x="7906941" y="2701335"/>
                  </a:lnTo>
                  <a:lnTo>
                    <a:pt x="7907127" y="2700699"/>
                  </a:lnTo>
                  <a:lnTo>
                    <a:pt x="7907314" y="2700273"/>
                  </a:lnTo>
                  <a:lnTo>
                    <a:pt x="7907501" y="2699827"/>
                  </a:lnTo>
                  <a:lnTo>
                    <a:pt x="7907688" y="2699151"/>
                  </a:lnTo>
                  <a:lnTo>
                    <a:pt x="7907875" y="2698474"/>
                  </a:lnTo>
                  <a:lnTo>
                    <a:pt x="7908062" y="2697798"/>
                  </a:lnTo>
                  <a:lnTo>
                    <a:pt x="7908249" y="2697027"/>
                  </a:lnTo>
                  <a:lnTo>
                    <a:pt x="7908436" y="2696206"/>
                  </a:lnTo>
                  <a:lnTo>
                    <a:pt x="7908623" y="2695385"/>
                  </a:lnTo>
                  <a:lnTo>
                    <a:pt x="7908810" y="2694565"/>
                  </a:lnTo>
                  <a:lnTo>
                    <a:pt x="7908997" y="2693744"/>
                  </a:lnTo>
                  <a:lnTo>
                    <a:pt x="7909184" y="2692923"/>
                  </a:lnTo>
                  <a:lnTo>
                    <a:pt x="7909370" y="2691994"/>
                  </a:lnTo>
                  <a:lnTo>
                    <a:pt x="7909557" y="2691007"/>
                  </a:lnTo>
                  <a:lnTo>
                    <a:pt x="7909744" y="2690056"/>
                  </a:lnTo>
                  <a:lnTo>
                    <a:pt x="7909931" y="2689174"/>
                  </a:lnTo>
                  <a:lnTo>
                    <a:pt x="7910118" y="2688119"/>
                  </a:lnTo>
                  <a:lnTo>
                    <a:pt x="7910305" y="2687195"/>
                  </a:lnTo>
                  <a:lnTo>
                    <a:pt x="7910492" y="2686061"/>
                  </a:lnTo>
                  <a:lnTo>
                    <a:pt x="7910679" y="2684829"/>
                  </a:lnTo>
                  <a:lnTo>
                    <a:pt x="7910866" y="2683281"/>
                  </a:lnTo>
                  <a:lnTo>
                    <a:pt x="7911053" y="2681636"/>
                  </a:lnTo>
                  <a:lnTo>
                    <a:pt x="7911240" y="2680053"/>
                  </a:lnTo>
                  <a:lnTo>
                    <a:pt x="7911427" y="2678470"/>
                  </a:lnTo>
                  <a:lnTo>
                    <a:pt x="7911614" y="2676887"/>
                  </a:lnTo>
                  <a:lnTo>
                    <a:pt x="7911800" y="2675303"/>
                  </a:lnTo>
                  <a:lnTo>
                    <a:pt x="7911987" y="2673720"/>
                  </a:lnTo>
                  <a:lnTo>
                    <a:pt x="7912174" y="2672269"/>
                  </a:lnTo>
                  <a:lnTo>
                    <a:pt x="7912361" y="2670861"/>
                  </a:lnTo>
                  <a:lnTo>
                    <a:pt x="7912548" y="2669480"/>
                  </a:lnTo>
                  <a:lnTo>
                    <a:pt x="7912735" y="2668407"/>
                  </a:lnTo>
                  <a:lnTo>
                    <a:pt x="7912922" y="2667704"/>
                  </a:lnTo>
                  <a:lnTo>
                    <a:pt x="7913109" y="2667123"/>
                  </a:lnTo>
                  <a:lnTo>
                    <a:pt x="7913296" y="2667009"/>
                  </a:lnTo>
                  <a:lnTo>
                    <a:pt x="7913483" y="2667246"/>
                  </a:lnTo>
                  <a:lnTo>
                    <a:pt x="7913670" y="2667633"/>
                  </a:lnTo>
                  <a:lnTo>
                    <a:pt x="7913857" y="2668182"/>
                  </a:lnTo>
                  <a:lnTo>
                    <a:pt x="7914044" y="2668600"/>
                  </a:lnTo>
                  <a:lnTo>
                    <a:pt x="7914230" y="2668586"/>
                  </a:lnTo>
                  <a:lnTo>
                    <a:pt x="7914417" y="2668490"/>
                  </a:lnTo>
                  <a:lnTo>
                    <a:pt x="7914604" y="2668248"/>
                  </a:lnTo>
                  <a:lnTo>
                    <a:pt x="7914791" y="2668136"/>
                  </a:lnTo>
                  <a:lnTo>
                    <a:pt x="7914978" y="2668183"/>
                  </a:lnTo>
                  <a:lnTo>
                    <a:pt x="7915165" y="2668221"/>
                  </a:lnTo>
                  <a:lnTo>
                    <a:pt x="7915352" y="2668298"/>
                  </a:lnTo>
                  <a:lnTo>
                    <a:pt x="7915539" y="2668229"/>
                  </a:lnTo>
                  <a:lnTo>
                    <a:pt x="7915726" y="2667676"/>
                  </a:lnTo>
                  <a:lnTo>
                    <a:pt x="7915913" y="2666973"/>
                  </a:lnTo>
                  <a:lnTo>
                    <a:pt x="7916100" y="2666131"/>
                  </a:lnTo>
                  <a:lnTo>
                    <a:pt x="7916287" y="2665045"/>
                  </a:lnTo>
                  <a:lnTo>
                    <a:pt x="7916473" y="2663577"/>
                  </a:lnTo>
                  <a:lnTo>
                    <a:pt x="7916660" y="2662067"/>
                  </a:lnTo>
                  <a:lnTo>
                    <a:pt x="7916847" y="2660363"/>
                  </a:lnTo>
                  <a:lnTo>
                    <a:pt x="7917034" y="2658517"/>
                  </a:lnTo>
                  <a:lnTo>
                    <a:pt x="7917221" y="2656212"/>
                  </a:lnTo>
                  <a:lnTo>
                    <a:pt x="7917408" y="2654057"/>
                  </a:lnTo>
                  <a:lnTo>
                    <a:pt x="7917595" y="2651304"/>
                  </a:lnTo>
                  <a:lnTo>
                    <a:pt x="7917782" y="2647900"/>
                  </a:lnTo>
                  <a:lnTo>
                    <a:pt x="7917969" y="2644382"/>
                  </a:lnTo>
                  <a:lnTo>
                    <a:pt x="7918156" y="2640687"/>
                  </a:lnTo>
                  <a:lnTo>
                    <a:pt x="7918343" y="2636861"/>
                  </a:lnTo>
                  <a:lnTo>
                    <a:pt x="7918530" y="2632745"/>
                  </a:lnTo>
                  <a:lnTo>
                    <a:pt x="7918717" y="2628584"/>
                  </a:lnTo>
                  <a:lnTo>
                    <a:pt x="7918903" y="2624371"/>
                  </a:lnTo>
                  <a:lnTo>
                    <a:pt x="7919090" y="2620061"/>
                  </a:lnTo>
                  <a:lnTo>
                    <a:pt x="7919277" y="2615980"/>
                  </a:lnTo>
                  <a:lnTo>
                    <a:pt x="7919464" y="2612250"/>
                  </a:lnTo>
                  <a:lnTo>
                    <a:pt x="7919651" y="2608676"/>
                  </a:lnTo>
                  <a:lnTo>
                    <a:pt x="7919838" y="2605535"/>
                  </a:lnTo>
                  <a:lnTo>
                    <a:pt x="7920025" y="2602921"/>
                  </a:lnTo>
                  <a:lnTo>
                    <a:pt x="7920212" y="2600530"/>
                  </a:lnTo>
                  <a:lnTo>
                    <a:pt x="7920399" y="2598525"/>
                  </a:lnTo>
                  <a:lnTo>
                    <a:pt x="7920586" y="2596767"/>
                  </a:lnTo>
                  <a:lnTo>
                    <a:pt x="7920773" y="2595096"/>
                  </a:lnTo>
                  <a:lnTo>
                    <a:pt x="7920960" y="2593607"/>
                  </a:lnTo>
                  <a:lnTo>
                    <a:pt x="7921146" y="2592381"/>
                  </a:lnTo>
                  <a:lnTo>
                    <a:pt x="7921333" y="2592015"/>
                  </a:lnTo>
                  <a:lnTo>
                    <a:pt x="7921520" y="2592009"/>
                  </a:lnTo>
                  <a:lnTo>
                    <a:pt x="7921707" y="2592288"/>
                  </a:lnTo>
                  <a:lnTo>
                    <a:pt x="7921894" y="2592561"/>
                  </a:lnTo>
                  <a:lnTo>
                    <a:pt x="7922081" y="2592917"/>
                  </a:lnTo>
                  <a:lnTo>
                    <a:pt x="7922268" y="2593206"/>
                  </a:lnTo>
                  <a:lnTo>
                    <a:pt x="7922455" y="2593448"/>
                  </a:lnTo>
                  <a:lnTo>
                    <a:pt x="7922642" y="2593718"/>
                  </a:lnTo>
                  <a:lnTo>
                    <a:pt x="7922829" y="2594247"/>
                  </a:lnTo>
                  <a:lnTo>
                    <a:pt x="7923016" y="2594775"/>
                  </a:lnTo>
                  <a:lnTo>
                    <a:pt x="7923203" y="2595330"/>
                  </a:lnTo>
                  <a:lnTo>
                    <a:pt x="7923390" y="2596035"/>
                  </a:lnTo>
                  <a:lnTo>
                    <a:pt x="7923576" y="2596878"/>
                  </a:lnTo>
                  <a:lnTo>
                    <a:pt x="7923763" y="2597699"/>
                  </a:lnTo>
                  <a:lnTo>
                    <a:pt x="7923950" y="2598372"/>
                  </a:lnTo>
                  <a:lnTo>
                    <a:pt x="7924137" y="2598751"/>
                  </a:lnTo>
                  <a:lnTo>
                    <a:pt x="7924324" y="2599097"/>
                  </a:lnTo>
                  <a:lnTo>
                    <a:pt x="7924511" y="2599249"/>
                  </a:lnTo>
                  <a:lnTo>
                    <a:pt x="7924698" y="2599435"/>
                  </a:lnTo>
                  <a:lnTo>
                    <a:pt x="7924885" y="2599638"/>
                  </a:lnTo>
                  <a:lnTo>
                    <a:pt x="7925072" y="2599996"/>
                  </a:lnTo>
                  <a:lnTo>
                    <a:pt x="7925259" y="2600217"/>
                  </a:lnTo>
                  <a:lnTo>
                    <a:pt x="7925446" y="2600394"/>
                  </a:lnTo>
                  <a:lnTo>
                    <a:pt x="7925633" y="2600545"/>
                  </a:lnTo>
                  <a:lnTo>
                    <a:pt x="7925820" y="2600830"/>
                  </a:lnTo>
                  <a:lnTo>
                    <a:pt x="7926006" y="2601251"/>
                  </a:lnTo>
                  <a:lnTo>
                    <a:pt x="7926193" y="2601384"/>
                  </a:lnTo>
                  <a:lnTo>
                    <a:pt x="7926380" y="2601295"/>
                  </a:lnTo>
                  <a:lnTo>
                    <a:pt x="7926567" y="2601187"/>
                  </a:lnTo>
                  <a:lnTo>
                    <a:pt x="7926754" y="2600668"/>
                  </a:lnTo>
                  <a:lnTo>
                    <a:pt x="7926941" y="2599883"/>
                  </a:lnTo>
                  <a:lnTo>
                    <a:pt x="7927128" y="2599008"/>
                  </a:lnTo>
                  <a:lnTo>
                    <a:pt x="7927315" y="2597991"/>
                  </a:lnTo>
                  <a:lnTo>
                    <a:pt x="7927502" y="2596894"/>
                  </a:lnTo>
                  <a:lnTo>
                    <a:pt x="7927689" y="2595870"/>
                  </a:lnTo>
                  <a:lnTo>
                    <a:pt x="7927876" y="2594530"/>
                  </a:lnTo>
                  <a:lnTo>
                    <a:pt x="7928063" y="2593131"/>
                  </a:lnTo>
                  <a:lnTo>
                    <a:pt x="7928249" y="2591626"/>
                  </a:lnTo>
                  <a:lnTo>
                    <a:pt x="7928436" y="2590035"/>
                  </a:lnTo>
                  <a:lnTo>
                    <a:pt x="7928623" y="2588404"/>
                  </a:lnTo>
                  <a:lnTo>
                    <a:pt x="7928810" y="2586672"/>
                  </a:lnTo>
                  <a:lnTo>
                    <a:pt x="7928997" y="2585234"/>
                  </a:lnTo>
                  <a:lnTo>
                    <a:pt x="7929184" y="2584054"/>
                  </a:lnTo>
                  <a:lnTo>
                    <a:pt x="7929371" y="2582881"/>
                  </a:lnTo>
                  <a:lnTo>
                    <a:pt x="7929558" y="2581767"/>
                  </a:lnTo>
                  <a:lnTo>
                    <a:pt x="7929745" y="2580672"/>
                  </a:lnTo>
                  <a:lnTo>
                    <a:pt x="7929932" y="2579786"/>
                  </a:lnTo>
                  <a:lnTo>
                    <a:pt x="7930119" y="2578816"/>
                  </a:lnTo>
                  <a:lnTo>
                    <a:pt x="7930306" y="2577454"/>
                  </a:lnTo>
                  <a:lnTo>
                    <a:pt x="7930493" y="2575902"/>
                  </a:lnTo>
                  <a:lnTo>
                    <a:pt x="7930679" y="2574726"/>
                  </a:lnTo>
                  <a:lnTo>
                    <a:pt x="7930866" y="2574110"/>
                  </a:lnTo>
                  <a:lnTo>
                    <a:pt x="7931053" y="2573663"/>
                  </a:lnTo>
                  <a:lnTo>
                    <a:pt x="7931240" y="2573438"/>
                  </a:lnTo>
                  <a:lnTo>
                    <a:pt x="7931427" y="2573590"/>
                  </a:lnTo>
                  <a:lnTo>
                    <a:pt x="7931614" y="2574043"/>
                  </a:lnTo>
                  <a:lnTo>
                    <a:pt x="7931801" y="2574669"/>
                  </a:lnTo>
                  <a:lnTo>
                    <a:pt x="7931988" y="2575182"/>
                  </a:lnTo>
                  <a:lnTo>
                    <a:pt x="7932175" y="2575702"/>
                  </a:lnTo>
                  <a:lnTo>
                    <a:pt x="7932362" y="2576631"/>
                  </a:lnTo>
                  <a:lnTo>
                    <a:pt x="7932549" y="2577672"/>
                  </a:lnTo>
                  <a:lnTo>
                    <a:pt x="7932736" y="2579176"/>
                  </a:lnTo>
                  <a:lnTo>
                    <a:pt x="7932923" y="2580595"/>
                  </a:lnTo>
                  <a:lnTo>
                    <a:pt x="7933109" y="2582335"/>
                  </a:lnTo>
                  <a:lnTo>
                    <a:pt x="7933296" y="2584264"/>
                  </a:lnTo>
                  <a:lnTo>
                    <a:pt x="7933483" y="2586255"/>
                  </a:lnTo>
                  <a:lnTo>
                    <a:pt x="7933670" y="2588170"/>
                  </a:lnTo>
                  <a:lnTo>
                    <a:pt x="7933857" y="2590319"/>
                  </a:lnTo>
                  <a:lnTo>
                    <a:pt x="7934044" y="2592310"/>
                  </a:lnTo>
                  <a:lnTo>
                    <a:pt x="7934231" y="2593876"/>
                  </a:lnTo>
                  <a:lnTo>
                    <a:pt x="7934418" y="2595401"/>
                  </a:lnTo>
                  <a:lnTo>
                    <a:pt x="7934605" y="2596564"/>
                  </a:lnTo>
                  <a:lnTo>
                    <a:pt x="7934792" y="2597683"/>
                  </a:lnTo>
                  <a:lnTo>
                    <a:pt x="7934979" y="2598765"/>
                  </a:lnTo>
                  <a:lnTo>
                    <a:pt x="7935166" y="2599539"/>
                  </a:lnTo>
                  <a:lnTo>
                    <a:pt x="7935352" y="2599988"/>
                  </a:lnTo>
                  <a:lnTo>
                    <a:pt x="7935539" y="2600366"/>
                  </a:lnTo>
                  <a:lnTo>
                    <a:pt x="7935726" y="2600894"/>
                  </a:lnTo>
                  <a:lnTo>
                    <a:pt x="7935913" y="2601298"/>
                  </a:lnTo>
                  <a:lnTo>
                    <a:pt x="7936100" y="2601553"/>
                  </a:lnTo>
                  <a:lnTo>
                    <a:pt x="7936287" y="2601729"/>
                  </a:lnTo>
                  <a:lnTo>
                    <a:pt x="7936474" y="2602066"/>
                  </a:lnTo>
                  <a:lnTo>
                    <a:pt x="7936661" y="2602048"/>
                  </a:lnTo>
                  <a:lnTo>
                    <a:pt x="7936848" y="2602027"/>
                  </a:lnTo>
                  <a:lnTo>
                    <a:pt x="7937035" y="2602055"/>
                  </a:lnTo>
                  <a:lnTo>
                    <a:pt x="7937222" y="2601924"/>
                  </a:lnTo>
                  <a:lnTo>
                    <a:pt x="7937409" y="2601926"/>
                  </a:lnTo>
                  <a:lnTo>
                    <a:pt x="7937596" y="2601996"/>
                  </a:lnTo>
                  <a:lnTo>
                    <a:pt x="7937782" y="2602596"/>
                  </a:lnTo>
                  <a:lnTo>
                    <a:pt x="7937969" y="2603330"/>
                  </a:lnTo>
                  <a:lnTo>
                    <a:pt x="7938156" y="2604217"/>
                  </a:lnTo>
                  <a:lnTo>
                    <a:pt x="7938343" y="2605271"/>
                  </a:lnTo>
                  <a:lnTo>
                    <a:pt x="7938530" y="2606368"/>
                  </a:lnTo>
                  <a:lnTo>
                    <a:pt x="7938717" y="2607598"/>
                  </a:lnTo>
                  <a:lnTo>
                    <a:pt x="7938904" y="2608828"/>
                  </a:lnTo>
                  <a:lnTo>
                    <a:pt x="7939091" y="2610058"/>
                  </a:lnTo>
                  <a:lnTo>
                    <a:pt x="7939278" y="2611506"/>
                  </a:lnTo>
                  <a:lnTo>
                    <a:pt x="7939465" y="2613097"/>
                  </a:lnTo>
                  <a:lnTo>
                    <a:pt x="7939652" y="2614688"/>
                  </a:lnTo>
                  <a:lnTo>
                    <a:pt x="7939839" y="2616305"/>
                  </a:lnTo>
                  <a:lnTo>
                    <a:pt x="7940025" y="2617868"/>
                  </a:lnTo>
                  <a:lnTo>
                    <a:pt x="7940212" y="2619415"/>
                  </a:lnTo>
                  <a:lnTo>
                    <a:pt x="7940399" y="2620913"/>
                  </a:lnTo>
                  <a:lnTo>
                    <a:pt x="7940586" y="2622115"/>
                  </a:lnTo>
                  <a:lnTo>
                    <a:pt x="7940773" y="2623069"/>
                  </a:lnTo>
                  <a:lnTo>
                    <a:pt x="7940960" y="2624015"/>
                  </a:lnTo>
                  <a:lnTo>
                    <a:pt x="7941147" y="2624872"/>
                  </a:lnTo>
                  <a:lnTo>
                    <a:pt x="7941334" y="2625686"/>
                  </a:lnTo>
                  <a:lnTo>
                    <a:pt x="7941521" y="2626693"/>
                  </a:lnTo>
                  <a:lnTo>
                    <a:pt x="7941708" y="2628034"/>
                  </a:lnTo>
                  <a:lnTo>
                    <a:pt x="7941895" y="2629295"/>
                  </a:lnTo>
                  <a:lnTo>
                    <a:pt x="7942082" y="2630434"/>
                  </a:lnTo>
                  <a:lnTo>
                    <a:pt x="7942269" y="2631501"/>
                  </a:lnTo>
                  <a:lnTo>
                    <a:pt x="7942455" y="2632466"/>
                  </a:lnTo>
                  <a:lnTo>
                    <a:pt x="7942642" y="2633431"/>
                  </a:lnTo>
                  <a:lnTo>
                    <a:pt x="7942829" y="2634396"/>
                  </a:lnTo>
                  <a:lnTo>
                    <a:pt x="7943016" y="2635361"/>
                  </a:lnTo>
                  <a:lnTo>
                    <a:pt x="7943203" y="2636327"/>
                  </a:lnTo>
                  <a:lnTo>
                    <a:pt x="7943390" y="2637292"/>
                  </a:lnTo>
                  <a:lnTo>
                    <a:pt x="7943577" y="2638257"/>
                  </a:lnTo>
                  <a:lnTo>
                    <a:pt x="7943764" y="2639143"/>
                  </a:lnTo>
                  <a:lnTo>
                    <a:pt x="7943951" y="2639964"/>
                  </a:lnTo>
                  <a:lnTo>
                    <a:pt x="7944138" y="2640594"/>
                  </a:lnTo>
                  <a:lnTo>
                    <a:pt x="7944325" y="2641052"/>
                  </a:lnTo>
                  <a:lnTo>
                    <a:pt x="7944512" y="2641555"/>
                  </a:lnTo>
                  <a:lnTo>
                    <a:pt x="7944699" y="2641981"/>
                  </a:lnTo>
                  <a:lnTo>
                    <a:pt x="7944885" y="2642427"/>
                  </a:lnTo>
                  <a:lnTo>
                    <a:pt x="7945072" y="2643257"/>
                  </a:lnTo>
                  <a:lnTo>
                    <a:pt x="7945259" y="2644087"/>
                  </a:lnTo>
                  <a:lnTo>
                    <a:pt x="7945446" y="2644918"/>
                  </a:lnTo>
                  <a:lnTo>
                    <a:pt x="7945633" y="2645877"/>
                  </a:lnTo>
                  <a:lnTo>
                    <a:pt x="7945820" y="2646888"/>
                  </a:lnTo>
                  <a:lnTo>
                    <a:pt x="7946007" y="2647898"/>
                  </a:lnTo>
                  <a:lnTo>
                    <a:pt x="7946194" y="2648894"/>
                  </a:lnTo>
                  <a:lnTo>
                    <a:pt x="7946381" y="2649760"/>
                  </a:lnTo>
                  <a:lnTo>
                    <a:pt x="7946568" y="2650626"/>
                  </a:lnTo>
                  <a:lnTo>
                    <a:pt x="7946755" y="2651463"/>
                  </a:lnTo>
                  <a:lnTo>
                    <a:pt x="7946942" y="2652351"/>
                  </a:lnTo>
                  <a:lnTo>
                    <a:pt x="7947128" y="2653202"/>
                  </a:lnTo>
                  <a:lnTo>
                    <a:pt x="7947315" y="2653985"/>
                  </a:lnTo>
                  <a:lnTo>
                    <a:pt x="7947502" y="2654941"/>
                  </a:lnTo>
                  <a:lnTo>
                    <a:pt x="7947689" y="2655766"/>
                  </a:lnTo>
                  <a:lnTo>
                    <a:pt x="7947876" y="2656754"/>
                  </a:lnTo>
                  <a:lnTo>
                    <a:pt x="7948063" y="2657838"/>
                  </a:lnTo>
                  <a:lnTo>
                    <a:pt x="7948250" y="2659226"/>
                  </a:lnTo>
                  <a:lnTo>
                    <a:pt x="7948437" y="2660519"/>
                  </a:lnTo>
                  <a:lnTo>
                    <a:pt x="7948624" y="2661751"/>
                  </a:lnTo>
                  <a:lnTo>
                    <a:pt x="7948811" y="2662982"/>
                  </a:lnTo>
                  <a:lnTo>
                    <a:pt x="7948998" y="2664231"/>
                  </a:lnTo>
                  <a:lnTo>
                    <a:pt x="7949185" y="2665638"/>
                  </a:lnTo>
                  <a:lnTo>
                    <a:pt x="7949372" y="2667046"/>
                  </a:lnTo>
                  <a:lnTo>
                    <a:pt x="7949558" y="2668488"/>
                  </a:lnTo>
                  <a:lnTo>
                    <a:pt x="7949745" y="2669896"/>
                  </a:lnTo>
                  <a:lnTo>
                    <a:pt x="7949932" y="2671277"/>
                  </a:lnTo>
                  <a:lnTo>
                    <a:pt x="7950119" y="2672367"/>
                  </a:lnTo>
                  <a:lnTo>
                    <a:pt x="7950306" y="2673423"/>
                  </a:lnTo>
                  <a:lnTo>
                    <a:pt x="7950493" y="2674355"/>
                  </a:lnTo>
                  <a:lnTo>
                    <a:pt x="7950680" y="2674980"/>
                  </a:lnTo>
                  <a:lnTo>
                    <a:pt x="7950867" y="2675507"/>
                  </a:lnTo>
                  <a:lnTo>
                    <a:pt x="7951054" y="2675718"/>
                  </a:lnTo>
                  <a:lnTo>
                    <a:pt x="7951241" y="2675578"/>
                  </a:lnTo>
                  <a:lnTo>
                    <a:pt x="7951428" y="2675516"/>
                  </a:lnTo>
                  <a:lnTo>
                    <a:pt x="7951615" y="2675692"/>
                  </a:lnTo>
                  <a:lnTo>
                    <a:pt x="7951802" y="2675789"/>
                  </a:lnTo>
                  <a:lnTo>
                    <a:pt x="7951988" y="2676132"/>
                  </a:lnTo>
                  <a:lnTo>
                    <a:pt x="7952175" y="2676484"/>
                  </a:lnTo>
                  <a:lnTo>
                    <a:pt x="7952362" y="2676915"/>
                  </a:lnTo>
                  <a:lnTo>
                    <a:pt x="7952549" y="2677442"/>
                  </a:lnTo>
                  <a:lnTo>
                    <a:pt x="7952736" y="2677970"/>
                  </a:lnTo>
                  <a:lnTo>
                    <a:pt x="7952923" y="2678630"/>
                  </a:lnTo>
                  <a:lnTo>
                    <a:pt x="7953110" y="2679536"/>
                  </a:lnTo>
                  <a:lnTo>
                    <a:pt x="7953297" y="2680591"/>
                  </a:lnTo>
                  <a:lnTo>
                    <a:pt x="7953484" y="2681673"/>
                  </a:lnTo>
                  <a:lnTo>
                    <a:pt x="7953671" y="2682905"/>
                  </a:lnTo>
                  <a:lnTo>
                    <a:pt x="7953858" y="2684567"/>
                  </a:lnTo>
                  <a:lnTo>
                    <a:pt x="7954045" y="2686687"/>
                  </a:lnTo>
                  <a:lnTo>
                    <a:pt x="7954231" y="2689035"/>
                  </a:lnTo>
                  <a:lnTo>
                    <a:pt x="7954418" y="2691604"/>
                  </a:lnTo>
                  <a:lnTo>
                    <a:pt x="7954605" y="2694779"/>
                  </a:lnTo>
                  <a:lnTo>
                    <a:pt x="7954792" y="2697814"/>
                  </a:lnTo>
                  <a:lnTo>
                    <a:pt x="7954979" y="2701130"/>
                  </a:lnTo>
                  <a:lnTo>
                    <a:pt x="7955166" y="2704454"/>
                  </a:lnTo>
                  <a:lnTo>
                    <a:pt x="7955353" y="2707674"/>
                  </a:lnTo>
                  <a:lnTo>
                    <a:pt x="7955540" y="2711016"/>
                  </a:lnTo>
                  <a:lnTo>
                    <a:pt x="7955727" y="2714490"/>
                  </a:lnTo>
                  <a:lnTo>
                    <a:pt x="7955914" y="2718255"/>
                  </a:lnTo>
                  <a:lnTo>
                    <a:pt x="7956101" y="2722169"/>
                  </a:lnTo>
                  <a:lnTo>
                    <a:pt x="7956288" y="2726259"/>
                  </a:lnTo>
                  <a:lnTo>
                    <a:pt x="7956475" y="2730490"/>
                  </a:lnTo>
                  <a:lnTo>
                    <a:pt x="7956661" y="2734457"/>
                  </a:lnTo>
                  <a:lnTo>
                    <a:pt x="7956848" y="2738107"/>
                  </a:lnTo>
                  <a:lnTo>
                    <a:pt x="7957035" y="2741450"/>
                  </a:lnTo>
                  <a:lnTo>
                    <a:pt x="7957222" y="2744335"/>
                  </a:lnTo>
                  <a:lnTo>
                    <a:pt x="7957409" y="2746692"/>
                  </a:lnTo>
                  <a:lnTo>
                    <a:pt x="7957596" y="2748944"/>
                  </a:lnTo>
                  <a:lnTo>
                    <a:pt x="7957783" y="2750932"/>
                  </a:lnTo>
                  <a:lnTo>
                    <a:pt x="7957970" y="2752981"/>
                  </a:lnTo>
                  <a:lnTo>
                    <a:pt x="7958157" y="2755039"/>
                  </a:lnTo>
                  <a:lnTo>
                    <a:pt x="7958344" y="2756974"/>
                  </a:lnTo>
                  <a:lnTo>
                    <a:pt x="7958531" y="2758646"/>
                  </a:lnTo>
                  <a:lnTo>
                    <a:pt x="7958718" y="2759780"/>
                  </a:lnTo>
                  <a:lnTo>
                    <a:pt x="7958904" y="2760616"/>
                  </a:lnTo>
                  <a:lnTo>
                    <a:pt x="7959091" y="2761249"/>
                  </a:lnTo>
                  <a:lnTo>
                    <a:pt x="7959278" y="2761592"/>
                  </a:lnTo>
                  <a:lnTo>
                    <a:pt x="7959465" y="2761768"/>
                  </a:lnTo>
                  <a:lnTo>
                    <a:pt x="7959652" y="2761944"/>
                  </a:lnTo>
                  <a:lnTo>
                    <a:pt x="7959839" y="2762120"/>
                  </a:lnTo>
                  <a:lnTo>
                    <a:pt x="7960026" y="2762296"/>
                  </a:lnTo>
                  <a:lnTo>
                    <a:pt x="7960213" y="2762472"/>
                  </a:lnTo>
                  <a:lnTo>
                    <a:pt x="7960400" y="2762648"/>
                  </a:lnTo>
                  <a:lnTo>
                    <a:pt x="7960587" y="2762621"/>
                  </a:lnTo>
                  <a:lnTo>
                    <a:pt x="7960774" y="2762445"/>
                  </a:lnTo>
                  <a:lnTo>
                    <a:pt x="7960961" y="2762131"/>
                  </a:lnTo>
                  <a:lnTo>
                    <a:pt x="7961148" y="2761801"/>
                  </a:lnTo>
                  <a:lnTo>
                    <a:pt x="7961334" y="2761435"/>
                  </a:lnTo>
                  <a:lnTo>
                    <a:pt x="7961521" y="2761070"/>
                  </a:lnTo>
                  <a:lnTo>
                    <a:pt x="7961708" y="2760705"/>
                  </a:lnTo>
                  <a:lnTo>
                    <a:pt x="7961895" y="2760242"/>
                  </a:lnTo>
                  <a:lnTo>
                    <a:pt x="7962082" y="2759701"/>
                  </a:lnTo>
                  <a:lnTo>
                    <a:pt x="7962269" y="2759160"/>
                  </a:lnTo>
                  <a:lnTo>
                    <a:pt x="7962456" y="2758626"/>
                  </a:lnTo>
                  <a:lnTo>
                    <a:pt x="7962643" y="2758229"/>
                  </a:lnTo>
                  <a:lnTo>
                    <a:pt x="7962830" y="2757832"/>
                  </a:lnTo>
                  <a:lnTo>
                    <a:pt x="7963017" y="2757435"/>
                  </a:lnTo>
                  <a:lnTo>
                    <a:pt x="7963204" y="2757168"/>
                  </a:lnTo>
                  <a:lnTo>
                    <a:pt x="7963391" y="2757098"/>
                  </a:lnTo>
                  <a:lnTo>
                    <a:pt x="7963578" y="2757317"/>
                  </a:lnTo>
                  <a:lnTo>
                    <a:pt x="7963764" y="2757960"/>
                  </a:lnTo>
                  <a:lnTo>
                    <a:pt x="7963951" y="2758772"/>
                  </a:lnTo>
                  <a:lnTo>
                    <a:pt x="7964138" y="2759904"/>
                  </a:lnTo>
                  <a:lnTo>
                    <a:pt x="7964325" y="2761069"/>
                  </a:lnTo>
                  <a:lnTo>
                    <a:pt x="7964512" y="2762454"/>
                  </a:lnTo>
                  <a:lnTo>
                    <a:pt x="7964699" y="2763962"/>
                  </a:lnTo>
                  <a:lnTo>
                    <a:pt x="7964886" y="2765549"/>
                  </a:lnTo>
                  <a:lnTo>
                    <a:pt x="7965073" y="2767204"/>
                  </a:lnTo>
                  <a:lnTo>
                    <a:pt x="7965260" y="2768982"/>
                  </a:lnTo>
                  <a:lnTo>
                    <a:pt x="7965447" y="2770822"/>
                  </a:lnTo>
                  <a:lnTo>
                    <a:pt x="7965634" y="2772769"/>
                  </a:lnTo>
                  <a:lnTo>
                    <a:pt x="7965821" y="2774655"/>
                  </a:lnTo>
                  <a:lnTo>
                    <a:pt x="7966007" y="2776412"/>
                  </a:lnTo>
                  <a:lnTo>
                    <a:pt x="7966194" y="2778123"/>
                  </a:lnTo>
                  <a:lnTo>
                    <a:pt x="7966381" y="2779585"/>
                  </a:lnTo>
                  <a:lnTo>
                    <a:pt x="7966568" y="2780783"/>
                  </a:lnTo>
                  <a:lnTo>
                    <a:pt x="7966755" y="2781961"/>
                  </a:lnTo>
                  <a:lnTo>
                    <a:pt x="7966942" y="2782877"/>
                  </a:lnTo>
                  <a:lnTo>
                    <a:pt x="7967129" y="2783723"/>
                  </a:lnTo>
                  <a:lnTo>
                    <a:pt x="7967316" y="2784071"/>
                  </a:lnTo>
                  <a:lnTo>
                    <a:pt x="7967503" y="2784636"/>
                  </a:lnTo>
                  <a:lnTo>
                    <a:pt x="7967690" y="2785453"/>
                  </a:lnTo>
                  <a:lnTo>
                    <a:pt x="7967877" y="2786429"/>
                  </a:lnTo>
                  <a:lnTo>
                    <a:pt x="7968064" y="2787434"/>
                  </a:lnTo>
                  <a:lnTo>
                    <a:pt x="7968251" y="2787980"/>
                  </a:lnTo>
                  <a:lnTo>
                    <a:pt x="7968437" y="2788450"/>
                  </a:lnTo>
                  <a:lnTo>
                    <a:pt x="7968624" y="2788854"/>
                  </a:lnTo>
                  <a:lnTo>
                    <a:pt x="7968811" y="2789199"/>
                  </a:lnTo>
                  <a:lnTo>
                    <a:pt x="7968998" y="2789514"/>
                  </a:lnTo>
                  <a:lnTo>
                    <a:pt x="7969185" y="2789547"/>
                  </a:lnTo>
                  <a:lnTo>
                    <a:pt x="7969372" y="2789548"/>
                  </a:lnTo>
                  <a:lnTo>
                    <a:pt x="7969559" y="2789532"/>
                  </a:lnTo>
                  <a:lnTo>
                    <a:pt x="7969746" y="2789177"/>
                  </a:lnTo>
                  <a:lnTo>
                    <a:pt x="7969933" y="2788961"/>
                  </a:lnTo>
                  <a:lnTo>
                    <a:pt x="7970120" y="2788865"/>
                  </a:lnTo>
                  <a:lnTo>
                    <a:pt x="7970307" y="2788853"/>
                  </a:lnTo>
                  <a:lnTo>
                    <a:pt x="7970494" y="2788643"/>
                  </a:lnTo>
                  <a:lnTo>
                    <a:pt x="7970681" y="2788236"/>
                  </a:lnTo>
                  <a:lnTo>
                    <a:pt x="7970867" y="2787670"/>
                  </a:lnTo>
                  <a:lnTo>
                    <a:pt x="7971054" y="2786881"/>
                  </a:lnTo>
                  <a:lnTo>
                    <a:pt x="7971241" y="2785814"/>
                  </a:lnTo>
                  <a:lnTo>
                    <a:pt x="7971428" y="2784931"/>
                  </a:lnTo>
                  <a:lnTo>
                    <a:pt x="7971615" y="2784209"/>
                  </a:lnTo>
                  <a:lnTo>
                    <a:pt x="7971802" y="2783626"/>
                  </a:lnTo>
                  <a:lnTo>
                    <a:pt x="7971989" y="2783342"/>
                  </a:lnTo>
                  <a:lnTo>
                    <a:pt x="7972176" y="2783103"/>
                  </a:lnTo>
                  <a:lnTo>
                    <a:pt x="7972363" y="2782900"/>
                  </a:lnTo>
                  <a:lnTo>
                    <a:pt x="7972550" y="2782927"/>
                  </a:lnTo>
                  <a:lnTo>
                    <a:pt x="7972737" y="2783111"/>
                  </a:lnTo>
                  <a:lnTo>
                    <a:pt x="7972924" y="2783261"/>
                  </a:lnTo>
                  <a:lnTo>
                    <a:pt x="7973110" y="2783261"/>
                  </a:lnTo>
                  <a:lnTo>
                    <a:pt x="7973297" y="2783261"/>
                  </a:lnTo>
                  <a:lnTo>
                    <a:pt x="7973484" y="2783261"/>
                  </a:lnTo>
                  <a:lnTo>
                    <a:pt x="7973671" y="2783208"/>
                  </a:lnTo>
                  <a:lnTo>
                    <a:pt x="7973858" y="2783030"/>
                  </a:lnTo>
                  <a:lnTo>
                    <a:pt x="7974045" y="2783136"/>
                  </a:lnTo>
                  <a:lnTo>
                    <a:pt x="7974232" y="2783130"/>
                  </a:lnTo>
                  <a:lnTo>
                    <a:pt x="7974419" y="2782795"/>
                  </a:lnTo>
                  <a:lnTo>
                    <a:pt x="7974606" y="2782187"/>
                  </a:lnTo>
                  <a:lnTo>
                    <a:pt x="7974793" y="2781481"/>
                  </a:lnTo>
                  <a:lnTo>
                    <a:pt x="7974980" y="2780777"/>
                  </a:lnTo>
                  <a:lnTo>
                    <a:pt x="7975167" y="2779800"/>
                  </a:lnTo>
                  <a:lnTo>
                    <a:pt x="7975354" y="2778987"/>
                  </a:lnTo>
                  <a:lnTo>
                    <a:pt x="7975540" y="2778012"/>
                  </a:lnTo>
                  <a:lnTo>
                    <a:pt x="7975727" y="2776624"/>
                  </a:lnTo>
                  <a:lnTo>
                    <a:pt x="7975914" y="2775218"/>
                  </a:lnTo>
                  <a:lnTo>
                    <a:pt x="7976101" y="2774171"/>
                  </a:lnTo>
                  <a:lnTo>
                    <a:pt x="7976288" y="2773164"/>
                  </a:lnTo>
                  <a:lnTo>
                    <a:pt x="7976475" y="2772099"/>
                  </a:lnTo>
                  <a:lnTo>
                    <a:pt x="7976662" y="2771093"/>
                  </a:lnTo>
                  <a:lnTo>
                    <a:pt x="7976849" y="2770002"/>
                  </a:lnTo>
                  <a:lnTo>
                    <a:pt x="7977036" y="2768880"/>
                  </a:lnTo>
                  <a:lnTo>
                    <a:pt x="7977223" y="2767957"/>
                  </a:lnTo>
                  <a:lnTo>
                    <a:pt x="7977410" y="2767173"/>
                  </a:lnTo>
                  <a:lnTo>
                    <a:pt x="7977597" y="2766325"/>
                  </a:lnTo>
                  <a:lnTo>
                    <a:pt x="7977783" y="2765455"/>
                  </a:lnTo>
                  <a:lnTo>
                    <a:pt x="7977970" y="2764628"/>
                  </a:lnTo>
                  <a:lnTo>
                    <a:pt x="7978157" y="2763915"/>
                  </a:lnTo>
                  <a:lnTo>
                    <a:pt x="7978344" y="2763308"/>
                  </a:lnTo>
                  <a:lnTo>
                    <a:pt x="7978531" y="2763041"/>
                  </a:lnTo>
                  <a:lnTo>
                    <a:pt x="7978718" y="2762788"/>
                  </a:lnTo>
                  <a:lnTo>
                    <a:pt x="7978905" y="2762487"/>
                  </a:lnTo>
                  <a:lnTo>
                    <a:pt x="7979092" y="2762183"/>
                  </a:lnTo>
                  <a:lnTo>
                    <a:pt x="7979279" y="2761863"/>
                  </a:lnTo>
                  <a:lnTo>
                    <a:pt x="7979466" y="2761643"/>
                  </a:lnTo>
                  <a:lnTo>
                    <a:pt x="7979653" y="2761500"/>
                  </a:lnTo>
                  <a:lnTo>
                    <a:pt x="7979840" y="2761503"/>
                  </a:lnTo>
                  <a:lnTo>
                    <a:pt x="7980027" y="2761356"/>
                  </a:lnTo>
                  <a:lnTo>
                    <a:pt x="7980213" y="2761245"/>
                  </a:lnTo>
                  <a:lnTo>
                    <a:pt x="7980400" y="2761146"/>
                  </a:lnTo>
                  <a:lnTo>
                    <a:pt x="7980587" y="2761046"/>
                  </a:lnTo>
                  <a:lnTo>
                    <a:pt x="7980774" y="2760947"/>
                  </a:lnTo>
                  <a:lnTo>
                    <a:pt x="7980961" y="2760848"/>
                  </a:lnTo>
                  <a:lnTo>
                    <a:pt x="7981148" y="2760749"/>
                  </a:lnTo>
                  <a:lnTo>
                    <a:pt x="7981335" y="2760650"/>
                  </a:lnTo>
                  <a:lnTo>
                    <a:pt x="7981522" y="2760551"/>
                  </a:lnTo>
                  <a:lnTo>
                    <a:pt x="7981709" y="2760451"/>
                  </a:lnTo>
                  <a:lnTo>
                    <a:pt x="7981896" y="2760352"/>
                  </a:lnTo>
                  <a:lnTo>
                    <a:pt x="7982083" y="2760253"/>
                  </a:lnTo>
                  <a:lnTo>
                    <a:pt x="7982270" y="2760190"/>
                  </a:lnTo>
                  <a:lnTo>
                    <a:pt x="7982457" y="2760070"/>
                  </a:lnTo>
                  <a:lnTo>
                    <a:pt x="7982643" y="2759920"/>
                  </a:lnTo>
                  <a:lnTo>
                    <a:pt x="7982830" y="2759920"/>
                  </a:lnTo>
                  <a:lnTo>
                    <a:pt x="7983017" y="2759870"/>
                  </a:lnTo>
                  <a:lnTo>
                    <a:pt x="7983204" y="2759680"/>
                  </a:lnTo>
                  <a:lnTo>
                    <a:pt x="7983391" y="2759491"/>
                  </a:lnTo>
                  <a:lnTo>
                    <a:pt x="7983578" y="2759316"/>
                  </a:lnTo>
                  <a:lnTo>
                    <a:pt x="7983765" y="2759270"/>
                  </a:lnTo>
                  <a:lnTo>
                    <a:pt x="7983952" y="2759225"/>
                  </a:lnTo>
                  <a:lnTo>
                    <a:pt x="7984139" y="2759317"/>
                  </a:lnTo>
                  <a:lnTo>
                    <a:pt x="7984326" y="2759416"/>
                  </a:lnTo>
                  <a:lnTo>
                    <a:pt x="7984513" y="2759516"/>
                  </a:lnTo>
                  <a:lnTo>
                    <a:pt x="7984700" y="2759615"/>
                  </a:lnTo>
                  <a:lnTo>
                    <a:pt x="7984886" y="2759714"/>
                  </a:lnTo>
                  <a:lnTo>
                    <a:pt x="7985073" y="2759813"/>
                  </a:lnTo>
                  <a:lnTo>
                    <a:pt x="7985260" y="2759960"/>
                  </a:lnTo>
                  <a:lnTo>
                    <a:pt x="7985447" y="2760107"/>
                  </a:lnTo>
                  <a:lnTo>
                    <a:pt x="7985634" y="2760267"/>
                  </a:lnTo>
                  <a:lnTo>
                    <a:pt x="7985821" y="2760619"/>
                  </a:lnTo>
                  <a:lnTo>
                    <a:pt x="7986008" y="2760970"/>
                  </a:lnTo>
                  <a:lnTo>
                    <a:pt x="7986195" y="2761322"/>
                  </a:lnTo>
                  <a:lnTo>
                    <a:pt x="7986382" y="2761657"/>
                  </a:lnTo>
                  <a:lnTo>
                    <a:pt x="7986569" y="2761832"/>
                  </a:lnTo>
                  <a:lnTo>
                    <a:pt x="7986756" y="2762008"/>
                  </a:lnTo>
                  <a:lnTo>
                    <a:pt x="7986943" y="2762017"/>
                  </a:lnTo>
                  <a:lnTo>
                    <a:pt x="7987130" y="2762017"/>
                  </a:lnTo>
                  <a:lnTo>
                    <a:pt x="7987316" y="2762017"/>
                  </a:lnTo>
                  <a:lnTo>
                    <a:pt x="7987503" y="2762017"/>
                  </a:lnTo>
                  <a:lnTo>
                    <a:pt x="7987690" y="2762017"/>
                  </a:lnTo>
                  <a:lnTo>
                    <a:pt x="7987877" y="2762017"/>
                  </a:lnTo>
                  <a:lnTo>
                    <a:pt x="7988064" y="2762017"/>
                  </a:lnTo>
                  <a:lnTo>
                    <a:pt x="7988251" y="2762017"/>
                  </a:lnTo>
                  <a:lnTo>
                    <a:pt x="7988438" y="2762017"/>
                  </a:lnTo>
                  <a:lnTo>
                    <a:pt x="7988625" y="2762158"/>
                  </a:lnTo>
                  <a:lnTo>
                    <a:pt x="7988812" y="2762334"/>
                  </a:lnTo>
                  <a:lnTo>
                    <a:pt x="7988999" y="2762510"/>
                  </a:lnTo>
                  <a:lnTo>
                    <a:pt x="7989186" y="2762853"/>
                  </a:lnTo>
                  <a:lnTo>
                    <a:pt x="7989373" y="2763205"/>
                  </a:lnTo>
                  <a:lnTo>
                    <a:pt x="7989559" y="2763556"/>
                  </a:lnTo>
                  <a:lnTo>
                    <a:pt x="7989746" y="2763908"/>
                  </a:lnTo>
                  <a:lnTo>
                    <a:pt x="7989933" y="2764260"/>
                  </a:lnTo>
                  <a:lnTo>
                    <a:pt x="7990120" y="2764612"/>
                  </a:lnTo>
                  <a:lnTo>
                    <a:pt x="7990307" y="2764964"/>
                  </a:lnTo>
                  <a:lnTo>
                    <a:pt x="7990494" y="2765316"/>
                  </a:lnTo>
                  <a:lnTo>
                    <a:pt x="7990681" y="2765667"/>
                  </a:lnTo>
                  <a:lnTo>
                    <a:pt x="7990868" y="2765843"/>
                  </a:lnTo>
                  <a:lnTo>
                    <a:pt x="7991055" y="2766019"/>
                  </a:lnTo>
                  <a:lnTo>
                    <a:pt x="7991242" y="2766211"/>
                  </a:lnTo>
                  <a:lnTo>
                    <a:pt x="7991429" y="2766095"/>
                  </a:lnTo>
                  <a:lnTo>
                    <a:pt x="7991616" y="2765739"/>
                  </a:lnTo>
                  <a:lnTo>
                    <a:pt x="7991803" y="2765325"/>
                  </a:lnTo>
                  <a:lnTo>
                    <a:pt x="7991989" y="2764528"/>
                  </a:lnTo>
                  <a:lnTo>
                    <a:pt x="7992176" y="2763637"/>
                  </a:lnTo>
                  <a:lnTo>
                    <a:pt x="7992363" y="2762726"/>
                  </a:lnTo>
                  <a:lnTo>
                    <a:pt x="7992550" y="2762079"/>
                  </a:lnTo>
                  <a:lnTo>
                    <a:pt x="7992737" y="2761529"/>
                  </a:lnTo>
                  <a:lnTo>
                    <a:pt x="7992924" y="2760979"/>
                  </a:lnTo>
                  <a:lnTo>
                    <a:pt x="7993111" y="2760371"/>
                  </a:lnTo>
                  <a:lnTo>
                    <a:pt x="7993298" y="2759676"/>
                  </a:lnTo>
                  <a:lnTo>
                    <a:pt x="7993485" y="2758981"/>
                  </a:lnTo>
                  <a:lnTo>
                    <a:pt x="7993672" y="2758431"/>
                  </a:lnTo>
                  <a:lnTo>
                    <a:pt x="7993859" y="2757881"/>
                  </a:lnTo>
                  <a:lnTo>
                    <a:pt x="7994046" y="2757386"/>
                  </a:lnTo>
                  <a:lnTo>
                    <a:pt x="7994233" y="2757048"/>
                  </a:lnTo>
                  <a:lnTo>
                    <a:pt x="7994419" y="2756696"/>
                  </a:lnTo>
                  <a:lnTo>
                    <a:pt x="7994606" y="2756415"/>
                  </a:lnTo>
                  <a:lnTo>
                    <a:pt x="7994793" y="2756406"/>
                  </a:lnTo>
                  <a:lnTo>
                    <a:pt x="7994980" y="2756529"/>
                  </a:lnTo>
                  <a:lnTo>
                    <a:pt x="7995167" y="2756705"/>
                  </a:lnTo>
                  <a:lnTo>
                    <a:pt x="7995354" y="2756626"/>
                  </a:lnTo>
                  <a:lnTo>
                    <a:pt x="7995541" y="2756450"/>
                  </a:lnTo>
                  <a:lnTo>
                    <a:pt x="7995728" y="2756442"/>
                  </a:lnTo>
                  <a:lnTo>
                    <a:pt x="7995915" y="2756396"/>
                  </a:lnTo>
                  <a:lnTo>
                    <a:pt x="7996102" y="2756383"/>
                  </a:lnTo>
                  <a:lnTo>
                    <a:pt x="7996289" y="2756284"/>
                  </a:lnTo>
                  <a:lnTo>
                    <a:pt x="7996476" y="2756185"/>
                  </a:lnTo>
                  <a:lnTo>
                    <a:pt x="7996662" y="2756086"/>
                  </a:lnTo>
                  <a:lnTo>
                    <a:pt x="7996849" y="2755987"/>
                  </a:lnTo>
                  <a:lnTo>
                    <a:pt x="7997036" y="2755887"/>
                  </a:lnTo>
                  <a:lnTo>
                    <a:pt x="7997223" y="2755788"/>
                  </a:lnTo>
                  <a:lnTo>
                    <a:pt x="7997410" y="2755689"/>
                  </a:lnTo>
                  <a:lnTo>
                    <a:pt x="7997597" y="2755590"/>
                  </a:lnTo>
                  <a:lnTo>
                    <a:pt x="7997784" y="2755491"/>
                  </a:lnTo>
                  <a:lnTo>
                    <a:pt x="7997971" y="2755567"/>
                  </a:lnTo>
                  <a:lnTo>
                    <a:pt x="7998158" y="2755644"/>
                  </a:lnTo>
                  <a:lnTo>
                    <a:pt x="7998345" y="2755721"/>
                  </a:lnTo>
                  <a:lnTo>
                    <a:pt x="7998532" y="2755750"/>
                  </a:lnTo>
                  <a:lnTo>
                    <a:pt x="7998719" y="2755898"/>
                  </a:lnTo>
                  <a:lnTo>
                    <a:pt x="7998906" y="2755968"/>
                  </a:lnTo>
                  <a:lnTo>
                    <a:pt x="7999092" y="2756144"/>
                  </a:lnTo>
                  <a:lnTo>
                    <a:pt x="7999279" y="2756417"/>
                  </a:lnTo>
                  <a:lnTo>
                    <a:pt x="7999466" y="2756769"/>
                  </a:lnTo>
                  <a:lnTo>
                    <a:pt x="7999653" y="2757121"/>
                  </a:lnTo>
                  <a:lnTo>
                    <a:pt x="7999840" y="2757473"/>
                  </a:lnTo>
                  <a:lnTo>
                    <a:pt x="8000027" y="2757824"/>
                  </a:lnTo>
                  <a:lnTo>
                    <a:pt x="8000214" y="2758176"/>
                  </a:lnTo>
                  <a:lnTo>
                    <a:pt x="8000401" y="2758528"/>
                  </a:lnTo>
                  <a:lnTo>
                    <a:pt x="8000588" y="2758880"/>
                  </a:lnTo>
                  <a:lnTo>
                    <a:pt x="8000775" y="2759056"/>
                  </a:lnTo>
                  <a:lnTo>
                    <a:pt x="8000962" y="2759232"/>
                  </a:lnTo>
                  <a:lnTo>
                    <a:pt x="8001149" y="2759408"/>
                  </a:lnTo>
                  <a:lnTo>
                    <a:pt x="8001336" y="2759469"/>
                  </a:lnTo>
                  <a:lnTo>
                    <a:pt x="8001522" y="2759469"/>
                  </a:lnTo>
                  <a:lnTo>
                    <a:pt x="8001709" y="2759390"/>
                  </a:lnTo>
                  <a:lnTo>
                    <a:pt x="8001896" y="2759214"/>
                  </a:lnTo>
                  <a:lnTo>
                    <a:pt x="8002083" y="2758941"/>
                  </a:lnTo>
                  <a:lnTo>
                    <a:pt x="8002270" y="2758590"/>
                  </a:lnTo>
                  <a:lnTo>
                    <a:pt x="8002457" y="2758238"/>
                  </a:lnTo>
                  <a:lnTo>
                    <a:pt x="8002644" y="2757886"/>
                  </a:lnTo>
                  <a:lnTo>
                    <a:pt x="8002831" y="2757534"/>
                  </a:lnTo>
                  <a:lnTo>
                    <a:pt x="8003018" y="2757182"/>
                  </a:lnTo>
                  <a:lnTo>
                    <a:pt x="8003205" y="2756936"/>
                  </a:lnTo>
                  <a:lnTo>
                    <a:pt x="8003392" y="2756646"/>
                  </a:lnTo>
                  <a:lnTo>
                    <a:pt x="8003579" y="2756417"/>
                  </a:lnTo>
                  <a:lnTo>
                    <a:pt x="8003765" y="2756366"/>
                  </a:lnTo>
                  <a:lnTo>
                    <a:pt x="8003952" y="2756330"/>
                  </a:lnTo>
                  <a:lnTo>
                    <a:pt x="8004139" y="2756482"/>
                  </a:lnTo>
                  <a:lnTo>
                    <a:pt x="8004326" y="2756809"/>
                  </a:lnTo>
                  <a:lnTo>
                    <a:pt x="8004513" y="2757151"/>
                  </a:lnTo>
                  <a:lnTo>
                    <a:pt x="8004700" y="2757647"/>
                  </a:lnTo>
                  <a:lnTo>
                    <a:pt x="8004887" y="2758011"/>
                  </a:lnTo>
                  <a:lnTo>
                    <a:pt x="8005074" y="2758154"/>
                  </a:lnTo>
                  <a:lnTo>
                    <a:pt x="8005261" y="2757965"/>
                  </a:lnTo>
                  <a:lnTo>
                    <a:pt x="8005448" y="2757713"/>
                  </a:lnTo>
                  <a:lnTo>
                    <a:pt x="8005635" y="2757348"/>
                  </a:lnTo>
                  <a:lnTo>
                    <a:pt x="8005822" y="2756970"/>
                  </a:lnTo>
                  <a:lnTo>
                    <a:pt x="8006009" y="2756578"/>
                  </a:lnTo>
                  <a:lnTo>
                    <a:pt x="8006195" y="2756264"/>
                  </a:lnTo>
                  <a:lnTo>
                    <a:pt x="8006382" y="2755786"/>
                  </a:lnTo>
                  <a:lnTo>
                    <a:pt x="8006569" y="2755340"/>
                  </a:lnTo>
                  <a:lnTo>
                    <a:pt x="8006756" y="2754646"/>
                  </a:lnTo>
                  <a:lnTo>
                    <a:pt x="8006943" y="2753529"/>
                  </a:lnTo>
                  <a:lnTo>
                    <a:pt x="8007130" y="2752447"/>
                  </a:lnTo>
                  <a:lnTo>
                    <a:pt x="8007317" y="2751479"/>
                  </a:lnTo>
                  <a:lnTo>
                    <a:pt x="8007504" y="2750432"/>
                  </a:lnTo>
                  <a:lnTo>
                    <a:pt x="8007691" y="2749491"/>
                  </a:lnTo>
                  <a:lnTo>
                    <a:pt x="8007878" y="2748445"/>
                  </a:lnTo>
                  <a:lnTo>
                    <a:pt x="8008065" y="2747803"/>
                  </a:lnTo>
                  <a:lnTo>
                    <a:pt x="8008252" y="2747064"/>
                  </a:lnTo>
                  <a:lnTo>
                    <a:pt x="8008438" y="2746422"/>
                  </a:lnTo>
                  <a:lnTo>
                    <a:pt x="8008625" y="2746111"/>
                  </a:lnTo>
                  <a:lnTo>
                    <a:pt x="8008812" y="2745871"/>
                  </a:lnTo>
                  <a:lnTo>
                    <a:pt x="8008999" y="2745501"/>
                  </a:lnTo>
                  <a:lnTo>
                    <a:pt x="8009186" y="2745090"/>
                  </a:lnTo>
                  <a:lnTo>
                    <a:pt x="8009373" y="2744904"/>
                  </a:lnTo>
                  <a:lnTo>
                    <a:pt x="8009560" y="2744694"/>
                  </a:lnTo>
                  <a:lnTo>
                    <a:pt x="8009747" y="2744441"/>
                  </a:lnTo>
                  <a:lnTo>
                    <a:pt x="8009934" y="2744112"/>
                  </a:lnTo>
                  <a:lnTo>
                    <a:pt x="8010121" y="2743848"/>
                  </a:lnTo>
                  <a:lnTo>
                    <a:pt x="8010308" y="2743572"/>
                  </a:lnTo>
                  <a:lnTo>
                    <a:pt x="8010495" y="2743397"/>
                  </a:lnTo>
                  <a:lnTo>
                    <a:pt x="8010682" y="2743444"/>
                  </a:lnTo>
                  <a:lnTo>
                    <a:pt x="8010868" y="2743528"/>
                  </a:lnTo>
                  <a:lnTo>
                    <a:pt x="8011055" y="2743775"/>
                  </a:lnTo>
                  <a:lnTo>
                    <a:pt x="8011242" y="2744120"/>
                  </a:lnTo>
                  <a:lnTo>
                    <a:pt x="8011429" y="2744380"/>
                  </a:lnTo>
                  <a:lnTo>
                    <a:pt x="8011616" y="2744695"/>
                  </a:lnTo>
                  <a:lnTo>
                    <a:pt x="8011803" y="2745320"/>
                  </a:lnTo>
                  <a:lnTo>
                    <a:pt x="8011990" y="2746300"/>
                  </a:lnTo>
                  <a:lnTo>
                    <a:pt x="8012177" y="2747278"/>
                  </a:lnTo>
                  <a:lnTo>
                    <a:pt x="8012364" y="2748318"/>
                  </a:lnTo>
                  <a:lnTo>
                    <a:pt x="8012551" y="2749297"/>
                  </a:lnTo>
                  <a:lnTo>
                    <a:pt x="8012738" y="2750204"/>
                  </a:lnTo>
                  <a:lnTo>
                    <a:pt x="8012925" y="2751330"/>
                  </a:lnTo>
                  <a:lnTo>
                    <a:pt x="8013112" y="2752754"/>
                  </a:lnTo>
                  <a:lnTo>
                    <a:pt x="8013298" y="2754118"/>
                  </a:lnTo>
                  <a:lnTo>
                    <a:pt x="8013485" y="2755166"/>
                  </a:lnTo>
                  <a:lnTo>
                    <a:pt x="8013672" y="2756175"/>
                  </a:lnTo>
                  <a:lnTo>
                    <a:pt x="8013859" y="2757171"/>
                  </a:lnTo>
                  <a:lnTo>
                    <a:pt x="8014046" y="2757960"/>
                  </a:lnTo>
                  <a:lnTo>
                    <a:pt x="8014233" y="2758771"/>
                  </a:lnTo>
                  <a:lnTo>
                    <a:pt x="8014420" y="2759499"/>
                  </a:lnTo>
                  <a:lnTo>
                    <a:pt x="8014607" y="2759859"/>
                  </a:lnTo>
                  <a:lnTo>
                    <a:pt x="8014794" y="2760040"/>
                  </a:lnTo>
                  <a:lnTo>
                    <a:pt x="8014981" y="2760405"/>
                  </a:lnTo>
                  <a:lnTo>
                    <a:pt x="8015168" y="2760791"/>
                  </a:lnTo>
                  <a:lnTo>
                    <a:pt x="8015355" y="2761224"/>
                  </a:lnTo>
                  <a:lnTo>
                    <a:pt x="8015541" y="2761657"/>
                  </a:lnTo>
                  <a:lnTo>
                    <a:pt x="8015728" y="2762010"/>
                  </a:lnTo>
                  <a:lnTo>
                    <a:pt x="8015915" y="2762025"/>
                  </a:lnTo>
                  <a:lnTo>
                    <a:pt x="8016102" y="2762025"/>
                  </a:lnTo>
                  <a:lnTo>
                    <a:pt x="8016289" y="2762072"/>
                  </a:lnTo>
                  <a:lnTo>
                    <a:pt x="8016476" y="2762124"/>
                  </a:lnTo>
                  <a:lnTo>
                    <a:pt x="8016663" y="2762259"/>
                  </a:lnTo>
                  <a:lnTo>
                    <a:pt x="8016850" y="2762524"/>
                  </a:lnTo>
                  <a:lnTo>
                    <a:pt x="8017037" y="2762712"/>
                  </a:lnTo>
                  <a:lnTo>
                    <a:pt x="8017224" y="2762805"/>
                  </a:lnTo>
                  <a:lnTo>
                    <a:pt x="8017411" y="2763141"/>
                  </a:lnTo>
                  <a:lnTo>
                    <a:pt x="8017598" y="2763442"/>
                  </a:lnTo>
                  <a:lnTo>
                    <a:pt x="8017785" y="2763695"/>
                  </a:lnTo>
                  <a:lnTo>
                    <a:pt x="8017971" y="2763933"/>
                  </a:lnTo>
                  <a:lnTo>
                    <a:pt x="8018158" y="2764032"/>
                  </a:lnTo>
                  <a:lnTo>
                    <a:pt x="8018345" y="2764131"/>
                  </a:lnTo>
                  <a:lnTo>
                    <a:pt x="8018532" y="2764230"/>
                  </a:lnTo>
                  <a:lnTo>
                    <a:pt x="8018719" y="2764330"/>
                  </a:lnTo>
                  <a:lnTo>
                    <a:pt x="8018906" y="2764429"/>
                  </a:lnTo>
                  <a:lnTo>
                    <a:pt x="8019093" y="2764528"/>
                  </a:lnTo>
                  <a:lnTo>
                    <a:pt x="8019280" y="2764627"/>
                  </a:lnTo>
                  <a:lnTo>
                    <a:pt x="8019467" y="2764726"/>
                  </a:lnTo>
                  <a:lnTo>
                    <a:pt x="8019654" y="2764658"/>
                  </a:lnTo>
                  <a:lnTo>
                    <a:pt x="8019841" y="2764447"/>
                  </a:lnTo>
                  <a:lnTo>
                    <a:pt x="8020028" y="2764268"/>
                  </a:lnTo>
                  <a:lnTo>
                    <a:pt x="8020215" y="2763938"/>
                  </a:lnTo>
                  <a:lnTo>
                    <a:pt x="8020401" y="2763623"/>
                  </a:lnTo>
                  <a:lnTo>
                    <a:pt x="8020588" y="2763271"/>
                  </a:lnTo>
                  <a:lnTo>
                    <a:pt x="8020775" y="2762920"/>
                  </a:lnTo>
                  <a:lnTo>
                    <a:pt x="8020962" y="2762568"/>
                  </a:lnTo>
                  <a:lnTo>
                    <a:pt x="8021149" y="2762216"/>
                  </a:lnTo>
                  <a:lnTo>
                    <a:pt x="8021336" y="2761864"/>
                  </a:lnTo>
                  <a:lnTo>
                    <a:pt x="8021523" y="2761512"/>
                  </a:lnTo>
                  <a:lnTo>
                    <a:pt x="8021710" y="2761160"/>
                  </a:lnTo>
                  <a:lnTo>
                    <a:pt x="8021897" y="2760809"/>
                  </a:lnTo>
                  <a:lnTo>
                    <a:pt x="8022084" y="2760457"/>
                  </a:lnTo>
                  <a:lnTo>
                    <a:pt x="8022271" y="2760105"/>
                  </a:lnTo>
                  <a:lnTo>
                    <a:pt x="8022458" y="2759885"/>
                  </a:lnTo>
                  <a:lnTo>
                    <a:pt x="8022644" y="2759709"/>
                  </a:lnTo>
                  <a:lnTo>
                    <a:pt x="8022831" y="2759533"/>
                  </a:lnTo>
                  <a:lnTo>
                    <a:pt x="8023018" y="2759357"/>
                  </a:lnTo>
                  <a:lnTo>
                    <a:pt x="8023205" y="2759181"/>
                  </a:lnTo>
                  <a:lnTo>
                    <a:pt x="8023392" y="2759181"/>
                  </a:lnTo>
                  <a:lnTo>
                    <a:pt x="8023579" y="2759181"/>
                  </a:lnTo>
                  <a:lnTo>
                    <a:pt x="8023766" y="2759181"/>
                  </a:lnTo>
                  <a:lnTo>
                    <a:pt x="8023953" y="2759315"/>
                  </a:lnTo>
                  <a:lnTo>
                    <a:pt x="8024140" y="2759469"/>
                  </a:lnTo>
                  <a:lnTo>
                    <a:pt x="8024327" y="2759658"/>
                  </a:lnTo>
                  <a:lnTo>
                    <a:pt x="8024514" y="2759848"/>
                  </a:lnTo>
                  <a:lnTo>
                    <a:pt x="8024701" y="2760037"/>
                  </a:lnTo>
                  <a:lnTo>
                    <a:pt x="8024888" y="2760169"/>
                  </a:lnTo>
                  <a:lnTo>
                    <a:pt x="8025074" y="2760214"/>
                  </a:lnTo>
                  <a:lnTo>
                    <a:pt x="8025261" y="2760259"/>
                  </a:lnTo>
                  <a:lnTo>
                    <a:pt x="8025448" y="2760290"/>
                  </a:lnTo>
                  <a:lnTo>
                    <a:pt x="8025635" y="2760191"/>
                  </a:lnTo>
                  <a:lnTo>
                    <a:pt x="8025822" y="2760091"/>
                  </a:lnTo>
                  <a:lnTo>
                    <a:pt x="8026009" y="2759992"/>
                  </a:lnTo>
                  <a:lnTo>
                    <a:pt x="8026196" y="2759893"/>
                  </a:lnTo>
                  <a:lnTo>
                    <a:pt x="8026383" y="2759794"/>
                  </a:lnTo>
                  <a:lnTo>
                    <a:pt x="8026570" y="2759695"/>
                  </a:lnTo>
                  <a:lnTo>
                    <a:pt x="8026757" y="2759583"/>
                  </a:lnTo>
                  <a:lnTo>
                    <a:pt x="8026944" y="2759423"/>
                  </a:lnTo>
                  <a:lnTo>
                    <a:pt x="8027131" y="2759071"/>
                  </a:lnTo>
                  <a:lnTo>
                    <a:pt x="8027317" y="2758719"/>
                  </a:lnTo>
                  <a:lnTo>
                    <a:pt x="8027504" y="2758368"/>
                  </a:lnTo>
                  <a:lnTo>
                    <a:pt x="8027691" y="2758086"/>
                  </a:lnTo>
                  <a:lnTo>
                    <a:pt x="8027878" y="2757849"/>
                  </a:lnTo>
                  <a:lnTo>
                    <a:pt x="8028065" y="2757497"/>
                  </a:lnTo>
                  <a:lnTo>
                    <a:pt x="8028252" y="2757338"/>
                  </a:lnTo>
                  <a:lnTo>
                    <a:pt x="8028439" y="2757338"/>
                  </a:lnTo>
                  <a:lnTo>
                    <a:pt x="8028626" y="2757296"/>
                  </a:lnTo>
                  <a:lnTo>
                    <a:pt x="8028813" y="2757272"/>
                  </a:lnTo>
                  <a:lnTo>
                    <a:pt x="8029000" y="2757373"/>
                  </a:lnTo>
                  <a:lnTo>
                    <a:pt x="8029187" y="2757426"/>
                  </a:lnTo>
                  <a:lnTo>
                    <a:pt x="8029374" y="2757572"/>
                  </a:lnTo>
                  <a:lnTo>
                    <a:pt x="8029561" y="2757935"/>
                  </a:lnTo>
                  <a:lnTo>
                    <a:pt x="8029747" y="2758442"/>
                  </a:lnTo>
                  <a:lnTo>
                    <a:pt x="8029934" y="2758992"/>
                  </a:lnTo>
                  <a:lnTo>
                    <a:pt x="8030121" y="2759542"/>
                  </a:lnTo>
                  <a:lnTo>
                    <a:pt x="8030308" y="2760092"/>
                  </a:lnTo>
                  <a:lnTo>
                    <a:pt x="8030495" y="2760700"/>
                  </a:lnTo>
                  <a:lnTo>
                    <a:pt x="8030682" y="2761456"/>
                  </a:lnTo>
                  <a:lnTo>
                    <a:pt x="8030869" y="2762327"/>
                  </a:lnTo>
                  <a:lnTo>
                    <a:pt x="8031056" y="2763053"/>
                  </a:lnTo>
                  <a:lnTo>
                    <a:pt x="8031243" y="2763779"/>
                  </a:lnTo>
                  <a:lnTo>
                    <a:pt x="8031430" y="2764476"/>
                  </a:lnTo>
                  <a:lnTo>
                    <a:pt x="8031617" y="2765371"/>
                  </a:lnTo>
                  <a:lnTo>
                    <a:pt x="8031804" y="2766348"/>
                  </a:lnTo>
                  <a:lnTo>
                    <a:pt x="8031991" y="2767374"/>
                  </a:lnTo>
                  <a:lnTo>
                    <a:pt x="8032177" y="2768338"/>
                  </a:lnTo>
                  <a:lnTo>
                    <a:pt x="8032364" y="2769039"/>
                  </a:lnTo>
                  <a:lnTo>
                    <a:pt x="8032551" y="2769543"/>
                  </a:lnTo>
                  <a:lnTo>
                    <a:pt x="8032738" y="2769895"/>
                  </a:lnTo>
                  <a:lnTo>
                    <a:pt x="8032925" y="2770246"/>
                  </a:lnTo>
                  <a:lnTo>
                    <a:pt x="8033112" y="2770517"/>
                  </a:lnTo>
                  <a:lnTo>
                    <a:pt x="8033299" y="2770825"/>
                  </a:lnTo>
                  <a:lnTo>
                    <a:pt x="8033486" y="2771101"/>
                  </a:lnTo>
                  <a:lnTo>
                    <a:pt x="8033673" y="2771464"/>
                  </a:lnTo>
                  <a:lnTo>
                    <a:pt x="8033860" y="2771828"/>
                  </a:lnTo>
                  <a:lnTo>
                    <a:pt x="8034047" y="2772191"/>
                  </a:lnTo>
                  <a:lnTo>
                    <a:pt x="8034234" y="2772606"/>
                  </a:lnTo>
                  <a:lnTo>
                    <a:pt x="8034420" y="2772909"/>
                  </a:lnTo>
                  <a:lnTo>
                    <a:pt x="8034607" y="2773220"/>
                  </a:lnTo>
                  <a:lnTo>
                    <a:pt x="8034794" y="2773586"/>
                  </a:lnTo>
                  <a:lnTo>
                    <a:pt x="8034981" y="2773951"/>
                  </a:lnTo>
                  <a:lnTo>
                    <a:pt x="8035168" y="2774316"/>
                  </a:lnTo>
                  <a:lnTo>
                    <a:pt x="8035355" y="2774646"/>
                  </a:lnTo>
                  <a:lnTo>
                    <a:pt x="8035542" y="2774976"/>
                  </a:lnTo>
                  <a:lnTo>
                    <a:pt x="8035729" y="2775287"/>
                  </a:lnTo>
                  <a:lnTo>
                    <a:pt x="8035916" y="2775645"/>
                  </a:lnTo>
                  <a:lnTo>
                    <a:pt x="8036103" y="2775884"/>
                  </a:lnTo>
                  <a:lnTo>
                    <a:pt x="8036290" y="2776149"/>
                  </a:lnTo>
                  <a:lnTo>
                    <a:pt x="8036477" y="2776308"/>
                  </a:lnTo>
                  <a:lnTo>
                    <a:pt x="8036664" y="2776467"/>
                  </a:lnTo>
                  <a:lnTo>
                    <a:pt x="8036850" y="2776626"/>
                  </a:lnTo>
                  <a:lnTo>
                    <a:pt x="8037037" y="2776784"/>
                  </a:lnTo>
                  <a:lnTo>
                    <a:pt x="8037224" y="2776868"/>
                  </a:lnTo>
                  <a:lnTo>
                    <a:pt x="8037411" y="2776855"/>
                  </a:lnTo>
                  <a:lnTo>
                    <a:pt x="8037598" y="2776557"/>
                  </a:lnTo>
                  <a:lnTo>
                    <a:pt x="8037785" y="2776030"/>
                  </a:lnTo>
                  <a:lnTo>
                    <a:pt x="8037972" y="2775502"/>
                  </a:lnTo>
                  <a:lnTo>
                    <a:pt x="8038159" y="2774974"/>
                  </a:lnTo>
                  <a:lnTo>
                    <a:pt x="8038346" y="2774587"/>
                  </a:lnTo>
                  <a:lnTo>
                    <a:pt x="8038533" y="2774235"/>
                  </a:lnTo>
                  <a:lnTo>
                    <a:pt x="8038720" y="2773998"/>
                  </a:lnTo>
                  <a:lnTo>
                    <a:pt x="8038907" y="2773822"/>
                  </a:lnTo>
                  <a:lnTo>
                    <a:pt x="8039094" y="2773725"/>
                  </a:lnTo>
                  <a:lnTo>
                    <a:pt x="8039280" y="2773725"/>
                  </a:lnTo>
                  <a:lnTo>
                    <a:pt x="8039467" y="2773725"/>
                  </a:lnTo>
                  <a:lnTo>
                    <a:pt x="8039654" y="2773725"/>
                  </a:lnTo>
                  <a:lnTo>
                    <a:pt x="8039841" y="2773725"/>
                  </a:lnTo>
                  <a:lnTo>
                    <a:pt x="8040028" y="2773840"/>
                  </a:lnTo>
                  <a:lnTo>
                    <a:pt x="8040215" y="2774103"/>
                  </a:lnTo>
                  <a:lnTo>
                    <a:pt x="8040402" y="2774455"/>
                  </a:lnTo>
                  <a:lnTo>
                    <a:pt x="8040589" y="2774825"/>
                  </a:lnTo>
                  <a:lnTo>
                    <a:pt x="8040776" y="2775352"/>
                  </a:lnTo>
                  <a:lnTo>
                    <a:pt x="8040963" y="2775933"/>
                  </a:lnTo>
                  <a:lnTo>
                    <a:pt x="8041150" y="2776336"/>
                  </a:lnTo>
                  <a:lnTo>
                    <a:pt x="8041337" y="2776724"/>
                  </a:lnTo>
                  <a:lnTo>
                    <a:pt x="8041523" y="2776932"/>
                  </a:lnTo>
                  <a:lnTo>
                    <a:pt x="8041710" y="2777110"/>
                  </a:lnTo>
                  <a:lnTo>
                    <a:pt x="8041897" y="2777416"/>
                  </a:lnTo>
                  <a:lnTo>
                    <a:pt x="8042084" y="2777711"/>
                  </a:lnTo>
                  <a:lnTo>
                    <a:pt x="8042271" y="2778083"/>
                  </a:lnTo>
                  <a:lnTo>
                    <a:pt x="8042458" y="2778567"/>
                  </a:lnTo>
                  <a:lnTo>
                    <a:pt x="8042645" y="2779385"/>
                  </a:lnTo>
                  <a:lnTo>
                    <a:pt x="8042832" y="2780266"/>
                  </a:lnTo>
                  <a:lnTo>
                    <a:pt x="8043019" y="2781260"/>
                  </a:lnTo>
                  <a:lnTo>
                    <a:pt x="8043206" y="2782266"/>
                  </a:lnTo>
                  <a:lnTo>
                    <a:pt x="8043393" y="2783260"/>
                  </a:lnTo>
                  <a:lnTo>
                    <a:pt x="8043580" y="2784141"/>
                  </a:lnTo>
                  <a:lnTo>
                    <a:pt x="8043767" y="2785115"/>
                  </a:lnTo>
                  <a:lnTo>
                    <a:pt x="8043953" y="2786178"/>
                  </a:lnTo>
                  <a:lnTo>
                    <a:pt x="8044140" y="2787388"/>
                  </a:lnTo>
                  <a:lnTo>
                    <a:pt x="8044327" y="2789012"/>
                  </a:lnTo>
                  <a:lnTo>
                    <a:pt x="8044514" y="2790576"/>
                  </a:lnTo>
                  <a:lnTo>
                    <a:pt x="8044701" y="2791957"/>
                  </a:lnTo>
                  <a:lnTo>
                    <a:pt x="8044888" y="2793167"/>
                  </a:lnTo>
                  <a:lnTo>
                    <a:pt x="8045075" y="2794117"/>
                  </a:lnTo>
                  <a:lnTo>
                    <a:pt x="8045262" y="2795339"/>
                  </a:lnTo>
                  <a:lnTo>
                    <a:pt x="8045449" y="2796157"/>
                  </a:lnTo>
                  <a:lnTo>
                    <a:pt x="8045636" y="2797072"/>
                  </a:lnTo>
                  <a:lnTo>
                    <a:pt x="8045823" y="2798126"/>
                  </a:lnTo>
                  <a:lnTo>
                    <a:pt x="8046010" y="2799117"/>
                  </a:lnTo>
                  <a:lnTo>
                    <a:pt x="8046196" y="2800246"/>
                  </a:lnTo>
                  <a:lnTo>
                    <a:pt x="8046383" y="2801420"/>
                  </a:lnTo>
                  <a:lnTo>
                    <a:pt x="8046570" y="2802570"/>
                  </a:lnTo>
                  <a:lnTo>
                    <a:pt x="8046757" y="2803171"/>
                  </a:lnTo>
                  <a:lnTo>
                    <a:pt x="8046944" y="2803745"/>
                  </a:lnTo>
                  <a:lnTo>
                    <a:pt x="8047131" y="2804262"/>
                  </a:lnTo>
                  <a:lnTo>
                    <a:pt x="8047318" y="2804909"/>
                  </a:lnTo>
                  <a:lnTo>
                    <a:pt x="8047505" y="2805517"/>
                  </a:lnTo>
                  <a:lnTo>
                    <a:pt x="8047692" y="2806018"/>
                  </a:lnTo>
                  <a:lnTo>
                    <a:pt x="8047879" y="2806358"/>
                  </a:lnTo>
                  <a:lnTo>
                    <a:pt x="8048066" y="2806477"/>
                  </a:lnTo>
                  <a:lnTo>
                    <a:pt x="8048253" y="2806558"/>
                  </a:lnTo>
                  <a:lnTo>
                    <a:pt x="8048440" y="2806528"/>
                  </a:lnTo>
                  <a:lnTo>
                    <a:pt x="8048626" y="2806441"/>
                  </a:lnTo>
                  <a:lnTo>
                    <a:pt x="8048813" y="2806226"/>
                  </a:lnTo>
                  <a:lnTo>
                    <a:pt x="8049000" y="2805906"/>
                  </a:lnTo>
                  <a:lnTo>
                    <a:pt x="8049187" y="2805589"/>
                  </a:lnTo>
                  <a:lnTo>
                    <a:pt x="8049374" y="2805235"/>
                  </a:lnTo>
                  <a:lnTo>
                    <a:pt x="8049561" y="2805193"/>
                  </a:lnTo>
                  <a:lnTo>
                    <a:pt x="8049748" y="2805246"/>
                  </a:lnTo>
                  <a:lnTo>
                    <a:pt x="8049935" y="2805473"/>
                  </a:lnTo>
                  <a:lnTo>
                    <a:pt x="8050122" y="2805606"/>
                  </a:lnTo>
                  <a:lnTo>
                    <a:pt x="8050309" y="2805629"/>
                  </a:lnTo>
                  <a:lnTo>
                    <a:pt x="8050496" y="2805904"/>
                  </a:lnTo>
                  <a:lnTo>
                    <a:pt x="8050683" y="2806325"/>
                  </a:lnTo>
                  <a:lnTo>
                    <a:pt x="8050870" y="2806702"/>
                  </a:lnTo>
                  <a:lnTo>
                    <a:pt x="8051056" y="2807079"/>
                  </a:lnTo>
                  <a:lnTo>
                    <a:pt x="8051243" y="2807527"/>
                  </a:lnTo>
                  <a:lnTo>
                    <a:pt x="8051430" y="2808080"/>
                  </a:lnTo>
                  <a:lnTo>
                    <a:pt x="8051617" y="2808631"/>
                  </a:lnTo>
                  <a:lnTo>
                    <a:pt x="8051804" y="2809170"/>
                  </a:lnTo>
                  <a:lnTo>
                    <a:pt x="8051991" y="2809817"/>
                  </a:lnTo>
                  <a:lnTo>
                    <a:pt x="8052178" y="2810447"/>
                  </a:lnTo>
                  <a:lnTo>
                    <a:pt x="8052365" y="2810613"/>
                  </a:lnTo>
                  <a:lnTo>
                    <a:pt x="8052552" y="2810760"/>
                  </a:lnTo>
                  <a:lnTo>
                    <a:pt x="8052739" y="2810859"/>
                  </a:lnTo>
                  <a:lnTo>
                    <a:pt x="8052926" y="2810958"/>
                  </a:lnTo>
                  <a:lnTo>
                    <a:pt x="8053113" y="2811057"/>
                  </a:lnTo>
                  <a:lnTo>
                    <a:pt x="8053299" y="2811157"/>
                  </a:lnTo>
                  <a:lnTo>
                    <a:pt x="8053486" y="2811256"/>
                  </a:lnTo>
                  <a:lnTo>
                    <a:pt x="8053673" y="2811355"/>
                  </a:lnTo>
                  <a:lnTo>
                    <a:pt x="8053860" y="2811454"/>
                  </a:lnTo>
                  <a:lnTo>
                    <a:pt x="8054047" y="2811496"/>
                  </a:lnTo>
                  <a:lnTo>
                    <a:pt x="8054234" y="2811521"/>
                  </a:lnTo>
                  <a:lnTo>
                    <a:pt x="8054421" y="2811479"/>
                  </a:lnTo>
                  <a:lnTo>
                    <a:pt x="8054608" y="2811387"/>
                  </a:lnTo>
                  <a:lnTo>
                    <a:pt x="8054795" y="2811201"/>
                  </a:lnTo>
                  <a:lnTo>
                    <a:pt x="8054982" y="2811015"/>
                  </a:lnTo>
                  <a:lnTo>
                    <a:pt x="8055169" y="2810906"/>
                  </a:lnTo>
                  <a:lnTo>
                    <a:pt x="8055356" y="2810813"/>
                  </a:lnTo>
                  <a:lnTo>
                    <a:pt x="8055543" y="2810742"/>
                  </a:lnTo>
                  <a:lnTo>
                    <a:pt x="8055729" y="2810535"/>
                  </a:lnTo>
                  <a:lnTo>
                    <a:pt x="8055916" y="2810262"/>
                  </a:lnTo>
                  <a:lnTo>
                    <a:pt x="8056103" y="2809875"/>
                  </a:lnTo>
                  <a:lnTo>
                    <a:pt x="8056290" y="2809487"/>
                  </a:lnTo>
                  <a:lnTo>
                    <a:pt x="8056477" y="2809099"/>
                  </a:lnTo>
                  <a:lnTo>
                    <a:pt x="8056664" y="2808711"/>
                  </a:lnTo>
                  <a:lnTo>
                    <a:pt x="8056851" y="2808323"/>
                  </a:lnTo>
                  <a:lnTo>
                    <a:pt x="8057038" y="2808117"/>
                  </a:lnTo>
                  <a:lnTo>
                    <a:pt x="8057225" y="2807996"/>
                  </a:lnTo>
                  <a:lnTo>
                    <a:pt x="8057412" y="2807875"/>
                  </a:lnTo>
                  <a:lnTo>
                    <a:pt x="8057599" y="2807754"/>
                  </a:lnTo>
                  <a:lnTo>
                    <a:pt x="8057786" y="2807633"/>
                  </a:lnTo>
                  <a:lnTo>
                    <a:pt x="8057973" y="2807457"/>
                  </a:lnTo>
                  <a:lnTo>
                    <a:pt x="8058159" y="2807281"/>
                  </a:lnTo>
                  <a:lnTo>
                    <a:pt x="8058346" y="2807246"/>
                  </a:lnTo>
                  <a:lnTo>
                    <a:pt x="8058533" y="2807378"/>
                  </a:lnTo>
                  <a:lnTo>
                    <a:pt x="8058720" y="2807589"/>
                  </a:lnTo>
                  <a:lnTo>
                    <a:pt x="8058907" y="2807941"/>
                  </a:lnTo>
                  <a:lnTo>
                    <a:pt x="8059094" y="2808293"/>
                  </a:lnTo>
                  <a:lnTo>
                    <a:pt x="8059281" y="2808645"/>
                  </a:lnTo>
                  <a:lnTo>
                    <a:pt x="8059468" y="2808996"/>
                  </a:lnTo>
                  <a:lnTo>
                    <a:pt x="8059655" y="2809348"/>
                  </a:lnTo>
                  <a:lnTo>
                    <a:pt x="8059842" y="2809568"/>
                  </a:lnTo>
                  <a:lnTo>
                    <a:pt x="8060029" y="2809595"/>
                  </a:lnTo>
                  <a:lnTo>
                    <a:pt x="8060216" y="2809595"/>
                  </a:lnTo>
                  <a:lnTo>
                    <a:pt x="8060402" y="2809595"/>
                  </a:lnTo>
                  <a:lnTo>
                    <a:pt x="8060589" y="2809595"/>
                  </a:lnTo>
                  <a:lnTo>
                    <a:pt x="8060776" y="2809419"/>
                  </a:lnTo>
                  <a:lnTo>
                    <a:pt x="8060963" y="2809243"/>
                  </a:lnTo>
                  <a:lnTo>
                    <a:pt x="8061150" y="2809067"/>
                  </a:lnTo>
                  <a:lnTo>
                    <a:pt x="8061337" y="2808757"/>
                  </a:lnTo>
                  <a:lnTo>
                    <a:pt x="8061524" y="2808305"/>
                  </a:lnTo>
                  <a:lnTo>
                    <a:pt x="8061711" y="2807763"/>
                  </a:lnTo>
                  <a:lnTo>
                    <a:pt x="8061898" y="2807222"/>
                  </a:lnTo>
                  <a:lnTo>
                    <a:pt x="8062085" y="2806681"/>
                  </a:lnTo>
                  <a:lnTo>
                    <a:pt x="8062272" y="2806197"/>
                  </a:lnTo>
                  <a:lnTo>
                    <a:pt x="8062459" y="2805800"/>
                  </a:lnTo>
                  <a:lnTo>
                    <a:pt x="8062646" y="2805403"/>
                  </a:lnTo>
                  <a:lnTo>
                    <a:pt x="8062832" y="2805170"/>
                  </a:lnTo>
                  <a:lnTo>
                    <a:pt x="8063019" y="2805093"/>
                  </a:lnTo>
                  <a:lnTo>
                    <a:pt x="8063206" y="2805017"/>
                  </a:lnTo>
                  <a:lnTo>
                    <a:pt x="8063393" y="2804940"/>
                  </a:lnTo>
                  <a:lnTo>
                    <a:pt x="8063580" y="2804863"/>
                  </a:lnTo>
                  <a:lnTo>
                    <a:pt x="8063767" y="2804786"/>
                  </a:lnTo>
                  <a:lnTo>
                    <a:pt x="8063954" y="2804710"/>
                  </a:lnTo>
                  <a:lnTo>
                    <a:pt x="8064141" y="2804645"/>
                  </a:lnTo>
                  <a:lnTo>
                    <a:pt x="8064328" y="2804753"/>
                  </a:lnTo>
                  <a:lnTo>
                    <a:pt x="8064515" y="2805104"/>
                  </a:lnTo>
                  <a:lnTo>
                    <a:pt x="8064702" y="2805456"/>
                  </a:lnTo>
                  <a:lnTo>
                    <a:pt x="8064889" y="2805808"/>
                  </a:lnTo>
                  <a:lnTo>
                    <a:pt x="8065075" y="2806090"/>
                  </a:lnTo>
                  <a:lnTo>
                    <a:pt x="8065262" y="2806327"/>
                  </a:lnTo>
                  <a:lnTo>
                    <a:pt x="8065449" y="2806679"/>
                  </a:lnTo>
                  <a:lnTo>
                    <a:pt x="8065636" y="2807013"/>
                  </a:lnTo>
                  <a:lnTo>
                    <a:pt x="8065823" y="2807189"/>
                  </a:lnTo>
                  <a:lnTo>
                    <a:pt x="8066010" y="2807391"/>
                  </a:lnTo>
                  <a:lnTo>
                    <a:pt x="8066197" y="2807743"/>
                  </a:lnTo>
                  <a:lnTo>
                    <a:pt x="8066384" y="2808174"/>
                  </a:lnTo>
                  <a:lnTo>
                    <a:pt x="8066571" y="2808711"/>
                  </a:lnTo>
                  <a:lnTo>
                    <a:pt x="8066758" y="2809414"/>
                  </a:lnTo>
                  <a:lnTo>
                    <a:pt x="8066945" y="2810118"/>
                  </a:lnTo>
                  <a:lnTo>
                    <a:pt x="8067132" y="2810822"/>
                  </a:lnTo>
                  <a:lnTo>
                    <a:pt x="8067319" y="2811525"/>
                  </a:lnTo>
                  <a:lnTo>
                    <a:pt x="8067505" y="2812229"/>
                  </a:lnTo>
                  <a:lnTo>
                    <a:pt x="8067692" y="2812933"/>
                  </a:lnTo>
                  <a:lnTo>
                    <a:pt x="8067879" y="2813636"/>
                  </a:lnTo>
                  <a:lnTo>
                    <a:pt x="8068066" y="2814279"/>
                  </a:lnTo>
                  <a:lnTo>
                    <a:pt x="8068253" y="2814806"/>
                  </a:lnTo>
                  <a:lnTo>
                    <a:pt x="8068440" y="2815334"/>
                  </a:lnTo>
                  <a:lnTo>
                    <a:pt x="8068627" y="2815862"/>
                  </a:lnTo>
                  <a:lnTo>
                    <a:pt x="8068814" y="2816363"/>
                  </a:lnTo>
                  <a:lnTo>
                    <a:pt x="8069001" y="2816510"/>
                  </a:lnTo>
                  <a:lnTo>
                    <a:pt x="8069188" y="2816589"/>
                  </a:lnTo>
                  <a:lnTo>
                    <a:pt x="8069375" y="2816547"/>
                  </a:lnTo>
                  <a:lnTo>
                    <a:pt x="8069562" y="2816252"/>
                  </a:lnTo>
                  <a:lnTo>
                    <a:pt x="8069749" y="2815956"/>
                  </a:lnTo>
                  <a:lnTo>
                    <a:pt x="8069935" y="2815680"/>
                  </a:lnTo>
                  <a:lnTo>
                    <a:pt x="8070122" y="2815505"/>
                  </a:lnTo>
                  <a:lnTo>
                    <a:pt x="8070309" y="2815329"/>
                  </a:lnTo>
                  <a:lnTo>
                    <a:pt x="8070496" y="2815067"/>
                  </a:lnTo>
                  <a:lnTo>
                    <a:pt x="8070683" y="2814805"/>
                  </a:lnTo>
                  <a:lnTo>
                    <a:pt x="8070870" y="2814541"/>
                  </a:lnTo>
                  <a:lnTo>
                    <a:pt x="8071057" y="2814277"/>
                  </a:lnTo>
                  <a:lnTo>
                    <a:pt x="8071244" y="2814013"/>
                  </a:lnTo>
                  <a:lnTo>
                    <a:pt x="8071431" y="2813749"/>
                  </a:lnTo>
                  <a:lnTo>
                    <a:pt x="8071618" y="2813433"/>
                  </a:lnTo>
                  <a:lnTo>
                    <a:pt x="8071805" y="2813228"/>
                  </a:lnTo>
                  <a:lnTo>
                    <a:pt x="8071992" y="2813017"/>
                  </a:lnTo>
                  <a:lnTo>
                    <a:pt x="8072178" y="2812751"/>
                  </a:lnTo>
                  <a:lnTo>
                    <a:pt x="8072365" y="2812623"/>
                  </a:lnTo>
                  <a:lnTo>
                    <a:pt x="8072552" y="2812511"/>
                  </a:lnTo>
                  <a:lnTo>
                    <a:pt x="8072739" y="2812434"/>
                  </a:lnTo>
                  <a:lnTo>
                    <a:pt x="8072926" y="2812358"/>
                  </a:lnTo>
                  <a:lnTo>
                    <a:pt x="8073113" y="2812300"/>
                  </a:lnTo>
                  <a:lnTo>
                    <a:pt x="8073300" y="2812242"/>
                  </a:lnTo>
                  <a:lnTo>
                    <a:pt x="8073487" y="2812184"/>
                  </a:lnTo>
                  <a:lnTo>
                    <a:pt x="8073674" y="2812179"/>
                  </a:lnTo>
                  <a:lnTo>
                    <a:pt x="8073861" y="2812174"/>
                  </a:lnTo>
                  <a:lnTo>
                    <a:pt x="8074048" y="2812169"/>
                  </a:lnTo>
                  <a:lnTo>
                    <a:pt x="8074235" y="2812164"/>
                  </a:lnTo>
                  <a:lnTo>
                    <a:pt x="8074422" y="2812159"/>
                  </a:lnTo>
                  <a:lnTo>
                    <a:pt x="8074608" y="2812230"/>
                  </a:lnTo>
                  <a:lnTo>
                    <a:pt x="8074795" y="2812396"/>
                  </a:lnTo>
                  <a:lnTo>
                    <a:pt x="8074982" y="2812883"/>
                  </a:lnTo>
                  <a:lnTo>
                    <a:pt x="8075169" y="2813576"/>
                  </a:lnTo>
                  <a:lnTo>
                    <a:pt x="8075356" y="2814252"/>
                  </a:lnTo>
                  <a:lnTo>
                    <a:pt x="8075543" y="2814955"/>
                  </a:lnTo>
                  <a:lnTo>
                    <a:pt x="8075730" y="2815525"/>
                  </a:lnTo>
                  <a:lnTo>
                    <a:pt x="8075917" y="2815969"/>
                  </a:lnTo>
                  <a:lnTo>
                    <a:pt x="8076104" y="2816265"/>
                  </a:lnTo>
                  <a:lnTo>
                    <a:pt x="8076291" y="2816539"/>
                  </a:lnTo>
                  <a:lnTo>
                    <a:pt x="8076478" y="2816813"/>
                  </a:lnTo>
                  <a:lnTo>
                    <a:pt x="8076665" y="2817087"/>
                  </a:lnTo>
                  <a:lnTo>
                    <a:pt x="8076852" y="2817361"/>
                  </a:lnTo>
                  <a:lnTo>
                    <a:pt x="8077038" y="2817635"/>
                  </a:lnTo>
                  <a:lnTo>
                    <a:pt x="8077225" y="2817909"/>
                  </a:lnTo>
                  <a:lnTo>
                    <a:pt x="8077412" y="2818068"/>
                  </a:lnTo>
                  <a:lnTo>
                    <a:pt x="8077599" y="2818078"/>
                  </a:lnTo>
                  <a:lnTo>
                    <a:pt x="8077786" y="2817877"/>
                  </a:lnTo>
                  <a:lnTo>
                    <a:pt x="8077973" y="2817688"/>
                  </a:lnTo>
                  <a:lnTo>
                    <a:pt x="8078160" y="2817576"/>
                  </a:lnTo>
                  <a:lnTo>
                    <a:pt x="8078347" y="2817279"/>
                  </a:lnTo>
                  <a:lnTo>
                    <a:pt x="8078534" y="2816874"/>
                  </a:lnTo>
                  <a:lnTo>
                    <a:pt x="8078721" y="2816610"/>
                  </a:lnTo>
                  <a:lnTo>
                    <a:pt x="8078908" y="2816575"/>
                  </a:lnTo>
                  <a:lnTo>
                    <a:pt x="8079095" y="2816599"/>
                  </a:lnTo>
                  <a:lnTo>
                    <a:pt x="8079281" y="2816557"/>
                  </a:lnTo>
                  <a:lnTo>
                    <a:pt x="8079468" y="2816470"/>
                  </a:lnTo>
                  <a:lnTo>
                    <a:pt x="8079655" y="2816438"/>
                  </a:lnTo>
                  <a:lnTo>
                    <a:pt x="8079842" y="2816513"/>
                  </a:lnTo>
                  <a:lnTo>
                    <a:pt x="8080029" y="2816589"/>
                  </a:lnTo>
                  <a:lnTo>
                    <a:pt x="8080216" y="2816664"/>
                  </a:lnTo>
                  <a:lnTo>
                    <a:pt x="8080403" y="2816739"/>
                  </a:lnTo>
                  <a:lnTo>
                    <a:pt x="8080590" y="2816814"/>
                  </a:lnTo>
                  <a:lnTo>
                    <a:pt x="8080777" y="2816889"/>
                  </a:lnTo>
                  <a:lnTo>
                    <a:pt x="8080964" y="2816964"/>
                  </a:lnTo>
                  <a:lnTo>
                    <a:pt x="8081151" y="2817040"/>
                  </a:lnTo>
                  <a:lnTo>
                    <a:pt x="8081338" y="2817126"/>
                  </a:lnTo>
                  <a:lnTo>
                    <a:pt x="8081525" y="2817314"/>
                  </a:lnTo>
                  <a:lnTo>
                    <a:pt x="8081711" y="2817502"/>
                  </a:lnTo>
                  <a:lnTo>
                    <a:pt x="8081898" y="2817698"/>
                  </a:lnTo>
                  <a:lnTo>
                    <a:pt x="8082085" y="2817909"/>
                  </a:lnTo>
                  <a:lnTo>
                    <a:pt x="8082272" y="2818273"/>
                  </a:lnTo>
                  <a:lnTo>
                    <a:pt x="8082459" y="2818617"/>
                  </a:lnTo>
                  <a:lnTo>
                    <a:pt x="8082646" y="2818792"/>
                  </a:lnTo>
                  <a:lnTo>
                    <a:pt x="8082833" y="2818968"/>
                  </a:lnTo>
                  <a:lnTo>
                    <a:pt x="8083020" y="2819144"/>
                  </a:lnTo>
                  <a:lnTo>
                    <a:pt x="8083207" y="2819242"/>
                  </a:lnTo>
                  <a:lnTo>
                    <a:pt x="8083394" y="2819310"/>
                  </a:lnTo>
                  <a:lnTo>
                    <a:pt x="8083581" y="2819204"/>
                  </a:lnTo>
                  <a:lnTo>
                    <a:pt x="8083768" y="2818980"/>
                  </a:lnTo>
                  <a:lnTo>
                    <a:pt x="8083954" y="2818725"/>
                  </a:lnTo>
                  <a:lnTo>
                    <a:pt x="8084141" y="2818662"/>
                  </a:lnTo>
                  <a:lnTo>
                    <a:pt x="8084328" y="2818650"/>
                  </a:lnTo>
                  <a:lnTo>
                    <a:pt x="8084515" y="2818737"/>
                  </a:lnTo>
                  <a:lnTo>
                    <a:pt x="8084702" y="2818789"/>
                  </a:lnTo>
                  <a:lnTo>
                    <a:pt x="8084889" y="2818796"/>
                  </a:lnTo>
                  <a:lnTo>
                    <a:pt x="8085076" y="2818923"/>
                  </a:lnTo>
                  <a:lnTo>
                    <a:pt x="8085263" y="2819286"/>
                  </a:lnTo>
                  <a:lnTo>
                    <a:pt x="8085450" y="2819756"/>
                  </a:lnTo>
                  <a:lnTo>
                    <a:pt x="8085637" y="2820337"/>
                  </a:lnTo>
                  <a:lnTo>
                    <a:pt x="8085824" y="2820925"/>
                  </a:lnTo>
                  <a:lnTo>
                    <a:pt x="8086011" y="2821313"/>
                  </a:lnTo>
                  <a:lnTo>
                    <a:pt x="8086198" y="2821676"/>
                  </a:lnTo>
                  <a:lnTo>
                    <a:pt x="8086384" y="2822134"/>
                  </a:lnTo>
                  <a:lnTo>
                    <a:pt x="8086571" y="2822673"/>
                  </a:lnTo>
                  <a:lnTo>
                    <a:pt x="8086758" y="2823152"/>
                  </a:lnTo>
                  <a:lnTo>
                    <a:pt x="8086945" y="2823323"/>
                  </a:lnTo>
                  <a:lnTo>
                    <a:pt x="8087132" y="2823334"/>
                  </a:lnTo>
                  <a:lnTo>
                    <a:pt x="8087319" y="2823233"/>
                  </a:lnTo>
                  <a:lnTo>
                    <a:pt x="8087506" y="2823132"/>
                  </a:lnTo>
                  <a:lnTo>
                    <a:pt x="8087693" y="2823008"/>
                  </a:lnTo>
                  <a:lnTo>
                    <a:pt x="8087880" y="2822718"/>
                  </a:lnTo>
                  <a:lnTo>
                    <a:pt x="8088067" y="2822258"/>
                  </a:lnTo>
                  <a:lnTo>
                    <a:pt x="8088254" y="2821594"/>
                  </a:lnTo>
                  <a:lnTo>
                    <a:pt x="8088441" y="2820898"/>
                  </a:lnTo>
                  <a:lnTo>
                    <a:pt x="8088628" y="2819993"/>
                  </a:lnTo>
                  <a:lnTo>
                    <a:pt x="8088814" y="2819264"/>
                  </a:lnTo>
                  <a:lnTo>
                    <a:pt x="8089001" y="2818537"/>
                  </a:lnTo>
                  <a:lnTo>
                    <a:pt x="8089188" y="2817884"/>
                  </a:lnTo>
                  <a:lnTo>
                    <a:pt x="8089375" y="2817236"/>
                  </a:lnTo>
                  <a:lnTo>
                    <a:pt x="8089562" y="2816607"/>
                  </a:lnTo>
                  <a:lnTo>
                    <a:pt x="8089749" y="2816441"/>
                  </a:lnTo>
                  <a:lnTo>
                    <a:pt x="8089936" y="2816294"/>
                  </a:lnTo>
                  <a:lnTo>
                    <a:pt x="8090123" y="2816195"/>
                  </a:lnTo>
                  <a:lnTo>
                    <a:pt x="8090310" y="2816213"/>
                  </a:lnTo>
                  <a:lnTo>
                    <a:pt x="8090497" y="2816255"/>
                  </a:lnTo>
                  <a:lnTo>
                    <a:pt x="8090684" y="2816336"/>
                  </a:lnTo>
                  <a:lnTo>
                    <a:pt x="8090871" y="2816518"/>
                  </a:lnTo>
                  <a:lnTo>
                    <a:pt x="8091057" y="2816819"/>
                  </a:lnTo>
                  <a:lnTo>
                    <a:pt x="8091244" y="2817120"/>
                  </a:lnTo>
                  <a:lnTo>
                    <a:pt x="8091431" y="2817422"/>
                  </a:lnTo>
                  <a:lnTo>
                    <a:pt x="8091618" y="2817727"/>
                  </a:lnTo>
                  <a:lnTo>
                    <a:pt x="8091805" y="2818100"/>
                  </a:lnTo>
                  <a:lnTo>
                    <a:pt x="8091992" y="2818518"/>
                  </a:lnTo>
                  <a:lnTo>
                    <a:pt x="8092179" y="2818936"/>
                  </a:lnTo>
                  <a:lnTo>
                    <a:pt x="8092366" y="2819354"/>
                  </a:lnTo>
                  <a:lnTo>
                    <a:pt x="8092553" y="2819730"/>
                  </a:lnTo>
                  <a:lnTo>
                    <a:pt x="8092740" y="2820056"/>
                  </a:lnTo>
                  <a:lnTo>
                    <a:pt x="8092927" y="2820391"/>
                  </a:lnTo>
                  <a:lnTo>
                    <a:pt x="8093114" y="2820860"/>
                  </a:lnTo>
                  <a:lnTo>
                    <a:pt x="8093301" y="2821255"/>
                  </a:lnTo>
                  <a:lnTo>
                    <a:pt x="8093487" y="2821656"/>
                  </a:lnTo>
                  <a:lnTo>
                    <a:pt x="8093674" y="2821968"/>
                  </a:lnTo>
                  <a:lnTo>
                    <a:pt x="8093861" y="2822281"/>
                  </a:lnTo>
                  <a:lnTo>
                    <a:pt x="8094048" y="2822594"/>
                  </a:lnTo>
                  <a:lnTo>
                    <a:pt x="8094235" y="2822904"/>
                  </a:lnTo>
                  <a:lnTo>
                    <a:pt x="8094422" y="2823163"/>
                  </a:lnTo>
                  <a:lnTo>
                    <a:pt x="8094609" y="2823259"/>
                  </a:lnTo>
                  <a:lnTo>
                    <a:pt x="8094796" y="2823345"/>
                  </a:lnTo>
                  <a:lnTo>
                    <a:pt x="8094983" y="2823254"/>
                  </a:lnTo>
                  <a:lnTo>
                    <a:pt x="8095170" y="2823163"/>
                  </a:lnTo>
                  <a:lnTo>
                    <a:pt x="8095357" y="2823303"/>
                  </a:lnTo>
                  <a:lnTo>
                    <a:pt x="8095544" y="2823450"/>
                  </a:lnTo>
                  <a:lnTo>
                    <a:pt x="8095730" y="2823594"/>
                  </a:lnTo>
                  <a:lnTo>
                    <a:pt x="8095917" y="2823556"/>
                  </a:lnTo>
                  <a:lnTo>
                    <a:pt x="8096104" y="2823588"/>
                  </a:lnTo>
                  <a:lnTo>
                    <a:pt x="8096291" y="2823621"/>
                  </a:lnTo>
                  <a:lnTo>
                    <a:pt x="8096478" y="2823755"/>
                  </a:lnTo>
                  <a:lnTo>
                    <a:pt x="8096665" y="2823755"/>
                  </a:lnTo>
                  <a:lnTo>
                    <a:pt x="8096852" y="2823755"/>
                  </a:lnTo>
                  <a:lnTo>
                    <a:pt x="8097039" y="2823888"/>
                  </a:lnTo>
                  <a:lnTo>
                    <a:pt x="8097226" y="2824078"/>
                  </a:lnTo>
                  <a:lnTo>
                    <a:pt x="8097413" y="2824603"/>
                  </a:lnTo>
                  <a:lnTo>
                    <a:pt x="8097600" y="2825200"/>
                  </a:lnTo>
                  <a:lnTo>
                    <a:pt x="8097787" y="2825834"/>
                  </a:lnTo>
                  <a:lnTo>
                    <a:pt x="8097974" y="2826467"/>
                  </a:lnTo>
                  <a:lnTo>
                    <a:pt x="8098160" y="2827101"/>
                  </a:lnTo>
                  <a:lnTo>
                    <a:pt x="8098347" y="2827735"/>
                  </a:lnTo>
                  <a:lnTo>
                    <a:pt x="8098534" y="2828368"/>
                  </a:lnTo>
                  <a:lnTo>
                    <a:pt x="8098721" y="2829002"/>
                  </a:lnTo>
                  <a:lnTo>
                    <a:pt x="8098908" y="2829759"/>
                  </a:lnTo>
                  <a:lnTo>
                    <a:pt x="8099095" y="2830568"/>
                  </a:lnTo>
                  <a:lnTo>
                    <a:pt x="8099282" y="2831378"/>
                  </a:lnTo>
                  <a:lnTo>
                    <a:pt x="8099469" y="2832187"/>
                  </a:lnTo>
                  <a:lnTo>
                    <a:pt x="8099656" y="2832997"/>
                  </a:lnTo>
                  <a:lnTo>
                    <a:pt x="8099814" y="2833682"/>
                  </a:lnTo>
                  <a:lnTo>
                    <a:pt x="8150498" y="2833637"/>
                  </a:lnTo>
                  <a:lnTo>
                    <a:pt x="8150685" y="2833637"/>
                  </a:lnTo>
                  <a:lnTo>
                    <a:pt x="8150872" y="2833637"/>
                  </a:lnTo>
                  <a:lnTo>
                    <a:pt x="8151059" y="2833637"/>
                  </a:lnTo>
                  <a:lnTo>
                    <a:pt x="8151246" y="2833637"/>
                  </a:lnTo>
                  <a:lnTo>
                    <a:pt x="8151433" y="2833637"/>
                  </a:lnTo>
                  <a:lnTo>
                    <a:pt x="8151620" y="2833637"/>
                  </a:lnTo>
                  <a:lnTo>
                    <a:pt x="8151807" y="2833637"/>
                  </a:lnTo>
                  <a:lnTo>
                    <a:pt x="8151994" y="2833637"/>
                  </a:lnTo>
                  <a:lnTo>
                    <a:pt x="8152181" y="2833637"/>
                  </a:lnTo>
                  <a:lnTo>
                    <a:pt x="8152367" y="2833637"/>
                  </a:lnTo>
                  <a:lnTo>
                    <a:pt x="8152554" y="2833637"/>
                  </a:lnTo>
                  <a:lnTo>
                    <a:pt x="8152741" y="2833637"/>
                  </a:lnTo>
                  <a:lnTo>
                    <a:pt x="8152928" y="2833637"/>
                  </a:lnTo>
                  <a:lnTo>
                    <a:pt x="8153115" y="2833637"/>
                  </a:lnTo>
                  <a:lnTo>
                    <a:pt x="8153302" y="2833637"/>
                  </a:lnTo>
                  <a:lnTo>
                    <a:pt x="8153489" y="2833637"/>
                  </a:lnTo>
                  <a:lnTo>
                    <a:pt x="8153676" y="2833637"/>
                  </a:lnTo>
                  <a:lnTo>
                    <a:pt x="8153863" y="2833637"/>
                  </a:lnTo>
                  <a:lnTo>
                    <a:pt x="8154050" y="2833637"/>
                  </a:lnTo>
                  <a:lnTo>
                    <a:pt x="8154237" y="2833637"/>
                  </a:lnTo>
                  <a:lnTo>
                    <a:pt x="8154424" y="2833637"/>
                  </a:lnTo>
                  <a:lnTo>
                    <a:pt x="8154611" y="2833637"/>
                  </a:lnTo>
                  <a:lnTo>
                    <a:pt x="8154797" y="2833637"/>
                  </a:lnTo>
                  <a:lnTo>
                    <a:pt x="8154984" y="2833637"/>
                  </a:lnTo>
                  <a:lnTo>
                    <a:pt x="8155171" y="2833637"/>
                  </a:lnTo>
                  <a:lnTo>
                    <a:pt x="8155358" y="2833637"/>
                  </a:lnTo>
                  <a:lnTo>
                    <a:pt x="8155545" y="2833637"/>
                  </a:lnTo>
                  <a:lnTo>
                    <a:pt x="8155732" y="2833637"/>
                  </a:lnTo>
                  <a:lnTo>
                    <a:pt x="8155919" y="2833637"/>
                  </a:lnTo>
                  <a:lnTo>
                    <a:pt x="8156106" y="2833637"/>
                  </a:lnTo>
                  <a:lnTo>
                    <a:pt x="8156293" y="2833637"/>
                  </a:lnTo>
                  <a:lnTo>
                    <a:pt x="8156480" y="2833637"/>
                  </a:lnTo>
                  <a:lnTo>
                    <a:pt x="8156667" y="2833637"/>
                  </a:lnTo>
                  <a:lnTo>
                    <a:pt x="8156854" y="2833637"/>
                  </a:lnTo>
                  <a:lnTo>
                    <a:pt x="8157041" y="2833637"/>
                  </a:lnTo>
                  <a:lnTo>
                    <a:pt x="8157227" y="2833637"/>
                  </a:lnTo>
                  <a:lnTo>
                    <a:pt x="8157414" y="2833637"/>
                  </a:lnTo>
                  <a:lnTo>
                    <a:pt x="8157601" y="2833637"/>
                  </a:lnTo>
                  <a:lnTo>
                    <a:pt x="8157788" y="2833637"/>
                  </a:lnTo>
                  <a:lnTo>
                    <a:pt x="8157975" y="2833637"/>
                  </a:lnTo>
                  <a:lnTo>
                    <a:pt x="8158162" y="2833637"/>
                  </a:lnTo>
                  <a:lnTo>
                    <a:pt x="8158349" y="2833637"/>
                  </a:lnTo>
                  <a:lnTo>
                    <a:pt x="8158536" y="2833637"/>
                  </a:lnTo>
                  <a:lnTo>
                    <a:pt x="8158723" y="2833637"/>
                  </a:lnTo>
                  <a:lnTo>
                    <a:pt x="8158910" y="2833637"/>
                  </a:lnTo>
                  <a:lnTo>
                    <a:pt x="8159097" y="2833637"/>
                  </a:lnTo>
                  <a:lnTo>
                    <a:pt x="8159284" y="2833637"/>
                  </a:lnTo>
                  <a:lnTo>
                    <a:pt x="8159470" y="2833637"/>
                  </a:lnTo>
                  <a:lnTo>
                    <a:pt x="8159657" y="2833637"/>
                  </a:lnTo>
                  <a:lnTo>
                    <a:pt x="8159844" y="2833637"/>
                  </a:lnTo>
                  <a:lnTo>
                    <a:pt x="8160031" y="2833637"/>
                  </a:lnTo>
                  <a:lnTo>
                    <a:pt x="8160218" y="2833637"/>
                  </a:lnTo>
                  <a:lnTo>
                    <a:pt x="8160405" y="2833637"/>
                  </a:lnTo>
                  <a:lnTo>
                    <a:pt x="8160592" y="2833637"/>
                  </a:lnTo>
                  <a:lnTo>
                    <a:pt x="8160779" y="2833637"/>
                  </a:lnTo>
                  <a:lnTo>
                    <a:pt x="8160966" y="2833637"/>
                  </a:lnTo>
                  <a:lnTo>
                    <a:pt x="8161153" y="2833637"/>
                  </a:lnTo>
                  <a:lnTo>
                    <a:pt x="8161340" y="2833637"/>
                  </a:lnTo>
                  <a:lnTo>
                    <a:pt x="8161527" y="2833637"/>
                  </a:lnTo>
                  <a:lnTo>
                    <a:pt x="8161714" y="2833637"/>
                  </a:lnTo>
                  <a:lnTo>
                    <a:pt x="8161900" y="2833637"/>
                  </a:lnTo>
                  <a:lnTo>
                    <a:pt x="8162087" y="2833637"/>
                  </a:lnTo>
                  <a:lnTo>
                    <a:pt x="8162274" y="2833637"/>
                  </a:lnTo>
                  <a:lnTo>
                    <a:pt x="8162461" y="2833637"/>
                  </a:lnTo>
                  <a:lnTo>
                    <a:pt x="8162648" y="2833637"/>
                  </a:lnTo>
                  <a:lnTo>
                    <a:pt x="8162835" y="2833637"/>
                  </a:lnTo>
                  <a:lnTo>
                    <a:pt x="8163022" y="2833637"/>
                  </a:lnTo>
                  <a:lnTo>
                    <a:pt x="8163209" y="2833637"/>
                  </a:lnTo>
                  <a:lnTo>
                    <a:pt x="8163396" y="2833637"/>
                  </a:lnTo>
                  <a:lnTo>
                    <a:pt x="8163583" y="2833637"/>
                  </a:lnTo>
                  <a:lnTo>
                    <a:pt x="8163770" y="2833637"/>
                  </a:lnTo>
                  <a:lnTo>
                    <a:pt x="8163957" y="2833637"/>
                  </a:lnTo>
                  <a:lnTo>
                    <a:pt x="8164144" y="2833637"/>
                  </a:lnTo>
                  <a:lnTo>
                    <a:pt x="8164330" y="2833637"/>
                  </a:lnTo>
                  <a:lnTo>
                    <a:pt x="8164517" y="2833637"/>
                  </a:lnTo>
                  <a:lnTo>
                    <a:pt x="8164704" y="2833637"/>
                  </a:lnTo>
                  <a:lnTo>
                    <a:pt x="8164891" y="2833637"/>
                  </a:lnTo>
                  <a:lnTo>
                    <a:pt x="8165078" y="2833637"/>
                  </a:lnTo>
                  <a:lnTo>
                    <a:pt x="8165265" y="2833637"/>
                  </a:lnTo>
                  <a:lnTo>
                    <a:pt x="8165452" y="2833637"/>
                  </a:lnTo>
                  <a:lnTo>
                    <a:pt x="8165639" y="2833637"/>
                  </a:lnTo>
                  <a:lnTo>
                    <a:pt x="8165826" y="2833637"/>
                  </a:lnTo>
                  <a:lnTo>
                    <a:pt x="8166013" y="2833637"/>
                  </a:lnTo>
                  <a:lnTo>
                    <a:pt x="8166200" y="2833637"/>
                  </a:lnTo>
                  <a:lnTo>
                    <a:pt x="8166387" y="2833637"/>
                  </a:lnTo>
                  <a:lnTo>
                    <a:pt x="8166573" y="2833637"/>
                  </a:lnTo>
                  <a:lnTo>
                    <a:pt x="8166760" y="2833637"/>
                  </a:lnTo>
                  <a:lnTo>
                    <a:pt x="8166947" y="2833637"/>
                  </a:lnTo>
                  <a:lnTo>
                    <a:pt x="8167134" y="2833637"/>
                  </a:lnTo>
                  <a:lnTo>
                    <a:pt x="8167321" y="2833637"/>
                  </a:lnTo>
                  <a:lnTo>
                    <a:pt x="8167508" y="2833637"/>
                  </a:lnTo>
                  <a:lnTo>
                    <a:pt x="8167695" y="2833637"/>
                  </a:lnTo>
                  <a:lnTo>
                    <a:pt x="8167882" y="2833637"/>
                  </a:lnTo>
                  <a:lnTo>
                    <a:pt x="8168069" y="2833637"/>
                  </a:lnTo>
                  <a:lnTo>
                    <a:pt x="8168256" y="2833637"/>
                  </a:lnTo>
                  <a:lnTo>
                    <a:pt x="8168443" y="2833637"/>
                  </a:lnTo>
                  <a:lnTo>
                    <a:pt x="8168630" y="2833637"/>
                  </a:lnTo>
                  <a:lnTo>
                    <a:pt x="8168817" y="2833637"/>
                  </a:lnTo>
                  <a:lnTo>
                    <a:pt x="8169003" y="2833593"/>
                  </a:lnTo>
                  <a:lnTo>
                    <a:pt x="8169190" y="2833417"/>
                  </a:lnTo>
                  <a:lnTo>
                    <a:pt x="8169377" y="2833135"/>
                  </a:lnTo>
                  <a:lnTo>
                    <a:pt x="8169564" y="2832783"/>
                  </a:lnTo>
                  <a:lnTo>
                    <a:pt x="8169751" y="2832432"/>
                  </a:lnTo>
                  <a:lnTo>
                    <a:pt x="8169938" y="2832080"/>
                  </a:lnTo>
                  <a:lnTo>
                    <a:pt x="8170125" y="2831728"/>
                  </a:lnTo>
                  <a:lnTo>
                    <a:pt x="8170312" y="2831376"/>
                  </a:lnTo>
                  <a:lnTo>
                    <a:pt x="8170499" y="2831024"/>
                  </a:lnTo>
                  <a:lnTo>
                    <a:pt x="8170686" y="2830672"/>
                  </a:lnTo>
                  <a:lnTo>
                    <a:pt x="8170873" y="2830321"/>
                  </a:lnTo>
                  <a:lnTo>
                    <a:pt x="8171060" y="2829969"/>
                  </a:lnTo>
                  <a:lnTo>
                    <a:pt x="8171246" y="2829617"/>
                  </a:lnTo>
                  <a:lnTo>
                    <a:pt x="8171433" y="2829265"/>
                  </a:lnTo>
                  <a:lnTo>
                    <a:pt x="8171620" y="2828913"/>
                  </a:lnTo>
                  <a:lnTo>
                    <a:pt x="8171807" y="2828605"/>
                  </a:lnTo>
                  <a:lnTo>
                    <a:pt x="8171994" y="2828430"/>
                  </a:lnTo>
                  <a:lnTo>
                    <a:pt x="8172181" y="2828359"/>
                  </a:lnTo>
                  <a:lnTo>
                    <a:pt x="8172368" y="2828513"/>
                  </a:lnTo>
                  <a:lnTo>
                    <a:pt x="8172555" y="2828667"/>
                  </a:lnTo>
                  <a:lnTo>
                    <a:pt x="8172742" y="2828856"/>
                  </a:lnTo>
                  <a:lnTo>
                    <a:pt x="8172929" y="2829046"/>
                  </a:lnTo>
                  <a:lnTo>
                    <a:pt x="8173116" y="2829235"/>
                  </a:lnTo>
                  <a:lnTo>
                    <a:pt x="8173303" y="2829425"/>
                  </a:lnTo>
                  <a:lnTo>
                    <a:pt x="8173490" y="2829614"/>
                  </a:lnTo>
                  <a:lnTo>
                    <a:pt x="8173676" y="2829804"/>
                  </a:lnTo>
                  <a:lnTo>
                    <a:pt x="8173863" y="2829993"/>
                  </a:lnTo>
                  <a:lnTo>
                    <a:pt x="8174050" y="2830183"/>
                  </a:lnTo>
                  <a:lnTo>
                    <a:pt x="8174237" y="2830372"/>
                  </a:lnTo>
                  <a:lnTo>
                    <a:pt x="8174424" y="2830562"/>
                  </a:lnTo>
                  <a:lnTo>
                    <a:pt x="8174611" y="2830751"/>
                  </a:lnTo>
                  <a:lnTo>
                    <a:pt x="8174798" y="2830941"/>
                  </a:lnTo>
                  <a:lnTo>
                    <a:pt x="8174985" y="2831130"/>
                  </a:lnTo>
                  <a:lnTo>
                    <a:pt x="8175172" y="2831284"/>
                  </a:lnTo>
                  <a:lnTo>
                    <a:pt x="8175359" y="2831438"/>
                  </a:lnTo>
                  <a:lnTo>
                    <a:pt x="8175546" y="2831438"/>
                  </a:lnTo>
                  <a:lnTo>
                    <a:pt x="8175733" y="2831438"/>
                  </a:lnTo>
                  <a:lnTo>
                    <a:pt x="8175920" y="2831438"/>
                  </a:lnTo>
                  <a:lnTo>
                    <a:pt x="8176106" y="2831438"/>
                  </a:lnTo>
                  <a:lnTo>
                    <a:pt x="8176293" y="2831438"/>
                  </a:lnTo>
                  <a:lnTo>
                    <a:pt x="8176480" y="2831438"/>
                  </a:lnTo>
                  <a:lnTo>
                    <a:pt x="8176667" y="2831438"/>
                  </a:lnTo>
                  <a:lnTo>
                    <a:pt x="8176854" y="2831438"/>
                  </a:lnTo>
                  <a:lnTo>
                    <a:pt x="8177041" y="2831438"/>
                  </a:lnTo>
                  <a:lnTo>
                    <a:pt x="8177228" y="2831438"/>
                  </a:lnTo>
                  <a:lnTo>
                    <a:pt x="8177415" y="2831438"/>
                  </a:lnTo>
                  <a:lnTo>
                    <a:pt x="8177602" y="2831438"/>
                  </a:lnTo>
                  <a:lnTo>
                    <a:pt x="8177789" y="2831438"/>
                  </a:lnTo>
                  <a:lnTo>
                    <a:pt x="8177976" y="2831438"/>
                  </a:lnTo>
                  <a:lnTo>
                    <a:pt x="8178163" y="2831438"/>
                  </a:lnTo>
                  <a:lnTo>
                    <a:pt x="8178349" y="2831438"/>
                  </a:lnTo>
                  <a:lnTo>
                    <a:pt x="8178536" y="2831438"/>
                  </a:lnTo>
                  <a:lnTo>
                    <a:pt x="8178723" y="2831577"/>
                  </a:lnTo>
                  <a:lnTo>
                    <a:pt x="8178910" y="2831731"/>
                  </a:lnTo>
                  <a:lnTo>
                    <a:pt x="8179097" y="2831854"/>
                  </a:lnTo>
                  <a:lnTo>
                    <a:pt x="8179284" y="2831899"/>
                  </a:lnTo>
                  <a:lnTo>
                    <a:pt x="8179471" y="2831945"/>
                  </a:lnTo>
                  <a:lnTo>
                    <a:pt x="8179658" y="2831990"/>
                  </a:lnTo>
                  <a:lnTo>
                    <a:pt x="8179845" y="2832035"/>
                  </a:lnTo>
                  <a:lnTo>
                    <a:pt x="8180032" y="2832080"/>
                  </a:lnTo>
                  <a:lnTo>
                    <a:pt x="8180219" y="2832067"/>
                  </a:lnTo>
                  <a:lnTo>
                    <a:pt x="8180406" y="2832085"/>
                  </a:lnTo>
                  <a:lnTo>
                    <a:pt x="8180593" y="2832128"/>
                  </a:lnTo>
                  <a:lnTo>
                    <a:pt x="8180779" y="2832083"/>
                  </a:lnTo>
                  <a:lnTo>
                    <a:pt x="8180966" y="2831926"/>
                  </a:lnTo>
                  <a:lnTo>
                    <a:pt x="8181153" y="2831724"/>
                  </a:lnTo>
                  <a:lnTo>
                    <a:pt x="8181340" y="2831522"/>
                  </a:lnTo>
                  <a:lnTo>
                    <a:pt x="8181527" y="2831311"/>
                  </a:lnTo>
                  <a:lnTo>
                    <a:pt x="8181714" y="2831100"/>
                  </a:lnTo>
                  <a:lnTo>
                    <a:pt x="8181901" y="2830885"/>
                  </a:lnTo>
                  <a:lnTo>
                    <a:pt x="8182088" y="2830641"/>
                  </a:lnTo>
                  <a:lnTo>
                    <a:pt x="8182275" y="2830398"/>
                  </a:lnTo>
                  <a:lnTo>
                    <a:pt x="8182462" y="2830154"/>
                  </a:lnTo>
                  <a:lnTo>
                    <a:pt x="8182649" y="2829911"/>
                  </a:lnTo>
                  <a:lnTo>
                    <a:pt x="8182836" y="2829667"/>
                  </a:lnTo>
                  <a:lnTo>
                    <a:pt x="8183023" y="2829481"/>
                  </a:lnTo>
                  <a:lnTo>
                    <a:pt x="8183209" y="2829335"/>
                  </a:lnTo>
                  <a:lnTo>
                    <a:pt x="8183396" y="2829188"/>
                  </a:lnTo>
                  <a:lnTo>
                    <a:pt x="8183583" y="2828968"/>
                  </a:lnTo>
                  <a:lnTo>
                    <a:pt x="8183770" y="2828906"/>
                  </a:lnTo>
                  <a:lnTo>
                    <a:pt x="8183957" y="2828906"/>
                  </a:lnTo>
                  <a:lnTo>
                    <a:pt x="8184144" y="2828906"/>
                  </a:lnTo>
                  <a:lnTo>
                    <a:pt x="8184331" y="2828906"/>
                  </a:lnTo>
                  <a:lnTo>
                    <a:pt x="8184518" y="2828906"/>
                  </a:lnTo>
                  <a:lnTo>
                    <a:pt x="8184705" y="2828906"/>
                  </a:lnTo>
                  <a:lnTo>
                    <a:pt x="8184892" y="2828906"/>
                  </a:lnTo>
                  <a:lnTo>
                    <a:pt x="8185079" y="2828906"/>
                  </a:lnTo>
                  <a:lnTo>
                    <a:pt x="8185266" y="2828906"/>
                  </a:lnTo>
                  <a:lnTo>
                    <a:pt x="8185452" y="2828906"/>
                  </a:lnTo>
                  <a:lnTo>
                    <a:pt x="8185639" y="2828906"/>
                  </a:lnTo>
                  <a:lnTo>
                    <a:pt x="8185826" y="2828906"/>
                  </a:lnTo>
                  <a:lnTo>
                    <a:pt x="8186013" y="2828906"/>
                  </a:lnTo>
                  <a:lnTo>
                    <a:pt x="8186200" y="2828906"/>
                  </a:lnTo>
                  <a:lnTo>
                    <a:pt x="8186387" y="2828906"/>
                  </a:lnTo>
                  <a:lnTo>
                    <a:pt x="8186574" y="2829045"/>
                  </a:lnTo>
                  <a:lnTo>
                    <a:pt x="8186761" y="2829228"/>
                  </a:lnTo>
                  <a:lnTo>
                    <a:pt x="8186948" y="2829396"/>
                  </a:lnTo>
                  <a:lnTo>
                    <a:pt x="8187135" y="2829572"/>
                  </a:lnTo>
                  <a:lnTo>
                    <a:pt x="8187322" y="2829834"/>
                  </a:lnTo>
                  <a:lnTo>
                    <a:pt x="8187509" y="2830096"/>
                  </a:lnTo>
                  <a:lnTo>
                    <a:pt x="8187696" y="2830360"/>
                  </a:lnTo>
                  <a:lnTo>
                    <a:pt x="8187882" y="2830624"/>
                  </a:lnTo>
                  <a:lnTo>
                    <a:pt x="8188069" y="2830775"/>
                  </a:lnTo>
                  <a:lnTo>
                    <a:pt x="8188256" y="2830887"/>
                  </a:lnTo>
                  <a:lnTo>
                    <a:pt x="8188443" y="2830925"/>
                  </a:lnTo>
                  <a:lnTo>
                    <a:pt x="8188630" y="2830962"/>
                  </a:lnTo>
                  <a:lnTo>
                    <a:pt x="8188817" y="2831000"/>
                  </a:lnTo>
                  <a:lnTo>
                    <a:pt x="8189004" y="2830959"/>
                  </a:lnTo>
                  <a:lnTo>
                    <a:pt x="8189191" y="2830884"/>
                  </a:lnTo>
                  <a:lnTo>
                    <a:pt x="8189378" y="2830806"/>
                  </a:lnTo>
                  <a:lnTo>
                    <a:pt x="8189565" y="2830611"/>
                  </a:lnTo>
                  <a:lnTo>
                    <a:pt x="8189752" y="2830526"/>
                  </a:lnTo>
                  <a:lnTo>
                    <a:pt x="8189939" y="2830283"/>
                  </a:lnTo>
                  <a:lnTo>
                    <a:pt x="8190125" y="2829918"/>
                  </a:lnTo>
                  <a:lnTo>
                    <a:pt x="8190312" y="2829454"/>
                  </a:lnTo>
                  <a:lnTo>
                    <a:pt x="8190499" y="2828750"/>
                  </a:lnTo>
                  <a:lnTo>
                    <a:pt x="8190686" y="2827915"/>
                  </a:lnTo>
                  <a:lnTo>
                    <a:pt x="8190873" y="2827211"/>
                  </a:lnTo>
                  <a:lnTo>
                    <a:pt x="8191060" y="2826569"/>
                  </a:lnTo>
                  <a:lnTo>
                    <a:pt x="8191247" y="2826041"/>
                  </a:lnTo>
                  <a:lnTo>
                    <a:pt x="8191434" y="2825513"/>
                  </a:lnTo>
                  <a:lnTo>
                    <a:pt x="8191621" y="2824986"/>
                  </a:lnTo>
                  <a:lnTo>
                    <a:pt x="8191808" y="2824581"/>
                  </a:lnTo>
                  <a:lnTo>
                    <a:pt x="8191995" y="2824229"/>
                  </a:lnTo>
                  <a:lnTo>
                    <a:pt x="8192182" y="2823877"/>
                  </a:lnTo>
                  <a:lnTo>
                    <a:pt x="8192369" y="2823526"/>
                  </a:lnTo>
                  <a:lnTo>
                    <a:pt x="8192555" y="2823174"/>
                  </a:lnTo>
                  <a:lnTo>
                    <a:pt x="8192742" y="2823000"/>
                  </a:lnTo>
                  <a:lnTo>
                    <a:pt x="8192929" y="2822921"/>
                  </a:lnTo>
                  <a:lnTo>
                    <a:pt x="8193116" y="2822924"/>
                  </a:lnTo>
                  <a:lnTo>
                    <a:pt x="8193303" y="2823093"/>
                  </a:lnTo>
                  <a:lnTo>
                    <a:pt x="8193490" y="2823440"/>
                  </a:lnTo>
                  <a:lnTo>
                    <a:pt x="8193677" y="2823816"/>
                  </a:lnTo>
                  <a:lnTo>
                    <a:pt x="8193864" y="2824193"/>
                  </a:lnTo>
                  <a:lnTo>
                    <a:pt x="8194051" y="2824614"/>
                  </a:lnTo>
                  <a:lnTo>
                    <a:pt x="8194238" y="2825072"/>
                  </a:lnTo>
                  <a:lnTo>
                    <a:pt x="8194425" y="2825530"/>
                  </a:lnTo>
                  <a:lnTo>
                    <a:pt x="8194612" y="2825987"/>
                  </a:lnTo>
                  <a:lnTo>
                    <a:pt x="8194799" y="2826445"/>
                  </a:lnTo>
                  <a:lnTo>
                    <a:pt x="8194985" y="2826903"/>
                  </a:lnTo>
                  <a:lnTo>
                    <a:pt x="8195172" y="2827361"/>
                  </a:lnTo>
                  <a:lnTo>
                    <a:pt x="8195359" y="2827818"/>
                  </a:lnTo>
                  <a:lnTo>
                    <a:pt x="8195546" y="2828276"/>
                  </a:lnTo>
                  <a:lnTo>
                    <a:pt x="8195733" y="2828734"/>
                  </a:lnTo>
                  <a:lnTo>
                    <a:pt x="8195920" y="2829192"/>
                  </a:lnTo>
                  <a:lnTo>
                    <a:pt x="8196107" y="2829569"/>
                  </a:lnTo>
                  <a:lnTo>
                    <a:pt x="8196294" y="2829865"/>
                  </a:lnTo>
                  <a:lnTo>
                    <a:pt x="8196481" y="2830127"/>
                  </a:lnTo>
                  <a:lnTo>
                    <a:pt x="8196668" y="2830302"/>
                  </a:lnTo>
                  <a:lnTo>
                    <a:pt x="8196855" y="2830337"/>
                  </a:lnTo>
                  <a:lnTo>
                    <a:pt x="8197042" y="2830329"/>
                  </a:lnTo>
                  <a:lnTo>
                    <a:pt x="8197228" y="2830153"/>
                  </a:lnTo>
                  <a:lnTo>
                    <a:pt x="8197415" y="2829977"/>
                  </a:lnTo>
                  <a:lnTo>
                    <a:pt x="8197602" y="2829801"/>
                  </a:lnTo>
                  <a:lnTo>
                    <a:pt x="8197789" y="2829625"/>
                  </a:lnTo>
                  <a:lnTo>
                    <a:pt x="8197976" y="2829449"/>
                  </a:lnTo>
                  <a:lnTo>
                    <a:pt x="8198163" y="2829220"/>
                  </a:lnTo>
                  <a:lnTo>
                    <a:pt x="8198350" y="2829007"/>
                  </a:lnTo>
                  <a:lnTo>
                    <a:pt x="8198537" y="2828750"/>
                  </a:lnTo>
                  <a:lnTo>
                    <a:pt x="8198724" y="2828665"/>
                  </a:lnTo>
                  <a:lnTo>
                    <a:pt x="8198911" y="2828703"/>
                  </a:lnTo>
                  <a:lnTo>
                    <a:pt x="8199098" y="2828881"/>
                  </a:lnTo>
                  <a:lnTo>
                    <a:pt x="8199285" y="2829140"/>
                  </a:lnTo>
                  <a:lnTo>
                    <a:pt x="8199472" y="2829398"/>
                  </a:lnTo>
                  <a:lnTo>
                    <a:pt x="8199658" y="2829657"/>
                  </a:lnTo>
                  <a:lnTo>
                    <a:pt x="8199845" y="2829836"/>
                  </a:lnTo>
                  <a:lnTo>
                    <a:pt x="8200032" y="2829994"/>
                  </a:lnTo>
                  <a:lnTo>
                    <a:pt x="8200219" y="2830153"/>
                  </a:lnTo>
                  <a:lnTo>
                    <a:pt x="8200406" y="2830312"/>
                  </a:lnTo>
                  <a:lnTo>
                    <a:pt x="8200593" y="2830471"/>
                  </a:lnTo>
                  <a:lnTo>
                    <a:pt x="8200780" y="2830630"/>
                  </a:lnTo>
                  <a:lnTo>
                    <a:pt x="8200967" y="2830819"/>
                  </a:lnTo>
                  <a:lnTo>
                    <a:pt x="8201154" y="2831112"/>
                  </a:lnTo>
                  <a:lnTo>
                    <a:pt x="8201341" y="2831428"/>
                  </a:lnTo>
                  <a:lnTo>
                    <a:pt x="8201528" y="2831692"/>
                  </a:lnTo>
                  <a:lnTo>
                    <a:pt x="8201715" y="2831867"/>
                  </a:lnTo>
                  <a:lnTo>
                    <a:pt x="8201901" y="2831912"/>
                  </a:lnTo>
                  <a:lnTo>
                    <a:pt x="8202088" y="2831916"/>
                  </a:lnTo>
                  <a:lnTo>
                    <a:pt x="8202275" y="2831740"/>
                  </a:lnTo>
                  <a:lnTo>
                    <a:pt x="8202462" y="2831564"/>
                  </a:lnTo>
                  <a:lnTo>
                    <a:pt x="8202649" y="2831529"/>
                  </a:lnTo>
                  <a:lnTo>
                    <a:pt x="8202836" y="2831529"/>
                  </a:lnTo>
                  <a:lnTo>
                    <a:pt x="8203023" y="2831529"/>
                  </a:lnTo>
                  <a:lnTo>
                    <a:pt x="8203210" y="2831683"/>
                  </a:lnTo>
                  <a:lnTo>
                    <a:pt x="8203397" y="2831837"/>
                  </a:lnTo>
                  <a:lnTo>
                    <a:pt x="8203584" y="2831990"/>
                  </a:lnTo>
                  <a:lnTo>
                    <a:pt x="8203771" y="2832144"/>
                  </a:lnTo>
                  <a:lnTo>
                    <a:pt x="8203958" y="2832334"/>
                  </a:lnTo>
                  <a:lnTo>
                    <a:pt x="8204145" y="2832523"/>
                  </a:lnTo>
                  <a:lnTo>
                    <a:pt x="8204331" y="2832713"/>
                  </a:lnTo>
                  <a:lnTo>
                    <a:pt x="8204518" y="2832902"/>
                  </a:lnTo>
                  <a:lnTo>
                    <a:pt x="8204705" y="2833092"/>
                  </a:lnTo>
                  <a:lnTo>
                    <a:pt x="8204892" y="2833281"/>
                  </a:lnTo>
                  <a:lnTo>
                    <a:pt x="8205079" y="2833471"/>
                  </a:lnTo>
                  <a:lnTo>
                    <a:pt x="8205288" y="2833682"/>
                  </a:lnTo>
                  <a:lnTo>
                    <a:pt x="8214616" y="2833682"/>
                  </a:lnTo>
                  <a:lnTo>
                    <a:pt x="8214799" y="2833338"/>
                  </a:lnTo>
                  <a:lnTo>
                    <a:pt x="8214986" y="2832987"/>
                  </a:lnTo>
                  <a:lnTo>
                    <a:pt x="8215173" y="2832635"/>
                  </a:lnTo>
                  <a:lnTo>
                    <a:pt x="8215360" y="2832283"/>
                  </a:lnTo>
                  <a:lnTo>
                    <a:pt x="8215547" y="2832037"/>
                  </a:lnTo>
                  <a:lnTo>
                    <a:pt x="8215734" y="2831861"/>
                  </a:lnTo>
                  <a:lnTo>
                    <a:pt x="8215921" y="2831755"/>
                  </a:lnTo>
                  <a:lnTo>
                    <a:pt x="8216107" y="2831616"/>
                  </a:lnTo>
                  <a:lnTo>
                    <a:pt x="8216294" y="2831462"/>
                  </a:lnTo>
                  <a:lnTo>
                    <a:pt x="8216481" y="2831339"/>
                  </a:lnTo>
                  <a:lnTo>
                    <a:pt x="8216668" y="2831294"/>
                  </a:lnTo>
                  <a:lnTo>
                    <a:pt x="8216855" y="2831248"/>
                  </a:lnTo>
                  <a:lnTo>
                    <a:pt x="8217042" y="2831203"/>
                  </a:lnTo>
                  <a:lnTo>
                    <a:pt x="8217229" y="2831158"/>
                  </a:lnTo>
                  <a:lnTo>
                    <a:pt x="8217416" y="2831113"/>
                  </a:lnTo>
                  <a:lnTo>
                    <a:pt x="8217603" y="2831126"/>
                  </a:lnTo>
                  <a:lnTo>
                    <a:pt x="8217790" y="2831108"/>
                  </a:lnTo>
                  <a:lnTo>
                    <a:pt x="8217977" y="2831065"/>
                  </a:lnTo>
                  <a:lnTo>
                    <a:pt x="8218164" y="2831110"/>
                  </a:lnTo>
                  <a:lnTo>
                    <a:pt x="8218351" y="2831267"/>
                  </a:lnTo>
                  <a:lnTo>
                    <a:pt x="8218537" y="2831469"/>
                  </a:lnTo>
                  <a:lnTo>
                    <a:pt x="8218724" y="2831671"/>
                  </a:lnTo>
                  <a:lnTo>
                    <a:pt x="8218911" y="2831882"/>
                  </a:lnTo>
                  <a:lnTo>
                    <a:pt x="8219098" y="2832093"/>
                  </a:lnTo>
                  <a:lnTo>
                    <a:pt x="8219285" y="2832308"/>
                  </a:lnTo>
                  <a:lnTo>
                    <a:pt x="8219472" y="2832552"/>
                  </a:lnTo>
                  <a:lnTo>
                    <a:pt x="8219659" y="2832795"/>
                  </a:lnTo>
                  <a:lnTo>
                    <a:pt x="8219846" y="2833228"/>
                  </a:lnTo>
                  <a:lnTo>
                    <a:pt x="8219983" y="2833682"/>
                  </a:lnTo>
                  <a:lnTo>
                    <a:pt x="8260106" y="2833682"/>
                  </a:lnTo>
                  <a:lnTo>
                    <a:pt x="8260221" y="2833400"/>
                  </a:lnTo>
                  <a:lnTo>
                    <a:pt x="8260408" y="2833025"/>
                  </a:lnTo>
                  <a:lnTo>
                    <a:pt x="8260595" y="2832729"/>
                  </a:lnTo>
                  <a:lnTo>
                    <a:pt x="8260782" y="2832540"/>
                  </a:lnTo>
                  <a:lnTo>
                    <a:pt x="8260968" y="2832401"/>
                  </a:lnTo>
                  <a:lnTo>
                    <a:pt x="8261155" y="2832401"/>
                  </a:lnTo>
                  <a:lnTo>
                    <a:pt x="8261342" y="2832401"/>
                  </a:lnTo>
                  <a:lnTo>
                    <a:pt x="8261529" y="2832401"/>
                  </a:lnTo>
                  <a:lnTo>
                    <a:pt x="8261716" y="2832401"/>
                  </a:lnTo>
                  <a:lnTo>
                    <a:pt x="8261903" y="2832401"/>
                  </a:lnTo>
                  <a:lnTo>
                    <a:pt x="8262090" y="2832257"/>
                  </a:lnTo>
                  <a:lnTo>
                    <a:pt x="8262277" y="2832068"/>
                  </a:lnTo>
                  <a:lnTo>
                    <a:pt x="8262464" y="2831867"/>
                  </a:lnTo>
                  <a:lnTo>
                    <a:pt x="8262651" y="2831692"/>
                  </a:lnTo>
                  <a:lnTo>
                    <a:pt x="8262838" y="2831560"/>
                  </a:lnTo>
                  <a:lnTo>
                    <a:pt x="8263025" y="2831510"/>
                  </a:lnTo>
                  <a:lnTo>
                    <a:pt x="8263212" y="2831460"/>
                  </a:lnTo>
                  <a:lnTo>
                    <a:pt x="8263398" y="2831410"/>
                  </a:lnTo>
                  <a:lnTo>
                    <a:pt x="8263585" y="2831361"/>
                  </a:lnTo>
                  <a:lnTo>
                    <a:pt x="8263772" y="2831311"/>
                  </a:lnTo>
                  <a:lnTo>
                    <a:pt x="8263959" y="2831261"/>
                  </a:lnTo>
                  <a:lnTo>
                    <a:pt x="8264146" y="2831211"/>
                  </a:lnTo>
                  <a:lnTo>
                    <a:pt x="8264333" y="2831161"/>
                  </a:lnTo>
                  <a:lnTo>
                    <a:pt x="8264520" y="2831111"/>
                  </a:lnTo>
                  <a:lnTo>
                    <a:pt x="8264707" y="2830886"/>
                  </a:lnTo>
                  <a:lnTo>
                    <a:pt x="8264894" y="2830650"/>
                  </a:lnTo>
                  <a:lnTo>
                    <a:pt x="8265081" y="2830371"/>
                  </a:lnTo>
                  <a:lnTo>
                    <a:pt x="8265268" y="2830090"/>
                  </a:lnTo>
                  <a:lnTo>
                    <a:pt x="8265455" y="2829968"/>
                  </a:lnTo>
                  <a:lnTo>
                    <a:pt x="8265641" y="2829786"/>
                  </a:lnTo>
                  <a:lnTo>
                    <a:pt x="8265828" y="2829542"/>
                  </a:lnTo>
                  <a:lnTo>
                    <a:pt x="8266015" y="2829299"/>
                  </a:lnTo>
                  <a:lnTo>
                    <a:pt x="8266202" y="2829055"/>
                  </a:lnTo>
                  <a:lnTo>
                    <a:pt x="8266389" y="2828812"/>
                  </a:lnTo>
                  <a:lnTo>
                    <a:pt x="8266576" y="2828510"/>
                  </a:lnTo>
                  <a:lnTo>
                    <a:pt x="8266763" y="2828123"/>
                  </a:lnTo>
                  <a:lnTo>
                    <a:pt x="8266950" y="2827605"/>
                  </a:lnTo>
                  <a:lnTo>
                    <a:pt x="8267137" y="2827073"/>
                  </a:lnTo>
                  <a:lnTo>
                    <a:pt x="8267324" y="2826540"/>
                  </a:lnTo>
                  <a:lnTo>
                    <a:pt x="8267511" y="2826066"/>
                  </a:lnTo>
                  <a:lnTo>
                    <a:pt x="8267698" y="2825548"/>
                  </a:lnTo>
                  <a:lnTo>
                    <a:pt x="8267885" y="2825182"/>
                  </a:lnTo>
                  <a:lnTo>
                    <a:pt x="8268071" y="2824925"/>
                  </a:lnTo>
                  <a:lnTo>
                    <a:pt x="8268258" y="2824628"/>
                  </a:lnTo>
                  <a:lnTo>
                    <a:pt x="8268445" y="2824316"/>
                  </a:lnTo>
                  <a:lnTo>
                    <a:pt x="8268632" y="2823788"/>
                  </a:lnTo>
                  <a:lnTo>
                    <a:pt x="8268819" y="2823260"/>
                  </a:lnTo>
                  <a:lnTo>
                    <a:pt x="8269006" y="2822732"/>
                  </a:lnTo>
                  <a:lnTo>
                    <a:pt x="8269193" y="2822205"/>
                  </a:lnTo>
                  <a:lnTo>
                    <a:pt x="8269380" y="2821747"/>
                  </a:lnTo>
                  <a:lnTo>
                    <a:pt x="8269567" y="2821395"/>
                  </a:lnTo>
                  <a:lnTo>
                    <a:pt x="8269754" y="2821202"/>
                  </a:lnTo>
                  <a:lnTo>
                    <a:pt x="8269941" y="2821026"/>
                  </a:lnTo>
                  <a:lnTo>
                    <a:pt x="8270128" y="2820850"/>
                  </a:lnTo>
                  <a:lnTo>
                    <a:pt x="8270315" y="2820780"/>
                  </a:lnTo>
                  <a:lnTo>
                    <a:pt x="8270501" y="2820780"/>
                  </a:lnTo>
                  <a:lnTo>
                    <a:pt x="8270688" y="2820780"/>
                  </a:lnTo>
                  <a:lnTo>
                    <a:pt x="8270875" y="2820780"/>
                  </a:lnTo>
                  <a:lnTo>
                    <a:pt x="8271062" y="2820780"/>
                  </a:lnTo>
                  <a:lnTo>
                    <a:pt x="8271249" y="2820780"/>
                  </a:lnTo>
                  <a:lnTo>
                    <a:pt x="8271436" y="2820780"/>
                  </a:lnTo>
                  <a:lnTo>
                    <a:pt x="8271623" y="2820780"/>
                  </a:lnTo>
                  <a:lnTo>
                    <a:pt x="8271810" y="2820780"/>
                  </a:lnTo>
                  <a:lnTo>
                    <a:pt x="8271997" y="2820780"/>
                  </a:lnTo>
                  <a:lnTo>
                    <a:pt x="8272184" y="2820780"/>
                  </a:lnTo>
                  <a:lnTo>
                    <a:pt x="8272371" y="2820780"/>
                  </a:lnTo>
                  <a:lnTo>
                    <a:pt x="8272558" y="2820780"/>
                  </a:lnTo>
                  <a:lnTo>
                    <a:pt x="8272744" y="2820780"/>
                  </a:lnTo>
                  <a:lnTo>
                    <a:pt x="8272931" y="2820780"/>
                  </a:lnTo>
                  <a:lnTo>
                    <a:pt x="8273118" y="2820780"/>
                  </a:lnTo>
                  <a:lnTo>
                    <a:pt x="8273305" y="2820780"/>
                  </a:lnTo>
                  <a:lnTo>
                    <a:pt x="8273492" y="2820780"/>
                  </a:lnTo>
                  <a:lnTo>
                    <a:pt x="8273679" y="2820780"/>
                  </a:lnTo>
                  <a:lnTo>
                    <a:pt x="8273866" y="2820780"/>
                  </a:lnTo>
                  <a:lnTo>
                    <a:pt x="8274053" y="2820780"/>
                  </a:lnTo>
                  <a:lnTo>
                    <a:pt x="8274240" y="2820780"/>
                  </a:lnTo>
                  <a:lnTo>
                    <a:pt x="8274427" y="2820780"/>
                  </a:lnTo>
                  <a:lnTo>
                    <a:pt x="8274614" y="2820780"/>
                  </a:lnTo>
                  <a:lnTo>
                    <a:pt x="8274801" y="2820780"/>
                  </a:lnTo>
                  <a:lnTo>
                    <a:pt x="8274988" y="2820780"/>
                  </a:lnTo>
                  <a:lnTo>
                    <a:pt x="8275174" y="2820780"/>
                  </a:lnTo>
                  <a:lnTo>
                    <a:pt x="8275361" y="2820780"/>
                  </a:lnTo>
                  <a:lnTo>
                    <a:pt x="8275548" y="2820780"/>
                  </a:lnTo>
                  <a:lnTo>
                    <a:pt x="8275735" y="2820780"/>
                  </a:lnTo>
                  <a:lnTo>
                    <a:pt x="8275922" y="2820780"/>
                  </a:lnTo>
                  <a:lnTo>
                    <a:pt x="8276109" y="2820646"/>
                  </a:lnTo>
                  <a:lnTo>
                    <a:pt x="8276296" y="2820413"/>
                  </a:lnTo>
                  <a:lnTo>
                    <a:pt x="8276483" y="2820083"/>
                  </a:lnTo>
                  <a:lnTo>
                    <a:pt x="8276670" y="2819622"/>
                  </a:lnTo>
                  <a:lnTo>
                    <a:pt x="8276857" y="2819248"/>
                  </a:lnTo>
                  <a:lnTo>
                    <a:pt x="8277044" y="2818761"/>
                  </a:lnTo>
                  <a:lnTo>
                    <a:pt x="8277231" y="2818275"/>
                  </a:lnTo>
                  <a:lnTo>
                    <a:pt x="8277417" y="2817821"/>
                  </a:lnTo>
                  <a:lnTo>
                    <a:pt x="8277604" y="2817476"/>
                  </a:lnTo>
                  <a:lnTo>
                    <a:pt x="8277791" y="2817220"/>
                  </a:lnTo>
                  <a:lnTo>
                    <a:pt x="8277978" y="2816919"/>
                  </a:lnTo>
                  <a:lnTo>
                    <a:pt x="8278165" y="2816717"/>
                  </a:lnTo>
                  <a:lnTo>
                    <a:pt x="8278352" y="2816603"/>
                  </a:lnTo>
                  <a:lnTo>
                    <a:pt x="8278539" y="2816428"/>
                  </a:lnTo>
                  <a:lnTo>
                    <a:pt x="8278726" y="2815928"/>
                  </a:lnTo>
                  <a:lnTo>
                    <a:pt x="8278913" y="2815293"/>
                  </a:lnTo>
                  <a:lnTo>
                    <a:pt x="8279100" y="2814703"/>
                  </a:lnTo>
                  <a:lnTo>
                    <a:pt x="8279287" y="2814309"/>
                  </a:lnTo>
                  <a:lnTo>
                    <a:pt x="8279474" y="2814040"/>
                  </a:lnTo>
                  <a:lnTo>
                    <a:pt x="8279661" y="2813920"/>
                  </a:lnTo>
                  <a:lnTo>
                    <a:pt x="8279847" y="2813893"/>
                  </a:lnTo>
                  <a:lnTo>
                    <a:pt x="8280034" y="2813977"/>
                  </a:lnTo>
                  <a:lnTo>
                    <a:pt x="8280221" y="2813993"/>
                  </a:lnTo>
                  <a:lnTo>
                    <a:pt x="8280408" y="2813894"/>
                  </a:lnTo>
                  <a:lnTo>
                    <a:pt x="8280595" y="2813495"/>
                  </a:lnTo>
                  <a:lnTo>
                    <a:pt x="8280782" y="2813009"/>
                  </a:lnTo>
                  <a:lnTo>
                    <a:pt x="8280969" y="2812494"/>
                  </a:lnTo>
                  <a:lnTo>
                    <a:pt x="8281156" y="2811827"/>
                  </a:lnTo>
                  <a:lnTo>
                    <a:pt x="8281343" y="2811246"/>
                  </a:lnTo>
                  <a:lnTo>
                    <a:pt x="8281530" y="2810939"/>
                  </a:lnTo>
                  <a:lnTo>
                    <a:pt x="8281717" y="2810723"/>
                  </a:lnTo>
                  <a:lnTo>
                    <a:pt x="8281904" y="2810608"/>
                  </a:lnTo>
                  <a:lnTo>
                    <a:pt x="8282091" y="2810410"/>
                  </a:lnTo>
                  <a:lnTo>
                    <a:pt x="8282277" y="2810174"/>
                  </a:lnTo>
                  <a:lnTo>
                    <a:pt x="8282464" y="2809992"/>
                  </a:lnTo>
                  <a:lnTo>
                    <a:pt x="8282651" y="2809869"/>
                  </a:lnTo>
                  <a:lnTo>
                    <a:pt x="8282838" y="2809678"/>
                  </a:lnTo>
                  <a:lnTo>
                    <a:pt x="8283025" y="2809436"/>
                  </a:lnTo>
                  <a:lnTo>
                    <a:pt x="8283212" y="2809310"/>
                  </a:lnTo>
                  <a:lnTo>
                    <a:pt x="8283399" y="2809266"/>
                  </a:lnTo>
                  <a:lnTo>
                    <a:pt x="8283586" y="2809312"/>
                  </a:lnTo>
                  <a:lnTo>
                    <a:pt x="8283773" y="2809501"/>
                  </a:lnTo>
                  <a:lnTo>
                    <a:pt x="8283960" y="2809691"/>
                  </a:lnTo>
                  <a:lnTo>
                    <a:pt x="8284147" y="2809822"/>
                  </a:lnTo>
                  <a:lnTo>
                    <a:pt x="8284334" y="2809646"/>
                  </a:lnTo>
                  <a:lnTo>
                    <a:pt x="8284520" y="2809312"/>
                  </a:lnTo>
                  <a:lnTo>
                    <a:pt x="8284707" y="2808960"/>
                  </a:lnTo>
                  <a:lnTo>
                    <a:pt x="8284894" y="2808608"/>
                  </a:lnTo>
                  <a:lnTo>
                    <a:pt x="8285081" y="2808256"/>
                  </a:lnTo>
                  <a:lnTo>
                    <a:pt x="8285268" y="2807904"/>
                  </a:lnTo>
                  <a:lnTo>
                    <a:pt x="8285455" y="2807553"/>
                  </a:lnTo>
                  <a:lnTo>
                    <a:pt x="8285642" y="2807201"/>
                  </a:lnTo>
                  <a:lnTo>
                    <a:pt x="8285829" y="2806849"/>
                  </a:lnTo>
                  <a:lnTo>
                    <a:pt x="8286016" y="2806497"/>
                  </a:lnTo>
                  <a:lnTo>
                    <a:pt x="8286203" y="2806145"/>
                  </a:lnTo>
                  <a:lnTo>
                    <a:pt x="8286390" y="2805793"/>
                  </a:lnTo>
                  <a:lnTo>
                    <a:pt x="8286577" y="2805442"/>
                  </a:lnTo>
                  <a:lnTo>
                    <a:pt x="8286764" y="2805090"/>
                  </a:lnTo>
                  <a:lnTo>
                    <a:pt x="8286950" y="2804764"/>
                  </a:lnTo>
                  <a:lnTo>
                    <a:pt x="8287137" y="2804435"/>
                  </a:lnTo>
                  <a:lnTo>
                    <a:pt x="8287324" y="2804237"/>
                  </a:lnTo>
                  <a:lnTo>
                    <a:pt x="8287511" y="2804047"/>
                  </a:lnTo>
                  <a:lnTo>
                    <a:pt x="8287698" y="2803887"/>
                  </a:lnTo>
                  <a:lnTo>
                    <a:pt x="8287885" y="2803765"/>
                  </a:lnTo>
                  <a:lnTo>
                    <a:pt x="8288072" y="2803723"/>
                  </a:lnTo>
                  <a:lnTo>
                    <a:pt x="8288259" y="2803673"/>
                  </a:lnTo>
                  <a:lnTo>
                    <a:pt x="8288446" y="2803623"/>
                  </a:lnTo>
                  <a:lnTo>
                    <a:pt x="8288633" y="2803573"/>
                  </a:lnTo>
                  <a:lnTo>
                    <a:pt x="8288820" y="2803523"/>
                  </a:lnTo>
                  <a:lnTo>
                    <a:pt x="8289007" y="2803474"/>
                  </a:lnTo>
                  <a:lnTo>
                    <a:pt x="8289194" y="2803424"/>
                  </a:lnTo>
                  <a:lnTo>
                    <a:pt x="8289380" y="2803374"/>
                  </a:lnTo>
                  <a:lnTo>
                    <a:pt x="8289567" y="2803324"/>
                  </a:lnTo>
                  <a:lnTo>
                    <a:pt x="8289754" y="2803274"/>
                  </a:lnTo>
                  <a:lnTo>
                    <a:pt x="8289941" y="2803232"/>
                  </a:lnTo>
                  <a:lnTo>
                    <a:pt x="8290128" y="2803331"/>
                  </a:lnTo>
                  <a:lnTo>
                    <a:pt x="8290315" y="2803254"/>
                  </a:lnTo>
                  <a:lnTo>
                    <a:pt x="8290502" y="2803149"/>
                  </a:lnTo>
                  <a:lnTo>
                    <a:pt x="8290689" y="2802939"/>
                  </a:lnTo>
                  <a:lnTo>
                    <a:pt x="8290876" y="2802486"/>
                  </a:lnTo>
                  <a:lnTo>
                    <a:pt x="8291063" y="2802193"/>
                  </a:lnTo>
                  <a:lnTo>
                    <a:pt x="8291250" y="2802081"/>
                  </a:lnTo>
                  <a:lnTo>
                    <a:pt x="8291437" y="2801982"/>
                  </a:lnTo>
                  <a:lnTo>
                    <a:pt x="8291623" y="2801883"/>
                  </a:lnTo>
                  <a:lnTo>
                    <a:pt x="8291810" y="2801784"/>
                  </a:lnTo>
                  <a:lnTo>
                    <a:pt x="8291997" y="2801685"/>
                  </a:lnTo>
                  <a:lnTo>
                    <a:pt x="8292184" y="2801585"/>
                  </a:lnTo>
                  <a:lnTo>
                    <a:pt x="8292371" y="2801486"/>
                  </a:lnTo>
                  <a:lnTo>
                    <a:pt x="8292558" y="2801387"/>
                  </a:lnTo>
                  <a:lnTo>
                    <a:pt x="8292745" y="2801288"/>
                  </a:lnTo>
                  <a:lnTo>
                    <a:pt x="8292932" y="2801183"/>
                  </a:lnTo>
                  <a:lnTo>
                    <a:pt x="8293119" y="2801108"/>
                  </a:lnTo>
                  <a:lnTo>
                    <a:pt x="8293306" y="2800896"/>
                  </a:lnTo>
                  <a:lnTo>
                    <a:pt x="8293493" y="2800576"/>
                  </a:lnTo>
                  <a:lnTo>
                    <a:pt x="8293680" y="2800321"/>
                  </a:lnTo>
                  <a:lnTo>
                    <a:pt x="8293867" y="2800049"/>
                  </a:lnTo>
                  <a:lnTo>
                    <a:pt x="8294053" y="2799753"/>
                  </a:lnTo>
                  <a:lnTo>
                    <a:pt x="8294240" y="2799225"/>
                  </a:lnTo>
                  <a:lnTo>
                    <a:pt x="8294427" y="2798777"/>
                  </a:lnTo>
                  <a:lnTo>
                    <a:pt x="8294614" y="2798425"/>
                  </a:lnTo>
                  <a:lnTo>
                    <a:pt x="8294801" y="2798073"/>
                  </a:lnTo>
                  <a:lnTo>
                    <a:pt x="8294988" y="2797721"/>
                  </a:lnTo>
                  <a:lnTo>
                    <a:pt x="8295175" y="2797237"/>
                  </a:lnTo>
                  <a:lnTo>
                    <a:pt x="8295362" y="2796710"/>
                  </a:lnTo>
                  <a:lnTo>
                    <a:pt x="8295549" y="2796138"/>
                  </a:lnTo>
                  <a:lnTo>
                    <a:pt x="8295736" y="2795461"/>
                  </a:lnTo>
                  <a:lnTo>
                    <a:pt x="8295923" y="2794942"/>
                  </a:lnTo>
                  <a:lnTo>
                    <a:pt x="8296110" y="2794590"/>
                  </a:lnTo>
                  <a:lnTo>
                    <a:pt x="8296296" y="2794370"/>
                  </a:lnTo>
                  <a:lnTo>
                    <a:pt x="8296483" y="2794194"/>
                  </a:lnTo>
                  <a:lnTo>
                    <a:pt x="8296670" y="2794018"/>
                  </a:lnTo>
                  <a:lnTo>
                    <a:pt x="8296857" y="2793842"/>
                  </a:lnTo>
                  <a:lnTo>
                    <a:pt x="8297044" y="2793666"/>
                  </a:lnTo>
                  <a:lnTo>
                    <a:pt x="8297231" y="2793411"/>
                  </a:lnTo>
                  <a:lnTo>
                    <a:pt x="8297418" y="2793059"/>
                  </a:lnTo>
                  <a:lnTo>
                    <a:pt x="8297605" y="2792708"/>
                  </a:lnTo>
                  <a:lnTo>
                    <a:pt x="8297792" y="2792356"/>
                  </a:lnTo>
                  <a:lnTo>
                    <a:pt x="8297979" y="2792136"/>
                  </a:lnTo>
                  <a:lnTo>
                    <a:pt x="8298166" y="2791960"/>
                  </a:lnTo>
                  <a:lnTo>
                    <a:pt x="8298353" y="2791828"/>
                  </a:lnTo>
                  <a:lnTo>
                    <a:pt x="8298540" y="2791828"/>
                  </a:lnTo>
                  <a:lnTo>
                    <a:pt x="8298726" y="2791828"/>
                  </a:lnTo>
                  <a:lnTo>
                    <a:pt x="8298913" y="2791828"/>
                  </a:lnTo>
                  <a:lnTo>
                    <a:pt x="8299100" y="2791828"/>
                  </a:lnTo>
                  <a:lnTo>
                    <a:pt x="8299287" y="2791828"/>
                  </a:lnTo>
                  <a:lnTo>
                    <a:pt x="8299474" y="2791828"/>
                  </a:lnTo>
                  <a:lnTo>
                    <a:pt x="8299661" y="2791828"/>
                  </a:lnTo>
                  <a:lnTo>
                    <a:pt x="8299848" y="2791828"/>
                  </a:lnTo>
                  <a:lnTo>
                    <a:pt x="8300035" y="2791961"/>
                  </a:lnTo>
                  <a:lnTo>
                    <a:pt x="8300222" y="2792115"/>
                  </a:lnTo>
                  <a:lnTo>
                    <a:pt x="8300409" y="2792411"/>
                  </a:lnTo>
                  <a:lnTo>
                    <a:pt x="8300596" y="2792786"/>
                  </a:lnTo>
                  <a:lnTo>
                    <a:pt x="8300783" y="2793207"/>
                  </a:lnTo>
                  <a:lnTo>
                    <a:pt x="8300970" y="2793665"/>
                  </a:lnTo>
                  <a:lnTo>
                    <a:pt x="8301156" y="2794123"/>
                  </a:lnTo>
                  <a:lnTo>
                    <a:pt x="8301343" y="2794581"/>
                  </a:lnTo>
                  <a:lnTo>
                    <a:pt x="8301530" y="2795038"/>
                  </a:lnTo>
                  <a:lnTo>
                    <a:pt x="8301717" y="2795496"/>
                  </a:lnTo>
                  <a:lnTo>
                    <a:pt x="8301904" y="2795954"/>
                  </a:lnTo>
                  <a:lnTo>
                    <a:pt x="8302091" y="2796588"/>
                  </a:lnTo>
                  <a:lnTo>
                    <a:pt x="8302278" y="2797239"/>
                  </a:lnTo>
                  <a:lnTo>
                    <a:pt x="8302465" y="2798075"/>
                  </a:lnTo>
                  <a:lnTo>
                    <a:pt x="8302652" y="2798860"/>
                  </a:lnTo>
                  <a:lnTo>
                    <a:pt x="8302839" y="2799615"/>
                  </a:lnTo>
                  <a:lnTo>
                    <a:pt x="8303026" y="2800370"/>
                  </a:lnTo>
                  <a:lnTo>
                    <a:pt x="8303213" y="2800990"/>
                  </a:lnTo>
                  <a:lnTo>
                    <a:pt x="8303399" y="2801535"/>
                  </a:lnTo>
                  <a:lnTo>
                    <a:pt x="8303586" y="2801968"/>
                  </a:lnTo>
                  <a:lnTo>
                    <a:pt x="8303773" y="2802366"/>
                  </a:lnTo>
                  <a:lnTo>
                    <a:pt x="8303960" y="2802800"/>
                  </a:lnTo>
                  <a:lnTo>
                    <a:pt x="8304147" y="2803188"/>
                  </a:lnTo>
                  <a:lnTo>
                    <a:pt x="8304334" y="2803706"/>
                  </a:lnTo>
                  <a:lnTo>
                    <a:pt x="8304521" y="2804238"/>
                  </a:lnTo>
                  <a:lnTo>
                    <a:pt x="8304708" y="2804770"/>
                  </a:lnTo>
                  <a:lnTo>
                    <a:pt x="8304895" y="2805245"/>
                  </a:lnTo>
                  <a:lnTo>
                    <a:pt x="8305082" y="2805762"/>
                  </a:lnTo>
                  <a:lnTo>
                    <a:pt x="8305269" y="2806129"/>
                  </a:lnTo>
                  <a:lnTo>
                    <a:pt x="8305456" y="2806386"/>
                  </a:lnTo>
                  <a:lnTo>
                    <a:pt x="8305643" y="2806683"/>
                  </a:lnTo>
                  <a:lnTo>
                    <a:pt x="8305829" y="2806995"/>
                  </a:lnTo>
                  <a:lnTo>
                    <a:pt x="8306016" y="2807523"/>
                  </a:lnTo>
                  <a:lnTo>
                    <a:pt x="8306203" y="2808051"/>
                  </a:lnTo>
                  <a:lnTo>
                    <a:pt x="8306390" y="2808578"/>
                  </a:lnTo>
                  <a:lnTo>
                    <a:pt x="8306577" y="2809106"/>
                  </a:lnTo>
                  <a:lnTo>
                    <a:pt x="8306764" y="2809564"/>
                  </a:lnTo>
                  <a:lnTo>
                    <a:pt x="8306951" y="2809915"/>
                  </a:lnTo>
                  <a:lnTo>
                    <a:pt x="8307138" y="2810109"/>
                  </a:lnTo>
                  <a:lnTo>
                    <a:pt x="8307325" y="2810285"/>
                  </a:lnTo>
                  <a:lnTo>
                    <a:pt x="8307512" y="2810461"/>
                  </a:lnTo>
                  <a:lnTo>
                    <a:pt x="8307699" y="2810531"/>
                  </a:lnTo>
                  <a:lnTo>
                    <a:pt x="8307886" y="2810531"/>
                  </a:lnTo>
                  <a:lnTo>
                    <a:pt x="8308072" y="2810531"/>
                  </a:lnTo>
                  <a:lnTo>
                    <a:pt x="8308259" y="2810531"/>
                  </a:lnTo>
                  <a:lnTo>
                    <a:pt x="8308446" y="2810531"/>
                  </a:lnTo>
                  <a:lnTo>
                    <a:pt x="8308633" y="2810531"/>
                  </a:lnTo>
                  <a:lnTo>
                    <a:pt x="8308820" y="2810531"/>
                  </a:lnTo>
                  <a:lnTo>
                    <a:pt x="8309007" y="2810531"/>
                  </a:lnTo>
                  <a:lnTo>
                    <a:pt x="8309194" y="2810531"/>
                  </a:lnTo>
                  <a:lnTo>
                    <a:pt x="8309381" y="2810531"/>
                  </a:lnTo>
                  <a:lnTo>
                    <a:pt x="8309568" y="2810531"/>
                  </a:lnTo>
                  <a:lnTo>
                    <a:pt x="8309755" y="2810531"/>
                  </a:lnTo>
                  <a:lnTo>
                    <a:pt x="8309942" y="2810531"/>
                  </a:lnTo>
                  <a:lnTo>
                    <a:pt x="8310129" y="2810531"/>
                  </a:lnTo>
                  <a:lnTo>
                    <a:pt x="8310316" y="2810531"/>
                  </a:lnTo>
                  <a:lnTo>
                    <a:pt x="8310502" y="2810531"/>
                  </a:lnTo>
                  <a:lnTo>
                    <a:pt x="8310689" y="2810531"/>
                  </a:lnTo>
                  <a:lnTo>
                    <a:pt x="8310876" y="2810531"/>
                  </a:lnTo>
                  <a:lnTo>
                    <a:pt x="8311063" y="2810531"/>
                  </a:lnTo>
                  <a:lnTo>
                    <a:pt x="8311250" y="2810531"/>
                  </a:lnTo>
                  <a:lnTo>
                    <a:pt x="8311437" y="2810670"/>
                  </a:lnTo>
                  <a:lnTo>
                    <a:pt x="8311624" y="2810824"/>
                  </a:lnTo>
                  <a:lnTo>
                    <a:pt x="8311811" y="2810978"/>
                  </a:lnTo>
                  <a:lnTo>
                    <a:pt x="8311998" y="2811167"/>
                  </a:lnTo>
                  <a:lnTo>
                    <a:pt x="8312185" y="2811463"/>
                  </a:lnTo>
                  <a:lnTo>
                    <a:pt x="8312372" y="2811838"/>
                  </a:lnTo>
                  <a:lnTo>
                    <a:pt x="8312559" y="2812214"/>
                  </a:lnTo>
                  <a:lnTo>
                    <a:pt x="8312746" y="2812591"/>
                  </a:lnTo>
                  <a:lnTo>
                    <a:pt x="8312932" y="2812968"/>
                  </a:lnTo>
                  <a:lnTo>
                    <a:pt x="8313119" y="2813345"/>
                  </a:lnTo>
                  <a:lnTo>
                    <a:pt x="8313306" y="2813722"/>
                  </a:lnTo>
                  <a:lnTo>
                    <a:pt x="8313493" y="2814099"/>
                  </a:lnTo>
                  <a:lnTo>
                    <a:pt x="8313680" y="2814555"/>
                  </a:lnTo>
                  <a:lnTo>
                    <a:pt x="8313867" y="2815108"/>
                  </a:lnTo>
                  <a:lnTo>
                    <a:pt x="8314054" y="2815731"/>
                  </a:lnTo>
                  <a:lnTo>
                    <a:pt x="8314241" y="2816166"/>
                  </a:lnTo>
                  <a:lnTo>
                    <a:pt x="8314428" y="2816612"/>
                  </a:lnTo>
                  <a:lnTo>
                    <a:pt x="8314615" y="2816733"/>
                  </a:lnTo>
                  <a:lnTo>
                    <a:pt x="8314802" y="2816786"/>
                  </a:lnTo>
                  <a:lnTo>
                    <a:pt x="8314989" y="2816786"/>
                  </a:lnTo>
                  <a:lnTo>
                    <a:pt x="8315175" y="2816550"/>
                  </a:lnTo>
                  <a:lnTo>
                    <a:pt x="8315362" y="2816449"/>
                  </a:lnTo>
                  <a:lnTo>
                    <a:pt x="8315549" y="2816047"/>
                  </a:lnTo>
                  <a:lnTo>
                    <a:pt x="8315736" y="2815556"/>
                  </a:lnTo>
                  <a:lnTo>
                    <a:pt x="8315923" y="2815127"/>
                  </a:lnTo>
                  <a:lnTo>
                    <a:pt x="8316110" y="2815022"/>
                  </a:lnTo>
                  <a:lnTo>
                    <a:pt x="8316297" y="2815065"/>
                  </a:lnTo>
                  <a:lnTo>
                    <a:pt x="8316484" y="2815098"/>
                  </a:lnTo>
                  <a:lnTo>
                    <a:pt x="8316671" y="2814935"/>
                  </a:lnTo>
                  <a:lnTo>
                    <a:pt x="8316858" y="2814744"/>
                  </a:lnTo>
                  <a:lnTo>
                    <a:pt x="8317045" y="2814706"/>
                  </a:lnTo>
                  <a:lnTo>
                    <a:pt x="8317232" y="2814733"/>
                  </a:lnTo>
                  <a:lnTo>
                    <a:pt x="8317419" y="2814965"/>
                  </a:lnTo>
                  <a:lnTo>
                    <a:pt x="8317605" y="2815301"/>
                  </a:lnTo>
                  <a:lnTo>
                    <a:pt x="8317792" y="2815646"/>
                  </a:lnTo>
                  <a:lnTo>
                    <a:pt x="8317979" y="2816054"/>
                  </a:lnTo>
                  <a:lnTo>
                    <a:pt x="8318166" y="2816416"/>
                  </a:lnTo>
                  <a:lnTo>
                    <a:pt x="8318353" y="2816741"/>
                  </a:lnTo>
                  <a:lnTo>
                    <a:pt x="8318540" y="2817219"/>
                  </a:lnTo>
                  <a:lnTo>
                    <a:pt x="8318727" y="2817611"/>
                  </a:lnTo>
                  <a:lnTo>
                    <a:pt x="8318914" y="2817728"/>
                  </a:lnTo>
                  <a:lnTo>
                    <a:pt x="8319101" y="2817755"/>
                  </a:lnTo>
                  <a:lnTo>
                    <a:pt x="8319288" y="2817680"/>
                  </a:lnTo>
                  <a:lnTo>
                    <a:pt x="8319475" y="2817645"/>
                  </a:lnTo>
                  <a:lnTo>
                    <a:pt x="8319662" y="2817489"/>
                  </a:lnTo>
                  <a:lnTo>
                    <a:pt x="8319849" y="2817129"/>
                  </a:lnTo>
                  <a:lnTo>
                    <a:pt x="8320035" y="2816535"/>
                  </a:lnTo>
                  <a:lnTo>
                    <a:pt x="8320222" y="2816009"/>
                  </a:lnTo>
                  <a:lnTo>
                    <a:pt x="8320409" y="2815534"/>
                  </a:lnTo>
                  <a:lnTo>
                    <a:pt x="8320596" y="2814943"/>
                  </a:lnTo>
                  <a:lnTo>
                    <a:pt x="8320783" y="2814305"/>
                  </a:lnTo>
                  <a:lnTo>
                    <a:pt x="8320970" y="2813588"/>
                  </a:lnTo>
                  <a:lnTo>
                    <a:pt x="8321157" y="2812827"/>
                  </a:lnTo>
                  <a:lnTo>
                    <a:pt x="8321344" y="2811934"/>
                  </a:lnTo>
                  <a:lnTo>
                    <a:pt x="8321531" y="2811099"/>
                  </a:lnTo>
                  <a:lnTo>
                    <a:pt x="8321718" y="2810571"/>
                  </a:lnTo>
                  <a:lnTo>
                    <a:pt x="8321905" y="2810201"/>
                  </a:lnTo>
                  <a:lnTo>
                    <a:pt x="8322092" y="2809850"/>
                  </a:lnTo>
                  <a:lnTo>
                    <a:pt x="8322278" y="2809542"/>
                  </a:lnTo>
                  <a:lnTo>
                    <a:pt x="8322465" y="2809392"/>
                  </a:lnTo>
                  <a:lnTo>
                    <a:pt x="8322652" y="2809392"/>
                  </a:lnTo>
                  <a:lnTo>
                    <a:pt x="8322839" y="2809568"/>
                  </a:lnTo>
                  <a:lnTo>
                    <a:pt x="8323026" y="2809744"/>
                  </a:lnTo>
                  <a:lnTo>
                    <a:pt x="8323213" y="2809850"/>
                  </a:lnTo>
                  <a:lnTo>
                    <a:pt x="8323400" y="2809850"/>
                  </a:lnTo>
                  <a:lnTo>
                    <a:pt x="8323587" y="2809850"/>
                  </a:lnTo>
                  <a:lnTo>
                    <a:pt x="8323774" y="2809850"/>
                  </a:lnTo>
                  <a:lnTo>
                    <a:pt x="8323961" y="2809894"/>
                  </a:lnTo>
                  <a:lnTo>
                    <a:pt x="8324148" y="2809832"/>
                  </a:lnTo>
                  <a:lnTo>
                    <a:pt x="8324335" y="2809630"/>
                  </a:lnTo>
                  <a:lnTo>
                    <a:pt x="8324522" y="2809278"/>
                  </a:lnTo>
                  <a:lnTo>
                    <a:pt x="8324708" y="2808768"/>
                  </a:lnTo>
                  <a:lnTo>
                    <a:pt x="8324895" y="2808240"/>
                  </a:lnTo>
                  <a:lnTo>
                    <a:pt x="8325082" y="2807712"/>
                  </a:lnTo>
                  <a:lnTo>
                    <a:pt x="8325269" y="2807061"/>
                  </a:lnTo>
                  <a:lnTo>
                    <a:pt x="8325456" y="2806358"/>
                  </a:lnTo>
                  <a:lnTo>
                    <a:pt x="8325643" y="2805654"/>
                  </a:lnTo>
                  <a:lnTo>
                    <a:pt x="8325830" y="2804950"/>
                  </a:lnTo>
                  <a:lnTo>
                    <a:pt x="8326017" y="2804317"/>
                  </a:lnTo>
                  <a:lnTo>
                    <a:pt x="8326204" y="2803789"/>
                  </a:lnTo>
                  <a:lnTo>
                    <a:pt x="8326391" y="2803262"/>
                  </a:lnTo>
                  <a:lnTo>
                    <a:pt x="8326578" y="2802734"/>
                  </a:lnTo>
                  <a:lnTo>
                    <a:pt x="8326765" y="2802206"/>
                  </a:lnTo>
                  <a:lnTo>
                    <a:pt x="8326951" y="2801916"/>
                  </a:lnTo>
                  <a:lnTo>
                    <a:pt x="8327138" y="2801740"/>
                  </a:lnTo>
                  <a:lnTo>
                    <a:pt x="8327325" y="2801564"/>
                  </a:lnTo>
                  <a:lnTo>
                    <a:pt x="8327512" y="2801388"/>
                  </a:lnTo>
                  <a:lnTo>
                    <a:pt x="8327699" y="2801388"/>
                  </a:lnTo>
                  <a:lnTo>
                    <a:pt x="8327886" y="2801388"/>
                  </a:lnTo>
                  <a:lnTo>
                    <a:pt x="8328073" y="2801511"/>
                  </a:lnTo>
                  <a:lnTo>
                    <a:pt x="8328260" y="2801810"/>
                  </a:lnTo>
                  <a:lnTo>
                    <a:pt x="8328447" y="2801970"/>
                  </a:lnTo>
                  <a:lnTo>
                    <a:pt x="8328634" y="2802082"/>
                  </a:lnTo>
                  <a:lnTo>
                    <a:pt x="8328821" y="2802181"/>
                  </a:lnTo>
                  <a:lnTo>
                    <a:pt x="8329008" y="2802280"/>
                  </a:lnTo>
                  <a:lnTo>
                    <a:pt x="8329195" y="2802379"/>
                  </a:lnTo>
                  <a:lnTo>
                    <a:pt x="8329381" y="2802479"/>
                  </a:lnTo>
                  <a:lnTo>
                    <a:pt x="8329568" y="2802578"/>
                  </a:lnTo>
                  <a:lnTo>
                    <a:pt x="8329755" y="2802677"/>
                  </a:lnTo>
                  <a:lnTo>
                    <a:pt x="8329942" y="2802776"/>
                  </a:lnTo>
                  <a:lnTo>
                    <a:pt x="8330129" y="2802875"/>
                  </a:lnTo>
                  <a:lnTo>
                    <a:pt x="8330316" y="2803068"/>
                  </a:lnTo>
                  <a:lnTo>
                    <a:pt x="8330503" y="2803319"/>
                  </a:lnTo>
                  <a:lnTo>
                    <a:pt x="8330690" y="2803707"/>
                  </a:lnTo>
                  <a:lnTo>
                    <a:pt x="8330877" y="2804203"/>
                  </a:lnTo>
                  <a:lnTo>
                    <a:pt x="8331064" y="2804634"/>
                  </a:lnTo>
                  <a:lnTo>
                    <a:pt x="8331251" y="2805082"/>
                  </a:lnTo>
                  <a:lnTo>
                    <a:pt x="8331438" y="2805554"/>
                  </a:lnTo>
                  <a:lnTo>
                    <a:pt x="8331625" y="2806257"/>
                  </a:lnTo>
                  <a:lnTo>
                    <a:pt x="8331811" y="2806961"/>
                  </a:lnTo>
                  <a:lnTo>
                    <a:pt x="8331998" y="2807665"/>
                  </a:lnTo>
                  <a:lnTo>
                    <a:pt x="8332185" y="2808522"/>
                  </a:lnTo>
                  <a:lnTo>
                    <a:pt x="8332372" y="2809380"/>
                  </a:lnTo>
                  <a:lnTo>
                    <a:pt x="8332559" y="2810369"/>
                  </a:lnTo>
                  <a:lnTo>
                    <a:pt x="8332746" y="2811438"/>
                  </a:lnTo>
                  <a:lnTo>
                    <a:pt x="8332933" y="2812551"/>
                  </a:lnTo>
                  <a:lnTo>
                    <a:pt x="8333120" y="2813682"/>
                  </a:lnTo>
                  <a:lnTo>
                    <a:pt x="8333307" y="2814566"/>
                  </a:lnTo>
                  <a:lnTo>
                    <a:pt x="8333494" y="2815283"/>
                  </a:lnTo>
                  <a:lnTo>
                    <a:pt x="8333681" y="2815869"/>
                  </a:lnTo>
                  <a:lnTo>
                    <a:pt x="8333868" y="2816410"/>
                  </a:lnTo>
                  <a:lnTo>
                    <a:pt x="8334054" y="2816951"/>
                  </a:lnTo>
                  <a:lnTo>
                    <a:pt x="8334241" y="2817493"/>
                  </a:lnTo>
                  <a:lnTo>
                    <a:pt x="8334428" y="2818034"/>
                  </a:lnTo>
                  <a:lnTo>
                    <a:pt x="8334615" y="2818575"/>
                  </a:lnTo>
                  <a:lnTo>
                    <a:pt x="8334802" y="2819117"/>
                  </a:lnTo>
                  <a:lnTo>
                    <a:pt x="8334989" y="2819622"/>
                  </a:lnTo>
                  <a:lnTo>
                    <a:pt x="8335176" y="2820128"/>
                  </a:lnTo>
                  <a:lnTo>
                    <a:pt x="8335363" y="2820492"/>
                  </a:lnTo>
                  <a:lnTo>
                    <a:pt x="8335550" y="2820668"/>
                  </a:lnTo>
                  <a:lnTo>
                    <a:pt x="8335737" y="2820799"/>
                  </a:lnTo>
                  <a:lnTo>
                    <a:pt x="8335924" y="2820799"/>
                  </a:lnTo>
                  <a:lnTo>
                    <a:pt x="8336111" y="2820799"/>
                  </a:lnTo>
                  <a:lnTo>
                    <a:pt x="8336298" y="2820799"/>
                  </a:lnTo>
                  <a:lnTo>
                    <a:pt x="8336484" y="2820799"/>
                  </a:lnTo>
                  <a:lnTo>
                    <a:pt x="8336671" y="2820799"/>
                  </a:lnTo>
                  <a:lnTo>
                    <a:pt x="8336858" y="2820799"/>
                  </a:lnTo>
                  <a:lnTo>
                    <a:pt x="8337045" y="2820799"/>
                  </a:lnTo>
                  <a:lnTo>
                    <a:pt x="8337232" y="2820799"/>
                  </a:lnTo>
                  <a:lnTo>
                    <a:pt x="8337419" y="2820666"/>
                  </a:lnTo>
                  <a:lnTo>
                    <a:pt x="8337606" y="2820512"/>
                  </a:lnTo>
                  <a:lnTo>
                    <a:pt x="8337793" y="2820217"/>
                  </a:lnTo>
                  <a:lnTo>
                    <a:pt x="8337980" y="2819841"/>
                  </a:lnTo>
                  <a:lnTo>
                    <a:pt x="8338167" y="2819420"/>
                  </a:lnTo>
                  <a:lnTo>
                    <a:pt x="8338354" y="2818962"/>
                  </a:lnTo>
                  <a:lnTo>
                    <a:pt x="8338541" y="2818504"/>
                  </a:lnTo>
                  <a:lnTo>
                    <a:pt x="8338728" y="2818047"/>
                  </a:lnTo>
                  <a:lnTo>
                    <a:pt x="8338914" y="2817589"/>
                  </a:lnTo>
                  <a:lnTo>
                    <a:pt x="8339101" y="2817131"/>
                  </a:lnTo>
                  <a:lnTo>
                    <a:pt x="8339288" y="2816673"/>
                  </a:lnTo>
                  <a:lnTo>
                    <a:pt x="8339475" y="2816216"/>
                  </a:lnTo>
                  <a:lnTo>
                    <a:pt x="8339662" y="2815758"/>
                  </a:lnTo>
                  <a:lnTo>
                    <a:pt x="8339849" y="2815300"/>
                  </a:lnTo>
                  <a:lnTo>
                    <a:pt x="8340036" y="2814842"/>
                  </a:lnTo>
                  <a:lnTo>
                    <a:pt x="8340223" y="2814385"/>
                  </a:lnTo>
                  <a:lnTo>
                    <a:pt x="8340410" y="2813927"/>
                  </a:lnTo>
                  <a:lnTo>
                    <a:pt x="8340597" y="2813550"/>
                  </a:lnTo>
                  <a:lnTo>
                    <a:pt x="8340784" y="2813249"/>
                  </a:lnTo>
                  <a:lnTo>
                    <a:pt x="8340971" y="2813059"/>
                  </a:lnTo>
                  <a:lnTo>
                    <a:pt x="8341157" y="2812905"/>
                  </a:lnTo>
                  <a:lnTo>
                    <a:pt x="8341344" y="2812772"/>
                  </a:lnTo>
                  <a:lnTo>
                    <a:pt x="8341531" y="2812772"/>
                  </a:lnTo>
                  <a:lnTo>
                    <a:pt x="8341718" y="2812772"/>
                  </a:lnTo>
                  <a:lnTo>
                    <a:pt x="8341905" y="2812622"/>
                  </a:lnTo>
                  <a:lnTo>
                    <a:pt x="8342092" y="2812446"/>
                  </a:lnTo>
                  <a:lnTo>
                    <a:pt x="8342279" y="2812270"/>
                  </a:lnTo>
                  <a:lnTo>
                    <a:pt x="8342466" y="2812095"/>
                  </a:lnTo>
                  <a:lnTo>
                    <a:pt x="8342653" y="2811919"/>
                  </a:lnTo>
                  <a:lnTo>
                    <a:pt x="8342840" y="2811743"/>
                  </a:lnTo>
                  <a:lnTo>
                    <a:pt x="8343027" y="2811567"/>
                  </a:lnTo>
                  <a:lnTo>
                    <a:pt x="8343214" y="2811303"/>
                  </a:lnTo>
                  <a:lnTo>
                    <a:pt x="8343401" y="2810951"/>
                  </a:lnTo>
                  <a:lnTo>
                    <a:pt x="8343587" y="2810599"/>
                  </a:lnTo>
                  <a:lnTo>
                    <a:pt x="8343774" y="2810247"/>
                  </a:lnTo>
                  <a:lnTo>
                    <a:pt x="8343961" y="2809896"/>
                  </a:lnTo>
                  <a:lnTo>
                    <a:pt x="8344148" y="2809544"/>
                  </a:lnTo>
                  <a:lnTo>
                    <a:pt x="8344335" y="2809192"/>
                  </a:lnTo>
                  <a:lnTo>
                    <a:pt x="8344522" y="2808840"/>
                  </a:lnTo>
                  <a:lnTo>
                    <a:pt x="8344709" y="2808638"/>
                  </a:lnTo>
                  <a:lnTo>
                    <a:pt x="8344896" y="2808462"/>
                  </a:lnTo>
                  <a:lnTo>
                    <a:pt x="8345083" y="2808286"/>
                  </a:lnTo>
                  <a:lnTo>
                    <a:pt x="8345270" y="2808110"/>
                  </a:lnTo>
                  <a:lnTo>
                    <a:pt x="8345457" y="2807934"/>
                  </a:lnTo>
                  <a:lnTo>
                    <a:pt x="8345644" y="2807758"/>
                  </a:lnTo>
                  <a:lnTo>
                    <a:pt x="8345830" y="2807582"/>
                  </a:lnTo>
                  <a:lnTo>
                    <a:pt x="8346017" y="2807494"/>
                  </a:lnTo>
                  <a:lnTo>
                    <a:pt x="8346204" y="2807494"/>
                  </a:lnTo>
                  <a:lnTo>
                    <a:pt x="8346391" y="2807494"/>
                  </a:lnTo>
                  <a:lnTo>
                    <a:pt x="8346578" y="2807494"/>
                  </a:lnTo>
                  <a:lnTo>
                    <a:pt x="8346765" y="2807450"/>
                  </a:lnTo>
                  <a:lnTo>
                    <a:pt x="8346952" y="2807274"/>
                  </a:lnTo>
                  <a:lnTo>
                    <a:pt x="8347139" y="2807011"/>
                  </a:lnTo>
                  <a:lnTo>
                    <a:pt x="8347326" y="2806659"/>
                  </a:lnTo>
                  <a:lnTo>
                    <a:pt x="8347513" y="2806307"/>
                  </a:lnTo>
                  <a:lnTo>
                    <a:pt x="8347700" y="2805955"/>
                  </a:lnTo>
                  <a:lnTo>
                    <a:pt x="8347887" y="2805603"/>
                  </a:lnTo>
                  <a:lnTo>
                    <a:pt x="8348074" y="2805251"/>
                  </a:lnTo>
                  <a:lnTo>
                    <a:pt x="8348260" y="2804900"/>
                  </a:lnTo>
                  <a:lnTo>
                    <a:pt x="8348447" y="2804548"/>
                  </a:lnTo>
                  <a:lnTo>
                    <a:pt x="8348634" y="2804196"/>
                  </a:lnTo>
                  <a:lnTo>
                    <a:pt x="8348821" y="2803705"/>
                  </a:lnTo>
                  <a:lnTo>
                    <a:pt x="8349008" y="2803199"/>
                  </a:lnTo>
                  <a:lnTo>
                    <a:pt x="8349195" y="2802694"/>
                  </a:lnTo>
                  <a:lnTo>
                    <a:pt x="8349382" y="2802152"/>
                  </a:lnTo>
                  <a:lnTo>
                    <a:pt x="8349569" y="2801549"/>
                  </a:lnTo>
                  <a:lnTo>
                    <a:pt x="8349756" y="2800998"/>
                  </a:lnTo>
                  <a:lnTo>
                    <a:pt x="8349943" y="2800534"/>
                  </a:lnTo>
                  <a:lnTo>
                    <a:pt x="8350130" y="2800157"/>
                  </a:lnTo>
                  <a:lnTo>
                    <a:pt x="8350317" y="2799780"/>
                  </a:lnTo>
                  <a:lnTo>
                    <a:pt x="8350504" y="2799403"/>
                  </a:lnTo>
                  <a:lnTo>
                    <a:pt x="8350690" y="2799026"/>
                  </a:lnTo>
                  <a:lnTo>
                    <a:pt x="8350877" y="2798649"/>
                  </a:lnTo>
                  <a:lnTo>
                    <a:pt x="8351064" y="2798272"/>
                  </a:lnTo>
                  <a:lnTo>
                    <a:pt x="8351251" y="2797895"/>
                  </a:lnTo>
                  <a:lnTo>
                    <a:pt x="8351438" y="2797875"/>
                  </a:lnTo>
                  <a:lnTo>
                    <a:pt x="8351625" y="2797968"/>
                  </a:lnTo>
                  <a:lnTo>
                    <a:pt x="8351812" y="2798135"/>
                  </a:lnTo>
                  <a:lnTo>
                    <a:pt x="8351999" y="2798687"/>
                  </a:lnTo>
                  <a:lnTo>
                    <a:pt x="8352186" y="2799076"/>
                  </a:lnTo>
                  <a:lnTo>
                    <a:pt x="8352373" y="2799409"/>
                  </a:lnTo>
                  <a:lnTo>
                    <a:pt x="8352560" y="2799748"/>
                  </a:lnTo>
                  <a:lnTo>
                    <a:pt x="8352747" y="2800111"/>
                  </a:lnTo>
                  <a:lnTo>
                    <a:pt x="8352933" y="2800806"/>
                  </a:lnTo>
                  <a:lnTo>
                    <a:pt x="8353120" y="2801501"/>
                  </a:lnTo>
                  <a:lnTo>
                    <a:pt x="8353307" y="2802195"/>
                  </a:lnTo>
                  <a:lnTo>
                    <a:pt x="8353494" y="2802890"/>
                  </a:lnTo>
                  <a:lnTo>
                    <a:pt x="8353681" y="2803585"/>
                  </a:lnTo>
                  <a:lnTo>
                    <a:pt x="8353868" y="2804280"/>
                  </a:lnTo>
                  <a:lnTo>
                    <a:pt x="8354055" y="2804974"/>
                  </a:lnTo>
                  <a:lnTo>
                    <a:pt x="8354242" y="2805473"/>
                  </a:lnTo>
                  <a:lnTo>
                    <a:pt x="8354429" y="2805837"/>
                  </a:lnTo>
                  <a:lnTo>
                    <a:pt x="8354616" y="2806026"/>
                  </a:lnTo>
                  <a:lnTo>
                    <a:pt x="8354803" y="2805821"/>
                  </a:lnTo>
                  <a:lnTo>
                    <a:pt x="8354990" y="2805820"/>
                  </a:lnTo>
                  <a:lnTo>
                    <a:pt x="8355177" y="2805858"/>
                  </a:lnTo>
                  <a:lnTo>
                    <a:pt x="8355363" y="2806159"/>
                  </a:lnTo>
                  <a:lnTo>
                    <a:pt x="8355550" y="2806436"/>
                  </a:lnTo>
                  <a:lnTo>
                    <a:pt x="8355737" y="2806590"/>
                  </a:lnTo>
                  <a:lnTo>
                    <a:pt x="8355924" y="2806590"/>
                  </a:lnTo>
                  <a:lnTo>
                    <a:pt x="8356111" y="2806590"/>
                  </a:lnTo>
                  <a:lnTo>
                    <a:pt x="8356298" y="2806590"/>
                  </a:lnTo>
                  <a:lnTo>
                    <a:pt x="8356485" y="2806590"/>
                  </a:lnTo>
                  <a:lnTo>
                    <a:pt x="8356672" y="2806590"/>
                  </a:lnTo>
                  <a:lnTo>
                    <a:pt x="8356859" y="2806634"/>
                  </a:lnTo>
                  <a:lnTo>
                    <a:pt x="8357046" y="2806836"/>
                  </a:lnTo>
                  <a:lnTo>
                    <a:pt x="8357233" y="2807188"/>
                  </a:lnTo>
                  <a:lnTo>
                    <a:pt x="8357420" y="2807716"/>
                  </a:lnTo>
                  <a:lnTo>
                    <a:pt x="8357607" y="2808244"/>
                  </a:lnTo>
                  <a:lnTo>
                    <a:pt x="8357793" y="2808772"/>
                  </a:lnTo>
                  <a:lnTo>
                    <a:pt x="8357980" y="2809299"/>
                  </a:lnTo>
                  <a:lnTo>
                    <a:pt x="8358167" y="2809827"/>
                  </a:lnTo>
                  <a:lnTo>
                    <a:pt x="8358354" y="2810355"/>
                  </a:lnTo>
                  <a:lnTo>
                    <a:pt x="8358541" y="2810926"/>
                  </a:lnTo>
                  <a:lnTo>
                    <a:pt x="8358728" y="2811630"/>
                  </a:lnTo>
                  <a:lnTo>
                    <a:pt x="8358915" y="2812334"/>
                  </a:lnTo>
                  <a:lnTo>
                    <a:pt x="8359102" y="2813037"/>
                  </a:lnTo>
                  <a:lnTo>
                    <a:pt x="8359289" y="2813741"/>
                  </a:lnTo>
                  <a:lnTo>
                    <a:pt x="8359476" y="2814445"/>
                  </a:lnTo>
                  <a:lnTo>
                    <a:pt x="8359663" y="2815104"/>
                  </a:lnTo>
                  <a:lnTo>
                    <a:pt x="8359850" y="2815606"/>
                  </a:lnTo>
                  <a:lnTo>
                    <a:pt x="8360036" y="2815958"/>
                  </a:lnTo>
                  <a:lnTo>
                    <a:pt x="8360223" y="2816134"/>
                  </a:lnTo>
                  <a:lnTo>
                    <a:pt x="8360410" y="2816310"/>
                  </a:lnTo>
                  <a:lnTo>
                    <a:pt x="8360597" y="2816556"/>
                  </a:lnTo>
                  <a:lnTo>
                    <a:pt x="8360784" y="2816776"/>
                  </a:lnTo>
                  <a:lnTo>
                    <a:pt x="8360971" y="2816952"/>
                  </a:lnTo>
                  <a:lnTo>
                    <a:pt x="8361158" y="2817128"/>
                  </a:lnTo>
                  <a:lnTo>
                    <a:pt x="8361345" y="2817259"/>
                  </a:lnTo>
                  <a:lnTo>
                    <a:pt x="8361532" y="2817497"/>
                  </a:lnTo>
                  <a:lnTo>
                    <a:pt x="8361719" y="2817849"/>
                  </a:lnTo>
                  <a:lnTo>
                    <a:pt x="8361906" y="2818042"/>
                  </a:lnTo>
                  <a:lnTo>
                    <a:pt x="8362093" y="2818218"/>
                  </a:lnTo>
                  <a:lnTo>
                    <a:pt x="8362280" y="2818394"/>
                  </a:lnTo>
                  <a:lnTo>
                    <a:pt x="8362466" y="2818570"/>
                  </a:lnTo>
                  <a:lnTo>
                    <a:pt x="8362653" y="2818869"/>
                  </a:lnTo>
                  <a:lnTo>
                    <a:pt x="8362840" y="2819221"/>
                  </a:lnTo>
                  <a:lnTo>
                    <a:pt x="8363027" y="2819573"/>
                  </a:lnTo>
                  <a:lnTo>
                    <a:pt x="8363214" y="2819925"/>
                  </a:lnTo>
                  <a:lnTo>
                    <a:pt x="8363401" y="2820206"/>
                  </a:lnTo>
                  <a:lnTo>
                    <a:pt x="8363588" y="2820514"/>
                  </a:lnTo>
                  <a:lnTo>
                    <a:pt x="8363775" y="2820866"/>
                  </a:lnTo>
                  <a:lnTo>
                    <a:pt x="8363962" y="2821218"/>
                  </a:lnTo>
                  <a:lnTo>
                    <a:pt x="8364149" y="2821569"/>
                  </a:lnTo>
                  <a:lnTo>
                    <a:pt x="8364336" y="2821684"/>
                  </a:lnTo>
                  <a:lnTo>
                    <a:pt x="8364523" y="2821684"/>
                  </a:lnTo>
                  <a:lnTo>
                    <a:pt x="8364709" y="2821842"/>
                  </a:lnTo>
                  <a:lnTo>
                    <a:pt x="8364896" y="2822018"/>
                  </a:lnTo>
                  <a:lnTo>
                    <a:pt x="8365083" y="2822194"/>
                  </a:lnTo>
                  <a:lnTo>
                    <a:pt x="8365270" y="2822370"/>
                  </a:lnTo>
                  <a:lnTo>
                    <a:pt x="8365457" y="2822423"/>
                  </a:lnTo>
                  <a:lnTo>
                    <a:pt x="8365644" y="2822423"/>
                  </a:lnTo>
                  <a:lnTo>
                    <a:pt x="8365831" y="2822423"/>
                  </a:lnTo>
                  <a:lnTo>
                    <a:pt x="8366018" y="2822423"/>
                  </a:lnTo>
                  <a:lnTo>
                    <a:pt x="8366205" y="2822423"/>
                  </a:lnTo>
                  <a:lnTo>
                    <a:pt x="8366392" y="2822423"/>
                  </a:lnTo>
                  <a:lnTo>
                    <a:pt x="8366579" y="2822423"/>
                  </a:lnTo>
                  <a:lnTo>
                    <a:pt x="8366766" y="2822423"/>
                  </a:lnTo>
                  <a:lnTo>
                    <a:pt x="8366953" y="2822423"/>
                  </a:lnTo>
                  <a:lnTo>
                    <a:pt x="8367139" y="2822423"/>
                  </a:lnTo>
                  <a:lnTo>
                    <a:pt x="8367326" y="2822423"/>
                  </a:lnTo>
                  <a:lnTo>
                    <a:pt x="8367513" y="2822423"/>
                  </a:lnTo>
                  <a:lnTo>
                    <a:pt x="8367700" y="2822423"/>
                  </a:lnTo>
                  <a:lnTo>
                    <a:pt x="8367887" y="2822423"/>
                  </a:lnTo>
                  <a:lnTo>
                    <a:pt x="8368074" y="2822423"/>
                  </a:lnTo>
                  <a:lnTo>
                    <a:pt x="8368261" y="2822423"/>
                  </a:lnTo>
                  <a:lnTo>
                    <a:pt x="8368448" y="2822423"/>
                  </a:lnTo>
                  <a:lnTo>
                    <a:pt x="8368635" y="2822423"/>
                  </a:lnTo>
                  <a:lnTo>
                    <a:pt x="8368822" y="2822370"/>
                  </a:lnTo>
                  <a:lnTo>
                    <a:pt x="8369009" y="2822194"/>
                  </a:lnTo>
                  <a:lnTo>
                    <a:pt x="8369196" y="2822018"/>
                  </a:lnTo>
                  <a:lnTo>
                    <a:pt x="8369383" y="2821842"/>
                  </a:lnTo>
                  <a:lnTo>
                    <a:pt x="8369569" y="2821512"/>
                  </a:lnTo>
                  <a:lnTo>
                    <a:pt x="8369756" y="2821183"/>
                  </a:lnTo>
                  <a:lnTo>
                    <a:pt x="8369943" y="2820853"/>
                  </a:lnTo>
                  <a:lnTo>
                    <a:pt x="8370130" y="2820356"/>
                  </a:lnTo>
                  <a:lnTo>
                    <a:pt x="8370317" y="2819638"/>
                  </a:lnTo>
                  <a:lnTo>
                    <a:pt x="8370504" y="2818816"/>
                  </a:lnTo>
                  <a:lnTo>
                    <a:pt x="8370691" y="2817922"/>
                  </a:lnTo>
                  <a:lnTo>
                    <a:pt x="8370878" y="2817029"/>
                  </a:lnTo>
                  <a:lnTo>
                    <a:pt x="8371065" y="2816136"/>
                  </a:lnTo>
                  <a:lnTo>
                    <a:pt x="8371252" y="2815208"/>
                  </a:lnTo>
                  <a:lnTo>
                    <a:pt x="8371439" y="2814139"/>
                  </a:lnTo>
                  <a:lnTo>
                    <a:pt x="8371626" y="2813122"/>
                  </a:lnTo>
                  <a:lnTo>
                    <a:pt x="8371812" y="2812229"/>
                  </a:lnTo>
                  <a:lnTo>
                    <a:pt x="8371999" y="2811336"/>
                  </a:lnTo>
                  <a:lnTo>
                    <a:pt x="8372186" y="2810443"/>
                  </a:lnTo>
                  <a:lnTo>
                    <a:pt x="8372373" y="2809808"/>
                  </a:lnTo>
                  <a:lnTo>
                    <a:pt x="8372560" y="2809207"/>
                  </a:lnTo>
                  <a:lnTo>
                    <a:pt x="8372747" y="2808616"/>
                  </a:lnTo>
                  <a:lnTo>
                    <a:pt x="8372934" y="2808183"/>
                  </a:lnTo>
                  <a:lnTo>
                    <a:pt x="8373121" y="2807723"/>
                  </a:lnTo>
                  <a:lnTo>
                    <a:pt x="8373308" y="2807133"/>
                  </a:lnTo>
                  <a:lnTo>
                    <a:pt x="8373495" y="2806601"/>
                  </a:lnTo>
                  <a:lnTo>
                    <a:pt x="8373682" y="2806069"/>
                  </a:lnTo>
                  <a:lnTo>
                    <a:pt x="8373869" y="2805486"/>
                  </a:lnTo>
                  <a:lnTo>
                    <a:pt x="8374056" y="2804839"/>
                  </a:lnTo>
                  <a:lnTo>
                    <a:pt x="8374242" y="2804307"/>
                  </a:lnTo>
                  <a:lnTo>
                    <a:pt x="8374265" y="2833682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792862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92871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87144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11199" y="263023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1199" y="1862037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11199" y="1093844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552350" y="26740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52350" y="19058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52350" y="11376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7144" y="3231162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45990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882500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219009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 rot="-5400000">
              <a:off x="96391" y="1763399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87144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587144" y="3520461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56076" y="6334610"/>
              <a:ext cx="62173" cy="19534"/>
            </a:xfrm>
            <a:custGeom>
              <a:avLst/>
              <a:pathLst>
                <a:path w="62173" h="19534">
                  <a:moveTo>
                    <a:pt x="0" y="19534"/>
                  </a:moveTo>
                  <a:lnTo>
                    <a:pt x="144" y="18816"/>
                  </a:lnTo>
                  <a:lnTo>
                    <a:pt x="331" y="17887"/>
                  </a:lnTo>
                  <a:lnTo>
                    <a:pt x="518" y="16958"/>
                  </a:lnTo>
                  <a:lnTo>
                    <a:pt x="705" y="16029"/>
                  </a:lnTo>
                  <a:lnTo>
                    <a:pt x="892" y="15100"/>
                  </a:lnTo>
                  <a:lnTo>
                    <a:pt x="1079" y="14175"/>
                  </a:lnTo>
                  <a:lnTo>
                    <a:pt x="1266" y="13267"/>
                  </a:lnTo>
                  <a:lnTo>
                    <a:pt x="1452" y="12360"/>
                  </a:lnTo>
                  <a:lnTo>
                    <a:pt x="1639" y="11840"/>
                  </a:lnTo>
                  <a:lnTo>
                    <a:pt x="1826" y="11411"/>
                  </a:lnTo>
                  <a:lnTo>
                    <a:pt x="2013" y="11081"/>
                  </a:lnTo>
                  <a:lnTo>
                    <a:pt x="2200" y="10916"/>
                  </a:lnTo>
                  <a:lnTo>
                    <a:pt x="2387" y="10751"/>
                  </a:lnTo>
                  <a:lnTo>
                    <a:pt x="2574" y="10636"/>
                  </a:lnTo>
                  <a:lnTo>
                    <a:pt x="2761" y="10636"/>
                  </a:lnTo>
                  <a:lnTo>
                    <a:pt x="2948" y="10636"/>
                  </a:lnTo>
                  <a:lnTo>
                    <a:pt x="3135" y="10636"/>
                  </a:lnTo>
                  <a:lnTo>
                    <a:pt x="3322" y="10636"/>
                  </a:lnTo>
                  <a:lnTo>
                    <a:pt x="3509" y="10636"/>
                  </a:lnTo>
                  <a:lnTo>
                    <a:pt x="3696" y="10636"/>
                  </a:lnTo>
                  <a:lnTo>
                    <a:pt x="3882" y="10636"/>
                  </a:lnTo>
                  <a:lnTo>
                    <a:pt x="4069" y="10408"/>
                  </a:lnTo>
                  <a:lnTo>
                    <a:pt x="4256" y="10213"/>
                  </a:lnTo>
                  <a:lnTo>
                    <a:pt x="4443" y="10044"/>
                  </a:lnTo>
                  <a:lnTo>
                    <a:pt x="4630" y="9785"/>
                  </a:lnTo>
                  <a:lnTo>
                    <a:pt x="4817" y="9512"/>
                  </a:lnTo>
                  <a:lnTo>
                    <a:pt x="5004" y="9232"/>
                  </a:lnTo>
                  <a:lnTo>
                    <a:pt x="5191" y="8839"/>
                  </a:lnTo>
                  <a:lnTo>
                    <a:pt x="5378" y="8445"/>
                  </a:lnTo>
                  <a:lnTo>
                    <a:pt x="5565" y="8051"/>
                  </a:lnTo>
                  <a:lnTo>
                    <a:pt x="5752" y="7657"/>
                  </a:lnTo>
                  <a:lnTo>
                    <a:pt x="5939" y="7264"/>
                  </a:lnTo>
                  <a:lnTo>
                    <a:pt x="6126" y="6870"/>
                  </a:lnTo>
                  <a:lnTo>
                    <a:pt x="6312" y="6476"/>
                  </a:lnTo>
                  <a:lnTo>
                    <a:pt x="6499" y="6016"/>
                  </a:lnTo>
                  <a:lnTo>
                    <a:pt x="6686" y="5502"/>
                  </a:lnTo>
                  <a:lnTo>
                    <a:pt x="6873" y="4988"/>
                  </a:lnTo>
                  <a:lnTo>
                    <a:pt x="7060" y="4482"/>
                  </a:lnTo>
                  <a:lnTo>
                    <a:pt x="7247" y="4065"/>
                  </a:lnTo>
                  <a:lnTo>
                    <a:pt x="7434" y="3664"/>
                  </a:lnTo>
                  <a:lnTo>
                    <a:pt x="7621" y="3087"/>
                  </a:lnTo>
                  <a:lnTo>
                    <a:pt x="7808" y="2765"/>
                  </a:lnTo>
                  <a:lnTo>
                    <a:pt x="7995" y="2691"/>
                  </a:lnTo>
                  <a:lnTo>
                    <a:pt x="8182" y="2670"/>
                  </a:lnTo>
                  <a:lnTo>
                    <a:pt x="8369" y="2670"/>
                  </a:lnTo>
                  <a:lnTo>
                    <a:pt x="8555" y="2670"/>
                  </a:lnTo>
                  <a:lnTo>
                    <a:pt x="8742" y="2670"/>
                  </a:lnTo>
                  <a:lnTo>
                    <a:pt x="8929" y="2670"/>
                  </a:lnTo>
                  <a:lnTo>
                    <a:pt x="9116" y="2670"/>
                  </a:lnTo>
                  <a:lnTo>
                    <a:pt x="9303" y="2736"/>
                  </a:lnTo>
                  <a:lnTo>
                    <a:pt x="9490" y="2886"/>
                  </a:lnTo>
                  <a:lnTo>
                    <a:pt x="9677" y="3127"/>
                  </a:lnTo>
                  <a:lnTo>
                    <a:pt x="9864" y="3367"/>
                  </a:lnTo>
                  <a:lnTo>
                    <a:pt x="10051" y="3608"/>
                  </a:lnTo>
                  <a:lnTo>
                    <a:pt x="10238" y="3848"/>
                  </a:lnTo>
                  <a:lnTo>
                    <a:pt x="10425" y="4088"/>
                  </a:lnTo>
                  <a:lnTo>
                    <a:pt x="10612" y="4329"/>
                  </a:lnTo>
                  <a:lnTo>
                    <a:pt x="10799" y="4529"/>
                  </a:lnTo>
                  <a:lnTo>
                    <a:pt x="10985" y="4656"/>
                  </a:lnTo>
                  <a:lnTo>
                    <a:pt x="11172" y="4822"/>
                  </a:lnTo>
                  <a:lnTo>
                    <a:pt x="11359" y="4987"/>
                  </a:lnTo>
                  <a:lnTo>
                    <a:pt x="11546" y="5152"/>
                  </a:lnTo>
                  <a:lnTo>
                    <a:pt x="11733" y="5317"/>
                  </a:lnTo>
                  <a:lnTo>
                    <a:pt x="11920" y="5482"/>
                  </a:lnTo>
                  <a:lnTo>
                    <a:pt x="12107" y="5647"/>
                  </a:lnTo>
                  <a:lnTo>
                    <a:pt x="12294" y="5770"/>
                  </a:lnTo>
                  <a:lnTo>
                    <a:pt x="12481" y="5770"/>
                  </a:lnTo>
                  <a:lnTo>
                    <a:pt x="12668" y="5770"/>
                  </a:lnTo>
                  <a:lnTo>
                    <a:pt x="12855" y="5770"/>
                  </a:lnTo>
                  <a:lnTo>
                    <a:pt x="13042" y="5770"/>
                  </a:lnTo>
                  <a:lnTo>
                    <a:pt x="13228" y="5878"/>
                  </a:lnTo>
                  <a:lnTo>
                    <a:pt x="13415" y="6117"/>
                  </a:lnTo>
                  <a:lnTo>
                    <a:pt x="13602" y="6447"/>
                  </a:lnTo>
                  <a:lnTo>
                    <a:pt x="13789" y="6777"/>
                  </a:lnTo>
                  <a:lnTo>
                    <a:pt x="13976" y="7107"/>
                  </a:lnTo>
                  <a:lnTo>
                    <a:pt x="14163" y="7437"/>
                  </a:lnTo>
                  <a:lnTo>
                    <a:pt x="14350" y="7767"/>
                  </a:lnTo>
                  <a:lnTo>
                    <a:pt x="14537" y="8098"/>
                  </a:lnTo>
                  <a:lnTo>
                    <a:pt x="14724" y="8461"/>
                  </a:lnTo>
                  <a:lnTo>
                    <a:pt x="14911" y="9071"/>
                  </a:lnTo>
                  <a:lnTo>
                    <a:pt x="15098" y="9731"/>
                  </a:lnTo>
                  <a:lnTo>
                    <a:pt x="15285" y="10392"/>
                  </a:lnTo>
                  <a:lnTo>
                    <a:pt x="15472" y="11052"/>
                  </a:lnTo>
                  <a:lnTo>
                    <a:pt x="15658" y="11712"/>
                  </a:lnTo>
                  <a:lnTo>
                    <a:pt x="15845" y="11993"/>
                  </a:lnTo>
                  <a:lnTo>
                    <a:pt x="16032" y="12133"/>
                  </a:lnTo>
                  <a:lnTo>
                    <a:pt x="16219" y="12170"/>
                  </a:lnTo>
                  <a:lnTo>
                    <a:pt x="16406" y="12142"/>
                  </a:lnTo>
                  <a:lnTo>
                    <a:pt x="16593" y="12113"/>
                  </a:lnTo>
                  <a:lnTo>
                    <a:pt x="16780" y="12085"/>
                  </a:lnTo>
                  <a:lnTo>
                    <a:pt x="16967" y="12057"/>
                  </a:lnTo>
                  <a:lnTo>
                    <a:pt x="17154" y="12028"/>
                  </a:lnTo>
                  <a:lnTo>
                    <a:pt x="17341" y="12000"/>
                  </a:lnTo>
                  <a:lnTo>
                    <a:pt x="17528" y="11748"/>
                  </a:lnTo>
                  <a:lnTo>
                    <a:pt x="17715" y="11360"/>
                  </a:lnTo>
                  <a:lnTo>
                    <a:pt x="17902" y="10854"/>
                  </a:lnTo>
                  <a:lnTo>
                    <a:pt x="18088" y="10357"/>
                  </a:lnTo>
                  <a:lnTo>
                    <a:pt x="18275" y="9860"/>
                  </a:lnTo>
                  <a:lnTo>
                    <a:pt x="18462" y="9363"/>
                  </a:lnTo>
                  <a:lnTo>
                    <a:pt x="18649" y="8858"/>
                  </a:lnTo>
                  <a:lnTo>
                    <a:pt x="18836" y="8441"/>
                  </a:lnTo>
                  <a:lnTo>
                    <a:pt x="19023" y="8025"/>
                  </a:lnTo>
                  <a:lnTo>
                    <a:pt x="19210" y="7609"/>
                  </a:lnTo>
                  <a:lnTo>
                    <a:pt x="19397" y="7193"/>
                  </a:lnTo>
                  <a:lnTo>
                    <a:pt x="19584" y="6777"/>
                  </a:lnTo>
                  <a:lnTo>
                    <a:pt x="19771" y="6361"/>
                  </a:lnTo>
                  <a:lnTo>
                    <a:pt x="19958" y="5945"/>
                  </a:lnTo>
                  <a:lnTo>
                    <a:pt x="20145" y="5593"/>
                  </a:lnTo>
                  <a:lnTo>
                    <a:pt x="20331" y="5291"/>
                  </a:lnTo>
                  <a:lnTo>
                    <a:pt x="20518" y="5142"/>
                  </a:lnTo>
                  <a:lnTo>
                    <a:pt x="20705" y="5041"/>
                  </a:lnTo>
                  <a:lnTo>
                    <a:pt x="20892" y="5206"/>
                  </a:lnTo>
                  <a:lnTo>
                    <a:pt x="21079" y="5371"/>
                  </a:lnTo>
                  <a:lnTo>
                    <a:pt x="21266" y="5536"/>
                  </a:lnTo>
                  <a:lnTo>
                    <a:pt x="21453" y="5702"/>
                  </a:lnTo>
                  <a:lnTo>
                    <a:pt x="21640" y="5941"/>
                  </a:lnTo>
                  <a:lnTo>
                    <a:pt x="21827" y="6271"/>
                  </a:lnTo>
                  <a:lnTo>
                    <a:pt x="22014" y="6601"/>
                  </a:lnTo>
                  <a:lnTo>
                    <a:pt x="22201" y="6882"/>
                  </a:lnTo>
                  <a:lnTo>
                    <a:pt x="22388" y="7005"/>
                  </a:lnTo>
                  <a:lnTo>
                    <a:pt x="22575" y="7005"/>
                  </a:lnTo>
                  <a:lnTo>
                    <a:pt x="22761" y="7005"/>
                  </a:lnTo>
                  <a:lnTo>
                    <a:pt x="22948" y="6882"/>
                  </a:lnTo>
                  <a:lnTo>
                    <a:pt x="23135" y="6716"/>
                  </a:lnTo>
                  <a:lnTo>
                    <a:pt x="23322" y="6444"/>
                  </a:lnTo>
                  <a:lnTo>
                    <a:pt x="23509" y="6114"/>
                  </a:lnTo>
                  <a:lnTo>
                    <a:pt x="23696" y="5784"/>
                  </a:lnTo>
                  <a:lnTo>
                    <a:pt x="23883" y="5454"/>
                  </a:lnTo>
                  <a:lnTo>
                    <a:pt x="24070" y="5124"/>
                  </a:lnTo>
                  <a:lnTo>
                    <a:pt x="24257" y="4786"/>
                  </a:lnTo>
                  <a:lnTo>
                    <a:pt x="24444" y="4216"/>
                  </a:lnTo>
                  <a:lnTo>
                    <a:pt x="24631" y="3556"/>
                  </a:lnTo>
                  <a:lnTo>
                    <a:pt x="24818" y="2896"/>
                  </a:lnTo>
                  <a:lnTo>
                    <a:pt x="25005" y="2285"/>
                  </a:lnTo>
                  <a:lnTo>
                    <a:pt x="25191" y="1831"/>
                  </a:lnTo>
                  <a:lnTo>
                    <a:pt x="25378" y="1501"/>
                  </a:lnTo>
                  <a:lnTo>
                    <a:pt x="25565" y="1171"/>
                  </a:lnTo>
                  <a:lnTo>
                    <a:pt x="25752" y="841"/>
                  </a:lnTo>
                  <a:lnTo>
                    <a:pt x="25939" y="511"/>
                  </a:lnTo>
                  <a:lnTo>
                    <a:pt x="26126" y="288"/>
                  </a:lnTo>
                  <a:lnTo>
                    <a:pt x="26313" y="123"/>
                  </a:lnTo>
                  <a:lnTo>
                    <a:pt x="26500" y="0"/>
                  </a:lnTo>
                  <a:lnTo>
                    <a:pt x="26687" y="0"/>
                  </a:lnTo>
                  <a:lnTo>
                    <a:pt x="26874" y="0"/>
                  </a:lnTo>
                  <a:lnTo>
                    <a:pt x="27061" y="8"/>
                  </a:lnTo>
                  <a:lnTo>
                    <a:pt x="27248" y="173"/>
                  </a:lnTo>
                  <a:lnTo>
                    <a:pt x="27434" y="338"/>
                  </a:lnTo>
                  <a:lnTo>
                    <a:pt x="27621" y="503"/>
                  </a:lnTo>
                  <a:lnTo>
                    <a:pt x="27808" y="668"/>
                  </a:lnTo>
                  <a:lnTo>
                    <a:pt x="27995" y="981"/>
                  </a:lnTo>
                  <a:lnTo>
                    <a:pt x="28182" y="1312"/>
                  </a:lnTo>
                  <a:lnTo>
                    <a:pt x="28369" y="1642"/>
                  </a:lnTo>
                  <a:lnTo>
                    <a:pt x="28556" y="1972"/>
                  </a:lnTo>
                  <a:lnTo>
                    <a:pt x="28743" y="2302"/>
                  </a:lnTo>
                  <a:lnTo>
                    <a:pt x="28930" y="2632"/>
                  </a:lnTo>
                  <a:lnTo>
                    <a:pt x="29117" y="2962"/>
                  </a:lnTo>
                  <a:lnTo>
                    <a:pt x="29304" y="3251"/>
                  </a:lnTo>
                  <a:lnTo>
                    <a:pt x="29491" y="3416"/>
                  </a:lnTo>
                  <a:lnTo>
                    <a:pt x="29678" y="3581"/>
                  </a:lnTo>
                  <a:lnTo>
                    <a:pt x="29864" y="3746"/>
                  </a:lnTo>
                  <a:lnTo>
                    <a:pt x="30051" y="3911"/>
                  </a:lnTo>
                  <a:lnTo>
                    <a:pt x="30238" y="4076"/>
                  </a:lnTo>
                  <a:lnTo>
                    <a:pt x="30425" y="4241"/>
                  </a:lnTo>
                  <a:lnTo>
                    <a:pt x="30612" y="4406"/>
                  </a:lnTo>
                  <a:lnTo>
                    <a:pt x="30799" y="4422"/>
                  </a:lnTo>
                  <a:lnTo>
                    <a:pt x="30986" y="4422"/>
                  </a:lnTo>
                  <a:lnTo>
                    <a:pt x="31173" y="4422"/>
                  </a:lnTo>
                  <a:lnTo>
                    <a:pt x="31360" y="4422"/>
                  </a:lnTo>
                  <a:lnTo>
                    <a:pt x="31547" y="4422"/>
                  </a:lnTo>
                  <a:lnTo>
                    <a:pt x="31734" y="4422"/>
                  </a:lnTo>
                  <a:lnTo>
                    <a:pt x="31921" y="4422"/>
                  </a:lnTo>
                  <a:lnTo>
                    <a:pt x="32107" y="4422"/>
                  </a:lnTo>
                  <a:lnTo>
                    <a:pt x="32294" y="4422"/>
                  </a:lnTo>
                  <a:lnTo>
                    <a:pt x="32481" y="4422"/>
                  </a:lnTo>
                  <a:lnTo>
                    <a:pt x="32668" y="4422"/>
                  </a:lnTo>
                  <a:lnTo>
                    <a:pt x="32855" y="4422"/>
                  </a:lnTo>
                  <a:lnTo>
                    <a:pt x="33042" y="4422"/>
                  </a:lnTo>
                  <a:lnTo>
                    <a:pt x="33229" y="4422"/>
                  </a:lnTo>
                  <a:lnTo>
                    <a:pt x="33416" y="4422"/>
                  </a:lnTo>
                  <a:lnTo>
                    <a:pt x="33603" y="4422"/>
                  </a:lnTo>
                  <a:lnTo>
                    <a:pt x="33790" y="4422"/>
                  </a:lnTo>
                  <a:lnTo>
                    <a:pt x="33977" y="4422"/>
                  </a:lnTo>
                  <a:lnTo>
                    <a:pt x="34164" y="4422"/>
                  </a:lnTo>
                  <a:lnTo>
                    <a:pt x="34351" y="4422"/>
                  </a:lnTo>
                  <a:lnTo>
                    <a:pt x="34537" y="4323"/>
                  </a:lnTo>
                  <a:lnTo>
                    <a:pt x="34724" y="4158"/>
                  </a:lnTo>
                  <a:lnTo>
                    <a:pt x="34911" y="3993"/>
                  </a:lnTo>
                  <a:lnTo>
                    <a:pt x="35098" y="3828"/>
                  </a:lnTo>
                  <a:lnTo>
                    <a:pt x="35285" y="3663"/>
                  </a:lnTo>
                  <a:lnTo>
                    <a:pt x="35472" y="3498"/>
                  </a:lnTo>
                  <a:lnTo>
                    <a:pt x="35659" y="3333"/>
                  </a:lnTo>
                  <a:lnTo>
                    <a:pt x="35846" y="3168"/>
                  </a:lnTo>
                  <a:lnTo>
                    <a:pt x="36033" y="2962"/>
                  </a:lnTo>
                  <a:lnTo>
                    <a:pt x="36220" y="2772"/>
                  </a:lnTo>
                  <a:lnTo>
                    <a:pt x="36407" y="2673"/>
                  </a:lnTo>
                  <a:lnTo>
                    <a:pt x="36594" y="2673"/>
                  </a:lnTo>
                  <a:lnTo>
                    <a:pt x="36781" y="2838"/>
                  </a:lnTo>
                  <a:lnTo>
                    <a:pt x="36967" y="3003"/>
                  </a:lnTo>
                  <a:lnTo>
                    <a:pt x="37154" y="3218"/>
                  </a:lnTo>
                  <a:lnTo>
                    <a:pt x="37341" y="3647"/>
                  </a:lnTo>
                  <a:lnTo>
                    <a:pt x="37528" y="4142"/>
                  </a:lnTo>
                  <a:lnTo>
                    <a:pt x="37715" y="4637"/>
                  </a:lnTo>
                  <a:lnTo>
                    <a:pt x="37902" y="5132"/>
                  </a:lnTo>
                  <a:lnTo>
                    <a:pt x="38089" y="5627"/>
                  </a:lnTo>
                  <a:lnTo>
                    <a:pt x="38276" y="6122"/>
                  </a:lnTo>
                  <a:lnTo>
                    <a:pt x="38463" y="6617"/>
                  </a:lnTo>
                  <a:lnTo>
                    <a:pt x="38650" y="7113"/>
                  </a:lnTo>
                  <a:lnTo>
                    <a:pt x="38837" y="7649"/>
                  </a:lnTo>
                  <a:lnTo>
                    <a:pt x="39024" y="8169"/>
                  </a:lnTo>
                  <a:lnTo>
                    <a:pt x="39210" y="8598"/>
                  </a:lnTo>
                  <a:lnTo>
                    <a:pt x="39397" y="8928"/>
                  </a:lnTo>
                  <a:lnTo>
                    <a:pt x="39584" y="9093"/>
                  </a:lnTo>
                  <a:lnTo>
                    <a:pt x="39771" y="9258"/>
                  </a:lnTo>
                  <a:lnTo>
                    <a:pt x="39958" y="9374"/>
                  </a:lnTo>
                  <a:lnTo>
                    <a:pt x="40145" y="9374"/>
                  </a:lnTo>
                  <a:lnTo>
                    <a:pt x="40332" y="9374"/>
                  </a:lnTo>
                  <a:lnTo>
                    <a:pt x="40519" y="9374"/>
                  </a:lnTo>
                  <a:lnTo>
                    <a:pt x="40706" y="9374"/>
                  </a:lnTo>
                  <a:lnTo>
                    <a:pt x="40893" y="9374"/>
                  </a:lnTo>
                  <a:lnTo>
                    <a:pt x="41080" y="9374"/>
                  </a:lnTo>
                  <a:lnTo>
                    <a:pt x="41267" y="9374"/>
                  </a:lnTo>
                  <a:lnTo>
                    <a:pt x="41454" y="9374"/>
                  </a:lnTo>
                  <a:lnTo>
                    <a:pt x="41640" y="9146"/>
                  </a:lnTo>
                  <a:lnTo>
                    <a:pt x="41827" y="8899"/>
                  </a:lnTo>
                  <a:lnTo>
                    <a:pt x="42014" y="8652"/>
                  </a:lnTo>
                  <a:lnTo>
                    <a:pt x="42201" y="8383"/>
                  </a:lnTo>
                  <a:lnTo>
                    <a:pt x="42388" y="8120"/>
                  </a:lnTo>
                  <a:lnTo>
                    <a:pt x="42575" y="7972"/>
                  </a:lnTo>
                  <a:lnTo>
                    <a:pt x="42762" y="7823"/>
                  </a:lnTo>
                  <a:lnTo>
                    <a:pt x="42949" y="7674"/>
                  </a:lnTo>
                  <a:lnTo>
                    <a:pt x="43136" y="7526"/>
                  </a:lnTo>
                  <a:lnTo>
                    <a:pt x="43323" y="7377"/>
                  </a:lnTo>
                  <a:lnTo>
                    <a:pt x="43510" y="7228"/>
                  </a:lnTo>
                  <a:lnTo>
                    <a:pt x="43697" y="7080"/>
                  </a:lnTo>
                  <a:lnTo>
                    <a:pt x="43884" y="6997"/>
                  </a:lnTo>
                  <a:lnTo>
                    <a:pt x="44070" y="6969"/>
                  </a:lnTo>
                  <a:lnTo>
                    <a:pt x="44257" y="6940"/>
                  </a:lnTo>
                  <a:lnTo>
                    <a:pt x="44444" y="6941"/>
                  </a:lnTo>
                  <a:lnTo>
                    <a:pt x="44631" y="6942"/>
                  </a:lnTo>
                  <a:lnTo>
                    <a:pt x="44818" y="6942"/>
                  </a:lnTo>
                  <a:lnTo>
                    <a:pt x="45005" y="7272"/>
                  </a:lnTo>
                  <a:lnTo>
                    <a:pt x="45192" y="7594"/>
                  </a:lnTo>
                  <a:lnTo>
                    <a:pt x="45379" y="7471"/>
                  </a:lnTo>
                  <a:lnTo>
                    <a:pt x="45566" y="7348"/>
                  </a:lnTo>
                  <a:lnTo>
                    <a:pt x="45753" y="7199"/>
                  </a:lnTo>
                  <a:lnTo>
                    <a:pt x="45940" y="7051"/>
                  </a:lnTo>
                  <a:lnTo>
                    <a:pt x="46127" y="6902"/>
                  </a:lnTo>
                  <a:lnTo>
                    <a:pt x="46313" y="6753"/>
                  </a:lnTo>
                  <a:lnTo>
                    <a:pt x="46500" y="6605"/>
                  </a:lnTo>
                  <a:lnTo>
                    <a:pt x="46687" y="6390"/>
                  </a:lnTo>
                  <a:lnTo>
                    <a:pt x="46874" y="6121"/>
                  </a:lnTo>
                  <a:lnTo>
                    <a:pt x="47061" y="5852"/>
                  </a:lnTo>
                  <a:lnTo>
                    <a:pt x="47248" y="5583"/>
                  </a:lnTo>
                  <a:lnTo>
                    <a:pt x="47435" y="5314"/>
                  </a:lnTo>
                  <a:lnTo>
                    <a:pt x="47622" y="5045"/>
                  </a:lnTo>
                  <a:lnTo>
                    <a:pt x="47809" y="4777"/>
                  </a:lnTo>
                  <a:lnTo>
                    <a:pt x="47996" y="4508"/>
                  </a:lnTo>
                  <a:lnTo>
                    <a:pt x="48183" y="4261"/>
                  </a:lnTo>
                  <a:lnTo>
                    <a:pt x="48370" y="4038"/>
                  </a:lnTo>
                  <a:lnTo>
                    <a:pt x="48557" y="4038"/>
                  </a:lnTo>
                  <a:lnTo>
                    <a:pt x="48743" y="4038"/>
                  </a:lnTo>
                  <a:lnTo>
                    <a:pt x="48930" y="4038"/>
                  </a:lnTo>
                  <a:lnTo>
                    <a:pt x="49117" y="4038"/>
                  </a:lnTo>
                  <a:lnTo>
                    <a:pt x="49304" y="4038"/>
                  </a:lnTo>
                  <a:lnTo>
                    <a:pt x="49491" y="4038"/>
                  </a:lnTo>
                  <a:lnTo>
                    <a:pt x="49678" y="4038"/>
                  </a:lnTo>
                  <a:lnTo>
                    <a:pt x="49865" y="4038"/>
                  </a:lnTo>
                  <a:lnTo>
                    <a:pt x="50052" y="4038"/>
                  </a:lnTo>
                  <a:lnTo>
                    <a:pt x="50239" y="4038"/>
                  </a:lnTo>
                  <a:lnTo>
                    <a:pt x="50426" y="4038"/>
                  </a:lnTo>
                  <a:lnTo>
                    <a:pt x="50613" y="4038"/>
                  </a:lnTo>
                  <a:lnTo>
                    <a:pt x="50800" y="4038"/>
                  </a:lnTo>
                  <a:lnTo>
                    <a:pt x="50986" y="4038"/>
                  </a:lnTo>
                  <a:lnTo>
                    <a:pt x="51173" y="4038"/>
                  </a:lnTo>
                  <a:lnTo>
                    <a:pt x="51360" y="4038"/>
                  </a:lnTo>
                  <a:lnTo>
                    <a:pt x="51547" y="4038"/>
                  </a:lnTo>
                  <a:lnTo>
                    <a:pt x="51734" y="4038"/>
                  </a:lnTo>
                  <a:lnTo>
                    <a:pt x="51921" y="4038"/>
                  </a:lnTo>
                  <a:lnTo>
                    <a:pt x="52108" y="4038"/>
                  </a:lnTo>
                  <a:lnTo>
                    <a:pt x="52295" y="4038"/>
                  </a:lnTo>
                  <a:lnTo>
                    <a:pt x="52482" y="4038"/>
                  </a:lnTo>
                  <a:lnTo>
                    <a:pt x="52669" y="4038"/>
                  </a:lnTo>
                  <a:lnTo>
                    <a:pt x="52856" y="4038"/>
                  </a:lnTo>
                  <a:lnTo>
                    <a:pt x="53043" y="4038"/>
                  </a:lnTo>
                  <a:lnTo>
                    <a:pt x="53230" y="4038"/>
                  </a:lnTo>
                  <a:lnTo>
                    <a:pt x="53416" y="4038"/>
                  </a:lnTo>
                  <a:lnTo>
                    <a:pt x="53603" y="4038"/>
                  </a:lnTo>
                  <a:lnTo>
                    <a:pt x="53790" y="4261"/>
                  </a:lnTo>
                  <a:lnTo>
                    <a:pt x="53977" y="4508"/>
                  </a:lnTo>
                  <a:lnTo>
                    <a:pt x="54164" y="4755"/>
                  </a:lnTo>
                  <a:lnTo>
                    <a:pt x="54351" y="5020"/>
                  </a:lnTo>
                  <a:lnTo>
                    <a:pt x="54538" y="5289"/>
                  </a:lnTo>
                  <a:lnTo>
                    <a:pt x="54725" y="5557"/>
                  </a:lnTo>
                  <a:lnTo>
                    <a:pt x="54912" y="5826"/>
                  </a:lnTo>
                  <a:lnTo>
                    <a:pt x="55099" y="6095"/>
                  </a:lnTo>
                  <a:lnTo>
                    <a:pt x="55286" y="6364"/>
                  </a:lnTo>
                  <a:lnTo>
                    <a:pt x="55473" y="6633"/>
                  </a:lnTo>
                  <a:lnTo>
                    <a:pt x="55660" y="6902"/>
                  </a:lnTo>
                  <a:lnTo>
                    <a:pt x="55846" y="7171"/>
                  </a:lnTo>
                  <a:lnTo>
                    <a:pt x="56033" y="7440"/>
                  </a:lnTo>
                  <a:lnTo>
                    <a:pt x="56220" y="7708"/>
                  </a:lnTo>
                  <a:lnTo>
                    <a:pt x="56407" y="7977"/>
                  </a:lnTo>
                  <a:lnTo>
                    <a:pt x="56594" y="8242"/>
                  </a:lnTo>
                  <a:lnTo>
                    <a:pt x="56781" y="8489"/>
                  </a:lnTo>
                  <a:lnTo>
                    <a:pt x="56968" y="8736"/>
                  </a:lnTo>
                  <a:lnTo>
                    <a:pt x="57155" y="8959"/>
                  </a:lnTo>
                  <a:lnTo>
                    <a:pt x="57342" y="8959"/>
                  </a:lnTo>
                  <a:lnTo>
                    <a:pt x="57529" y="8959"/>
                  </a:lnTo>
                  <a:lnTo>
                    <a:pt x="57716" y="8959"/>
                  </a:lnTo>
                  <a:lnTo>
                    <a:pt x="57903" y="8959"/>
                  </a:lnTo>
                  <a:lnTo>
                    <a:pt x="58089" y="8959"/>
                  </a:lnTo>
                  <a:lnTo>
                    <a:pt x="58276" y="8959"/>
                  </a:lnTo>
                  <a:lnTo>
                    <a:pt x="58463" y="8959"/>
                  </a:lnTo>
                  <a:lnTo>
                    <a:pt x="58650" y="8959"/>
                  </a:lnTo>
                  <a:lnTo>
                    <a:pt x="58837" y="8959"/>
                  </a:lnTo>
                  <a:lnTo>
                    <a:pt x="59024" y="8959"/>
                  </a:lnTo>
                  <a:lnTo>
                    <a:pt x="59211" y="8959"/>
                  </a:lnTo>
                  <a:lnTo>
                    <a:pt x="59398" y="9206"/>
                  </a:lnTo>
                  <a:lnTo>
                    <a:pt x="59585" y="9503"/>
                  </a:lnTo>
                  <a:lnTo>
                    <a:pt x="59772" y="9978"/>
                  </a:lnTo>
                  <a:lnTo>
                    <a:pt x="59959" y="10577"/>
                  </a:lnTo>
                  <a:lnTo>
                    <a:pt x="60146" y="11176"/>
                  </a:lnTo>
                  <a:lnTo>
                    <a:pt x="60333" y="11775"/>
                  </a:lnTo>
                  <a:lnTo>
                    <a:pt x="60519" y="12374"/>
                  </a:lnTo>
                  <a:lnTo>
                    <a:pt x="60706" y="13080"/>
                  </a:lnTo>
                  <a:lnTo>
                    <a:pt x="60893" y="13844"/>
                  </a:lnTo>
                  <a:lnTo>
                    <a:pt x="61080" y="14608"/>
                  </a:lnTo>
                  <a:lnTo>
                    <a:pt x="61267" y="15372"/>
                  </a:lnTo>
                  <a:lnTo>
                    <a:pt x="61454" y="16136"/>
                  </a:lnTo>
                  <a:lnTo>
                    <a:pt x="61641" y="16908"/>
                  </a:lnTo>
                  <a:lnTo>
                    <a:pt x="61828" y="17837"/>
                  </a:lnTo>
                  <a:lnTo>
                    <a:pt x="62015" y="18766"/>
                  </a:lnTo>
                  <a:lnTo>
                    <a:pt x="62173" y="1953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38475" y="6353946"/>
              <a:ext cx="1094" cy="198"/>
            </a:xfrm>
            <a:custGeom>
              <a:avLst/>
              <a:pathLst>
                <a:path w="1094" h="198">
                  <a:moveTo>
                    <a:pt x="0" y="198"/>
                  </a:moveTo>
                  <a:lnTo>
                    <a:pt x="178" y="41"/>
                  </a:lnTo>
                  <a:lnTo>
                    <a:pt x="365" y="0"/>
                  </a:lnTo>
                  <a:lnTo>
                    <a:pt x="551" y="0"/>
                  </a:lnTo>
                  <a:lnTo>
                    <a:pt x="738" y="0"/>
                  </a:lnTo>
                  <a:lnTo>
                    <a:pt x="925" y="0"/>
                  </a:lnTo>
                  <a:lnTo>
                    <a:pt x="1094" y="19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53706" y="6348953"/>
              <a:ext cx="9117" cy="5191"/>
            </a:xfrm>
            <a:custGeom>
              <a:avLst/>
              <a:pathLst>
                <a:path w="9117" h="5191">
                  <a:moveTo>
                    <a:pt x="0" y="5191"/>
                  </a:moveTo>
                  <a:lnTo>
                    <a:pt x="87" y="4910"/>
                  </a:lnTo>
                  <a:lnTo>
                    <a:pt x="274" y="4311"/>
                  </a:lnTo>
                  <a:lnTo>
                    <a:pt x="461" y="3712"/>
                  </a:lnTo>
                  <a:lnTo>
                    <a:pt x="648" y="3114"/>
                  </a:lnTo>
                  <a:lnTo>
                    <a:pt x="835" y="2515"/>
                  </a:lnTo>
                  <a:lnTo>
                    <a:pt x="1022" y="1924"/>
                  </a:lnTo>
                  <a:lnTo>
                    <a:pt x="1208" y="1490"/>
                  </a:lnTo>
                  <a:lnTo>
                    <a:pt x="1395" y="1056"/>
                  </a:lnTo>
                  <a:lnTo>
                    <a:pt x="1582" y="762"/>
                  </a:lnTo>
                  <a:lnTo>
                    <a:pt x="1769" y="494"/>
                  </a:lnTo>
                  <a:lnTo>
                    <a:pt x="1956" y="247"/>
                  </a:lnTo>
                  <a:lnTo>
                    <a:pt x="2143" y="0"/>
                  </a:lnTo>
                  <a:lnTo>
                    <a:pt x="2330" y="0"/>
                  </a:lnTo>
                  <a:lnTo>
                    <a:pt x="2517" y="0"/>
                  </a:lnTo>
                  <a:lnTo>
                    <a:pt x="2704" y="0"/>
                  </a:lnTo>
                  <a:lnTo>
                    <a:pt x="2891" y="0"/>
                  </a:lnTo>
                  <a:lnTo>
                    <a:pt x="3078" y="0"/>
                  </a:lnTo>
                  <a:lnTo>
                    <a:pt x="3265" y="0"/>
                  </a:lnTo>
                  <a:lnTo>
                    <a:pt x="3452" y="0"/>
                  </a:lnTo>
                  <a:lnTo>
                    <a:pt x="3638" y="227"/>
                  </a:lnTo>
                  <a:lnTo>
                    <a:pt x="3825" y="474"/>
                  </a:lnTo>
                  <a:lnTo>
                    <a:pt x="4012" y="721"/>
                  </a:lnTo>
                  <a:lnTo>
                    <a:pt x="4199" y="968"/>
                  </a:lnTo>
                  <a:lnTo>
                    <a:pt x="4386" y="1237"/>
                  </a:lnTo>
                  <a:lnTo>
                    <a:pt x="4573" y="1506"/>
                  </a:lnTo>
                  <a:lnTo>
                    <a:pt x="4760" y="1775"/>
                  </a:lnTo>
                  <a:lnTo>
                    <a:pt x="4947" y="2044"/>
                  </a:lnTo>
                  <a:lnTo>
                    <a:pt x="5134" y="2313"/>
                  </a:lnTo>
                  <a:lnTo>
                    <a:pt x="5321" y="2581"/>
                  </a:lnTo>
                  <a:lnTo>
                    <a:pt x="5508" y="2850"/>
                  </a:lnTo>
                  <a:lnTo>
                    <a:pt x="5695" y="3119"/>
                  </a:lnTo>
                  <a:lnTo>
                    <a:pt x="5882" y="3388"/>
                  </a:lnTo>
                  <a:lnTo>
                    <a:pt x="6068" y="3657"/>
                  </a:lnTo>
                  <a:lnTo>
                    <a:pt x="6255" y="3926"/>
                  </a:lnTo>
                  <a:lnTo>
                    <a:pt x="6442" y="4173"/>
                  </a:lnTo>
                  <a:lnTo>
                    <a:pt x="6629" y="4420"/>
                  </a:lnTo>
                  <a:lnTo>
                    <a:pt x="6816" y="4667"/>
                  </a:lnTo>
                  <a:lnTo>
                    <a:pt x="7003" y="4895"/>
                  </a:lnTo>
                  <a:lnTo>
                    <a:pt x="7190" y="4895"/>
                  </a:lnTo>
                  <a:lnTo>
                    <a:pt x="7377" y="4895"/>
                  </a:lnTo>
                  <a:lnTo>
                    <a:pt x="7564" y="4895"/>
                  </a:lnTo>
                  <a:lnTo>
                    <a:pt x="7751" y="4895"/>
                  </a:lnTo>
                  <a:lnTo>
                    <a:pt x="7938" y="4895"/>
                  </a:lnTo>
                  <a:lnTo>
                    <a:pt x="8125" y="5051"/>
                  </a:lnTo>
                  <a:lnTo>
                    <a:pt x="8311" y="4956"/>
                  </a:lnTo>
                  <a:lnTo>
                    <a:pt x="8498" y="4833"/>
                  </a:lnTo>
                  <a:lnTo>
                    <a:pt x="8685" y="4828"/>
                  </a:lnTo>
                  <a:lnTo>
                    <a:pt x="8872" y="4913"/>
                  </a:lnTo>
                  <a:lnTo>
                    <a:pt x="9059" y="5125"/>
                  </a:lnTo>
                  <a:lnTo>
                    <a:pt x="9117" y="519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4470" y="6325942"/>
              <a:ext cx="40443" cy="28202"/>
            </a:xfrm>
            <a:custGeom>
              <a:avLst/>
              <a:pathLst>
                <a:path w="40443" h="28202">
                  <a:moveTo>
                    <a:pt x="0" y="28202"/>
                  </a:moveTo>
                  <a:lnTo>
                    <a:pt x="166" y="27428"/>
                  </a:lnTo>
                  <a:lnTo>
                    <a:pt x="353" y="26420"/>
                  </a:lnTo>
                  <a:lnTo>
                    <a:pt x="540" y="25427"/>
                  </a:lnTo>
                  <a:lnTo>
                    <a:pt x="727" y="24334"/>
                  </a:lnTo>
                  <a:lnTo>
                    <a:pt x="914" y="23398"/>
                  </a:lnTo>
                  <a:lnTo>
                    <a:pt x="1101" y="22495"/>
                  </a:lnTo>
                  <a:lnTo>
                    <a:pt x="1287" y="21723"/>
                  </a:lnTo>
                  <a:lnTo>
                    <a:pt x="1474" y="20984"/>
                  </a:lnTo>
                  <a:lnTo>
                    <a:pt x="1661" y="20241"/>
                  </a:lnTo>
                  <a:lnTo>
                    <a:pt x="1848" y="19427"/>
                  </a:lnTo>
                  <a:lnTo>
                    <a:pt x="2035" y="18614"/>
                  </a:lnTo>
                  <a:lnTo>
                    <a:pt x="2222" y="17729"/>
                  </a:lnTo>
                  <a:lnTo>
                    <a:pt x="2409" y="16830"/>
                  </a:lnTo>
                  <a:lnTo>
                    <a:pt x="2596" y="15912"/>
                  </a:lnTo>
                  <a:lnTo>
                    <a:pt x="2783" y="15059"/>
                  </a:lnTo>
                  <a:lnTo>
                    <a:pt x="2970" y="14478"/>
                  </a:lnTo>
                  <a:lnTo>
                    <a:pt x="3157" y="13913"/>
                  </a:lnTo>
                  <a:lnTo>
                    <a:pt x="3344" y="13479"/>
                  </a:lnTo>
                  <a:lnTo>
                    <a:pt x="3531" y="13144"/>
                  </a:lnTo>
                  <a:lnTo>
                    <a:pt x="3717" y="12897"/>
                  </a:lnTo>
                  <a:lnTo>
                    <a:pt x="3904" y="12669"/>
                  </a:lnTo>
                  <a:lnTo>
                    <a:pt x="4091" y="12669"/>
                  </a:lnTo>
                  <a:lnTo>
                    <a:pt x="4278" y="12669"/>
                  </a:lnTo>
                  <a:lnTo>
                    <a:pt x="4465" y="12669"/>
                  </a:lnTo>
                  <a:lnTo>
                    <a:pt x="4652" y="12669"/>
                  </a:lnTo>
                  <a:lnTo>
                    <a:pt x="4839" y="12669"/>
                  </a:lnTo>
                  <a:lnTo>
                    <a:pt x="5026" y="12669"/>
                  </a:lnTo>
                  <a:lnTo>
                    <a:pt x="5213" y="12669"/>
                  </a:lnTo>
                  <a:lnTo>
                    <a:pt x="5400" y="12669"/>
                  </a:lnTo>
                  <a:lnTo>
                    <a:pt x="5587" y="12669"/>
                  </a:lnTo>
                  <a:lnTo>
                    <a:pt x="5774" y="12669"/>
                  </a:lnTo>
                  <a:lnTo>
                    <a:pt x="5960" y="12669"/>
                  </a:lnTo>
                  <a:lnTo>
                    <a:pt x="6147" y="12669"/>
                  </a:lnTo>
                  <a:lnTo>
                    <a:pt x="6334" y="12669"/>
                  </a:lnTo>
                  <a:lnTo>
                    <a:pt x="6521" y="12669"/>
                  </a:lnTo>
                  <a:lnTo>
                    <a:pt x="6708" y="12669"/>
                  </a:lnTo>
                  <a:lnTo>
                    <a:pt x="6895" y="12669"/>
                  </a:lnTo>
                  <a:lnTo>
                    <a:pt x="7082" y="12669"/>
                  </a:lnTo>
                  <a:lnTo>
                    <a:pt x="7269" y="12669"/>
                  </a:lnTo>
                  <a:lnTo>
                    <a:pt x="7456" y="12669"/>
                  </a:lnTo>
                  <a:lnTo>
                    <a:pt x="7643" y="12669"/>
                  </a:lnTo>
                  <a:lnTo>
                    <a:pt x="7830" y="12669"/>
                  </a:lnTo>
                  <a:lnTo>
                    <a:pt x="8017" y="12669"/>
                  </a:lnTo>
                  <a:lnTo>
                    <a:pt x="8204" y="12669"/>
                  </a:lnTo>
                  <a:lnTo>
                    <a:pt x="8390" y="12669"/>
                  </a:lnTo>
                  <a:lnTo>
                    <a:pt x="8577" y="12669"/>
                  </a:lnTo>
                  <a:lnTo>
                    <a:pt x="8764" y="12669"/>
                  </a:lnTo>
                  <a:lnTo>
                    <a:pt x="8951" y="12669"/>
                  </a:lnTo>
                  <a:lnTo>
                    <a:pt x="9138" y="12669"/>
                  </a:lnTo>
                  <a:lnTo>
                    <a:pt x="9325" y="12669"/>
                  </a:lnTo>
                  <a:lnTo>
                    <a:pt x="9512" y="12669"/>
                  </a:lnTo>
                  <a:lnTo>
                    <a:pt x="9699" y="12669"/>
                  </a:lnTo>
                  <a:lnTo>
                    <a:pt x="9886" y="12669"/>
                  </a:lnTo>
                  <a:lnTo>
                    <a:pt x="10073" y="12669"/>
                  </a:lnTo>
                  <a:lnTo>
                    <a:pt x="10260" y="12529"/>
                  </a:lnTo>
                  <a:lnTo>
                    <a:pt x="10447" y="12364"/>
                  </a:lnTo>
                  <a:lnTo>
                    <a:pt x="10634" y="12199"/>
                  </a:lnTo>
                  <a:lnTo>
                    <a:pt x="10820" y="12034"/>
                  </a:lnTo>
                  <a:lnTo>
                    <a:pt x="11007" y="11869"/>
                  </a:lnTo>
                  <a:lnTo>
                    <a:pt x="11194" y="11704"/>
                  </a:lnTo>
                  <a:lnTo>
                    <a:pt x="11381" y="11539"/>
                  </a:lnTo>
                  <a:lnTo>
                    <a:pt x="11568" y="11374"/>
                  </a:lnTo>
                  <a:lnTo>
                    <a:pt x="11755" y="11208"/>
                  </a:lnTo>
                  <a:lnTo>
                    <a:pt x="11942" y="11043"/>
                  </a:lnTo>
                  <a:lnTo>
                    <a:pt x="12129" y="10788"/>
                  </a:lnTo>
                  <a:lnTo>
                    <a:pt x="12316" y="10458"/>
                  </a:lnTo>
                  <a:lnTo>
                    <a:pt x="12503" y="10128"/>
                  </a:lnTo>
                  <a:lnTo>
                    <a:pt x="12690" y="9797"/>
                  </a:lnTo>
                  <a:lnTo>
                    <a:pt x="12877" y="9467"/>
                  </a:lnTo>
                  <a:lnTo>
                    <a:pt x="13063" y="9278"/>
                  </a:lnTo>
                  <a:lnTo>
                    <a:pt x="13250" y="9113"/>
                  </a:lnTo>
                  <a:lnTo>
                    <a:pt x="13437" y="8947"/>
                  </a:lnTo>
                  <a:lnTo>
                    <a:pt x="13624" y="8782"/>
                  </a:lnTo>
                  <a:lnTo>
                    <a:pt x="13811" y="8617"/>
                  </a:lnTo>
                  <a:lnTo>
                    <a:pt x="13998" y="8452"/>
                  </a:lnTo>
                  <a:lnTo>
                    <a:pt x="14185" y="8287"/>
                  </a:lnTo>
                  <a:lnTo>
                    <a:pt x="14372" y="8122"/>
                  </a:lnTo>
                  <a:lnTo>
                    <a:pt x="14559" y="7957"/>
                  </a:lnTo>
                  <a:lnTo>
                    <a:pt x="14746" y="7792"/>
                  </a:lnTo>
                  <a:lnTo>
                    <a:pt x="14933" y="7718"/>
                  </a:lnTo>
                  <a:lnTo>
                    <a:pt x="15120" y="7718"/>
                  </a:lnTo>
                  <a:lnTo>
                    <a:pt x="15307" y="7718"/>
                  </a:lnTo>
                  <a:lnTo>
                    <a:pt x="15493" y="7718"/>
                  </a:lnTo>
                  <a:lnTo>
                    <a:pt x="15680" y="7718"/>
                  </a:lnTo>
                  <a:lnTo>
                    <a:pt x="15867" y="7718"/>
                  </a:lnTo>
                  <a:lnTo>
                    <a:pt x="16054" y="7718"/>
                  </a:lnTo>
                  <a:lnTo>
                    <a:pt x="16241" y="7718"/>
                  </a:lnTo>
                  <a:lnTo>
                    <a:pt x="16428" y="7718"/>
                  </a:lnTo>
                  <a:lnTo>
                    <a:pt x="16615" y="7718"/>
                  </a:lnTo>
                  <a:lnTo>
                    <a:pt x="16802" y="7718"/>
                  </a:lnTo>
                  <a:lnTo>
                    <a:pt x="16989" y="7718"/>
                  </a:lnTo>
                  <a:lnTo>
                    <a:pt x="17176" y="7718"/>
                  </a:lnTo>
                  <a:lnTo>
                    <a:pt x="17363" y="7718"/>
                  </a:lnTo>
                  <a:lnTo>
                    <a:pt x="17550" y="7718"/>
                  </a:lnTo>
                  <a:lnTo>
                    <a:pt x="17737" y="7718"/>
                  </a:lnTo>
                  <a:lnTo>
                    <a:pt x="17923" y="7718"/>
                  </a:lnTo>
                  <a:lnTo>
                    <a:pt x="18110" y="7718"/>
                  </a:lnTo>
                  <a:lnTo>
                    <a:pt x="18297" y="7718"/>
                  </a:lnTo>
                  <a:lnTo>
                    <a:pt x="18484" y="7718"/>
                  </a:lnTo>
                  <a:lnTo>
                    <a:pt x="18671" y="7718"/>
                  </a:lnTo>
                  <a:lnTo>
                    <a:pt x="18858" y="7718"/>
                  </a:lnTo>
                  <a:lnTo>
                    <a:pt x="19045" y="7718"/>
                  </a:lnTo>
                  <a:lnTo>
                    <a:pt x="19232" y="7718"/>
                  </a:lnTo>
                  <a:lnTo>
                    <a:pt x="19419" y="7718"/>
                  </a:lnTo>
                  <a:lnTo>
                    <a:pt x="19606" y="7938"/>
                  </a:lnTo>
                  <a:lnTo>
                    <a:pt x="19793" y="8185"/>
                  </a:lnTo>
                  <a:lnTo>
                    <a:pt x="19980" y="8432"/>
                  </a:lnTo>
                  <a:lnTo>
                    <a:pt x="20166" y="8697"/>
                  </a:lnTo>
                  <a:lnTo>
                    <a:pt x="20353" y="8966"/>
                  </a:lnTo>
                  <a:lnTo>
                    <a:pt x="20540" y="9235"/>
                  </a:lnTo>
                  <a:lnTo>
                    <a:pt x="20727" y="9504"/>
                  </a:lnTo>
                  <a:lnTo>
                    <a:pt x="20914" y="9773"/>
                  </a:lnTo>
                  <a:lnTo>
                    <a:pt x="21101" y="9951"/>
                  </a:lnTo>
                  <a:lnTo>
                    <a:pt x="21288" y="10100"/>
                  </a:lnTo>
                  <a:lnTo>
                    <a:pt x="21475" y="10249"/>
                  </a:lnTo>
                  <a:lnTo>
                    <a:pt x="21662" y="10325"/>
                  </a:lnTo>
                  <a:lnTo>
                    <a:pt x="21849" y="10354"/>
                  </a:lnTo>
                  <a:lnTo>
                    <a:pt x="22036" y="10382"/>
                  </a:lnTo>
                  <a:lnTo>
                    <a:pt x="22223" y="10404"/>
                  </a:lnTo>
                  <a:lnTo>
                    <a:pt x="22410" y="10307"/>
                  </a:lnTo>
                  <a:lnTo>
                    <a:pt x="22596" y="10182"/>
                  </a:lnTo>
                  <a:lnTo>
                    <a:pt x="22783" y="10058"/>
                  </a:lnTo>
                  <a:lnTo>
                    <a:pt x="22970" y="9771"/>
                  </a:lnTo>
                  <a:lnTo>
                    <a:pt x="23157" y="9111"/>
                  </a:lnTo>
                  <a:lnTo>
                    <a:pt x="23344" y="8451"/>
                  </a:lnTo>
                  <a:lnTo>
                    <a:pt x="23531" y="7790"/>
                  </a:lnTo>
                  <a:lnTo>
                    <a:pt x="23718" y="6883"/>
                  </a:lnTo>
                  <a:lnTo>
                    <a:pt x="23905" y="6100"/>
                  </a:lnTo>
                  <a:lnTo>
                    <a:pt x="24092" y="5358"/>
                  </a:lnTo>
                  <a:lnTo>
                    <a:pt x="24279" y="4616"/>
                  </a:lnTo>
                  <a:lnTo>
                    <a:pt x="24466" y="3951"/>
                  </a:lnTo>
                  <a:lnTo>
                    <a:pt x="24653" y="3352"/>
                  </a:lnTo>
                  <a:lnTo>
                    <a:pt x="24839" y="2753"/>
                  </a:lnTo>
                  <a:lnTo>
                    <a:pt x="25026" y="2162"/>
                  </a:lnTo>
                  <a:lnTo>
                    <a:pt x="25213" y="1728"/>
                  </a:lnTo>
                  <a:lnTo>
                    <a:pt x="25400" y="1294"/>
                  </a:lnTo>
                  <a:lnTo>
                    <a:pt x="25587" y="860"/>
                  </a:lnTo>
                  <a:lnTo>
                    <a:pt x="25774" y="583"/>
                  </a:lnTo>
                  <a:lnTo>
                    <a:pt x="25961" y="314"/>
                  </a:lnTo>
                  <a:lnTo>
                    <a:pt x="26148" y="45"/>
                  </a:lnTo>
                  <a:lnTo>
                    <a:pt x="26335" y="0"/>
                  </a:lnTo>
                  <a:lnTo>
                    <a:pt x="26522" y="0"/>
                  </a:lnTo>
                  <a:lnTo>
                    <a:pt x="26709" y="21"/>
                  </a:lnTo>
                  <a:lnTo>
                    <a:pt x="26896" y="175"/>
                  </a:lnTo>
                  <a:lnTo>
                    <a:pt x="27083" y="370"/>
                  </a:lnTo>
                  <a:lnTo>
                    <a:pt x="27269" y="786"/>
                  </a:lnTo>
                  <a:lnTo>
                    <a:pt x="27456" y="1202"/>
                  </a:lnTo>
                  <a:lnTo>
                    <a:pt x="27643" y="1618"/>
                  </a:lnTo>
                  <a:lnTo>
                    <a:pt x="27830" y="2034"/>
                  </a:lnTo>
                  <a:lnTo>
                    <a:pt x="28017" y="2451"/>
                  </a:lnTo>
                  <a:lnTo>
                    <a:pt x="28204" y="2867"/>
                  </a:lnTo>
                  <a:lnTo>
                    <a:pt x="28391" y="3291"/>
                  </a:lnTo>
                  <a:lnTo>
                    <a:pt x="28578" y="3872"/>
                  </a:lnTo>
                  <a:lnTo>
                    <a:pt x="28765" y="4487"/>
                  </a:lnTo>
                  <a:lnTo>
                    <a:pt x="28952" y="5233"/>
                  </a:lnTo>
                  <a:lnTo>
                    <a:pt x="29139" y="5985"/>
                  </a:lnTo>
                  <a:lnTo>
                    <a:pt x="29326" y="6738"/>
                  </a:lnTo>
                  <a:lnTo>
                    <a:pt x="29513" y="7337"/>
                  </a:lnTo>
                  <a:lnTo>
                    <a:pt x="29699" y="7914"/>
                  </a:lnTo>
                  <a:lnTo>
                    <a:pt x="29886" y="8491"/>
                  </a:lnTo>
                  <a:lnTo>
                    <a:pt x="30073" y="8821"/>
                  </a:lnTo>
                  <a:lnTo>
                    <a:pt x="30260" y="9151"/>
                  </a:lnTo>
                  <a:lnTo>
                    <a:pt x="30447" y="9481"/>
                  </a:lnTo>
                  <a:lnTo>
                    <a:pt x="30634" y="9811"/>
                  </a:lnTo>
                  <a:lnTo>
                    <a:pt x="30821" y="10141"/>
                  </a:lnTo>
                  <a:lnTo>
                    <a:pt x="31008" y="10472"/>
                  </a:lnTo>
                  <a:lnTo>
                    <a:pt x="31195" y="10793"/>
                  </a:lnTo>
                  <a:lnTo>
                    <a:pt x="31382" y="10958"/>
                  </a:lnTo>
                  <a:lnTo>
                    <a:pt x="31569" y="11090"/>
                  </a:lnTo>
                  <a:lnTo>
                    <a:pt x="31756" y="11090"/>
                  </a:lnTo>
                  <a:lnTo>
                    <a:pt x="31942" y="11090"/>
                  </a:lnTo>
                  <a:lnTo>
                    <a:pt x="32129" y="11090"/>
                  </a:lnTo>
                  <a:lnTo>
                    <a:pt x="32316" y="11090"/>
                  </a:lnTo>
                  <a:lnTo>
                    <a:pt x="32503" y="11090"/>
                  </a:lnTo>
                  <a:lnTo>
                    <a:pt x="32690" y="11090"/>
                  </a:lnTo>
                  <a:lnTo>
                    <a:pt x="32877" y="11090"/>
                  </a:lnTo>
                  <a:lnTo>
                    <a:pt x="33064" y="11090"/>
                  </a:lnTo>
                  <a:lnTo>
                    <a:pt x="33251" y="11090"/>
                  </a:lnTo>
                  <a:lnTo>
                    <a:pt x="33438" y="11090"/>
                  </a:lnTo>
                  <a:lnTo>
                    <a:pt x="33625" y="11090"/>
                  </a:lnTo>
                  <a:lnTo>
                    <a:pt x="33812" y="11090"/>
                  </a:lnTo>
                  <a:lnTo>
                    <a:pt x="33999" y="11090"/>
                  </a:lnTo>
                  <a:lnTo>
                    <a:pt x="34186" y="11090"/>
                  </a:lnTo>
                  <a:lnTo>
                    <a:pt x="34372" y="11090"/>
                  </a:lnTo>
                  <a:lnTo>
                    <a:pt x="34559" y="11090"/>
                  </a:lnTo>
                  <a:lnTo>
                    <a:pt x="34746" y="11090"/>
                  </a:lnTo>
                  <a:lnTo>
                    <a:pt x="34933" y="11090"/>
                  </a:lnTo>
                  <a:lnTo>
                    <a:pt x="35120" y="11090"/>
                  </a:lnTo>
                  <a:lnTo>
                    <a:pt x="35307" y="11090"/>
                  </a:lnTo>
                  <a:lnTo>
                    <a:pt x="35494" y="11313"/>
                  </a:lnTo>
                  <a:lnTo>
                    <a:pt x="35681" y="11643"/>
                  </a:lnTo>
                  <a:lnTo>
                    <a:pt x="35868" y="12105"/>
                  </a:lnTo>
                  <a:lnTo>
                    <a:pt x="36055" y="12600"/>
                  </a:lnTo>
                  <a:lnTo>
                    <a:pt x="36242" y="13096"/>
                  </a:lnTo>
                  <a:lnTo>
                    <a:pt x="36429" y="13591"/>
                  </a:lnTo>
                  <a:lnTo>
                    <a:pt x="36616" y="14086"/>
                  </a:lnTo>
                  <a:lnTo>
                    <a:pt x="36802" y="14581"/>
                  </a:lnTo>
                  <a:lnTo>
                    <a:pt x="36989" y="15076"/>
                  </a:lnTo>
                  <a:lnTo>
                    <a:pt x="37176" y="15571"/>
                  </a:lnTo>
                  <a:lnTo>
                    <a:pt x="37363" y="16215"/>
                  </a:lnTo>
                  <a:lnTo>
                    <a:pt x="37550" y="17040"/>
                  </a:lnTo>
                  <a:lnTo>
                    <a:pt x="37737" y="17865"/>
                  </a:lnTo>
                  <a:lnTo>
                    <a:pt x="37924" y="18690"/>
                  </a:lnTo>
                  <a:lnTo>
                    <a:pt x="38111" y="19615"/>
                  </a:lnTo>
                  <a:lnTo>
                    <a:pt x="38298" y="20382"/>
                  </a:lnTo>
                  <a:lnTo>
                    <a:pt x="38485" y="21042"/>
                  </a:lnTo>
                  <a:lnTo>
                    <a:pt x="38672" y="21570"/>
                  </a:lnTo>
                  <a:lnTo>
                    <a:pt x="38859" y="22065"/>
                  </a:lnTo>
                  <a:lnTo>
                    <a:pt x="39045" y="22560"/>
                  </a:lnTo>
                  <a:lnTo>
                    <a:pt x="39232" y="23056"/>
                  </a:lnTo>
                  <a:lnTo>
                    <a:pt x="39419" y="23551"/>
                  </a:lnTo>
                  <a:lnTo>
                    <a:pt x="39606" y="24315"/>
                  </a:lnTo>
                  <a:lnTo>
                    <a:pt x="39793" y="25226"/>
                  </a:lnTo>
                  <a:lnTo>
                    <a:pt x="39980" y="26218"/>
                  </a:lnTo>
                  <a:lnTo>
                    <a:pt x="40167" y="27107"/>
                  </a:lnTo>
                  <a:lnTo>
                    <a:pt x="40354" y="27850"/>
                  </a:lnTo>
                  <a:lnTo>
                    <a:pt x="40443" y="2820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910117" y="6351049"/>
              <a:ext cx="16952" cy="3095"/>
            </a:xfrm>
            <a:custGeom>
              <a:avLst/>
              <a:pathLst>
                <a:path w="16952" h="3095">
                  <a:moveTo>
                    <a:pt x="0" y="3095"/>
                  </a:moveTo>
                  <a:lnTo>
                    <a:pt x="129" y="2751"/>
                  </a:lnTo>
                  <a:lnTo>
                    <a:pt x="316" y="2254"/>
                  </a:lnTo>
                  <a:lnTo>
                    <a:pt x="503" y="1757"/>
                  </a:lnTo>
                  <a:lnTo>
                    <a:pt x="690" y="1479"/>
                  </a:lnTo>
                  <a:lnTo>
                    <a:pt x="877" y="1328"/>
                  </a:lnTo>
                  <a:lnTo>
                    <a:pt x="1063" y="1180"/>
                  </a:lnTo>
                  <a:lnTo>
                    <a:pt x="1250" y="1033"/>
                  </a:lnTo>
                  <a:lnTo>
                    <a:pt x="1437" y="886"/>
                  </a:lnTo>
                  <a:lnTo>
                    <a:pt x="1624" y="732"/>
                  </a:lnTo>
                  <a:lnTo>
                    <a:pt x="1811" y="579"/>
                  </a:lnTo>
                  <a:lnTo>
                    <a:pt x="1998" y="447"/>
                  </a:lnTo>
                  <a:lnTo>
                    <a:pt x="2185" y="451"/>
                  </a:lnTo>
                  <a:lnTo>
                    <a:pt x="2372" y="472"/>
                  </a:lnTo>
                  <a:lnTo>
                    <a:pt x="2559" y="741"/>
                  </a:lnTo>
                  <a:lnTo>
                    <a:pt x="2746" y="1010"/>
                  </a:lnTo>
                  <a:lnTo>
                    <a:pt x="2933" y="1279"/>
                  </a:lnTo>
                  <a:lnTo>
                    <a:pt x="3120" y="1548"/>
                  </a:lnTo>
                  <a:lnTo>
                    <a:pt x="3306" y="1817"/>
                  </a:lnTo>
                  <a:lnTo>
                    <a:pt x="3493" y="2064"/>
                  </a:lnTo>
                  <a:lnTo>
                    <a:pt x="3680" y="2284"/>
                  </a:lnTo>
                  <a:lnTo>
                    <a:pt x="3867" y="2284"/>
                  </a:lnTo>
                  <a:lnTo>
                    <a:pt x="4054" y="2284"/>
                  </a:lnTo>
                  <a:lnTo>
                    <a:pt x="4241" y="2284"/>
                  </a:lnTo>
                  <a:lnTo>
                    <a:pt x="4428" y="2284"/>
                  </a:lnTo>
                  <a:lnTo>
                    <a:pt x="4615" y="2284"/>
                  </a:lnTo>
                  <a:lnTo>
                    <a:pt x="4802" y="2284"/>
                  </a:lnTo>
                  <a:lnTo>
                    <a:pt x="4989" y="2284"/>
                  </a:lnTo>
                  <a:lnTo>
                    <a:pt x="5176" y="2284"/>
                  </a:lnTo>
                  <a:lnTo>
                    <a:pt x="5363" y="2284"/>
                  </a:lnTo>
                  <a:lnTo>
                    <a:pt x="5550" y="2284"/>
                  </a:lnTo>
                  <a:lnTo>
                    <a:pt x="5736" y="2284"/>
                  </a:lnTo>
                  <a:lnTo>
                    <a:pt x="5923" y="2284"/>
                  </a:lnTo>
                  <a:lnTo>
                    <a:pt x="6110" y="2284"/>
                  </a:lnTo>
                  <a:lnTo>
                    <a:pt x="6297" y="2284"/>
                  </a:lnTo>
                  <a:lnTo>
                    <a:pt x="6484" y="2284"/>
                  </a:lnTo>
                  <a:lnTo>
                    <a:pt x="6671" y="2284"/>
                  </a:lnTo>
                  <a:lnTo>
                    <a:pt x="6858" y="2284"/>
                  </a:lnTo>
                  <a:lnTo>
                    <a:pt x="7045" y="2284"/>
                  </a:lnTo>
                  <a:lnTo>
                    <a:pt x="7232" y="2284"/>
                  </a:lnTo>
                  <a:lnTo>
                    <a:pt x="7419" y="2284"/>
                  </a:lnTo>
                  <a:lnTo>
                    <a:pt x="7606" y="2284"/>
                  </a:lnTo>
                  <a:lnTo>
                    <a:pt x="7793" y="2284"/>
                  </a:lnTo>
                  <a:lnTo>
                    <a:pt x="7979" y="2284"/>
                  </a:lnTo>
                  <a:lnTo>
                    <a:pt x="8166" y="2284"/>
                  </a:lnTo>
                  <a:lnTo>
                    <a:pt x="8353" y="2284"/>
                  </a:lnTo>
                  <a:lnTo>
                    <a:pt x="8540" y="2284"/>
                  </a:lnTo>
                  <a:lnTo>
                    <a:pt x="8727" y="2284"/>
                  </a:lnTo>
                  <a:lnTo>
                    <a:pt x="8914" y="2284"/>
                  </a:lnTo>
                  <a:lnTo>
                    <a:pt x="9101" y="2284"/>
                  </a:lnTo>
                  <a:lnTo>
                    <a:pt x="9288" y="2284"/>
                  </a:lnTo>
                  <a:lnTo>
                    <a:pt x="9475" y="2064"/>
                  </a:lnTo>
                  <a:lnTo>
                    <a:pt x="9662" y="1817"/>
                  </a:lnTo>
                  <a:lnTo>
                    <a:pt x="9849" y="1548"/>
                  </a:lnTo>
                  <a:lnTo>
                    <a:pt x="10036" y="1279"/>
                  </a:lnTo>
                  <a:lnTo>
                    <a:pt x="10223" y="1010"/>
                  </a:lnTo>
                  <a:lnTo>
                    <a:pt x="10409" y="741"/>
                  </a:lnTo>
                  <a:lnTo>
                    <a:pt x="10596" y="472"/>
                  </a:lnTo>
                  <a:lnTo>
                    <a:pt x="10783" y="312"/>
                  </a:lnTo>
                  <a:lnTo>
                    <a:pt x="10970" y="193"/>
                  </a:lnTo>
                  <a:lnTo>
                    <a:pt x="11157" y="165"/>
                  </a:lnTo>
                  <a:lnTo>
                    <a:pt x="11344" y="136"/>
                  </a:lnTo>
                  <a:lnTo>
                    <a:pt x="11531" y="108"/>
                  </a:lnTo>
                  <a:lnTo>
                    <a:pt x="11718" y="80"/>
                  </a:lnTo>
                  <a:lnTo>
                    <a:pt x="11905" y="51"/>
                  </a:lnTo>
                  <a:lnTo>
                    <a:pt x="12092" y="23"/>
                  </a:lnTo>
                  <a:lnTo>
                    <a:pt x="12279" y="0"/>
                  </a:lnTo>
                  <a:lnTo>
                    <a:pt x="12466" y="0"/>
                  </a:lnTo>
                  <a:lnTo>
                    <a:pt x="12653" y="330"/>
                  </a:lnTo>
                  <a:lnTo>
                    <a:pt x="12839" y="660"/>
                  </a:lnTo>
                  <a:lnTo>
                    <a:pt x="13026" y="990"/>
                  </a:lnTo>
                  <a:lnTo>
                    <a:pt x="13213" y="1320"/>
                  </a:lnTo>
                  <a:lnTo>
                    <a:pt x="13400" y="1651"/>
                  </a:lnTo>
                  <a:lnTo>
                    <a:pt x="13587" y="1832"/>
                  </a:lnTo>
                  <a:lnTo>
                    <a:pt x="13774" y="1956"/>
                  </a:lnTo>
                  <a:lnTo>
                    <a:pt x="13961" y="1956"/>
                  </a:lnTo>
                  <a:lnTo>
                    <a:pt x="14148" y="1956"/>
                  </a:lnTo>
                  <a:lnTo>
                    <a:pt x="14335" y="1956"/>
                  </a:lnTo>
                  <a:lnTo>
                    <a:pt x="14522" y="1956"/>
                  </a:lnTo>
                  <a:lnTo>
                    <a:pt x="14709" y="1956"/>
                  </a:lnTo>
                  <a:lnTo>
                    <a:pt x="14896" y="1956"/>
                  </a:lnTo>
                  <a:lnTo>
                    <a:pt x="15082" y="1956"/>
                  </a:lnTo>
                  <a:lnTo>
                    <a:pt x="15269" y="1956"/>
                  </a:lnTo>
                  <a:lnTo>
                    <a:pt x="15456" y="1956"/>
                  </a:lnTo>
                  <a:lnTo>
                    <a:pt x="15643" y="1956"/>
                  </a:lnTo>
                  <a:lnTo>
                    <a:pt x="15830" y="2104"/>
                  </a:lnTo>
                  <a:lnTo>
                    <a:pt x="16017" y="2269"/>
                  </a:lnTo>
                  <a:lnTo>
                    <a:pt x="16204" y="2434"/>
                  </a:lnTo>
                  <a:lnTo>
                    <a:pt x="16391" y="2600"/>
                  </a:lnTo>
                  <a:lnTo>
                    <a:pt x="16578" y="2765"/>
                  </a:lnTo>
                  <a:lnTo>
                    <a:pt x="16765" y="2930"/>
                  </a:lnTo>
                  <a:lnTo>
                    <a:pt x="16952" y="3095"/>
                  </a:lnTo>
                  <a:lnTo>
                    <a:pt x="16952" y="309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070249" y="6348550"/>
              <a:ext cx="30262" cy="5594"/>
            </a:xfrm>
            <a:custGeom>
              <a:avLst/>
              <a:pathLst>
                <a:path w="30262" h="5594">
                  <a:moveTo>
                    <a:pt x="0" y="5594"/>
                  </a:moveTo>
                  <a:lnTo>
                    <a:pt x="1" y="5589"/>
                  </a:lnTo>
                  <a:lnTo>
                    <a:pt x="188" y="5083"/>
                  </a:lnTo>
                  <a:lnTo>
                    <a:pt x="375" y="4578"/>
                  </a:lnTo>
                  <a:lnTo>
                    <a:pt x="562" y="4072"/>
                  </a:lnTo>
                  <a:lnTo>
                    <a:pt x="749" y="3566"/>
                  </a:lnTo>
                  <a:lnTo>
                    <a:pt x="936" y="3150"/>
                  </a:lnTo>
                  <a:lnTo>
                    <a:pt x="1123" y="2728"/>
                  </a:lnTo>
                  <a:lnTo>
                    <a:pt x="1310" y="2327"/>
                  </a:lnTo>
                  <a:lnTo>
                    <a:pt x="1497" y="2058"/>
                  </a:lnTo>
                  <a:lnTo>
                    <a:pt x="1683" y="1789"/>
                  </a:lnTo>
                  <a:lnTo>
                    <a:pt x="1870" y="1520"/>
                  </a:lnTo>
                  <a:lnTo>
                    <a:pt x="2057" y="1252"/>
                  </a:lnTo>
                  <a:lnTo>
                    <a:pt x="2244" y="983"/>
                  </a:lnTo>
                  <a:lnTo>
                    <a:pt x="2431" y="714"/>
                  </a:lnTo>
                  <a:lnTo>
                    <a:pt x="2618" y="467"/>
                  </a:lnTo>
                  <a:lnTo>
                    <a:pt x="2805" y="220"/>
                  </a:lnTo>
                  <a:lnTo>
                    <a:pt x="2992" y="0"/>
                  </a:lnTo>
                  <a:lnTo>
                    <a:pt x="3179" y="0"/>
                  </a:lnTo>
                  <a:lnTo>
                    <a:pt x="3366" y="0"/>
                  </a:lnTo>
                  <a:lnTo>
                    <a:pt x="3553" y="0"/>
                  </a:lnTo>
                  <a:lnTo>
                    <a:pt x="3740" y="0"/>
                  </a:lnTo>
                  <a:lnTo>
                    <a:pt x="3927" y="0"/>
                  </a:lnTo>
                  <a:lnTo>
                    <a:pt x="4113" y="0"/>
                  </a:lnTo>
                  <a:lnTo>
                    <a:pt x="4300" y="0"/>
                  </a:lnTo>
                  <a:lnTo>
                    <a:pt x="4487" y="0"/>
                  </a:lnTo>
                  <a:lnTo>
                    <a:pt x="4674" y="0"/>
                  </a:lnTo>
                  <a:lnTo>
                    <a:pt x="4861" y="0"/>
                  </a:lnTo>
                  <a:lnTo>
                    <a:pt x="5048" y="0"/>
                  </a:lnTo>
                  <a:lnTo>
                    <a:pt x="5235" y="0"/>
                  </a:lnTo>
                  <a:lnTo>
                    <a:pt x="5422" y="0"/>
                  </a:lnTo>
                  <a:lnTo>
                    <a:pt x="5609" y="0"/>
                  </a:lnTo>
                  <a:lnTo>
                    <a:pt x="5796" y="0"/>
                  </a:lnTo>
                  <a:lnTo>
                    <a:pt x="5983" y="0"/>
                  </a:lnTo>
                  <a:lnTo>
                    <a:pt x="6170" y="0"/>
                  </a:lnTo>
                  <a:lnTo>
                    <a:pt x="6357" y="0"/>
                  </a:lnTo>
                  <a:lnTo>
                    <a:pt x="6543" y="0"/>
                  </a:lnTo>
                  <a:lnTo>
                    <a:pt x="6730" y="0"/>
                  </a:lnTo>
                  <a:lnTo>
                    <a:pt x="6917" y="0"/>
                  </a:lnTo>
                  <a:lnTo>
                    <a:pt x="7104" y="0"/>
                  </a:lnTo>
                  <a:lnTo>
                    <a:pt x="7291" y="0"/>
                  </a:lnTo>
                  <a:lnTo>
                    <a:pt x="7478" y="0"/>
                  </a:lnTo>
                  <a:lnTo>
                    <a:pt x="7665" y="0"/>
                  </a:lnTo>
                  <a:lnTo>
                    <a:pt x="7852" y="0"/>
                  </a:lnTo>
                  <a:lnTo>
                    <a:pt x="8039" y="0"/>
                  </a:lnTo>
                  <a:lnTo>
                    <a:pt x="8226" y="0"/>
                  </a:lnTo>
                  <a:lnTo>
                    <a:pt x="8413" y="0"/>
                  </a:lnTo>
                  <a:lnTo>
                    <a:pt x="8600" y="0"/>
                  </a:lnTo>
                  <a:lnTo>
                    <a:pt x="8786" y="0"/>
                  </a:lnTo>
                  <a:lnTo>
                    <a:pt x="8973" y="0"/>
                  </a:lnTo>
                  <a:lnTo>
                    <a:pt x="9160" y="0"/>
                  </a:lnTo>
                  <a:lnTo>
                    <a:pt x="9347" y="0"/>
                  </a:lnTo>
                  <a:lnTo>
                    <a:pt x="9534" y="0"/>
                  </a:lnTo>
                  <a:lnTo>
                    <a:pt x="9721" y="0"/>
                  </a:lnTo>
                  <a:lnTo>
                    <a:pt x="9908" y="0"/>
                  </a:lnTo>
                  <a:lnTo>
                    <a:pt x="10095" y="0"/>
                  </a:lnTo>
                  <a:lnTo>
                    <a:pt x="10282" y="0"/>
                  </a:lnTo>
                  <a:lnTo>
                    <a:pt x="10469" y="0"/>
                  </a:lnTo>
                  <a:lnTo>
                    <a:pt x="10656" y="0"/>
                  </a:lnTo>
                  <a:lnTo>
                    <a:pt x="10843" y="0"/>
                  </a:lnTo>
                  <a:lnTo>
                    <a:pt x="11030" y="0"/>
                  </a:lnTo>
                  <a:lnTo>
                    <a:pt x="11216" y="0"/>
                  </a:lnTo>
                  <a:lnTo>
                    <a:pt x="11403" y="0"/>
                  </a:lnTo>
                  <a:lnTo>
                    <a:pt x="11590" y="0"/>
                  </a:lnTo>
                  <a:lnTo>
                    <a:pt x="11777" y="0"/>
                  </a:lnTo>
                  <a:lnTo>
                    <a:pt x="11964" y="0"/>
                  </a:lnTo>
                  <a:lnTo>
                    <a:pt x="12151" y="0"/>
                  </a:lnTo>
                  <a:lnTo>
                    <a:pt x="12338" y="0"/>
                  </a:lnTo>
                  <a:lnTo>
                    <a:pt x="12525" y="0"/>
                  </a:lnTo>
                  <a:lnTo>
                    <a:pt x="12712" y="0"/>
                  </a:lnTo>
                  <a:lnTo>
                    <a:pt x="12899" y="0"/>
                  </a:lnTo>
                  <a:lnTo>
                    <a:pt x="13086" y="0"/>
                  </a:lnTo>
                  <a:lnTo>
                    <a:pt x="13273" y="0"/>
                  </a:lnTo>
                  <a:lnTo>
                    <a:pt x="13460" y="0"/>
                  </a:lnTo>
                  <a:lnTo>
                    <a:pt x="13646" y="247"/>
                  </a:lnTo>
                  <a:lnTo>
                    <a:pt x="13833" y="494"/>
                  </a:lnTo>
                  <a:lnTo>
                    <a:pt x="14020" y="741"/>
                  </a:lnTo>
                  <a:lnTo>
                    <a:pt x="14207" y="1009"/>
                  </a:lnTo>
                  <a:lnTo>
                    <a:pt x="14394" y="1278"/>
                  </a:lnTo>
                  <a:lnTo>
                    <a:pt x="14581" y="1547"/>
                  </a:lnTo>
                  <a:lnTo>
                    <a:pt x="14768" y="1816"/>
                  </a:lnTo>
                  <a:lnTo>
                    <a:pt x="14955" y="2085"/>
                  </a:lnTo>
                  <a:lnTo>
                    <a:pt x="15142" y="2354"/>
                  </a:lnTo>
                  <a:lnTo>
                    <a:pt x="15329" y="2623"/>
                  </a:lnTo>
                  <a:lnTo>
                    <a:pt x="15516" y="2892"/>
                  </a:lnTo>
                  <a:lnTo>
                    <a:pt x="15703" y="3160"/>
                  </a:lnTo>
                  <a:lnTo>
                    <a:pt x="15889" y="3429"/>
                  </a:lnTo>
                  <a:lnTo>
                    <a:pt x="16076" y="3698"/>
                  </a:lnTo>
                  <a:lnTo>
                    <a:pt x="16263" y="3967"/>
                  </a:lnTo>
                  <a:lnTo>
                    <a:pt x="16450" y="4214"/>
                  </a:lnTo>
                  <a:lnTo>
                    <a:pt x="16637" y="4461"/>
                  </a:lnTo>
                  <a:lnTo>
                    <a:pt x="16824" y="4689"/>
                  </a:lnTo>
                  <a:lnTo>
                    <a:pt x="17011" y="4689"/>
                  </a:lnTo>
                  <a:lnTo>
                    <a:pt x="17198" y="4689"/>
                  </a:lnTo>
                  <a:lnTo>
                    <a:pt x="17385" y="4689"/>
                  </a:lnTo>
                  <a:lnTo>
                    <a:pt x="17572" y="4689"/>
                  </a:lnTo>
                  <a:lnTo>
                    <a:pt x="17759" y="4689"/>
                  </a:lnTo>
                  <a:lnTo>
                    <a:pt x="17946" y="4689"/>
                  </a:lnTo>
                  <a:lnTo>
                    <a:pt x="18133" y="4689"/>
                  </a:lnTo>
                  <a:lnTo>
                    <a:pt x="18319" y="4689"/>
                  </a:lnTo>
                  <a:lnTo>
                    <a:pt x="18506" y="4689"/>
                  </a:lnTo>
                  <a:lnTo>
                    <a:pt x="18693" y="4689"/>
                  </a:lnTo>
                  <a:lnTo>
                    <a:pt x="18880" y="4689"/>
                  </a:lnTo>
                  <a:lnTo>
                    <a:pt x="19067" y="4689"/>
                  </a:lnTo>
                  <a:lnTo>
                    <a:pt x="19254" y="4689"/>
                  </a:lnTo>
                  <a:lnTo>
                    <a:pt x="19441" y="4689"/>
                  </a:lnTo>
                  <a:lnTo>
                    <a:pt x="19628" y="4689"/>
                  </a:lnTo>
                  <a:lnTo>
                    <a:pt x="19815" y="4689"/>
                  </a:lnTo>
                  <a:lnTo>
                    <a:pt x="20002" y="4689"/>
                  </a:lnTo>
                  <a:lnTo>
                    <a:pt x="20189" y="4689"/>
                  </a:lnTo>
                  <a:lnTo>
                    <a:pt x="20376" y="4689"/>
                  </a:lnTo>
                  <a:lnTo>
                    <a:pt x="20562" y="4689"/>
                  </a:lnTo>
                  <a:lnTo>
                    <a:pt x="20749" y="4689"/>
                  </a:lnTo>
                  <a:lnTo>
                    <a:pt x="20936" y="4689"/>
                  </a:lnTo>
                  <a:lnTo>
                    <a:pt x="21123" y="4689"/>
                  </a:lnTo>
                  <a:lnTo>
                    <a:pt x="21310" y="4689"/>
                  </a:lnTo>
                  <a:lnTo>
                    <a:pt x="21497" y="4689"/>
                  </a:lnTo>
                  <a:lnTo>
                    <a:pt x="21684" y="4689"/>
                  </a:lnTo>
                  <a:lnTo>
                    <a:pt x="21871" y="4689"/>
                  </a:lnTo>
                  <a:lnTo>
                    <a:pt x="22058" y="4689"/>
                  </a:lnTo>
                  <a:lnTo>
                    <a:pt x="22245" y="4689"/>
                  </a:lnTo>
                  <a:lnTo>
                    <a:pt x="22432" y="4689"/>
                  </a:lnTo>
                  <a:lnTo>
                    <a:pt x="22619" y="4689"/>
                  </a:lnTo>
                  <a:lnTo>
                    <a:pt x="22806" y="4689"/>
                  </a:lnTo>
                  <a:lnTo>
                    <a:pt x="22992" y="4689"/>
                  </a:lnTo>
                  <a:lnTo>
                    <a:pt x="23179" y="4689"/>
                  </a:lnTo>
                  <a:lnTo>
                    <a:pt x="23366" y="4689"/>
                  </a:lnTo>
                  <a:lnTo>
                    <a:pt x="23553" y="4689"/>
                  </a:lnTo>
                  <a:lnTo>
                    <a:pt x="23740" y="4689"/>
                  </a:lnTo>
                  <a:lnTo>
                    <a:pt x="23927" y="4689"/>
                  </a:lnTo>
                  <a:lnTo>
                    <a:pt x="24114" y="4689"/>
                  </a:lnTo>
                  <a:lnTo>
                    <a:pt x="24301" y="4689"/>
                  </a:lnTo>
                  <a:lnTo>
                    <a:pt x="24488" y="4689"/>
                  </a:lnTo>
                  <a:lnTo>
                    <a:pt x="24675" y="4689"/>
                  </a:lnTo>
                  <a:lnTo>
                    <a:pt x="24862" y="4689"/>
                  </a:lnTo>
                  <a:lnTo>
                    <a:pt x="25049" y="4689"/>
                  </a:lnTo>
                  <a:lnTo>
                    <a:pt x="25236" y="4689"/>
                  </a:lnTo>
                  <a:lnTo>
                    <a:pt x="25422" y="4689"/>
                  </a:lnTo>
                  <a:lnTo>
                    <a:pt x="25609" y="4689"/>
                  </a:lnTo>
                  <a:lnTo>
                    <a:pt x="25796" y="4689"/>
                  </a:lnTo>
                  <a:lnTo>
                    <a:pt x="25983" y="4689"/>
                  </a:lnTo>
                  <a:lnTo>
                    <a:pt x="26170" y="4689"/>
                  </a:lnTo>
                  <a:lnTo>
                    <a:pt x="26357" y="4689"/>
                  </a:lnTo>
                  <a:lnTo>
                    <a:pt x="26544" y="4689"/>
                  </a:lnTo>
                  <a:lnTo>
                    <a:pt x="26731" y="4689"/>
                  </a:lnTo>
                  <a:lnTo>
                    <a:pt x="26918" y="4689"/>
                  </a:lnTo>
                  <a:lnTo>
                    <a:pt x="27105" y="4689"/>
                  </a:lnTo>
                  <a:lnTo>
                    <a:pt x="27292" y="4689"/>
                  </a:lnTo>
                  <a:lnTo>
                    <a:pt x="27479" y="4689"/>
                  </a:lnTo>
                  <a:lnTo>
                    <a:pt x="27665" y="4689"/>
                  </a:lnTo>
                  <a:lnTo>
                    <a:pt x="27852" y="4689"/>
                  </a:lnTo>
                  <a:lnTo>
                    <a:pt x="28039" y="4689"/>
                  </a:lnTo>
                  <a:lnTo>
                    <a:pt x="28226" y="4689"/>
                  </a:lnTo>
                  <a:lnTo>
                    <a:pt x="28413" y="4689"/>
                  </a:lnTo>
                  <a:lnTo>
                    <a:pt x="28600" y="4689"/>
                  </a:lnTo>
                  <a:lnTo>
                    <a:pt x="28787" y="4689"/>
                  </a:lnTo>
                  <a:lnTo>
                    <a:pt x="28974" y="4689"/>
                  </a:lnTo>
                  <a:lnTo>
                    <a:pt x="29161" y="4689"/>
                  </a:lnTo>
                  <a:lnTo>
                    <a:pt x="29348" y="4689"/>
                  </a:lnTo>
                  <a:lnTo>
                    <a:pt x="29535" y="4689"/>
                  </a:lnTo>
                  <a:lnTo>
                    <a:pt x="29722" y="4796"/>
                  </a:lnTo>
                  <a:lnTo>
                    <a:pt x="29909" y="4969"/>
                  </a:lnTo>
                  <a:lnTo>
                    <a:pt x="30095" y="5299"/>
                  </a:lnTo>
                  <a:lnTo>
                    <a:pt x="30262" y="559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123956" y="6350197"/>
              <a:ext cx="36993" cy="3947"/>
            </a:xfrm>
            <a:custGeom>
              <a:avLst/>
              <a:pathLst>
                <a:path w="36993" h="3947">
                  <a:moveTo>
                    <a:pt x="0" y="3947"/>
                  </a:moveTo>
                  <a:lnTo>
                    <a:pt x="127" y="3778"/>
                  </a:lnTo>
                  <a:lnTo>
                    <a:pt x="314" y="3531"/>
                  </a:lnTo>
                  <a:lnTo>
                    <a:pt x="501" y="3303"/>
                  </a:lnTo>
                  <a:lnTo>
                    <a:pt x="688" y="3303"/>
                  </a:lnTo>
                  <a:lnTo>
                    <a:pt x="875" y="3303"/>
                  </a:lnTo>
                  <a:lnTo>
                    <a:pt x="1062" y="3303"/>
                  </a:lnTo>
                  <a:lnTo>
                    <a:pt x="1249" y="3303"/>
                  </a:lnTo>
                  <a:lnTo>
                    <a:pt x="1435" y="3303"/>
                  </a:lnTo>
                  <a:lnTo>
                    <a:pt x="1622" y="3303"/>
                  </a:lnTo>
                  <a:lnTo>
                    <a:pt x="1809" y="3303"/>
                  </a:lnTo>
                  <a:lnTo>
                    <a:pt x="1996" y="3303"/>
                  </a:lnTo>
                  <a:lnTo>
                    <a:pt x="2183" y="3303"/>
                  </a:lnTo>
                  <a:lnTo>
                    <a:pt x="2370" y="3303"/>
                  </a:lnTo>
                  <a:lnTo>
                    <a:pt x="2557" y="3303"/>
                  </a:lnTo>
                  <a:lnTo>
                    <a:pt x="2744" y="3303"/>
                  </a:lnTo>
                  <a:lnTo>
                    <a:pt x="2931" y="3303"/>
                  </a:lnTo>
                  <a:lnTo>
                    <a:pt x="3118" y="3303"/>
                  </a:lnTo>
                  <a:lnTo>
                    <a:pt x="3305" y="3303"/>
                  </a:lnTo>
                  <a:lnTo>
                    <a:pt x="3492" y="3303"/>
                  </a:lnTo>
                  <a:lnTo>
                    <a:pt x="3678" y="3303"/>
                  </a:lnTo>
                  <a:lnTo>
                    <a:pt x="3865" y="3303"/>
                  </a:lnTo>
                  <a:lnTo>
                    <a:pt x="4052" y="3303"/>
                  </a:lnTo>
                  <a:lnTo>
                    <a:pt x="4239" y="3303"/>
                  </a:lnTo>
                  <a:lnTo>
                    <a:pt x="4426" y="3303"/>
                  </a:lnTo>
                  <a:lnTo>
                    <a:pt x="4613" y="3303"/>
                  </a:lnTo>
                  <a:lnTo>
                    <a:pt x="4800" y="3303"/>
                  </a:lnTo>
                  <a:lnTo>
                    <a:pt x="4987" y="3303"/>
                  </a:lnTo>
                  <a:lnTo>
                    <a:pt x="5174" y="3303"/>
                  </a:lnTo>
                  <a:lnTo>
                    <a:pt x="5361" y="3303"/>
                  </a:lnTo>
                  <a:lnTo>
                    <a:pt x="5548" y="3303"/>
                  </a:lnTo>
                  <a:lnTo>
                    <a:pt x="5735" y="3303"/>
                  </a:lnTo>
                  <a:lnTo>
                    <a:pt x="5922" y="3303"/>
                  </a:lnTo>
                  <a:lnTo>
                    <a:pt x="6108" y="3303"/>
                  </a:lnTo>
                  <a:lnTo>
                    <a:pt x="6295" y="3303"/>
                  </a:lnTo>
                  <a:lnTo>
                    <a:pt x="6482" y="3303"/>
                  </a:lnTo>
                  <a:lnTo>
                    <a:pt x="6669" y="3303"/>
                  </a:lnTo>
                  <a:lnTo>
                    <a:pt x="6856" y="3303"/>
                  </a:lnTo>
                  <a:lnTo>
                    <a:pt x="7043" y="3303"/>
                  </a:lnTo>
                  <a:lnTo>
                    <a:pt x="7230" y="3303"/>
                  </a:lnTo>
                  <a:lnTo>
                    <a:pt x="7417" y="3303"/>
                  </a:lnTo>
                  <a:lnTo>
                    <a:pt x="7604" y="3303"/>
                  </a:lnTo>
                  <a:lnTo>
                    <a:pt x="7791" y="3303"/>
                  </a:lnTo>
                  <a:lnTo>
                    <a:pt x="7978" y="3303"/>
                  </a:lnTo>
                  <a:lnTo>
                    <a:pt x="8165" y="3303"/>
                  </a:lnTo>
                  <a:lnTo>
                    <a:pt x="8351" y="3303"/>
                  </a:lnTo>
                  <a:lnTo>
                    <a:pt x="8538" y="3303"/>
                  </a:lnTo>
                  <a:lnTo>
                    <a:pt x="8725" y="3303"/>
                  </a:lnTo>
                  <a:lnTo>
                    <a:pt x="8912" y="3303"/>
                  </a:lnTo>
                  <a:lnTo>
                    <a:pt x="9099" y="3303"/>
                  </a:lnTo>
                  <a:lnTo>
                    <a:pt x="9286" y="3303"/>
                  </a:lnTo>
                  <a:lnTo>
                    <a:pt x="9473" y="3303"/>
                  </a:lnTo>
                  <a:lnTo>
                    <a:pt x="9660" y="3303"/>
                  </a:lnTo>
                  <a:lnTo>
                    <a:pt x="9847" y="3303"/>
                  </a:lnTo>
                  <a:lnTo>
                    <a:pt x="10034" y="3303"/>
                  </a:lnTo>
                  <a:lnTo>
                    <a:pt x="10221" y="3303"/>
                  </a:lnTo>
                  <a:lnTo>
                    <a:pt x="10408" y="3303"/>
                  </a:lnTo>
                  <a:lnTo>
                    <a:pt x="10595" y="3303"/>
                  </a:lnTo>
                  <a:lnTo>
                    <a:pt x="10781" y="3303"/>
                  </a:lnTo>
                  <a:lnTo>
                    <a:pt x="10968" y="3303"/>
                  </a:lnTo>
                  <a:lnTo>
                    <a:pt x="11155" y="3303"/>
                  </a:lnTo>
                  <a:lnTo>
                    <a:pt x="11342" y="3303"/>
                  </a:lnTo>
                  <a:lnTo>
                    <a:pt x="11529" y="3303"/>
                  </a:lnTo>
                  <a:lnTo>
                    <a:pt x="11716" y="3303"/>
                  </a:lnTo>
                  <a:lnTo>
                    <a:pt x="11903" y="3303"/>
                  </a:lnTo>
                  <a:lnTo>
                    <a:pt x="12090" y="3303"/>
                  </a:lnTo>
                  <a:lnTo>
                    <a:pt x="12277" y="3303"/>
                  </a:lnTo>
                  <a:lnTo>
                    <a:pt x="12464" y="3303"/>
                  </a:lnTo>
                  <a:lnTo>
                    <a:pt x="12651" y="3303"/>
                  </a:lnTo>
                  <a:lnTo>
                    <a:pt x="12838" y="3303"/>
                  </a:lnTo>
                  <a:lnTo>
                    <a:pt x="13025" y="3303"/>
                  </a:lnTo>
                  <a:lnTo>
                    <a:pt x="13211" y="3303"/>
                  </a:lnTo>
                  <a:lnTo>
                    <a:pt x="13398" y="3303"/>
                  </a:lnTo>
                  <a:lnTo>
                    <a:pt x="13585" y="3303"/>
                  </a:lnTo>
                  <a:lnTo>
                    <a:pt x="13772" y="3303"/>
                  </a:lnTo>
                  <a:lnTo>
                    <a:pt x="13959" y="3303"/>
                  </a:lnTo>
                  <a:lnTo>
                    <a:pt x="14146" y="3303"/>
                  </a:lnTo>
                  <a:lnTo>
                    <a:pt x="14333" y="3303"/>
                  </a:lnTo>
                  <a:lnTo>
                    <a:pt x="14520" y="3303"/>
                  </a:lnTo>
                  <a:lnTo>
                    <a:pt x="14707" y="3303"/>
                  </a:lnTo>
                  <a:lnTo>
                    <a:pt x="14894" y="3303"/>
                  </a:lnTo>
                  <a:lnTo>
                    <a:pt x="15081" y="3303"/>
                  </a:lnTo>
                  <a:lnTo>
                    <a:pt x="15268" y="3303"/>
                  </a:lnTo>
                  <a:lnTo>
                    <a:pt x="15454" y="3303"/>
                  </a:lnTo>
                  <a:lnTo>
                    <a:pt x="15641" y="3303"/>
                  </a:lnTo>
                  <a:lnTo>
                    <a:pt x="15828" y="3303"/>
                  </a:lnTo>
                  <a:lnTo>
                    <a:pt x="16015" y="3303"/>
                  </a:lnTo>
                  <a:lnTo>
                    <a:pt x="16202" y="3303"/>
                  </a:lnTo>
                  <a:lnTo>
                    <a:pt x="16389" y="3303"/>
                  </a:lnTo>
                  <a:lnTo>
                    <a:pt x="16576" y="3303"/>
                  </a:lnTo>
                  <a:lnTo>
                    <a:pt x="16763" y="3303"/>
                  </a:lnTo>
                  <a:lnTo>
                    <a:pt x="16950" y="3303"/>
                  </a:lnTo>
                  <a:lnTo>
                    <a:pt x="17137" y="3303"/>
                  </a:lnTo>
                  <a:lnTo>
                    <a:pt x="17324" y="3303"/>
                  </a:lnTo>
                  <a:lnTo>
                    <a:pt x="17511" y="3303"/>
                  </a:lnTo>
                  <a:lnTo>
                    <a:pt x="17698" y="3303"/>
                  </a:lnTo>
                  <a:lnTo>
                    <a:pt x="17884" y="3303"/>
                  </a:lnTo>
                  <a:lnTo>
                    <a:pt x="18071" y="3303"/>
                  </a:lnTo>
                  <a:lnTo>
                    <a:pt x="18258" y="3303"/>
                  </a:lnTo>
                  <a:lnTo>
                    <a:pt x="18445" y="3303"/>
                  </a:lnTo>
                  <a:lnTo>
                    <a:pt x="18632" y="3303"/>
                  </a:lnTo>
                  <a:lnTo>
                    <a:pt x="18819" y="3303"/>
                  </a:lnTo>
                  <a:lnTo>
                    <a:pt x="19006" y="3303"/>
                  </a:lnTo>
                  <a:lnTo>
                    <a:pt x="19193" y="3303"/>
                  </a:lnTo>
                  <a:lnTo>
                    <a:pt x="19380" y="3303"/>
                  </a:lnTo>
                  <a:lnTo>
                    <a:pt x="19567" y="3303"/>
                  </a:lnTo>
                  <a:lnTo>
                    <a:pt x="19754" y="3303"/>
                  </a:lnTo>
                  <a:lnTo>
                    <a:pt x="19941" y="3303"/>
                  </a:lnTo>
                  <a:lnTo>
                    <a:pt x="20127" y="3303"/>
                  </a:lnTo>
                  <a:lnTo>
                    <a:pt x="20314" y="3303"/>
                  </a:lnTo>
                  <a:lnTo>
                    <a:pt x="20501" y="3303"/>
                  </a:lnTo>
                  <a:lnTo>
                    <a:pt x="20688" y="3303"/>
                  </a:lnTo>
                  <a:lnTo>
                    <a:pt x="20875" y="3303"/>
                  </a:lnTo>
                  <a:lnTo>
                    <a:pt x="21062" y="3303"/>
                  </a:lnTo>
                  <a:lnTo>
                    <a:pt x="21249" y="3303"/>
                  </a:lnTo>
                  <a:lnTo>
                    <a:pt x="21436" y="3303"/>
                  </a:lnTo>
                  <a:lnTo>
                    <a:pt x="21623" y="3303"/>
                  </a:lnTo>
                  <a:lnTo>
                    <a:pt x="21810" y="3303"/>
                  </a:lnTo>
                  <a:lnTo>
                    <a:pt x="21997" y="3303"/>
                  </a:lnTo>
                  <a:lnTo>
                    <a:pt x="22184" y="3303"/>
                  </a:lnTo>
                  <a:lnTo>
                    <a:pt x="22371" y="3303"/>
                  </a:lnTo>
                  <a:lnTo>
                    <a:pt x="22557" y="3303"/>
                  </a:lnTo>
                  <a:lnTo>
                    <a:pt x="22744" y="3303"/>
                  </a:lnTo>
                  <a:lnTo>
                    <a:pt x="22931" y="3303"/>
                  </a:lnTo>
                  <a:lnTo>
                    <a:pt x="23118" y="3303"/>
                  </a:lnTo>
                  <a:lnTo>
                    <a:pt x="23305" y="3303"/>
                  </a:lnTo>
                  <a:lnTo>
                    <a:pt x="23492" y="3303"/>
                  </a:lnTo>
                  <a:lnTo>
                    <a:pt x="23679" y="3303"/>
                  </a:lnTo>
                  <a:lnTo>
                    <a:pt x="23866" y="3303"/>
                  </a:lnTo>
                  <a:lnTo>
                    <a:pt x="24053" y="3303"/>
                  </a:lnTo>
                  <a:lnTo>
                    <a:pt x="24240" y="3303"/>
                  </a:lnTo>
                  <a:lnTo>
                    <a:pt x="24427" y="3303"/>
                  </a:lnTo>
                  <a:lnTo>
                    <a:pt x="24614" y="3303"/>
                  </a:lnTo>
                  <a:lnTo>
                    <a:pt x="24801" y="3303"/>
                  </a:lnTo>
                  <a:lnTo>
                    <a:pt x="24987" y="3303"/>
                  </a:lnTo>
                  <a:lnTo>
                    <a:pt x="25174" y="3303"/>
                  </a:lnTo>
                  <a:lnTo>
                    <a:pt x="25361" y="3303"/>
                  </a:lnTo>
                  <a:lnTo>
                    <a:pt x="25548" y="3303"/>
                  </a:lnTo>
                  <a:lnTo>
                    <a:pt x="25735" y="3303"/>
                  </a:lnTo>
                  <a:lnTo>
                    <a:pt x="25922" y="3303"/>
                  </a:lnTo>
                  <a:lnTo>
                    <a:pt x="26109" y="3303"/>
                  </a:lnTo>
                  <a:lnTo>
                    <a:pt x="26296" y="3303"/>
                  </a:lnTo>
                  <a:lnTo>
                    <a:pt x="26483" y="3303"/>
                  </a:lnTo>
                  <a:lnTo>
                    <a:pt x="26670" y="3303"/>
                  </a:lnTo>
                  <a:lnTo>
                    <a:pt x="26857" y="3303"/>
                  </a:lnTo>
                  <a:lnTo>
                    <a:pt x="27044" y="3303"/>
                  </a:lnTo>
                  <a:lnTo>
                    <a:pt x="27230" y="3303"/>
                  </a:lnTo>
                  <a:lnTo>
                    <a:pt x="27417" y="3303"/>
                  </a:lnTo>
                  <a:lnTo>
                    <a:pt x="27604" y="3303"/>
                  </a:lnTo>
                  <a:lnTo>
                    <a:pt x="27791" y="3303"/>
                  </a:lnTo>
                  <a:lnTo>
                    <a:pt x="27978" y="3303"/>
                  </a:lnTo>
                  <a:lnTo>
                    <a:pt x="28165" y="3303"/>
                  </a:lnTo>
                  <a:lnTo>
                    <a:pt x="28352" y="3303"/>
                  </a:lnTo>
                  <a:lnTo>
                    <a:pt x="28539" y="3303"/>
                  </a:lnTo>
                  <a:lnTo>
                    <a:pt x="28726" y="3303"/>
                  </a:lnTo>
                  <a:lnTo>
                    <a:pt x="28913" y="3303"/>
                  </a:lnTo>
                  <a:lnTo>
                    <a:pt x="29100" y="3303"/>
                  </a:lnTo>
                  <a:lnTo>
                    <a:pt x="29287" y="3303"/>
                  </a:lnTo>
                  <a:lnTo>
                    <a:pt x="29474" y="3303"/>
                  </a:lnTo>
                  <a:lnTo>
                    <a:pt x="29660" y="3303"/>
                  </a:lnTo>
                  <a:lnTo>
                    <a:pt x="29847" y="3303"/>
                  </a:lnTo>
                  <a:lnTo>
                    <a:pt x="30034" y="3303"/>
                  </a:lnTo>
                  <a:lnTo>
                    <a:pt x="30221" y="3303"/>
                  </a:lnTo>
                  <a:lnTo>
                    <a:pt x="30408" y="3303"/>
                  </a:lnTo>
                  <a:lnTo>
                    <a:pt x="30595" y="3303"/>
                  </a:lnTo>
                  <a:lnTo>
                    <a:pt x="30782" y="3303"/>
                  </a:lnTo>
                  <a:lnTo>
                    <a:pt x="30969" y="3303"/>
                  </a:lnTo>
                  <a:lnTo>
                    <a:pt x="31156" y="3295"/>
                  </a:lnTo>
                  <a:lnTo>
                    <a:pt x="31343" y="3130"/>
                  </a:lnTo>
                  <a:lnTo>
                    <a:pt x="31530" y="2965"/>
                  </a:lnTo>
                  <a:lnTo>
                    <a:pt x="31717" y="2668"/>
                  </a:lnTo>
                  <a:lnTo>
                    <a:pt x="31904" y="2338"/>
                  </a:lnTo>
                  <a:lnTo>
                    <a:pt x="32090" y="2008"/>
                  </a:lnTo>
                  <a:lnTo>
                    <a:pt x="32277" y="1678"/>
                  </a:lnTo>
                  <a:lnTo>
                    <a:pt x="32464" y="1348"/>
                  </a:lnTo>
                  <a:lnTo>
                    <a:pt x="32651" y="1018"/>
                  </a:lnTo>
                  <a:lnTo>
                    <a:pt x="32838" y="688"/>
                  </a:lnTo>
                  <a:lnTo>
                    <a:pt x="33025" y="358"/>
                  </a:lnTo>
                  <a:lnTo>
                    <a:pt x="33212" y="27"/>
                  </a:lnTo>
                  <a:lnTo>
                    <a:pt x="33399" y="1"/>
                  </a:lnTo>
                  <a:lnTo>
                    <a:pt x="33586" y="0"/>
                  </a:lnTo>
                  <a:lnTo>
                    <a:pt x="33773" y="0"/>
                  </a:lnTo>
                  <a:lnTo>
                    <a:pt x="33960" y="5"/>
                  </a:lnTo>
                  <a:lnTo>
                    <a:pt x="34147" y="154"/>
                  </a:lnTo>
                  <a:lnTo>
                    <a:pt x="34333" y="302"/>
                  </a:lnTo>
                  <a:lnTo>
                    <a:pt x="34520" y="547"/>
                  </a:lnTo>
                  <a:lnTo>
                    <a:pt x="34707" y="816"/>
                  </a:lnTo>
                  <a:lnTo>
                    <a:pt x="34894" y="1085"/>
                  </a:lnTo>
                  <a:lnTo>
                    <a:pt x="35081" y="1354"/>
                  </a:lnTo>
                  <a:lnTo>
                    <a:pt x="35268" y="1623"/>
                  </a:lnTo>
                  <a:lnTo>
                    <a:pt x="35455" y="1892"/>
                  </a:lnTo>
                  <a:lnTo>
                    <a:pt x="35642" y="2160"/>
                  </a:lnTo>
                  <a:lnTo>
                    <a:pt x="35829" y="2429"/>
                  </a:lnTo>
                  <a:lnTo>
                    <a:pt x="36016" y="2698"/>
                  </a:lnTo>
                  <a:lnTo>
                    <a:pt x="36203" y="2945"/>
                  </a:lnTo>
                  <a:lnTo>
                    <a:pt x="36390" y="3192"/>
                  </a:lnTo>
                  <a:lnTo>
                    <a:pt x="36577" y="3439"/>
                  </a:lnTo>
                  <a:lnTo>
                    <a:pt x="36763" y="3667"/>
                  </a:lnTo>
                  <a:lnTo>
                    <a:pt x="36950" y="3890"/>
                  </a:lnTo>
                  <a:lnTo>
                    <a:pt x="36993" y="394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309914" y="6348691"/>
              <a:ext cx="12574" cy="5453"/>
            </a:xfrm>
            <a:custGeom>
              <a:avLst/>
              <a:pathLst>
                <a:path w="12574" h="5453">
                  <a:moveTo>
                    <a:pt x="0" y="5453"/>
                  </a:moveTo>
                  <a:lnTo>
                    <a:pt x="155" y="4779"/>
                  </a:lnTo>
                  <a:lnTo>
                    <a:pt x="342" y="3970"/>
                  </a:lnTo>
                  <a:lnTo>
                    <a:pt x="529" y="3232"/>
                  </a:lnTo>
                  <a:lnTo>
                    <a:pt x="716" y="2666"/>
                  </a:lnTo>
                  <a:lnTo>
                    <a:pt x="903" y="2252"/>
                  </a:lnTo>
                  <a:lnTo>
                    <a:pt x="1090" y="1838"/>
                  </a:lnTo>
                  <a:lnTo>
                    <a:pt x="1277" y="1495"/>
                  </a:lnTo>
                  <a:lnTo>
                    <a:pt x="1464" y="1275"/>
                  </a:lnTo>
                  <a:lnTo>
                    <a:pt x="1650" y="1159"/>
                  </a:lnTo>
                  <a:lnTo>
                    <a:pt x="1837" y="1094"/>
                  </a:lnTo>
                  <a:lnTo>
                    <a:pt x="2024" y="930"/>
                  </a:lnTo>
                  <a:lnTo>
                    <a:pt x="2211" y="780"/>
                  </a:lnTo>
                  <a:lnTo>
                    <a:pt x="2398" y="511"/>
                  </a:lnTo>
                  <a:lnTo>
                    <a:pt x="2585" y="247"/>
                  </a:lnTo>
                  <a:lnTo>
                    <a:pt x="2772" y="0"/>
                  </a:lnTo>
                  <a:lnTo>
                    <a:pt x="2959" y="0"/>
                  </a:lnTo>
                  <a:lnTo>
                    <a:pt x="3146" y="0"/>
                  </a:lnTo>
                  <a:lnTo>
                    <a:pt x="3333" y="0"/>
                  </a:lnTo>
                  <a:lnTo>
                    <a:pt x="3520" y="0"/>
                  </a:lnTo>
                  <a:lnTo>
                    <a:pt x="3707" y="0"/>
                  </a:lnTo>
                  <a:lnTo>
                    <a:pt x="3893" y="0"/>
                  </a:lnTo>
                  <a:lnTo>
                    <a:pt x="4080" y="0"/>
                  </a:lnTo>
                  <a:lnTo>
                    <a:pt x="4267" y="0"/>
                  </a:lnTo>
                  <a:lnTo>
                    <a:pt x="4454" y="0"/>
                  </a:lnTo>
                  <a:lnTo>
                    <a:pt x="4641" y="0"/>
                  </a:lnTo>
                  <a:lnTo>
                    <a:pt x="4828" y="0"/>
                  </a:lnTo>
                  <a:lnTo>
                    <a:pt x="5015" y="0"/>
                  </a:lnTo>
                  <a:lnTo>
                    <a:pt x="5202" y="0"/>
                  </a:lnTo>
                  <a:lnTo>
                    <a:pt x="5389" y="0"/>
                  </a:lnTo>
                  <a:lnTo>
                    <a:pt x="5576" y="0"/>
                  </a:lnTo>
                  <a:lnTo>
                    <a:pt x="5763" y="0"/>
                  </a:lnTo>
                  <a:lnTo>
                    <a:pt x="5950" y="0"/>
                  </a:lnTo>
                  <a:lnTo>
                    <a:pt x="6137" y="0"/>
                  </a:lnTo>
                  <a:lnTo>
                    <a:pt x="6323" y="0"/>
                  </a:lnTo>
                  <a:lnTo>
                    <a:pt x="6510" y="0"/>
                  </a:lnTo>
                  <a:lnTo>
                    <a:pt x="6697" y="0"/>
                  </a:lnTo>
                  <a:lnTo>
                    <a:pt x="6884" y="0"/>
                  </a:lnTo>
                  <a:lnTo>
                    <a:pt x="7071" y="0"/>
                  </a:lnTo>
                  <a:lnTo>
                    <a:pt x="7258" y="0"/>
                  </a:lnTo>
                  <a:lnTo>
                    <a:pt x="7445" y="0"/>
                  </a:lnTo>
                  <a:lnTo>
                    <a:pt x="7632" y="0"/>
                  </a:lnTo>
                  <a:lnTo>
                    <a:pt x="7819" y="0"/>
                  </a:lnTo>
                  <a:lnTo>
                    <a:pt x="8006" y="0"/>
                  </a:lnTo>
                  <a:lnTo>
                    <a:pt x="8193" y="0"/>
                  </a:lnTo>
                  <a:lnTo>
                    <a:pt x="8380" y="0"/>
                  </a:lnTo>
                  <a:lnTo>
                    <a:pt x="8567" y="0"/>
                  </a:lnTo>
                  <a:lnTo>
                    <a:pt x="8753" y="0"/>
                  </a:lnTo>
                  <a:lnTo>
                    <a:pt x="8940" y="0"/>
                  </a:lnTo>
                  <a:lnTo>
                    <a:pt x="9127" y="0"/>
                  </a:lnTo>
                  <a:lnTo>
                    <a:pt x="9314" y="0"/>
                  </a:lnTo>
                  <a:lnTo>
                    <a:pt x="9501" y="220"/>
                  </a:lnTo>
                  <a:lnTo>
                    <a:pt x="9688" y="467"/>
                  </a:lnTo>
                  <a:lnTo>
                    <a:pt x="9875" y="714"/>
                  </a:lnTo>
                  <a:lnTo>
                    <a:pt x="10062" y="983"/>
                  </a:lnTo>
                  <a:lnTo>
                    <a:pt x="10249" y="1252"/>
                  </a:lnTo>
                  <a:lnTo>
                    <a:pt x="10436" y="1520"/>
                  </a:lnTo>
                  <a:lnTo>
                    <a:pt x="10623" y="1789"/>
                  </a:lnTo>
                  <a:lnTo>
                    <a:pt x="10810" y="2058"/>
                  </a:lnTo>
                  <a:lnTo>
                    <a:pt x="10996" y="2327"/>
                  </a:lnTo>
                  <a:lnTo>
                    <a:pt x="11183" y="2596"/>
                  </a:lnTo>
                  <a:lnTo>
                    <a:pt x="11370" y="2865"/>
                  </a:lnTo>
                  <a:lnTo>
                    <a:pt x="11557" y="3134"/>
                  </a:lnTo>
                  <a:lnTo>
                    <a:pt x="11744" y="3403"/>
                  </a:lnTo>
                  <a:lnTo>
                    <a:pt x="11931" y="3825"/>
                  </a:lnTo>
                  <a:lnTo>
                    <a:pt x="12118" y="4241"/>
                  </a:lnTo>
                  <a:lnTo>
                    <a:pt x="12305" y="4738"/>
                  </a:lnTo>
                  <a:lnTo>
                    <a:pt x="12492" y="5235"/>
                  </a:lnTo>
                  <a:lnTo>
                    <a:pt x="12574" y="54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358269" y="6240984"/>
              <a:ext cx="209100" cy="113160"/>
            </a:xfrm>
            <a:custGeom>
              <a:avLst/>
              <a:pathLst>
                <a:path w="209100" h="113160">
                  <a:moveTo>
                    <a:pt x="0" y="113160"/>
                  </a:moveTo>
                  <a:lnTo>
                    <a:pt x="25" y="113077"/>
                  </a:lnTo>
                  <a:lnTo>
                    <a:pt x="212" y="112486"/>
                  </a:lnTo>
                  <a:lnTo>
                    <a:pt x="399" y="111850"/>
                  </a:lnTo>
                  <a:lnTo>
                    <a:pt x="586" y="111138"/>
                  </a:lnTo>
                  <a:lnTo>
                    <a:pt x="773" y="110373"/>
                  </a:lnTo>
                  <a:lnTo>
                    <a:pt x="960" y="109396"/>
                  </a:lnTo>
                  <a:lnTo>
                    <a:pt x="1147" y="108357"/>
                  </a:lnTo>
                  <a:lnTo>
                    <a:pt x="1334" y="107099"/>
                  </a:lnTo>
                  <a:lnTo>
                    <a:pt x="1521" y="105654"/>
                  </a:lnTo>
                  <a:lnTo>
                    <a:pt x="1708" y="104163"/>
                  </a:lnTo>
                  <a:lnTo>
                    <a:pt x="1895" y="102530"/>
                  </a:lnTo>
                  <a:lnTo>
                    <a:pt x="2082" y="100788"/>
                  </a:lnTo>
                  <a:lnTo>
                    <a:pt x="2269" y="98955"/>
                  </a:lnTo>
                  <a:lnTo>
                    <a:pt x="2455" y="97131"/>
                  </a:lnTo>
                  <a:lnTo>
                    <a:pt x="2642" y="95406"/>
                  </a:lnTo>
                  <a:lnTo>
                    <a:pt x="2829" y="93816"/>
                  </a:lnTo>
                  <a:lnTo>
                    <a:pt x="3016" y="92277"/>
                  </a:lnTo>
                  <a:lnTo>
                    <a:pt x="3203" y="90690"/>
                  </a:lnTo>
                  <a:lnTo>
                    <a:pt x="3390" y="89184"/>
                  </a:lnTo>
                  <a:lnTo>
                    <a:pt x="3577" y="87585"/>
                  </a:lnTo>
                  <a:lnTo>
                    <a:pt x="3764" y="86017"/>
                  </a:lnTo>
                  <a:lnTo>
                    <a:pt x="3951" y="84528"/>
                  </a:lnTo>
                  <a:lnTo>
                    <a:pt x="4138" y="83253"/>
                  </a:lnTo>
                  <a:lnTo>
                    <a:pt x="4325" y="81979"/>
                  </a:lnTo>
                  <a:lnTo>
                    <a:pt x="4512" y="80704"/>
                  </a:lnTo>
                  <a:lnTo>
                    <a:pt x="4698" y="79741"/>
                  </a:lnTo>
                  <a:lnTo>
                    <a:pt x="4885" y="78808"/>
                  </a:lnTo>
                  <a:lnTo>
                    <a:pt x="5072" y="78010"/>
                  </a:lnTo>
                  <a:lnTo>
                    <a:pt x="5259" y="77158"/>
                  </a:lnTo>
                  <a:lnTo>
                    <a:pt x="5446" y="76331"/>
                  </a:lnTo>
                  <a:lnTo>
                    <a:pt x="5633" y="75504"/>
                  </a:lnTo>
                  <a:lnTo>
                    <a:pt x="5820" y="74663"/>
                  </a:lnTo>
                  <a:lnTo>
                    <a:pt x="6007" y="73804"/>
                  </a:lnTo>
                  <a:lnTo>
                    <a:pt x="6194" y="72993"/>
                  </a:lnTo>
                  <a:lnTo>
                    <a:pt x="6381" y="72237"/>
                  </a:lnTo>
                  <a:lnTo>
                    <a:pt x="6568" y="71569"/>
                  </a:lnTo>
                  <a:lnTo>
                    <a:pt x="6755" y="71051"/>
                  </a:lnTo>
                  <a:lnTo>
                    <a:pt x="6942" y="70536"/>
                  </a:lnTo>
                  <a:lnTo>
                    <a:pt x="7128" y="70227"/>
                  </a:lnTo>
                  <a:lnTo>
                    <a:pt x="7315" y="69998"/>
                  </a:lnTo>
                  <a:lnTo>
                    <a:pt x="7502" y="69821"/>
                  </a:lnTo>
                  <a:lnTo>
                    <a:pt x="7689" y="69689"/>
                  </a:lnTo>
                  <a:lnTo>
                    <a:pt x="7876" y="69604"/>
                  </a:lnTo>
                  <a:lnTo>
                    <a:pt x="8063" y="69628"/>
                  </a:lnTo>
                  <a:lnTo>
                    <a:pt x="8250" y="69665"/>
                  </a:lnTo>
                  <a:lnTo>
                    <a:pt x="8437" y="69661"/>
                  </a:lnTo>
                  <a:lnTo>
                    <a:pt x="8624" y="69644"/>
                  </a:lnTo>
                  <a:lnTo>
                    <a:pt x="8811" y="69638"/>
                  </a:lnTo>
                  <a:lnTo>
                    <a:pt x="8998" y="69693"/>
                  </a:lnTo>
                  <a:lnTo>
                    <a:pt x="9185" y="69787"/>
                  </a:lnTo>
                  <a:lnTo>
                    <a:pt x="9372" y="69859"/>
                  </a:lnTo>
                  <a:lnTo>
                    <a:pt x="9558" y="69839"/>
                  </a:lnTo>
                  <a:lnTo>
                    <a:pt x="9745" y="69853"/>
                  </a:lnTo>
                  <a:lnTo>
                    <a:pt x="9932" y="69921"/>
                  </a:lnTo>
                  <a:lnTo>
                    <a:pt x="10119" y="70040"/>
                  </a:lnTo>
                  <a:lnTo>
                    <a:pt x="10306" y="70162"/>
                  </a:lnTo>
                  <a:lnTo>
                    <a:pt x="10493" y="70223"/>
                  </a:lnTo>
                  <a:lnTo>
                    <a:pt x="10680" y="70203"/>
                  </a:lnTo>
                  <a:lnTo>
                    <a:pt x="10867" y="70115"/>
                  </a:lnTo>
                  <a:lnTo>
                    <a:pt x="11054" y="69855"/>
                  </a:lnTo>
                  <a:lnTo>
                    <a:pt x="11241" y="69590"/>
                  </a:lnTo>
                  <a:lnTo>
                    <a:pt x="11428" y="69038"/>
                  </a:lnTo>
                  <a:lnTo>
                    <a:pt x="11615" y="68271"/>
                  </a:lnTo>
                  <a:lnTo>
                    <a:pt x="11801" y="67743"/>
                  </a:lnTo>
                  <a:lnTo>
                    <a:pt x="11988" y="67248"/>
                  </a:lnTo>
                  <a:lnTo>
                    <a:pt x="12175" y="66852"/>
                  </a:lnTo>
                  <a:lnTo>
                    <a:pt x="12362" y="66522"/>
                  </a:lnTo>
                  <a:lnTo>
                    <a:pt x="12549" y="66258"/>
                  </a:lnTo>
                  <a:lnTo>
                    <a:pt x="12736" y="66093"/>
                  </a:lnTo>
                  <a:lnTo>
                    <a:pt x="12923" y="65928"/>
                  </a:lnTo>
                  <a:lnTo>
                    <a:pt x="13110" y="65763"/>
                  </a:lnTo>
                  <a:lnTo>
                    <a:pt x="13297" y="65688"/>
                  </a:lnTo>
                  <a:lnTo>
                    <a:pt x="13484" y="65688"/>
                  </a:lnTo>
                  <a:lnTo>
                    <a:pt x="13671" y="65688"/>
                  </a:lnTo>
                  <a:lnTo>
                    <a:pt x="13858" y="65688"/>
                  </a:lnTo>
                  <a:lnTo>
                    <a:pt x="14045" y="65688"/>
                  </a:lnTo>
                  <a:lnTo>
                    <a:pt x="14231" y="65688"/>
                  </a:lnTo>
                  <a:lnTo>
                    <a:pt x="14418" y="65688"/>
                  </a:lnTo>
                  <a:lnTo>
                    <a:pt x="14605" y="65688"/>
                  </a:lnTo>
                  <a:lnTo>
                    <a:pt x="14792" y="65688"/>
                  </a:lnTo>
                  <a:lnTo>
                    <a:pt x="14979" y="65688"/>
                  </a:lnTo>
                  <a:lnTo>
                    <a:pt x="15166" y="65688"/>
                  </a:lnTo>
                  <a:lnTo>
                    <a:pt x="15353" y="65688"/>
                  </a:lnTo>
                  <a:lnTo>
                    <a:pt x="15540" y="65688"/>
                  </a:lnTo>
                  <a:lnTo>
                    <a:pt x="15727" y="65688"/>
                  </a:lnTo>
                  <a:lnTo>
                    <a:pt x="15914" y="65688"/>
                  </a:lnTo>
                  <a:lnTo>
                    <a:pt x="16101" y="65688"/>
                  </a:lnTo>
                  <a:lnTo>
                    <a:pt x="16288" y="65688"/>
                  </a:lnTo>
                  <a:lnTo>
                    <a:pt x="16474" y="65688"/>
                  </a:lnTo>
                  <a:lnTo>
                    <a:pt x="16661" y="65688"/>
                  </a:lnTo>
                  <a:lnTo>
                    <a:pt x="16848" y="65688"/>
                  </a:lnTo>
                  <a:lnTo>
                    <a:pt x="17035" y="65688"/>
                  </a:lnTo>
                  <a:lnTo>
                    <a:pt x="17222" y="65688"/>
                  </a:lnTo>
                  <a:lnTo>
                    <a:pt x="17409" y="65688"/>
                  </a:lnTo>
                  <a:lnTo>
                    <a:pt x="17596" y="65688"/>
                  </a:lnTo>
                  <a:lnTo>
                    <a:pt x="17783" y="65688"/>
                  </a:lnTo>
                  <a:lnTo>
                    <a:pt x="17970" y="65688"/>
                  </a:lnTo>
                  <a:lnTo>
                    <a:pt x="18157" y="65688"/>
                  </a:lnTo>
                  <a:lnTo>
                    <a:pt x="18344" y="65688"/>
                  </a:lnTo>
                  <a:lnTo>
                    <a:pt x="18531" y="65688"/>
                  </a:lnTo>
                  <a:lnTo>
                    <a:pt x="18718" y="65688"/>
                  </a:lnTo>
                  <a:lnTo>
                    <a:pt x="18904" y="65688"/>
                  </a:lnTo>
                  <a:lnTo>
                    <a:pt x="19091" y="65688"/>
                  </a:lnTo>
                  <a:lnTo>
                    <a:pt x="19278" y="65688"/>
                  </a:lnTo>
                  <a:lnTo>
                    <a:pt x="19465" y="65688"/>
                  </a:lnTo>
                  <a:lnTo>
                    <a:pt x="19652" y="65688"/>
                  </a:lnTo>
                  <a:lnTo>
                    <a:pt x="19839" y="65688"/>
                  </a:lnTo>
                  <a:lnTo>
                    <a:pt x="20026" y="65688"/>
                  </a:lnTo>
                  <a:lnTo>
                    <a:pt x="20213" y="65688"/>
                  </a:lnTo>
                  <a:lnTo>
                    <a:pt x="20400" y="65622"/>
                  </a:lnTo>
                  <a:lnTo>
                    <a:pt x="20587" y="65399"/>
                  </a:lnTo>
                  <a:lnTo>
                    <a:pt x="20774" y="65069"/>
                  </a:lnTo>
                  <a:lnTo>
                    <a:pt x="20961" y="65037"/>
                  </a:lnTo>
                  <a:lnTo>
                    <a:pt x="21148" y="65036"/>
                  </a:lnTo>
                  <a:lnTo>
                    <a:pt x="21334" y="65064"/>
                  </a:lnTo>
                  <a:lnTo>
                    <a:pt x="21521" y="65093"/>
                  </a:lnTo>
                  <a:lnTo>
                    <a:pt x="21708" y="65121"/>
                  </a:lnTo>
                  <a:lnTo>
                    <a:pt x="21895" y="65150"/>
                  </a:lnTo>
                  <a:lnTo>
                    <a:pt x="22082" y="65178"/>
                  </a:lnTo>
                  <a:lnTo>
                    <a:pt x="22269" y="65206"/>
                  </a:lnTo>
                  <a:lnTo>
                    <a:pt x="22456" y="65235"/>
                  </a:lnTo>
                  <a:lnTo>
                    <a:pt x="22643" y="65263"/>
                  </a:lnTo>
                  <a:lnTo>
                    <a:pt x="22830" y="65292"/>
                  </a:lnTo>
                  <a:lnTo>
                    <a:pt x="23017" y="65218"/>
                  </a:lnTo>
                  <a:lnTo>
                    <a:pt x="23204" y="65207"/>
                  </a:lnTo>
                  <a:lnTo>
                    <a:pt x="23391" y="65434"/>
                  </a:lnTo>
                  <a:lnTo>
                    <a:pt x="23577" y="65570"/>
                  </a:lnTo>
                  <a:lnTo>
                    <a:pt x="23764" y="65439"/>
                  </a:lnTo>
                  <a:lnTo>
                    <a:pt x="23951" y="65230"/>
                  </a:lnTo>
                  <a:lnTo>
                    <a:pt x="24138" y="64265"/>
                  </a:lnTo>
                  <a:lnTo>
                    <a:pt x="24325" y="63274"/>
                  </a:lnTo>
                  <a:lnTo>
                    <a:pt x="24512" y="62391"/>
                  </a:lnTo>
                  <a:lnTo>
                    <a:pt x="24699" y="61566"/>
                  </a:lnTo>
                  <a:lnTo>
                    <a:pt x="24886" y="60741"/>
                  </a:lnTo>
                  <a:lnTo>
                    <a:pt x="25073" y="60064"/>
                  </a:lnTo>
                  <a:lnTo>
                    <a:pt x="25260" y="59404"/>
                  </a:lnTo>
                  <a:lnTo>
                    <a:pt x="25447" y="58744"/>
                  </a:lnTo>
                  <a:lnTo>
                    <a:pt x="25634" y="58133"/>
                  </a:lnTo>
                  <a:lnTo>
                    <a:pt x="25821" y="57853"/>
                  </a:lnTo>
                  <a:lnTo>
                    <a:pt x="26007" y="57207"/>
                  </a:lnTo>
                  <a:lnTo>
                    <a:pt x="26194" y="56514"/>
                  </a:lnTo>
                  <a:lnTo>
                    <a:pt x="26381" y="55963"/>
                  </a:lnTo>
                  <a:lnTo>
                    <a:pt x="26568" y="55791"/>
                  </a:lnTo>
                  <a:lnTo>
                    <a:pt x="26755" y="55677"/>
                  </a:lnTo>
                  <a:lnTo>
                    <a:pt x="26942" y="55769"/>
                  </a:lnTo>
                  <a:lnTo>
                    <a:pt x="27129" y="55761"/>
                  </a:lnTo>
                  <a:lnTo>
                    <a:pt x="27316" y="55610"/>
                  </a:lnTo>
                  <a:lnTo>
                    <a:pt x="27503" y="55210"/>
                  </a:lnTo>
                  <a:lnTo>
                    <a:pt x="27690" y="54760"/>
                  </a:lnTo>
                  <a:lnTo>
                    <a:pt x="27877" y="54076"/>
                  </a:lnTo>
                  <a:lnTo>
                    <a:pt x="28064" y="53383"/>
                  </a:lnTo>
                  <a:lnTo>
                    <a:pt x="28251" y="52689"/>
                  </a:lnTo>
                  <a:lnTo>
                    <a:pt x="28437" y="51967"/>
                  </a:lnTo>
                  <a:lnTo>
                    <a:pt x="28624" y="51135"/>
                  </a:lnTo>
                  <a:lnTo>
                    <a:pt x="28811" y="50241"/>
                  </a:lnTo>
                  <a:lnTo>
                    <a:pt x="28998" y="49461"/>
                  </a:lnTo>
                  <a:lnTo>
                    <a:pt x="29185" y="48842"/>
                  </a:lnTo>
                  <a:lnTo>
                    <a:pt x="29372" y="48182"/>
                  </a:lnTo>
                  <a:lnTo>
                    <a:pt x="29559" y="47522"/>
                  </a:lnTo>
                  <a:lnTo>
                    <a:pt x="29746" y="46903"/>
                  </a:lnTo>
                  <a:lnTo>
                    <a:pt x="29933" y="46408"/>
                  </a:lnTo>
                  <a:lnTo>
                    <a:pt x="30120" y="45995"/>
                  </a:lnTo>
                  <a:lnTo>
                    <a:pt x="30307" y="45797"/>
                  </a:lnTo>
                  <a:lnTo>
                    <a:pt x="30494" y="45649"/>
                  </a:lnTo>
                  <a:lnTo>
                    <a:pt x="30680" y="45649"/>
                  </a:lnTo>
                  <a:lnTo>
                    <a:pt x="30867" y="45649"/>
                  </a:lnTo>
                  <a:lnTo>
                    <a:pt x="31054" y="45649"/>
                  </a:lnTo>
                  <a:lnTo>
                    <a:pt x="31241" y="45649"/>
                  </a:lnTo>
                  <a:lnTo>
                    <a:pt x="31428" y="45421"/>
                  </a:lnTo>
                  <a:lnTo>
                    <a:pt x="31615" y="45174"/>
                  </a:lnTo>
                  <a:lnTo>
                    <a:pt x="31802" y="45026"/>
                  </a:lnTo>
                  <a:lnTo>
                    <a:pt x="31989" y="44877"/>
                  </a:lnTo>
                  <a:lnTo>
                    <a:pt x="32176" y="44729"/>
                  </a:lnTo>
                  <a:lnTo>
                    <a:pt x="32363" y="44580"/>
                  </a:lnTo>
                  <a:lnTo>
                    <a:pt x="32550" y="44431"/>
                  </a:lnTo>
                  <a:lnTo>
                    <a:pt x="32737" y="44103"/>
                  </a:lnTo>
                  <a:lnTo>
                    <a:pt x="32924" y="43809"/>
                  </a:lnTo>
                  <a:lnTo>
                    <a:pt x="33110" y="43584"/>
                  </a:lnTo>
                  <a:lnTo>
                    <a:pt x="33297" y="43397"/>
                  </a:lnTo>
                  <a:lnTo>
                    <a:pt x="33484" y="43436"/>
                  </a:lnTo>
                  <a:lnTo>
                    <a:pt x="33671" y="43498"/>
                  </a:lnTo>
                  <a:lnTo>
                    <a:pt x="33858" y="43560"/>
                  </a:lnTo>
                  <a:lnTo>
                    <a:pt x="34045" y="43622"/>
                  </a:lnTo>
                  <a:lnTo>
                    <a:pt x="34232" y="43673"/>
                  </a:lnTo>
                  <a:lnTo>
                    <a:pt x="34419" y="43749"/>
                  </a:lnTo>
                  <a:lnTo>
                    <a:pt x="34606" y="43752"/>
                  </a:lnTo>
                  <a:lnTo>
                    <a:pt x="34793" y="43771"/>
                  </a:lnTo>
                  <a:lnTo>
                    <a:pt x="34980" y="44212"/>
                  </a:lnTo>
                  <a:lnTo>
                    <a:pt x="35167" y="44588"/>
                  </a:lnTo>
                  <a:lnTo>
                    <a:pt x="35353" y="45063"/>
                  </a:lnTo>
                  <a:lnTo>
                    <a:pt x="35540" y="45745"/>
                  </a:lnTo>
                  <a:lnTo>
                    <a:pt x="35727" y="46542"/>
                  </a:lnTo>
                  <a:lnTo>
                    <a:pt x="35914" y="47290"/>
                  </a:lnTo>
                  <a:lnTo>
                    <a:pt x="36101" y="47900"/>
                  </a:lnTo>
                  <a:lnTo>
                    <a:pt x="36288" y="48319"/>
                  </a:lnTo>
                  <a:lnTo>
                    <a:pt x="36475" y="48644"/>
                  </a:lnTo>
                  <a:lnTo>
                    <a:pt x="36662" y="48798"/>
                  </a:lnTo>
                  <a:lnTo>
                    <a:pt x="36849" y="48925"/>
                  </a:lnTo>
                  <a:lnTo>
                    <a:pt x="37036" y="49017"/>
                  </a:lnTo>
                  <a:lnTo>
                    <a:pt x="37223" y="49278"/>
                  </a:lnTo>
                  <a:lnTo>
                    <a:pt x="37410" y="49545"/>
                  </a:lnTo>
                  <a:lnTo>
                    <a:pt x="37597" y="49806"/>
                  </a:lnTo>
                  <a:lnTo>
                    <a:pt x="37783" y="50122"/>
                  </a:lnTo>
                  <a:lnTo>
                    <a:pt x="37970" y="50474"/>
                  </a:lnTo>
                  <a:lnTo>
                    <a:pt x="38157" y="50639"/>
                  </a:lnTo>
                  <a:lnTo>
                    <a:pt x="38344" y="50840"/>
                  </a:lnTo>
                  <a:lnTo>
                    <a:pt x="38531" y="50803"/>
                  </a:lnTo>
                  <a:lnTo>
                    <a:pt x="38718" y="50772"/>
                  </a:lnTo>
                  <a:lnTo>
                    <a:pt x="38905" y="50894"/>
                  </a:lnTo>
                  <a:lnTo>
                    <a:pt x="39092" y="50997"/>
                  </a:lnTo>
                  <a:lnTo>
                    <a:pt x="39279" y="51324"/>
                  </a:lnTo>
                  <a:lnTo>
                    <a:pt x="39466" y="51909"/>
                  </a:lnTo>
                  <a:lnTo>
                    <a:pt x="39653" y="52709"/>
                  </a:lnTo>
                  <a:lnTo>
                    <a:pt x="39840" y="53632"/>
                  </a:lnTo>
                  <a:lnTo>
                    <a:pt x="40027" y="54529"/>
                  </a:lnTo>
                  <a:lnTo>
                    <a:pt x="40213" y="55292"/>
                  </a:lnTo>
                  <a:lnTo>
                    <a:pt x="40400" y="56004"/>
                  </a:lnTo>
                  <a:lnTo>
                    <a:pt x="40587" y="56763"/>
                  </a:lnTo>
                  <a:lnTo>
                    <a:pt x="40774" y="57443"/>
                  </a:lnTo>
                  <a:lnTo>
                    <a:pt x="40961" y="58206"/>
                  </a:lnTo>
                  <a:lnTo>
                    <a:pt x="41148" y="59027"/>
                  </a:lnTo>
                  <a:lnTo>
                    <a:pt x="41335" y="59764"/>
                  </a:lnTo>
                  <a:lnTo>
                    <a:pt x="41522" y="60576"/>
                  </a:lnTo>
                  <a:lnTo>
                    <a:pt x="41709" y="61438"/>
                  </a:lnTo>
                  <a:lnTo>
                    <a:pt x="41896" y="62441"/>
                  </a:lnTo>
                  <a:lnTo>
                    <a:pt x="42083" y="63404"/>
                  </a:lnTo>
                  <a:lnTo>
                    <a:pt x="42270" y="64337"/>
                  </a:lnTo>
                  <a:lnTo>
                    <a:pt x="42456" y="65134"/>
                  </a:lnTo>
                  <a:lnTo>
                    <a:pt x="42643" y="65986"/>
                  </a:lnTo>
                  <a:lnTo>
                    <a:pt x="42830" y="66813"/>
                  </a:lnTo>
                  <a:lnTo>
                    <a:pt x="43017" y="67476"/>
                  </a:lnTo>
                  <a:lnTo>
                    <a:pt x="43204" y="67995"/>
                  </a:lnTo>
                  <a:lnTo>
                    <a:pt x="43391" y="68523"/>
                  </a:lnTo>
                  <a:lnTo>
                    <a:pt x="43578" y="69004"/>
                  </a:lnTo>
                  <a:lnTo>
                    <a:pt x="43765" y="69430"/>
                  </a:lnTo>
                  <a:lnTo>
                    <a:pt x="43952" y="69768"/>
                  </a:lnTo>
                  <a:lnTo>
                    <a:pt x="44139" y="69956"/>
                  </a:lnTo>
                  <a:lnTo>
                    <a:pt x="44326" y="70141"/>
                  </a:lnTo>
                  <a:lnTo>
                    <a:pt x="44513" y="70414"/>
                  </a:lnTo>
                  <a:lnTo>
                    <a:pt x="44700" y="70642"/>
                  </a:lnTo>
                  <a:lnTo>
                    <a:pt x="44886" y="70842"/>
                  </a:lnTo>
                  <a:lnTo>
                    <a:pt x="45073" y="71003"/>
                  </a:lnTo>
                  <a:lnTo>
                    <a:pt x="45260" y="71116"/>
                  </a:lnTo>
                  <a:lnTo>
                    <a:pt x="45447" y="71120"/>
                  </a:lnTo>
                  <a:lnTo>
                    <a:pt x="45634" y="71112"/>
                  </a:lnTo>
                  <a:lnTo>
                    <a:pt x="45821" y="71265"/>
                  </a:lnTo>
                  <a:lnTo>
                    <a:pt x="46008" y="71544"/>
                  </a:lnTo>
                  <a:lnTo>
                    <a:pt x="46195" y="71819"/>
                  </a:lnTo>
                  <a:lnTo>
                    <a:pt x="46382" y="72033"/>
                  </a:lnTo>
                  <a:lnTo>
                    <a:pt x="46569" y="72208"/>
                  </a:lnTo>
                  <a:lnTo>
                    <a:pt x="46756" y="72405"/>
                  </a:lnTo>
                  <a:lnTo>
                    <a:pt x="46943" y="72694"/>
                  </a:lnTo>
                  <a:lnTo>
                    <a:pt x="47129" y="72948"/>
                  </a:lnTo>
                  <a:lnTo>
                    <a:pt x="47316" y="73146"/>
                  </a:lnTo>
                  <a:lnTo>
                    <a:pt x="47503" y="73274"/>
                  </a:lnTo>
                  <a:lnTo>
                    <a:pt x="47690" y="73372"/>
                  </a:lnTo>
                  <a:lnTo>
                    <a:pt x="47877" y="73311"/>
                  </a:lnTo>
                  <a:lnTo>
                    <a:pt x="48064" y="73330"/>
                  </a:lnTo>
                  <a:lnTo>
                    <a:pt x="48251" y="73419"/>
                  </a:lnTo>
                  <a:lnTo>
                    <a:pt x="48438" y="73679"/>
                  </a:lnTo>
                  <a:lnTo>
                    <a:pt x="48625" y="73944"/>
                  </a:lnTo>
                  <a:lnTo>
                    <a:pt x="48812" y="74495"/>
                  </a:lnTo>
                  <a:lnTo>
                    <a:pt x="48999" y="75263"/>
                  </a:lnTo>
                  <a:lnTo>
                    <a:pt x="49186" y="75684"/>
                  </a:lnTo>
                  <a:lnTo>
                    <a:pt x="49373" y="76014"/>
                  </a:lnTo>
                  <a:lnTo>
                    <a:pt x="49559" y="76245"/>
                  </a:lnTo>
                  <a:lnTo>
                    <a:pt x="49746" y="76675"/>
                  </a:lnTo>
                  <a:lnTo>
                    <a:pt x="49933" y="77063"/>
                  </a:lnTo>
                  <a:lnTo>
                    <a:pt x="50120" y="77351"/>
                  </a:lnTo>
                  <a:lnTo>
                    <a:pt x="50307" y="77664"/>
                  </a:lnTo>
                  <a:lnTo>
                    <a:pt x="50494" y="77978"/>
                  </a:lnTo>
                  <a:lnTo>
                    <a:pt x="50681" y="78201"/>
                  </a:lnTo>
                  <a:lnTo>
                    <a:pt x="50868" y="78350"/>
                  </a:lnTo>
                  <a:lnTo>
                    <a:pt x="51055" y="78498"/>
                  </a:lnTo>
                  <a:lnTo>
                    <a:pt x="51242" y="78647"/>
                  </a:lnTo>
                  <a:lnTo>
                    <a:pt x="51429" y="78796"/>
                  </a:lnTo>
                  <a:lnTo>
                    <a:pt x="51616" y="78944"/>
                  </a:lnTo>
                  <a:lnTo>
                    <a:pt x="51803" y="79093"/>
                  </a:lnTo>
                  <a:lnTo>
                    <a:pt x="51989" y="79266"/>
                  </a:lnTo>
                  <a:lnTo>
                    <a:pt x="52176" y="79414"/>
                  </a:lnTo>
                  <a:lnTo>
                    <a:pt x="52363" y="79563"/>
                  </a:lnTo>
                  <a:lnTo>
                    <a:pt x="52550" y="79686"/>
                  </a:lnTo>
                  <a:lnTo>
                    <a:pt x="52737" y="79809"/>
                  </a:lnTo>
                  <a:lnTo>
                    <a:pt x="52924" y="79910"/>
                  </a:lnTo>
                  <a:lnTo>
                    <a:pt x="53111" y="79745"/>
                  </a:lnTo>
                  <a:lnTo>
                    <a:pt x="53298" y="79580"/>
                  </a:lnTo>
                  <a:lnTo>
                    <a:pt x="53485" y="79415"/>
                  </a:lnTo>
                  <a:lnTo>
                    <a:pt x="53672" y="79250"/>
                  </a:lnTo>
                  <a:lnTo>
                    <a:pt x="53859" y="79085"/>
                  </a:lnTo>
                  <a:lnTo>
                    <a:pt x="54046" y="78920"/>
                  </a:lnTo>
                  <a:lnTo>
                    <a:pt x="54232" y="78755"/>
                  </a:lnTo>
                  <a:lnTo>
                    <a:pt x="54419" y="78590"/>
                  </a:lnTo>
                  <a:lnTo>
                    <a:pt x="54606" y="78424"/>
                  </a:lnTo>
                  <a:lnTo>
                    <a:pt x="54793" y="78334"/>
                  </a:lnTo>
                  <a:lnTo>
                    <a:pt x="54980" y="78334"/>
                  </a:lnTo>
                  <a:lnTo>
                    <a:pt x="55167" y="78334"/>
                  </a:lnTo>
                  <a:lnTo>
                    <a:pt x="55354" y="78334"/>
                  </a:lnTo>
                  <a:lnTo>
                    <a:pt x="55541" y="78334"/>
                  </a:lnTo>
                  <a:lnTo>
                    <a:pt x="55728" y="78334"/>
                  </a:lnTo>
                  <a:lnTo>
                    <a:pt x="55915" y="78334"/>
                  </a:lnTo>
                  <a:lnTo>
                    <a:pt x="56102" y="78334"/>
                  </a:lnTo>
                  <a:lnTo>
                    <a:pt x="56289" y="78334"/>
                  </a:lnTo>
                  <a:lnTo>
                    <a:pt x="56476" y="78334"/>
                  </a:lnTo>
                  <a:lnTo>
                    <a:pt x="56662" y="78334"/>
                  </a:lnTo>
                  <a:lnTo>
                    <a:pt x="56849" y="78334"/>
                  </a:lnTo>
                  <a:lnTo>
                    <a:pt x="57036" y="78334"/>
                  </a:lnTo>
                  <a:lnTo>
                    <a:pt x="57223" y="78334"/>
                  </a:lnTo>
                  <a:lnTo>
                    <a:pt x="57410" y="78309"/>
                  </a:lnTo>
                  <a:lnTo>
                    <a:pt x="57597" y="78144"/>
                  </a:lnTo>
                  <a:lnTo>
                    <a:pt x="57784" y="78045"/>
                  </a:lnTo>
                  <a:lnTo>
                    <a:pt x="57971" y="78103"/>
                  </a:lnTo>
                  <a:lnTo>
                    <a:pt x="58158" y="78268"/>
                  </a:lnTo>
                  <a:lnTo>
                    <a:pt x="58345" y="78135"/>
                  </a:lnTo>
                  <a:lnTo>
                    <a:pt x="58532" y="77971"/>
                  </a:lnTo>
                  <a:lnTo>
                    <a:pt x="58719" y="77629"/>
                  </a:lnTo>
                  <a:lnTo>
                    <a:pt x="58906" y="77213"/>
                  </a:lnTo>
                  <a:lnTo>
                    <a:pt x="59092" y="76689"/>
                  </a:lnTo>
                  <a:lnTo>
                    <a:pt x="59279" y="76166"/>
                  </a:lnTo>
                  <a:lnTo>
                    <a:pt x="59466" y="75642"/>
                  </a:lnTo>
                  <a:lnTo>
                    <a:pt x="59653" y="75119"/>
                  </a:lnTo>
                  <a:lnTo>
                    <a:pt x="59840" y="74595"/>
                  </a:lnTo>
                  <a:lnTo>
                    <a:pt x="60027" y="74072"/>
                  </a:lnTo>
                  <a:lnTo>
                    <a:pt x="60214" y="73573"/>
                  </a:lnTo>
                  <a:lnTo>
                    <a:pt x="60401" y="73052"/>
                  </a:lnTo>
                  <a:lnTo>
                    <a:pt x="60588" y="72271"/>
                  </a:lnTo>
                  <a:lnTo>
                    <a:pt x="60775" y="71417"/>
                  </a:lnTo>
                  <a:lnTo>
                    <a:pt x="60962" y="70786"/>
                  </a:lnTo>
                  <a:lnTo>
                    <a:pt x="61149" y="70421"/>
                  </a:lnTo>
                  <a:lnTo>
                    <a:pt x="61335" y="70136"/>
                  </a:lnTo>
                  <a:lnTo>
                    <a:pt x="61522" y="70713"/>
                  </a:lnTo>
                  <a:lnTo>
                    <a:pt x="61709" y="71175"/>
                  </a:lnTo>
                  <a:lnTo>
                    <a:pt x="61896" y="71671"/>
                  </a:lnTo>
                  <a:lnTo>
                    <a:pt x="62083" y="72025"/>
                  </a:lnTo>
                  <a:lnTo>
                    <a:pt x="62270" y="72355"/>
                  </a:lnTo>
                  <a:lnTo>
                    <a:pt x="62457" y="72686"/>
                  </a:lnTo>
                  <a:lnTo>
                    <a:pt x="62644" y="72983"/>
                  </a:lnTo>
                  <a:lnTo>
                    <a:pt x="62831" y="73148"/>
                  </a:lnTo>
                  <a:lnTo>
                    <a:pt x="63018" y="73280"/>
                  </a:lnTo>
                  <a:lnTo>
                    <a:pt x="63205" y="73403"/>
                  </a:lnTo>
                  <a:lnTo>
                    <a:pt x="63392" y="73734"/>
                  </a:lnTo>
                  <a:lnTo>
                    <a:pt x="63579" y="74006"/>
                  </a:lnTo>
                  <a:lnTo>
                    <a:pt x="63765" y="73866"/>
                  </a:lnTo>
                  <a:lnTo>
                    <a:pt x="63952" y="73230"/>
                  </a:lnTo>
                  <a:lnTo>
                    <a:pt x="64139" y="72512"/>
                  </a:lnTo>
                  <a:lnTo>
                    <a:pt x="64326" y="71629"/>
                  </a:lnTo>
                  <a:lnTo>
                    <a:pt x="64513" y="71060"/>
                  </a:lnTo>
                  <a:lnTo>
                    <a:pt x="64700" y="70647"/>
                  </a:lnTo>
                  <a:lnTo>
                    <a:pt x="64887" y="70507"/>
                  </a:lnTo>
                  <a:lnTo>
                    <a:pt x="65074" y="70359"/>
                  </a:lnTo>
                  <a:lnTo>
                    <a:pt x="65261" y="70359"/>
                  </a:lnTo>
                  <a:lnTo>
                    <a:pt x="65448" y="70392"/>
                  </a:lnTo>
                  <a:lnTo>
                    <a:pt x="65635" y="70557"/>
                  </a:lnTo>
                  <a:lnTo>
                    <a:pt x="65822" y="70623"/>
                  </a:lnTo>
                  <a:lnTo>
                    <a:pt x="66008" y="70639"/>
                  </a:lnTo>
                  <a:lnTo>
                    <a:pt x="66195" y="70639"/>
                  </a:lnTo>
                  <a:lnTo>
                    <a:pt x="66382" y="70639"/>
                  </a:lnTo>
                  <a:lnTo>
                    <a:pt x="66569" y="70639"/>
                  </a:lnTo>
                  <a:lnTo>
                    <a:pt x="66756" y="70581"/>
                  </a:lnTo>
                  <a:lnTo>
                    <a:pt x="66943" y="70416"/>
                  </a:lnTo>
                  <a:lnTo>
                    <a:pt x="67130" y="70070"/>
                  </a:lnTo>
                  <a:lnTo>
                    <a:pt x="67317" y="69533"/>
                  </a:lnTo>
                  <a:lnTo>
                    <a:pt x="67504" y="68791"/>
                  </a:lnTo>
                  <a:lnTo>
                    <a:pt x="67691" y="67883"/>
                  </a:lnTo>
                  <a:lnTo>
                    <a:pt x="67878" y="66876"/>
                  </a:lnTo>
                  <a:lnTo>
                    <a:pt x="68065" y="65721"/>
                  </a:lnTo>
                  <a:lnTo>
                    <a:pt x="68252" y="64566"/>
                  </a:lnTo>
                  <a:lnTo>
                    <a:pt x="68438" y="63163"/>
                  </a:lnTo>
                  <a:lnTo>
                    <a:pt x="68625" y="61810"/>
                  </a:lnTo>
                  <a:lnTo>
                    <a:pt x="68812" y="60638"/>
                  </a:lnTo>
                  <a:lnTo>
                    <a:pt x="68999" y="59483"/>
                  </a:lnTo>
                  <a:lnTo>
                    <a:pt x="69186" y="58327"/>
                  </a:lnTo>
                  <a:lnTo>
                    <a:pt x="69373" y="57172"/>
                  </a:lnTo>
                  <a:lnTo>
                    <a:pt x="69560" y="56083"/>
                  </a:lnTo>
                  <a:lnTo>
                    <a:pt x="69747" y="55093"/>
                  </a:lnTo>
                  <a:lnTo>
                    <a:pt x="69934" y="54119"/>
                  </a:lnTo>
                  <a:lnTo>
                    <a:pt x="70121" y="53005"/>
                  </a:lnTo>
                  <a:lnTo>
                    <a:pt x="70308" y="52015"/>
                  </a:lnTo>
                  <a:lnTo>
                    <a:pt x="70495" y="51057"/>
                  </a:lnTo>
                  <a:lnTo>
                    <a:pt x="70682" y="50232"/>
                  </a:lnTo>
                  <a:lnTo>
                    <a:pt x="70868" y="49407"/>
                  </a:lnTo>
                  <a:lnTo>
                    <a:pt x="71055" y="48582"/>
                  </a:lnTo>
                  <a:lnTo>
                    <a:pt x="71242" y="48004"/>
                  </a:lnTo>
                  <a:lnTo>
                    <a:pt x="71429" y="47509"/>
                  </a:lnTo>
                  <a:lnTo>
                    <a:pt x="71616" y="46923"/>
                  </a:lnTo>
                  <a:lnTo>
                    <a:pt x="71803" y="46263"/>
                  </a:lnTo>
                  <a:lnTo>
                    <a:pt x="71990" y="45603"/>
                  </a:lnTo>
                  <a:lnTo>
                    <a:pt x="72177" y="44943"/>
                  </a:lnTo>
                  <a:lnTo>
                    <a:pt x="72364" y="44192"/>
                  </a:lnTo>
                  <a:lnTo>
                    <a:pt x="72551" y="43432"/>
                  </a:lnTo>
                  <a:lnTo>
                    <a:pt x="72738" y="42792"/>
                  </a:lnTo>
                  <a:lnTo>
                    <a:pt x="72925" y="42144"/>
                  </a:lnTo>
                  <a:lnTo>
                    <a:pt x="73111" y="41494"/>
                  </a:lnTo>
                  <a:lnTo>
                    <a:pt x="73298" y="40736"/>
                  </a:lnTo>
                  <a:lnTo>
                    <a:pt x="73485" y="39920"/>
                  </a:lnTo>
                  <a:lnTo>
                    <a:pt x="73672" y="39133"/>
                  </a:lnTo>
                  <a:lnTo>
                    <a:pt x="73859" y="38423"/>
                  </a:lnTo>
                  <a:lnTo>
                    <a:pt x="74046" y="37799"/>
                  </a:lnTo>
                  <a:lnTo>
                    <a:pt x="74233" y="37246"/>
                  </a:lnTo>
                  <a:lnTo>
                    <a:pt x="74420" y="36861"/>
                  </a:lnTo>
                  <a:lnTo>
                    <a:pt x="74607" y="36593"/>
                  </a:lnTo>
                  <a:lnTo>
                    <a:pt x="74794" y="36325"/>
                  </a:lnTo>
                  <a:lnTo>
                    <a:pt x="74981" y="36058"/>
                  </a:lnTo>
                  <a:lnTo>
                    <a:pt x="75168" y="35778"/>
                  </a:lnTo>
                  <a:lnTo>
                    <a:pt x="75355" y="35539"/>
                  </a:lnTo>
                  <a:lnTo>
                    <a:pt x="75541" y="35541"/>
                  </a:lnTo>
                  <a:lnTo>
                    <a:pt x="75728" y="35671"/>
                  </a:lnTo>
                  <a:lnTo>
                    <a:pt x="75915" y="36166"/>
                  </a:lnTo>
                  <a:lnTo>
                    <a:pt x="76102" y="36900"/>
                  </a:lnTo>
                  <a:lnTo>
                    <a:pt x="76289" y="37725"/>
                  </a:lnTo>
                  <a:lnTo>
                    <a:pt x="76476" y="38616"/>
                  </a:lnTo>
                  <a:lnTo>
                    <a:pt x="76663" y="39425"/>
                  </a:lnTo>
                  <a:lnTo>
                    <a:pt x="76850" y="40085"/>
                  </a:lnTo>
                  <a:lnTo>
                    <a:pt x="77037" y="40622"/>
                  </a:lnTo>
                  <a:lnTo>
                    <a:pt x="77224" y="41026"/>
                  </a:lnTo>
                  <a:lnTo>
                    <a:pt x="77411" y="41356"/>
                  </a:lnTo>
                  <a:lnTo>
                    <a:pt x="77598" y="41686"/>
                  </a:lnTo>
                  <a:lnTo>
                    <a:pt x="77785" y="41884"/>
                  </a:lnTo>
                  <a:lnTo>
                    <a:pt x="77971" y="42049"/>
                  </a:lnTo>
                  <a:lnTo>
                    <a:pt x="78158" y="42214"/>
                  </a:lnTo>
                  <a:lnTo>
                    <a:pt x="78345" y="42379"/>
                  </a:lnTo>
                  <a:lnTo>
                    <a:pt x="78532" y="42544"/>
                  </a:lnTo>
                  <a:lnTo>
                    <a:pt x="78719" y="42709"/>
                  </a:lnTo>
                  <a:lnTo>
                    <a:pt x="78906" y="42742"/>
                  </a:lnTo>
                  <a:lnTo>
                    <a:pt x="79093" y="42742"/>
                  </a:lnTo>
                  <a:lnTo>
                    <a:pt x="79280" y="42627"/>
                  </a:lnTo>
                  <a:lnTo>
                    <a:pt x="79467" y="42462"/>
                  </a:lnTo>
                  <a:lnTo>
                    <a:pt x="79654" y="42297"/>
                  </a:lnTo>
                  <a:lnTo>
                    <a:pt x="79841" y="42016"/>
                  </a:lnTo>
                  <a:lnTo>
                    <a:pt x="80028" y="41686"/>
                  </a:lnTo>
                  <a:lnTo>
                    <a:pt x="80214" y="41356"/>
                  </a:lnTo>
                  <a:lnTo>
                    <a:pt x="80401" y="41191"/>
                  </a:lnTo>
                  <a:lnTo>
                    <a:pt x="80588" y="41315"/>
                  </a:lnTo>
                  <a:lnTo>
                    <a:pt x="80775" y="41480"/>
                  </a:lnTo>
                  <a:lnTo>
                    <a:pt x="80962" y="41645"/>
                  </a:lnTo>
                  <a:lnTo>
                    <a:pt x="81149" y="41810"/>
                  </a:lnTo>
                  <a:lnTo>
                    <a:pt x="81336" y="41975"/>
                  </a:lnTo>
                  <a:lnTo>
                    <a:pt x="81523" y="42140"/>
                  </a:lnTo>
                  <a:lnTo>
                    <a:pt x="81710" y="42305"/>
                  </a:lnTo>
                  <a:lnTo>
                    <a:pt x="81897" y="42176"/>
                  </a:lnTo>
                  <a:lnTo>
                    <a:pt x="82084" y="42012"/>
                  </a:lnTo>
                  <a:lnTo>
                    <a:pt x="82271" y="41824"/>
                  </a:lnTo>
                  <a:lnTo>
                    <a:pt x="82458" y="41630"/>
                  </a:lnTo>
                  <a:lnTo>
                    <a:pt x="82644" y="41552"/>
                  </a:lnTo>
                  <a:lnTo>
                    <a:pt x="82831" y="41524"/>
                  </a:lnTo>
                  <a:lnTo>
                    <a:pt x="83018" y="41496"/>
                  </a:lnTo>
                  <a:lnTo>
                    <a:pt x="83205" y="41347"/>
                  </a:lnTo>
                  <a:lnTo>
                    <a:pt x="83392" y="41084"/>
                  </a:lnTo>
                  <a:lnTo>
                    <a:pt x="83579" y="40815"/>
                  </a:lnTo>
                  <a:lnTo>
                    <a:pt x="83766" y="40546"/>
                  </a:lnTo>
                  <a:lnTo>
                    <a:pt x="83953" y="40277"/>
                  </a:lnTo>
                  <a:lnTo>
                    <a:pt x="84140" y="40009"/>
                  </a:lnTo>
                  <a:lnTo>
                    <a:pt x="84327" y="39740"/>
                  </a:lnTo>
                  <a:lnTo>
                    <a:pt x="84514" y="39471"/>
                  </a:lnTo>
                  <a:lnTo>
                    <a:pt x="84701" y="39206"/>
                  </a:lnTo>
                  <a:lnTo>
                    <a:pt x="84887" y="38959"/>
                  </a:lnTo>
                  <a:lnTo>
                    <a:pt x="85074" y="38739"/>
                  </a:lnTo>
                  <a:lnTo>
                    <a:pt x="85261" y="38739"/>
                  </a:lnTo>
                  <a:lnTo>
                    <a:pt x="85448" y="38739"/>
                  </a:lnTo>
                  <a:lnTo>
                    <a:pt x="85635" y="38739"/>
                  </a:lnTo>
                  <a:lnTo>
                    <a:pt x="85822" y="38739"/>
                  </a:lnTo>
                  <a:lnTo>
                    <a:pt x="86009" y="38739"/>
                  </a:lnTo>
                  <a:lnTo>
                    <a:pt x="86196" y="38739"/>
                  </a:lnTo>
                  <a:lnTo>
                    <a:pt x="86383" y="38739"/>
                  </a:lnTo>
                  <a:lnTo>
                    <a:pt x="86570" y="38846"/>
                  </a:lnTo>
                  <a:lnTo>
                    <a:pt x="86757" y="39011"/>
                  </a:lnTo>
                  <a:lnTo>
                    <a:pt x="86944" y="39176"/>
                  </a:lnTo>
                  <a:lnTo>
                    <a:pt x="87131" y="39075"/>
                  </a:lnTo>
                  <a:lnTo>
                    <a:pt x="87317" y="38952"/>
                  </a:lnTo>
                  <a:lnTo>
                    <a:pt x="87504" y="38829"/>
                  </a:lnTo>
                  <a:lnTo>
                    <a:pt x="87691" y="38681"/>
                  </a:lnTo>
                  <a:lnTo>
                    <a:pt x="87878" y="38532"/>
                  </a:lnTo>
                  <a:lnTo>
                    <a:pt x="88065" y="38383"/>
                  </a:lnTo>
                  <a:lnTo>
                    <a:pt x="88252" y="38235"/>
                  </a:lnTo>
                  <a:lnTo>
                    <a:pt x="88439" y="38086"/>
                  </a:lnTo>
                  <a:lnTo>
                    <a:pt x="88626" y="37797"/>
                  </a:lnTo>
                  <a:lnTo>
                    <a:pt x="88813" y="37285"/>
                  </a:lnTo>
                  <a:lnTo>
                    <a:pt x="89000" y="36641"/>
                  </a:lnTo>
                  <a:lnTo>
                    <a:pt x="89187" y="35899"/>
                  </a:lnTo>
                  <a:lnTo>
                    <a:pt x="89374" y="35066"/>
                  </a:lnTo>
                  <a:lnTo>
                    <a:pt x="89561" y="34100"/>
                  </a:lnTo>
                  <a:lnTo>
                    <a:pt x="89747" y="33126"/>
                  </a:lnTo>
                  <a:lnTo>
                    <a:pt x="89934" y="32178"/>
                  </a:lnTo>
                  <a:lnTo>
                    <a:pt x="90121" y="31230"/>
                  </a:lnTo>
                  <a:lnTo>
                    <a:pt x="90308" y="30304"/>
                  </a:lnTo>
                  <a:lnTo>
                    <a:pt x="90495" y="29644"/>
                  </a:lnTo>
                  <a:lnTo>
                    <a:pt x="90682" y="28843"/>
                  </a:lnTo>
                  <a:lnTo>
                    <a:pt x="90869" y="27721"/>
                  </a:lnTo>
                  <a:lnTo>
                    <a:pt x="91056" y="26566"/>
                  </a:lnTo>
                  <a:lnTo>
                    <a:pt x="91243" y="25411"/>
                  </a:lnTo>
                  <a:lnTo>
                    <a:pt x="91430" y="24396"/>
                  </a:lnTo>
                  <a:lnTo>
                    <a:pt x="91617" y="23604"/>
                  </a:lnTo>
                  <a:lnTo>
                    <a:pt x="91804" y="22943"/>
                  </a:lnTo>
                  <a:lnTo>
                    <a:pt x="91990" y="22382"/>
                  </a:lnTo>
                  <a:lnTo>
                    <a:pt x="92177" y="21813"/>
                  </a:lnTo>
                  <a:lnTo>
                    <a:pt x="92364" y="21310"/>
                  </a:lnTo>
                  <a:lnTo>
                    <a:pt x="92551" y="20814"/>
                  </a:lnTo>
                  <a:lnTo>
                    <a:pt x="92738" y="20319"/>
                  </a:lnTo>
                  <a:lnTo>
                    <a:pt x="92925" y="19808"/>
                  </a:lnTo>
                  <a:lnTo>
                    <a:pt x="93112" y="19148"/>
                  </a:lnTo>
                  <a:lnTo>
                    <a:pt x="93299" y="18487"/>
                  </a:lnTo>
                  <a:lnTo>
                    <a:pt x="93486" y="17968"/>
                  </a:lnTo>
                  <a:lnTo>
                    <a:pt x="93673" y="17769"/>
                  </a:lnTo>
                  <a:lnTo>
                    <a:pt x="93860" y="17604"/>
                  </a:lnTo>
                  <a:lnTo>
                    <a:pt x="94047" y="17439"/>
                  </a:lnTo>
                  <a:lnTo>
                    <a:pt x="94234" y="17274"/>
                  </a:lnTo>
                  <a:lnTo>
                    <a:pt x="94420" y="17109"/>
                  </a:lnTo>
                  <a:lnTo>
                    <a:pt x="94607" y="16944"/>
                  </a:lnTo>
                  <a:lnTo>
                    <a:pt x="94794" y="16804"/>
                  </a:lnTo>
                  <a:lnTo>
                    <a:pt x="94981" y="16804"/>
                  </a:lnTo>
                  <a:lnTo>
                    <a:pt x="95168" y="16804"/>
                  </a:lnTo>
                  <a:lnTo>
                    <a:pt x="95355" y="16804"/>
                  </a:lnTo>
                  <a:lnTo>
                    <a:pt x="95542" y="16804"/>
                  </a:lnTo>
                  <a:lnTo>
                    <a:pt x="95729" y="16821"/>
                  </a:lnTo>
                  <a:lnTo>
                    <a:pt x="95916" y="16986"/>
                  </a:lnTo>
                  <a:lnTo>
                    <a:pt x="96103" y="17299"/>
                  </a:lnTo>
                  <a:lnTo>
                    <a:pt x="96290" y="17687"/>
                  </a:lnTo>
                  <a:lnTo>
                    <a:pt x="96477" y="18182"/>
                  </a:lnTo>
                  <a:lnTo>
                    <a:pt x="96664" y="18677"/>
                  </a:lnTo>
                  <a:lnTo>
                    <a:pt x="96850" y="19172"/>
                  </a:lnTo>
                  <a:lnTo>
                    <a:pt x="97037" y="19667"/>
                  </a:lnTo>
                  <a:lnTo>
                    <a:pt x="97224" y="20163"/>
                  </a:lnTo>
                  <a:lnTo>
                    <a:pt x="97411" y="20658"/>
                  </a:lnTo>
                  <a:lnTo>
                    <a:pt x="97598" y="21128"/>
                  </a:lnTo>
                  <a:lnTo>
                    <a:pt x="97785" y="21722"/>
                  </a:lnTo>
                  <a:lnTo>
                    <a:pt x="97972" y="22547"/>
                  </a:lnTo>
                  <a:lnTo>
                    <a:pt x="98159" y="23372"/>
                  </a:lnTo>
                  <a:lnTo>
                    <a:pt x="98346" y="24198"/>
                  </a:lnTo>
                  <a:lnTo>
                    <a:pt x="98533" y="25023"/>
                  </a:lnTo>
                  <a:lnTo>
                    <a:pt x="98720" y="25699"/>
                  </a:lnTo>
                  <a:lnTo>
                    <a:pt x="98907" y="26252"/>
                  </a:lnTo>
                  <a:lnTo>
                    <a:pt x="99093" y="26946"/>
                  </a:lnTo>
                  <a:lnTo>
                    <a:pt x="99280" y="27606"/>
                  </a:lnTo>
                  <a:lnTo>
                    <a:pt x="99467" y="28406"/>
                  </a:lnTo>
                  <a:lnTo>
                    <a:pt x="99654" y="29231"/>
                  </a:lnTo>
                  <a:lnTo>
                    <a:pt x="99841" y="29924"/>
                  </a:lnTo>
                  <a:lnTo>
                    <a:pt x="100028" y="30618"/>
                  </a:lnTo>
                  <a:lnTo>
                    <a:pt x="100215" y="31443"/>
                  </a:lnTo>
                  <a:lnTo>
                    <a:pt x="100402" y="32301"/>
                  </a:lnTo>
                  <a:lnTo>
                    <a:pt x="100589" y="33027"/>
                  </a:lnTo>
                  <a:lnTo>
                    <a:pt x="100776" y="33522"/>
                  </a:lnTo>
                  <a:lnTo>
                    <a:pt x="100963" y="34017"/>
                  </a:lnTo>
                  <a:lnTo>
                    <a:pt x="101150" y="34512"/>
                  </a:lnTo>
                  <a:lnTo>
                    <a:pt x="101337" y="35032"/>
                  </a:lnTo>
                  <a:lnTo>
                    <a:pt x="101523" y="35602"/>
                  </a:lnTo>
                  <a:lnTo>
                    <a:pt x="101710" y="35849"/>
                  </a:lnTo>
                  <a:lnTo>
                    <a:pt x="101897" y="35758"/>
                  </a:lnTo>
                  <a:lnTo>
                    <a:pt x="102084" y="35593"/>
                  </a:lnTo>
                  <a:lnTo>
                    <a:pt x="102271" y="35371"/>
                  </a:lnTo>
                  <a:lnTo>
                    <a:pt x="102458" y="35156"/>
                  </a:lnTo>
                  <a:lnTo>
                    <a:pt x="102645" y="34958"/>
                  </a:lnTo>
                  <a:lnTo>
                    <a:pt x="102832" y="34760"/>
                  </a:lnTo>
                  <a:lnTo>
                    <a:pt x="103019" y="34405"/>
                  </a:lnTo>
                  <a:lnTo>
                    <a:pt x="103206" y="34009"/>
                  </a:lnTo>
                  <a:lnTo>
                    <a:pt x="103393" y="33663"/>
                  </a:lnTo>
                  <a:lnTo>
                    <a:pt x="103580" y="33332"/>
                  </a:lnTo>
                  <a:lnTo>
                    <a:pt x="103766" y="33002"/>
                  </a:lnTo>
                  <a:lnTo>
                    <a:pt x="103953" y="32540"/>
                  </a:lnTo>
                  <a:lnTo>
                    <a:pt x="104140" y="32210"/>
                  </a:lnTo>
                  <a:lnTo>
                    <a:pt x="104327" y="31954"/>
                  </a:lnTo>
                  <a:lnTo>
                    <a:pt x="104514" y="32136"/>
                  </a:lnTo>
                  <a:lnTo>
                    <a:pt x="104701" y="32507"/>
                  </a:lnTo>
                  <a:lnTo>
                    <a:pt x="104888" y="33002"/>
                  </a:lnTo>
                  <a:lnTo>
                    <a:pt x="105075" y="33448"/>
                  </a:lnTo>
                  <a:lnTo>
                    <a:pt x="105262" y="33993"/>
                  </a:lnTo>
                  <a:lnTo>
                    <a:pt x="105449" y="34578"/>
                  </a:lnTo>
                  <a:lnTo>
                    <a:pt x="105636" y="35074"/>
                  </a:lnTo>
                  <a:lnTo>
                    <a:pt x="105823" y="35684"/>
                  </a:lnTo>
                  <a:lnTo>
                    <a:pt x="106010" y="36122"/>
                  </a:lnTo>
                  <a:lnTo>
                    <a:pt x="106196" y="36303"/>
                  </a:lnTo>
                  <a:lnTo>
                    <a:pt x="106383" y="36386"/>
                  </a:lnTo>
                  <a:lnTo>
                    <a:pt x="106570" y="36386"/>
                  </a:lnTo>
                  <a:lnTo>
                    <a:pt x="106757" y="36518"/>
                  </a:lnTo>
                  <a:lnTo>
                    <a:pt x="106944" y="36625"/>
                  </a:lnTo>
                  <a:lnTo>
                    <a:pt x="107131" y="36790"/>
                  </a:lnTo>
                  <a:lnTo>
                    <a:pt x="107318" y="36905"/>
                  </a:lnTo>
                  <a:lnTo>
                    <a:pt x="107505" y="37029"/>
                  </a:lnTo>
                  <a:lnTo>
                    <a:pt x="107692" y="37029"/>
                  </a:lnTo>
                  <a:lnTo>
                    <a:pt x="107879" y="36996"/>
                  </a:lnTo>
                  <a:lnTo>
                    <a:pt x="108066" y="36617"/>
                  </a:lnTo>
                  <a:lnTo>
                    <a:pt x="108253" y="36196"/>
                  </a:lnTo>
                  <a:lnTo>
                    <a:pt x="108440" y="36359"/>
                  </a:lnTo>
                  <a:lnTo>
                    <a:pt x="108626" y="36434"/>
                  </a:lnTo>
                  <a:lnTo>
                    <a:pt x="108813" y="36609"/>
                  </a:lnTo>
                  <a:lnTo>
                    <a:pt x="109000" y="36863"/>
                  </a:lnTo>
                  <a:lnTo>
                    <a:pt x="109187" y="37251"/>
                  </a:lnTo>
                  <a:lnTo>
                    <a:pt x="109374" y="37699"/>
                  </a:lnTo>
                  <a:lnTo>
                    <a:pt x="109561" y="38147"/>
                  </a:lnTo>
                  <a:lnTo>
                    <a:pt x="109748" y="38343"/>
                  </a:lnTo>
                  <a:lnTo>
                    <a:pt x="109935" y="38506"/>
                  </a:lnTo>
                  <a:lnTo>
                    <a:pt x="110122" y="38569"/>
                  </a:lnTo>
                  <a:lnTo>
                    <a:pt x="110309" y="38629"/>
                  </a:lnTo>
                  <a:lnTo>
                    <a:pt x="110496" y="38747"/>
                  </a:lnTo>
                  <a:lnTo>
                    <a:pt x="110683" y="38973"/>
                  </a:lnTo>
                  <a:lnTo>
                    <a:pt x="110869" y="39412"/>
                  </a:lnTo>
                  <a:lnTo>
                    <a:pt x="111056" y="39935"/>
                  </a:lnTo>
                  <a:lnTo>
                    <a:pt x="111243" y="40387"/>
                  </a:lnTo>
                  <a:lnTo>
                    <a:pt x="111430" y="40721"/>
                  </a:lnTo>
                  <a:lnTo>
                    <a:pt x="111617" y="40704"/>
                  </a:lnTo>
                  <a:lnTo>
                    <a:pt x="111804" y="40614"/>
                  </a:lnTo>
                  <a:lnTo>
                    <a:pt x="111991" y="40449"/>
                  </a:lnTo>
                  <a:lnTo>
                    <a:pt x="112178" y="40284"/>
                  </a:lnTo>
                  <a:lnTo>
                    <a:pt x="112365" y="39962"/>
                  </a:lnTo>
                  <a:lnTo>
                    <a:pt x="112552" y="39788"/>
                  </a:lnTo>
                  <a:lnTo>
                    <a:pt x="112739" y="39458"/>
                  </a:lnTo>
                  <a:lnTo>
                    <a:pt x="112926" y="39128"/>
                  </a:lnTo>
                  <a:lnTo>
                    <a:pt x="113113" y="38691"/>
                  </a:lnTo>
                  <a:lnTo>
                    <a:pt x="113299" y="38196"/>
                  </a:lnTo>
                  <a:lnTo>
                    <a:pt x="113486" y="37494"/>
                  </a:lnTo>
                  <a:lnTo>
                    <a:pt x="113673" y="36669"/>
                  </a:lnTo>
                  <a:lnTo>
                    <a:pt x="113860" y="35844"/>
                  </a:lnTo>
                  <a:lnTo>
                    <a:pt x="114047" y="35077"/>
                  </a:lnTo>
                  <a:lnTo>
                    <a:pt x="114234" y="34417"/>
                  </a:lnTo>
                  <a:lnTo>
                    <a:pt x="114421" y="33847"/>
                  </a:lnTo>
                  <a:lnTo>
                    <a:pt x="114608" y="33352"/>
                  </a:lnTo>
                  <a:lnTo>
                    <a:pt x="114795" y="32857"/>
                  </a:lnTo>
                  <a:lnTo>
                    <a:pt x="114982" y="32362"/>
                  </a:lnTo>
                  <a:lnTo>
                    <a:pt x="115169" y="32156"/>
                  </a:lnTo>
                  <a:lnTo>
                    <a:pt x="115356" y="31900"/>
                  </a:lnTo>
                  <a:lnTo>
                    <a:pt x="115543" y="31735"/>
                  </a:lnTo>
                  <a:lnTo>
                    <a:pt x="115729" y="31520"/>
                  </a:lnTo>
                  <a:lnTo>
                    <a:pt x="115916" y="31190"/>
                  </a:lnTo>
                  <a:lnTo>
                    <a:pt x="116103" y="30860"/>
                  </a:lnTo>
                  <a:lnTo>
                    <a:pt x="116290" y="30629"/>
                  </a:lnTo>
                  <a:lnTo>
                    <a:pt x="116477" y="30464"/>
                  </a:lnTo>
                  <a:lnTo>
                    <a:pt x="116664" y="30299"/>
                  </a:lnTo>
                  <a:lnTo>
                    <a:pt x="116851" y="30134"/>
                  </a:lnTo>
                  <a:lnTo>
                    <a:pt x="117038" y="29969"/>
                  </a:lnTo>
                  <a:lnTo>
                    <a:pt x="117225" y="29919"/>
                  </a:lnTo>
                  <a:lnTo>
                    <a:pt x="117412" y="29812"/>
                  </a:lnTo>
                  <a:lnTo>
                    <a:pt x="117599" y="29482"/>
                  </a:lnTo>
                  <a:lnTo>
                    <a:pt x="117786" y="29152"/>
                  </a:lnTo>
                  <a:lnTo>
                    <a:pt x="117972" y="28690"/>
                  </a:lnTo>
                  <a:lnTo>
                    <a:pt x="118159" y="28294"/>
                  </a:lnTo>
                  <a:lnTo>
                    <a:pt x="118346" y="27964"/>
                  </a:lnTo>
                  <a:lnTo>
                    <a:pt x="118533" y="27683"/>
                  </a:lnTo>
                  <a:lnTo>
                    <a:pt x="118720" y="27518"/>
                  </a:lnTo>
                  <a:lnTo>
                    <a:pt x="118907" y="27196"/>
                  </a:lnTo>
                  <a:lnTo>
                    <a:pt x="119094" y="26866"/>
                  </a:lnTo>
                  <a:lnTo>
                    <a:pt x="119281" y="26231"/>
                  </a:lnTo>
                  <a:lnTo>
                    <a:pt x="119468" y="25861"/>
                  </a:lnTo>
                  <a:lnTo>
                    <a:pt x="119655" y="25530"/>
                  </a:lnTo>
                  <a:lnTo>
                    <a:pt x="119842" y="25140"/>
                  </a:lnTo>
                  <a:lnTo>
                    <a:pt x="120029" y="24617"/>
                  </a:lnTo>
                  <a:lnTo>
                    <a:pt x="120216" y="24122"/>
                  </a:lnTo>
                  <a:lnTo>
                    <a:pt x="120402" y="23790"/>
                  </a:lnTo>
                  <a:lnTo>
                    <a:pt x="120589" y="23344"/>
                  </a:lnTo>
                  <a:lnTo>
                    <a:pt x="120776" y="22771"/>
                  </a:lnTo>
                  <a:lnTo>
                    <a:pt x="120963" y="22198"/>
                  </a:lnTo>
                  <a:lnTo>
                    <a:pt x="121150" y="21601"/>
                  </a:lnTo>
                  <a:lnTo>
                    <a:pt x="121337" y="20897"/>
                  </a:lnTo>
                  <a:lnTo>
                    <a:pt x="121524" y="20083"/>
                  </a:lnTo>
                  <a:lnTo>
                    <a:pt x="121711" y="19312"/>
                  </a:lnTo>
                  <a:lnTo>
                    <a:pt x="121898" y="18487"/>
                  </a:lnTo>
                  <a:lnTo>
                    <a:pt x="122085" y="17776"/>
                  </a:lnTo>
                  <a:lnTo>
                    <a:pt x="122272" y="17144"/>
                  </a:lnTo>
                  <a:lnTo>
                    <a:pt x="122459" y="16355"/>
                  </a:lnTo>
                  <a:lnTo>
                    <a:pt x="122645" y="15175"/>
                  </a:lnTo>
                  <a:lnTo>
                    <a:pt x="122832" y="14019"/>
                  </a:lnTo>
                  <a:lnTo>
                    <a:pt x="123019" y="12864"/>
                  </a:lnTo>
                  <a:lnTo>
                    <a:pt x="123206" y="11668"/>
                  </a:lnTo>
                  <a:lnTo>
                    <a:pt x="123393" y="10479"/>
                  </a:lnTo>
                  <a:lnTo>
                    <a:pt x="123580" y="9324"/>
                  </a:lnTo>
                  <a:lnTo>
                    <a:pt x="123767" y="8169"/>
                  </a:lnTo>
                  <a:lnTo>
                    <a:pt x="123954" y="7047"/>
                  </a:lnTo>
                  <a:lnTo>
                    <a:pt x="124141" y="6073"/>
                  </a:lnTo>
                  <a:lnTo>
                    <a:pt x="124328" y="5248"/>
                  </a:lnTo>
                  <a:lnTo>
                    <a:pt x="124515" y="4406"/>
                  </a:lnTo>
                  <a:lnTo>
                    <a:pt x="124702" y="3597"/>
                  </a:lnTo>
                  <a:lnTo>
                    <a:pt x="124889" y="2937"/>
                  </a:lnTo>
                  <a:lnTo>
                    <a:pt x="125075" y="2294"/>
                  </a:lnTo>
                  <a:lnTo>
                    <a:pt x="125262" y="1798"/>
                  </a:lnTo>
                  <a:lnTo>
                    <a:pt x="125449" y="1303"/>
                  </a:lnTo>
                  <a:lnTo>
                    <a:pt x="125636" y="808"/>
                  </a:lnTo>
                  <a:lnTo>
                    <a:pt x="125823" y="313"/>
                  </a:lnTo>
                  <a:lnTo>
                    <a:pt x="126010" y="0"/>
                  </a:lnTo>
                  <a:lnTo>
                    <a:pt x="126197" y="57"/>
                  </a:lnTo>
                  <a:lnTo>
                    <a:pt x="126384" y="387"/>
                  </a:lnTo>
                  <a:lnTo>
                    <a:pt x="126571" y="816"/>
                  </a:lnTo>
                  <a:lnTo>
                    <a:pt x="126758" y="1155"/>
                  </a:lnTo>
                  <a:lnTo>
                    <a:pt x="126945" y="1477"/>
                  </a:lnTo>
                  <a:lnTo>
                    <a:pt x="127132" y="1807"/>
                  </a:lnTo>
                  <a:lnTo>
                    <a:pt x="127319" y="2252"/>
                  </a:lnTo>
                  <a:lnTo>
                    <a:pt x="127505" y="2747"/>
                  </a:lnTo>
                  <a:lnTo>
                    <a:pt x="127692" y="3242"/>
                  </a:lnTo>
                  <a:lnTo>
                    <a:pt x="127879" y="3738"/>
                  </a:lnTo>
                  <a:lnTo>
                    <a:pt x="128066" y="4373"/>
                  </a:lnTo>
                  <a:lnTo>
                    <a:pt x="128253" y="5330"/>
                  </a:lnTo>
                  <a:lnTo>
                    <a:pt x="128440" y="6197"/>
                  </a:lnTo>
                  <a:lnTo>
                    <a:pt x="128627" y="7022"/>
                  </a:lnTo>
                  <a:lnTo>
                    <a:pt x="128814" y="7707"/>
                  </a:lnTo>
                  <a:lnTo>
                    <a:pt x="129001" y="8169"/>
                  </a:lnTo>
                  <a:lnTo>
                    <a:pt x="129188" y="8499"/>
                  </a:lnTo>
                  <a:lnTo>
                    <a:pt x="129375" y="8730"/>
                  </a:lnTo>
                  <a:lnTo>
                    <a:pt x="129562" y="9052"/>
                  </a:lnTo>
                  <a:lnTo>
                    <a:pt x="129748" y="9390"/>
                  </a:lnTo>
                  <a:lnTo>
                    <a:pt x="129935" y="9720"/>
                  </a:lnTo>
                  <a:lnTo>
                    <a:pt x="130122" y="10050"/>
                  </a:lnTo>
                  <a:lnTo>
                    <a:pt x="130309" y="10397"/>
                  </a:lnTo>
                  <a:lnTo>
                    <a:pt x="130496" y="10892"/>
                  </a:lnTo>
                  <a:lnTo>
                    <a:pt x="130683" y="11387"/>
                  </a:lnTo>
                  <a:lnTo>
                    <a:pt x="130870" y="11742"/>
                  </a:lnTo>
                  <a:lnTo>
                    <a:pt x="131057" y="11775"/>
                  </a:lnTo>
                  <a:lnTo>
                    <a:pt x="131244" y="11899"/>
                  </a:lnTo>
                  <a:lnTo>
                    <a:pt x="131431" y="12064"/>
                  </a:lnTo>
                  <a:lnTo>
                    <a:pt x="131618" y="12229"/>
                  </a:lnTo>
                  <a:lnTo>
                    <a:pt x="131805" y="12394"/>
                  </a:lnTo>
                  <a:lnTo>
                    <a:pt x="131992" y="12559"/>
                  </a:lnTo>
                  <a:lnTo>
                    <a:pt x="132178" y="12724"/>
                  </a:lnTo>
                  <a:lnTo>
                    <a:pt x="132365" y="12889"/>
                  </a:lnTo>
                  <a:lnTo>
                    <a:pt x="132552" y="13054"/>
                  </a:lnTo>
                  <a:lnTo>
                    <a:pt x="132739" y="13219"/>
                  </a:lnTo>
                  <a:lnTo>
                    <a:pt x="132926" y="13384"/>
                  </a:lnTo>
                  <a:lnTo>
                    <a:pt x="133113" y="13533"/>
                  </a:lnTo>
                  <a:lnTo>
                    <a:pt x="133300" y="13533"/>
                  </a:lnTo>
                  <a:lnTo>
                    <a:pt x="133487" y="13533"/>
                  </a:lnTo>
                  <a:lnTo>
                    <a:pt x="133674" y="13533"/>
                  </a:lnTo>
                  <a:lnTo>
                    <a:pt x="133861" y="13533"/>
                  </a:lnTo>
                  <a:lnTo>
                    <a:pt x="134048" y="13533"/>
                  </a:lnTo>
                  <a:lnTo>
                    <a:pt x="134235" y="13533"/>
                  </a:lnTo>
                  <a:lnTo>
                    <a:pt x="134422" y="13533"/>
                  </a:lnTo>
                  <a:lnTo>
                    <a:pt x="134608" y="13533"/>
                  </a:lnTo>
                  <a:lnTo>
                    <a:pt x="134795" y="13533"/>
                  </a:lnTo>
                  <a:lnTo>
                    <a:pt x="134982" y="13533"/>
                  </a:lnTo>
                  <a:lnTo>
                    <a:pt x="135169" y="13533"/>
                  </a:lnTo>
                  <a:lnTo>
                    <a:pt x="135356" y="13533"/>
                  </a:lnTo>
                  <a:lnTo>
                    <a:pt x="135543" y="13533"/>
                  </a:lnTo>
                  <a:lnTo>
                    <a:pt x="135730" y="13533"/>
                  </a:lnTo>
                  <a:lnTo>
                    <a:pt x="135917" y="13533"/>
                  </a:lnTo>
                  <a:lnTo>
                    <a:pt x="136104" y="13681"/>
                  </a:lnTo>
                  <a:lnTo>
                    <a:pt x="136291" y="13846"/>
                  </a:lnTo>
                  <a:lnTo>
                    <a:pt x="136478" y="14011"/>
                  </a:lnTo>
                  <a:lnTo>
                    <a:pt x="136665" y="14176"/>
                  </a:lnTo>
                  <a:lnTo>
                    <a:pt x="136851" y="14201"/>
                  </a:lnTo>
                  <a:lnTo>
                    <a:pt x="137038" y="14201"/>
                  </a:lnTo>
                  <a:lnTo>
                    <a:pt x="137225" y="14333"/>
                  </a:lnTo>
                  <a:lnTo>
                    <a:pt x="137412" y="14498"/>
                  </a:lnTo>
                  <a:lnTo>
                    <a:pt x="137599" y="14663"/>
                  </a:lnTo>
                  <a:lnTo>
                    <a:pt x="137786" y="14828"/>
                  </a:lnTo>
                  <a:lnTo>
                    <a:pt x="137973" y="14993"/>
                  </a:lnTo>
                  <a:lnTo>
                    <a:pt x="138160" y="15158"/>
                  </a:lnTo>
                  <a:lnTo>
                    <a:pt x="138347" y="15158"/>
                  </a:lnTo>
                  <a:lnTo>
                    <a:pt x="138534" y="15051"/>
                  </a:lnTo>
                  <a:lnTo>
                    <a:pt x="138721" y="15001"/>
                  </a:lnTo>
                  <a:lnTo>
                    <a:pt x="138908" y="14927"/>
                  </a:lnTo>
                  <a:lnTo>
                    <a:pt x="139095" y="15133"/>
                  </a:lnTo>
                  <a:lnTo>
                    <a:pt x="139281" y="15463"/>
                  </a:lnTo>
                  <a:lnTo>
                    <a:pt x="139468" y="15579"/>
                  </a:lnTo>
                  <a:lnTo>
                    <a:pt x="139655" y="15694"/>
                  </a:lnTo>
                  <a:lnTo>
                    <a:pt x="139842" y="15711"/>
                  </a:lnTo>
                  <a:lnTo>
                    <a:pt x="140029" y="15323"/>
                  </a:lnTo>
                  <a:lnTo>
                    <a:pt x="140216" y="14762"/>
                  </a:lnTo>
                  <a:lnTo>
                    <a:pt x="140403" y="14127"/>
                  </a:lnTo>
                  <a:lnTo>
                    <a:pt x="140590" y="13632"/>
                  </a:lnTo>
                  <a:lnTo>
                    <a:pt x="140777" y="13021"/>
                  </a:lnTo>
                  <a:lnTo>
                    <a:pt x="140964" y="12361"/>
                  </a:lnTo>
                  <a:lnTo>
                    <a:pt x="141151" y="11750"/>
                  </a:lnTo>
                  <a:lnTo>
                    <a:pt x="141338" y="11222"/>
                  </a:lnTo>
                  <a:lnTo>
                    <a:pt x="141524" y="10446"/>
                  </a:lnTo>
                  <a:lnTo>
                    <a:pt x="141711" y="9547"/>
                  </a:lnTo>
                  <a:lnTo>
                    <a:pt x="141898" y="8227"/>
                  </a:lnTo>
                  <a:lnTo>
                    <a:pt x="142085" y="6741"/>
                  </a:lnTo>
                  <a:lnTo>
                    <a:pt x="142272" y="5470"/>
                  </a:lnTo>
                  <a:lnTo>
                    <a:pt x="142459" y="4340"/>
                  </a:lnTo>
                  <a:lnTo>
                    <a:pt x="142646" y="3333"/>
                  </a:lnTo>
                  <a:lnTo>
                    <a:pt x="142833" y="2673"/>
                  </a:lnTo>
                  <a:lnTo>
                    <a:pt x="143020" y="2244"/>
                  </a:lnTo>
                  <a:lnTo>
                    <a:pt x="143207" y="2046"/>
                  </a:lnTo>
                  <a:lnTo>
                    <a:pt x="143394" y="1881"/>
                  </a:lnTo>
                  <a:lnTo>
                    <a:pt x="143581" y="1831"/>
                  </a:lnTo>
                  <a:lnTo>
                    <a:pt x="143768" y="1914"/>
                  </a:lnTo>
                  <a:lnTo>
                    <a:pt x="143954" y="2194"/>
                  </a:lnTo>
                  <a:lnTo>
                    <a:pt x="144141" y="2500"/>
                  </a:lnTo>
                  <a:lnTo>
                    <a:pt x="144328" y="2995"/>
                  </a:lnTo>
                  <a:lnTo>
                    <a:pt x="144515" y="3490"/>
                  </a:lnTo>
                  <a:lnTo>
                    <a:pt x="144702" y="3977"/>
                  </a:lnTo>
                  <a:lnTo>
                    <a:pt x="144889" y="4637"/>
                  </a:lnTo>
                  <a:lnTo>
                    <a:pt x="145076" y="5297"/>
                  </a:lnTo>
                  <a:lnTo>
                    <a:pt x="145263" y="5957"/>
                  </a:lnTo>
                  <a:lnTo>
                    <a:pt x="145450" y="6832"/>
                  </a:lnTo>
                  <a:lnTo>
                    <a:pt x="145637" y="7748"/>
                  </a:lnTo>
                  <a:lnTo>
                    <a:pt x="145824" y="8080"/>
                  </a:lnTo>
                  <a:lnTo>
                    <a:pt x="146011" y="8252"/>
                  </a:lnTo>
                  <a:lnTo>
                    <a:pt x="146198" y="8333"/>
                  </a:lnTo>
                  <a:lnTo>
                    <a:pt x="146384" y="8492"/>
                  </a:lnTo>
                  <a:lnTo>
                    <a:pt x="146571" y="8409"/>
                  </a:lnTo>
                  <a:lnTo>
                    <a:pt x="146758" y="8126"/>
                  </a:lnTo>
                  <a:lnTo>
                    <a:pt x="146945" y="7719"/>
                  </a:lnTo>
                  <a:lnTo>
                    <a:pt x="147132" y="7392"/>
                  </a:lnTo>
                  <a:lnTo>
                    <a:pt x="147319" y="7064"/>
                  </a:lnTo>
                  <a:lnTo>
                    <a:pt x="147506" y="6877"/>
                  </a:lnTo>
                  <a:lnTo>
                    <a:pt x="147693" y="6594"/>
                  </a:lnTo>
                  <a:lnTo>
                    <a:pt x="147880" y="6311"/>
                  </a:lnTo>
                  <a:lnTo>
                    <a:pt x="148067" y="6027"/>
                  </a:lnTo>
                  <a:lnTo>
                    <a:pt x="148254" y="5588"/>
                  </a:lnTo>
                  <a:lnTo>
                    <a:pt x="148441" y="5048"/>
                  </a:lnTo>
                  <a:lnTo>
                    <a:pt x="148627" y="4432"/>
                  </a:lnTo>
                  <a:lnTo>
                    <a:pt x="148814" y="3933"/>
                  </a:lnTo>
                  <a:lnTo>
                    <a:pt x="149001" y="3784"/>
                  </a:lnTo>
                  <a:lnTo>
                    <a:pt x="149188" y="3627"/>
                  </a:lnTo>
                  <a:lnTo>
                    <a:pt x="149375" y="3652"/>
                  </a:lnTo>
                  <a:lnTo>
                    <a:pt x="149562" y="3817"/>
                  </a:lnTo>
                  <a:lnTo>
                    <a:pt x="149749" y="4263"/>
                  </a:lnTo>
                  <a:lnTo>
                    <a:pt x="149936" y="4601"/>
                  </a:lnTo>
                  <a:lnTo>
                    <a:pt x="150123" y="5096"/>
                  </a:lnTo>
                  <a:lnTo>
                    <a:pt x="150310" y="5591"/>
                  </a:lnTo>
                  <a:lnTo>
                    <a:pt x="150497" y="6086"/>
                  </a:lnTo>
                  <a:lnTo>
                    <a:pt x="150684" y="6581"/>
                  </a:lnTo>
                  <a:lnTo>
                    <a:pt x="150871" y="7175"/>
                  </a:lnTo>
                  <a:lnTo>
                    <a:pt x="151057" y="7836"/>
                  </a:lnTo>
                  <a:lnTo>
                    <a:pt x="151244" y="8512"/>
                  </a:lnTo>
                  <a:lnTo>
                    <a:pt x="151431" y="9280"/>
                  </a:lnTo>
                  <a:lnTo>
                    <a:pt x="151618" y="9940"/>
                  </a:lnTo>
                  <a:lnTo>
                    <a:pt x="151805" y="10509"/>
                  </a:lnTo>
                  <a:lnTo>
                    <a:pt x="151992" y="11004"/>
                  </a:lnTo>
                  <a:lnTo>
                    <a:pt x="152179" y="11499"/>
                  </a:lnTo>
                  <a:lnTo>
                    <a:pt x="152366" y="11995"/>
                  </a:lnTo>
                  <a:lnTo>
                    <a:pt x="152553" y="12333"/>
                  </a:lnTo>
                  <a:lnTo>
                    <a:pt x="152740" y="12754"/>
                  </a:lnTo>
                  <a:lnTo>
                    <a:pt x="152927" y="13084"/>
                  </a:lnTo>
                  <a:lnTo>
                    <a:pt x="153114" y="13463"/>
                  </a:lnTo>
                  <a:lnTo>
                    <a:pt x="153300" y="13958"/>
                  </a:lnTo>
                  <a:lnTo>
                    <a:pt x="153487" y="14454"/>
                  </a:lnTo>
                  <a:lnTo>
                    <a:pt x="153674" y="14850"/>
                  </a:lnTo>
                  <a:lnTo>
                    <a:pt x="153861" y="15180"/>
                  </a:lnTo>
                  <a:lnTo>
                    <a:pt x="154048" y="15510"/>
                  </a:lnTo>
                  <a:lnTo>
                    <a:pt x="154235" y="15840"/>
                  </a:lnTo>
                  <a:lnTo>
                    <a:pt x="154422" y="16170"/>
                  </a:lnTo>
                  <a:lnTo>
                    <a:pt x="154609" y="16500"/>
                  </a:lnTo>
                  <a:lnTo>
                    <a:pt x="154796" y="16937"/>
                  </a:lnTo>
                  <a:lnTo>
                    <a:pt x="154983" y="17598"/>
                  </a:lnTo>
                  <a:lnTo>
                    <a:pt x="155170" y="18258"/>
                  </a:lnTo>
                  <a:lnTo>
                    <a:pt x="155357" y="18918"/>
                  </a:lnTo>
                  <a:lnTo>
                    <a:pt x="155544" y="19479"/>
                  </a:lnTo>
                  <a:lnTo>
                    <a:pt x="155730" y="19974"/>
                  </a:lnTo>
                  <a:lnTo>
                    <a:pt x="155917" y="20420"/>
                  </a:lnTo>
                  <a:lnTo>
                    <a:pt x="156104" y="20750"/>
                  </a:lnTo>
                  <a:lnTo>
                    <a:pt x="156291" y="21237"/>
                  </a:lnTo>
                  <a:lnTo>
                    <a:pt x="156478" y="21732"/>
                  </a:lnTo>
                  <a:lnTo>
                    <a:pt x="156665" y="22532"/>
                  </a:lnTo>
                  <a:lnTo>
                    <a:pt x="156852" y="23067"/>
                  </a:lnTo>
                  <a:lnTo>
                    <a:pt x="157039" y="23563"/>
                  </a:lnTo>
                  <a:lnTo>
                    <a:pt x="157226" y="24118"/>
                  </a:lnTo>
                  <a:lnTo>
                    <a:pt x="157413" y="24691"/>
                  </a:lnTo>
                  <a:lnTo>
                    <a:pt x="157600" y="25185"/>
                  </a:lnTo>
                  <a:lnTo>
                    <a:pt x="157787" y="25517"/>
                  </a:lnTo>
                  <a:lnTo>
                    <a:pt x="157974" y="25964"/>
                  </a:lnTo>
                  <a:lnTo>
                    <a:pt x="158160" y="26764"/>
                  </a:lnTo>
                  <a:lnTo>
                    <a:pt x="158347" y="27584"/>
                  </a:lnTo>
                  <a:lnTo>
                    <a:pt x="158534" y="28446"/>
                  </a:lnTo>
                  <a:lnTo>
                    <a:pt x="158721" y="29419"/>
                  </a:lnTo>
                  <a:lnTo>
                    <a:pt x="158908" y="30501"/>
                  </a:lnTo>
                  <a:lnTo>
                    <a:pt x="159095" y="31541"/>
                  </a:lnTo>
                  <a:lnTo>
                    <a:pt x="159282" y="32635"/>
                  </a:lnTo>
                  <a:lnTo>
                    <a:pt x="159469" y="33615"/>
                  </a:lnTo>
                  <a:lnTo>
                    <a:pt x="159656" y="34516"/>
                  </a:lnTo>
                  <a:lnTo>
                    <a:pt x="159843" y="35575"/>
                  </a:lnTo>
                  <a:lnTo>
                    <a:pt x="160030" y="37023"/>
                  </a:lnTo>
                  <a:lnTo>
                    <a:pt x="160217" y="38579"/>
                  </a:lnTo>
                  <a:lnTo>
                    <a:pt x="160403" y="40157"/>
                  </a:lnTo>
                  <a:lnTo>
                    <a:pt x="160590" y="41776"/>
                  </a:lnTo>
                  <a:lnTo>
                    <a:pt x="160777" y="43381"/>
                  </a:lnTo>
                  <a:lnTo>
                    <a:pt x="160964" y="44958"/>
                  </a:lnTo>
                  <a:lnTo>
                    <a:pt x="161151" y="46536"/>
                  </a:lnTo>
                  <a:lnTo>
                    <a:pt x="161338" y="48059"/>
                  </a:lnTo>
                  <a:lnTo>
                    <a:pt x="161525" y="49302"/>
                  </a:lnTo>
                  <a:lnTo>
                    <a:pt x="161712" y="50396"/>
                  </a:lnTo>
                  <a:lnTo>
                    <a:pt x="161899" y="51506"/>
                  </a:lnTo>
                  <a:lnTo>
                    <a:pt x="162086" y="52584"/>
                  </a:lnTo>
                  <a:lnTo>
                    <a:pt x="162273" y="53513"/>
                  </a:lnTo>
                  <a:lnTo>
                    <a:pt x="162460" y="54425"/>
                  </a:lnTo>
                  <a:lnTo>
                    <a:pt x="162647" y="55189"/>
                  </a:lnTo>
                  <a:lnTo>
                    <a:pt x="162833" y="55953"/>
                  </a:lnTo>
                  <a:lnTo>
                    <a:pt x="163020" y="56677"/>
                  </a:lnTo>
                  <a:lnTo>
                    <a:pt x="163207" y="57171"/>
                  </a:lnTo>
                  <a:lnTo>
                    <a:pt x="163394" y="57593"/>
                  </a:lnTo>
                  <a:lnTo>
                    <a:pt x="163581" y="57427"/>
                  </a:lnTo>
                  <a:lnTo>
                    <a:pt x="163768" y="57097"/>
                  </a:lnTo>
                  <a:lnTo>
                    <a:pt x="163955" y="56767"/>
                  </a:lnTo>
                  <a:lnTo>
                    <a:pt x="164142" y="56553"/>
                  </a:lnTo>
                  <a:lnTo>
                    <a:pt x="164329" y="56388"/>
                  </a:lnTo>
                  <a:lnTo>
                    <a:pt x="164516" y="56223"/>
                  </a:lnTo>
                  <a:lnTo>
                    <a:pt x="164703" y="55942"/>
                  </a:lnTo>
                  <a:lnTo>
                    <a:pt x="164890" y="55612"/>
                  </a:lnTo>
                  <a:lnTo>
                    <a:pt x="165077" y="55282"/>
                  </a:lnTo>
                  <a:lnTo>
                    <a:pt x="165263" y="54952"/>
                  </a:lnTo>
                  <a:lnTo>
                    <a:pt x="165450" y="54622"/>
                  </a:lnTo>
                  <a:lnTo>
                    <a:pt x="165637" y="54292"/>
                  </a:lnTo>
                  <a:lnTo>
                    <a:pt x="165824" y="54085"/>
                  </a:lnTo>
                  <a:lnTo>
                    <a:pt x="166011" y="54052"/>
                  </a:lnTo>
                  <a:lnTo>
                    <a:pt x="166198" y="53887"/>
                  </a:lnTo>
                  <a:lnTo>
                    <a:pt x="166385" y="53863"/>
                  </a:lnTo>
                  <a:lnTo>
                    <a:pt x="166572" y="53863"/>
                  </a:lnTo>
                  <a:lnTo>
                    <a:pt x="166759" y="53797"/>
                  </a:lnTo>
                  <a:lnTo>
                    <a:pt x="166946" y="53516"/>
                  </a:lnTo>
                  <a:lnTo>
                    <a:pt x="167133" y="53186"/>
                  </a:lnTo>
                  <a:lnTo>
                    <a:pt x="167320" y="52856"/>
                  </a:lnTo>
                  <a:lnTo>
                    <a:pt x="167506" y="52526"/>
                  </a:lnTo>
                  <a:lnTo>
                    <a:pt x="167693" y="52196"/>
                  </a:lnTo>
                  <a:lnTo>
                    <a:pt x="167880" y="51866"/>
                  </a:lnTo>
                  <a:lnTo>
                    <a:pt x="168067" y="51536"/>
                  </a:lnTo>
                  <a:lnTo>
                    <a:pt x="168254" y="51206"/>
                  </a:lnTo>
                  <a:lnTo>
                    <a:pt x="168441" y="50876"/>
                  </a:lnTo>
                  <a:lnTo>
                    <a:pt x="168628" y="50364"/>
                  </a:lnTo>
                  <a:lnTo>
                    <a:pt x="168815" y="49902"/>
                  </a:lnTo>
                  <a:lnTo>
                    <a:pt x="169002" y="49572"/>
                  </a:lnTo>
                  <a:lnTo>
                    <a:pt x="169189" y="49242"/>
                  </a:lnTo>
                  <a:lnTo>
                    <a:pt x="169376" y="48912"/>
                  </a:lnTo>
                  <a:lnTo>
                    <a:pt x="169563" y="48648"/>
                  </a:lnTo>
                  <a:lnTo>
                    <a:pt x="169750" y="48482"/>
                  </a:lnTo>
                  <a:lnTo>
                    <a:pt x="169936" y="48317"/>
                  </a:lnTo>
                  <a:lnTo>
                    <a:pt x="170123" y="48152"/>
                  </a:lnTo>
                  <a:lnTo>
                    <a:pt x="170310" y="47987"/>
                  </a:lnTo>
                  <a:lnTo>
                    <a:pt x="170497" y="47822"/>
                  </a:lnTo>
                  <a:lnTo>
                    <a:pt x="170684" y="47657"/>
                  </a:lnTo>
                  <a:lnTo>
                    <a:pt x="170871" y="47492"/>
                  </a:lnTo>
                  <a:lnTo>
                    <a:pt x="171058" y="47327"/>
                  </a:lnTo>
                  <a:lnTo>
                    <a:pt x="171245" y="47162"/>
                  </a:lnTo>
                  <a:lnTo>
                    <a:pt x="171432" y="47104"/>
                  </a:lnTo>
                  <a:lnTo>
                    <a:pt x="171619" y="47104"/>
                  </a:lnTo>
                  <a:lnTo>
                    <a:pt x="171806" y="47104"/>
                  </a:lnTo>
                  <a:lnTo>
                    <a:pt x="171993" y="47104"/>
                  </a:lnTo>
                  <a:lnTo>
                    <a:pt x="172179" y="47104"/>
                  </a:lnTo>
                  <a:lnTo>
                    <a:pt x="172366" y="47104"/>
                  </a:lnTo>
                  <a:lnTo>
                    <a:pt x="172553" y="47104"/>
                  </a:lnTo>
                  <a:lnTo>
                    <a:pt x="172740" y="47104"/>
                  </a:lnTo>
                  <a:lnTo>
                    <a:pt x="172927" y="47104"/>
                  </a:lnTo>
                  <a:lnTo>
                    <a:pt x="173114" y="47104"/>
                  </a:lnTo>
                  <a:lnTo>
                    <a:pt x="173301" y="47104"/>
                  </a:lnTo>
                  <a:lnTo>
                    <a:pt x="173488" y="47104"/>
                  </a:lnTo>
                  <a:lnTo>
                    <a:pt x="173675" y="47104"/>
                  </a:lnTo>
                  <a:lnTo>
                    <a:pt x="173862" y="47104"/>
                  </a:lnTo>
                  <a:lnTo>
                    <a:pt x="174049" y="47104"/>
                  </a:lnTo>
                  <a:lnTo>
                    <a:pt x="174236" y="47245"/>
                  </a:lnTo>
                  <a:lnTo>
                    <a:pt x="174423" y="47410"/>
                  </a:lnTo>
                  <a:lnTo>
                    <a:pt x="174609" y="47534"/>
                  </a:lnTo>
                  <a:lnTo>
                    <a:pt x="174796" y="47534"/>
                  </a:lnTo>
                  <a:lnTo>
                    <a:pt x="174983" y="47534"/>
                  </a:lnTo>
                  <a:lnTo>
                    <a:pt x="175170" y="47534"/>
                  </a:lnTo>
                  <a:lnTo>
                    <a:pt x="175357" y="47534"/>
                  </a:lnTo>
                  <a:lnTo>
                    <a:pt x="175544" y="47534"/>
                  </a:lnTo>
                  <a:lnTo>
                    <a:pt x="175731" y="47699"/>
                  </a:lnTo>
                  <a:lnTo>
                    <a:pt x="175918" y="47971"/>
                  </a:lnTo>
                  <a:lnTo>
                    <a:pt x="176105" y="48144"/>
                  </a:lnTo>
                  <a:lnTo>
                    <a:pt x="176292" y="48309"/>
                  </a:lnTo>
                  <a:lnTo>
                    <a:pt x="176479" y="48474"/>
                  </a:lnTo>
                  <a:lnTo>
                    <a:pt x="176666" y="48639"/>
                  </a:lnTo>
                  <a:lnTo>
                    <a:pt x="176853" y="49019"/>
                  </a:lnTo>
                  <a:lnTo>
                    <a:pt x="177039" y="49398"/>
                  </a:lnTo>
                  <a:lnTo>
                    <a:pt x="177226" y="49927"/>
                  </a:lnTo>
                  <a:lnTo>
                    <a:pt x="177413" y="50884"/>
                  </a:lnTo>
                  <a:lnTo>
                    <a:pt x="177600" y="52105"/>
                  </a:lnTo>
                  <a:lnTo>
                    <a:pt x="177787" y="53425"/>
                  </a:lnTo>
                  <a:lnTo>
                    <a:pt x="177974" y="54746"/>
                  </a:lnTo>
                  <a:lnTo>
                    <a:pt x="178161" y="56181"/>
                  </a:lnTo>
                  <a:lnTo>
                    <a:pt x="178348" y="57667"/>
                  </a:lnTo>
                  <a:lnTo>
                    <a:pt x="178535" y="59391"/>
                  </a:lnTo>
                  <a:lnTo>
                    <a:pt x="178722" y="61164"/>
                  </a:lnTo>
                  <a:lnTo>
                    <a:pt x="178909" y="63223"/>
                  </a:lnTo>
                  <a:lnTo>
                    <a:pt x="179096" y="65352"/>
                  </a:lnTo>
                  <a:lnTo>
                    <a:pt x="179282" y="67514"/>
                  </a:lnTo>
                  <a:lnTo>
                    <a:pt x="179469" y="69688"/>
                  </a:lnTo>
                  <a:lnTo>
                    <a:pt x="179656" y="71648"/>
                  </a:lnTo>
                  <a:lnTo>
                    <a:pt x="179843" y="73467"/>
                  </a:lnTo>
                  <a:lnTo>
                    <a:pt x="180030" y="75113"/>
                  </a:lnTo>
                  <a:lnTo>
                    <a:pt x="180217" y="76371"/>
                  </a:lnTo>
                  <a:lnTo>
                    <a:pt x="180404" y="77488"/>
                  </a:lnTo>
                  <a:lnTo>
                    <a:pt x="180591" y="78507"/>
                  </a:lnTo>
                  <a:lnTo>
                    <a:pt x="180778" y="79616"/>
                  </a:lnTo>
                  <a:lnTo>
                    <a:pt x="180965" y="80684"/>
                  </a:lnTo>
                  <a:lnTo>
                    <a:pt x="181152" y="81703"/>
                  </a:lnTo>
                  <a:lnTo>
                    <a:pt x="181339" y="82577"/>
                  </a:lnTo>
                  <a:lnTo>
                    <a:pt x="181526" y="83294"/>
                  </a:lnTo>
                  <a:lnTo>
                    <a:pt x="181712" y="83787"/>
                  </a:lnTo>
                  <a:lnTo>
                    <a:pt x="181899" y="83952"/>
                  </a:lnTo>
                  <a:lnTo>
                    <a:pt x="182086" y="84282"/>
                  </a:lnTo>
                  <a:lnTo>
                    <a:pt x="182273" y="84612"/>
                  </a:lnTo>
                  <a:lnTo>
                    <a:pt x="182460" y="84942"/>
                  </a:lnTo>
                  <a:lnTo>
                    <a:pt x="182647" y="85272"/>
                  </a:lnTo>
                  <a:lnTo>
                    <a:pt x="182834" y="85602"/>
                  </a:lnTo>
                  <a:lnTo>
                    <a:pt x="183021" y="85932"/>
                  </a:lnTo>
                  <a:lnTo>
                    <a:pt x="183208" y="86262"/>
                  </a:lnTo>
                  <a:lnTo>
                    <a:pt x="183395" y="86592"/>
                  </a:lnTo>
                  <a:lnTo>
                    <a:pt x="183582" y="86832"/>
                  </a:lnTo>
                  <a:lnTo>
                    <a:pt x="183769" y="87005"/>
                  </a:lnTo>
                  <a:lnTo>
                    <a:pt x="183956" y="87360"/>
                  </a:lnTo>
                  <a:lnTo>
                    <a:pt x="184142" y="87855"/>
                  </a:lnTo>
                  <a:lnTo>
                    <a:pt x="184329" y="88474"/>
                  </a:lnTo>
                  <a:lnTo>
                    <a:pt x="184516" y="89134"/>
                  </a:lnTo>
                  <a:lnTo>
                    <a:pt x="184703" y="89794"/>
                  </a:lnTo>
                  <a:lnTo>
                    <a:pt x="184890" y="90289"/>
                  </a:lnTo>
                  <a:lnTo>
                    <a:pt x="185077" y="90784"/>
                  </a:lnTo>
                  <a:lnTo>
                    <a:pt x="185264" y="91279"/>
                  </a:lnTo>
                  <a:lnTo>
                    <a:pt x="185451" y="91774"/>
                  </a:lnTo>
                  <a:lnTo>
                    <a:pt x="185638" y="92270"/>
                  </a:lnTo>
                  <a:lnTo>
                    <a:pt x="185825" y="92781"/>
                  </a:lnTo>
                  <a:lnTo>
                    <a:pt x="186012" y="93441"/>
                  </a:lnTo>
                  <a:lnTo>
                    <a:pt x="186199" y="94101"/>
                  </a:lnTo>
                  <a:lnTo>
                    <a:pt x="186385" y="94762"/>
                  </a:lnTo>
                  <a:lnTo>
                    <a:pt x="186572" y="95413"/>
                  </a:lnTo>
                  <a:lnTo>
                    <a:pt x="186759" y="95884"/>
                  </a:lnTo>
                  <a:lnTo>
                    <a:pt x="186946" y="96214"/>
                  </a:lnTo>
                  <a:lnTo>
                    <a:pt x="187133" y="96420"/>
                  </a:lnTo>
                  <a:lnTo>
                    <a:pt x="187320" y="96585"/>
                  </a:lnTo>
                  <a:lnTo>
                    <a:pt x="187507" y="96750"/>
                  </a:lnTo>
                  <a:lnTo>
                    <a:pt x="187694" y="96915"/>
                  </a:lnTo>
                  <a:lnTo>
                    <a:pt x="187881" y="97080"/>
                  </a:lnTo>
                  <a:lnTo>
                    <a:pt x="188068" y="97245"/>
                  </a:lnTo>
                  <a:lnTo>
                    <a:pt x="188255" y="97410"/>
                  </a:lnTo>
                  <a:lnTo>
                    <a:pt x="188442" y="97575"/>
                  </a:lnTo>
                  <a:lnTo>
                    <a:pt x="188629" y="97724"/>
                  </a:lnTo>
                  <a:lnTo>
                    <a:pt x="188815" y="97724"/>
                  </a:lnTo>
                  <a:lnTo>
                    <a:pt x="189002" y="97724"/>
                  </a:lnTo>
                  <a:lnTo>
                    <a:pt x="189189" y="97724"/>
                  </a:lnTo>
                  <a:lnTo>
                    <a:pt x="189376" y="97724"/>
                  </a:lnTo>
                  <a:lnTo>
                    <a:pt x="189563" y="97724"/>
                  </a:lnTo>
                  <a:lnTo>
                    <a:pt x="189750" y="97724"/>
                  </a:lnTo>
                  <a:lnTo>
                    <a:pt x="189937" y="97724"/>
                  </a:lnTo>
                  <a:lnTo>
                    <a:pt x="190124" y="97952"/>
                  </a:lnTo>
                  <a:lnTo>
                    <a:pt x="190311" y="98199"/>
                  </a:lnTo>
                  <a:lnTo>
                    <a:pt x="190498" y="98468"/>
                  </a:lnTo>
                  <a:lnTo>
                    <a:pt x="190685" y="98868"/>
                  </a:lnTo>
                  <a:lnTo>
                    <a:pt x="190872" y="99284"/>
                  </a:lnTo>
                  <a:lnTo>
                    <a:pt x="191058" y="99701"/>
                  </a:lnTo>
                  <a:lnTo>
                    <a:pt x="191245" y="100117"/>
                  </a:lnTo>
                  <a:lnTo>
                    <a:pt x="191432" y="100533"/>
                  </a:lnTo>
                  <a:lnTo>
                    <a:pt x="191619" y="100949"/>
                  </a:lnTo>
                  <a:lnTo>
                    <a:pt x="191806" y="101365"/>
                  </a:lnTo>
                  <a:lnTo>
                    <a:pt x="191993" y="101776"/>
                  </a:lnTo>
                  <a:lnTo>
                    <a:pt x="192180" y="102097"/>
                  </a:lnTo>
                  <a:lnTo>
                    <a:pt x="192367" y="102417"/>
                  </a:lnTo>
                  <a:lnTo>
                    <a:pt x="192554" y="102786"/>
                  </a:lnTo>
                  <a:lnTo>
                    <a:pt x="192741" y="103119"/>
                  </a:lnTo>
                  <a:lnTo>
                    <a:pt x="192928" y="103459"/>
                  </a:lnTo>
                  <a:lnTo>
                    <a:pt x="193115" y="103722"/>
                  </a:lnTo>
                  <a:lnTo>
                    <a:pt x="193302" y="103851"/>
                  </a:lnTo>
                  <a:lnTo>
                    <a:pt x="193488" y="103990"/>
                  </a:lnTo>
                  <a:lnTo>
                    <a:pt x="193675" y="103898"/>
                  </a:lnTo>
                  <a:lnTo>
                    <a:pt x="193862" y="103806"/>
                  </a:lnTo>
                  <a:lnTo>
                    <a:pt x="194049" y="103714"/>
                  </a:lnTo>
                  <a:lnTo>
                    <a:pt x="194236" y="103623"/>
                  </a:lnTo>
                  <a:lnTo>
                    <a:pt x="194423" y="103531"/>
                  </a:lnTo>
                  <a:lnTo>
                    <a:pt x="194610" y="103439"/>
                  </a:lnTo>
                  <a:lnTo>
                    <a:pt x="194797" y="103233"/>
                  </a:lnTo>
                  <a:lnTo>
                    <a:pt x="194984" y="103141"/>
                  </a:lnTo>
                  <a:lnTo>
                    <a:pt x="195171" y="103049"/>
                  </a:lnTo>
                  <a:lnTo>
                    <a:pt x="195358" y="103012"/>
                  </a:lnTo>
                  <a:lnTo>
                    <a:pt x="195545" y="102454"/>
                  </a:lnTo>
                  <a:lnTo>
                    <a:pt x="195732" y="101885"/>
                  </a:lnTo>
                  <a:lnTo>
                    <a:pt x="195918" y="101455"/>
                  </a:lnTo>
                  <a:lnTo>
                    <a:pt x="196105" y="101021"/>
                  </a:lnTo>
                  <a:lnTo>
                    <a:pt x="196292" y="100587"/>
                  </a:lnTo>
                  <a:lnTo>
                    <a:pt x="196479" y="100153"/>
                  </a:lnTo>
                  <a:lnTo>
                    <a:pt x="196666" y="99719"/>
                  </a:lnTo>
                  <a:lnTo>
                    <a:pt x="196853" y="99285"/>
                  </a:lnTo>
                  <a:lnTo>
                    <a:pt x="197040" y="98852"/>
                  </a:lnTo>
                  <a:lnTo>
                    <a:pt x="197227" y="98418"/>
                  </a:lnTo>
                  <a:lnTo>
                    <a:pt x="197414" y="97984"/>
                  </a:lnTo>
                  <a:lnTo>
                    <a:pt x="197601" y="97583"/>
                  </a:lnTo>
                  <a:lnTo>
                    <a:pt x="197788" y="97161"/>
                  </a:lnTo>
                  <a:lnTo>
                    <a:pt x="197975" y="96738"/>
                  </a:lnTo>
                  <a:lnTo>
                    <a:pt x="198161" y="96322"/>
                  </a:lnTo>
                  <a:lnTo>
                    <a:pt x="198348" y="95899"/>
                  </a:lnTo>
                  <a:lnTo>
                    <a:pt x="198535" y="95477"/>
                  </a:lnTo>
                  <a:lnTo>
                    <a:pt x="198722" y="95076"/>
                  </a:lnTo>
                  <a:lnTo>
                    <a:pt x="198909" y="94807"/>
                  </a:lnTo>
                  <a:lnTo>
                    <a:pt x="199096" y="94539"/>
                  </a:lnTo>
                  <a:lnTo>
                    <a:pt x="199283" y="94270"/>
                  </a:lnTo>
                  <a:lnTo>
                    <a:pt x="199470" y="94001"/>
                  </a:lnTo>
                  <a:lnTo>
                    <a:pt x="199657" y="93732"/>
                  </a:lnTo>
                  <a:lnTo>
                    <a:pt x="199844" y="93463"/>
                  </a:lnTo>
                  <a:lnTo>
                    <a:pt x="200031" y="93194"/>
                  </a:lnTo>
                  <a:lnTo>
                    <a:pt x="200218" y="92925"/>
                  </a:lnTo>
                  <a:lnTo>
                    <a:pt x="200405" y="92697"/>
                  </a:lnTo>
                  <a:lnTo>
                    <a:pt x="200591" y="92697"/>
                  </a:lnTo>
                  <a:lnTo>
                    <a:pt x="200778" y="92730"/>
                  </a:lnTo>
                  <a:lnTo>
                    <a:pt x="200965" y="93200"/>
                  </a:lnTo>
                  <a:lnTo>
                    <a:pt x="201152" y="93696"/>
                  </a:lnTo>
                  <a:lnTo>
                    <a:pt x="201339" y="94191"/>
                  </a:lnTo>
                  <a:lnTo>
                    <a:pt x="201526" y="94727"/>
                  </a:lnTo>
                  <a:lnTo>
                    <a:pt x="201713" y="95387"/>
                  </a:lnTo>
                  <a:lnTo>
                    <a:pt x="201900" y="96047"/>
                  </a:lnTo>
                  <a:lnTo>
                    <a:pt x="202087" y="96707"/>
                  </a:lnTo>
                  <a:lnTo>
                    <a:pt x="202274" y="97368"/>
                  </a:lnTo>
                  <a:lnTo>
                    <a:pt x="202461" y="98028"/>
                  </a:lnTo>
                  <a:lnTo>
                    <a:pt x="202648" y="98688"/>
                  </a:lnTo>
                  <a:lnTo>
                    <a:pt x="202835" y="99348"/>
                  </a:lnTo>
                  <a:lnTo>
                    <a:pt x="203021" y="100008"/>
                  </a:lnTo>
                  <a:lnTo>
                    <a:pt x="203208" y="100668"/>
                  </a:lnTo>
                  <a:lnTo>
                    <a:pt x="203395" y="101196"/>
                  </a:lnTo>
                  <a:lnTo>
                    <a:pt x="203582" y="101857"/>
                  </a:lnTo>
                  <a:lnTo>
                    <a:pt x="203769" y="102376"/>
                  </a:lnTo>
                  <a:lnTo>
                    <a:pt x="203956" y="102872"/>
                  </a:lnTo>
                  <a:lnTo>
                    <a:pt x="204143" y="103433"/>
                  </a:lnTo>
                  <a:lnTo>
                    <a:pt x="204330" y="104052"/>
                  </a:lnTo>
                  <a:lnTo>
                    <a:pt x="204517" y="104547"/>
                  </a:lnTo>
                  <a:lnTo>
                    <a:pt x="204704" y="105042"/>
                  </a:lnTo>
                  <a:lnTo>
                    <a:pt x="204891" y="105537"/>
                  </a:lnTo>
                  <a:lnTo>
                    <a:pt x="205078" y="106032"/>
                  </a:lnTo>
                  <a:lnTo>
                    <a:pt x="205264" y="106436"/>
                  </a:lnTo>
                  <a:lnTo>
                    <a:pt x="205451" y="106700"/>
                  </a:lnTo>
                  <a:lnTo>
                    <a:pt x="205638" y="107195"/>
                  </a:lnTo>
                  <a:lnTo>
                    <a:pt x="205825" y="107713"/>
                  </a:lnTo>
                  <a:lnTo>
                    <a:pt x="206012" y="108294"/>
                  </a:lnTo>
                  <a:lnTo>
                    <a:pt x="206199" y="108905"/>
                  </a:lnTo>
                  <a:lnTo>
                    <a:pt x="206386" y="109373"/>
                  </a:lnTo>
                  <a:lnTo>
                    <a:pt x="206573" y="109842"/>
                  </a:lnTo>
                  <a:lnTo>
                    <a:pt x="206760" y="110258"/>
                  </a:lnTo>
                  <a:lnTo>
                    <a:pt x="206947" y="110556"/>
                  </a:lnTo>
                  <a:lnTo>
                    <a:pt x="207134" y="110754"/>
                  </a:lnTo>
                  <a:lnTo>
                    <a:pt x="207321" y="110953"/>
                  </a:lnTo>
                  <a:lnTo>
                    <a:pt x="207508" y="111151"/>
                  </a:lnTo>
                  <a:lnTo>
                    <a:pt x="207694" y="111350"/>
                  </a:lnTo>
                  <a:lnTo>
                    <a:pt x="207881" y="111548"/>
                  </a:lnTo>
                  <a:lnTo>
                    <a:pt x="208068" y="111799"/>
                  </a:lnTo>
                  <a:lnTo>
                    <a:pt x="208255" y="112131"/>
                  </a:lnTo>
                  <a:lnTo>
                    <a:pt x="208442" y="112530"/>
                  </a:lnTo>
                  <a:lnTo>
                    <a:pt x="208629" y="112899"/>
                  </a:lnTo>
                  <a:lnTo>
                    <a:pt x="208816" y="112985"/>
                  </a:lnTo>
                  <a:lnTo>
                    <a:pt x="209003" y="113096"/>
                  </a:lnTo>
                  <a:lnTo>
                    <a:pt x="209100" y="11316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568157" y="6349749"/>
              <a:ext cx="5101" cy="4395"/>
            </a:xfrm>
            <a:custGeom>
              <a:avLst/>
              <a:pathLst>
                <a:path w="5101" h="4395">
                  <a:moveTo>
                    <a:pt x="0" y="4395"/>
                  </a:moveTo>
                  <a:lnTo>
                    <a:pt x="50" y="4373"/>
                  </a:lnTo>
                  <a:lnTo>
                    <a:pt x="237" y="4208"/>
                  </a:lnTo>
                  <a:lnTo>
                    <a:pt x="424" y="4043"/>
                  </a:lnTo>
                  <a:lnTo>
                    <a:pt x="611" y="3878"/>
                  </a:lnTo>
                  <a:lnTo>
                    <a:pt x="798" y="3713"/>
                  </a:lnTo>
                  <a:lnTo>
                    <a:pt x="985" y="3548"/>
                  </a:lnTo>
                  <a:lnTo>
                    <a:pt x="1172" y="3317"/>
                  </a:lnTo>
                  <a:lnTo>
                    <a:pt x="1359" y="2987"/>
                  </a:lnTo>
                  <a:lnTo>
                    <a:pt x="1546" y="2657"/>
                  </a:lnTo>
                  <a:lnTo>
                    <a:pt x="1733" y="2327"/>
                  </a:lnTo>
                  <a:lnTo>
                    <a:pt x="1920" y="1996"/>
                  </a:lnTo>
                  <a:lnTo>
                    <a:pt x="2106" y="1708"/>
                  </a:lnTo>
                  <a:lnTo>
                    <a:pt x="2293" y="1543"/>
                  </a:lnTo>
                  <a:lnTo>
                    <a:pt x="2480" y="1254"/>
                  </a:lnTo>
                  <a:lnTo>
                    <a:pt x="2667" y="924"/>
                  </a:lnTo>
                  <a:lnTo>
                    <a:pt x="2854" y="660"/>
                  </a:lnTo>
                  <a:lnTo>
                    <a:pt x="3041" y="330"/>
                  </a:lnTo>
                  <a:lnTo>
                    <a:pt x="3228" y="0"/>
                  </a:lnTo>
                  <a:lnTo>
                    <a:pt x="3415" y="67"/>
                  </a:lnTo>
                  <a:lnTo>
                    <a:pt x="3602" y="297"/>
                  </a:lnTo>
                  <a:lnTo>
                    <a:pt x="3789" y="766"/>
                  </a:lnTo>
                  <a:lnTo>
                    <a:pt x="3976" y="1263"/>
                  </a:lnTo>
                  <a:lnTo>
                    <a:pt x="4163" y="1818"/>
                  </a:lnTo>
                  <a:lnTo>
                    <a:pt x="4349" y="2373"/>
                  </a:lnTo>
                  <a:lnTo>
                    <a:pt x="4536" y="2928"/>
                  </a:lnTo>
                  <a:lnTo>
                    <a:pt x="4723" y="3482"/>
                  </a:lnTo>
                  <a:lnTo>
                    <a:pt x="4910" y="3996"/>
                  </a:lnTo>
                  <a:lnTo>
                    <a:pt x="5097" y="4386"/>
                  </a:lnTo>
                  <a:lnTo>
                    <a:pt x="5101" y="4395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585599" y="6334568"/>
              <a:ext cx="27314" cy="19576"/>
            </a:xfrm>
            <a:custGeom>
              <a:avLst/>
              <a:pathLst>
                <a:path w="27314" h="19576">
                  <a:moveTo>
                    <a:pt x="0" y="19576"/>
                  </a:moveTo>
                  <a:lnTo>
                    <a:pt x="178" y="19200"/>
                  </a:lnTo>
                  <a:lnTo>
                    <a:pt x="365" y="18788"/>
                  </a:lnTo>
                  <a:lnTo>
                    <a:pt x="552" y="18354"/>
                  </a:lnTo>
                  <a:lnTo>
                    <a:pt x="739" y="17887"/>
                  </a:lnTo>
                  <a:lnTo>
                    <a:pt x="926" y="17471"/>
                  </a:lnTo>
                  <a:lnTo>
                    <a:pt x="1113" y="17055"/>
                  </a:lnTo>
                  <a:lnTo>
                    <a:pt x="1300" y="16639"/>
                  </a:lnTo>
                  <a:lnTo>
                    <a:pt x="1487" y="16223"/>
                  </a:lnTo>
                  <a:lnTo>
                    <a:pt x="1674" y="15921"/>
                  </a:lnTo>
                  <a:lnTo>
                    <a:pt x="1861" y="15417"/>
                  </a:lnTo>
                  <a:lnTo>
                    <a:pt x="2048" y="14800"/>
                  </a:lnTo>
                  <a:lnTo>
                    <a:pt x="2235" y="14027"/>
                  </a:lnTo>
                  <a:lnTo>
                    <a:pt x="2421" y="13254"/>
                  </a:lnTo>
                  <a:lnTo>
                    <a:pt x="2608" y="12433"/>
                  </a:lnTo>
                  <a:lnTo>
                    <a:pt x="2795" y="11648"/>
                  </a:lnTo>
                  <a:lnTo>
                    <a:pt x="2982" y="10855"/>
                  </a:lnTo>
                  <a:lnTo>
                    <a:pt x="3169" y="10139"/>
                  </a:lnTo>
                  <a:lnTo>
                    <a:pt x="3356" y="9558"/>
                  </a:lnTo>
                  <a:lnTo>
                    <a:pt x="3543" y="8895"/>
                  </a:lnTo>
                  <a:lnTo>
                    <a:pt x="3730" y="8390"/>
                  </a:lnTo>
                  <a:lnTo>
                    <a:pt x="3917" y="7722"/>
                  </a:lnTo>
                  <a:lnTo>
                    <a:pt x="4104" y="7001"/>
                  </a:lnTo>
                  <a:lnTo>
                    <a:pt x="4291" y="6280"/>
                  </a:lnTo>
                  <a:lnTo>
                    <a:pt x="4478" y="5542"/>
                  </a:lnTo>
                  <a:lnTo>
                    <a:pt x="4665" y="4977"/>
                  </a:lnTo>
                  <a:lnTo>
                    <a:pt x="4851" y="4185"/>
                  </a:lnTo>
                  <a:lnTo>
                    <a:pt x="5038" y="3616"/>
                  </a:lnTo>
                  <a:lnTo>
                    <a:pt x="5225" y="3048"/>
                  </a:lnTo>
                  <a:lnTo>
                    <a:pt x="5412" y="2426"/>
                  </a:lnTo>
                  <a:lnTo>
                    <a:pt x="5599" y="2095"/>
                  </a:lnTo>
                  <a:lnTo>
                    <a:pt x="5786" y="1757"/>
                  </a:lnTo>
                  <a:lnTo>
                    <a:pt x="5973" y="1262"/>
                  </a:lnTo>
                  <a:lnTo>
                    <a:pt x="6160" y="767"/>
                  </a:lnTo>
                  <a:lnTo>
                    <a:pt x="6347" y="371"/>
                  </a:lnTo>
                  <a:lnTo>
                    <a:pt x="6534" y="74"/>
                  </a:lnTo>
                  <a:lnTo>
                    <a:pt x="6721" y="0"/>
                  </a:lnTo>
                  <a:lnTo>
                    <a:pt x="6908" y="0"/>
                  </a:lnTo>
                  <a:lnTo>
                    <a:pt x="7095" y="0"/>
                  </a:lnTo>
                  <a:lnTo>
                    <a:pt x="7281" y="148"/>
                  </a:lnTo>
                  <a:lnTo>
                    <a:pt x="7468" y="313"/>
                  </a:lnTo>
                  <a:lnTo>
                    <a:pt x="7655" y="541"/>
                  </a:lnTo>
                  <a:lnTo>
                    <a:pt x="7842" y="806"/>
                  </a:lnTo>
                  <a:lnTo>
                    <a:pt x="8029" y="1074"/>
                  </a:lnTo>
                  <a:lnTo>
                    <a:pt x="8216" y="1343"/>
                  </a:lnTo>
                  <a:lnTo>
                    <a:pt x="8403" y="1612"/>
                  </a:lnTo>
                  <a:lnTo>
                    <a:pt x="8590" y="1881"/>
                  </a:lnTo>
                  <a:lnTo>
                    <a:pt x="8777" y="2150"/>
                  </a:lnTo>
                  <a:lnTo>
                    <a:pt x="8964" y="2419"/>
                  </a:lnTo>
                  <a:lnTo>
                    <a:pt x="9151" y="2688"/>
                  </a:lnTo>
                  <a:lnTo>
                    <a:pt x="9338" y="2957"/>
                  </a:lnTo>
                  <a:lnTo>
                    <a:pt x="9524" y="3225"/>
                  </a:lnTo>
                  <a:lnTo>
                    <a:pt x="9711" y="3494"/>
                  </a:lnTo>
                  <a:lnTo>
                    <a:pt x="9898" y="3763"/>
                  </a:lnTo>
                  <a:lnTo>
                    <a:pt x="10085" y="4032"/>
                  </a:lnTo>
                  <a:lnTo>
                    <a:pt x="10272" y="4301"/>
                  </a:lnTo>
                  <a:lnTo>
                    <a:pt x="10459" y="4548"/>
                  </a:lnTo>
                  <a:lnTo>
                    <a:pt x="10646" y="4768"/>
                  </a:lnTo>
                  <a:lnTo>
                    <a:pt x="10833" y="4768"/>
                  </a:lnTo>
                  <a:lnTo>
                    <a:pt x="11020" y="4768"/>
                  </a:lnTo>
                  <a:lnTo>
                    <a:pt x="11207" y="4768"/>
                  </a:lnTo>
                  <a:lnTo>
                    <a:pt x="11394" y="4768"/>
                  </a:lnTo>
                  <a:lnTo>
                    <a:pt x="11581" y="4768"/>
                  </a:lnTo>
                  <a:lnTo>
                    <a:pt x="11768" y="4768"/>
                  </a:lnTo>
                  <a:lnTo>
                    <a:pt x="11954" y="4768"/>
                  </a:lnTo>
                  <a:lnTo>
                    <a:pt x="12141" y="4768"/>
                  </a:lnTo>
                  <a:lnTo>
                    <a:pt x="12328" y="4768"/>
                  </a:lnTo>
                  <a:lnTo>
                    <a:pt x="12515" y="4768"/>
                  </a:lnTo>
                  <a:lnTo>
                    <a:pt x="12702" y="4768"/>
                  </a:lnTo>
                  <a:lnTo>
                    <a:pt x="12889" y="4768"/>
                  </a:lnTo>
                  <a:lnTo>
                    <a:pt x="13076" y="4768"/>
                  </a:lnTo>
                  <a:lnTo>
                    <a:pt x="13263" y="4768"/>
                  </a:lnTo>
                  <a:lnTo>
                    <a:pt x="13450" y="4768"/>
                  </a:lnTo>
                  <a:lnTo>
                    <a:pt x="13637" y="4768"/>
                  </a:lnTo>
                  <a:lnTo>
                    <a:pt x="13824" y="4768"/>
                  </a:lnTo>
                  <a:lnTo>
                    <a:pt x="14011" y="4644"/>
                  </a:lnTo>
                  <a:lnTo>
                    <a:pt x="14197" y="4740"/>
                  </a:lnTo>
                  <a:lnTo>
                    <a:pt x="14384" y="4811"/>
                  </a:lnTo>
                  <a:lnTo>
                    <a:pt x="14571" y="4839"/>
                  </a:lnTo>
                  <a:lnTo>
                    <a:pt x="14758" y="4868"/>
                  </a:lnTo>
                  <a:lnTo>
                    <a:pt x="14945" y="4896"/>
                  </a:lnTo>
                  <a:lnTo>
                    <a:pt x="15132" y="4925"/>
                  </a:lnTo>
                  <a:lnTo>
                    <a:pt x="15319" y="5044"/>
                  </a:lnTo>
                  <a:lnTo>
                    <a:pt x="15506" y="5303"/>
                  </a:lnTo>
                  <a:lnTo>
                    <a:pt x="15693" y="5333"/>
                  </a:lnTo>
                  <a:lnTo>
                    <a:pt x="15880" y="5338"/>
                  </a:lnTo>
                  <a:lnTo>
                    <a:pt x="16067" y="5338"/>
                  </a:lnTo>
                  <a:lnTo>
                    <a:pt x="16254" y="5218"/>
                  </a:lnTo>
                  <a:lnTo>
                    <a:pt x="16441" y="5108"/>
                  </a:lnTo>
                  <a:lnTo>
                    <a:pt x="16627" y="5174"/>
                  </a:lnTo>
                  <a:lnTo>
                    <a:pt x="16814" y="5384"/>
                  </a:lnTo>
                  <a:lnTo>
                    <a:pt x="17001" y="5671"/>
                  </a:lnTo>
                  <a:lnTo>
                    <a:pt x="17188" y="6102"/>
                  </a:lnTo>
                  <a:lnTo>
                    <a:pt x="17375" y="6566"/>
                  </a:lnTo>
                  <a:lnTo>
                    <a:pt x="17562" y="7029"/>
                  </a:lnTo>
                  <a:lnTo>
                    <a:pt x="17749" y="7476"/>
                  </a:lnTo>
                  <a:lnTo>
                    <a:pt x="17936" y="7858"/>
                  </a:lnTo>
                  <a:lnTo>
                    <a:pt x="18123" y="8187"/>
                  </a:lnTo>
                  <a:lnTo>
                    <a:pt x="18310" y="8434"/>
                  </a:lnTo>
                  <a:lnTo>
                    <a:pt x="18497" y="8616"/>
                  </a:lnTo>
                  <a:lnTo>
                    <a:pt x="18684" y="8827"/>
                  </a:lnTo>
                  <a:lnTo>
                    <a:pt x="18871" y="9213"/>
                  </a:lnTo>
                  <a:lnTo>
                    <a:pt x="19057" y="9517"/>
                  </a:lnTo>
                  <a:lnTo>
                    <a:pt x="19244" y="9809"/>
                  </a:lnTo>
                  <a:lnTo>
                    <a:pt x="19431" y="10142"/>
                  </a:lnTo>
                  <a:lnTo>
                    <a:pt x="19618" y="10544"/>
                  </a:lnTo>
                  <a:lnTo>
                    <a:pt x="19805" y="10777"/>
                  </a:lnTo>
                  <a:lnTo>
                    <a:pt x="19992" y="10882"/>
                  </a:lnTo>
                  <a:lnTo>
                    <a:pt x="20179" y="11071"/>
                  </a:lnTo>
                  <a:lnTo>
                    <a:pt x="20366" y="11264"/>
                  </a:lnTo>
                  <a:lnTo>
                    <a:pt x="20553" y="11482"/>
                  </a:lnTo>
                  <a:lnTo>
                    <a:pt x="20740" y="11795"/>
                  </a:lnTo>
                  <a:lnTo>
                    <a:pt x="20927" y="12109"/>
                  </a:lnTo>
                  <a:lnTo>
                    <a:pt x="21114" y="12489"/>
                  </a:lnTo>
                  <a:lnTo>
                    <a:pt x="21300" y="12967"/>
                  </a:lnTo>
                  <a:lnTo>
                    <a:pt x="21487" y="13446"/>
                  </a:lnTo>
                  <a:lnTo>
                    <a:pt x="21674" y="13925"/>
                  </a:lnTo>
                  <a:lnTo>
                    <a:pt x="21861" y="14404"/>
                  </a:lnTo>
                  <a:lnTo>
                    <a:pt x="22048" y="14882"/>
                  </a:lnTo>
                  <a:lnTo>
                    <a:pt x="22235" y="15361"/>
                  </a:lnTo>
                  <a:lnTo>
                    <a:pt x="22422" y="15976"/>
                  </a:lnTo>
                  <a:lnTo>
                    <a:pt x="22609" y="16736"/>
                  </a:lnTo>
                  <a:lnTo>
                    <a:pt x="22796" y="17412"/>
                  </a:lnTo>
                  <a:lnTo>
                    <a:pt x="22983" y="18127"/>
                  </a:lnTo>
                  <a:lnTo>
                    <a:pt x="23170" y="18622"/>
                  </a:lnTo>
                  <a:lnTo>
                    <a:pt x="23357" y="18720"/>
                  </a:lnTo>
                  <a:lnTo>
                    <a:pt x="23544" y="18812"/>
                  </a:lnTo>
                  <a:lnTo>
                    <a:pt x="23730" y="18673"/>
                  </a:lnTo>
                  <a:lnTo>
                    <a:pt x="23917" y="18506"/>
                  </a:lnTo>
                  <a:lnTo>
                    <a:pt x="24104" y="18281"/>
                  </a:lnTo>
                  <a:lnTo>
                    <a:pt x="24291" y="18056"/>
                  </a:lnTo>
                  <a:lnTo>
                    <a:pt x="24478" y="17831"/>
                  </a:lnTo>
                  <a:lnTo>
                    <a:pt x="24665" y="17834"/>
                  </a:lnTo>
                  <a:lnTo>
                    <a:pt x="24852" y="18010"/>
                  </a:lnTo>
                  <a:lnTo>
                    <a:pt x="25039" y="18208"/>
                  </a:lnTo>
                  <a:lnTo>
                    <a:pt x="25226" y="18327"/>
                  </a:lnTo>
                  <a:lnTo>
                    <a:pt x="25413" y="18423"/>
                  </a:lnTo>
                  <a:lnTo>
                    <a:pt x="25600" y="18509"/>
                  </a:lnTo>
                  <a:lnTo>
                    <a:pt x="25787" y="18509"/>
                  </a:lnTo>
                  <a:lnTo>
                    <a:pt x="25974" y="18494"/>
                  </a:lnTo>
                  <a:lnTo>
                    <a:pt x="26160" y="18437"/>
                  </a:lnTo>
                  <a:lnTo>
                    <a:pt x="26347" y="18501"/>
                  </a:lnTo>
                  <a:lnTo>
                    <a:pt x="26534" y="18528"/>
                  </a:lnTo>
                  <a:lnTo>
                    <a:pt x="26721" y="18778"/>
                  </a:lnTo>
                  <a:lnTo>
                    <a:pt x="26908" y="19029"/>
                  </a:lnTo>
                  <a:lnTo>
                    <a:pt x="27095" y="19280"/>
                  </a:lnTo>
                  <a:lnTo>
                    <a:pt x="27282" y="19530"/>
                  </a:lnTo>
                  <a:lnTo>
                    <a:pt x="27314" y="1957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614697" y="6354104"/>
              <a:ext cx="876" cy="40"/>
            </a:xfrm>
            <a:custGeom>
              <a:avLst/>
              <a:pathLst>
                <a:path w="876" h="40">
                  <a:moveTo>
                    <a:pt x="0" y="40"/>
                  </a:moveTo>
                  <a:lnTo>
                    <a:pt x="54" y="6"/>
                  </a:lnTo>
                  <a:lnTo>
                    <a:pt x="240" y="0"/>
                  </a:lnTo>
                  <a:lnTo>
                    <a:pt x="427" y="0"/>
                  </a:lnTo>
                  <a:lnTo>
                    <a:pt x="614" y="0"/>
                  </a:lnTo>
                  <a:lnTo>
                    <a:pt x="801" y="0"/>
                  </a:lnTo>
                  <a:lnTo>
                    <a:pt x="876" y="4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650751" y="6343441"/>
              <a:ext cx="14476" cy="10703"/>
            </a:xfrm>
            <a:custGeom>
              <a:avLst/>
              <a:pathLst>
                <a:path w="14476" h="10703">
                  <a:moveTo>
                    <a:pt x="0" y="10703"/>
                  </a:moveTo>
                  <a:lnTo>
                    <a:pt x="75" y="10527"/>
                  </a:lnTo>
                  <a:lnTo>
                    <a:pt x="262" y="10288"/>
                  </a:lnTo>
                  <a:lnTo>
                    <a:pt x="449" y="10050"/>
                  </a:lnTo>
                  <a:lnTo>
                    <a:pt x="636" y="9787"/>
                  </a:lnTo>
                  <a:lnTo>
                    <a:pt x="823" y="9186"/>
                  </a:lnTo>
                  <a:lnTo>
                    <a:pt x="1010" y="8457"/>
                  </a:lnTo>
                  <a:lnTo>
                    <a:pt x="1197" y="7685"/>
                  </a:lnTo>
                  <a:lnTo>
                    <a:pt x="1383" y="7206"/>
                  </a:lnTo>
                  <a:lnTo>
                    <a:pt x="1570" y="6778"/>
                  </a:lnTo>
                  <a:lnTo>
                    <a:pt x="1757" y="6344"/>
                  </a:lnTo>
                  <a:lnTo>
                    <a:pt x="1944" y="5910"/>
                  </a:lnTo>
                  <a:lnTo>
                    <a:pt x="2131" y="5476"/>
                  </a:lnTo>
                  <a:lnTo>
                    <a:pt x="2318" y="5042"/>
                  </a:lnTo>
                  <a:lnTo>
                    <a:pt x="2505" y="4455"/>
                  </a:lnTo>
                  <a:lnTo>
                    <a:pt x="2692" y="3867"/>
                  </a:lnTo>
                  <a:lnTo>
                    <a:pt x="2879" y="3280"/>
                  </a:lnTo>
                  <a:lnTo>
                    <a:pt x="3066" y="2698"/>
                  </a:lnTo>
                  <a:lnTo>
                    <a:pt x="3253" y="2117"/>
                  </a:lnTo>
                  <a:lnTo>
                    <a:pt x="3440" y="1561"/>
                  </a:lnTo>
                  <a:lnTo>
                    <a:pt x="3627" y="1130"/>
                  </a:lnTo>
                  <a:lnTo>
                    <a:pt x="3813" y="929"/>
                  </a:lnTo>
                  <a:lnTo>
                    <a:pt x="4000" y="864"/>
                  </a:lnTo>
                  <a:lnTo>
                    <a:pt x="4187" y="820"/>
                  </a:lnTo>
                  <a:lnTo>
                    <a:pt x="4374" y="867"/>
                  </a:lnTo>
                  <a:lnTo>
                    <a:pt x="4561" y="849"/>
                  </a:lnTo>
                  <a:lnTo>
                    <a:pt x="4748" y="898"/>
                  </a:lnTo>
                  <a:lnTo>
                    <a:pt x="4935" y="910"/>
                  </a:lnTo>
                  <a:lnTo>
                    <a:pt x="5122" y="837"/>
                  </a:lnTo>
                  <a:lnTo>
                    <a:pt x="5309" y="631"/>
                  </a:lnTo>
                  <a:lnTo>
                    <a:pt x="5496" y="274"/>
                  </a:lnTo>
                  <a:lnTo>
                    <a:pt x="5683" y="0"/>
                  </a:lnTo>
                  <a:lnTo>
                    <a:pt x="5870" y="104"/>
                  </a:lnTo>
                  <a:lnTo>
                    <a:pt x="6056" y="409"/>
                  </a:lnTo>
                  <a:lnTo>
                    <a:pt x="6243" y="714"/>
                  </a:lnTo>
                  <a:lnTo>
                    <a:pt x="6430" y="1003"/>
                  </a:lnTo>
                  <a:lnTo>
                    <a:pt x="6617" y="1277"/>
                  </a:lnTo>
                  <a:lnTo>
                    <a:pt x="6804" y="1515"/>
                  </a:lnTo>
                  <a:lnTo>
                    <a:pt x="6991" y="1693"/>
                  </a:lnTo>
                  <a:lnTo>
                    <a:pt x="7178" y="1967"/>
                  </a:lnTo>
                  <a:lnTo>
                    <a:pt x="7365" y="2227"/>
                  </a:lnTo>
                  <a:lnTo>
                    <a:pt x="7552" y="2486"/>
                  </a:lnTo>
                  <a:lnTo>
                    <a:pt x="7739" y="2696"/>
                  </a:lnTo>
                  <a:lnTo>
                    <a:pt x="7926" y="3036"/>
                  </a:lnTo>
                  <a:lnTo>
                    <a:pt x="8113" y="3519"/>
                  </a:lnTo>
                  <a:lnTo>
                    <a:pt x="8300" y="4082"/>
                  </a:lnTo>
                  <a:lnTo>
                    <a:pt x="8486" y="4563"/>
                  </a:lnTo>
                  <a:lnTo>
                    <a:pt x="8673" y="4912"/>
                  </a:lnTo>
                  <a:lnTo>
                    <a:pt x="8860" y="5146"/>
                  </a:lnTo>
                  <a:lnTo>
                    <a:pt x="9047" y="5380"/>
                  </a:lnTo>
                  <a:lnTo>
                    <a:pt x="9234" y="5511"/>
                  </a:lnTo>
                  <a:lnTo>
                    <a:pt x="9421" y="5676"/>
                  </a:lnTo>
                  <a:lnTo>
                    <a:pt x="9608" y="5943"/>
                  </a:lnTo>
                  <a:lnTo>
                    <a:pt x="9795" y="6176"/>
                  </a:lnTo>
                  <a:lnTo>
                    <a:pt x="9982" y="6156"/>
                  </a:lnTo>
                  <a:lnTo>
                    <a:pt x="10169" y="5991"/>
                  </a:lnTo>
                  <a:lnTo>
                    <a:pt x="10356" y="5826"/>
                  </a:lnTo>
                  <a:lnTo>
                    <a:pt x="10543" y="5661"/>
                  </a:lnTo>
                  <a:lnTo>
                    <a:pt x="10729" y="5496"/>
                  </a:lnTo>
                  <a:lnTo>
                    <a:pt x="10916" y="5331"/>
                  </a:lnTo>
                  <a:lnTo>
                    <a:pt x="11103" y="5166"/>
                  </a:lnTo>
                  <a:lnTo>
                    <a:pt x="11290" y="5001"/>
                  </a:lnTo>
                  <a:lnTo>
                    <a:pt x="11477" y="4836"/>
                  </a:lnTo>
                  <a:lnTo>
                    <a:pt x="11664" y="4671"/>
                  </a:lnTo>
                  <a:lnTo>
                    <a:pt x="11851" y="4506"/>
                  </a:lnTo>
                  <a:lnTo>
                    <a:pt x="12038" y="4473"/>
                  </a:lnTo>
                  <a:lnTo>
                    <a:pt x="12225" y="4473"/>
                  </a:lnTo>
                  <a:lnTo>
                    <a:pt x="12412" y="4539"/>
                  </a:lnTo>
                  <a:lnTo>
                    <a:pt x="12599" y="4932"/>
                  </a:lnTo>
                  <a:lnTo>
                    <a:pt x="12786" y="5362"/>
                  </a:lnTo>
                  <a:lnTo>
                    <a:pt x="12973" y="5886"/>
                  </a:lnTo>
                  <a:lnTo>
                    <a:pt x="13159" y="6485"/>
                  </a:lnTo>
                  <a:lnTo>
                    <a:pt x="13346" y="7084"/>
                  </a:lnTo>
                  <a:lnTo>
                    <a:pt x="13533" y="7683"/>
                  </a:lnTo>
                  <a:lnTo>
                    <a:pt x="13720" y="8282"/>
                  </a:lnTo>
                  <a:lnTo>
                    <a:pt x="13907" y="8881"/>
                  </a:lnTo>
                  <a:lnTo>
                    <a:pt x="14094" y="9480"/>
                  </a:lnTo>
                  <a:lnTo>
                    <a:pt x="14281" y="10079"/>
                  </a:lnTo>
                  <a:lnTo>
                    <a:pt x="14468" y="10678"/>
                  </a:lnTo>
                  <a:lnTo>
                    <a:pt x="14476" y="1070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713186" y="6332956"/>
              <a:ext cx="39267" cy="21188"/>
            </a:xfrm>
            <a:custGeom>
              <a:avLst/>
              <a:pathLst>
                <a:path w="39267" h="21188">
                  <a:moveTo>
                    <a:pt x="0" y="21188"/>
                  </a:moveTo>
                  <a:lnTo>
                    <a:pt x="72" y="20932"/>
                  </a:lnTo>
                  <a:lnTo>
                    <a:pt x="259" y="20297"/>
                  </a:lnTo>
                  <a:lnTo>
                    <a:pt x="446" y="19653"/>
                  </a:lnTo>
                  <a:lnTo>
                    <a:pt x="633" y="19307"/>
                  </a:lnTo>
                  <a:lnTo>
                    <a:pt x="820" y="18754"/>
                  </a:lnTo>
                  <a:lnTo>
                    <a:pt x="1007" y="18177"/>
                  </a:lnTo>
                  <a:lnTo>
                    <a:pt x="1193" y="17582"/>
                  </a:lnTo>
                  <a:lnTo>
                    <a:pt x="1380" y="16892"/>
                  </a:lnTo>
                  <a:lnTo>
                    <a:pt x="1567" y="16293"/>
                  </a:lnTo>
                  <a:lnTo>
                    <a:pt x="1754" y="15694"/>
                  </a:lnTo>
                  <a:lnTo>
                    <a:pt x="1941" y="15095"/>
                  </a:lnTo>
                  <a:lnTo>
                    <a:pt x="2128" y="14496"/>
                  </a:lnTo>
                  <a:lnTo>
                    <a:pt x="2315" y="13897"/>
                  </a:lnTo>
                  <a:lnTo>
                    <a:pt x="2502" y="13298"/>
                  </a:lnTo>
                  <a:lnTo>
                    <a:pt x="2689" y="12699"/>
                  </a:lnTo>
                  <a:lnTo>
                    <a:pt x="2876" y="12100"/>
                  </a:lnTo>
                  <a:lnTo>
                    <a:pt x="3063" y="11617"/>
                  </a:lnTo>
                  <a:lnTo>
                    <a:pt x="3250" y="11189"/>
                  </a:lnTo>
                  <a:lnTo>
                    <a:pt x="3436" y="10875"/>
                  </a:lnTo>
                  <a:lnTo>
                    <a:pt x="3623" y="10572"/>
                  </a:lnTo>
                  <a:lnTo>
                    <a:pt x="3810" y="10408"/>
                  </a:lnTo>
                  <a:lnTo>
                    <a:pt x="3997" y="10276"/>
                  </a:lnTo>
                  <a:lnTo>
                    <a:pt x="4184" y="10540"/>
                  </a:lnTo>
                  <a:lnTo>
                    <a:pt x="4371" y="10870"/>
                  </a:lnTo>
                  <a:lnTo>
                    <a:pt x="4558" y="11299"/>
                  </a:lnTo>
                  <a:lnTo>
                    <a:pt x="4745" y="11794"/>
                  </a:lnTo>
                  <a:lnTo>
                    <a:pt x="4932" y="12289"/>
                  </a:lnTo>
                  <a:lnTo>
                    <a:pt x="5119" y="12933"/>
                  </a:lnTo>
                  <a:lnTo>
                    <a:pt x="5306" y="13593"/>
                  </a:lnTo>
                  <a:lnTo>
                    <a:pt x="5493" y="13886"/>
                  </a:lnTo>
                  <a:lnTo>
                    <a:pt x="5680" y="14190"/>
                  </a:lnTo>
                  <a:lnTo>
                    <a:pt x="5866" y="14530"/>
                  </a:lnTo>
                  <a:lnTo>
                    <a:pt x="6053" y="14856"/>
                  </a:lnTo>
                  <a:lnTo>
                    <a:pt x="6240" y="14823"/>
                  </a:lnTo>
                  <a:lnTo>
                    <a:pt x="6427" y="14784"/>
                  </a:lnTo>
                  <a:lnTo>
                    <a:pt x="6614" y="14573"/>
                  </a:lnTo>
                  <a:lnTo>
                    <a:pt x="6801" y="14391"/>
                  </a:lnTo>
                  <a:lnTo>
                    <a:pt x="6988" y="14208"/>
                  </a:lnTo>
                  <a:lnTo>
                    <a:pt x="7175" y="13964"/>
                  </a:lnTo>
                  <a:lnTo>
                    <a:pt x="7362" y="13676"/>
                  </a:lnTo>
                  <a:lnTo>
                    <a:pt x="7549" y="13417"/>
                  </a:lnTo>
                  <a:lnTo>
                    <a:pt x="7736" y="13173"/>
                  </a:lnTo>
                  <a:lnTo>
                    <a:pt x="7923" y="12885"/>
                  </a:lnTo>
                  <a:lnTo>
                    <a:pt x="8110" y="12641"/>
                  </a:lnTo>
                  <a:lnTo>
                    <a:pt x="8296" y="12397"/>
                  </a:lnTo>
                  <a:lnTo>
                    <a:pt x="8483" y="12119"/>
                  </a:lnTo>
                  <a:lnTo>
                    <a:pt x="8670" y="11869"/>
                  </a:lnTo>
                  <a:lnTo>
                    <a:pt x="8857" y="11606"/>
                  </a:lnTo>
                  <a:lnTo>
                    <a:pt x="9044" y="11567"/>
                  </a:lnTo>
                  <a:lnTo>
                    <a:pt x="9231" y="11534"/>
                  </a:lnTo>
                  <a:lnTo>
                    <a:pt x="9418" y="11443"/>
                  </a:lnTo>
                  <a:lnTo>
                    <a:pt x="9605" y="11399"/>
                  </a:lnTo>
                  <a:lnTo>
                    <a:pt x="9792" y="11611"/>
                  </a:lnTo>
                  <a:lnTo>
                    <a:pt x="9979" y="11823"/>
                  </a:lnTo>
                  <a:lnTo>
                    <a:pt x="10166" y="12035"/>
                  </a:lnTo>
                  <a:lnTo>
                    <a:pt x="10353" y="12150"/>
                  </a:lnTo>
                  <a:lnTo>
                    <a:pt x="10539" y="12242"/>
                  </a:lnTo>
                  <a:lnTo>
                    <a:pt x="10726" y="12358"/>
                  </a:lnTo>
                  <a:lnTo>
                    <a:pt x="10913" y="12673"/>
                  </a:lnTo>
                  <a:lnTo>
                    <a:pt x="11100" y="13012"/>
                  </a:lnTo>
                  <a:lnTo>
                    <a:pt x="11287" y="13142"/>
                  </a:lnTo>
                  <a:lnTo>
                    <a:pt x="11474" y="13272"/>
                  </a:lnTo>
                  <a:lnTo>
                    <a:pt x="11661" y="13412"/>
                  </a:lnTo>
                  <a:lnTo>
                    <a:pt x="11848" y="13552"/>
                  </a:lnTo>
                  <a:lnTo>
                    <a:pt x="12035" y="13557"/>
                  </a:lnTo>
                  <a:lnTo>
                    <a:pt x="12222" y="13551"/>
                  </a:lnTo>
                  <a:lnTo>
                    <a:pt x="12409" y="13475"/>
                  </a:lnTo>
                  <a:lnTo>
                    <a:pt x="12596" y="13532"/>
                  </a:lnTo>
                  <a:lnTo>
                    <a:pt x="12783" y="13610"/>
                  </a:lnTo>
                  <a:lnTo>
                    <a:pt x="12969" y="13688"/>
                  </a:lnTo>
                  <a:lnTo>
                    <a:pt x="13156" y="13886"/>
                  </a:lnTo>
                  <a:lnTo>
                    <a:pt x="13343" y="14084"/>
                  </a:lnTo>
                  <a:lnTo>
                    <a:pt x="13530" y="14234"/>
                  </a:lnTo>
                  <a:lnTo>
                    <a:pt x="13717" y="14336"/>
                  </a:lnTo>
                  <a:lnTo>
                    <a:pt x="13904" y="14322"/>
                  </a:lnTo>
                  <a:lnTo>
                    <a:pt x="14091" y="14165"/>
                  </a:lnTo>
                  <a:lnTo>
                    <a:pt x="14278" y="14093"/>
                  </a:lnTo>
                  <a:lnTo>
                    <a:pt x="14465" y="14054"/>
                  </a:lnTo>
                  <a:lnTo>
                    <a:pt x="14652" y="13983"/>
                  </a:lnTo>
                  <a:lnTo>
                    <a:pt x="14839" y="13908"/>
                  </a:lnTo>
                  <a:lnTo>
                    <a:pt x="15026" y="13833"/>
                  </a:lnTo>
                  <a:lnTo>
                    <a:pt x="15212" y="13757"/>
                  </a:lnTo>
                  <a:lnTo>
                    <a:pt x="15399" y="13660"/>
                  </a:lnTo>
                  <a:lnTo>
                    <a:pt x="15586" y="13769"/>
                  </a:lnTo>
                  <a:lnTo>
                    <a:pt x="15773" y="13887"/>
                  </a:lnTo>
                  <a:lnTo>
                    <a:pt x="15960" y="14004"/>
                  </a:lnTo>
                  <a:lnTo>
                    <a:pt x="16147" y="14122"/>
                  </a:lnTo>
                  <a:lnTo>
                    <a:pt x="16334" y="14216"/>
                  </a:lnTo>
                  <a:lnTo>
                    <a:pt x="16521" y="14078"/>
                  </a:lnTo>
                  <a:lnTo>
                    <a:pt x="16708" y="14169"/>
                  </a:lnTo>
                  <a:lnTo>
                    <a:pt x="16895" y="14267"/>
                  </a:lnTo>
                  <a:lnTo>
                    <a:pt x="17082" y="14286"/>
                  </a:lnTo>
                  <a:lnTo>
                    <a:pt x="17269" y="14330"/>
                  </a:lnTo>
                  <a:lnTo>
                    <a:pt x="17456" y="14126"/>
                  </a:lnTo>
                  <a:lnTo>
                    <a:pt x="17642" y="14097"/>
                  </a:lnTo>
                  <a:lnTo>
                    <a:pt x="17829" y="14069"/>
                  </a:lnTo>
                  <a:lnTo>
                    <a:pt x="18016" y="14040"/>
                  </a:lnTo>
                  <a:lnTo>
                    <a:pt x="18203" y="14012"/>
                  </a:lnTo>
                  <a:lnTo>
                    <a:pt x="18390" y="13916"/>
                  </a:lnTo>
                  <a:lnTo>
                    <a:pt x="18577" y="13738"/>
                  </a:lnTo>
                  <a:lnTo>
                    <a:pt x="18764" y="13592"/>
                  </a:lnTo>
                  <a:lnTo>
                    <a:pt x="18951" y="13353"/>
                  </a:lnTo>
                  <a:lnTo>
                    <a:pt x="19138" y="13113"/>
                  </a:lnTo>
                  <a:lnTo>
                    <a:pt x="19325" y="12873"/>
                  </a:lnTo>
                  <a:lnTo>
                    <a:pt x="19512" y="12633"/>
                  </a:lnTo>
                  <a:lnTo>
                    <a:pt x="19699" y="12393"/>
                  </a:lnTo>
                  <a:lnTo>
                    <a:pt x="19886" y="12150"/>
                  </a:lnTo>
                  <a:lnTo>
                    <a:pt x="20072" y="11841"/>
                  </a:lnTo>
                  <a:lnTo>
                    <a:pt x="20259" y="11568"/>
                  </a:lnTo>
                  <a:lnTo>
                    <a:pt x="20446" y="11294"/>
                  </a:lnTo>
                  <a:lnTo>
                    <a:pt x="20633" y="11021"/>
                  </a:lnTo>
                  <a:lnTo>
                    <a:pt x="20820" y="10747"/>
                  </a:lnTo>
                  <a:lnTo>
                    <a:pt x="21007" y="10474"/>
                  </a:lnTo>
                  <a:lnTo>
                    <a:pt x="21194" y="10242"/>
                  </a:lnTo>
                  <a:lnTo>
                    <a:pt x="21381" y="9900"/>
                  </a:lnTo>
                  <a:lnTo>
                    <a:pt x="21568" y="9312"/>
                  </a:lnTo>
                  <a:lnTo>
                    <a:pt x="21755" y="8882"/>
                  </a:lnTo>
                  <a:lnTo>
                    <a:pt x="21942" y="8717"/>
                  </a:lnTo>
                  <a:lnTo>
                    <a:pt x="22129" y="8552"/>
                  </a:lnTo>
                  <a:lnTo>
                    <a:pt x="22315" y="8247"/>
                  </a:lnTo>
                  <a:lnTo>
                    <a:pt x="22502" y="7909"/>
                  </a:lnTo>
                  <a:lnTo>
                    <a:pt x="22689" y="7323"/>
                  </a:lnTo>
                  <a:lnTo>
                    <a:pt x="22876" y="6663"/>
                  </a:lnTo>
                  <a:lnTo>
                    <a:pt x="23063" y="6414"/>
                  </a:lnTo>
                  <a:lnTo>
                    <a:pt x="23250" y="6166"/>
                  </a:lnTo>
                  <a:lnTo>
                    <a:pt x="23437" y="5947"/>
                  </a:lnTo>
                  <a:lnTo>
                    <a:pt x="23624" y="5705"/>
                  </a:lnTo>
                  <a:lnTo>
                    <a:pt x="23811" y="5289"/>
                  </a:lnTo>
                  <a:lnTo>
                    <a:pt x="23998" y="5144"/>
                  </a:lnTo>
                  <a:lnTo>
                    <a:pt x="24185" y="5027"/>
                  </a:lnTo>
                  <a:lnTo>
                    <a:pt x="24372" y="4948"/>
                  </a:lnTo>
                  <a:lnTo>
                    <a:pt x="24559" y="4920"/>
                  </a:lnTo>
                  <a:lnTo>
                    <a:pt x="24745" y="4634"/>
                  </a:lnTo>
                  <a:lnTo>
                    <a:pt x="24932" y="4200"/>
                  </a:lnTo>
                  <a:lnTo>
                    <a:pt x="25119" y="3917"/>
                  </a:lnTo>
                  <a:lnTo>
                    <a:pt x="25306" y="3610"/>
                  </a:lnTo>
                  <a:lnTo>
                    <a:pt x="25493" y="3297"/>
                  </a:lnTo>
                  <a:lnTo>
                    <a:pt x="25680" y="3013"/>
                  </a:lnTo>
                  <a:lnTo>
                    <a:pt x="25867" y="2679"/>
                  </a:lnTo>
                  <a:lnTo>
                    <a:pt x="26054" y="2301"/>
                  </a:lnTo>
                  <a:lnTo>
                    <a:pt x="26241" y="1913"/>
                  </a:lnTo>
                  <a:lnTo>
                    <a:pt x="26428" y="1534"/>
                  </a:lnTo>
                  <a:lnTo>
                    <a:pt x="26615" y="1200"/>
                  </a:lnTo>
                  <a:lnTo>
                    <a:pt x="26802" y="852"/>
                  </a:lnTo>
                  <a:lnTo>
                    <a:pt x="26989" y="506"/>
                  </a:lnTo>
                  <a:lnTo>
                    <a:pt x="27175" y="199"/>
                  </a:lnTo>
                  <a:lnTo>
                    <a:pt x="27362" y="0"/>
                  </a:lnTo>
                  <a:lnTo>
                    <a:pt x="27549" y="170"/>
                  </a:lnTo>
                  <a:lnTo>
                    <a:pt x="27736" y="760"/>
                  </a:lnTo>
                  <a:lnTo>
                    <a:pt x="27923" y="1550"/>
                  </a:lnTo>
                  <a:lnTo>
                    <a:pt x="28110" y="2347"/>
                  </a:lnTo>
                  <a:lnTo>
                    <a:pt x="28297" y="3179"/>
                  </a:lnTo>
                  <a:lnTo>
                    <a:pt x="28484" y="3987"/>
                  </a:lnTo>
                  <a:lnTo>
                    <a:pt x="28671" y="4689"/>
                  </a:lnTo>
                  <a:lnTo>
                    <a:pt x="28858" y="5411"/>
                  </a:lnTo>
                  <a:lnTo>
                    <a:pt x="29045" y="6173"/>
                  </a:lnTo>
                  <a:lnTo>
                    <a:pt x="29232" y="6782"/>
                  </a:lnTo>
                  <a:lnTo>
                    <a:pt x="29418" y="7392"/>
                  </a:lnTo>
                  <a:lnTo>
                    <a:pt x="29605" y="7810"/>
                  </a:lnTo>
                  <a:lnTo>
                    <a:pt x="29792" y="8481"/>
                  </a:lnTo>
                  <a:lnTo>
                    <a:pt x="29979" y="9289"/>
                  </a:lnTo>
                  <a:lnTo>
                    <a:pt x="30166" y="10007"/>
                  </a:lnTo>
                  <a:lnTo>
                    <a:pt x="30353" y="10549"/>
                  </a:lnTo>
                  <a:lnTo>
                    <a:pt x="30540" y="10958"/>
                  </a:lnTo>
                  <a:lnTo>
                    <a:pt x="30727" y="11227"/>
                  </a:lnTo>
                  <a:lnTo>
                    <a:pt x="30914" y="11495"/>
                  </a:lnTo>
                  <a:lnTo>
                    <a:pt x="31101" y="11764"/>
                  </a:lnTo>
                  <a:lnTo>
                    <a:pt x="31288" y="12033"/>
                  </a:lnTo>
                  <a:lnTo>
                    <a:pt x="31475" y="12298"/>
                  </a:lnTo>
                  <a:lnTo>
                    <a:pt x="31662" y="12545"/>
                  </a:lnTo>
                  <a:lnTo>
                    <a:pt x="31848" y="12792"/>
                  </a:lnTo>
                  <a:lnTo>
                    <a:pt x="32035" y="13012"/>
                  </a:lnTo>
                  <a:lnTo>
                    <a:pt x="32222" y="13012"/>
                  </a:lnTo>
                  <a:lnTo>
                    <a:pt x="32409" y="13012"/>
                  </a:lnTo>
                  <a:lnTo>
                    <a:pt x="32596" y="13012"/>
                  </a:lnTo>
                  <a:lnTo>
                    <a:pt x="32783" y="13012"/>
                  </a:lnTo>
                  <a:lnTo>
                    <a:pt x="32970" y="13012"/>
                  </a:lnTo>
                  <a:lnTo>
                    <a:pt x="33157" y="13012"/>
                  </a:lnTo>
                  <a:lnTo>
                    <a:pt x="33344" y="13012"/>
                  </a:lnTo>
                  <a:lnTo>
                    <a:pt x="33531" y="13012"/>
                  </a:lnTo>
                  <a:lnTo>
                    <a:pt x="33718" y="13012"/>
                  </a:lnTo>
                  <a:lnTo>
                    <a:pt x="33905" y="13012"/>
                  </a:lnTo>
                  <a:lnTo>
                    <a:pt x="34091" y="13012"/>
                  </a:lnTo>
                  <a:lnTo>
                    <a:pt x="34278" y="13012"/>
                  </a:lnTo>
                  <a:lnTo>
                    <a:pt x="34465" y="13012"/>
                  </a:lnTo>
                  <a:lnTo>
                    <a:pt x="34652" y="13012"/>
                  </a:lnTo>
                  <a:lnTo>
                    <a:pt x="34839" y="13153"/>
                  </a:lnTo>
                  <a:lnTo>
                    <a:pt x="35026" y="13334"/>
                  </a:lnTo>
                  <a:lnTo>
                    <a:pt x="35213" y="13813"/>
                  </a:lnTo>
                  <a:lnTo>
                    <a:pt x="35400" y="14308"/>
                  </a:lnTo>
                  <a:lnTo>
                    <a:pt x="35587" y="14803"/>
                  </a:lnTo>
                  <a:lnTo>
                    <a:pt x="35774" y="15298"/>
                  </a:lnTo>
                  <a:lnTo>
                    <a:pt x="35961" y="15801"/>
                  </a:lnTo>
                  <a:lnTo>
                    <a:pt x="36148" y="16462"/>
                  </a:lnTo>
                  <a:lnTo>
                    <a:pt x="36335" y="16990"/>
                  </a:lnTo>
                  <a:lnTo>
                    <a:pt x="36521" y="17485"/>
                  </a:lnTo>
                  <a:lnTo>
                    <a:pt x="36708" y="17980"/>
                  </a:lnTo>
                  <a:lnTo>
                    <a:pt x="36895" y="18475"/>
                  </a:lnTo>
                  <a:lnTo>
                    <a:pt x="37082" y="18970"/>
                  </a:lnTo>
                  <a:lnTo>
                    <a:pt x="37269" y="19465"/>
                  </a:lnTo>
                  <a:lnTo>
                    <a:pt x="37456" y="19960"/>
                  </a:lnTo>
                  <a:lnTo>
                    <a:pt x="37643" y="20431"/>
                  </a:lnTo>
                  <a:lnTo>
                    <a:pt x="37830" y="20835"/>
                  </a:lnTo>
                  <a:lnTo>
                    <a:pt x="38017" y="20852"/>
                  </a:lnTo>
                  <a:lnTo>
                    <a:pt x="38204" y="20852"/>
                  </a:lnTo>
                  <a:lnTo>
                    <a:pt x="38391" y="20852"/>
                  </a:lnTo>
                  <a:lnTo>
                    <a:pt x="38578" y="20852"/>
                  </a:lnTo>
                  <a:lnTo>
                    <a:pt x="38765" y="20942"/>
                  </a:lnTo>
                  <a:lnTo>
                    <a:pt x="38951" y="20942"/>
                  </a:lnTo>
                  <a:lnTo>
                    <a:pt x="39138" y="21074"/>
                  </a:lnTo>
                  <a:lnTo>
                    <a:pt x="39267" y="2118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790176" y="3882386"/>
              <a:ext cx="4936863" cy="2471758"/>
            </a:xfrm>
            <a:custGeom>
              <a:avLst/>
              <a:pathLst>
                <a:path w="4936863" h="2471758">
                  <a:moveTo>
                    <a:pt x="0" y="2471758"/>
                  </a:moveTo>
                  <a:lnTo>
                    <a:pt x="93" y="2471430"/>
                  </a:lnTo>
                  <a:lnTo>
                    <a:pt x="280" y="2470839"/>
                  </a:lnTo>
                  <a:lnTo>
                    <a:pt x="466" y="2470370"/>
                  </a:lnTo>
                  <a:lnTo>
                    <a:pt x="653" y="2470018"/>
                  </a:lnTo>
                  <a:lnTo>
                    <a:pt x="840" y="2469830"/>
                  </a:lnTo>
                  <a:lnTo>
                    <a:pt x="1027" y="2469709"/>
                  </a:lnTo>
                  <a:lnTo>
                    <a:pt x="1214" y="2469340"/>
                  </a:lnTo>
                  <a:lnTo>
                    <a:pt x="1401" y="2469064"/>
                  </a:lnTo>
                  <a:lnTo>
                    <a:pt x="1588" y="2468807"/>
                  </a:lnTo>
                  <a:lnTo>
                    <a:pt x="1775" y="2468572"/>
                  </a:lnTo>
                  <a:lnTo>
                    <a:pt x="1962" y="2468380"/>
                  </a:lnTo>
                  <a:lnTo>
                    <a:pt x="2149" y="2468286"/>
                  </a:lnTo>
                  <a:lnTo>
                    <a:pt x="2336" y="2468263"/>
                  </a:lnTo>
                  <a:lnTo>
                    <a:pt x="2523" y="2468122"/>
                  </a:lnTo>
                  <a:lnTo>
                    <a:pt x="2710" y="2468107"/>
                  </a:lnTo>
                  <a:lnTo>
                    <a:pt x="2896" y="2467943"/>
                  </a:lnTo>
                  <a:lnTo>
                    <a:pt x="3083" y="2467344"/>
                  </a:lnTo>
                  <a:lnTo>
                    <a:pt x="3270" y="2466745"/>
                  </a:lnTo>
                  <a:lnTo>
                    <a:pt x="3457" y="2466105"/>
                  </a:lnTo>
                  <a:lnTo>
                    <a:pt x="3644" y="2465341"/>
                  </a:lnTo>
                  <a:lnTo>
                    <a:pt x="3831" y="2464577"/>
                  </a:lnTo>
                  <a:lnTo>
                    <a:pt x="4018" y="2463835"/>
                  </a:lnTo>
                  <a:lnTo>
                    <a:pt x="4205" y="2462988"/>
                  </a:lnTo>
                  <a:lnTo>
                    <a:pt x="4392" y="2462328"/>
                  </a:lnTo>
                  <a:lnTo>
                    <a:pt x="4579" y="2462080"/>
                  </a:lnTo>
                  <a:lnTo>
                    <a:pt x="4766" y="2461832"/>
                  </a:lnTo>
                  <a:lnTo>
                    <a:pt x="4953" y="2461632"/>
                  </a:lnTo>
                  <a:lnTo>
                    <a:pt x="5140" y="2461438"/>
                  </a:lnTo>
                  <a:lnTo>
                    <a:pt x="5326" y="2461304"/>
                  </a:lnTo>
                  <a:lnTo>
                    <a:pt x="5513" y="2461207"/>
                  </a:lnTo>
                  <a:lnTo>
                    <a:pt x="5700" y="2461133"/>
                  </a:lnTo>
                  <a:lnTo>
                    <a:pt x="5887" y="2461032"/>
                  </a:lnTo>
                  <a:lnTo>
                    <a:pt x="6074" y="2460796"/>
                  </a:lnTo>
                  <a:lnTo>
                    <a:pt x="6261" y="2460530"/>
                  </a:lnTo>
                  <a:lnTo>
                    <a:pt x="6448" y="2460189"/>
                  </a:lnTo>
                  <a:lnTo>
                    <a:pt x="6635" y="2459841"/>
                  </a:lnTo>
                  <a:lnTo>
                    <a:pt x="6822" y="2459430"/>
                  </a:lnTo>
                  <a:lnTo>
                    <a:pt x="7009" y="2459022"/>
                  </a:lnTo>
                  <a:lnTo>
                    <a:pt x="7196" y="2458609"/>
                  </a:lnTo>
                  <a:lnTo>
                    <a:pt x="7383" y="2458203"/>
                  </a:lnTo>
                  <a:lnTo>
                    <a:pt x="7569" y="2457817"/>
                  </a:lnTo>
                  <a:lnTo>
                    <a:pt x="7756" y="2457442"/>
                  </a:lnTo>
                  <a:lnTo>
                    <a:pt x="7943" y="2457095"/>
                  </a:lnTo>
                  <a:lnTo>
                    <a:pt x="8130" y="2456718"/>
                  </a:lnTo>
                  <a:lnTo>
                    <a:pt x="8317" y="2456335"/>
                  </a:lnTo>
                  <a:lnTo>
                    <a:pt x="8504" y="2455975"/>
                  </a:lnTo>
                  <a:lnTo>
                    <a:pt x="8691" y="2455700"/>
                  </a:lnTo>
                  <a:lnTo>
                    <a:pt x="8878" y="2455439"/>
                  </a:lnTo>
                  <a:lnTo>
                    <a:pt x="9065" y="2455274"/>
                  </a:lnTo>
                  <a:lnTo>
                    <a:pt x="9252" y="2455092"/>
                  </a:lnTo>
                  <a:lnTo>
                    <a:pt x="9439" y="2454669"/>
                  </a:lnTo>
                  <a:lnTo>
                    <a:pt x="9626" y="2454204"/>
                  </a:lnTo>
                  <a:lnTo>
                    <a:pt x="9813" y="2453623"/>
                  </a:lnTo>
                  <a:lnTo>
                    <a:pt x="9999" y="2453068"/>
                  </a:lnTo>
                  <a:lnTo>
                    <a:pt x="10186" y="2452446"/>
                  </a:lnTo>
                  <a:lnTo>
                    <a:pt x="10373" y="2451764"/>
                  </a:lnTo>
                  <a:lnTo>
                    <a:pt x="10560" y="2451067"/>
                  </a:lnTo>
                  <a:lnTo>
                    <a:pt x="10747" y="2450288"/>
                  </a:lnTo>
                  <a:lnTo>
                    <a:pt x="10934" y="2449704"/>
                  </a:lnTo>
                  <a:lnTo>
                    <a:pt x="11121" y="2449159"/>
                  </a:lnTo>
                  <a:lnTo>
                    <a:pt x="11308" y="2448893"/>
                  </a:lnTo>
                  <a:lnTo>
                    <a:pt x="11495" y="2448334"/>
                  </a:lnTo>
                  <a:lnTo>
                    <a:pt x="11682" y="2447822"/>
                  </a:lnTo>
                  <a:lnTo>
                    <a:pt x="11869" y="2447298"/>
                  </a:lnTo>
                  <a:lnTo>
                    <a:pt x="12056" y="2446662"/>
                  </a:lnTo>
                  <a:lnTo>
                    <a:pt x="12242" y="2445705"/>
                  </a:lnTo>
                  <a:lnTo>
                    <a:pt x="12429" y="2444585"/>
                  </a:lnTo>
                  <a:lnTo>
                    <a:pt x="12616" y="2443663"/>
                  </a:lnTo>
                  <a:lnTo>
                    <a:pt x="12803" y="2442787"/>
                  </a:lnTo>
                  <a:lnTo>
                    <a:pt x="12990" y="2442018"/>
                  </a:lnTo>
                  <a:lnTo>
                    <a:pt x="13177" y="2441346"/>
                  </a:lnTo>
                  <a:lnTo>
                    <a:pt x="13364" y="2440711"/>
                  </a:lnTo>
                  <a:lnTo>
                    <a:pt x="13551" y="2440371"/>
                  </a:lnTo>
                  <a:lnTo>
                    <a:pt x="13738" y="2440339"/>
                  </a:lnTo>
                  <a:lnTo>
                    <a:pt x="13925" y="2440217"/>
                  </a:lnTo>
                  <a:lnTo>
                    <a:pt x="14112" y="2440137"/>
                  </a:lnTo>
                  <a:lnTo>
                    <a:pt x="14299" y="2440069"/>
                  </a:lnTo>
                  <a:lnTo>
                    <a:pt x="14486" y="2440072"/>
                  </a:lnTo>
                  <a:lnTo>
                    <a:pt x="14672" y="2440124"/>
                  </a:lnTo>
                  <a:lnTo>
                    <a:pt x="14859" y="2440235"/>
                  </a:lnTo>
                  <a:lnTo>
                    <a:pt x="15046" y="2440327"/>
                  </a:lnTo>
                  <a:lnTo>
                    <a:pt x="15233" y="2440509"/>
                  </a:lnTo>
                  <a:lnTo>
                    <a:pt x="15420" y="2440578"/>
                  </a:lnTo>
                  <a:lnTo>
                    <a:pt x="15607" y="2440614"/>
                  </a:lnTo>
                  <a:lnTo>
                    <a:pt x="15794" y="2440649"/>
                  </a:lnTo>
                  <a:lnTo>
                    <a:pt x="15981" y="2440610"/>
                  </a:lnTo>
                  <a:lnTo>
                    <a:pt x="16168" y="2440395"/>
                  </a:lnTo>
                  <a:lnTo>
                    <a:pt x="16355" y="2440053"/>
                  </a:lnTo>
                  <a:lnTo>
                    <a:pt x="16542" y="2439536"/>
                  </a:lnTo>
                  <a:lnTo>
                    <a:pt x="16729" y="2438943"/>
                  </a:lnTo>
                  <a:lnTo>
                    <a:pt x="16916" y="2438214"/>
                  </a:lnTo>
                  <a:lnTo>
                    <a:pt x="17102" y="2437634"/>
                  </a:lnTo>
                  <a:lnTo>
                    <a:pt x="17289" y="2437055"/>
                  </a:lnTo>
                  <a:lnTo>
                    <a:pt x="17476" y="2436454"/>
                  </a:lnTo>
                  <a:lnTo>
                    <a:pt x="17663" y="2435853"/>
                  </a:lnTo>
                  <a:lnTo>
                    <a:pt x="17850" y="2435330"/>
                  </a:lnTo>
                  <a:lnTo>
                    <a:pt x="18037" y="2434849"/>
                  </a:lnTo>
                  <a:lnTo>
                    <a:pt x="18224" y="2434368"/>
                  </a:lnTo>
                  <a:lnTo>
                    <a:pt x="18411" y="2433887"/>
                  </a:lnTo>
                  <a:lnTo>
                    <a:pt x="18598" y="2433406"/>
                  </a:lnTo>
                  <a:lnTo>
                    <a:pt x="18785" y="2433046"/>
                  </a:lnTo>
                  <a:lnTo>
                    <a:pt x="18972" y="2432901"/>
                  </a:lnTo>
                  <a:lnTo>
                    <a:pt x="19159" y="2432895"/>
                  </a:lnTo>
                  <a:lnTo>
                    <a:pt x="19345" y="2432895"/>
                  </a:lnTo>
                  <a:lnTo>
                    <a:pt x="19532" y="2432877"/>
                  </a:lnTo>
                  <a:lnTo>
                    <a:pt x="19719" y="2432877"/>
                  </a:lnTo>
                  <a:lnTo>
                    <a:pt x="19906" y="2432630"/>
                  </a:lnTo>
                  <a:lnTo>
                    <a:pt x="20093" y="2432403"/>
                  </a:lnTo>
                  <a:lnTo>
                    <a:pt x="20280" y="2432337"/>
                  </a:lnTo>
                  <a:lnTo>
                    <a:pt x="20467" y="2432172"/>
                  </a:lnTo>
                  <a:lnTo>
                    <a:pt x="20654" y="2432015"/>
                  </a:lnTo>
                  <a:lnTo>
                    <a:pt x="20841" y="2431758"/>
                  </a:lnTo>
                  <a:lnTo>
                    <a:pt x="21028" y="2431470"/>
                  </a:lnTo>
                  <a:lnTo>
                    <a:pt x="21215" y="2431161"/>
                  </a:lnTo>
                  <a:lnTo>
                    <a:pt x="21402" y="2430847"/>
                  </a:lnTo>
                  <a:lnTo>
                    <a:pt x="21589" y="2430704"/>
                  </a:lnTo>
                  <a:lnTo>
                    <a:pt x="21775" y="2430675"/>
                  </a:lnTo>
                  <a:lnTo>
                    <a:pt x="21962" y="2430755"/>
                  </a:lnTo>
                  <a:lnTo>
                    <a:pt x="22149" y="2431092"/>
                  </a:lnTo>
                  <a:lnTo>
                    <a:pt x="22336" y="2431540"/>
                  </a:lnTo>
                  <a:lnTo>
                    <a:pt x="22523" y="2431956"/>
                  </a:lnTo>
                  <a:lnTo>
                    <a:pt x="22710" y="2432178"/>
                  </a:lnTo>
                  <a:lnTo>
                    <a:pt x="22897" y="2432390"/>
                  </a:lnTo>
                  <a:lnTo>
                    <a:pt x="23084" y="2432609"/>
                  </a:lnTo>
                  <a:lnTo>
                    <a:pt x="23271" y="2432717"/>
                  </a:lnTo>
                  <a:lnTo>
                    <a:pt x="23458" y="2432641"/>
                  </a:lnTo>
                  <a:lnTo>
                    <a:pt x="23645" y="2432369"/>
                  </a:lnTo>
                  <a:lnTo>
                    <a:pt x="23832" y="2432057"/>
                  </a:lnTo>
                  <a:lnTo>
                    <a:pt x="24019" y="2431744"/>
                  </a:lnTo>
                  <a:lnTo>
                    <a:pt x="24205" y="2431744"/>
                  </a:lnTo>
                  <a:lnTo>
                    <a:pt x="24392" y="2431753"/>
                  </a:lnTo>
                  <a:lnTo>
                    <a:pt x="24579" y="2431799"/>
                  </a:lnTo>
                  <a:lnTo>
                    <a:pt x="24766" y="2431859"/>
                  </a:lnTo>
                  <a:lnTo>
                    <a:pt x="24953" y="2431724"/>
                  </a:lnTo>
                  <a:lnTo>
                    <a:pt x="25140" y="2431412"/>
                  </a:lnTo>
                  <a:lnTo>
                    <a:pt x="25327" y="2431147"/>
                  </a:lnTo>
                  <a:lnTo>
                    <a:pt x="25514" y="2430925"/>
                  </a:lnTo>
                  <a:lnTo>
                    <a:pt x="25701" y="2430702"/>
                  </a:lnTo>
                  <a:lnTo>
                    <a:pt x="25888" y="2430467"/>
                  </a:lnTo>
                  <a:lnTo>
                    <a:pt x="26075" y="2430323"/>
                  </a:lnTo>
                  <a:lnTo>
                    <a:pt x="26262" y="2430361"/>
                  </a:lnTo>
                  <a:lnTo>
                    <a:pt x="26448" y="2430514"/>
                  </a:lnTo>
                  <a:lnTo>
                    <a:pt x="26635" y="2430620"/>
                  </a:lnTo>
                  <a:lnTo>
                    <a:pt x="26822" y="2430744"/>
                  </a:lnTo>
                  <a:lnTo>
                    <a:pt x="27009" y="2430937"/>
                  </a:lnTo>
                  <a:lnTo>
                    <a:pt x="27196" y="2430937"/>
                  </a:lnTo>
                  <a:lnTo>
                    <a:pt x="27383" y="2430937"/>
                  </a:lnTo>
                  <a:lnTo>
                    <a:pt x="27570" y="2430937"/>
                  </a:lnTo>
                  <a:lnTo>
                    <a:pt x="27757" y="2430937"/>
                  </a:lnTo>
                  <a:lnTo>
                    <a:pt x="27944" y="2431193"/>
                  </a:lnTo>
                  <a:lnTo>
                    <a:pt x="28131" y="2431646"/>
                  </a:lnTo>
                  <a:lnTo>
                    <a:pt x="28318" y="2432141"/>
                  </a:lnTo>
                  <a:lnTo>
                    <a:pt x="28505" y="2432637"/>
                  </a:lnTo>
                  <a:lnTo>
                    <a:pt x="28692" y="2433132"/>
                  </a:lnTo>
                  <a:lnTo>
                    <a:pt x="28878" y="2433627"/>
                  </a:lnTo>
                  <a:lnTo>
                    <a:pt x="29065" y="2434122"/>
                  </a:lnTo>
                  <a:lnTo>
                    <a:pt x="29252" y="2434276"/>
                  </a:lnTo>
                  <a:lnTo>
                    <a:pt x="29439" y="2434470"/>
                  </a:lnTo>
                  <a:lnTo>
                    <a:pt x="29626" y="2434311"/>
                  </a:lnTo>
                  <a:lnTo>
                    <a:pt x="29813" y="2434241"/>
                  </a:lnTo>
                  <a:lnTo>
                    <a:pt x="30000" y="2434147"/>
                  </a:lnTo>
                  <a:lnTo>
                    <a:pt x="30187" y="2434052"/>
                  </a:lnTo>
                  <a:lnTo>
                    <a:pt x="30374" y="2433958"/>
                  </a:lnTo>
                  <a:lnTo>
                    <a:pt x="30561" y="2433793"/>
                  </a:lnTo>
                  <a:lnTo>
                    <a:pt x="30748" y="2433522"/>
                  </a:lnTo>
                  <a:lnTo>
                    <a:pt x="30935" y="2433168"/>
                  </a:lnTo>
                  <a:lnTo>
                    <a:pt x="31121" y="2432797"/>
                  </a:lnTo>
                  <a:lnTo>
                    <a:pt x="31308" y="2432425"/>
                  </a:lnTo>
                  <a:lnTo>
                    <a:pt x="31495" y="2432058"/>
                  </a:lnTo>
                  <a:lnTo>
                    <a:pt x="31682" y="2431807"/>
                  </a:lnTo>
                  <a:lnTo>
                    <a:pt x="31869" y="2431573"/>
                  </a:lnTo>
                  <a:lnTo>
                    <a:pt x="32056" y="2431340"/>
                  </a:lnTo>
                  <a:lnTo>
                    <a:pt x="32243" y="2430957"/>
                  </a:lnTo>
                  <a:lnTo>
                    <a:pt x="32430" y="2430599"/>
                  </a:lnTo>
                  <a:lnTo>
                    <a:pt x="32617" y="2430167"/>
                  </a:lnTo>
                  <a:lnTo>
                    <a:pt x="32804" y="2429747"/>
                  </a:lnTo>
                  <a:lnTo>
                    <a:pt x="32991" y="2429421"/>
                  </a:lnTo>
                  <a:lnTo>
                    <a:pt x="33178" y="2429126"/>
                  </a:lnTo>
                  <a:lnTo>
                    <a:pt x="33365" y="2429185"/>
                  </a:lnTo>
                  <a:lnTo>
                    <a:pt x="33551" y="2429408"/>
                  </a:lnTo>
                  <a:lnTo>
                    <a:pt x="33738" y="2429653"/>
                  </a:lnTo>
                  <a:lnTo>
                    <a:pt x="33925" y="2429856"/>
                  </a:lnTo>
                  <a:lnTo>
                    <a:pt x="34112" y="2430021"/>
                  </a:lnTo>
                  <a:lnTo>
                    <a:pt x="34299" y="2430120"/>
                  </a:lnTo>
                  <a:lnTo>
                    <a:pt x="34486" y="2430065"/>
                  </a:lnTo>
                  <a:lnTo>
                    <a:pt x="34673" y="2430039"/>
                  </a:lnTo>
                  <a:lnTo>
                    <a:pt x="34860" y="2430180"/>
                  </a:lnTo>
                  <a:lnTo>
                    <a:pt x="35047" y="2430537"/>
                  </a:lnTo>
                  <a:lnTo>
                    <a:pt x="35234" y="2431092"/>
                  </a:lnTo>
                  <a:lnTo>
                    <a:pt x="35421" y="2431761"/>
                  </a:lnTo>
                  <a:lnTo>
                    <a:pt x="35608" y="2432658"/>
                  </a:lnTo>
                  <a:lnTo>
                    <a:pt x="35795" y="2433538"/>
                  </a:lnTo>
                  <a:lnTo>
                    <a:pt x="35981" y="2434433"/>
                  </a:lnTo>
                  <a:lnTo>
                    <a:pt x="36168" y="2435229"/>
                  </a:lnTo>
                  <a:lnTo>
                    <a:pt x="36355" y="2435931"/>
                  </a:lnTo>
                  <a:lnTo>
                    <a:pt x="36542" y="2436682"/>
                  </a:lnTo>
                  <a:lnTo>
                    <a:pt x="36729" y="2437272"/>
                  </a:lnTo>
                  <a:lnTo>
                    <a:pt x="36916" y="2438030"/>
                  </a:lnTo>
                  <a:lnTo>
                    <a:pt x="37103" y="2438774"/>
                  </a:lnTo>
                  <a:lnTo>
                    <a:pt x="37290" y="2439588"/>
                  </a:lnTo>
                  <a:lnTo>
                    <a:pt x="37477" y="2440411"/>
                  </a:lnTo>
                  <a:lnTo>
                    <a:pt x="37664" y="2441167"/>
                  </a:lnTo>
                  <a:lnTo>
                    <a:pt x="37851" y="2441801"/>
                  </a:lnTo>
                  <a:lnTo>
                    <a:pt x="38038" y="2442318"/>
                  </a:lnTo>
                  <a:lnTo>
                    <a:pt x="38224" y="2442671"/>
                  </a:lnTo>
                  <a:lnTo>
                    <a:pt x="38411" y="2442883"/>
                  </a:lnTo>
                  <a:lnTo>
                    <a:pt x="38598" y="2443024"/>
                  </a:lnTo>
                  <a:lnTo>
                    <a:pt x="38785" y="2443053"/>
                  </a:lnTo>
                  <a:lnTo>
                    <a:pt x="38972" y="2443041"/>
                  </a:lnTo>
                  <a:lnTo>
                    <a:pt x="39159" y="2443007"/>
                  </a:lnTo>
                  <a:lnTo>
                    <a:pt x="39346" y="2442930"/>
                  </a:lnTo>
                  <a:lnTo>
                    <a:pt x="39533" y="2442755"/>
                  </a:lnTo>
                  <a:lnTo>
                    <a:pt x="39720" y="2442510"/>
                  </a:lnTo>
                  <a:lnTo>
                    <a:pt x="39907" y="2442381"/>
                  </a:lnTo>
                  <a:lnTo>
                    <a:pt x="40094" y="2442128"/>
                  </a:lnTo>
                  <a:lnTo>
                    <a:pt x="40281" y="2442023"/>
                  </a:lnTo>
                  <a:lnTo>
                    <a:pt x="40468" y="2442353"/>
                  </a:lnTo>
                  <a:lnTo>
                    <a:pt x="40654" y="2442683"/>
                  </a:lnTo>
                  <a:lnTo>
                    <a:pt x="40841" y="2443054"/>
                  </a:lnTo>
                  <a:lnTo>
                    <a:pt x="41028" y="2443549"/>
                  </a:lnTo>
                  <a:lnTo>
                    <a:pt x="41215" y="2444045"/>
                  </a:lnTo>
                  <a:lnTo>
                    <a:pt x="41402" y="2444540"/>
                  </a:lnTo>
                  <a:lnTo>
                    <a:pt x="41589" y="2445084"/>
                  </a:lnTo>
                  <a:lnTo>
                    <a:pt x="41776" y="2445579"/>
                  </a:lnTo>
                  <a:lnTo>
                    <a:pt x="41963" y="2445663"/>
                  </a:lnTo>
                  <a:lnTo>
                    <a:pt x="42150" y="2445746"/>
                  </a:lnTo>
                  <a:lnTo>
                    <a:pt x="42337" y="2445561"/>
                  </a:lnTo>
                  <a:lnTo>
                    <a:pt x="42524" y="2445342"/>
                  </a:lnTo>
                  <a:lnTo>
                    <a:pt x="42711" y="2445047"/>
                  </a:lnTo>
                  <a:lnTo>
                    <a:pt x="42897" y="2444710"/>
                  </a:lnTo>
                  <a:lnTo>
                    <a:pt x="43084" y="2444341"/>
                  </a:lnTo>
                  <a:lnTo>
                    <a:pt x="43271" y="2443843"/>
                  </a:lnTo>
                  <a:lnTo>
                    <a:pt x="43458" y="2443481"/>
                  </a:lnTo>
                  <a:lnTo>
                    <a:pt x="43645" y="2443148"/>
                  </a:lnTo>
                  <a:lnTo>
                    <a:pt x="43832" y="2442889"/>
                  </a:lnTo>
                  <a:lnTo>
                    <a:pt x="44019" y="2442638"/>
                  </a:lnTo>
                  <a:lnTo>
                    <a:pt x="44206" y="2442327"/>
                  </a:lnTo>
                  <a:lnTo>
                    <a:pt x="44393" y="2441954"/>
                  </a:lnTo>
                  <a:lnTo>
                    <a:pt x="44580" y="2441603"/>
                  </a:lnTo>
                  <a:lnTo>
                    <a:pt x="44767" y="2441245"/>
                  </a:lnTo>
                  <a:lnTo>
                    <a:pt x="44954" y="2440867"/>
                  </a:lnTo>
                  <a:lnTo>
                    <a:pt x="45141" y="2440483"/>
                  </a:lnTo>
                  <a:lnTo>
                    <a:pt x="45327" y="2440070"/>
                  </a:lnTo>
                  <a:lnTo>
                    <a:pt x="45514" y="2439686"/>
                  </a:lnTo>
                  <a:lnTo>
                    <a:pt x="45701" y="2439305"/>
                  </a:lnTo>
                  <a:lnTo>
                    <a:pt x="45888" y="2438909"/>
                  </a:lnTo>
                  <a:lnTo>
                    <a:pt x="46075" y="2438812"/>
                  </a:lnTo>
                  <a:lnTo>
                    <a:pt x="46262" y="2438680"/>
                  </a:lnTo>
                  <a:lnTo>
                    <a:pt x="46449" y="2438590"/>
                  </a:lnTo>
                  <a:lnTo>
                    <a:pt x="46636" y="2438547"/>
                  </a:lnTo>
                  <a:lnTo>
                    <a:pt x="46823" y="2438733"/>
                  </a:lnTo>
                  <a:lnTo>
                    <a:pt x="47010" y="2439035"/>
                  </a:lnTo>
                  <a:lnTo>
                    <a:pt x="47197" y="2439529"/>
                  </a:lnTo>
                  <a:lnTo>
                    <a:pt x="47384" y="2440040"/>
                  </a:lnTo>
                  <a:lnTo>
                    <a:pt x="47571" y="2440618"/>
                  </a:lnTo>
                  <a:lnTo>
                    <a:pt x="47757" y="2441256"/>
                  </a:lnTo>
                  <a:lnTo>
                    <a:pt x="47944" y="2441908"/>
                  </a:lnTo>
                  <a:lnTo>
                    <a:pt x="48131" y="2442647"/>
                  </a:lnTo>
                  <a:lnTo>
                    <a:pt x="48318" y="2443195"/>
                  </a:lnTo>
                  <a:lnTo>
                    <a:pt x="48505" y="2443869"/>
                  </a:lnTo>
                  <a:lnTo>
                    <a:pt x="48692" y="2444254"/>
                  </a:lnTo>
                  <a:lnTo>
                    <a:pt x="48879" y="2444728"/>
                  </a:lnTo>
                  <a:lnTo>
                    <a:pt x="49066" y="2445207"/>
                  </a:lnTo>
                  <a:lnTo>
                    <a:pt x="49253" y="2445426"/>
                  </a:lnTo>
                  <a:lnTo>
                    <a:pt x="49440" y="2445602"/>
                  </a:lnTo>
                  <a:lnTo>
                    <a:pt x="49627" y="2446165"/>
                  </a:lnTo>
                  <a:lnTo>
                    <a:pt x="49814" y="2446857"/>
                  </a:lnTo>
                  <a:lnTo>
                    <a:pt x="50000" y="2447482"/>
                  </a:lnTo>
                  <a:lnTo>
                    <a:pt x="50187" y="2448096"/>
                  </a:lnTo>
                  <a:lnTo>
                    <a:pt x="50374" y="2448601"/>
                  </a:lnTo>
                  <a:lnTo>
                    <a:pt x="50561" y="2449011"/>
                  </a:lnTo>
                  <a:lnTo>
                    <a:pt x="50748" y="2449474"/>
                  </a:lnTo>
                  <a:lnTo>
                    <a:pt x="50935" y="2449716"/>
                  </a:lnTo>
                  <a:lnTo>
                    <a:pt x="51122" y="2449661"/>
                  </a:lnTo>
                  <a:lnTo>
                    <a:pt x="51309" y="2449760"/>
                  </a:lnTo>
                  <a:lnTo>
                    <a:pt x="51496" y="2449824"/>
                  </a:lnTo>
                  <a:lnTo>
                    <a:pt x="51683" y="2449967"/>
                  </a:lnTo>
                  <a:lnTo>
                    <a:pt x="51870" y="2449988"/>
                  </a:lnTo>
                  <a:lnTo>
                    <a:pt x="52057" y="2450377"/>
                  </a:lnTo>
                  <a:lnTo>
                    <a:pt x="52244" y="2450864"/>
                  </a:lnTo>
                  <a:lnTo>
                    <a:pt x="52430" y="2451272"/>
                  </a:lnTo>
                  <a:lnTo>
                    <a:pt x="52617" y="2451420"/>
                  </a:lnTo>
                  <a:lnTo>
                    <a:pt x="52804" y="2451458"/>
                  </a:lnTo>
                  <a:lnTo>
                    <a:pt x="52991" y="2451688"/>
                  </a:lnTo>
                  <a:lnTo>
                    <a:pt x="53178" y="2451941"/>
                  </a:lnTo>
                  <a:lnTo>
                    <a:pt x="53365" y="2452447"/>
                  </a:lnTo>
                  <a:lnTo>
                    <a:pt x="53552" y="2453015"/>
                  </a:lnTo>
                  <a:lnTo>
                    <a:pt x="53739" y="2453562"/>
                  </a:lnTo>
                  <a:lnTo>
                    <a:pt x="53926" y="2454255"/>
                  </a:lnTo>
                  <a:lnTo>
                    <a:pt x="54113" y="2454757"/>
                  </a:lnTo>
                  <a:lnTo>
                    <a:pt x="54300" y="2455368"/>
                  </a:lnTo>
                  <a:lnTo>
                    <a:pt x="54487" y="2455830"/>
                  </a:lnTo>
                  <a:lnTo>
                    <a:pt x="54674" y="2456253"/>
                  </a:lnTo>
                  <a:lnTo>
                    <a:pt x="54860" y="2456618"/>
                  </a:lnTo>
                  <a:lnTo>
                    <a:pt x="55047" y="2456984"/>
                  </a:lnTo>
                  <a:lnTo>
                    <a:pt x="55234" y="2457224"/>
                  </a:lnTo>
                  <a:lnTo>
                    <a:pt x="55421" y="2457374"/>
                  </a:lnTo>
                  <a:lnTo>
                    <a:pt x="55608" y="2457576"/>
                  </a:lnTo>
                  <a:lnTo>
                    <a:pt x="55795" y="2457832"/>
                  </a:lnTo>
                  <a:lnTo>
                    <a:pt x="55982" y="2458078"/>
                  </a:lnTo>
                  <a:lnTo>
                    <a:pt x="56169" y="2458213"/>
                  </a:lnTo>
                  <a:lnTo>
                    <a:pt x="56356" y="2458100"/>
                  </a:lnTo>
                  <a:lnTo>
                    <a:pt x="56543" y="2457810"/>
                  </a:lnTo>
                  <a:lnTo>
                    <a:pt x="56730" y="2457148"/>
                  </a:lnTo>
                  <a:lnTo>
                    <a:pt x="56917" y="2456673"/>
                  </a:lnTo>
                  <a:lnTo>
                    <a:pt x="57103" y="2456186"/>
                  </a:lnTo>
                  <a:lnTo>
                    <a:pt x="57290" y="2455947"/>
                  </a:lnTo>
                  <a:lnTo>
                    <a:pt x="57477" y="2455731"/>
                  </a:lnTo>
                  <a:lnTo>
                    <a:pt x="57664" y="2455639"/>
                  </a:lnTo>
                  <a:lnTo>
                    <a:pt x="57851" y="2455646"/>
                  </a:lnTo>
                  <a:lnTo>
                    <a:pt x="58038" y="2455701"/>
                  </a:lnTo>
                  <a:lnTo>
                    <a:pt x="58225" y="2455804"/>
                  </a:lnTo>
                  <a:lnTo>
                    <a:pt x="58412" y="2455835"/>
                  </a:lnTo>
                  <a:lnTo>
                    <a:pt x="58599" y="2455855"/>
                  </a:lnTo>
                  <a:lnTo>
                    <a:pt x="58786" y="2455831"/>
                  </a:lnTo>
                  <a:lnTo>
                    <a:pt x="58973" y="2455373"/>
                  </a:lnTo>
                  <a:lnTo>
                    <a:pt x="59160" y="2454873"/>
                  </a:lnTo>
                  <a:lnTo>
                    <a:pt x="59347" y="2454402"/>
                  </a:lnTo>
                  <a:lnTo>
                    <a:pt x="59533" y="2453933"/>
                  </a:lnTo>
                  <a:lnTo>
                    <a:pt x="59720" y="2453626"/>
                  </a:lnTo>
                  <a:lnTo>
                    <a:pt x="59907" y="2453425"/>
                  </a:lnTo>
                  <a:lnTo>
                    <a:pt x="60094" y="2453268"/>
                  </a:lnTo>
                  <a:lnTo>
                    <a:pt x="60281" y="2452914"/>
                  </a:lnTo>
                  <a:lnTo>
                    <a:pt x="60468" y="2452577"/>
                  </a:lnTo>
                  <a:lnTo>
                    <a:pt x="60655" y="2452351"/>
                  </a:lnTo>
                  <a:lnTo>
                    <a:pt x="60842" y="2452303"/>
                  </a:lnTo>
                  <a:lnTo>
                    <a:pt x="61029" y="2452343"/>
                  </a:lnTo>
                  <a:lnTo>
                    <a:pt x="61216" y="2452573"/>
                  </a:lnTo>
                  <a:lnTo>
                    <a:pt x="61403" y="2452886"/>
                  </a:lnTo>
                  <a:lnTo>
                    <a:pt x="61590" y="2453216"/>
                  </a:lnTo>
                  <a:lnTo>
                    <a:pt x="61776" y="2453536"/>
                  </a:lnTo>
                  <a:lnTo>
                    <a:pt x="61963" y="2453821"/>
                  </a:lnTo>
                  <a:lnTo>
                    <a:pt x="62150" y="2454091"/>
                  </a:lnTo>
                  <a:lnTo>
                    <a:pt x="62337" y="2454407"/>
                  </a:lnTo>
                  <a:lnTo>
                    <a:pt x="62524" y="2454719"/>
                  </a:lnTo>
                  <a:lnTo>
                    <a:pt x="62711" y="2454985"/>
                  </a:lnTo>
                  <a:lnTo>
                    <a:pt x="62898" y="2455363"/>
                  </a:lnTo>
                  <a:lnTo>
                    <a:pt x="63085" y="2455620"/>
                  </a:lnTo>
                  <a:lnTo>
                    <a:pt x="63272" y="2455854"/>
                  </a:lnTo>
                  <a:lnTo>
                    <a:pt x="63459" y="2455998"/>
                  </a:lnTo>
                  <a:lnTo>
                    <a:pt x="63646" y="2455960"/>
                  </a:lnTo>
                  <a:lnTo>
                    <a:pt x="63833" y="2455807"/>
                  </a:lnTo>
                  <a:lnTo>
                    <a:pt x="64020" y="2455702"/>
                  </a:lnTo>
                  <a:lnTo>
                    <a:pt x="64206" y="2455577"/>
                  </a:lnTo>
                  <a:lnTo>
                    <a:pt x="64393" y="2455385"/>
                  </a:lnTo>
                  <a:lnTo>
                    <a:pt x="64580" y="2455385"/>
                  </a:lnTo>
                  <a:lnTo>
                    <a:pt x="64767" y="2455385"/>
                  </a:lnTo>
                  <a:lnTo>
                    <a:pt x="64954" y="2455385"/>
                  </a:lnTo>
                  <a:lnTo>
                    <a:pt x="65141" y="2455385"/>
                  </a:lnTo>
                  <a:lnTo>
                    <a:pt x="65328" y="2455385"/>
                  </a:lnTo>
                  <a:lnTo>
                    <a:pt x="65515" y="2455385"/>
                  </a:lnTo>
                  <a:lnTo>
                    <a:pt x="65702" y="2455385"/>
                  </a:lnTo>
                  <a:lnTo>
                    <a:pt x="65889" y="2455385"/>
                  </a:lnTo>
                  <a:lnTo>
                    <a:pt x="66076" y="2455385"/>
                  </a:lnTo>
                  <a:lnTo>
                    <a:pt x="66263" y="2455385"/>
                  </a:lnTo>
                  <a:lnTo>
                    <a:pt x="66450" y="2455385"/>
                  </a:lnTo>
                  <a:lnTo>
                    <a:pt x="66636" y="2455385"/>
                  </a:lnTo>
                  <a:lnTo>
                    <a:pt x="66823" y="2455385"/>
                  </a:lnTo>
                  <a:lnTo>
                    <a:pt x="67010" y="2455385"/>
                  </a:lnTo>
                  <a:lnTo>
                    <a:pt x="67197" y="2455385"/>
                  </a:lnTo>
                  <a:lnTo>
                    <a:pt x="67384" y="2455385"/>
                  </a:lnTo>
                  <a:lnTo>
                    <a:pt x="67571" y="2455385"/>
                  </a:lnTo>
                  <a:lnTo>
                    <a:pt x="67758" y="2455385"/>
                  </a:lnTo>
                  <a:lnTo>
                    <a:pt x="67945" y="2455302"/>
                  </a:lnTo>
                  <a:lnTo>
                    <a:pt x="68132" y="2455137"/>
                  </a:lnTo>
                  <a:lnTo>
                    <a:pt x="68319" y="2454972"/>
                  </a:lnTo>
                  <a:lnTo>
                    <a:pt x="68506" y="2454807"/>
                  </a:lnTo>
                  <a:lnTo>
                    <a:pt x="68693" y="2454642"/>
                  </a:lnTo>
                  <a:lnTo>
                    <a:pt x="68879" y="2454403"/>
                  </a:lnTo>
                  <a:lnTo>
                    <a:pt x="69066" y="2454073"/>
                  </a:lnTo>
                  <a:lnTo>
                    <a:pt x="69253" y="2453742"/>
                  </a:lnTo>
                  <a:lnTo>
                    <a:pt x="69440" y="2453412"/>
                  </a:lnTo>
                  <a:lnTo>
                    <a:pt x="69627" y="2453173"/>
                  </a:lnTo>
                  <a:lnTo>
                    <a:pt x="69814" y="2453008"/>
                  </a:lnTo>
                  <a:lnTo>
                    <a:pt x="70001" y="2452843"/>
                  </a:lnTo>
                  <a:lnTo>
                    <a:pt x="70188" y="2452678"/>
                  </a:lnTo>
                  <a:lnTo>
                    <a:pt x="70375" y="2452513"/>
                  </a:lnTo>
                  <a:lnTo>
                    <a:pt x="70562" y="2452348"/>
                  </a:lnTo>
                  <a:lnTo>
                    <a:pt x="70749" y="2452000"/>
                  </a:lnTo>
                  <a:lnTo>
                    <a:pt x="70936" y="2451712"/>
                  </a:lnTo>
                  <a:lnTo>
                    <a:pt x="71123" y="2451423"/>
                  </a:lnTo>
                  <a:lnTo>
                    <a:pt x="71309" y="2451110"/>
                  </a:lnTo>
                  <a:lnTo>
                    <a:pt x="71496" y="2450886"/>
                  </a:lnTo>
                  <a:lnTo>
                    <a:pt x="71683" y="2450767"/>
                  </a:lnTo>
                  <a:lnTo>
                    <a:pt x="71870" y="2450739"/>
                  </a:lnTo>
                  <a:lnTo>
                    <a:pt x="72057" y="2450710"/>
                  </a:lnTo>
                  <a:lnTo>
                    <a:pt x="72244" y="2450682"/>
                  </a:lnTo>
                  <a:lnTo>
                    <a:pt x="72431" y="2450587"/>
                  </a:lnTo>
                  <a:lnTo>
                    <a:pt x="72618" y="2450439"/>
                  </a:lnTo>
                  <a:lnTo>
                    <a:pt x="72805" y="2450290"/>
                  </a:lnTo>
                  <a:lnTo>
                    <a:pt x="72992" y="2450141"/>
                  </a:lnTo>
                  <a:lnTo>
                    <a:pt x="73179" y="2449993"/>
                  </a:lnTo>
                  <a:lnTo>
                    <a:pt x="73366" y="2449844"/>
                  </a:lnTo>
                  <a:lnTo>
                    <a:pt x="73553" y="2449721"/>
                  </a:lnTo>
                  <a:lnTo>
                    <a:pt x="73739" y="2449598"/>
                  </a:lnTo>
                  <a:lnTo>
                    <a:pt x="73926" y="2449497"/>
                  </a:lnTo>
                  <a:lnTo>
                    <a:pt x="74113" y="2449662"/>
                  </a:lnTo>
                  <a:lnTo>
                    <a:pt x="74300" y="2449703"/>
                  </a:lnTo>
                  <a:lnTo>
                    <a:pt x="74487" y="2449703"/>
                  </a:lnTo>
                  <a:lnTo>
                    <a:pt x="74674" y="2449703"/>
                  </a:lnTo>
                  <a:lnTo>
                    <a:pt x="74861" y="2449703"/>
                  </a:lnTo>
                  <a:lnTo>
                    <a:pt x="75048" y="2449703"/>
                  </a:lnTo>
                  <a:lnTo>
                    <a:pt x="75235" y="2449703"/>
                  </a:lnTo>
                  <a:lnTo>
                    <a:pt x="75422" y="2449703"/>
                  </a:lnTo>
                  <a:lnTo>
                    <a:pt x="75609" y="2449703"/>
                  </a:lnTo>
                  <a:lnTo>
                    <a:pt x="75796" y="2449703"/>
                  </a:lnTo>
                  <a:lnTo>
                    <a:pt x="75982" y="2449703"/>
                  </a:lnTo>
                  <a:lnTo>
                    <a:pt x="76169" y="2449703"/>
                  </a:lnTo>
                  <a:lnTo>
                    <a:pt x="76356" y="2449703"/>
                  </a:lnTo>
                  <a:lnTo>
                    <a:pt x="76543" y="2449703"/>
                  </a:lnTo>
                  <a:lnTo>
                    <a:pt x="76730" y="2449703"/>
                  </a:lnTo>
                  <a:lnTo>
                    <a:pt x="76917" y="2449703"/>
                  </a:lnTo>
                  <a:lnTo>
                    <a:pt x="77104" y="2449703"/>
                  </a:lnTo>
                  <a:lnTo>
                    <a:pt x="77291" y="2449703"/>
                  </a:lnTo>
                  <a:lnTo>
                    <a:pt x="77478" y="2449703"/>
                  </a:lnTo>
                  <a:lnTo>
                    <a:pt x="77665" y="2449703"/>
                  </a:lnTo>
                  <a:lnTo>
                    <a:pt x="77852" y="2449703"/>
                  </a:lnTo>
                  <a:lnTo>
                    <a:pt x="78039" y="2449703"/>
                  </a:lnTo>
                  <a:lnTo>
                    <a:pt x="78226" y="2449703"/>
                  </a:lnTo>
                  <a:lnTo>
                    <a:pt x="78412" y="2449703"/>
                  </a:lnTo>
                  <a:lnTo>
                    <a:pt x="78599" y="2449703"/>
                  </a:lnTo>
                  <a:lnTo>
                    <a:pt x="78786" y="2449703"/>
                  </a:lnTo>
                  <a:lnTo>
                    <a:pt x="78973" y="2449778"/>
                  </a:lnTo>
                  <a:lnTo>
                    <a:pt x="79160" y="2449943"/>
                  </a:lnTo>
                  <a:lnTo>
                    <a:pt x="79347" y="2450108"/>
                  </a:lnTo>
                  <a:lnTo>
                    <a:pt x="79534" y="2450273"/>
                  </a:lnTo>
                  <a:lnTo>
                    <a:pt x="79721" y="2450438"/>
                  </a:lnTo>
                  <a:lnTo>
                    <a:pt x="79908" y="2450603"/>
                  </a:lnTo>
                  <a:lnTo>
                    <a:pt x="80095" y="2450768"/>
                  </a:lnTo>
                  <a:lnTo>
                    <a:pt x="80282" y="2450933"/>
                  </a:lnTo>
                  <a:lnTo>
                    <a:pt x="80469" y="2451106"/>
                  </a:lnTo>
                  <a:lnTo>
                    <a:pt x="80655" y="2451436"/>
                  </a:lnTo>
                  <a:lnTo>
                    <a:pt x="80842" y="2451766"/>
                  </a:lnTo>
                  <a:lnTo>
                    <a:pt x="81029" y="2452096"/>
                  </a:lnTo>
                  <a:lnTo>
                    <a:pt x="81216" y="2452426"/>
                  </a:lnTo>
                  <a:lnTo>
                    <a:pt x="81403" y="2452757"/>
                  </a:lnTo>
                  <a:lnTo>
                    <a:pt x="81590" y="2453210"/>
                  </a:lnTo>
                  <a:lnTo>
                    <a:pt x="81777" y="2453722"/>
                  </a:lnTo>
                  <a:lnTo>
                    <a:pt x="81964" y="2454217"/>
                  </a:lnTo>
                  <a:lnTo>
                    <a:pt x="82151" y="2454712"/>
                  </a:lnTo>
                  <a:lnTo>
                    <a:pt x="82338" y="2455207"/>
                  </a:lnTo>
                  <a:lnTo>
                    <a:pt x="82525" y="2455702"/>
                  </a:lnTo>
                  <a:lnTo>
                    <a:pt x="82712" y="2456198"/>
                  </a:lnTo>
                  <a:lnTo>
                    <a:pt x="82899" y="2456693"/>
                  </a:lnTo>
                  <a:lnTo>
                    <a:pt x="83085" y="2457188"/>
                  </a:lnTo>
                  <a:lnTo>
                    <a:pt x="83272" y="2457675"/>
                  </a:lnTo>
                  <a:lnTo>
                    <a:pt x="83459" y="2457777"/>
                  </a:lnTo>
                  <a:lnTo>
                    <a:pt x="83646" y="2457902"/>
                  </a:lnTo>
                  <a:lnTo>
                    <a:pt x="83833" y="2457889"/>
                  </a:lnTo>
                  <a:lnTo>
                    <a:pt x="84020" y="2457845"/>
                  </a:lnTo>
                  <a:lnTo>
                    <a:pt x="84207" y="2457812"/>
                  </a:lnTo>
                  <a:lnTo>
                    <a:pt x="84394" y="2457707"/>
                  </a:lnTo>
                  <a:lnTo>
                    <a:pt x="84581" y="2457525"/>
                  </a:lnTo>
                  <a:lnTo>
                    <a:pt x="84768" y="2457300"/>
                  </a:lnTo>
                  <a:lnTo>
                    <a:pt x="84955" y="2457075"/>
                  </a:lnTo>
                  <a:lnTo>
                    <a:pt x="85142" y="2456851"/>
                  </a:lnTo>
                  <a:lnTo>
                    <a:pt x="85329" y="2456626"/>
                  </a:lnTo>
                  <a:lnTo>
                    <a:pt x="85515" y="2456401"/>
                  </a:lnTo>
                  <a:lnTo>
                    <a:pt x="85702" y="2456191"/>
                  </a:lnTo>
                  <a:lnTo>
                    <a:pt x="85889" y="2455764"/>
                  </a:lnTo>
                  <a:lnTo>
                    <a:pt x="86076" y="2455520"/>
                  </a:lnTo>
                  <a:lnTo>
                    <a:pt x="86263" y="2455383"/>
                  </a:lnTo>
                  <a:lnTo>
                    <a:pt x="86450" y="2455204"/>
                  </a:lnTo>
                  <a:lnTo>
                    <a:pt x="86637" y="2455176"/>
                  </a:lnTo>
                  <a:lnTo>
                    <a:pt x="86824" y="2455304"/>
                  </a:lnTo>
                  <a:lnTo>
                    <a:pt x="87011" y="2455264"/>
                  </a:lnTo>
                  <a:lnTo>
                    <a:pt x="87198" y="2455107"/>
                  </a:lnTo>
                  <a:lnTo>
                    <a:pt x="87385" y="2454842"/>
                  </a:lnTo>
                  <a:lnTo>
                    <a:pt x="87572" y="2454577"/>
                  </a:lnTo>
                  <a:lnTo>
                    <a:pt x="87758" y="2454562"/>
                  </a:lnTo>
                  <a:lnTo>
                    <a:pt x="87945" y="2454400"/>
                  </a:lnTo>
                  <a:lnTo>
                    <a:pt x="88132" y="2454096"/>
                  </a:lnTo>
                  <a:lnTo>
                    <a:pt x="88319" y="2453792"/>
                  </a:lnTo>
                  <a:lnTo>
                    <a:pt x="88506" y="2453438"/>
                  </a:lnTo>
                  <a:lnTo>
                    <a:pt x="88693" y="2453136"/>
                  </a:lnTo>
                  <a:lnTo>
                    <a:pt x="88880" y="2452920"/>
                  </a:lnTo>
                  <a:lnTo>
                    <a:pt x="89067" y="2452552"/>
                  </a:lnTo>
                  <a:lnTo>
                    <a:pt x="89254" y="2451805"/>
                  </a:lnTo>
                  <a:lnTo>
                    <a:pt x="89441" y="2450677"/>
                  </a:lnTo>
                  <a:lnTo>
                    <a:pt x="89628" y="2449253"/>
                  </a:lnTo>
                  <a:lnTo>
                    <a:pt x="89815" y="2447951"/>
                  </a:lnTo>
                  <a:lnTo>
                    <a:pt x="90002" y="2446909"/>
                  </a:lnTo>
                  <a:lnTo>
                    <a:pt x="90188" y="2446476"/>
                  </a:lnTo>
                  <a:lnTo>
                    <a:pt x="90375" y="2445762"/>
                  </a:lnTo>
                  <a:lnTo>
                    <a:pt x="90562" y="2445035"/>
                  </a:lnTo>
                  <a:lnTo>
                    <a:pt x="90749" y="2444219"/>
                  </a:lnTo>
                  <a:lnTo>
                    <a:pt x="90936" y="2443556"/>
                  </a:lnTo>
                  <a:lnTo>
                    <a:pt x="91123" y="2442999"/>
                  </a:lnTo>
                  <a:lnTo>
                    <a:pt x="91310" y="2442397"/>
                  </a:lnTo>
                  <a:lnTo>
                    <a:pt x="91497" y="2441651"/>
                  </a:lnTo>
                  <a:lnTo>
                    <a:pt x="91684" y="2440876"/>
                  </a:lnTo>
                  <a:lnTo>
                    <a:pt x="91871" y="2440433"/>
                  </a:lnTo>
                  <a:lnTo>
                    <a:pt x="92058" y="2439967"/>
                  </a:lnTo>
                  <a:lnTo>
                    <a:pt x="92245" y="2439502"/>
                  </a:lnTo>
                  <a:lnTo>
                    <a:pt x="92432" y="2439070"/>
                  </a:lnTo>
                  <a:lnTo>
                    <a:pt x="92618" y="2438719"/>
                  </a:lnTo>
                  <a:lnTo>
                    <a:pt x="92805" y="2438479"/>
                  </a:lnTo>
                  <a:lnTo>
                    <a:pt x="92992" y="2438130"/>
                  </a:lnTo>
                  <a:lnTo>
                    <a:pt x="93179" y="2437445"/>
                  </a:lnTo>
                  <a:lnTo>
                    <a:pt x="93366" y="2436780"/>
                  </a:lnTo>
                  <a:lnTo>
                    <a:pt x="93553" y="2435880"/>
                  </a:lnTo>
                  <a:lnTo>
                    <a:pt x="93740" y="2434967"/>
                  </a:lnTo>
                  <a:lnTo>
                    <a:pt x="93927" y="2434110"/>
                  </a:lnTo>
                  <a:lnTo>
                    <a:pt x="94114" y="2433660"/>
                  </a:lnTo>
                  <a:lnTo>
                    <a:pt x="94301" y="2432931"/>
                  </a:lnTo>
                  <a:lnTo>
                    <a:pt x="94488" y="2432117"/>
                  </a:lnTo>
                  <a:lnTo>
                    <a:pt x="94675" y="2431242"/>
                  </a:lnTo>
                  <a:lnTo>
                    <a:pt x="94861" y="2430453"/>
                  </a:lnTo>
                  <a:lnTo>
                    <a:pt x="95048" y="2429126"/>
                  </a:lnTo>
                  <a:lnTo>
                    <a:pt x="95235" y="2427922"/>
                  </a:lnTo>
                  <a:lnTo>
                    <a:pt x="95422" y="2426712"/>
                  </a:lnTo>
                  <a:lnTo>
                    <a:pt x="95609" y="2425454"/>
                  </a:lnTo>
                  <a:lnTo>
                    <a:pt x="95796" y="2424383"/>
                  </a:lnTo>
                  <a:lnTo>
                    <a:pt x="95983" y="2423538"/>
                  </a:lnTo>
                  <a:lnTo>
                    <a:pt x="96170" y="2422828"/>
                  </a:lnTo>
                  <a:lnTo>
                    <a:pt x="96357" y="2422669"/>
                  </a:lnTo>
                  <a:lnTo>
                    <a:pt x="96544" y="2422398"/>
                  </a:lnTo>
                  <a:lnTo>
                    <a:pt x="96731" y="2421930"/>
                  </a:lnTo>
                  <a:lnTo>
                    <a:pt x="96918" y="2421139"/>
                  </a:lnTo>
                  <a:lnTo>
                    <a:pt x="97105" y="2420100"/>
                  </a:lnTo>
                  <a:lnTo>
                    <a:pt x="97291" y="2419234"/>
                  </a:lnTo>
                  <a:lnTo>
                    <a:pt x="97478" y="2418510"/>
                  </a:lnTo>
                  <a:lnTo>
                    <a:pt x="97665" y="2418015"/>
                  </a:lnTo>
                  <a:lnTo>
                    <a:pt x="97852" y="2417519"/>
                  </a:lnTo>
                  <a:lnTo>
                    <a:pt x="98039" y="2417024"/>
                  </a:lnTo>
                  <a:lnTo>
                    <a:pt x="98226" y="2416529"/>
                  </a:lnTo>
                  <a:lnTo>
                    <a:pt x="98413" y="2415927"/>
                  </a:lnTo>
                  <a:lnTo>
                    <a:pt x="98600" y="2415110"/>
                  </a:lnTo>
                  <a:lnTo>
                    <a:pt x="98787" y="2414120"/>
                  </a:lnTo>
                  <a:lnTo>
                    <a:pt x="98974" y="2413195"/>
                  </a:lnTo>
                  <a:lnTo>
                    <a:pt x="99161" y="2412321"/>
                  </a:lnTo>
                  <a:lnTo>
                    <a:pt x="99348" y="2411487"/>
                  </a:lnTo>
                  <a:lnTo>
                    <a:pt x="99534" y="2410712"/>
                  </a:lnTo>
                  <a:lnTo>
                    <a:pt x="99721" y="2410109"/>
                  </a:lnTo>
                  <a:lnTo>
                    <a:pt x="99908" y="2409614"/>
                  </a:lnTo>
                  <a:lnTo>
                    <a:pt x="100095" y="2409078"/>
                  </a:lnTo>
                  <a:lnTo>
                    <a:pt x="100282" y="2408352"/>
                  </a:lnTo>
                  <a:lnTo>
                    <a:pt x="100469" y="2407691"/>
                  </a:lnTo>
                  <a:lnTo>
                    <a:pt x="100656" y="2407031"/>
                  </a:lnTo>
                  <a:lnTo>
                    <a:pt x="100843" y="2406371"/>
                  </a:lnTo>
                  <a:lnTo>
                    <a:pt x="101030" y="2405711"/>
                  </a:lnTo>
                  <a:lnTo>
                    <a:pt x="101217" y="2405158"/>
                  </a:lnTo>
                  <a:lnTo>
                    <a:pt x="101404" y="2404473"/>
                  </a:lnTo>
                  <a:lnTo>
                    <a:pt x="101591" y="2403566"/>
                  </a:lnTo>
                  <a:lnTo>
                    <a:pt x="101778" y="2402410"/>
                  </a:lnTo>
                  <a:lnTo>
                    <a:pt x="101964" y="2401305"/>
                  </a:lnTo>
                  <a:lnTo>
                    <a:pt x="102151" y="2400314"/>
                  </a:lnTo>
                  <a:lnTo>
                    <a:pt x="102338" y="2399324"/>
                  </a:lnTo>
                  <a:lnTo>
                    <a:pt x="102525" y="2398334"/>
                  </a:lnTo>
                  <a:lnTo>
                    <a:pt x="102712" y="2397129"/>
                  </a:lnTo>
                  <a:lnTo>
                    <a:pt x="102899" y="2395718"/>
                  </a:lnTo>
                  <a:lnTo>
                    <a:pt x="103086" y="2394084"/>
                  </a:lnTo>
                  <a:lnTo>
                    <a:pt x="103273" y="2391972"/>
                  </a:lnTo>
                  <a:lnTo>
                    <a:pt x="103460" y="2389661"/>
                  </a:lnTo>
                  <a:lnTo>
                    <a:pt x="103647" y="2387351"/>
                  </a:lnTo>
                  <a:lnTo>
                    <a:pt x="103834" y="2385040"/>
                  </a:lnTo>
                  <a:lnTo>
                    <a:pt x="104021" y="2382730"/>
                  </a:lnTo>
                  <a:lnTo>
                    <a:pt x="104208" y="2380642"/>
                  </a:lnTo>
                  <a:lnTo>
                    <a:pt x="104394" y="2378909"/>
                  </a:lnTo>
                  <a:lnTo>
                    <a:pt x="104581" y="2377424"/>
                  </a:lnTo>
                  <a:lnTo>
                    <a:pt x="104768" y="2375938"/>
                  </a:lnTo>
                  <a:lnTo>
                    <a:pt x="104955" y="2374453"/>
                  </a:lnTo>
                  <a:lnTo>
                    <a:pt x="105142" y="2372968"/>
                  </a:lnTo>
                  <a:lnTo>
                    <a:pt x="105329" y="2371565"/>
                  </a:lnTo>
                  <a:lnTo>
                    <a:pt x="105516" y="2370459"/>
                  </a:lnTo>
                  <a:lnTo>
                    <a:pt x="105703" y="2369601"/>
                  </a:lnTo>
                  <a:lnTo>
                    <a:pt x="105890" y="2369089"/>
                  </a:lnTo>
                  <a:lnTo>
                    <a:pt x="106077" y="2369056"/>
                  </a:lnTo>
                  <a:lnTo>
                    <a:pt x="106264" y="2369296"/>
                  </a:lnTo>
                  <a:lnTo>
                    <a:pt x="106451" y="2369626"/>
                  </a:lnTo>
                  <a:lnTo>
                    <a:pt x="106637" y="2369948"/>
                  </a:lnTo>
                  <a:lnTo>
                    <a:pt x="106824" y="2370113"/>
                  </a:lnTo>
                  <a:lnTo>
                    <a:pt x="107011" y="2370278"/>
                  </a:lnTo>
                  <a:lnTo>
                    <a:pt x="107198" y="2370443"/>
                  </a:lnTo>
                  <a:lnTo>
                    <a:pt x="107385" y="2370608"/>
                  </a:lnTo>
                  <a:lnTo>
                    <a:pt x="107572" y="2370773"/>
                  </a:lnTo>
                  <a:lnTo>
                    <a:pt x="107759" y="2370938"/>
                  </a:lnTo>
                  <a:lnTo>
                    <a:pt x="107946" y="2371103"/>
                  </a:lnTo>
                  <a:lnTo>
                    <a:pt x="108133" y="2371062"/>
                  </a:lnTo>
                  <a:lnTo>
                    <a:pt x="108320" y="2370897"/>
                  </a:lnTo>
                  <a:lnTo>
                    <a:pt x="108507" y="2370732"/>
                  </a:lnTo>
                  <a:lnTo>
                    <a:pt x="108694" y="2370566"/>
                  </a:lnTo>
                  <a:lnTo>
                    <a:pt x="108881" y="2370401"/>
                  </a:lnTo>
                  <a:lnTo>
                    <a:pt x="109067" y="2370162"/>
                  </a:lnTo>
                  <a:lnTo>
                    <a:pt x="109254" y="2369832"/>
                  </a:lnTo>
                  <a:lnTo>
                    <a:pt x="109441" y="2369510"/>
                  </a:lnTo>
                  <a:lnTo>
                    <a:pt x="109628" y="2369329"/>
                  </a:lnTo>
                  <a:lnTo>
                    <a:pt x="109815" y="2368999"/>
                  </a:lnTo>
                  <a:lnTo>
                    <a:pt x="110002" y="2368669"/>
                  </a:lnTo>
                  <a:lnTo>
                    <a:pt x="110189" y="2368338"/>
                  </a:lnTo>
                  <a:lnTo>
                    <a:pt x="110376" y="2368008"/>
                  </a:lnTo>
                  <a:lnTo>
                    <a:pt x="110563" y="2367546"/>
                  </a:lnTo>
                  <a:lnTo>
                    <a:pt x="110750" y="2367051"/>
                  </a:lnTo>
                  <a:lnTo>
                    <a:pt x="110937" y="2366680"/>
                  </a:lnTo>
                  <a:lnTo>
                    <a:pt x="111124" y="2366226"/>
                  </a:lnTo>
                  <a:lnTo>
                    <a:pt x="111311" y="2365731"/>
                  </a:lnTo>
                  <a:lnTo>
                    <a:pt x="111497" y="2365236"/>
                  </a:lnTo>
                  <a:lnTo>
                    <a:pt x="111684" y="2364741"/>
                  </a:lnTo>
                  <a:lnTo>
                    <a:pt x="111871" y="2364246"/>
                  </a:lnTo>
                  <a:lnTo>
                    <a:pt x="112058" y="2363412"/>
                  </a:lnTo>
                  <a:lnTo>
                    <a:pt x="112245" y="2362422"/>
                  </a:lnTo>
                  <a:lnTo>
                    <a:pt x="112432" y="2361448"/>
                  </a:lnTo>
                  <a:lnTo>
                    <a:pt x="112619" y="2360623"/>
                  </a:lnTo>
                  <a:lnTo>
                    <a:pt x="112806" y="2359798"/>
                  </a:lnTo>
                  <a:lnTo>
                    <a:pt x="112993" y="2358973"/>
                  </a:lnTo>
                  <a:lnTo>
                    <a:pt x="113180" y="2358147"/>
                  </a:lnTo>
                  <a:lnTo>
                    <a:pt x="113367" y="2357454"/>
                  </a:lnTo>
                  <a:lnTo>
                    <a:pt x="113554" y="2356736"/>
                  </a:lnTo>
                  <a:lnTo>
                    <a:pt x="113740" y="2355911"/>
                  </a:lnTo>
                  <a:lnTo>
                    <a:pt x="113927" y="2355210"/>
                  </a:lnTo>
                  <a:lnTo>
                    <a:pt x="114114" y="2354929"/>
                  </a:lnTo>
                  <a:lnTo>
                    <a:pt x="114301" y="2354620"/>
                  </a:lnTo>
                  <a:lnTo>
                    <a:pt x="114488" y="2354287"/>
                  </a:lnTo>
                  <a:lnTo>
                    <a:pt x="114675" y="2353955"/>
                  </a:lnTo>
                  <a:lnTo>
                    <a:pt x="114862" y="2353869"/>
                  </a:lnTo>
                  <a:lnTo>
                    <a:pt x="115049" y="2353633"/>
                  </a:lnTo>
                  <a:lnTo>
                    <a:pt x="115236" y="2353199"/>
                  </a:lnTo>
                  <a:lnTo>
                    <a:pt x="115423" y="2352626"/>
                  </a:lnTo>
                  <a:lnTo>
                    <a:pt x="115610" y="2351981"/>
                  </a:lnTo>
                  <a:lnTo>
                    <a:pt x="115797" y="2351289"/>
                  </a:lnTo>
                  <a:lnTo>
                    <a:pt x="115984" y="2350566"/>
                  </a:lnTo>
                  <a:lnTo>
                    <a:pt x="116170" y="2349752"/>
                  </a:lnTo>
                  <a:lnTo>
                    <a:pt x="116357" y="2349289"/>
                  </a:lnTo>
                  <a:lnTo>
                    <a:pt x="116544" y="2349029"/>
                  </a:lnTo>
                  <a:lnTo>
                    <a:pt x="116731" y="2348796"/>
                  </a:lnTo>
                  <a:lnTo>
                    <a:pt x="116918" y="2348552"/>
                  </a:lnTo>
                  <a:lnTo>
                    <a:pt x="117105" y="2348278"/>
                  </a:lnTo>
                  <a:lnTo>
                    <a:pt x="117292" y="2347793"/>
                  </a:lnTo>
                  <a:lnTo>
                    <a:pt x="117479" y="2347028"/>
                  </a:lnTo>
                  <a:lnTo>
                    <a:pt x="117666" y="2346064"/>
                  </a:lnTo>
                  <a:lnTo>
                    <a:pt x="117853" y="2345187"/>
                  </a:lnTo>
                  <a:lnTo>
                    <a:pt x="118040" y="2344245"/>
                  </a:lnTo>
                  <a:lnTo>
                    <a:pt x="118227" y="2343258"/>
                  </a:lnTo>
                  <a:lnTo>
                    <a:pt x="118413" y="2342229"/>
                  </a:lnTo>
                  <a:lnTo>
                    <a:pt x="118600" y="2341168"/>
                  </a:lnTo>
                  <a:lnTo>
                    <a:pt x="118787" y="2340115"/>
                  </a:lnTo>
                  <a:lnTo>
                    <a:pt x="118974" y="2339087"/>
                  </a:lnTo>
                  <a:lnTo>
                    <a:pt x="119161" y="2338064"/>
                  </a:lnTo>
                  <a:lnTo>
                    <a:pt x="119348" y="2337127"/>
                  </a:lnTo>
                  <a:lnTo>
                    <a:pt x="119535" y="2336213"/>
                  </a:lnTo>
                  <a:lnTo>
                    <a:pt x="119722" y="2335221"/>
                  </a:lnTo>
                  <a:lnTo>
                    <a:pt x="119909" y="2334262"/>
                  </a:lnTo>
                  <a:lnTo>
                    <a:pt x="120096" y="2333435"/>
                  </a:lnTo>
                  <a:lnTo>
                    <a:pt x="120283" y="2332715"/>
                  </a:lnTo>
                  <a:lnTo>
                    <a:pt x="120470" y="2332368"/>
                  </a:lnTo>
                  <a:lnTo>
                    <a:pt x="120657" y="2331879"/>
                  </a:lnTo>
                  <a:lnTo>
                    <a:pt x="120843" y="2331498"/>
                  </a:lnTo>
                  <a:lnTo>
                    <a:pt x="121030" y="2330951"/>
                  </a:lnTo>
                  <a:lnTo>
                    <a:pt x="121217" y="2330040"/>
                  </a:lnTo>
                  <a:lnTo>
                    <a:pt x="121404" y="2328720"/>
                  </a:lnTo>
                  <a:lnTo>
                    <a:pt x="121591" y="2327399"/>
                  </a:lnTo>
                  <a:lnTo>
                    <a:pt x="121778" y="2326079"/>
                  </a:lnTo>
                  <a:lnTo>
                    <a:pt x="121965" y="2324602"/>
                  </a:lnTo>
                  <a:lnTo>
                    <a:pt x="122152" y="2322952"/>
                  </a:lnTo>
                  <a:lnTo>
                    <a:pt x="122339" y="2321252"/>
                  </a:lnTo>
                  <a:lnTo>
                    <a:pt x="122526" y="2319816"/>
                  </a:lnTo>
                  <a:lnTo>
                    <a:pt x="122713" y="2318496"/>
                  </a:lnTo>
                  <a:lnTo>
                    <a:pt x="122900" y="2317390"/>
                  </a:lnTo>
                  <a:lnTo>
                    <a:pt x="123087" y="2316499"/>
                  </a:lnTo>
                  <a:lnTo>
                    <a:pt x="123273" y="2316086"/>
                  </a:lnTo>
                  <a:lnTo>
                    <a:pt x="123460" y="2315501"/>
                  </a:lnTo>
                  <a:lnTo>
                    <a:pt x="123647" y="2314817"/>
                  </a:lnTo>
                  <a:lnTo>
                    <a:pt x="123834" y="2314039"/>
                  </a:lnTo>
                  <a:lnTo>
                    <a:pt x="124021" y="2313949"/>
                  </a:lnTo>
                  <a:lnTo>
                    <a:pt x="124208" y="2313909"/>
                  </a:lnTo>
                  <a:lnTo>
                    <a:pt x="124395" y="2313879"/>
                  </a:lnTo>
                  <a:lnTo>
                    <a:pt x="124582" y="2314003"/>
                  </a:lnTo>
                  <a:lnTo>
                    <a:pt x="124769" y="2314358"/>
                  </a:lnTo>
                  <a:lnTo>
                    <a:pt x="124956" y="2314839"/>
                  </a:lnTo>
                  <a:lnTo>
                    <a:pt x="125143" y="2315166"/>
                  </a:lnTo>
                  <a:lnTo>
                    <a:pt x="125330" y="2315664"/>
                  </a:lnTo>
                  <a:lnTo>
                    <a:pt x="125516" y="2316304"/>
                  </a:lnTo>
                  <a:lnTo>
                    <a:pt x="125703" y="2317142"/>
                  </a:lnTo>
                  <a:lnTo>
                    <a:pt x="125890" y="2318051"/>
                  </a:lnTo>
                  <a:lnTo>
                    <a:pt x="126077" y="2318836"/>
                  </a:lnTo>
                  <a:lnTo>
                    <a:pt x="126264" y="2319555"/>
                  </a:lnTo>
                  <a:lnTo>
                    <a:pt x="126451" y="2320451"/>
                  </a:lnTo>
                  <a:lnTo>
                    <a:pt x="126638" y="2321825"/>
                  </a:lnTo>
                  <a:lnTo>
                    <a:pt x="126825" y="2323163"/>
                  </a:lnTo>
                  <a:lnTo>
                    <a:pt x="127012" y="2324647"/>
                  </a:lnTo>
                  <a:lnTo>
                    <a:pt x="127199" y="2326177"/>
                  </a:lnTo>
                  <a:lnTo>
                    <a:pt x="127386" y="2327488"/>
                  </a:lnTo>
                  <a:lnTo>
                    <a:pt x="127573" y="2328280"/>
                  </a:lnTo>
                  <a:lnTo>
                    <a:pt x="127760" y="2329163"/>
                  </a:lnTo>
                  <a:lnTo>
                    <a:pt x="127946" y="2330036"/>
                  </a:lnTo>
                  <a:lnTo>
                    <a:pt x="128133" y="2330698"/>
                  </a:lnTo>
                  <a:lnTo>
                    <a:pt x="128320" y="2331231"/>
                  </a:lnTo>
                  <a:lnTo>
                    <a:pt x="128507" y="2331597"/>
                  </a:lnTo>
                  <a:lnTo>
                    <a:pt x="128694" y="2331860"/>
                  </a:lnTo>
                  <a:lnTo>
                    <a:pt x="128881" y="2331925"/>
                  </a:lnTo>
                  <a:lnTo>
                    <a:pt x="129068" y="2331778"/>
                  </a:lnTo>
                  <a:lnTo>
                    <a:pt x="129255" y="2331267"/>
                  </a:lnTo>
                  <a:lnTo>
                    <a:pt x="129442" y="2330816"/>
                  </a:lnTo>
                  <a:lnTo>
                    <a:pt x="129629" y="2330406"/>
                  </a:lnTo>
                  <a:lnTo>
                    <a:pt x="129816" y="2329815"/>
                  </a:lnTo>
                  <a:lnTo>
                    <a:pt x="130003" y="2329116"/>
                  </a:lnTo>
                  <a:lnTo>
                    <a:pt x="130190" y="2328433"/>
                  </a:lnTo>
                  <a:lnTo>
                    <a:pt x="130376" y="2327800"/>
                  </a:lnTo>
                  <a:lnTo>
                    <a:pt x="130563" y="2327441"/>
                  </a:lnTo>
                  <a:lnTo>
                    <a:pt x="130750" y="2326869"/>
                  </a:lnTo>
                  <a:lnTo>
                    <a:pt x="130937" y="2326533"/>
                  </a:lnTo>
                  <a:lnTo>
                    <a:pt x="131124" y="2325997"/>
                  </a:lnTo>
                  <a:lnTo>
                    <a:pt x="131311" y="2325334"/>
                  </a:lnTo>
                  <a:lnTo>
                    <a:pt x="131498" y="2325133"/>
                  </a:lnTo>
                  <a:lnTo>
                    <a:pt x="131685" y="2325126"/>
                  </a:lnTo>
                  <a:lnTo>
                    <a:pt x="131872" y="2325353"/>
                  </a:lnTo>
                  <a:lnTo>
                    <a:pt x="132059" y="2325627"/>
                  </a:lnTo>
                  <a:lnTo>
                    <a:pt x="132246" y="2326006"/>
                  </a:lnTo>
                  <a:lnTo>
                    <a:pt x="132433" y="2326791"/>
                  </a:lnTo>
                  <a:lnTo>
                    <a:pt x="132619" y="2327629"/>
                  </a:lnTo>
                  <a:lnTo>
                    <a:pt x="132806" y="2328444"/>
                  </a:lnTo>
                  <a:lnTo>
                    <a:pt x="132993" y="2329457"/>
                  </a:lnTo>
                  <a:lnTo>
                    <a:pt x="133180" y="2330294"/>
                  </a:lnTo>
                  <a:lnTo>
                    <a:pt x="133367" y="2330914"/>
                  </a:lnTo>
                  <a:lnTo>
                    <a:pt x="133554" y="2331490"/>
                  </a:lnTo>
                  <a:lnTo>
                    <a:pt x="133741" y="2331695"/>
                  </a:lnTo>
                  <a:lnTo>
                    <a:pt x="133928" y="2332111"/>
                  </a:lnTo>
                  <a:lnTo>
                    <a:pt x="134115" y="2332647"/>
                  </a:lnTo>
                  <a:lnTo>
                    <a:pt x="134302" y="2333285"/>
                  </a:lnTo>
                  <a:lnTo>
                    <a:pt x="134489" y="2333880"/>
                  </a:lnTo>
                  <a:lnTo>
                    <a:pt x="134676" y="2334195"/>
                  </a:lnTo>
                  <a:lnTo>
                    <a:pt x="134863" y="2334309"/>
                  </a:lnTo>
                  <a:lnTo>
                    <a:pt x="135049" y="2334465"/>
                  </a:lnTo>
                  <a:lnTo>
                    <a:pt x="135236" y="2334418"/>
                  </a:lnTo>
                  <a:lnTo>
                    <a:pt x="135423" y="2334368"/>
                  </a:lnTo>
                  <a:lnTo>
                    <a:pt x="135610" y="2334145"/>
                  </a:lnTo>
                  <a:lnTo>
                    <a:pt x="135797" y="2333857"/>
                  </a:lnTo>
                  <a:lnTo>
                    <a:pt x="135984" y="2333748"/>
                  </a:lnTo>
                  <a:lnTo>
                    <a:pt x="136171" y="2333363"/>
                  </a:lnTo>
                  <a:lnTo>
                    <a:pt x="136358" y="2332912"/>
                  </a:lnTo>
                  <a:lnTo>
                    <a:pt x="136545" y="2332603"/>
                  </a:lnTo>
                  <a:lnTo>
                    <a:pt x="136732" y="2332188"/>
                  </a:lnTo>
                  <a:lnTo>
                    <a:pt x="136919" y="2332173"/>
                  </a:lnTo>
                  <a:lnTo>
                    <a:pt x="137106" y="2331883"/>
                  </a:lnTo>
                  <a:lnTo>
                    <a:pt x="137292" y="2331602"/>
                  </a:lnTo>
                  <a:lnTo>
                    <a:pt x="137479" y="2331364"/>
                  </a:lnTo>
                  <a:lnTo>
                    <a:pt x="137666" y="2331407"/>
                  </a:lnTo>
                  <a:lnTo>
                    <a:pt x="137853" y="2331359"/>
                  </a:lnTo>
                  <a:lnTo>
                    <a:pt x="138040" y="2331338"/>
                  </a:lnTo>
                  <a:lnTo>
                    <a:pt x="138227" y="2331303"/>
                  </a:lnTo>
                  <a:lnTo>
                    <a:pt x="138414" y="2331233"/>
                  </a:lnTo>
                  <a:lnTo>
                    <a:pt x="138601" y="2331043"/>
                  </a:lnTo>
                  <a:lnTo>
                    <a:pt x="138788" y="2331069"/>
                  </a:lnTo>
                  <a:lnTo>
                    <a:pt x="138975" y="2331320"/>
                  </a:lnTo>
                  <a:lnTo>
                    <a:pt x="139162" y="2331829"/>
                  </a:lnTo>
                  <a:lnTo>
                    <a:pt x="139349" y="2332142"/>
                  </a:lnTo>
                  <a:lnTo>
                    <a:pt x="139536" y="2332390"/>
                  </a:lnTo>
                  <a:lnTo>
                    <a:pt x="139722" y="2332427"/>
                  </a:lnTo>
                  <a:lnTo>
                    <a:pt x="139909" y="2332471"/>
                  </a:lnTo>
                  <a:lnTo>
                    <a:pt x="140096" y="2332940"/>
                  </a:lnTo>
                  <a:lnTo>
                    <a:pt x="140283" y="2333561"/>
                  </a:lnTo>
                  <a:lnTo>
                    <a:pt x="140470" y="2334321"/>
                  </a:lnTo>
                  <a:lnTo>
                    <a:pt x="140657" y="2335242"/>
                  </a:lnTo>
                  <a:lnTo>
                    <a:pt x="140844" y="2336499"/>
                  </a:lnTo>
                  <a:lnTo>
                    <a:pt x="141031" y="2337816"/>
                  </a:lnTo>
                  <a:lnTo>
                    <a:pt x="141218" y="2339121"/>
                  </a:lnTo>
                  <a:lnTo>
                    <a:pt x="141405" y="2340391"/>
                  </a:lnTo>
                  <a:lnTo>
                    <a:pt x="141592" y="2341487"/>
                  </a:lnTo>
                  <a:lnTo>
                    <a:pt x="141779" y="2342148"/>
                  </a:lnTo>
                  <a:lnTo>
                    <a:pt x="141966" y="2342494"/>
                  </a:lnTo>
                  <a:lnTo>
                    <a:pt x="142152" y="2342445"/>
                  </a:lnTo>
                  <a:lnTo>
                    <a:pt x="142339" y="2342494"/>
                  </a:lnTo>
                  <a:lnTo>
                    <a:pt x="142526" y="2342618"/>
                  </a:lnTo>
                  <a:lnTo>
                    <a:pt x="142713" y="2342767"/>
                  </a:lnTo>
                  <a:lnTo>
                    <a:pt x="142900" y="2342552"/>
                  </a:lnTo>
                  <a:lnTo>
                    <a:pt x="143087" y="2342173"/>
                  </a:lnTo>
                  <a:lnTo>
                    <a:pt x="143274" y="2341686"/>
                  </a:lnTo>
                  <a:lnTo>
                    <a:pt x="143461" y="2340729"/>
                  </a:lnTo>
                  <a:lnTo>
                    <a:pt x="143648" y="2339573"/>
                  </a:lnTo>
                  <a:lnTo>
                    <a:pt x="143835" y="2338418"/>
                  </a:lnTo>
                  <a:lnTo>
                    <a:pt x="144022" y="2337370"/>
                  </a:lnTo>
                  <a:lnTo>
                    <a:pt x="144209" y="2336545"/>
                  </a:lnTo>
                  <a:lnTo>
                    <a:pt x="144395" y="2335720"/>
                  </a:lnTo>
                  <a:lnTo>
                    <a:pt x="144582" y="2335002"/>
                  </a:lnTo>
                  <a:lnTo>
                    <a:pt x="144769" y="2334432"/>
                  </a:lnTo>
                  <a:lnTo>
                    <a:pt x="144956" y="2334102"/>
                  </a:lnTo>
                  <a:lnTo>
                    <a:pt x="145143" y="2333772"/>
                  </a:lnTo>
                  <a:lnTo>
                    <a:pt x="145330" y="2333615"/>
                  </a:lnTo>
                  <a:lnTo>
                    <a:pt x="145517" y="2333756"/>
                  </a:lnTo>
                  <a:lnTo>
                    <a:pt x="145704" y="2334086"/>
                  </a:lnTo>
                  <a:lnTo>
                    <a:pt x="145891" y="2334416"/>
                  </a:lnTo>
                  <a:lnTo>
                    <a:pt x="146078" y="2334622"/>
                  </a:lnTo>
                  <a:lnTo>
                    <a:pt x="146265" y="2334729"/>
                  </a:lnTo>
                  <a:lnTo>
                    <a:pt x="146452" y="2334729"/>
                  </a:lnTo>
                  <a:lnTo>
                    <a:pt x="146639" y="2334729"/>
                  </a:lnTo>
                  <a:lnTo>
                    <a:pt x="146825" y="2334721"/>
                  </a:lnTo>
                  <a:lnTo>
                    <a:pt x="147012" y="2334573"/>
                  </a:lnTo>
                  <a:lnTo>
                    <a:pt x="147199" y="2334573"/>
                  </a:lnTo>
                  <a:lnTo>
                    <a:pt x="147386" y="2334548"/>
                  </a:lnTo>
                  <a:lnTo>
                    <a:pt x="147573" y="2334366"/>
                  </a:lnTo>
                  <a:lnTo>
                    <a:pt x="147760" y="2334036"/>
                  </a:lnTo>
                  <a:lnTo>
                    <a:pt x="147947" y="2333838"/>
                  </a:lnTo>
                  <a:lnTo>
                    <a:pt x="148134" y="2333673"/>
                  </a:lnTo>
                  <a:lnTo>
                    <a:pt x="148321" y="2333252"/>
                  </a:lnTo>
                  <a:lnTo>
                    <a:pt x="148508" y="2332881"/>
                  </a:lnTo>
                  <a:lnTo>
                    <a:pt x="148695" y="2332493"/>
                  </a:lnTo>
                  <a:lnTo>
                    <a:pt x="148882" y="2332122"/>
                  </a:lnTo>
                  <a:lnTo>
                    <a:pt x="149068" y="2331850"/>
                  </a:lnTo>
                  <a:lnTo>
                    <a:pt x="149255" y="2331685"/>
                  </a:lnTo>
                  <a:lnTo>
                    <a:pt x="149442" y="2331858"/>
                  </a:lnTo>
                  <a:lnTo>
                    <a:pt x="149629" y="2332188"/>
                  </a:lnTo>
                  <a:lnTo>
                    <a:pt x="149816" y="2332452"/>
                  </a:lnTo>
                  <a:lnTo>
                    <a:pt x="150003" y="2332221"/>
                  </a:lnTo>
                  <a:lnTo>
                    <a:pt x="150190" y="2331916"/>
                  </a:lnTo>
                  <a:lnTo>
                    <a:pt x="150377" y="2331767"/>
                  </a:lnTo>
                  <a:lnTo>
                    <a:pt x="150564" y="2332042"/>
                  </a:lnTo>
                  <a:lnTo>
                    <a:pt x="150751" y="2332122"/>
                  </a:lnTo>
                  <a:lnTo>
                    <a:pt x="150938" y="2332258"/>
                  </a:lnTo>
                  <a:lnTo>
                    <a:pt x="151125" y="2332607"/>
                  </a:lnTo>
                  <a:lnTo>
                    <a:pt x="151312" y="2332784"/>
                  </a:lnTo>
                  <a:lnTo>
                    <a:pt x="151498" y="2332240"/>
                  </a:lnTo>
                  <a:lnTo>
                    <a:pt x="151685" y="2331736"/>
                  </a:lnTo>
                  <a:lnTo>
                    <a:pt x="151872" y="2331249"/>
                  </a:lnTo>
                  <a:lnTo>
                    <a:pt x="152059" y="2330557"/>
                  </a:lnTo>
                  <a:lnTo>
                    <a:pt x="152246" y="2329427"/>
                  </a:lnTo>
                  <a:lnTo>
                    <a:pt x="152433" y="2328255"/>
                  </a:lnTo>
                  <a:lnTo>
                    <a:pt x="152620" y="2327221"/>
                  </a:lnTo>
                  <a:lnTo>
                    <a:pt x="152807" y="2326548"/>
                  </a:lnTo>
                  <a:lnTo>
                    <a:pt x="152994" y="2325953"/>
                  </a:lnTo>
                  <a:lnTo>
                    <a:pt x="153181" y="2325328"/>
                  </a:lnTo>
                  <a:lnTo>
                    <a:pt x="153368" y="2324696"/>
                  </a:lnTo>
                  <a:lnTo>
                    <a:pt x="153555" y="2324047"/>
                  </a:lnTo>
                  <a:lnTo>
                    <a:pt x="153742" y="2322799"/>
                  </a:lnTo>
                  <a:lnTo>
                    <a:pt x="153928" y="2320419"/>
                  </a:lnTo>
                  <a:lnTo>
                    <a:pt x="154115" y="2318102"/>
                  </a:lnTo>
                  <a:lnTo>
                    <a:pt x="154302" y="2316068"/>
                  </a:lnTo>
                  <a:lnTo>
                    <a:pt x="154489" y="2313948"/>
                  </a:lnTo>
                  <a:lnTo>
                    <a:pt x="154676" y="2311802"/>
                  </a:lnTo>
                  <a:lnTo>
                    <a:pt x="154863" y="2310215"/>
                  </a:lnTo>
                  <a:lnTo>
                    <a:pt x="155050" y="2309091"/>
                  </a:lnTo>
                  <a:lnTo>
                    <a:pt x="155237" y="2307996"/>
                  </a:lnTo>
                  <a:lnTo>
                    <a:pt x="155424" y="2307081"/>
                  </a:lnTo>
                  <a:lnTo>
                    <a:pt x="155611" y="2305955"/>
                  </a:lnTo>
                  <a:lnTo>
                    <a:pt x="155798" y="2304765"/>
                  </a:lnTo>
                  <a:lnTo>
                    <a:pt x="155985" y="2303541"/>
                  </a:lnTo>
                  <a:lnTo>
                    <a:pt x="156171" y="2302200"/>
                  </a:lnTo>
                  <a:lnTo>
                    <a:pt x="156358" y="2300852"/>
                  </a:lnTo>
                  <a:lnTo>
                    <a:pt x="156545" y="2299548"/>
                  </a:lnTo>
                  <a:lnTo>
                    <a:pt x="156732" y="2298026"/>
                  </a:lnTo>
                  <a:lnTo>
                    <a:pt x="156919" y="2296274"/>
                  </a:lnTo>
                  <a:lnTo>
                    <a:pt x="157106" y="2294510"/>
                  </a:lnTo>
                  <a:lnTo>
                    <a:pt x="157293" y="2292911"/>
                  </a:lnTo>
                  <a:lnTo>
                    <a:pt x="157480" y="2291370"/>
                  </a:lnTo>
                  <a:lnTo>
                    <a:pt x="157667" y="2289466"/>
                  </a:lnTo>
                  <a:lnTo>
                    <a:pt x="157854" y="2287172"/>
                  </a:lnTo>
                  <a:lnTo>
                    <a:pt x="158041" y="2285153"/>
                  </a:lnTo>
                  <a:lnTo>
                    <a:pt x="158228" y="2282893"/>
                  </a:lnTo>
                  <a:lnTo>
                    <a:pt x="158415" y="2281097"/>
                  </a:lnTo>
                  <a:lnTo>
                    <a:pt x="158601" y="2279862"/>
                  </a:lnTo>
                  <a:lnTo>
                    <a:pt x="158788" y="2279210"/>
                  </a:lnTo>
                  <a:lnTo>
                    <a:pt x="158975" y="2278756"/>
                  </a:lnTo>
                  <a:lnTo>
                    <a:pt x="159162" y="2278451"/>
                  </a:lnTo>
                  <a:lnTo>
                    <a:pt x="159349" y="2278352"/>
                  </a:lnTo>
                  <a:lnTo>
                    <a:pt x="159536" y="2278666"/>
                  </a:lnTo>
                  <a:lnTo>
                    <a:pt x="159723" y="2279243"/>
                  </a:lnTo>
                  <a:lnTo>
                    <a:pt x="159910" y="2279846"/>
                  </a:lnTo>
                  <a:lnTo>
                    <a:pt x="160097" y="2280341"/>
                  </a:lnTo>
                  <a:lnTo>
                    <a:pt x="160284" y="2280679"/>
                  </a:lnTo>
                  <a:lnTo>
                    <a:pt x="160471" y="2281059"/>
                  </a:lnTo>
                  <a:lnTo>
                    <a:pt x="160658" y="2281125"/>
                  </a:lnTo>
                  <a:lnTo>
                    <a:pt x="160845" y="2281191"/>
                  </a:lnTo>
                  <a:lnTo>
                    <a:pt x="161031" y="2281463"/>
                  </a:lnTo>
                  <a:lnTo>
                    <a:pt x="161218" y="2281793"/>
                  </a:lnTo>
                  <a:lnTo>
                    <a:pt x="161405" y="2281554"/>
                  </a:lnTo>
                  <a:lnTo>
                    <a:pt x="161592" y="2281266"/>
                  </a:lnTo>
                  <a:lnTo>
                    <a:pt x="161779" y="2281179"/>
                  </a:lnTo>
                  <a:lnTo>
                    <a:pt x="161966" y="2281144"/>
                  </a:lnTo>
                  <a:lnTo>
                    <a:pt x="162153" y="2281411"/>
                  </a:lnTo>
                  <a:lnTo>
                    <a:pt x="162340" y="2281505"/>
                  </a:lnTo>
                  <a:lnTo>
                    <a:pt x="162527" y="2281447"/>
                  </a:lnTo>
                  <a:lnTo>
                    <a:pt x="162714" y="2281326"/>
                  </a:lnTo>
                  <a:lnTo>
                    <a:pt x="162901" y="2281206"/>
                  </a:lnTo>
                  <a:lnTo>
                    <a:pt x="163088" y="2280888"/>
                  </a:lnTo>
                  <a:lnTo>
                    <a:pt x="163274" y="2280538"/>
                  </a:lnTo>
                  <a:lnTo>
                    <a:pt x="163461" y="2280305"/>
                  </a:lnTo>
                  <a:lnTo>
                    <a:pt x="163648" y="2280055"/>
                  </a:lnTo>
                  <a:lnTo>
                    <a:pt x="163835" y="2279787"/>
                  </a:lnTo>
                  <a:lnTo>
                    <a:pt x="164022" y="2279374"/>
                  </a:lnTo>
                  <a:lnTo>
                    <a:pt x="164209" y="2278962"/>
                  </a:lnTo>
                  <a:lnTo>
                    <a:pt x="164396" y="2278543"/>
                  </a:lnTo>
                  <a:lnTo>
                    <a:pt x="164583" y="2278052"/>
                  </a:lnTo>
                  <a:lnTo>
                    <a:pt x="164770" y="2277691"/>
                  </a:lnTo>
                  <a:lnTo>
                    <a:pt x="164957" y="2277325"/>
                  </a:lnTo>
                  <a:lnTo>
                    <a:pt x="165144" y="2277049"/>
                  </a:lnTo>
                  <a:lnTo>
                    <a:pt x="165331" y="2276804"/>
                  </a:lnTo>
                  <a:lnTo>
                    <a:pt x="165518" y="2276491"/>
                  </a:lnTo>
                  <a:lnTo>
                    <a:pt x="165704" y="2276177"/>
                  </a:lnTo>
                  <a:lnTo>
                    <a:pt x="165891" y="2276000"/>
                  </a:lnTo>
                  <a:lnTo>
                    <a:pt x="166078" y="2275996"/>
                  </a:lnTo>
                  <a:lnTo>
                    <a:pt x="166265" y="2276384"/>
                  </a:lnTo>
                  <a:lnTo>
                    <a:pt x="166452" y="2277011"/>
                  </a:lnTo>
                  <a:lnTo>
                    <a:pt x="166639" y="2277679"/>
                  </a:lnTo>
                  <a:lnTo>
                    <a:pt x="166826" y="2278504"/>
                  </a:lnTo>
                  <a:lnTo>
                    <a:pt x="167013" y="2279346"/>
                  </a:lnTo>
                  <a:lnTo>
                    <a:pt x="167200" y="2280336"/>
                  </a:lnTo>
                  <a:lnTo>
                    <a:pt x="167387" y="2281244"/>
                  </a:lnTo>
                  <a:lnTo>
                    <a:pt x="167574" y="2282064"/>
                  </a:lnTo>
                  <a:lnTo>
                    <a:pt x="167761" y="2282891"/>
                  </a:lnTo>
                  <a:lnTo>
                    <a:pt x="167947" y="2283725"/>
                  </a:lnTo>
                  <a:lnTo>
                    <a:pt x="168134" y="2284764"/>
                  </a:lnTo>
                  <a:lnTo>
                    <a:pt x="168321" y="2285791"/>
                  </a:lnTo>
                  <a:lnTo>
                    <a:pt x="168508" y="2287064"/>
                  </a:lnTo>
                  <a:lnTo>
                    <a:pt x="168695" y="2288446"/>
                  </a:lnTo>
                  <a:lnTo>
                    <a:pt x="168882" y="2289324"/>
                  </a:lnTo>
                  <a:lnTo>
                    <a:pt x="169069" y="2290090"/>
                  </a:lnTo>
                  <a:lnTo>
                    <a:pt x="169256" y="2290587"/>
                  </a:lnTo>
                  <a:lnTo>
                    <a:pt x="169443" y="2291098"/>
                  </a:lnTo>
                  <a:lnTo>
                    <a:pt x="169630" y="2291393"/>
                  </a:lnTo>
                  <a:lnTo>
                    <a:pt x="169817" y="2291764"/>
                  </a:lnTo>
                  <a:lnTo>
                    <a:pt x="170004" y="2291957"/>
                  </a:lnTo>
                  <a:lnTo>
                    <a:pt x="170191" y="2292289"/>
                  </a:lnTo>
                  <a:lnTo>
                    <a:pt x="170377" y="2292250"/>
                  </a:lnTo>
                  <a:lnTo>
                    <a:pt x="170564" y="2292122"/>
                  </a:lnTo>
                  <a:lnTo>
                    <a:pt x="170751" y="2291998"/>
                  </a:lnTo>
                  <a:lnTo>
                    <a:pt x="170938" y="2291826"/>
                  </a:lnTo>
                  <a:lnTo>
                    <a:pt x="171125" y="2291737"/>
                  </a:lnTo>
                  <a:lnTo>
                    <a:pt x="171312" y="2291420"/>
                  </a:lnTo>
                  <a:lnTo>
                    <a:pt x="171499" y="2290933"/>
                  </a:lnTo>
                  <a:lnTo>
                    <a:pt x="171686" y="2290518"/>
                  </a:lnTo>
                  <a:lnTo>
                    <a:pt x="171873" y="2290286"/>
                  </a:lnTo>
                  <a:lnTo>
                    <a:pt x="172060" y="2290218"/>
                  </a:lnTo>
                  <a:lnTo>
                    <a:pt x="172247" y="2290360"/>
                  </a:lnTo>
                  <a:lnTo>
                    <a:pt x="172434" y="2290534"/>
                  </a:lnTo>
                  <a:lnTo>
                    <a:pt x="172621" y="2290886"/>
                  </a:lnTo>
                  <a:lnTo>
                    <a:pt x="172807" y="2290954"/>
                  </a:lnTo>
                  <a:lnTo>
                    <a:pt x="172994" y="2291094"/>
                  </a:lnTo>
                  <a:lnTo>
                    <a:pt x="173181" y="2291505"/>
                  </a:lnTo>
                  <a:lnTo>
                    <a:pt x="173368" y="2291977"/>
                  </a:lnTo>
                  <a:lnTo>
                    <a:pt x="173555" y="2292585"/>
                  </a:lnTo>
                  <a:lnTo>
                    <a:pt x="173742" y="2292970"/>
                  </a:lnTo>
                  <a:lnTo>
                    <a:pt x="173929" y="2293130"/>
                  </a:lnTo>
                  <a:lnTo>
                    <a:pt x="174116" y="2293076"/>
                  </a:lnTo>
                  <a:lnTo>
                    <a:pt x="174303" y="2292265"/>
                  </a:lnTo>
                  <a:lnTo>
                    <a:pt x="174490" y="2291507"/>
                  </a:lnTo>
                  <a:lnTo>
                    <a:pt x="174677" y="2291181"/>
                  </a:lnTo>
                  <a:lnTo>
                    <a:pt x="174864" y="2290881"/>
                  </a:lnTo>
                  <a:lnTo>
                    <a:pt x="175050" y="2290197"/>
                  </a:lnTo>
                  <a:lnTo>
                    <a:pt x="175237" y="2289221"/>
                  </a:lnTo>
                  <a:lnTo>
                    <a:pt x="175424" y="2287707"/>
                  </a:lnTo>
                  <a:lnTo>
                    <a:pt x="175611" y="2286206"/>
                  </a:lnTo>
                  <a:lnTo>
                    <a:pt x="175798" y="2284517"/>
                  </a:lnTo>
                  <a:lnTo>
                    <a:pt x="175985" y="2282884"/>
                  </a:lnTo>
                  <a:lnTo>
                    <a:pt x="176172" y="2281168"/>
                  </a:lnTo>
                  <a:lnTo>
                    <a:pt x="176359" y="2279634"/>
                  </a:lnTo>
                  <a:lnTo>
                    <a:pt x="176546" y="2278146"/>
                  </a:lnTo>
                  <a:lnTo>
                    <a:pt x="176733" y="2276604"/>
                  </a:lnTo>
                  <a:lnTo>
                    <a:pt x="176920" y="2275120"/>
                  </a:lnTo>
                  <a:lnTo>
                    <a:pt x="177107" y="2273914"/>
                  </a:lnTo>
                  <a:lnTo>
                    <a:pt x="177294" y="2272604"/>
                  </a:lnTo>
                  <a:lnTo>
                    <a:pt x="177480" y="2271145"/>
                  </a:lnTo>
                  <a:lnTo>
                    <a:pt x="177667" y="2269704"/>
                  </a:lnTo>
                  <a:lnTo>
                    <a:pt x="177854" y="2268397"/>
                  </a:lnTo>
                  <a:lnTo>
                    <a:pt x="178041" y="2267681"/>
                  </a:lnTo>
                  <a:lnTo>
                    <a:pt x="178228" y="2267351"/>
                  </a:lnTo>
                  <a:lnTo>
                    <a:pt x="178415" y="2266446"/>
                  </a:lnTo>
                  <a:lnTo>
                    <a:pt x="178602" y="2265777"/>
                  </a:lnTo>
                  <a:lnTo>
                    <a:pt x="178789" y="2265167"/>
                  </a:lnTo>
                  <a:lnTo>
                    <a:pt x="178976" y="2264327"/>
                  </a:lnTo>
                  <a:lnTo>
                    <a:pt x="179163" y="2262948"/>
                  </a:lnTo>
                  <a:lnTo>
                    <a:pt x="179350" y="2261000"/>
                  </a:lnTo>
                  <a:lnTo>
                    <a:pt x="179537" y="2259499"/>
                  </a:lnTo>
                  <a:lnTo>
                    <a:pt x="179724" y="2257964"/>
                  </a:lnTo>
                  <a:lnTo>
                    <a:pt x="179910" y="2256668"/>
                  </a:lnTo>
                  <a:lnTo>
                    <a:pt x="180097" y="2255488"/>
                  </a:lnTo>
                  <a:lnTo>
                    <a:pt x="180284" y="2254333"/>
                  </a:lnTo>
                  <a:lnTo>
                    <a:pt x="180471" y="2253095"/>
                  </a:lnTo>
                  <a:lnTo>
                    <a:pt x="180658" y="2251552"/>
                  </a:lnTo>
                  <a:lnTo>
                    <a:pt x="180845" y="2249481"/>
                  </a:lnTo>
                  <a:lnTo>
                    <a:pt x="181032" y="2247170"/>
                  </a:lnTo>
                  <a:lnTo>
                    <a:pt x="181219" y="2244984"/>
                  </a:lnTo>
                  <a:lnTo>
                    <a:pt x="181406" y="2242417"/>
                  </a:lnTo>
                  <a:lnTo>
                    <a:pt x="181593" y="2239455"/>
                  </a:lnTo>
                  <a:lnTo>
                    <a:pt x="181780" y="2236336"/>
                  </a:lnTo>
                  <a:lnTo>
                    <a:pt x="181967" y="2233728"/>
                  </a:lnTo>
                  <a:lnTo>
                    <a:pt x="182153" y="2231607"/>
                  </a:lnTo>
                  <a:lnTo>
                    <a:pt x="182340" y="2229305"/>
                  </a:lnTo>
                  <a:lnTo>
                    <a:pt x="182527" y="2226830"/>
                  </a:lnTo>
                  <a:lnTo>
                    <a:pt x="182714" y="2224181"/>
                  </a:lnTo>
                  <a:lnTo>
                    <a:pt x="182901" y="2221400"/>
                  </a:lnTo>
                  <a:lnTo>
                    <a:pt x="183088" y="2218594"/>
                  </a:lnTo>
                  <a:lnTo>
                    <a:pt x="183275" y="2215574"/>
                  </a:lnTo>
                  <a:lnTo>
                    <a:pt x="183462" y="2212744"/>
                  </a:lnTo>
                  <a:lnTo>
                    <a:pt x="183649" y="2210582"/>
                  </a:lnTo>
                  <a:lnTo>
                    <a:pt x="183836" y="2208766"/>
                  </a:lnTo>
                  <a:lnTo>
                    <a:pt x="184023" y="2206976"/>
                  </a:lnTo>
                  <a:lnTo>
                    <a:pt x="184210" y="2205647"/>
                  </a:lnTo>
                  <a:lnTo>
                    <a:pt x="184397" y="2204434"/>
                  </a:lnTo>
                  <a:lnTo>
                    <a:pt x="184583" y="2202520"/>
                  </a:lnTo>
                  <a:lnTo>
                    <a:pt x="184770" y="2199805"/>
                  </a:lnTo>
                  <a:lnTo>
                    <a:pt x="184957" y="2197181"/>
                  </a:lnTo>
                  <a:lnTo>
                    <a:pt x="185144" y="2194854"/>
                  </a:lnTo>
                  <a:lnTo>
                    <a:pt x="185331" y="2192543"/>
                  </a:lnTo>
                  <a:lnTo>
                    <a:pt x="185518" y="2190158"/>
                  </a:lnTo>
                  <a:lnTo>
                    <a:pt x="185705" y="2187559"/>
                  </a:lnTo>
                  <a:lnTo>
                    <a:pt x="185892" y="2184902"/>
                  </a:lnTo>
                  <a:lnTo>
                    <a:pt x="186079" y="2181552"/>
                  </a:lnTo>
                  <a:lnTo>
                    <a:pt x="186266" y="2177525"/>
                  </a:lnTo>
                  <a:lnTo>
                    <a:pt x="186453" y="2173102"/>
                  </a:lnTo>
                  <a:lnTo>
                    <a:pt x="186640" y="2168299"/>
                  </a:lnTo>
                  <a:lnTo>
                    <a:pt x="186826" y="2163191"/>
                  </a:lnTo>
                  <a:lnTo>
                    <a:pt x="187013" y="2158075"/>
                  </a:lnTo>
                  <a:lnTo>
                    <a:pt x="187200" y="2152580"/>
                  </a:lnTo>
                  <a:lnTo>
                    <a:pt x="187387" y="2148124"/>
                  </a:lnTo>
                  <a:lnTo>
                    <a:pt x="187574" y="2144534"/>
                  </a:lnTo>
                  <a:lnTo>
                    <a:pt x="187761" y="2140796"/>
                  </a:lnTo>
                  <a:lnTo>
                    <a:pt x="187948" y="2136312"/>
                  </a:lnTo>
                  <a:lnTo>
                    <a:pt x="188135" y="2132115"/>
                  </a:lnTo>
                  <a:lnTo>
                    <a:pt x="188322" y="2127704"/>
                  </a:lnTo>
                  <a:lnTo>
                    <a:pt x="188509" y="2123007"/>
                  </a:lnTo>
                  <a:lnTo>
                    <a:pt x="188696" y="2118432"/>
                  </a:lnTo>
                  <a:lnTo>
                    <a:pt x="188883" y="2115123"/>
                  </a:lnTo>
                  <a:lnTo>
                    <a:pt x="189070" y="2112577"/>
                  </a:lnTo>
                  <a:lnTo>
                    <a:pt x="189256" y="2110335"/>
                  </a:lnTo>
                  <a:lnTo>
                    <a:pt x="189443" y="2108569"/>
                  </a:lnTo>
                  <a:lnTo>
                    <a:pt x="189630" y="2107021"/>
                  </a:lnTo>
                  <a:lnTo>
                    <a:pt x="189817" y="2105186"/>
                  </a:lnTo>
                  <a:lnTo>
                    <a:pt x="190004" y="2103915"/>
                  </a:lnTo>
                  <a:lnTo>
                    <a:pt x="190191" y="2102685"/>
                  </a:lnTo>
                  <a:lnTo>
                    <a:pt x="190378" y="2102185"/>
                  </a:lnTo>
                  <a:lnTo>
                    <a:pt x="190565" y="2101812"/>
                  </a:lnTo>
                  <a:lnTo>
                    <a:pt x="190752" y="2101368"/>
                  </a:lnTo>
                  <a:lnTo>
                    <a:pt x="190939" y="2100562"/>
                  </a:lnTo>
                  <a:lnTo>
                    <a:pt x="191126" y="2099320"/>
                  </a:lnTo>
                  <a:lnTo>
                    <a:pt x="191313" y="2098431"/>
                  </a:lnTo>
                  <a:lnTo>
                    <a:pt x="191500" y="2097174"/>
                  </a:lnTo>
                  <a:lnTo>
                    <a:pt x="191686" y="2095284"/>
                  </a:lnTo>
                  <a:lnTo>
                    <a:pt x="191873" y="2093239"/>
                  </a:lnTo>
                  <a:lnTo>
                    <a:pt x="192060" y="2091175"/>
                  </a:lnTo>
                  <a:lnTo>
                    <a:pt x="192247" y="2088746"/>
                  </a:lnTo>
                  <a:lnTo>
                    <a:pt x="192434" y="2086258"/>
                  </a:lnTo>
                  <a:lnTo>
                    <a:pt x="192621" y="2083852"/>
                  </a:lnTo>
                  <a:lnTo>
                    <a:pt x="192808" y="2081175"/>
                  </a:lnTo>
                  <a:lnTo>
                    <a:pt x="192995" y="2078411"/>
                  </a:lnTo>
                  <a:lnTo>
                    <a:pt x="193182" y="2075322"/>
                  </a:lnTo>
                  <a:lnTo>
                    <a:pt x="193369" y="2071817"/>
                  </a:lnTo>
                  <a:lnTo>
                    <a:pt x="193556" y="2066330"/>
                  </a:lnTo>
                  <a:lnTo>
                    <a:pt x="193743" y="2061486"/>
                  </a:lnTo>
                  <a:lnTo>
                    <a:pt x="193929" y="2057748"/>
                  </a:lnTo>
                  <a:lnTo>
                    <a:pt x="194116" y="2055223"/>
                  </a:lnTo>
                  <a:lnTo>
                    <a:pt x="194303" y="2053251"/>
                  </a:lnTo>
                  <a:lnTo>
                    <a:pt x="194490" y="2051848"/>
                  </a:lnTo>
                  <a:lnTo>
                    <a:pt x="194677" y="2050354"/>
                  </a:lnTo>
                  <a:lnTo>
                    <a:pt x="194864" y="2048811"/>
                  </a:lnTo>
                  <a:lnTo>
                    <a:pt x="195051" y="2047499"/>
                  </a:lnTo>
                  <a:lnTo>
                    <a:pt x="195238" y="2046030"/>
                  </a:lnTo>
                  <a:lnTo>
                    <a:pt x="195425" y="2044116"/>
                  </a:lnTo>
                  <a:lnTo>
                    <a:pt x="195612" y="2042399"/>
                  </a:lnTo>
                  <a:lnTo>
                    <a:pt x="195799" y="2040584"/>
                  </a:lnTo>
                  <a:lnTo>
                    <a:pt x="195986" y="2039016"/>
                  </a:lnTo>
                  <a:lnTo>
                    <a:pt x="196173" y="2037737"/>
                  </a:lnTo>
                  <a:lnTo>
                    <a:pt x="196359" y="2036169"/>
                  </a:lnTo>
                  <a:lnTo>
                    <a:pt x="196546" y="2033620"/>
                  </a:lnTo>
                  <a:lnTo>
                    <a:pt x="196733" y="2030591"/>
                  </a:lnTo>
                  <a:lnTo>
                    <a:pt x="196920" y="2028465"/>
                  </a:lnTo>
                  <a:lnTo>
                    <a:pt x="197107" y="2025923"/>
                  </a:lnTo>
                  <a:lnTo>
                    <a:pt x="197294" y="2023645"/>
                  </a:lnTo>
                  <a:lnTo>
                    <a:pt x="197481" y="2022073"/>
                  </a:lnTo>
                  <a:lnTo>
                    <a:pt x="197668" y="2020807"/>
                  </a:lnTo>
                  <a:lnTo>
                    <a:pt x="197855" y="2019232"/>
                  </a:lnTo>
                  <a:lnTo>
                    <a:pt x="198042" y="2017951"/>
                  </a:lnTo>
                  <a:lnTo>
                    <a:pt x="198229" y="2016624"/>
                  </a:lnTo>
                  <a:lnTo>
                    <a:pt x="198416" y="2015024"/>
                  </a:lnTo>
                  <a:lnTo>
                    <a:pt x="198603" y="2013265"/>
                  </a:lnTo>
                  <a:lnTo>
                    <a:pt x="198789" y="2011378"/>
                  </a:lnTo>
                  <a:lnTo>
                    <a:pt x="198976" y="2009394"/>
                  </a:lnTo>
                  <a:lnTo>
                    <a:pt x="199163" y="2007503"/>
                  </a:lnTo>
                  <a:lnTo>
                    <a:pt x="199350" y="2005799"/>
                  </a:lnTo>
                  <a:lnTo>
                    <a:pt x="199537" y="2003762"/>
                  </a:lnTo>
                  <a:lnTo>
                    <a:pt x="199724" y="2001729"/>
                  </a:lnTo>
                  <a:lnTo>
                    <a:pt x="199911" y="1999670"/>
                  </a:lnTo>
                  <a:lnTo>
                    <a:pt x="200098" y="1997605"/>
                  </a:lnTo>
                  <a:lnTo>
                    <a:pt x="200285" y="1995543"/>
                  </a:lnTo>
                  <a:lnTo>
                    <a:pt x="200472" y="1993252"/>
                  </a:lnTo>
                  <a:lnTo>
                    <a:pt x="200659" y="1990860"/>
                  </a:lnTo>
                  <a:lnTo>
                    <a:pt x="200846" y="1988346"/>
                  </a:lnTo>
                  <a:lnTo>
                    <a:pt x="201032" y="1985797"/>
                  </a:lnTo>
                  <a:lnTo>
                    <a:pt x="201219" y="1983319"/>
                  </a:lnTo>
                  <a:lnTo>
                    <a:pt x="201406" y="1981384"/>
                  </a:lnTo>
                  <a:lnTo>
                    <a:pt x="201593" y="1979639"/>
                  </a:lnTo>
                  <a:lnTo>
                    <a:pt x="201780" y="1978112"/>
                  </a:lnTo>
                  <a:lnTo>
                    <a:pt x="201967" y="1976786"/>
                  </a:lnTo>
                  <a:lnTo>
                    <a:pt x="202154" y="1975547"/>
                  </a:lnTo>
                  <a:lnTo>
                    <a:pt x="202341" y="1974306"/>
                  </a:lnTo>
                  <a:lnTo>
                    <a:pt x="202528" y="1973031"/>
                  </a:lnTo>
                  <a:lnTo>
                    <a:pt x="202715" y="1971875"/>
                  </a:lnTo>
                  <a:lnTo>
                    <a:pt x="202902" y="1970858"/>
                  </a:lnTo>
                  <a:lnTo>
                    <a:pt x="203089" y="1970177"/>
                  </a:lnTo>
                  <a:lnTo>
                    <a:pt x="203276" y="1969739"/>
                  </a:lnTo>
                  <a:lnTo>
                    <a:pt x="203462" y="1969210"/>
                  </a:lnTo>
                  <a:lnTo>
                    <a:pt x="203649" y="1968521"/>
                  </a:lnTo>
                  <a:lnTo>
                    <a:pt x="203836" y="1967796"/>
                  </a:lnTo>
                  <a:lnTo>
                    <a:pt x="204023" y="1967005"/>
                  </a:lnTo>
                  <a:lnTo>
                    <a:pt x="204210" y="1965900"/>
                  </a:lnTo>
                  <a:lnTo>
                    <a:pt x="204397" y="1964702"/>
                  </a:lnTo>
                  <a:lnTo>
                    <a:pt x="204584" y="1963549"/>
                  </a:lnTo>
                  <a:lnTo>
                    <a:pt x="204771" y="1962453"/>
                  </a:lnTo>
                  <a:lnTo>
                    <a:pt x="204958" y="1961300"/>
                  </a:lnTo>
                  <a:lnTo>
                    <a:pt x="205145" y="1960391"/>
                  </a:lnTo>
                  <a:lnTo>
                    <a:pt x="205332" y="1959462"/>
                  </a:lnTo>
                  <a:lnTo>
                    <a:pt x="205519" y="1958537"/>
                  </a:lnTo>
                  <a:lnTo>
                    <a:pt x="205705" y="1957714"/>
                  </a:lnTo>
                  <a:lnTo>
                    <a:pt x="205892" y="1956823"/>
                  </a:lnTo>
                  <a:lnTo>
                    <a:pt x="206079" y="1956081"/>
                  </a:lnTo>
                  <a:lnTo>
                    <a:pt x="206266" y="1955362"/>
                  </a:lnTo>
                  <a:lnTo>
                    <a:pt x="206453" y="1954872"/>
                  </a:lnTo>
                  <a:lnTo>
                    <a:pt x="206640" y="1954578"/>
                  </a:lnTo>
                  <a:lnTo>
                    <a:pt x="206827" y="1954394"/>
                  </a:lnTo>
                  <a:lnTo>
                    <a:pt x="207014" y="1954394"/>
                  </a:lnTo>
                  <a:lnTo>
                    <a:pt x="207201" y="1954443"/>
                  </a:lnTo>
                  <a:lnTo>
                    <a:pt x="207388" y="1954523"/>
                  </a:lnTo>
                  <a:lnTo>
                    <a:pt x="207575" y="1954584"/>
                  </a:lnTo>
                  <a:lnTo>
                    <a:pt x="207762" y="1954794"/>
                  </a:lnTo>
                  <a:lnTo>
                    <a:pt x="207949" y="1955147"/>
                  </a:lnTo>
                  <a:lnTo>
                    <a:pt x="208135" y="1955678"/>
                  </a:lnTo>
                  <a:lnTo>
                    <a:pt x="208322" y="1956294"/>
                  </a:lnTo>
                  <a:lnTo>
                    <a:pt x="208509" y="1956967"/>
                  </a:lnTo>
                  <a:lnTo>
                    <a:pt x="208696" y="1957750"/>
                  </a:lnTo>
                  <a:lnTo>
                    <a:pt x="208883" y="1958594"/>
                  </a:lnTo>
                  <a:lnTo>
                    <a:pt x="209070" y="1959288"/>
                  </a:lnTo>
                  <a:lnTo>
                    <a:pt x="209257" y="1959696"/>
                  </a:lnTo>
                  <a:lnTo>
                    <a:pt x="209444" y="1959834"/>
                  </a:lnTo>
                  <a:lnTo>
                    <a:pt x="209631" y="1960051"/>
                  </a:lnTo>
                  <a:lnTo>
                    <a:pt x="209818" y="1960345"/>
                  </a:lnTo>
                  <a:lnTo>
                    <a:pt x="210005" y="1960555"/>
                  </a:lnTo>
                  <a:lnTo>
                    <a:pt x="210192" y="1961046"/>
                  </a:lnTo>
                  <a:lnTo>
                    <a:pt x="210379" y="1961470"/>
                  </a:lnTo>
                  <a:lnTo>
                    <a:pt x="210565" y="1961348"/>
                  </a:lnTo>
                  <a:lnTo>
                    <a:pt x="210752" y="1960930"/>
                  </a:lnTo>
                  <a:lnTo>
                    <a:pt x="210939" y="1960689"/>
                  </a:lnTo>
                  <a:lnTo>
                    <a:pt x="211126" y="1960573"/>
                  </a:lnTo>
                  <a:lnTo>
                    <a:pt x="211313" y="1960262"/>
                  </a:lnTo>
                  <a:lnTo>
                    <a:pt x="211500" y="1959921"/>
                  </a:lnTo>
                  <a:lnTo>
                    <a:pt x="211687" y="1959787"/>
                  </a:lnTo>
                  <a:lnTo>
                    <a:pt x="211874" y="1959595"/>
                  </a:lnTo>
                  <a:lnTo>
                    <a:pt x="212061" y="1958726"/>
                  </a:lnTo>
                  <a:lnTo>
                    <a:pt x="212248" y="1957832"/>
                  </a:lnTo>
                  <a:lnTo>
                    <a:pt x="212435" y="1957073"/>
                  </a:lnTo>
                  <a:lnTo>
                    <a:pt x="212622" y="1956589"/>
                  </a:lnTo>
                  <a:lnTo>
                    <a:pt x="212808" y="1956737"/>
                  </a:lnTo>
                  <a:lnTo>
                    <a:pt x="212995" y="1956929"/>
                  </a:lnTo>
                  <a:lnTo>
                    <a:pt x="213182" y="1957419"/>
                  </a:lnTo>
                  <a:lnTo>
                    <a:pt x="213369" y="1958107"/>
                  </a:lnTo>
                  <a:lnTo>
                    <a:pt x="213556" y="1958787"/>
                  </a:lnTo>
                  <a:lnTo>
                    <a:pt x="213743" y="1959330"/>
                  </a:lnTo>
                  <a:lnTo>
                    <a:pt x="213930" y="1959356"/>
                  </a:lnTo>
                  <a:lnTo>
                    <a:pt x="214117" y="1959704"/>
                  </a:lnTo>
                  <a:lnTo>
                    <a:pt x="214304" y="1959957"/>
                  </a:lnTo>
                  <a:lnTo>
                    <a:pt x="214491" y="1959953"/>
                  </a:lnTo>
                  <a:lnTo>
                    <a:pt x="214678" y="1959682"/>
                  </a:lnTo>
                  <a:lnTo>
                    <a:pt x="214865" y="1959772"/>
                  </a:lnTo>
                  <a:lnTo>
                    <a:pt x="215052" y="1959909"/>
                  </a:lnTo>
                  <a:lnTo>
                    <a:pt x="215238" y="1959996"/>
                  </a:lnTo>
                  <a:lnTo>
                    <a:pt x="215425" y="1959768"/>
                  </a:lnTo>
                  <a:lnTo>
                    <a:pt x="215612" y="1959047"/>
                  </a:lnTo>
                  <a:lnTo>
                    <a:pt x="215799" y="1958899"/>
                  </a:lnTo>
                  <a:lnTo>
                    <a:pt x="215986" y="1958938"/>
                  </a:lnTo>
                  <a:lnTo>
                    <a:pt x="216173" y="1959054"/>
                  </a:lnTo>
                  <a:lnTo>
                    <a:pt x="216360" y="1959501"/>
                  </a:lnTo>
                  <a:lnTo>
                    <a:pt x="216547" y="1960670"/>
                  </a:lnTo>
                  <a:lnTo>
                    <a:pt x="216734" y="1962853"/>
                  </a:lnTo>
                  <a:lnTo>
                    <a:pt x="216921" y="1965293"/>
                  </a:lnTo>
                  <a:lnTo>
                    <a:pt x="217108" y="1967853"/>
                  </a:lnTo>
                  <a:lnTo>
                    <a:pt x="217295" y="1970202"/>
                  </a:lnTo>
                  <a:lnTo>
                    <a:pt x="217482" y="1972470"/>
                  </a:lnTo>
                  <a:lnTo>
                    <a:pt x="217668" y="1974887"/>
                  </a:lnTo>
                  <a:lnTo>
                    <a:pt x="217855" y="1976868"/>
                  </a:lnTo>
                  <a:lnTo>
                    <a:pt x="218042" y="1978881"/>
                  </a:lnTo>
                  <a:lnTo>
                    <a:pt x="218229" y="1981291"/>
                  </a:lnTo>
                  <a:lnTo>
                    <a:pt x="218416" y="1984021"/>
                  </a:lnTo>
                  <a:lnTo>
                    <a:pt x="218603" y="1986534"/>
                  </a:lnTo>
                  <a:lnTo>
                    <a:pt x="218790" y="1989496"/>
                  </a:lnTo>
                  <a:lnTo>
                    <a:pt x="218977" y="1992627"/>
                  </a:lnTo>
                  <a:lnTo>
                    <a:pt x="219164" y="1995712"/>
                  </a:lnTo>
                  <a:lnTo>
                    <a:pt x="219351" y="1998031"/>
                  </a:lnTo>
                  <a:lnTo>
                    <a:pt x="219538" y="1999355"/>
                  </a:lnTo>
                  <a:lnTo>
                    <a:pt x="219725" y="2000143"/>
                  </a:lnTo>
                  <a:lnTo>
                    <a:pt x="219911" y="2001447"/>
                  </a:lnTo>
                  <a:lnTo>
                    <a:pt x="220098" y="2002456"/>
                  </a:lnTo>
                  <a:lnTo>
                    <a:pt x="220285" y="2003414"/>
                  </a:lnTo>
                  <a:lnTo>
                    <a:pt x="220472" y="2004129"/>
                  </a:lnTo>
                  <a:lnTo>
                    <a:pt x="220659" y="2004954"/>
                  </a:lnTo>
                  <a:lnTo>
                    <a:pt x="220846" y="2005614"/>
                  </a:lnTo>
                  <a:lnTo>
                    <a:pt x="221033" y="2005804"/>
                  </a:lnTo>
                  <a:lnTo>
                    <a:pt x="221220" y="2005777"/>
                  </a:lnTo>
                  <a:lnTo>
                    <a:pt x="221407" y="2005538"/>
                  </a:lnTo>
                  <a:lnTo>
                    <a:pt x="221594" y="2004655"/>
                  </a:lnTo>
                  <a:lnTo>
                    <a:pt x="221781" y="2003339"/>
                  </a:lnTo>
                  <a:lnTo>
                    <a:pt x="221968" y="2002226"/>
                  </a:lnTo>
                  <a:lnTo>
                    <a:pt x="222155" y="2002115"/>
                  </a:lnTo>
                  <a:lnTo>
                    <a:pt x="222341" y="2001996"/>
                  </a:lnTo>
                  <a:lnTo>
                    <a:pt x="222528" y="2001857"/>
                  </a:lnTo>
                  <a:lnTo>
                    <a:pt x="222715" y="2001450"/>
                  </a:lnTo>
                  <a:lnTo>
                    <a:pt x="222902" y="2000735"/>
                  </a:lnTo>
                  <a:lnTo>
                    <a:pt x="223089" y="2000679"/>
                  </a:lnTo>
                  <a:lnTo>
                    <a:pt x="223276" y="2000066"/>
                  </a:lnTo>
                  <a:lnTo>
                    <a:pt x="223463" y="2000271"/>
                  </a:lnTo>
                  <a:lnTo>
                    <a:pt x="223650" y="2001275"/>
                  </a:lnTo>
                  <a:lnTo>
                    <a:pt x="223837" y="2002564"/>
                  </a:lnTo>
                  <a:lnTo>
                    <a:pt x="224024" y="2004276"/>
                  </a:lnTo>
                  <a:lnTo>
                    <a:pt x="224211" y="2006033"/>
                  </a:lnTo>
                  <a:lnTo>
                    <a:pt x="224398" y="2007167"/>
                  </a:lnTo>
                  <a:lnTo>
                    <a:pt x="224584" y="2009488"/>
                  </a:lnTo>
                  <a:lnTo>
                    <a:pt x="224771" y="2011372"/>
                  </a:lnTo>
                  <a:lnTo>
                    <a:pt x="224958" y="2012506"/>
                  </a:lnTo>
                  <a:lnTo>
                    <a:pt x="225145" y="2013278"/>
                  </a:lnTo>
                  <a:lnTo>
                    <a:pt x="225332" y="2014001"/>
                  </a:lnTo>
                  <a:lnTo>
                    <a:pt x="225519" y="2013193"/>
                  </a:lnTo>
                  <a:lnTo>
                    <a:pt x="225706" y="2012425"/>
                  </a:lnTo>
                  <a:lnTo>
                    <a:pt x="225893" y="2011641"/>
                  </a:lnTo>
                  <a:lnTo>
                    <a:pt x="226080" y="2012120"/>
                  </a:lnTo>
                  <a:lnTo>
                    <a:pt x="226267" y="2011726"/>
                  </a:lnTo>
                  <a:lnTo>
                    <a:pt x="226454" y="2010160"/>
                  </a:lnTo>
                  <a:lnTo>
                    <a:pt x="226641" y="2008273"/>
                  </a:lnTo>
                  <a:lnTo>
                    <a:pt x="226828" y="2005608"/>
                  </a:lnTo>
                  <a:lnTo>
                    <a:pt x="227014" y="2002636"/>
                  </a:lnTo>
                  <a:lnTo>
                    <a:pt x="227201" y="1999788"/>
                  </a:lnTo>
                  <a:lnTo>
                    <a:pt x="227388" y="1996214"/>
                  </a:lnTo>
                  <a:lnTo>
                    <a:pt x="227575" y="1992497"/>
                  </a:lnTo>
                  <a:lnTo>
                    <a:pt x="227762" y="1988200"/>
                  </a:lnTo>
                  <a:lnTo>
                    <a:pt x="227949" y="1984473"/>
                  </a:lnTo>
                  <a:lnTo>
                    <a:pt x="228136" y="1981041"/>
                  </a:lnTo>
                  <a:lnTo>
                    <a:pt x="228323" y="1979362"/>
                  </a:lnTo>
                  <a:lnTo>
                    <a:pt x="228510" y="1978229"/>
                  </a:lnTo>
                  <a:lnTo>
                    <a:pt x="228697" y="1977396"/>
                  </a:lnTo>
                  <a:lnTo>
                    <a:pt x="228884" y="1976974"/>
                  </a:lnTo>
                  <a:lnTo>
                    <a:pt x="229071" y="1975261"/>
                  </a:lnTo>
                  <a:lnTo>
                    <a:pt x="229258" y="1974293"/>
                  </a:lnTo>
                  <a:lnTo>
                    <a:pt x="229444" y="1973999"/>
                  </a:lnTo>
                  <a:lnTo>
                    <a:pt x="229631" y="1974414"/>
                  </a:lnTo>
                  <a:lnTo>
                    <a:pt x="229818" y="1974907"/>
                  </a:lnTo>
                  <a:lnTo>
                    <a:pt x="230005" y="1975057"/>
                  </a:lnTo>
                  <a:lnTo>
                    <a:pt x="230192" y="1975303"/>
                  </a:lnTo>
                  <a:lnTo>
                    <a:pt x="230379" y="1975700"/>
                  </a:lnTo>
                  <a:lnTo>
                    <a:pt x="230566" y="1976546"/>
                  </a:lnTo>
                  <a:lnTo>
                    <a:pt x="230753" y="1978091"/>
                  </a:lnTo>
                  <a:lnTo>
                    <a:pt x="230940" y="1982069"/>
                  </a:lnTo>
                  <a:lnTo>
                    <a:pt x="231127" y="1985432"/>
                  </a:lnTo>
                  <a:lnTo>
                    <a:pt x="231314" y="1987180"/>
                  </a:lnTo>
                  <a:lnTo>
                    <a:pt x="231501" y="1987791"/>
                  </a:lnTo>
                  <a:lnTo>
                    <a:pt x="231687" y="1988075"/>
                  </a:lnTo>
                  <a:lnTo>
                    <a:pt x="231874" y="1987592"/>
                  </a:lnTo>
                  <a:lnTo>
                    <a:pt x="232061" y="1986448"/>
                  </a:lnTo>
                  <a:lnTo>
                    <a:pt x="232248" y="1984875"/>
                  </a:lnTo>
                  <a:lnTo>
                    <a:pt x="232435" y="1982901"/>
                  </a:lnTo>
                  <a:lnTo>
                    <a:pt x="232622" y="1980980"/>
                  </a:lnTo>
                  <a:lnTo>
                    <a:pt x="232809" y="1979726"/>
                  </a:lnTo>
                  <a:lnTo>
                    <a:pt x="232996" y="1978509"/>
                  </a:lnTo>
                  <a:lnTo>
                    <a:pt x="233183" y="1977256"/>
                  </a:lnTo>
                  <a:lnTo>
                    <a:pt x="233370" y="1975450"/>
                  </a:lnTo>
                  <a:lnTo>
                    <a:pt x="233557" y="1972316"/>
                  </a:lnTo>
                  <a:lnTo>
                    <a:pt x="233744" y="1969008"/>
                  </a:lnTo>
                  <a:lnTo>
                    <a:pt x="233931" y="1966557"/>
                  </a:lnTo>
                  <a:lnTo>
                    <a:pt x="234117" y="1966242"/>
                  </a:lnTo>
                  <a:lnTo>
                    <a:pt x="234304" y="1965051"/>
                  </a:lnTo>
                  <a:lnTo>
                    <a:pt x="234491" y="1964571"/>
                  </a:lnTo>
                  <a:lnTo>
                    <a:pt x="234678" y="1964032"/>
                  </a:lnTo>
                  <a:lnTo>
                    <a:pt x="234865" y="1962995"/>
                  </a:lnTo>
                  <a:lnTo>
                    <a:pt x="235052" y="1961626"/>
                  </a:lnTo>
                  <a:lnTo>
                    <a:pt x="235239" y="1960259"/>
                  </a:lnTo>
                  <a:lnTo>
                    <a:pt x="235426" y="1958643"/>
                  </a:lnTo>
                  <a:lnTo>
                    <a:pt x="235613" y="1957064"/>
                  </a:lnTo>
                  <a:lnTo>
                    <a:pt x="235800" y="1955750"/>
                  </a:lnTo>
                  <a:lnTo>
                    <a:pt x="235987" y="1954428"/>
                  </a:lnTo>
                  <a:lnTo>
                    <a:pt x="236174" y="1953210"/>
                  </a:lnTo>
                  <a:lnTo>
                    <a:pt x="236361" y="1952659"/>
                  </a:lnTo>
                  <a:lnTo>
                    <a:pt x="236547" y="1951950"/>
                  </a:lnTo>
                  <a:lnTo>
                    <a:pt x="236734" y="1950853"/>
                  </a:lnTo>
                  <a:lnTo>
                    <a:pt x="236921" y="1949674"/>
                  </a:lnTo>
                  <a:lnTo>
                    <a:pt x="237108" y="1947987"/>
                  </a:lnTo>
                  <a:lnTo>
                    <a:pt x="237295" y="1944676"/>
                  </a:lnTo>
                  <a:lnTo>
                    <a:pt x="237482" y="1941211"/>
                  </a:lnTo>
                  <a:lnTo>
                    <a:pt x="237669" y="1935680"/>
                  </a:lnTo>
                  <a:lnTo>
                    <a:pt x="237856" y="1930838"/>
                  </a:lnTo>
                  <a:lnTo>
                    <a:pt x="238043" y="1926486"/>
                  </a:lnTo>
                  <a:lnTo>
                    <a:pt x="238230" y="1922758"/>
                  </a:lnTo>
                  <a:lnTo>
                    <a:pt x="238417" y="1919325"/>
                  </a:lnTo>
                  <a:lnTo>
                    <a:pt x="238604" y="1915726"/>
                  </a:lnTo>
                  <a:lnTo>
                    <a:pt x="238790" y="1911885"/>
                  </a:lnTo>
                  <a:lnTo>
                    <a:pt x="238977" y="1908127"/>
                  </a:lnTo>
                  <a:lnTo>
                    <a:pt x="239164" y="1904218"/>
                  </a:lnTo>
                  <a:lnTo>
                    <a:pt x="239351" y="1900024"/>
                  </a:lnTo>
                  <a:lnTo>
                    <a:pt x="239538" y="1896000"/>
                  </a:lnTo>
                  <a:lnTo>
                    <a:pt x="239725" y="1892510"/>
                  </a:lnTo>
                  <a:lnTo>
                    <a:pt x="239912" y="1889741"/>
                  </a:lnTo>
                  <a:lnTo>
                    <a:pt x="240099" y="1887448"/>
                  </a:lnTo>
                  <a:lnTo>
                    <a:pt x="240286" y="1885577"/>
                  </a:lnTo>
                  <a:lnTo>
                    <a:pt x="240473" y="1883082"/>
                  </a:lnTo>
                  <a:lnTo>
                    <a:pt x="240660" y="1879996"/>
                  </a:lnTo>
                  <a:lnTo>
                    <a:pt x="240847" y="1876407"/>
                  </a:lnTo>
                  <a:lnTo>
                    <a:pt x="241034" y="1872194"/>
                  </a:lnTo>
                  <a:lnTo>
                    <a:pt x="241220" y="1867226"/>
                  </a:lnTo>
                  <a:lnTo>
                    <a:pt x="241407" y="1861778"/>
                  </a:lnTo>
                  <a:lnTo>
                    <a:pt x="241594" y="1856422"/>
                  </a:lnTo>
                  <a:lnTo>
                    <a:pt x="241781" y="1850870"/>
                  </a:lnTo>
                  <a:lnTo>
                    <a:pt x="241968" y="1845174"/>
                  </a:lnTo>
                  <a:lnTo>
                    <a:pt x="242155" y="1839974"/>
                  </a:lnTo>
                  <a:lnTo>
                    <a:pt x="242342" y="1836470"/>
                  </a:lnTo>
                  <a:lnTo>
                    <a:pt x="242529" y="1832521"/>
                  </a:lnTo>
                  <a:lnTo>
                    <a:pt x="242716" y="1828191"/>
                  </a:lnTo>
                  <a:lnTo>
                    <a:pt x="242903" y="1823989"/>
                  </a:lnTo>
                  <a:lnTo>
                    <a:pt x="243090" y="1819686"/>
                  </a:lnTo>
                  <a:lnTo>
                    <a:pt x="243277" y="1815570"/>
                  </a:lnTo>
                  <a:lnTo>
                    <a:pt x="243463" y="1811445"/>
                  </a:lnTo>
                  <a:lnTo>
                    <a:pt x="243650" y="1807903"/>
                  </a:lnTo>
                  <a:lnTo>
                    <a:pt x="243837" y="1804736"/>
                  </a:lnTo>
                  <a:lnTo>
                    <a:pt x="244024" y="1802082"/>
                  </a:lnTo>
                  <a:lnTo>
                    <a:pt x="244211" y="1799968"/>
                  </a:lnTo>
                  <a:lnTo>
                    <a:pt x="244398" y="1797939"/>
                  </a:lnTo>
                  <a:lnTo>
                    <a:pt x="244585" y="1796056"/>
                  </a:lnTo>
                  <a:lnTo>
                    <a:pt x="244772" y="1794386"/>
                  </a:lnTo>
                  <a:lnTo>
                    <a:pt x="244959" y="1792550"/>
                  </a:lnTo>
                  <a:lnTo>
                    <a:pt x="245146" y="1790920"/>
                  </a:lnTo>
                  <a:lnTo>
                    <a:pt x="245333" y="1789718"/>
                  </a:lnTo>
                  <a:lnTo>
                    <a:pt x="245520" y="1788486"/>
                  </a:lnTo>
                  <a:lnTo>
                    <a:pt x="245707" y="1787210"/>
                  </a:lnTo>
                  <a:lnTo>
                    <a:pt x="245893" y="1786009"/>
                  </a:lnTo>
                  <a:lnTo>
                    <a:pt x="246080" y="1785036"/>
                  </a:lnTo>
                  <a:lnTo>
                    <a:pt x="246267" y="1784307"/>
                  </a:lnTo>
                  <a:lnTo>
                    <a:pt x="246454" y="1783630"/>
                  </a:lnTo>
                  <a:lnTo>
                    <a:pt x="246641" y="1783189"/>
                  </a:lnTo>
                  <a:lnTo>
                    <a:pt x="246828" y="1782885"/>
                  </a:lnTo>
                  <a:lnTo>
                    <a:pt x="247015" y="1782503"/>
                  </a:lnTo>
                  <a:lnTo>
                    <a:pt x="247202" y="1782045"/>
                  </a:lnTo>
                  <a:lnTo>
                    <a:pt x="247389" y="1781744"/>
                  </a:lnTo>
                  <a:lnTo>
                    <a:pt x="247576" y="1781401"/>
                  </a:lnTo>
                  <a:lnTo>
                    <a:pt x="247763" y="1781365"/>
                  </a:lnTo>
                  <a:lnTo>
                    <a:pt x="247950" y="1781909"/>
                  </a:lnTo>
                  <a:lnTo>
                    <a:pt x="248137" y="1782657"/>
                  </a:lnTo>
                  <a:lnTo>
                    <a:pt x="248323" y="1783500"/>
                  </a:lnTo>
                  <a:lnTo>
                    <a:pt x="248510" y="1784441"/>
                  </a:lnTo>
                  <a:lnTo>
                    <a:pt x="248697" y="1785453"/>
                  </a:lnTo>
                  <a:lnTo>
                    <a:pt x="248884" y="1785985"/>
                  </a:lnTo>
                  <a:lnTo>
                    <a:pt x="249071" y="1786234"/>
                  </a:lnTo>
                  <a:lnTo>
                    <a:pt x="249258" y="1786632"/>
                  </a:lnTo>
                  <a:lnTo>
                    <a:pt x="249445" y="1787118"/>
                  </a:lnTo>
                  <a:lnTo>
                    <a:pt x="249632" y="1787600"/>
                  </a:lnTo>
                  <a:lnTo>
                    <a:pt x="249819" y="1788027"/>
                  </a:lnTo>
                  <a:lnTo>
                    <a:pt x="250006" y="1788381"/>
                  </a:lnTo>
                  <a:lnTo>
                    <a:pt x="250193" y="1788629"/>
                  </a:lnTo>
                  <a:lnTo>
                    <a:pt x="250380" y="1789457"/>
                  </a:lnTo>
                  <a:lnTo>
                    <a:pt x="250566" y="1789810"/>
                  </a:lnTo>
                  <a:lnTo>
                    <a:pt x="250753" y="1789855"/>
                  </a:lnTo>
                  <a:lnTo>
                    <a:pt x="250940" y="1789775"/>
                  </a:lnTo>
                  <a:lnTo>
                    <a:pt x="251127" y="1789501"/>
                  </a:lnTo>
                  <a:lnTo>
                    <a:pt x="251314" y="1789501"/>
                  </a:lnTo>
                  <a:lnTo>
                    <a:pt x="251501" y="1789285"/>
                  </a:lnTo>
                  <a:lnTo>
                    <a:pt x="251688" y="1789248"/>
                  </a:lnTo>
                  <a:lnTo>
                    <a:pt x="251875" y="1789233"/>
                  </a:lnTo>
                  <a:lnTo>
                    <a:pt x="252062" y="1789354"/>
                  </a:lnTo>
                  <a:lnTo>
                    <a:pt x="252249" y="1788438"/>
                  </a:lnTo>
                  <a:lnTo>
                    <a:pt x="252436" y="1787185"/>
                  </a:lnTo>
                  <a:lnTo>
                    <a:pt x="252623" y="1785557"/>
                  </a:lnTo>
                  <a:lnTo>
                    <a:pt x="252810" y="1784131"/>
                  </a:lnTo>
                  <a:lnTo>
                    <a:pt x="252996" y="1782899"/>
                  </a:lnTo>
                  <a:lnTo>
                    <a:pt x="253183" y="1781864"/>
                  </a:lnTo>
                  <a:lnTo>
                    <a:pt x="253370" y="1780169"/>
                  </a:lnTo>
                  <a:lnTo>
                    <a:pt x="253557" y="1778260"/>
                  </a:lnTo>
                  <a:lnTo>
                    <a:pt x="253744" y="1776505"/>
                  </a:lnTo>
                  <a:lnTo>
                    <a:pt x="253931" y="1774455"/>
                  </a:lnTo>
                  <a:lnTo>
                    <a:pt x="254118" y="1772002"/>
                  </a:lnTo>
                  <a:lnTo>
                    <a:pt x="254305" y="1769200"/>
                  </a:lnTo>
                  <a:lnTo>
                    <a:pt x="254492" y="1766078"/>
                  </a:lnTo>
                  <a:lnTo>
                    <a:pt x="254679" y="1763270"/>
                  </a:lnTo>
                  <a:lnTo>
                    <a:pt x="254866" y="1760499"/>
                  </a:lnTo>
                  <a:lnTo>
                    <a:pt x="255053" y="1757997"/>
                  </a:lnTo>
                  <a:lnTo>
                    <a:pt x="255239" y="1755924"/>
                  </a:lnTo>
                  <a:lnTo>
                    <a:pt x="255426" y="1754294"/>
                  </a:lnTo>
                  <a:lnTo>
                    <a:pt x="255613" y="1752813"/>
                  </a:lnTo>
                  <a:lnTo>
                    <a:pt x="255800" y="1751012"/>
                  </a:lnTo>
                  <a:lnTo>
                    <a:pt x="255987" y="1749652"/>
                  </a:lnTo>
                  <a:lnTo>
                    <a:pt x="256174" y="1748364"/>
                  </a:lnTo>
                  <a:lnTo>
                    <a:pt x="256361" y="1747435"/>
                  </a:lnTo>
                  <a:lnTo>
                    <a:pt x="256548" y="1746243"/>
                  </a:lnTo>
                  <a:lnTo>
                    <a:pt x="256735" y="1745651"/>
                  </a:lnTo>
                  <a:lnTo>
                    <a:pt x="256922" y="1744785"/>
                  </a:lnTo>
                  <a:lnTo>
                    <a:pt x="257109" y="1744577"/>
                  </a:lnTo>
                  <a:lnTo>
                    <a:pt x="257296" y="1744551"/>
                  </a:lnTo>
                  <a:lnTo>
                    <a:pt x="257483" y="1744233"/>
                  </a:lnTo>
                  <a:lnTo>
                    <a:pt x="257669" y="1743774"/>
                  </a:lnTo>
                  <a:lnTo>
                    <a:pt x="257856" y="1743423"/>
                  </a:lnTo>
                  <a:lnTo>
                    <a:pt x="258043" y="1743181"/>
                  </a:lnTo>
                  <a:lnTo>
                    <a:pt x="258230" y="1742931"/>
                  </a:lnTo>
                  <a:lnTo>
                    <a:pt x="258417" y="1742570"/>
                  </a:lnTo>
                  <a:lnTo>
                    <a:pt x="258604" y="1742433"/>
                  </a:lnTo>
                  <a:lnTo>
                    <a:pt x="258791" y="1742246"/>
                  </a:lnTo>
                  <a:lnTo>
                    <a:pt x="258978" y="1742169"/>
                  </a:lnTo>
                  <a:lnTo>
                    <a:pt x="259165" y="1741239"/>
                  </a:lnTo>
                  <a:lnTo>
                    <a:pt x="259352" y="1741711"/>
                  </a:lnTo>
                  <a:lnTo>
                    <a:pt x="259539" y="1742037"/>
                  </a:lnTo>
                  <a:lnTo>
                    <a:pt x="259726" y="1742572"/>
                  </a:lnTo>
                  <a:lnTo>
                    <a:pt x="259913" y="1743708"/>
                  </a:lnTo>
                  <a:lnTo>
                    <a:pt x="260099" y="1744935"/>
                  </a:lnTo>
                  <a:lnTo>
                    <a:pt x="260286" y="1746380"/>
                  </a:lnTo>
                  <a:lnTo>
                    <a:pt x="260473" y="1747330"/>
                  </a:lnTo>
                  <a:lnTo>
                    <a:pt x="260660" y="1748636"/>
                  </a:lnTo>
                  <a:lnTo>
                    <a:pt x="260847" y="1749793"/>
                  </a:lnTo>
                  <a:lnTo>
                    <a:pt x="261034" y="1751023"/>
                  </a:lnTo>
                  <a:lnTo>
                    <a:pt x="261221" y="1752471"/>
                  </a:lnTo>
                  <a:lnTo>
                    <a:pt x="261408" y="1754340"/>
                  </a:lnTo>
                  <a:lnTo>
                    <a:pt x="261595" y="1756571"/>
                  </a:lnTo>
                  <a:lnTo>
                    <a:pt x="261782" y="1759455"/>
                  </a:lnTo>
                  <a:lnTo>
                    <a:pt x="261969" y="1761650"/>
                  </a:lnTo>
                  <a:lnTo>
                    <a:pt x="262156" y="1763668"/>
                  </a:lnTo>
                  <a:lnTo>
                    <a:pt x="262342" y="1765555"/>
                  </a:lnTo>
                  <a:lnTo>
                    <a:pt x="262529" y="1767438"/>
                  </a:lnTo>
                  <a:lnTo>
                    <a:pt x="262716" y="1769947"/>
                  </a:lnTo>
                  <a:lnTo>
                    <a:pt x="262903" y="1773825"/>
                  </a:lnTo>
                  <a:lnTo>
                    <a:pt x="263090" y="1777594"/>
                  </a:lnTo>
                  <a:lnTo>
                    <a:pt x="263277" y="1782071"/>
                  </a:lnTo>
                  <a:lnTo>
                    <a:pt x="263464" y="1785662"/>
                  </a:lnTo>
                  <a:lnTo>
                    <a:pt x="263651" y="1789185"/>
                  </a:lnTo>
                  <a:lnTo>
                    <a:pt x="263838" y="1792822"/>
                  </a:lnTo>
                  <a:lnTo>
                    <a:pt x="264025" y="1796367"/>
                  </a:lnTo>
                  <a:lnTo>
                    <a:pt x="264212" y="1800229"/>
                  </a:lnTo>
                  <a:lnTo>
                    <a:pt x="264399" y="1804070"/>
                  </a:lnTo>
                  <a:lnTo>
                    <a:pt x="264586" y="1807034"/>
                  </a:lnTo>
                  <a:lnTo>
                    <a:pt x="264772" y="1810368"/>
                  </a:lnTo>
                  <a:lnTo>
                    <a:pt x="264959" y="1813393"/>
                  </a:lnTo>
                  <a:lnTo>
                    <a:pt x="265146" y="1816277"/>
                  </a:lnTo>
                  <a:lnTo>
                    <a:pt x="265333" y="1818188"/>
                  </a:lnTo>
                  <a:lnTo>
                    <a:pt x="265520" y="1819632"/>
                  </a:lnTo>
                  <a:lnTo>
                    <a:pt x="265707" y="1819618"/>
                  </a:lnTo>
                  <a:lnTo>
                    <a:pt x="265894" y="1819743"/>
                  </a:lnTo>
                  <a:lnTo>
                    <a:pt x="266081" y="1819964"/>
                  </a:lnTo>
                  <a:lnTo>
                    <a:pt x="266268" y="1819926"/>
                  </a:lnTo>
                  <a:lnTo>
                    <a:pt x="266455" y="1821920"/>
                  </a:lnTo>
                  <a:lnTo>
                    <a:pt x="266642" y="1823365"/>
                  </a:lnTo>
                  <a:lnTo>
                    <a:pt x="266829" y="1824089"/>
                  </a:lnTo>
                  <a:lnTo>
                    <a:pt x="267016" y="1824197"/>
                  </a:lnTo>
                  <a:lnTo>
                    <a:pt x="267202" y="1823989"/>
                  </a:lnTo>
                  <a:lnTo>
                    <a:pt x="267389" y="1823876"/>
                  </a:lnTo>
                  <a:lnTo>
                    <a:pt x="267576" y="1823749"/>
                  </a:lnTo>
                  <a:lnTo>
                    <a:pt x="267763" y="1824367"/>
                  </a:lnTo>
                  <a:lnTo>
                    <a:pt x="267950" y="1825380"/>
                  </a:lnTo>
                  <a:lnTo>
                    <a:pt x="268137" y="1826490"/>
                  </a:lnTo>
                  <a:lnTo>
                    <a:pt x="268324" y="1827340"/>
                  </a:lnTo>
                  <a:lnTo>
                    <a:pt x="268511" y="1827888"/>
                  </a:lnTo>
                  <a:lnTo>
                    <a:pt x="268698" y="1828566"/>
                  </a:lnTo>
                  <a:lnTo>
                    <a:pt x="268885" y="1829118"/>
                  </a:lnTo>
                  <a:lnTo>
                    <a:pt x="269072" y="1829676"/>
                  </a:lnTo>
                  <a:lnTo>
                    <a:pt x="269259" y="1830490"/>
                  </a:lnTo>
                  <a:lnTo>
                    <a:pt x="269445" y="1832062"/>
                  </a:lnTo>
                  <a:lnTo>
                    <a:pt x="269632" y="1834361"/>
                  </a:lnTo>
                  <a:lnTo>
                    <a:pt x="269819" y="1837483"/>
                  </a:lnTo>
                  <a:lnTo>
                    <a:pt x="270006" y="1841013"/>
                  </a:lnTo>
                  <a:lnTo>
                    <a:pt x="270193" y="1844544"/>
                  </a:lnTo>
                  <a:lnTo>
                    <a:pt x="270380" y="1847972"/>
                  </a:lnTo>
                  <a:lnTo>
                    <a:pt x="270567" y="1851074"/>
                  </a:lnTo>
                  <a:lnTo>
                    <a:pt x="270754" y="1854283"/>
                  </a:lnTo>
                  <a:lnTo>
                    <a:pt x="270941" y="1858399"/>
                  </a:lnTo>
                  <a:lnTo>
                    <a:pt x="271128" y="1862755"/>
                  </a:lnTo>
                  <a:lnTo>
                    <a:pt x="271315" y="1867409"/>
                  </a:lnTo>
                  <a:lnTo>
                    <a:pt x="271502" y="1870588"/>
                  </a:lnTo>
                  <a:lnTo>
                    <a:pt x="271689" y="1873608"/>
                  </a:lnTo>
                  <a:lnTo>
                    <a:pt x="271875" y="1876101"/>
                  </a:lnTo>
                  <a:lnTo>
                    <a:pt x="272062" y="1878110"/>
                  </a:lnTo>
                  <a:lnTo>
                    <a:pt x="272249" y="1880043"/>
                  </a:lnTo>
                  <a:lnTo>
                    <a:pt x="272436" y="1881926"/>
                  </a:lnTo>
                  <a:lnTo>
                    <a:pt x="272623" y="1883581"/>
                  </a:lnTo>
                  <a:lnTo>
                    <a:pt x="272810" y="1885596"/>
                  </a:lnTo>
                  <a:lnTo>
                    <a:pt x="272997" y="1887392"/>
                  </a:lnTo>
                  <a:lnTo>
                    <a:pt x="273184" y="1888891"/>
                  </a:lnTo>
                  <a:lnTo>
                    <a:pt x="273371" y="1890281"/>
                  </a:lnTo>
                  <a:lnTo>
                    <a:pt x="273558" y="1890984"/>
                  </a:lnTo>
                  <a:lnTo>
                    <a:pt x="273745" y="1890878"/>
                  </a:lnTo>
                  <a:lnTo>
                    <a:pt x="273932" y="1890855"/>
                  </a:lnTo>
                  <a:lnTo>
                    <a:pt x="274118" y="1890934"/>
                  </a:lnTo>
                  <a:lnTo>
                    <a:pt x="274305" y="1890726"/>
                  </a:lnTo>
                  <a:lnTo>
                    <a:pt x="274492" y="1891053"/>
                  </a:lnTo>
                  <a:lnTo>
                    <a:pt x="274679" y="1893109"/>
                  </a:lnTo>
                  <a:lnTo>
                    <a:pt x="274866" y="1894953"/>
                  </a:lnTo>
                  <a:lnTo>
                    <a:pt x="275053" y="1898412"/>
                  </a:lnTo>
                  <a:lnTo>
                    <a:pt x="275240" y="1901264"/>
                  </a:lnTo>
                  <a:lnTo>
                    <a:pt x="275427" y="1903909"/>
                  </a:lnTo>
                  <a:lnTo>
                    <a:pt x="275614" y="1906343"/>
                  </a:lnTo>
                  <a:lnTo>
                    <a:pt x="275801" y="1908749"/>
                  </a:lnTo>
                  <a:lnTo>
                    <a:pt x="275988" y="1911434"/>
                  </a:lnTo>
                  <a:lnTo>
                    <a:pt x="276175" y="1913307"/>
                  </a:lnTo>
                  <a:lnTo>
                    <a:pt x="276362" y="1915882"/>
                  </a:lnTo>
                  <a:lnTo>
                    <a:pt x="276548" y="1918720"/>
                  </a:lnTo>
                  <a:lnTo>
                    <a:pt x="276735" y="1921691"/>
                  </a:lnTo>
                  <a:lnTo>
                    <a:pt x="276922" y="1924571"/>
                  </a:lnTo>
                  <a:lnTo>
                    <a:pt x="277109" y="1927401"/>
                  </a:lnTo>
                  <a:lnTo>
                    <a:pt x="277296" y="1929728"/>
                  </a:lnTo>
                  <a:lnTo>
                    <a:pt x="277483" y="1931379"/>
                  </a:lnTo>
                  <a:lnTo>
                    <a:pt x="277670" y="1933244"/>
                  </a:lnTo>
                  <a:lnTo>
                    <a:pt x="277857" y="1936157"/>
                  </a:lnTo>
                  <a:lnTo>
                    <a:pt x="278044" y="1939647"/>
                  </a:lnTo>
                  <a:lnTo>
                    <a:pt x="278231" y="1943765"/>
                  </a:lnTo>
                  <a:lnTo>
                    <a:pt x="278418" y="1948666"/>
                  </a:lnTo>
                  <a:lnTo>
                    <a:pt x="278605" y="1954360"/>
                  </a:lnTo>
                  <a:lnTo>
                    <a:pt x="278792" y="1960475"/>
                  </a:lnTo>
                  <a:lnTo>
                    <a:pt x="278978" y="1966606"/>
                  </a:lnTo>
                  <a:lnTo>
                    <a:pt x="279165" y="1973026"/>
                  </a:lnTo>
                  <a:lnTo>
                    <a:pt x="279352" y="1979281"/>
                  </a:lnTo>
                  <a:lnTo>
                    <a:pt x="279539" y="1984900"/>
                  </a:lnTo>
                  <a:lnTo>
                    <a:pt x="279726" y="1988682"/>
                  </a:lnTo>
                  <a:lnTo>
                    <a:pt x="279913" y="1992427"/>
                  </a:lnTo>
                  <a:lnTo>
                    <a:pt x="280100" y="1996374"/>
                  </a:lnTo>
                  <a:lnTo>
                    <a:pt x="280287" y="2000345"/>
                  </a:lnTo>
                  <a:lnTo>
                    <a:pt x="280474" y="2004250"/>
                  </a:lnTo>
                  <a:lnTo>
                    <a:pt x="280661" y="2008352"/>
                  </a:lnTo>
                  <a:lnTo>
                    <a:pt x="280848" y="2012269"/>
                  </a:lnTo>
                  <a:lnTo>
                    <a:pt x="281035" y="2015642"/>
                  </a:lnTo>
                  <a:lnTo>
                    <a:pt x="281221" y="2018443"/>
                  </a:lnTo>
                  <a:lnTo>
                    <a:pt x="281408" y="2020667"/>
                  </a:lnTo>
                  <a:lnTo>
                    <a:pt x="281595" y="2022326"/>
                  </a:lnTo>
                  <a:lnTo>
                    <a:pt x="281782" y="2023751"/>
                  </a:lnTo>
                  <a:lnTo>
                    <a:pt x="281969" y="2024983"/>
                  </a:lnTo>
                  <a:lnTo>
                    <a:pt x="282156" y="2026161"/>
                  </a:lnTo>
                  <a:lnTo>
                    <a:pt x="282343" y="2027544"/>
                  </a:lnTo>
                  <a:lnTo>
                    <a:pt x="282530" y="2028893"/>
                  </a:lnTo>
                  <a:lnTo>
                    <a:pt x="282717" y="2029995"/>
                  </a:lnTo>
                  <a:lnTo>
                    <a:pt x="282904" y="2031099"/>
                  </a:lnTo>
                  <a:lnTo>
                    <a:pt x="283091" y="2032163"/>
                  </a:lnTo>
                  <a:lnTo>
                    <a:pt x="283278" y="2033142"/>
                  </a:lnTo>
                  <a:lnTo>
                    <a:pt x="283465" y="2034035"/>
                  </a:lnTo>
                  <a:lnTo>
                    <a:pt x="283651" y="2034807"/>
                  </a:lnTo>
                  <a:lnTo>
                    <a:pt x="283838" y="2035451"/>
                  </a:lnTo>
                  <a:lnTo>
                    <a:pt x="284025" y="2036111"/>
                  </a:lnTo>
                  <a:lnTo>
                    <a:pt x="284212" y="2036771"/>
                  </a:lnTo>
                  <a:lnTo>
                    <a:pt x="284399" y="2037432"/>
                  </a:lnTo>
                  <a:lnTo>
                    <a:pt x="284586" y="2038092"/>
                  </a:lnTo>
                  <a:lnTo>
                    <a:pt x="284773" y="2038702"/>
                  </a:lnTo>
                  <a:lnTo>
                    <a:pt x="284960" y="2039362"/>
                  </a:lnTo>
                  <a:lnTo>
                    <a:pt x="285147" y="2039726"/>
                  </a:lnTo>
                  <a:lnTo>
                    <a:pt x="285334" y="2039948"/>
                  </a:lnTo>
                  <a:lnTo>
                    <a:pt x="285521" y="2040113"/>
                  </a:lnTo>
                  <a:lnTo>
                    <a:pt x="285708" y="2040278"/>
                  </a:lnTo>
                  <a:lnTo>
                    <a:pt x="285895" y="2040443"/>
                  </a:lnTo>
                  <a:lnTo>
                    <a:pt x="286081" y="2040765"/>
                  </a:lnTo>
                  <a:lnTo>
                    <a:pt x="286268" y="2041879"/>
                  </a:lnTo>
                  <a:lnTo>
                    <a:pt x="286455" y="2043356"/>
                  </a:lnTo>
                  <a:lnTo>
                    <a:pt x="286642" y="2044635"/>
                  </a:lnTo>
                  <a:lnTo>
                    <a:pt x="286829" y="2045791"/>
                  </a:lnTo>
                  <a:lnTo>
                    <a:pt x="287016" y="2046888"/>
                  </a:lnTo>
                  <a:lnTo>
                    <a:pt x="287203" y="2047936"/>
                  </a:lnTo>
                  <a:lnTo>
                    <a:pt x="287390" y="2049067"/>
                  </a:lnTo>
                  <a:lnTo>
                    <a:pt x="287577" y="2050040"/>
                  </a:lnTo>
                  <a:lnTo>
                    <a:pt x="287764" y="2050391"/>
                  </a:lnTo>
                  <a:lnTo>
                    <a:pt x="287951" y="2051297"/>
                  </a:lnTo>
                  <a:lnTo>
                    <a:pt x="288138" y="2052281"/>
                  </a:lnTo>
                  <a:lnTo>
                    <a:pt x="288324" y="2053396"/>
                  </a:lnTo>
                  <a:lnTo>
                    <a:pt x="288511" y="2054656"/>
                  </a:lnTo>
                  <a:lnTo>
                    <a:pt x="288698" y="2056107"/>
                  </a:lnTo>
                  <a:lnTo>
                    <a:pt x="288885" y="2057648"/>
                  </a:lnTo>
                  <a:lnTo>
                    <a:pt x="289072" y="2058915"/>
                  </a:lnTo>
                  <a:lnTo>
                    <a:pt x="289259" y="2060277"/>
                  </a:lnTo>
                  <a:lnTo>
                    <a:pt x="289446" y="2062471"/>
                  </a:lnTo>
                  <a:lnTo>
                    <a:pt x="289633" y="2065598"/>
                  </a:lnTo>
                  <a:lnTo>
                    <a:pt x="289820" y="2069040"/>
                  </a:lnTo>
                  <a:lnTo>
                    <a:pt x="290007" y="2072890"/>
                  </a:lnTo>
                  <a:lnTo>
                    <a:pt x="290194" y="2076596"/>
                  </a:lnTo>
                  <a:lnTo>
                    <a:pt x="290381" y="2080158"/>
                  </a:lnTo>
                  <a:lnTo>
                    <a:pt x="290568" y="2083464"/>
                  </a:lnTo>
                  <a:lnTo>
                    <a:pt x="290754" y="2087020"/>
                  </a:lnTo>
                  <a:lnTo>
                    <a:pt x="290941" y="2090688"/>
                  </a:lnTo>
                  <a:lnTo>
                    <a:pt x="291128" y="2094053"/>
                  </a:lnTo>
                  <a:lnTo>
                    <a:pt x="291315" y="2097576"/>
                  </a:lnTo>
                  <a:lnTo>
                    <a:pt x="291502" y="2101061"/>
                  </a:lnTo>
                  <a:lnTo>
                    <a:pt x="291689" y="2104589"/>
                  </a:lnTo>
                  <a:lnTo>
                    <a:pt x="291876" y="2108298"/>
                  </a:lnTo>
                  <a:lnTo>
                    <a:pt x="292063" y="2111625"/>
                  </a:lnTo>
                  <a:lnTo>
                    <a:pt x="292250" y="2114552"/>
                  </a:lnTo>
                  <a:lnTo>
                    <a:pt x="292437" y="2117181"/>
                  </a:lnTo>
                  <a:lnTo>
                    <a:pt x="292624" y="2119534"/>
                  </a:lnTo>
                  <a:lnTo>
                    <a:pt x="292811" y="2121527"/>
                  </a:lnTo>
                  <a:lnTo>
                    <a:pt x="292997" y="2123379"/>
                  </a:lnTo>
                  <a:lnTo>
                    <a:pt x="293184" y="2125331"/>
                  </a:lnTo>
                  <a:lnTo>
                    <a:pt x="293371" y="2126859"/>
                  </a:lnTo>
                  <a:lnTo>
                    <a:pt x="293558" y="2128040"/>
                  </a:lnTo>
                  <a:lnTo>
                    <a:pt x="293745" y="2128801"/>
                  </a:lnTo>
                  <a:lnTo>
                    <a:pt x="293932" y="2129581"/>
                  </a:lnTo>
                  <a:lnTo>
                    <a:pt x="294119" y="2129917"/>
                  </a:lnTo>
                  <a:lnTo>
                    <a:pt x="294306" y="2130895"/>
                  </a:lnTo>
                  <a:lnTo>
                    <a:pt x="294493" y="2131627"/>
                  </a:lnTo>
                  <a:lnTo>
                    <a:pt x="294680" y="2131718"/>
                  </a:lnTo>
                  <a:lnTo>
                    <a:pt x="294867" y="2132373"/>
                  </a:lnTo>
                  <a:lnTo>
                    <a:pt x="295054" y="2133317"/>
                  </a:lnTo>
                  <a:lnTo>
                    <a:pt x="295241" y="2134117"/>
                  </a:lnTo>
                  <a:lnTo>
                    <a:pt x="295427" y="2134738"/>
                  </a:lnTo>
                  <a:lnTo>
                    <a:pt x="295614" y="2135154"/>
                  </a:lnTo>
                  <a:lnTo>
                    <a:pt x="295801" y="2135680"/>
                  </a:lnTo>
                  <a:lnTo>
                    <a:pt x="295988" y="2136100"/>
                  </a:lnTo>
                  <a:lnTo>
                    <a:pt x="296175" y="2136831"/>
                  </a:lnTo>
                  <a:lnTo>
                    <a:pt x="296362" y="2137742"/>
                  </a:lnTo>
                  <a:lnTo>
                    <a:pt x="296549" y="2140045"/>
                  </a:lnTo>
                  <a:lnTo>
                    <a:pt x="296736" y="2141890"/>
                  </a:lnTo>
                  <a:lnTo>
                    <a:pt x="296923" y="2143756"/>
                  </a:lnTo>
                  <a:lnTo>
                    <a:pt x="297110" y="2145583"/>
                  </a:lnTo>
                  <a:lnTo>
                    <a:pt x="297297" y="2146749"/>
                  </a:lnTo>
                  <a:lnTo>
                    <a:pt x="297484" y="2148190"/>
                  </a:lnTo>
                  <a:lnTo>
                    <a:pt x="297671" y="2149780"/>
                  </a:lnTo>
                  <a:lnTo>
                    <a:pt x="297857" y="2151452"/>
                  </a:lnTo>
                  <a:lnTo>
                    <a:pt x="298044" y="2153572"/>
                  </a:lnTo>
                  <a:lnTo>
                    <a:pt x="298231" y="2155948"/>
                  </a:lnTo>
                  <a:lnTo>
                    <a:pt x="298418" y="2158426"/>
                  </a:lnTo>
                  <a:lnTo>
                    <a:pt x="298605" y="2160981"/>
                  </a:lnTo>
                  <a:lnTo>
                    <a:pt x="298792" y="2162985"/>
                  </a:lnTo>
                  <a:lnTo>
                    <a:pt x="298979" y="2164887"/>
                  </a:lnTo>
                  <a:lnTo>
                    <a:pt x="299166" y="2166790"/>
                  </a:lnTo>
                  <a:lnTo>
                    <a:pt x="299353" y="2168496"/>
                  </a:lnTo>
                  <a:lnTo>
                    <a:pt x="299540" y="2170212"/>
                  </a:lnTo>
                  <a:lnTo>
                    <a:pt x="299727" y="2172050"/>
                  </a:lnTo>
                  <a:lnTo>
                    <a:pt x="299914" y="2174198"/>
                  </a:lnTo>
                  <a:lnTo>
                    <a:pt x="300100" y="2175999"/>
                  </a:lnTo>
                  <a:lnTo>
                    <a:pt x="300287" y="2177678"/>
                  </a:lnTo>
                  <a:lnTo>
                    <a:pt x="300474" y="2179646"/>
                  </a:lnTo>
                  <a:lnTo>
                    <a:pt x="300661" y="2181159"/>
                  </a:lnTo>
                  <a:lnTo>
                    <a:pt x="300848" y="2182222"/>
                  </a:lnTo>
                  <a:lnTo>
                    <a:pt x="301035" y="2183261"/>
                  </a:lnTo>
                  <a:lnTo>
                    <a:pt x="301222" y="2184564"/>
                  </a:lnTo>
                  <a:lnTo>
                    <a:pt x="301409" y="2185855"/>
                  </a:lnTo>
                  <a:lnTo>
                    <a:pt x="301596" y="2187302"/>
                  </a:lnTo>
                  <a:lnTo>
                    <a:pt x="301783" y="2189052"/>
                  </a:lnTo>
                  <a:lnTo>
                    <a:pt x="301970" y="2191990"/>
                  </a:lnTo>
                  <a:lnTo>
                    <a:pt x="302157" y="2194649"/>
                  </a:lnTo>
                  <a:lnTo>
                    <a:pt x="302344" y="2197514"/>
                  </a:lnTo>
                  <a:lnTo>
                    <a:pt x="302530" y="2200245"/>
                  </a:lnTo>
                  <a:lnTo>
                    <a:pt x="302717" y="2203299"/>
                  </a:lnTo>
                  <a:lnTo>
                    <a:pt x="302904" y="2206154"/>
                  </a:lnTo>
                  <a:lnTo>
                    <a:pt x="303091" y="2209290"/>
                  </a:lnTo>
                  <a:lnTo>
                    <a:pt x="303278" y="2212426"/>
                  </a:lnTo>
                  <a:lnTo>
                    <a:pt x="303465" y="2215743"/>
                  </a:lnTo>
                  <a:lnTo>
                    <a:pt x="303652" y="2219184"/>
                  </a:lnTo>
                  <a:lnTo>
                    <a:pt x="303839" y="2222245"/>
                  </a:lnTo>
                  <a:lnTo>
                    <a:pt x="304026" y="2225414"/>
                  </a:lnTo>
                  <a:lnTo>
                    <a:pt x="304213" y="2229127"/>
                  </a:lnTo>
                  <a:lnTo>
                    <a:pt x="304400" y="2232890"/>
                  </a:lnTo>
                  <a:lnTo>
                    <a:pt x="304587" y="2236686"/>
                  </a:lnTo>
                  <a:lnTo>
                    <a:pt x="304774" y="2240531"/>
                  </a:lnTo>
                  <a:lnTo>
                    <a:pt x="304960" y="2244451"/>
                  </a:lnTo>
                  <a:lnTo>
                    <a:pt x="305147" y="2247933"/>
                  </a:lnTo>
                  <a:lnTo>
                    <a:pt x="305334" y="2251118"/>
                  </a:lnTo>
                  <a:lnTo>
                    <a:pt x="305521" y="2254114"/>
                  </a:lnTo>
                  <a:lnTo>
                    <a:pt x="305708" y="2257167"/>
                  </a:lnTo>
                  <a:lnTo>
                    <a:pt x="305895" y="2260476"/>
                  </a:lnTo>
                  <a:lnTo>
                    <a:pt x="306082" y="2264115"/>
                  </a:lnTo>
                  <a:lnTo>
                    <a:pt x="306269" y="2267936"/>
                  </a:lnTo>
                  <a:lnTo>
                    <a:pt x="306456" y="2271731"/>
                  </a:lnTo>
                  <a:lnTo>
                    <a:pt x="306643" y="2275560"/>
                  </a:lnTo>
                  <a:lnTo>
                    <a:pt x="306830" y="2279183"/>
                  </a:lnTo>
                  <a:lnTo>
                    <a:pt x="307017" y="2282368"/>
                  </a:lnTo>
                  <a:lnTo>
                    <a:pt x="307203" y="2285157"/>
                  </a:lnTo>
                  <a:lnTo>
                    <a:pt x="307390" y="2287658"/>
                  </a:lnTo>
                  <a:lnTo>
                    <a:pt x="307577" y="2289803"/>
                  </a:lnTo>
                  <a:lnTo>
                    <a:pt x="307764" y="2291948"/>
                  </a:lnTo>
                  <a:lnTo>
                    <a:pt x="307951" y="2294259"/>
                  </a:lnTo>
                  <a:lnTo>
                    <a:pt x="308138" y="2296570"/>
                  </a:lnTo>
                  <a:lnTo>
                    <a:pt x="308325" y="2298839"/>
                  </a:lnTo>
                  <a:lnTo>
                    <a:pt x="308512" y="2301133"/>
                  </a:lnTo>
                  <a:lnTo>
                    <a:pt x="308699" y="2303105"/>
                  </a:lnTo>
                  <a:lnTo>
                    <a:pt x="308886" y="2304846"/>
                  </a:lnTo>
                  <a:lnTo>
                    <a:pt x="309073" y="2306480"/>
                  </a:lnTo>
                  <a:lnTo>
                    <a:pt x="309260" y="2308130"/>
                  </a:lnTo>
                  <a:lnTo>
                    <a:pt x="309447" y="2309624"/>
                  </a:lnTo>
                  <a:lnTo>
                    <a:pt x="309633" y="2310919"/>
                  </a:lnTo>
                  <a:lnTo>
                    <a:pt x="309820" y="2312083"/>
                  </a:lnTo>
                  <a:lnTo>
                    <a:pt x="310007" y="2313387"/>
                  </a:lnTo>
                  <a:lnTo>
                    <a:pt x="310194" y="2314417"/>
                  </a:lnTo>
                  <a:lnTo>
                    <a:pt x="310381" y="2315966"/>
                  </a:lnTo>
                  <a:lnTo>
                    <a:pt x="310568" y="2317768"/>
                  </a:lnTo>
                  <a:lnTo>
                    <a:pt x="310755" y="2319908"/>
                  </a:lnTo>
                  <a:lnTo>
                    <a:pt x="310942" y="2322757"/>
                  </a:lnTo>
                  <a:lnTo>
                    <a:pt x="311129" y="2325817"/>
                  </a:lnTo>
                  <a:lnTo>
                    <a:pt x="311316" y="2328408"/>
                  </a:lnTo>
                  <a:lnTo>
                    <a:pt x="311503" y="2330932"/>
                  </a:lnTo>
                  <a:lnTo>
                    <a:pt x="311690" y="2333728"/>
                  </a:lnTo>
                  <a:lnTo>
                    <a:pt x="311876" y="2336427"/>
                  </a:lnTo>
                  <a:lnTo>
                    <a:pt x="312063" y="2339078"/>
                  </a:lnTo>
                  <a:lnTo>
                    <a:pt x="312250" y="2342149"/>
                  </a:lnTo>
                  <a:lnTo>
                    <a:pt x="312437" y="2345642"/>
                  </a:lnTo>
                  <a:lnTo>
                    <a:pt x="312624" y="2349339"/>
                  </a:lnTo>
                  <a:lnTo>
                    <a:pt x="312811" y="2352867"/>
                  </a:lnTo>
                  <a:lnTo>
                    <a:pt x="312998" y="2355966"/>
                  </a:lnTo>
                  <a:lnTo>
                    <a:pt x="313185" y="2358771"/>
                  </a:lnTo>
                  <a:lnTo>
                    <a:pt x="313372" y="2361206"/>
                  </a:lnTo>
                  <a:lnTo>
                    <a:pt x="313559" y="2363426"/>
                  </a:lnTo>
                  <a:lnTo>
                    <a:pt x="313746" y="2364499"/>
                  </a:lnTo>
                  <a:lnTo>
                    <a:pt x="313933" y="2365818"/>
                  </a:lnTo>
                  <a:lnTo>
                    <a:pt x="314120" y="2367170"/>
                  </a:lnTo>
                  <a:lnTo>
                    <a:pt x="314306" y="2368779"/>
                  </a:lnTo>
                  <a:lnTo>
                    <a:pt x="314493" y="2369950"/>
                  </a:lnTo>
                  <a:lnTo>
                    <a:pt x="314680" y="2370901"/>
                  </a:lnTo>
                  <a:lnTo>
                    <a:pt x="314867" y="2371639"/>
                  </a:lnTo>
                  <a:lnTo>
                    <a:pt x="315054" y="2371699"/>
                  </a:lnTo>
                  <a:lnTo>
                    <a:pt x="315241" y="2371069"/>
                  </a:lnTo>
                  <a:lnTo>
                    <a:pt x="315428" y="2370106"/>
                  </a:lnTo>
                  <a:lnTo>
                    <a:pt x="315615" y="2369245"/>
                  </a:lnTo>
                  <a:lnTo>
                    <a:pt x="315802" y="2368398"/>
                  </a:lnTo>
                  <a:lnTo>
                    <a:pt x="315989" y="2367571"/>
                  </a:lnTo>
                  <a:lnTo>
                    <a:pt x="316176" y="2366906"/>
                  </a:lnTo>
                  <a:lnTo>
                    <a:pt x="316363" y="2366377"/>
                  </a:lnTo>
                  <a:lnTo>
                    <a:pt x="316550" y="2365907"/>
                  </a:lnTo>
                  <a:lnTo>
                    <a:pt x="316736" y="2365664"/>
                  </a:lnTo>
                  <a:lnTo>
                    <a:pt x="316923" y="2365652"/>
                  </a:lnTo>
                  <a:lnTo>
                    <a:pt x="317110" y="2365712"/>
                  </a:lnTo>
                  <a:lnTo>
                    <a:pt x="317297" y="2366112"/>
                  </a:lnTo>
                  <a:lnTo>
                    <a:pt x="317484" y="2366784"/>
                  </a:lnTo>
                  <a:lnTo>
                    <a:pt x="317671" y="2367489"/>
                  </a:lnTo>
                  <a:lnTo>
                    <a:pt x="317858" y="2368395"/>
                  </a:lnTo>
                  <a:lnTo>
                    <a:pt x="318045" y="2368904"/>
                  </a:lnTo>
                  <a:lnTo>
                    <a:pt x="318232" y="2369321"/>
                  </a:lnTo>
                  <a:lnTo>
                    <a:pt x="318419" y="2369586"/>
                  </a:lnTo>
                  <a:lnTo>
                    <a:pt x="318606" y="2369780"/>
                  </a:lnTo>
                  <a:lnTo>
                    <a:pt x="318793" y="2369836"/>
                  </a:lnTo>
                  <a:lnTo>
                    <a:pt x="318979" y="2370064"/>
                  </a:lnTo>
                  <a:lnTo>
                    <a:pt x="319166" y="2369972"/>
                  </a:lnTo>
                  <a:lnTo>
                    <a:pt x="319353" y="2369623"/>
                  </a:lnTo>
                  <a:lnTo>
                    <a:pt x="319540" y="2369377"/>
                  </a:lnTo>
                  <a:lnTo>
                    <a:pt x="319727" y="2369049"/>
                  </a:lnTo>
                  <a:lnTo>
                    <a:pt x="319914" y="2368593"/>
                  </a:lnTo>
                  <a:lnTo>
                    <a:pt x="320101" y="2368004"/>
                  </a:lnTo>
                  <a:lnTo>
                    <a:pt x="320288" y="2367089"/>
                  </a:lnTo>
                  <a:lnTo>
                    <a:pt x="320475" y="2366191"/>
                  </a:lnTo>
                  <a:lnTo>
                    <a:pt x="320662" y="2365351"/>
                  </a:lnTo>
                  <a:lnTo>
                    <a:pt x="320849" y="2364310"/>
                  </a:lnTo>
                  <a:lnTo>
                    <a:pt x="321036" y="2363099"/>
                  </a:lnTo>
                  <a:lnTo>
                    <a:pt x="321223" y="2362096"/>
                  </a:lnTo>
                  <a:lnTo>
                    <a:pt x="321409" y="2361112"/>
                  </a:lnTo>
                  <a:lnTo>
                    <a:pt x="321596" y="2360047"/>
                  </a:lnTo>
                  <a:lnTo>
                    <a:pt x="321783" y="2359055"/>
                  </a:lnTo>
                  <a:lnTo>
                    <a:pt x="321970" y="2358031"/>
                  </a:lnTo>
                  <a:lnTo>
                    <a:pt x="322157" y="2357285"/>
                  </a:lnTo>
                  <a:lnTo>
                    <a:pt x="322344" y="2356111"/>
                  </a:lnTo>
                  <a:lnTo>
                    <a:pt x="322531" y="2355136"/>
                  </a:lnTo>
                  <a:lnTo>
                    <a:pt x="322718" y="2354272"/>
                  </a:lnTo>
                  <a:lnTo>
                    <a:pt x="322905" y="2353383"/>
                  </a:lnTo>
                  <a:lnTo>
                    <a:pt x="323092" y="2352537"/>
                  </a:lnTo>
                  <a:lnTo>
                    <a:pt x="323279" y="2351723"/>
                  </a:lnTo>
                  <a:lnTo>
                    <a:pt x="323466" y="2351169"/>
                  </a:lnTo>
                  <a:lnTo>
                    <a:pt x="323653" y="2350807"/>
                  </a:lnTo>
                  <a:lnTo>
                    <a:pt x="323839" y="2350661"/>
                  </a:lnTo>
                  <a:lnTo>
                    <a:pt x="324026" y="2350579"/>
                  </a:lnTo>
                  <a:lnTo>
                    <a:pt x="324213" y="2350744"/>
                  </a:lnTo>
                  <a:lnTo>
                    <a:pt x="324400" y="2350966"/>
                  </a:lnTo>
                  <a:lnTo>
                    <a:pt x="324587" y="2351296"/>
                  </a:lnTo>
                  <a:lnTo>
                    <a:pt x="324774" y="2351651"/>
                  </a:lnTo>
                  <a:lnTo>
                    <a:pt x="324961" y="2352014"/>
                  </a:lnTo>
                  <a:lnTo>
                    <a:pt x="325148" y="2352344"/>
                  </a:lnTo>
                  <a:lnTo>
                    <a:pt x="325335" y="2352518"/>
                  </a:lnTo>
                  <a:lnTo>
                    <a:pt x="325522" y="2352716"/>
                  </a:lnTo>
                  <a:lnTo>
                    <a:pt x="325709" y="2353046"/>
                  </a:lnTo>
                  <a:lnTo>
                    <a:pt x="325896" y="2353376"/>
                  </a:lnTo>
                  <a:lnTo>
                    <a:pt x="326082" y="2353632"/>
                  </a:lnTo>
                  <a:lnTo>
                    <a:pt x="326269" y="2353623"/>
                  </a:lnTo>
                  <a:lnTo>
                    <a:pt x="326456" y="2353541"/>
                  </a:lnTo>
                  <a:lnTo>
                    <a:pt x="326643" y="2353533"/>
                  </a:lnTo>
                  <a:lnTo>
                    <a:pt x="326830" y="2352920"/>
                  </a:lnTo>
                  <a:lnTo>
                    <a:pt x="327017" y="2351988"/>
                  </a:lnTo>
                  <a:lnTo>
                    <a:pt x="327204" y="2350729"/>
                  </a:lnTo>
                  <a:lnTo>
                    <a:pt x="327391" y="2348983"/>
                  </a:lnTo>
                  <a:lnTo>
                    <a:pt x="327578" y="2347065"/>
                  </a:lnTo>
                  <a:lnTo>
                    <a:pt x="327765" y="2345733"/>
                  </a:lnTo>
                  <a:lnTo>
                    <a:pt x="327952" y="2344393"/>
                  </a:lnTo>
                  <a:lnTo>
                    <a:pt x="328139" y="2343103"/>
                  </a:lnTo>
                  <a:lnTo>
                    <a:pt x="328326" y="2341584"/>
                  </a:lnTo>
                  <a:lnTo>
                    <a:pt x="328512" y="2339975"/>
                  </a:lnTo>
                  <a:lnTo>
                    <a:pt x="328699" y="2338454"/>
                  </a:lnTo>
                  <a:lnTo>
                    <a:pt x="328886" y="2337084"/>
                  </a:lnTo>
                  <a:lnTo>
                    <a:pt x="329073" y="2336133"/>
                  </a:lnTo>
                  <a:lnTo>
                    <a:pt x="329260" y="2335243"/>
                  </a:lnTo>
                  <a:lnTo>
                    <a:pt x="329447" y="2334300"/>
                  </a:lnTo>
                  <a:lnTo>
                    <a:pt x="329634" y="2333660"/>
                  </a:lnTo>
                  <a:lnTo>
                    <a:pt x="329821" y="2332964"/>
                  </a:lnTo>
                  <a:lnTo>
                    <a:pt x="330008" y="2332712"/>
                  </a:lnTo>
                  <a:lnTo>
                    <a:pt x="330195" y="2332674"/>
                  </a:lnTo>
                  <a:lnTo>
                    <a:pt x="330382" y="2332842"/>
                  </a:lnTo>
                  <a:lnTo>
                    <a:pt x="330569" y="2333169"/>
                  </a:lnTo>
                  <a:lnTo>
                    <a:pt x="330755" y="2333542"/>
                  </a:lnTo>
                  <a:lnTo>
                    <a:pt x="330942" y="2333628"/>
                  </a:lnTo>
                  <a:lnTo>
                    <a:pt x="331129" y="2334166"/>
                  </a:lnTo>
                  <a:lnTo>
                    <a:pt x="331316" y="2335240"/>
                  </a:lnTo>
                  <a:lnTo>
                    <a:pt x="331503" y="2336335"/>
                  </a:lnTo>
                  <a:lnTo>
                    <a:pt x="331690" y="2337386"/>
                  </a:lnTo>
                  <a:lnTo>
                    <a:pt x="331877" y="2338592"/>
                  </a:lnTo>
                  <a:lnTo>
                    <a:pt x="332064" y="2339945"/>
                  </a:lnTo>
                  <a:lnTo>
                    <a:pt x="332251" y="2340910"/>
                  </a:lnTo>
                  <a:lnTo>
                    <a:pt x="332438" y="2342147"/>
                  </a:lnTo>
                  <a:lnTo>
                    <a:pt x="332625" y="2343631"/>
                  </a:lnTo>
                  <a:lnTo>
                    <a:pt x="332812" y="2345234"/>
                  </a:lnTo>
                  <a:lnTo>
                    <a:pt x="332999" y="2347151"/>
                  </a:lnTo>
                  <a:lnTo>
                    <a:pt x="333185" y="2348969"/>
                  </a:lnTo>
                  <a:lnTo>
                    <a:pt x="333372" y="2350707"/>
                  </a:lnTo>
                  <a:lnTo>
                    <a:pt x="333559" y="2352400"/>
                  </a:lnTo>
                  <a:lnTo>
                    <a:pt x="333746" y="2354017"/>
                  </a:lnTo>
                  <a:lnTo>
                    <a:pt x="333933" y="2355410"/>
                  </a:lnTo>
                  <a:lnTo>
                    <a:pt x="334120" y="2356358"/>
                  </a:lnTo>
                  <a:lnTo>
                    <a:pt x="334307" y="2357257"/>
                  </a:lnTo>
                  <a:lnTo>
                    <a:pt x="334494" y="2358092"/>
                  </a:lnTo>
                  <a:lnTo>
                    <a:pt x="334681" y="2358946"/>
                  </a:lnTo>
                  <a:lnTo>
                    <a:pt x="334868" y="2359564"/>
                  </a:lnTo>
                  <a:lnTo>
                    <a:pt x="335055" y="2360198"/>
                  </a:lnTo>
                  <a:lnTo>
                    <a:pt x="335242" y="2360899"/>
                  </a:lnTo>
                  <a:lnTo>
                    <a:pt x="335429" y="2361426"/>
                  </a:lnTo>
                  <a:lnTo>
                    <a:pt x="335615" y="2361591"/>
                  </a:lnTo>
                  <a:lnTo>
                    <a:pt x="335802" y="2361442"/>
                  </a:lnTo>
                  <a:lnTo>
                    <a:pt x="335989" y="2361011"/>
                  </a:lnTo>
                  <a:lnTo>
                    <a:pt x="336176" y="2360558"/>
                  </a:lnTo>
                  <a:lnTo>
                    <a:pt x="336363" y="2360146"/>
                  </a:lnTo>
                  <a:lnTo>
                    <a:pt x="336550" y="2359837"/>
                  </a:lnTo>
                  <a:lnTo>
                    <a:pt x="336737" y="2359656"/>
                  </a:lnTo>
                  <a:lnTo>
                    <a:pt x="336924" y="2359228"/>
                  </a:lnTo>
                  <a:lnTo>
                    <a:pt x="337111" y="2358437"/>
                  </a:lnTo>
                  <a:lnTo>
                    <a:pt x="337298" y="2357414"/>
                  </a:lnTo>
                  <a:lnTo>
                    <a:pt x="337485" y="2356258"/>
                  </a:lnTo>
                  <a:lnTo>
                    <a:pt x="337672" y="2355330"/>
                  </a:lnTo>
                  <a:lnTo>
                    <a:pt x="337858" y="2354364"/>
                  </a:lnTo>
                  <a:lnTo>
                    <a:pt x="338045" y="2353341"/>
                  </a:lnTo>
                  <a:lnTo>
                    <a:pt x="338232" y="2352317"/>
                  </a:lnTo>
                  <a:lnTo>
                    <a:pt x="338419" y="2351145"/>
                  </a:lnTo>
                  <a:lnTo>
                    <a:pt x="338606" y="2349975"/>
                  </a:lnTo>
                  <a:lnTo>
                    <a:pt x="338793" y="2348808"/>
                  </a:lnTo>
                  <a:lnTo>
                    <a:pt x="338980" y="2347633"/>
                  </a:lnTo>
                  <a:lnTo>
                    <a:pt x="339167" y="2346326"/>
                  </a:lnTo>
                  <a:lnTo>
                    <a:pt x="339354" y="2345030"/>
                  </a:lnTo>
                  <a:lnTo>
                    <a:pt x="339541" y="2343865"/>
                  </a:lnTo>
                  <a:lnTo>
                    <a:pt x="339728" y="2342839"/>
                  </a:lnTo>
                  <a:lnTo>
                    <a:pt x="339915" y="2342263"/>
                  </a:lnTo>
                  <a:lnTo>
                    <a:pt x="340102" y="2341882"/>
                  </a:lnTo>
                  <a:lnTo>
                    <a:pt x="340288" y="2342154"/>
                  </a:lnTo>
                  <a:lnTo>
                    <a:pt x="340475" y="2342319"/>
                  </a:lnTo>
                  <a:lnTo>
                    <a:pt x="340662" y="2342336"/>
                  </a:lnTo>
                  <a:lnTo>
                    <a:pt x="340849" y="2342171"/>
                  </a:lnTo>
                  <a:lnTo>
                    <a:pt x="341036" y="2341841"/>
                  </a:lnTo>
                  <a:lnTo>
                    <a:pt x="341223" y="2341568"/>
                  </a:lnTo>
                  <a:lnTo>
                    <a:pt x="341410" y="2341205"/>
                  </a:lnTo>
                  <a:lnTo>
                    <a:pt x="341597" y="2340727"/>
                  </a:lnTo>
                  <a:lnTo>
                    <a:pt x="341784" y="2340232"/>
                  </a:lnTo>
                  <a:lnTo>
                    <a:pt x="341971" y="2339835"/>
                  </a:lnTo>
                  <a:lnTo>
                    <a:pt x="342158" y="2339781"/>
                  </a:lnTo>
                  <a:lnTo>
                    <a:pt x="342345" y="2339705"/>
                  </a:lnTo>
                  <a:lnTo>
                    <a:pt x="342532" y="2339407"/>
                  </a:lnTo>
                  <a:lnTo>
                    <a:pt x="342718" y="2338888"/>
                  </a:lnTo>
                  <a:lnTo>
                    <a:pt x="342905" y="2338665"/>
                  </a:lnTo>
                  <a:lnTo>
                    <a:pt x="343092" y="2338321"/>
                  </a:lnTo>
                  <a:lnTo>
                    <a:pt x="343279" y="2337877"/>
                  </a:lnTo>
                  <a:lnTo>
                    <a:pt x="343466" y="2337427"/>
                  </a:lnTo>
                  <a:lnTo>
                    <a:pt x="343653" y="2337077"/>
                  </a:lnTo>
                  <a:lnTo>
                    <a:pt x="343840" y="2336800"/>
                  </a:lnTo>
                  <a:lnTo>
                    <a:pt x="344027" y="2336503"/>
                  </a:lnTo>
                  <a:lnTo>
                    <a:pt x="344214" y="2336250"/>
                  </a:lnTo>
                  <a:lnTo>
                    <a:pt x="344401" y="2335910"/>
                  </a:lnTo>
                  <a:lnTo>
                    <a:pt x="344588" y="2335561"/>
                  </a:lnTo>
                  <a:lnTo>
                    <a:pt x="344775" y="2335231"/>
                  </a:lnTo>
                  <a:lnTo>
                    <a:pt x="344961" y="2334991"/>
                  </a:lnTo>
                  <a:lnTo>
                    <a:pt x="345148" y="2334741"/>
                  </a:lnTo>
                  <a:lnTo>
                    <a:pt x="345335" y="2334265"/>
                  </a:lnTo>
                  <a:lnTo>
                    <a:pt x="345522" y="2333877"/>
                  </a:lnTo>
                  <a:lnTo>
                    <a:pt x="345709" y="2333381"/>
                  </a:lnTo>
                  <a:lnTo>
                    <a:pt x="345896" y="2332859"/>
                  </a:lnTo>
                  <a:lnTo>
                    <a:pt x="346083" y="2331934"/>
                  </a:lnTo>
                  <a:lnTo>
                    <a:pt x="346270" y="2331101"/>
                  </a:lnTo>
                  <a:lnTo>
                    <a:pt x="346457" y="2330152"/>
                  </a:lnTo>
                  <a:lnTo>
                    <a:pt x="346644" y="2329137"/>
                  </a:lnTo>
                  <a:lnTo>
                    <a:pt x="346831" y="2328295"/>
                  </a:lnTo>
                  <a:lnTo>
                    <a:pt x="347018" y="2327388"/>
                  </a:lnTo>
                  <a:lnTo>
                    <a:pt x="347205" y="2327064"/>
                  </a:lnTo>
                  <a:lnTo>
                    <a:pt x="347391" y="2326596"/>
                  </a:lnTo>
                  <a:lnTo>
                    <a:pt x="347578" y="2326180"/>
                  </a:lnTo>
                  <a:lnTo>
                    <a:pt x="347765" y="2325397"/>
                  </a:lnTo>
                  <a:lnTo>
                    <a:pt x="347952" y="2324751"/>
                  </a:lnTo>
                  <a:lnTo>
                    <a:pt x="348139" y="2324009"/>
                  </a:lnTo>
                  <a:lnTo>
                    <a:pt x="348326" y="2323074"/>
                  </a:lnTo>
                  <a:lnTo>
                    <a:pt x="348513" y="2322221"/>
                  </a:lnTo>
                  <a:lnTo>
                    <a:pt x="348700" y="2321608"/>
                  </a:lnTo>
                  <a:lnTo>
                    <a:pt x="348887" y="2321015"/>
                  </a:lnTo>
                  <a:lnTo>
                    <a:pt x="349074" y="2320429"/>
                  </a:lnTo>
                  <a:lnTo>
                    <a:pt x="349261" y="2319955"/>
                  </a:lnTo>
                  <a:lnTo>
                    <a:pt x="349448" y="2319519"/>
                  </a:lnTo>
                  <a:lnTo>
                    <a:pt x="349634" y="2319035"/>
                  </a:lnTo>
                  <a:lnTo>
                    <a:pt x="349821" y="2318581"/>
                  </a:lnTo>
                  <a:lnTo>
                    <a:pt x="350008" y="2318048"/>
                  </a:lnTo>
                  <a:lnTo>
                    <a:pt x="350195" y="2317595"/>
                  </a:lnTo>
                  <a:lnTo>
                    <a:pt x="350382" y="2317111"/>
                  </a:lnTo>
                  <a:lnTo>
                    <a:pt x="350569" y="2316709"/>
                  </a:lnTo>
                  <a:lnTo>
                    <a:pt x="350756" y="2316573"/>
                  </a:lnTo>
                  <a:lnTo>
                    <a:pt x="350943" y="2317226"/>
                  </a:lnTo>
                  <a:lnTo>
                    <a:pt x="351130" y="2318071"/>
                  </a:lnTo>
                  <a:lnTo>
                    <a:pt x="351317" y="2318408"/>
                  </a:lnTo>
                  <a:lnTo>
                    <a:pt x="351504" y="2318682"/>
                  </a:lnTo>
                  <a:lnTo>
                    <a:pt x="351691" y="2318418"/>
                  </a:lnTo>
                  <a:lnTo>
                    <a:pt x="351878" y="2318401"/>
                  </a:lnTo>
                  <a:lnTo>
                    <a:pt x="352064" y="2318292"/>
                  </a:lnTo>
                  <a:lnTo>
                    <a:pt x="352251" y="2318234"/>
                  </a:lnTo>
                  <a:lnTo>
                    <a:pt x="352438" y="2318323"/>
                  </a:lnTo>
                  <a:lnTo>
                    <a:pt x="352625" y="2318333"/>
                  </a:lnTo>
                  <a:lnTo>
                    <a:pt x="352812" y="2318525"/>
                  </a:lnTo>
                  <a:lnTo>
                    <a:pt x="352999" y="2318703"/>
                  </a:lnTo>
                  <a:lnTo>
                    <a:pt x="353186" y="2318601"/>
                  </a:lnTo>
                  <a:lnTo>
                    <a:pt x="353373" y="2318555"/>
                  </a:lnTo>
                  <a:lnTo>
                    <a:pt x="353560" y="2318562"/>
                  </a:lnTo>
                  <a:lnTo>
                    <a:pt x="353747" y="2318728"/>
                  </a:lnTo>
                  <a:lnTo>
                    <a:pt x="353934" y="2318988"/>
                  </a:lnTo>
                  <a:lnTo>
                    <a:pt x="354121" y="2319312"/>
                  </a:lnTo>
                  <a:lnTo>
                    <a:pt x="354308" y="2319729"/>
                  </a:lnTo>
                  <a:lnTo>
                    <a:pt x="354494" y="2319992"/>
                  </a:lnTo>
                  <a:lnTo>
                    <a:pt x="354681" y="2320238"/>
                  </a:lnTo>
                  <a:lnTo>
                    <a:pt x="354868" y="2320485"/>
                  </a:lnTo>
                  <a:lnTo>
                    <a:pt x="355055" y="2320383"/>
                  </a:lnTo>
                  <a:lnTo>
                    <a:pt x="355242" y="2320286"/>
                  </a:lnTo>
                  <a:lnTo>
                    <a:pt x="355429" y="2320409"/>
                  </a:lnTo>
                  <a:lnTo>
                    <a:pt x="355616" y="2320777"/>
                  </a:lnTo>
                  <a:lnTo>
                    <a:pt x="355803" y="2321096"/>
                  </a:lnTo>
                  <a:lnTo>
                    <a:pt x="355990" y="2321858"/>
                  </a:lnTo>
                  <a:lnTo>
                    <a:pt x="356177" y="2322931"/>
                  </a:lnTo>
                  <a:lnTo>
                    <a:pt x="356364" y="2323659"/>
                  </a:lnTo>
                  <a:lnTo>
                    <a:pt x="356551" y="2324573"/>
                  </a:lnTo>
                  <a:lnTo>
                    <a:pt x="356737" y="2325578"/>
                  </a:lnTo>
                  <a:lnTo>
                    <a:pt x="356924" y="2326312"/>
                  </a:lnTo>
                  <a:lnTo>
                    <a:pt x="357111" y="2326953"/>
                  </a:lnTo>
                  <a:lnTo>
                    <a:pt x="357298" y="2327571"/>
                  </a:lnTo>
                  <a:lnTo>
                    <a:pt x="357485" y="2328096"/>
                  </a:lnTo>
                  <a:lnTo>
                    <a:pt x="357672" y="2328821"/>
                  </a:lnTo>
                  <a:lnTo>
                    <a:pt x="357859" y="2329529"/>
                  </a:lnTo>
                  <a:lnTo>
                    <a:pt x="358046" y="2330063"/>
                  </a:lnTo>
                  <a:lnTo>
                    <a:pt x="358233" y="2330813"/>
                  </a:lnTo>
                  <a:lnTo>
                    <a:pt x="358420" y="2331637"/>
                  </a:lnTo>
                  <a:lnTo>
                    <a:pt x="358607" y="2332528"/>
                  </a:lnTo>
                  <a:lnTo>
                    <a:pt x="358794" y="2333067"/>
                  </a:lnTo>
                  <a:lnTo>
                    <a:pt x="358981" y="2333731"/>
                  </a:lnTo>
                  <a:lnTo>
                    <a:pt x="359167" y="2334031"/>
                  </a:lnTo>
                  <a:lnTo>
                    <a:pt x="359354" y="2334205"/>
                  </a:lnTo>
                  <a:lnTo>
                    <a:pt x="359541" y="2334222"/>
                  </a:lnTo>
                  <a:lnTo>
                    <a:pt x="359728" y="2334703"/>
                  </a:lnTo>
                  <a:lnTo>
                    <a:pt x="359915" y="2335142"/>
                  </a:lnTo>
                  <a:lnTo>
                    <a:pt x="360102" y="2335371"/>
                  </a:lnTo>
                  <a:lnTo>
                    <a:pt x="360289" y="2335617"/>
                  </a:lnTo>
                  <a:lnTo>
                    <a:pt x="360476" y="2335815"/>
                  </a:lnTo>
                  <a:lnTo>
                    <a:pt x="360663" y="2336018"/>
                  </a:lnTo>
                  <a:lnTo>
                    <a:pt x="360850" y="2335900"/>
                  </a:lnTo>
                  <a:lnTo>
                    <a:pt x="361037" y="2335338"/>
                  </a:lnTo>
                  <a:lnTo>
                    <a:pt x="361224" y="2333842"/>
                  </a:lnTo>
                  <a:lnTo>
                    <a:pt x="361410" y="2332373"/>
                  </a:lnTo>
                  <a:lnTo>
                    <a:pt x="361597" y="2331052"/>
                  </a:lnTo>
                  <a:lnTo>
                    <a:pt x="361784" y="2329732"/>
                  </a:lnTo>
                  <a:lnTo>
                    <a:pt x="361971" y="2328494"/>
                  </a:lnTo>
                  <a:lnTo>
                    <a:pt x="362158" y="2327636"/>
                  </a:lnTo>
                  <a:lnTo>
                    <a:pt x="362345" y="2327108"/>
                  </a:lnTo>
                  <a:lnTo>
                    <a:pt x="362532" y="2326613"/>
                  </a:lnTo>
                  <a:lnTo>
                    <a:pt x="362719" y="2326068"/>
                  </a:lnTo>
                  <a:lnTo>
                    <a:pt x="362906" y="2325449"/>
                  </a:lnTo>
                  <a:lnTo>
                    <a:pt x="363093" y="2324666"/>
                  </a:lnTo>
                  <a:lnTo>
                    <a:pt x="363280" y="2323840"/>
                  </a:lnTo>
                  <a:lnTo>
                    <a:pt x="363467" y="2322933"/>
                  </a:lnTo>
                  <a:lnTo>
                    <a:pt x="363654" y="2322405"/>
                  </a:lnTo>
                  <a:lnTo>
                    <a:pt x="363840" y="2322272"/>
                  </a:lnTo>
                  <a:lnTo>
                    <a:pt x="364027" y="2322272"/>
                  </a:lnTo>
                  <a:lnTo>
                    <a:pt x="364214" y="2322173"/>
                  </a:lnTo>
                  <a:lnTo>
                    <a:pt x="364401" y="2321843"/>
                  </a:lnTo>
                  <a:lnTo>
                    <a:pt x="364588" y="2321827"/>
                  </a:lnTo>
                  <a:lnTo>
                    <a:pt x="364775" y="2321909"/>
                  </a:lnTo>
                  <a:lnTo>
                    <a:pt x="364962" y="2321810"/>
                  </a:lnTo>
                  <a:lnTo>
                    <a:pt x="365149" y="2320896"/>
                  </a:lnTo>
                  <a:lnTo>
                    <a:pt x="365336" y="2319602"/>
                  </a:lnTo>
                  <a:lnTo>
                    <a:pt x="365523" y="2317944"/>
                  </a:lnTo>
                  <a:lnTo>
                    <a:pt x="365710" y="2316507"/>
                  </a:lnTo>
                  <a:lnTo>
                    <a:pt x="365897" y="2315946"/>
                  </a:lnTo>
                  <a:lnTo>
                    <a:pt x="366084" y="2315418"/>
                  </a:lnTo>
                  <a:lnTo>
                    <a:pt x="366270" y="2314901"/>
                  </a:lnTo>
                  <a:lnTo>
                    <a:pt x="366457" y="2313948"/>
                  </a:lnTo>
                  <a:lnTo>
                    <a:pt x="366644" y="2312886"/>
                  </a:lnTo>
                  <a:lnTo>
                    <a:pt x="366831" y="2311795"/>
                  </a:lnTo>
                  <a:lnTo>
                    <a:pt x="367018" y="2310656"/>
                  </a:lnTo>
                  <a:lnTo>
                    <a:pt x="367205" y="2309676"/>
                  </a:lnTo>
                  <a:lnTo>
                    <a:pt x="367392" y="2308406"/>
                  </a:lnTo>
                  <a:lnTo>
                    <a:pt x="367579" y="2307035"/>
                  </a:lnTo>
                  <a:lnTo>
                    <a:pt x="367766" y="2305821"/>
                  </a:lnTo>
                  <a:lnTo>
                    <a:pt x="367953" y="2304695"/>
                  </a:lnTo>
                  <a:lnTo>
                    <a:pt x="368140" y="2303881"/>
                  </a:lnTo>
                  <a:lnTo>
                    <a:pt x="368327" y="2303724"/>
                  </a:lnTo>
                  <a:lnTo>
                    <a:pt x="368513" y="2303484"/>
                  </a:lnTo>
                  <a:lnTo>
                    <a:pt x="368700" y="2303289"/>
                  </a:lnTo>
                  <a:lnTo>
                    <a:pt x="368887" y="2302959"/>
                  </a:lnTo>
                  <a:lnTo>
                    <a:pt x="369074" y="2302304"/>
                  </a:lnTo>
                  <a:lnTo>
                    <a:pt x="369261" y="2302048"/>
                  </a:lnTo>
                  <a:lnTo>
                    <a:pt x="369448" y="2301801"/>
                  </a:lnTo>
                  <a:lnTo>
                    <a:pt x="369635" y="2302002"/>
                  </a:lnTo>
                  <a:lnTo>
                    <a:pt x="369822" y="2301858"/>
                  </a:lnTo>
                  <a:lnTo>
                    <a:pt x="370009" y="2301684"/>
                  </a:lnTo>
                  <a:lnTo>
                    <a:pt x="370196" y="2301708"/>
                  </a:lnTo>
                  <a:lnTo>
                    <a:pt x="370383" y="2301750"/>
                  </a:lnTo>
                  <a:lnTo>
                    <a:pt x="370570" y="2301750"/>
                  </a:lnTo>
                  <a:lnTo>
                    <a:pt x="370757" y="2301690"/>
                  </a:lnTo>
                  <a:lnTo>
                    <a:pt x="370943" y="2301594"/>
                  </a:lnTo>
                  <a:lnTo>
                    <a:pt x="371130" y="2301545"/>
                  </a:lnTo>
                  <a:lnTo>
                    <a:pt x="371317" y="2301397"/>
                  </a:lnTo>
                  <a:lnTo>
                    <a:pt x="371504" y="2301288"/>
                  </a:lnTo>
                  <a:lnTo>
                    <a:pt x="371691" y="2301207"/>
                  </a:lnTo>
                  <a:lnTo>
                    <a:pt x="371878" y="2300992"/>
                  </a:lnTo>
                  <a:lnTo>
                    <a:pt x="372065" y="2300661"/>
                  </a:lnTo>
                  <a:lnTo>
                    <a:pt x="372252" y="2300451"/>
                  </a:lnTo>
                  <a:lnTo>
                    <a:pt x="372439" y="2300277"/>
                  </a:lnTo>
                  <a:lnTo>
                    <a:pt x="372626" y="2300225"/>
                  </a:lnTo>
                  <a:lnTo>
                    <a:pt x="372813" y="2300067"/>
                  </a:lnTo>
                  <a:lnTo>
                    <a:pt x="373000" y="2299990"/>
                  </a:lnTo>
                  <a:lnTo>
                    <a:pt x="373187" y="2299966"/>
                  </a:lnTo>
                  <a:lnTo>
                    <a:pt x="373373" y="2299815"/>
                  </a:lnTo>
                  <a:lnTo>
                    <a:pt x="373560" y="2299463"/>
                  </a:lnTo>
                  <a:lnTo>
                    <a:pt x="373747" y="2299020"/>
                  </a:lnTo>
                  <a:lnTo>
                    <a:pt x="373934" y="2298610"/>
                  </a:lnTo>
                  <a:lnTo>
                    <a:pt x="374121" y="2298283"/>
                  </a:lnTo>
                  <a:lnTo>
                    <a:pt x="374308" y="2297930"/>
                  </a:lnTo>
                  <a:lnTo>
                    <a:pt x="374495" y="2297907"/>
                  </a:lnTo>
                  <a:lnTo>
                    <a:pt x="374682" y="2298160"/>
                  </a:lnTo>
                  <a:lnTo>
                    <a:pt x="374869" y="2298521"/>
                  </a:lnTo>
                  <a:lnTo>
                    <a:pt x="375056" y="2298793"/>
                  </a:lnTo>
                  <a:lnTo>
                    <a:pt x="375243" y="2298953"/>
                  </a:lnTo>
                  <a:lnTo>
                    <a:pt x="375430" y="2298991"/>
                  </a:lnTo>
                  <a:lnTo>
                    <a:pt x="375616" y="2298742"/>
                  </a:lnTo>
                  <a:lnTo>
                    <a:pt x="375803" y="2298608"/>
                  </a:lnTo>
                  <a:lnTo>
                    <a:pt x="375990" y="2298419"/>
                  </a:lnTo>
                  <a:lnTo>
                    <a:pt x="376177" y="2298464"/>
                  </a:lnTo>
                  <a:lnTo>
                    <a:pt x="376364" y="2298607"/>
                  </a:lnTo>
                  <a:lnTo>
                    <a:pt x="376551" y="2298864"/>
                  </a:lnTo>
                  <a:lnTo>
                    <a:pt x="376738" y="2299064"/>
                  </a:lnTo>
                  <a:lnTo>
                    <a:pt x="376925" y="2299160"/>
                  </a:lnTo>
                  <a:lnTo>
                    <a:pt x="377112" y="2299032"/>
                  </a:lnTo>
                  <a:lnTo>
                    <a:pt x="377299" y="2298603"/>
                  </a:lnTo>
                  <a:lnTo>
                    <a:pt x="377486" y="2297901"/>
                  </a:lnTo>
                  <a:lnTo>
                    <a:pt x="377673" y="2296263"/>
                  </a:lnTo>
                  <a:lnTo>
                    <a:pt x="377860" y="2294835"/>
                  </a:lnTo>
                  <a:lnTo>
                    <a:pt x="378046" y="2292764"/>
                  </a:lnTo>
                  <a:lnTo>
                    <a:pt x="378233" y="2291122"/>
                  </a:lnTo>
                  <a:lnTo>
                    <a:pt x="378420" y="2289348"/>
                  </a:lnTo>
                  <a:lnTo>
                    <a:pt x="378607" y="2287747"/>
                  </a:lnTo>
                  <a:lnTo>
                    <a:pt x="378794" y="2286220"/>
                  </a:lnTo>
                  <a:lnTo>
                    <a:pt x="378981" y="2284422"/>
                  </a:lnTo>
                  <a:lnTo>
                    <a:pt x="379168" y="2282746"/>
                  </a:lnTo>
                  <a:lnTo>
                    <a:pt x="379355" y="2281915"/>
                  </a:lnTo>
                  <a:lnTo>
                    <a:pt x="379542" y="2280780"/>
                  </a:lnTo>
                  <a:lnTo>
                    <a:pt x="379729" y="2279850"/>
                  </a:lnTo>
                  <a:lnTo>
                    <a:pt x="379916" y="2279114"/>
                  </a:lnTo>
                  <a:lnTo>
                    <a:pt x="380103" y="2278549"/>
                  </a:lnTo>
                  <a:lnTo>
                    <a:pt x="380289" y="2277822"/>
                  </a:lnTo>
                  <a:lnTo>
                    <a:pt x="380476" y="2277275"/>
                  </a:lnTo>
                  <a:lnTo>
                    <a:pt x="380663" y="2276786"/>
                  </a:lnTo>
                  <a:lnTo>
                    <a:pt x="380850" y="2276201"/>
                  </a:lnTo>
                  <a:lnTo>
                    <a:pt x="381037" y="2275496"/>
                  </a:lnTo>
                  <a:lnTo>
                    <a:pt x="381224" y="2275051"/>
                  </a:lnTo>
                  <a:lnTo>
                    <a:pt x="381411" y="2274655"/>
                  </a:lnTo>
                  <a:lnTo>
                    <a:pt x="381598" y="2274293"/>
                  </a:lnTo>
                  <a:lnTo>
                    <a:pt x="381785" y="2274145"/>
                  </a:lnTo>
                  <a:lnTo>
                    <a:pt x="381972" y="2274059"/>
                  </a:lnTo>
                  <a:lnTo>
                    <a:pt x="382159" y="2274017"/>
                  </a:lnTo>
                  <a:lnTo>
                    <a:pt x="382346" y="2273965"/>
                  </a:lnTo>
                  <a:lnTo>
                    <a:pt x="382533" y="2273934"/>
                  </a:lnTo>
                  <a:lnTo>
                    <a:pt x="382719" y="2273916"/>
                  </a:lnTo>
                  <a:lnTo>
                    <a:pt x="382906" y="2273809"/>
                  </a:lnTo>
                  <a:lnTo>
                    <a:pt x="383093" y="2273810"/>
                  </a:lnTo>
                  <a:lnTo>
                    <a:pt x="383280" y="2274242"/>
                  </a:lnTo>
                  <a:lnTo>
                    <a:pt x="383467" y="2275165"/>
                  </a:lnTo>
                  <a:lnTo>
                    <a:pt x="383654" y="2276103"/>
                  </a:lnTo>
                  <a:lnTo>
                    <a:pt x="383841" y="2277064"/>
                  </a:lnTo>
                  <a:lnTo>
                    <a:pt x="384028" y="2278017"/>
                  </a:lnTo>
                  <a:lnTo>
                    <a:pt x="384215" y="2279146"/>
                  </a:lnTo>
                  <a:lnTo>
                    <a:pt x="384402" y="2280399"/>
                  </a:lnTo>
                  <a:lnTo>
                    <a:pt x="384589" y="2281263"/>
                  </a:lnTo>
                  <a:lnTo>
                    <a:pt x="384776" y="2282451"/>
                  </a:lnTo>
                  <a:lnTo>
                    <a:pt x="384963" y="2283587"/>
                  </a:lnTo>
                  <a:lnTo>
                    <a:pt x="385149" y="2284799"/>
                  </a:lnTo>
                  <a:lnTo>
                    <a:pt x="385336" y="2285919"/>
                  </a:lnTo>
                  <a:lnTo>
                    <a:pt x="385523" y="2287098"/>
                  </a:lnTo>
                  <a:lnTo>
                    <a:pt x="385710" y="2288469"/>
                  </a:lnTo>
                  <a:lnTo>
                    <a:pt x="385897" y="2289789"/>
                  </a:lnTo>
                  <a:lnTo>
                    <a:pt x="386084" y="2291220"/>
                  </a:lnTo>
                  <a:lnTo>
                    <a:pt x="386271" y="2292739"/>
                  </a:lnTo>
                  <a:lnTo>
                    <a:pt x="386458" y="2294258"/>
                  </a:lnTo>
                  <a:lnTo>
                    <a:pt x="386645" y="2295863"/>
                  </a:lnTo>
                  <a:lnTo>
                    <a:pt x="386832" y="2297371"/>
                  </a:lnTo>
                  <a:lnTo>
                    <a:pt x="387019" y="2298927"/>
                  </a:lnTo>
                  <a:lnTo>
                    <a:pt x="387206" y="2300460"/>
                  </a:lnTo>
                  <a:lnTo>
                    <a:pt x="387392" y="2301787"/>
                  </a:lnTo>
                  <a:lnTo>
                    <a:pt x="387579" y="2303024"/>
                  </a:lnTo>
                  <a:lnTo>
                    <a:pt x="387766" y="2304320"/>
                  </a:lnTo>
                  <a:lnTo>
                    <a:pt x="387953" y="2305584"/>
                  </a:lnTo>
                  <a:lnTo>
                    <a:pt x="388140" y="2306674"/>
                  </a:lnTo>
                  <a:lnTo>
                    <a:pt x="388327" y="2307795"/>
                  </a:lnTo>
                  <a:lnTo>
                    <a:pt x="388514" y="2308897"/>
                  </a:lnTo>
                  <a:lnTo>
                    <a:pt x="388701" y="2309931"/>
                  </a:lnTo>
                  <a:lnTo>
                    <a:pt x="388888" y="2310946"/>
                  </a:lnTo>
                  <a:lnTo>
                    <a:pt x="389075" y="2312076"/>
                  </a:lnTo>
                  <a:lnTo>
                    <a:pt x="389262" y="2312919"/>
                  </a:lnTo>
                  <a:lnTo>
                    <a:pt x="389449" y="2313803"/>
                  </a:lnTo>
                  <a:lnTo>
                    <a:pt x="389636" y="2314896"/>
                  </a:lnTo>
                  <a:lnTo>
                    <a:pt x="389822" y="2315936"/>
                  </a:lnTo>
                  <a:lnTo>
                    <a:pt x="390009" y="2316984"/>
                  </a:lnTo>
                  <a:lnTo>
                    <a:pt x="390196" y="2317888"/>
                  </a:lnTo>
                  <a:lnTo>
                    <a:pt x="390383" y="2318570"/>
                  </a:lnTo>
                  <a:lnTo>
                    <a:pt x="390570" y="2319519"/>
                  </a:lnTo>
                  <a:lnTo>
                    <a:pt x="390757" y="2320392"/>
                  </a:lnTo>
                  <a:lnTo>
                    <a:pt x="390944" y="2321091"/>
                  </a:lnTo>
                  <a:lnTo>
                    <a:pt x="391131" y="2321455"/>
                  </a:lnTo>
                  <a:lnTo>
                    <a:pt x="391318" y="2321665"/>
                  </a:lnTo>
                  <a:lnTo>
                    <a:pt x="391505" y="2321847"/>
                  </a:lnTo>
                  <a:lnTo>
                    <a:pt x="391692" y="2321946"/>
                  </a:lnTo>
                  <a:lnTo>
                    <a:pt x="391879" y="2322333"/>
                  </a:lnTo>
                  <a:lnTo>
                    <a:pt x="392066" y="2322462"/>
                  </a:lnTo>
                  <a:lnTo>
                    <a:pt x="392252" y="2322360"/>
                  </a:lnTo>
                  <a:lnTo>
                    <a:pt x="392439" y="2322327"/>
                  </a:lnTo>
                  <a:lnTo>
                    <a:pt x="392626" y="2322079"/>
                  </a:lnTo>
                  <a:lnTo>
                    <a:pt x="392813" y="2321691"/>
                  </a:lnTo>
                  <a:lnTo>
                    <a:pt x="393000" y="2321262"/>
                  </a:lnTo>
                  <a:lnTo>
                    <a:pt x="393187" y="2321073"/>
                  </a:lnTo>
                  <a:lnTo>
                    <a:pt x="393374" y="2320510"/>
                  </a:lnTo>
                  <a:lnTo>
                    <a:pt x="393561" y="2319699"/>
                  </a:lnTo>
                  <a:lnTo>
                    <a:pt x="393748" y="2318963"/>
                  </a:lnTo>
                  <a:lnTo>
                    <a:pt x="393935" y="2318223"/>
                  </a:lnTo>
                  <a:lnTo>
                    <a:pt x="394122" y="2317510"/>
                  </a:lnTo>
                  <a:lnTo>
                    <a:pt x="394309" y="2316774"/>
                  </a:lnTo>
                  <a:lnTo>
                    <a:pt x="394495" y="2315872"/>
                  </a:lnTo>
                  <a:lnTo>
                    <a:pt x="394682" y="2314970"/>
                  </a:lnTo>
                  <a:lnTo>
                    <a:pt x="394869" y="2314295"/>
                  </a:lnTo>
                  <a:lnTo>
                    <a:pt x="395056" y="2313752"/>
                  </a:lnTo>
                  <a:lnTo>
                    <a:pt x="395243" y="2313637"/>
                  </a:lnTo>
                  <a:lnTo>
                    <a:pt x="395430" y="2313490"/>
                  </a:lnTo>
                  <a:lnTo>
                    <a:pt x="395617" y="2313178"/>
                  </a:lnTo>
                  <a:lnTo>
                    <a:pt x="395804" y="2312886"/>
                  </a:lnTo>
                  <a:lnTo>
                    <a:pt x="395991" y="2312545"/>
                  </a:lnTo>
                  <a:lnTo>
                    <a:pt x="396178" y="2312537"/>
                  </a:lnTo>
                  <a:lnTo>
                    <a:pt x="396365" y="2312461"/>
                  </a:lnTo>
                  <a:lnTo>
                    <a:pt x="396552" y="2312702"/>
                  </a:lnTo>
                  <a:lnTo>
                    <a:pt x="396739" y="2313237"/>
                  </a:lnTo>
                  <a:lnTo>
                    <a:pt x="396925" y="2313754"/>
                  </a:lnTo>
                  <a:lnTo>
                    <a:pt x="397112" y="2314198"/>
                  </a:lnTo>
                  <a:lnTo>
                    <a:pt x="397299" y="2314559"/>
                  </a:lnTo>
                  <a:lnTo>
                    <a:pt x="397486" y="2315028"/>
                  </a:lnTo>
                  <a:lnTo>
                    <a:pt x="397673" y="2315503"/>
                  </a:lnTo>
                  <a:lnTo>
                    <a:pt x="397860" y="2315984"/>
                  </a:lnTo>
                  <a:lnTo>
                    <a:pt x="398047" y="2316519"/>
                  </a:lnTo>
                  <a:lnTo>
                    <a:pt x="398234" y="2317264"/>
                  </a:lnTo>
                  <a:lnTo>
                    <a:pt x="398421" y="2318228"/>
                  </a:lnTo>
                  <a:lnTo>
                    <a:pt x="398608" y="2319946"/>
                  </a:lnTo>
                  <a:lnTo>
                    <a:pt x="398795" y="2321735"/>
                  </a:lnTo>
                  <a:lnTo>
                    <a:pt x="398982" y="2323294"/>
                  </a:lnTo>
                  <a:lnTo>
                    <a:pt x="399168" y="2324931"/>
                  </a:lnTo>
                  <a:lnTo>
                    <a:pt x="399355" y="2326527"/>
                  </a:lnTo>
                  <a:lnTo>
                    <a:pt x="399542" y="2327744"/>
                  </a:lnTo>
                  <a:lnTo>
                    <a:pt x="399729" y="2328762"/>
                  </a:lnTo>
                  <a:lnTo>
                    <a:pt x="399916" y="2329817"/>
                  </a:lnTo>
                  <a:lnTo>
                    <a:pt x="400103" y="2331126"/>
                  </a:lnTo>
                  <a:lnTo>
                    <a:pt x="400290" y="2332475"/>
                  </a:lnTo>
                  <a:lnTo>
                    <a:pt x="400477" y="2333834"/>
                  </a:lnTo>
                  <a:lnTo>
                    <a:pt x="400664" y="2335138"/>
                  </a:lnTo>
                  <a:lnTo>
                    <a:pt x="400851" y="2336573"/>
                  </a:lnTo>
                  <a:lnTo>
                    <a:pt x="401038" y="2337893"/>
                  </a:lnTo>
                  <a:lnTo>
                    <a:pt x="401225" y="2338973"/>
                  </a:lnTo>
                  <a:lnTo>
                    <a:pt x="401412" y="2339890"/>
                  </a:lnTo>
                  <a:lnTo>
                    <a:pt x="401598" y="2340650"/>
                  </a:lnTo>
                  <a:lnTo>
                    <a:pt x="401785" y="2341640"/>
                  </a:lnTo>
                  <a:lnTo>
                    <a:pt x="401972" y="2342597"/>
                  </a:lnTo>
                  <a:lnTo>
                    <a:pt x="402159" y="2343802"/>
                  </a:lnTo>
                  <a:lnTo>
                    <a:pt x="402346" y="2345345"/>
                  </a:lnTo>
                  <a:lnTo>
                    <a:pt x="402533" y="2347037"/>
                  </a:lnTo>
                  <a:lnTo>
                    <a:pt x="402720" y="2349116"/>
                  </a:lnTo>
                  <a:lnTo>
                    <a:pt x="402907" y="2351509"/>
                  </a:lnTo>
                  <a:lnTo>
                    <a:pt x="403094" y="2353910"/>
                  </a:lnTo>
                  <a:lnTo>
                    <a:pt x="403281" y="2355558"/>
                  </a:lnTo>
                  <a:lnTo>
                    <a:pt x="403468" y="2357252"/>
                  </a:lnTo>
                  <a:lnTo>
                    <a:pt x="403655" y="2358843"/>
                  </a:lnTo>
                  <a:lnTo>
                    <a:pt x="403842" y="2360453"/>
                  </a:lnTo>
                  <a:lnTo>
                    <a:pt x="404028" y="2362063"/>
                  </a:lnTo>
                  <a:lnTo>
                    <a:pt x="404215" y="2363721"/>
                  </a:lnTo>
                  <a:lnTo>
                    <a:pt x="404402" y="2365427"/>
                  </a:lnTo>
                  <a:lnTo>
                    <a:pt x="404589" y="2367037"/>
                  </a:lnTo>
                  <a:lnTo>
                    <a:pt x="404776" y="2368831"/>
                  </a:lnTo>
                  <a:lnTo>
                    <a:pt x="404963" y="2370793"/>
                  </a:lnTo>
                  <a:lnTo>
                    <a:pt x="405150" y="2372532"/>
                  </a:lnTo>
                  <a:lnTo>
                    <a:pt x="405337" y="2374164"/>
                  </a:lnTo>
                  <a:lnTo>
                    <a:pt x="405524" y="2375445"/>
                  </a:lnTo>
                  <a:lnTo>
                    <a:pt x="405711" y="2376431"/>
                  </a:lnTo>
                  <a:lnTo>
                    <a:pt x="405898" y="2377159"/>
                  </a:lnTo>
                  <a:lnTo>
                    <a:pt x="406085" y="2377744"/>
                  </a:lnTo>
                  <a:lnTo>
                    <a:pt x="406271" y="2378435"/>
                  </a:lnTo>
                  <a:lnTo>
                    <a:pt x="406458" y="2379486"/>
                  </a:lnTo>
                  <a:lnTo>
                    <a:pt x="406645" y="2380050"/>
                  </a:lnTo>
                  <a:lnTo>
                    <a:pt x="406832" y="2380574"/>
                  </a:lnTo>
                  <a:lnTo>
                    <a:pt x="407019" y="2381061"/>
                  </a:lnTo>
                  <a:lnTo>
                    <a:pt x="407206" y="2381482"/>
                  </a:lnTo>
                  <a:lnTo>
                    <a:pt x="407393" y="2381843"/>
                  </a:lnTo>
                  <a:lnTo>
                    <a:pt x="407580" y="2382059"/>
                  </a:lnTo>
                  <a:lnTo>
                    <a:pt x="407767" y="2382252"/>
                  </a:lnTo>
                  <a:lnTo>
                    <a:pt x="407954" y="2382464"/>
                  </a:lnTo>
                  <a:lnTo>
                    <a:pt x="408141" y="2382675"/>
                  </a:lnTo>
                  <a:lnTo>
                    <a:pt x="408328" y="2382950"/>
                  </a:lnTo>
                  <a:lnTo>
                    <a:pt x="408515" y="2382925"/>
                  </a:lnTo>
                  <a:lnTo>
                    <a:pt x="408701" y="2383157"/>
                  </a:lnTo>
                  <a:lnTo>
                    <a:pt x="408888" y="2383358"/>
                  </a:lnTo>
                  <a:lnTo>
                    <a:pt x="409075" y="2383530"/>
                  </a:lnTo>
                  <a:lnTo>
                    <a:pt x="409262" y="2383802"/>
                  </a:lnTo>
                  <a:lnTo>
                    <a:pt x="409449" y="2384104"/>
                  </a:lnTo>
                  <a:lnTo>
                    <a:pt x="409636" y="2384406"/>
                  </a:lnTo>
                  <a:lnTo>
                    <a:pt x="409823" y="2384671"/>
                  </a:lnTo>
                  <a:lnTo>
                    <a:pt x="410010" y="2384848"/>
                  </a:lnTo>
                  <a:lnTo>
                    <a:pt x="410197" y="2385148"/>
                  </a:lnTo>
                  <a:lnTo>
                    <a:pt x="410384" y="2385555"/>
                  </a:lnTo>
                  <a:lnTo>
                    <a:pt x="410571" y="2385909"/>
                  </a:lnTo>
                  <a:lnTo>
                    <a:pt x="410758" y="2386389"/>
                  </a:lnTo>
                  <a:lnTo>
                    <a:pt x="410945" y="2387072"/>
                  </a:lnTo>
                  <a:lnTo>
                    <a:pt x="411131" y="2387803"/>
                  </a:lnTo>
                  <a:lnTo>
                    <a:pt x="411318" y="2388379"/>
                  </a:lnTo>
                  <a:lnTo>
                    <a:pt x="411505" y="2388871"/>
                  </a:lnTo>
                  <a:lnTo>
                    <a:pt x="411692" y="2389545"/>
                  </a:lnTo>
                  <a:lnTo>
                    <a:pt x="411879" y="2390220"/>
                  </a:lnTo>
                  <a:lnTo>
                    <a:pt x="412066" y="2390900"/>
                  </a:lnTo>
                  <a:lnTo>
                    <a:pt x="412253" y="2391694"/>
                  </a:lnTo>
                  <a:lnTo>
                    <a:pt x="412440" y="2392412"/>
                  </a:lnTo>
                  <a:lnTo>
                    <a:pt x="412627" y="2393243"/>
                  </a:lnTo>
                  <a:lnTo>
                    <a:pt x="412814" y="2394195"/>
                  </a:lnTo>
                  <a:lnTo>
                    <a:pt x="413001" y="2395434"/>
                  </a:lnTo>
                  <a:lnTo>
                    <a:pt x="413188" y="2396575"/>
                  </a:lnTo>
                  <a:lnTo>
                    <a:pt x="413374" y="2397754"/>
                  </a:lnTo>
                  <a:lnTo>
                    <a:pt x="413561" y="2399080"/>
                  </a:lnTo>
                  <a:lnTo>
                    <a:pt x="413748" y="2400380"/>
                  </a:lnTo>
                  <a:lnTo>
                    <a:pt x="413935" y="2401720"/>
                  </a:lnTo>
                  <a:lnTo>
                    <a:pt x="414122" y="2403094"/>
                  </a:lnTo>
                  <a:lnTo>
                    <a:pt x="414309" y="2404589"/>
                  </a:lnTo>
                  <a:lnTo>
                    <a:pt x="414496" y="2406184"/>
                  </a:lnTo>
                  <a:lnTo>
                    <a:pt x="414683" y="2407654"/>
                  </a:lnTo>
                  <a:lnTo>
                    <a:pt x="414870" y="2409296"/>
                  </a:lnTo>
                  <a:lnTo>
                    <a:pt x="415057" y="2411696"/>
                  </a:lnTo>
                  <a:lnTo>
                    <a:pt x="415244" y="2413870"/>
                  </a:lnTo>
                  <a:lnTo>
                    <a:pt x="415431" y="2416787"/>
                  </a:lnTo>
                  <a:lnTo>
                    <a:pt x="415618" y="2419304"/>
                  </a:lnTo>
                  <a:lnTo>
                    <a:pt x="415804" y="2421966"/>
                  </a:lnTo>
                  <a:lnTo>
                    <a:pt x="415991" y="2424405"/>
                  </a:lnTo>
                  <a:lnTo>
                    <a:pt x="416178" y="2426844"/>
                  </a:lnTo>
                  <a:lnTo>
                    <a:pt x="416365" y="2429454"/>
                  </a:lnTo>
                  <a:lnTo>
                    <a:pt x="416552" y="2431898"/>
                  </a:lnTo>
                  <a:lnTo>
                    <a:pt x="416739" y="2433175"/>
                  </a:lnTo>
                  <a:lnTo>
                    <a:pt x="416926" y="2434463"/>
                  </a:lnTo>
                  <a:lnTo>
                    <a:pt x="417113" y="2435657"/>
                  </a:lnTo>
                  <a:lnTo>
                    <a:pt x="417300" y="2436709"/>
                  </a:lnTo>
                  <a:lnTo>
                    <a:pt x="417487" y="2437747"/>
                  </a:lnTo>
                  <a:lnTo>
                    <a:pt x="417674" y="2438644"/>
                  </a:lnTo>
                  <a:lnTo>
                    <a:pt x="417861" y="2439204"/>
                  </a:lnTo>
                  <a:lnTo>
                    <a:pt x="418047" y="2439821"/>
                  </a:lnTo>
                  <a:lnTo>
                    <a:pt x="418234" y="2440644"/>
                  </a:lnTo>
                  <a:lnTo>
                    <a:pt x="418421" y="2441515"/>
                  </a:lnTo>
                  <a:lnTo>
                    <a:pt x="418608" y="2442126"/>
                  </a:lnTo>
                  <a:lnTo>
                    <a:pt x="418795" y="2442715"/>
                  </a:lnTo>
                  <a:lnTo>
                    <a:pt x="418982" y="2443109"/>
                  </a:lnTo>
                  <a:lnTo>
                    <a:pt x="419169" y="2443300"/>
                  </a:lnTo>
                  <a:lnTo>
                    <a:pt x="419356" y="2443427"/>
                  </a:lnTo>
                  <a:lnTo>
                    <a:pt x="419543" y="2443452"/>
                  </a:lnTo>
                  <a:lnTo>
                    <a:pt x="419730" y="2443298"/>
                  </a:lnTo>
                  <a:lnTo>
                    <a:pt x="419917" y="2442912"/>
                  </a:lnTo>
                  <a:lnTo>
                    <a:pt x="420104" y="2442746"/>
                  </a:lnTo>
                  <a:lnTo>
                    <a:pt x="420291" y="2442724"/>
                  </a:lnTo>
                  <a:lnTo>
                    <a:pt x="420477" y="2442794"/>
                  </a:lnTo>
                  <a:lnTo>
                    <a:pt x="420664" y="2442510"/>
                  </a:lnTo>
                  <a:lnTo>
                    <a:pt x="420851" y="2442157"/>
                  </a:lnTo>
                  <a:lnTo>
                    <a:pt x="421038" y="2441707"/>
                  </a:lnTo>
                  <a:lnTo>
                    <a:pt x="421225" y="2441249"/>
                  </a:lnTo>
                  <a:lnTo>
                    <a:pt x="421412" y="2440935"/>
                  </a:lnTo>
                  <a:lnTo>
                    <a:pt x="421599" y="2440326"/>
                  </a:lnTo>
                  <a:lnTo>
                    <a:pt x="421786" y="2439675"/>
                  </a:lnTo>
                  <a:lnTo>
                    <a:pt x="421973" y="2439067"/>
                  </a:lnTo>
                  <a:lnTo>
                    <a:pt x="422160" y="2438380"/>
                  </a:lnTo>
                  <a:lnTo>
                    <a:pt x="422347" y="2437672"/>
                  </a:lnTo>
                  <a:lnTo>
                    <a:pt x="422534" y="2436977"/>
                  </a:lnTo>
                  <a:lnTo>
                    <a:pt x="422721" y="2436361"/>
                  </a:lnTo>
                  <a:lnTo>
                    <a:pt x="422907" y="2435769"/>
                  </a:lnTo>
                  <a:lnTo>
                    <a:pt x="423094" y="2435141"/>
                  </a:lnTo>
                  <a:lnTo>
                    <a:pt x="423281" y="2434436"/>
                  </a:lnTo>
                  <a:lnTo>
                    <a:pt x="423468" y="2433617"/>
                  </a:lnTo>
                  <a:lnTo>
                    <a:pt x="423655" y="2432791"/>
                  </a:lnTo>
                  <a:lnTo>
                    <a:pt x="423842" y="2431915"/>
                  </a:lnTo>
                  <a:lnTo>
                    <a:pt x="424029" y="2430887"/>
                  </a:lnTo>
                  <a:lnTo>
                    <a:pt x="424216" y="2429824"/>
                  </a:lnTo>
                  <a:lnTo>
                    <a:pt x="424403" y="2428708"/>
                  </a:lnTo>
                  <a:lnTo>
                    <a:pt x="424590" y="2427531"/>
                  </a:lnTo>
                  <a:lnTo>
                    <a:pt x="424777" y="2426462"/>
                  </a:lnTo>
                  <a:lnTo>
                    <a:pt x="424964" y="2425547"/>
                  </a:lnTo>
                  <a:lnTo>
                    <a:pt x="425150" y="2424700"/>
                  </a:lnTo>
                  <a:lnTo>
                    <a:pt x="425337" y="2423480"/>
                  </a:lnTo>
                  <a:lnTo>
                    <a:pt x="425524" y="2422365"/>
                  </a:lnTo>
                  <a:lnTo>
                    <a:pt x="425711" y="2421415"/>
                  </a:lnTo>
                  <a:lnTo>
                    <a:pt x="425898" y="2420801"/>
                  </a:lnTo>
                  <a:lnTo>
                    <a:pt x="426085" y="2420344"/>
                  </a:lnTo>
                  <a:lnTo>
                    <a:pt x="426272" y="2419843"/>
                  </a:lnTo>
                  <a:lnTo>
                    <a:pt x="426459" y="2419595"/>
                  </a:lnTo>
                  <a:lnTo>
                    <a:pt x="426646" y="2419734"/>
                  </a:lnTo>
                  <a:lnTo>
                    <a:pt x="426833" y="2419872"/>
                  </a:lnTo>
                  <a:lnTo>
                    <a:pt x="427020" y="2420002"/>
                  </a:lnTo>
                  <a:lnTo>
                    <a:pt x="427207" y="2420131"/>
                  </a:lnTo>
                  <a:lnTo>
                    <a:pt x="427394" y="2420260"/>
                  </a:lnTo>
                  <a:lnTo>
                    <a:pt x="427580" y="2420455"/>
                  </a:lnTo>
                  <a:lnTo>
                    <a:pt x="427767" y="2420759"/>
                  </a:lnTo>
                  <a:lnTo>
                    <a:pt x="427954" y="2421109"/>
                  </a:lnTo>
                  <a:lnTo>
                    <a:pt x="428141" y="2421612"/>
                  </a:lnTo>
                  <a:lnTo>
                    <a:pt x="428328" y="2422274"/>
                  </a:lnTo>
                  <a:lnTo>
                    <a:pt x="428515" y="2423004"/>
                  </a:lnTo>
                  <a:lnTo>
                    <a:pt x="428702" y="2423603"/>
                  </a:lnTo>
                  <a:lnTo>
                    <a:pt x="428889" y="2424202"/>
                  </a:lnTo>
                  <a:lnTo>
                    <a:pt x="429076" y="2424801"/>
                  </a:lnTo>
                  <a:lnTo>
                    <a:pt x="429263" y="2425396"/>
                  </a:lnTo>
                  <a:lnTo>
                    <a:pt x="429450" y="2426147"/>
                  </a:lnTo>
                  <a:lnTo>
                    <a:pt x="429637" y="2427027"/>
                  </a:lnTo>
                  <a:lnTo>
                    <a:pt x="429824" y="2427778"/>
                  </a:lnTo>
                  <a:lnTo>
                    <a:pt x="430010" y="2428603"/>
                  </a:lnTo>
                  <a:lnTo>
                    <a:pt x="430197" y="2429428"/>
                  </a:lnTo>
                  <a:lnTo>
                    <a:pt x="430384" y="2430187"/>
                  </a:lnTo>
                  <a:lnTo>
                    <a:pt x="430571" y="2430848"/>
                  </a:lnTo>
                  <a:lnTo>
                    <a:pt x="430758" y="2431508"/>
                  </a:lnTo>
                  <a:lnTo>
                    <a:pt x="430945" y="2432242"/>
                  </a:lnTo>
                  <a:lnTo>
                    <a:pt x="431132" y="2432935"/>
                  </a:lnTo>
                  <a:lnTo>
                    <a:pt x="431319" y="2433620"/>
                  </a:lnTo>
                  <a:lnTo>
                    <a:pt x="431506" y="2434445"/>
                  </a:lnTo>
                  <a:lnTo>
                    <a:pt x="431693" y="2435271"/>
                  </a:lnTo>
                  <a:lnTo>
                    <a:pt x="431880" y="2436261"/>
                  </a:lnTo>
                  <a:lnTo>
                    <a:pt x="432067" y="2437251"/>
                  </a:lnTo>
                  <a:lnTo>
                    <a:pt x="432253" y="2438068"/>
                  </a:lnTo>
                  <a:lnTo>
                    <a:pt x="432440" y="2438728"/>
                  </a:lnTo>
                  <a:lnTo>
                    <a:pt x="432627" y="2438828"/>
                  </a:lnTo>
                  <a:lnTo>
                    <a:pt x="432814" y="2438697"/>
                  </a:lnTo>
                  <a:lnTo>
                    <a:pt x="433001" y="2438489"/>
                  </a:lnTo>
                  <a:lnTo>
                    <a:pt x="433188" y="2438282"/>
                  </a:lnTo>
                  <a:lnTo>
                    <a:pt x="433375" y="2438074"/>
                  </a:lnTo>
                  <a:lnTo>
                    <a:pt x="433562" y="2437866"/>
                  </a:lnTo>
                  <a:lnTo>
                    <a:pt x="433749" y="2437683"/>
                  </a:lnTo>
                  <a:lnTo>
                    <a:pt x="433936" y="2437533"/>
                  </a:lnTo>
                  <a:lnTo>
                    <a:pt x="434123" y="2437311"/>
                  </a:lnTo>
                  <a:lnTo>
                    <a:pt x="434310" y="2436863"/>
                  </a:lnTo>
                  <a:lnTo>
                    <a:pt x="434497" y="2436451"/>
                  </a:lnTo>
                  <a:lnTo>
                    <a:pt x="434683" y="2436123"/>
                  </a:lnTo>
                  <a:lnTo>
                    <a:pt x="434870" y="2435795"/>
                  </a:lnTo>
                  <a:lnTo>
                    <a:pt x="435057" y="2435467"/>
                  </a:lnTo>
                  <a:lnTo>
                    <a:pt x="435244" y="2435139"/>
                  </a:lnTo>
                  <a:lnTo>
                    <a:pt x="435431" y="2435191"/>
                  </a:lnTo>
                  <a:lnTo>
                    <a:pt x="435618" y="2435368"/>
                  </a:lnTo>
                  <a:lnTo>
                    <a:pt x="435805" y="2435516"/>
                  </a:lnTo>
                  <a:lnTo>
                    <a:pt x="435992" y="2435642"/>
                  </a:lnTo>
                  <a:lnTo>
                    <a:pt x="436179" y="2435762"/>
                  </a:lnTo>
                  <a:lnTo>
                    <a:pt x="436366" y="2436058"/>
                  </a:lnTo>
                  <a:lnTo>
                    <a:pt x="436553" y="2436305"/>
                  </a:lnTo>
                  <a:lnTo>
                    <a:pt x="436740" y="2436430"/>
                  </a:lnTo>
                  <a:lnTo>
                    <a:pt x="436926" y="2436554"/>
                  </a:lnTo>
                  <a:lnTo>
                    <a:pt x="437113" y="2436751"/>
                  </a:lnTo>
                  <a:lnTo>
                    <a:pt x="437300" y="2436911"/>
                  </a:lnTo>
                  <a:lnTo>
                    <a:pt x="437487" y="2436867"/>
                  </a:lnTo>
                  <a:lnTo>
                    <a:pt x="437674" y="2436878"/>
                  </a:lnTo>
                  <a:lnTo>
                    <a:pt x="437861" y="2436896"/>
                  </a:lnTo>
                  <a:lnTo>
                    <a:pt x="438048" y="2436998"/>
                  </a:lnTo>
                  <a:lnTo>
                    <a:pt x="438235" y="2437138"/>
                  </a:lnTo>
                  <a:lnTo>
                    <a:pt x="438422" y="2437287"/>
                  </a:lnTo>
                  <a:lnTo>
                    <a:pt x="438609" y="2437312"/>
                  </a:lnTo>
                  <a:lnTo>
                    <a:pt x="438796" y="2437349"/>
                  </a:lnTo>
                  <a:lnTo>
                    <a:pt x="438983" y="2437600"/>
                  </a:lnTo>
                  <a:lnTo>
                    <a:pt x="439170" y="2437809"/>
                  </a:lnTo>
                  <a:lnTo>
                    <a:pt x="439356" y="2438039"/>
                  </a:lnTo>
                  <a:lnTo>
                    <a:pt x="439543" y="2438387"/>
                  </a:lnTo>
                  <a:lnTo>
                    <a:pt x="439730" y="2438505"/>
                  </a:lnTo>
                  <a:lnTo>
                    <a:pt x="439917" y="2438623"/>
                  </a:lnTo>
                  <a:lnTo>
                    <a:pt x="440104" y="2438741"/>
                  </a:lnTo>
                  <a:lnTo>
                    <a:pt x="440291" y="2438817"/>
                  </a:lnTo>
                  <a:lnTo>
                    <a:pt x="440478" y="2438843"/>
                  </a:lnTo>
                  <a:lnTo>
                    <a:pt x="440665" y="2438719"/>
                  </a:lnTo>
                  <a:lnTo>
                    <a:pt x="440852" y="2438059"/>
                  </a:lnTo>
                  <a:lnTo>
                    <a:pt x="441039" y="2437398"/>
                  </a:lnTo>
                  <a:lnTo>
                    <a:pt x="441226" y="2436738"/>
                  </a:lnTo>
                  <a:lnTo>
                    <a:pt x="441413" y="2435987"/>
                  </a:lnTo>
                  <a:lnTo>
                    <a:pt x="441600" y="2435162"/>
                  </a:lnTo>
                  <a:lnTo>
                    <a:pt x="441786" y="2434411"/>
                  </a:lnTo>
                  <a:lnTo>
                    <a:pt x="441973" y="2433636"/>
                  </a:lnTo>
                  <a:lnTo>
                    <a:pt x="442160" y="2432753"/>
                  </a:lnTo>
                  <a:lnTo>
                    <a:pt x="442347" y="2431663"/>
                  </a:lnTo>
                  <a:lnTo>
                    <a:pt x="442534" y="2430591"/>
                  </a:lnTo>
                  <a:lnTo>
                    <a:pt x="442721" y="2429519"/>
                  </a:lnTo>
                  <a:lnTo>
                    <a:pt x="442908" y="2428513"/>
                  </a:lnTo>
                  <a:lnTo>
                    <a:pt x="443095" y="2427597"/>
                  </a:lnTo>
                  <a:lnTo>
                    <a:pt x="443282" y="2426944"/>
                  </a:lnTo>
                  <a:lnTo>
                    <a:pt x="443469" y="2426420"/>
                  </a:lnTo>
                  <a:lnTo>
                    <a:pt x="443656" y="2425897"/>
                  </a:lnTo>
                  <a:lnTo>
                    <a:pt x="443843" y="2425373"/>
                  </a:lnTo>
                  <a:lnTo>
                    <a:pt x="444029" y="2424850"/>
                  </a:lnTo>
                  <a:lnTo>
                    <a:pt x="444216" y="2424549"/>
                  </a:lnTo>
                  <a:lnTo>
                    <a:pt x="444403" y="2424356"/>
                  </a:lnTo>
                  <a:lnTo>
                    <a:pt x="444590" y="2424162"/>
                  </a:lnTo>
                  <a:lnTo>
                    <a:pt x="444777" y="2423960"/>
                  </a:lnTo>
                  <a:lnTo>
                    <a:pt x="444964" y="2423767"/>
                  </a:lnTo>
                  <a:lnTo>
                    <a:pt x="445151" y="2423579"/>
                  </a:lnTo>
                  <a:lnTo>
                    <a:pt x="445338" y="2423291"/>
                  </a:lnTo>
                  <a:lnTo>
                    <a:pt x="445525" y="2422961"/>
                  </a:lnTo>
                  <a:lnTo>
                    <a:pt x="445712" y="2422574"/>
                  </a:lnTo>
                  <a:lnTo>
                    <a:pt x="445899" y="2422327"/>
                  </a:lnTo>
                  <a:lnTo>
                    <a:pt x="446086" y="2421840"/>
                  </a:lnTo>
                  <a:lnTo>
                    <a:pt x="446273" y="2421345"/>
                  </a:lnTo>
                  <a:lnTo>
                    <a:pt x="446459" y="2420710"/>
                  </a:lnTo>
                  <a:lnTo>
                    <a:pt x="446646" y="2420049"/>
                  </a:lnTo>
                  <a:lnTo>
                    <a:pt x="446833" y="2419389"/>
                  </a:lnTo>
                  <a:lnTo>
                    <a:pt x="447020" y="2418729"/>
                  </a:lnTo>
                  <a:lnTo>
                    <a:pt x="447207" y="2418069"/>
                  </a:lnTo>
                  <a:lnTo>
                    <a:pt x="447394" y="2417409"/>
                  </a:lnTo>
                  <a:lnTo>
                    <a:pt x="447581" y="2416633"/>
                  </a:lnTo>
                  <a:lnTo>
                    <a:pt x="447768" y="2415734"/>
                  </a:lnTo>
                  <a:lnTo>
                    <a:pt x="447955" y="2414727"/>
                  </a:lnTo>
                  <a:lnTo>
                    <a:pt x="448142" y="2413696"/>
                  </a:lnTo>
                  <a:lnTo>
                    <a:pt x="448329" y="2412648"/>
                  </a:lnTo>
                  <a:lnTo>
                    <a:pt x="448516" y="2411492"/>
                  </a:lnTo>
                  <a:lnTo>
                    <a:pt x="448703" y="2410395"/>
                  </a:lnTo>
                  <a:lnTo>
                    <a:pt x="448889" y="2409240"/>
                  </a:lnTo>
                  <a:lnTo>
                    <a:pt x="449076" y="2408084"/>
                  </a:lnTo>
                  <a:lnTo>
                    <a:pt x="449263" y="2407069"/>
                  </a:lnTo>
                  <a:lnTo>
                    <a:pt x="449450" y="2406079"/>
                  </a:lnTo>
                  <a:lnTo>
                    <a:pt x="449637" y="2405089"/>
                  </a:lnTo>
                  <a:lnTo>
                    <a:pt x="449824" y="2404099"/>
                  </a:lnTo>
                  <a:lnTo>
                    <a:pt x="450011" y="2402976"/>
                  </a:lnTo>
                  <a:lnTo>
                    <a:pt x="450198" y="2401821"/>
                  </a:lnTo>
                  <a:lnTo>
                    <a:pt x="450385" y="2400823"/>
                  </a:lnTo>
                  <a:lnTo>
                    <a:pt x="450572" y="2399890"/>
                  </a:lnTo>
                  <a:lnTo>
                    <a:pt x="450759" y="2399082"/>
                  </a:lnTo>
                  <a:lnTo>
                    <a:pt x="450946" y="2398164"/>
                  </a:lnTo>
                  <a:lnTo>
                    <a:pt x="451132" y="2397274"/>
                  </a:lnTo>
                  <a:lnTo>
                    <a:pt x="451319" y="2396321"/>
                  </a:lnTo>
                  <a:lnTo>
                    <a:pt x="451506" y="2395432"/>
                  </a:lnTo>
                  <a:lnTo>
                    <a:pt x="451693" y="2394575"/>
                  </a:lnTo>
                  <a:lnTo>
                    <a:pt x="451880" y="2393595"/>
                  </a:lnTo>
                  <a:lnTo>
                    <a:pt x="452067" y="2392488"/>
                  </a:lnTo>
                  <a:lnTo>
                    <a:pt x="452254" y="2391226"/>
                  </a:lnTo>
                  <a:lnTo>
                    <a:pt x="452441" y="2389928"/>
                  </a:lnTo>
                  <a:lnTo>
                    <a:pt x="452628" y="2388521"/>
                  </a:lnTo>
                  <a:lnTo>
                    <a:pt x="452815" y="2387296"/>
                  </a:lnTo>
                  <a:lnTo>
                    <a:pt x="453002" y="2386256"/>
                  </a:lnTo>
                  <a:lnTo>
                    <a:pt x="453189" y="2385352"/>
                  </a:lnTo>
                  <a:lnTo>
                    <a:pt x="453376" y="2384604"/>
                  </a:lnTo>
                  <a:lnTo>
                    <a:pt x="453562" y="2383857"/>
                  </a:lnTo>
                  <a:lnTo>
                    <a:pt x="453749" y="2383088"/>
                  </a:lnTo>
                  <a:lnTo>
                    <a:pt x="453936" y="2382318"/>
                  </a:lnTo>
                  <a:lnTo>
                    <a:pt x="454123" y="2381922"/>
                  </a:lnTo>
                  <a:lnTo>
                    <a:pt x="454310" y="2381494"/>
                  </a:lnTo>
                  <a:lnTo>
                    <a:pt x="454497" y="2381049"/>
                  </a:lnTo>
                  <a:lnTo>
                    <a:pt x="454684" y="2380603"/>
                  </a:lnTo>
                  <a:lnTo>
                    <a:pt x="454871" y="2380327"/>
                  </a:lnTo>
                  <a:lnTo>
                    <a:pt x="455058" y="2380025"/>
                  </a:lnTo>
                  <a:lnTo>
                    <a:pt x="455245" y="2379902"/>
                  </a:lnTo>
                  <a:lnTo>
                    <a:pt x="455432" y="2379888"/>
                  </a:lnTo>
                  <a:lnTo>
                    <a:pt x="455619" y="2379771"/>
                  </a:lnTo>
                  <a:lnTo>
                    <a:pt x="455805" y="2379623"/>
                  </a:lnTo>
                  <a:lnTo>
                    <a:pt x="455992" y="2379430"/>
                  </a:lnTo>
                  <a:lnTo>
                    <a:pt x="456179" y="2379203"/>
                  </a:lnTo>
                  <a:lnTo>
                    <a:pt x="456366" y="2379094"/>
                  </a:lnTo>
                  <a:lnTo>
                    <a:pt x="456553" y="2379021"/>
                  </a:lnTo>
                  <a:lnTo>
                    <a:pt x="456740" y="2379167"/>
                  </a:lnTo>
                  <a:lnTo>
                    <a:pt x="456927" y="2379390"/>
                  </a:lnTo>
                  <a:lnTo>
                    <a:pt x="457114" y="2379744"/>
                  </a:lnTo>
                  <a:lnTo>
                    <a:pt x="457301" y="2380330"/>
                  </a:lnTo>
                  <a:lnTo>
                    <a:pt x="457488" y="2381020"/>
                  </a:lnTo>
                  <a:lnTo>
                    <a:pt x="457675" y="2381391"/>
                  </a:lnTo>
                  <a:lnTo>
                    <a:pt x="457862" y="2381605"/>
                  </a:lnTo>
                  <a:lnTo>
                    <a:pt x="458049" y="2381719"/>
                  </a:lnTo>
                  <a:lnTo>
                    <a:pt x="458235" y="2381740"/>
                  </a:lnTo>
                  <a:lnTo>
                    <a:pt x="458422" y="2381753"/>
                  </a:lnTo>
                  <a:lnTo>
                    <a:pt x="458609" y="2381867"/>
                  </a:lnTo>
                  <a:lnTo>
                    <a:pt x="458796" y="2381965"/>
                  </a:lnTo>
                  <a:lnTo>
                    <a:pt x="458983" y="2382223"/>
                  </a:lnTo>
                  <a:lnTo>
                    <a:pt x="459170" y="2382523"/>
                  </a:lnTo>
                  <a:lnTo>
                    <a:pt x="459357" y="2382763"/>
                  </a:lnTo>
                  <a:lnTo>
                    <a:pt x="459544" y="2383122"/>
                  </a:lnTo>
                  <a:lnTo>
                    <a:pt x="459731" y="2383276"/>
                  </a:lnTo>
                  <a:lnTo>
                    <a:pt x="459918" y="2382921"/>
                  </a:lnTo>
                  <a:lnTo>
                    <a:pt x="460105" y="2382486"/>
                  </a:lnTo>
                  <a:lnTo>
                    <a:pt x="460292" y="2382029"/>
                  </a:lnTo>
                  <a:lnTo>
                    <a:pt x="460479" y="2381697"/>
                  </a:lnTo>
                  <a:lnTo>
                    <a:pt x="460665" y="2381518"/>
                  </a:lnTo>
                  <a:lnTo>
                    <a:pt x="460852" y="2381509"/>
                  </a:lnTo>
                  <a:lnTo>
                    <a:pt x="461039" y="2381607"/>
                  </a:lnTo>
                  <a:lnTo>
                    <a:pt x="461226" y="2381622"/>
                  </a:lnTo>
                  <a:lnTo>
                    <a:pt x="461413" y="2381672"/>
                  </a:lnTo>
                  <a:lnTo>
                    <a:pt x="461600" y="2381840"/>
                  </a:lnTo>
                  <a:lnTo>
                    <a:pt x="461787" y="2382049"/>
                  </a:lnTo>
                  <a:lnTo>
                    <a:pt x="461974" y="2382343"/>
                  </a:lnTo>
                  <a:lnTo>
                    <a:pt x="462161" y="2382751"/>
                  </a:lnTo>
                  <a:lnTo>
                    <a:pt x="462348" y="2383015"/>
                  </a:lnTo>
                  <a:lnTo>
                    <a:pt x="462535" y="2383375"/>
                  </a:lnTo>
                  <a:lnTo>
                    <a:pt x="462722" y="2384100"/>
                  </a:lnTo>
                  <a:lnTo>
                    <a:pt x="462908" y="2384720"/>
                  </a:lnTo>
                  <a:lnTo>
                    <a:pt x="463095" y="2385175"/>
                  </a:lnTo>
                  <a:lnTo>
                    <a:pt x="463282" y="2385442"/>
                  </a:lnTo>
                  <a:lnTo>
                    <a:pt x="463469" y="2385569"/>
                  </a:lnTo>
                  <a:lnTo>
                    <a:pt x="463656" y="2385740"/>
                  </a:lnTo>
                  <a:lnTo>
                    <a:pt x="463843" y="2385658"/>
                  </a:lnTo>
                  <a:lnTo>
                    <a:pt x="464030" y="2385321"/>
                  </a:lnTo>
                  <a:lnTo>
                    <a:pt x="464217" y="2384869"/>
                  </a:lnTo>
                  <a:lnTo>
                    <a:pt x="464404" y="2384410"/>
                  </a:lnTo>
                  <a:lnTo>
                    <a:pt x="464591" y="2383950"/>
                  </a:lnTo>
                  <a:lnTo>
                    <a:pt x="464778" y="2383491"/>
                  </a:lnTo>
                  <a:lnTo>
                    <a:pt x="464965" y="2383032"/>
                  </a:lnTo>
                  <a:lnTo>
                    <a:pt x="465152" y="2382563"/>
                  </a:lnTo>
                  <a:lnTo>
                    <a:pt x="465338" y="2382146"/>
                  </a:lnTo>
                  <a:lnTo>
                    <a:pt x="465525" y="2381562"/>
                  </a:lnTo>
                  <a:lnTo>
                    <a:pt x="465712" y="2380809"/>
                  </a:lnTo>
                  <a:lnTo>
                    <a:pt x="465899" y="2380078"/>
                  </a:lnTo>
                  <a:lnTo>
                    <a:pt x="466086" y="2379479"/>
                  </a:lnTo>
                  <a:lnTo>
                    <a:pt x="466273" y="2378880"/>
                  </a:lnTo>
                  <a:lnTo>
                    <a:pt x="466460" y="2378419"/>
                  </a:lnTo>
                  <a:lnTo>
                    <a:pt x="466647" y="2377796"/>
                  </a:lnTo>
                  <a:lnTo>
                    <a:pt x="466834" y="2376892"/>
                  </a:lnTo>
                  <a:lnTo>
                    <a:pt x="467021" y="2375925"/>
                  </a:lnTo>
                  <a:lnTo>
                    <a:pt x="467208" y="2375442"/>
                  </a:lnTo>
                  <a:lnTo>
                    <a:pt x="467395" y="2375012"/>
                  </a:lnTo>
                  <a:lnTo>
                    <a:pt x="467581" y="2374583"/>
                  </a:lnTo>
                  <a:lnTo>
                    <a:pt x="467768" y="2374138"/>
                  </a:lnTo>
                  <a:lnTo>
                    <a:pt x="467955" y="2373693"/>
                  </a:lnTo>
                  <a:lnTo>
                    <a:pt x="468142" y="2373248"/>
                  </a:lnTo>
                  <a:lnTo>
                    <a:pt x="468329" y="2372851"/>
                  </a:lnTo>
                  <a:lnTo>
                    <a:pt x="468516" y="2372560"/>
                  </a:lnTo>
                  <a:lnTo>
                    <a:pt x="468703" y="2372376"/>
                  </a:lnTo>
                  <a:lnTo>
                    <a:pt x="468890" y="2372191"/>
                  </a:lnTo>
                  <a:lnTo>
                    <a:pt x="469077" y="2372007"/>
                  </a:lnTo>
                  <a:lnTo>
                    <a:pt x="469264" y="2371984"/>
                  </a:lnTo>
                  <a:lnTo>
                    <a:pt x="469451" y="2371835"/>
                  </a:lnTo>
                  <a:lnTo>
                    <a:pt x="469638" y="2371992"/>
                  </a:lnTo>
                  <a:lnTo>
                    <a:pt x="469825" y="2372348"/>
                  </a:lnTo>
                  <a:lnTo>
                    <a:pt x="470011" y="2372892"/>
                  </a:lnTo>
                  <a:lnTo>
                    <a:pt x="470198" y="2373680"/>
                  </a:lnTo>
                  <a:lnTo>
                    <a:pt x="470385" y="2374435"/>
                  </a:lnTo>
                  <a:lnTo>
                    <a:pt x="470572" y="2374806"/>
                  </a:lnTo>
                  <a:lnTo>
                    <a:pt x="470759" y="2375136"/>
                  </a:lnTo>
                  <a:lnTo>
                    <a:pt x="470946" y="2375467"/>
                  </a:lnTo>
                  <a:lnTo>
                    <a:pt x="471133" y="2376090"/>
                  </a:lnTo>
                  <a:lnTo>
                    <a:pt x="471320" y="2376568"/>
                  </a:lnTo>
                  <a:lnTo>
                    <a:pt x="471507" y="2376813"/>
                  </a:lnTo>
                  <a:lnTo>
                    <a:pt x="471694" y="2377135"/>
                  </a:lnTo>
                  <a:lnTo>
                    <a:pt x="471881" y="2377318"/>
                  </a:lnTo>
                  <a:lnTo>
                    <a:pt x="472068" y="2377406"/>
                  </a:lnTo>
                  <a:lnTo>
                    <a:pt x="472255" y="2377493"/>
                  </a:lnTo>
                  <a:lnTo>
                    <a:pt x="472441" y="2377568"/>
                  </a:lnTo>
                  <a:lnTo>
                    <a:pt x="472628" y="2377253"/>
                  </a:lnTo>
                  <a:lnTo>
                    <a:pt x="472815" y="2376636"/>
                  </a:lnTo>
                  <a:lnTo>
                    <a:pt x="473002" y="2375789"/>
                  </a:lnTo>
                  <a:lnTo>
                    <a:pt x="473189" y="2375211"/>
                  </a:lnTo>
                  <a:lnTo>
                    <a:pt x="473376" y="2374673"/>
                  </a:lnTo>
                  <a:lnTo>
                    <a:pt x="473563" y="2374020"/>
                  </a:lnTo>
                  <a:lnTo>
                    <a:pt x="473750" y="2373039"/>
                  </a:lnTo>
                  <a:lnTo>
                    <a:pt x="473937" y="2371979"/>
                  </a:lnTo>
                  <a:lnTo>
                    <a:pt x="474124" y="2370846"/>
                  </a:lnTo>
                  <a:lnTo>
                    <a:pt x="474311" y="2369575"/>
                  </a:lnTo>
                  <a:lnTo>
                    <a:pt x="474498" y="2368258"/>
                  </a:lnTo>
                  <a:lnTo>
                    <a:pt x="474684" y="2367146"/>
                  </a:lnTo>
                  <a:lnTo>
                    <a:pt x="474871" y="2366164"/>
                  </a:lnTo>
                  <a:lnTo>
                    <a:pt x="475058" y="2365141"/>
                  </a:lnTo>
                  <a:lnTo>
                    <a:pt x="475245" y="2363920"/>
                  </a:lnTo>
                  <a:lnTo>
                    <a:pt x="475432" y="2362784"/>
                  </a:lnTo>
                  <a:lnTo>
                    <a:pt x="475619" y="2361514"/>
                  </a:lnTo>
                  <a:lnTo>
                    <a:pt x="475806" y="2360002"/>
                  </a:lnTo>
                  <a:lnTo>
                    <a:pt x="475993" y="2358454"/>
                  </a:lnTo>
                  <a:lnTo>
                    <a:pt x="476180" y="2356839"/>
                  </a:lnTo>
                  <a:lnTo>
                    <a:pt x="476367" y="2355217"/>
                  </a:lnTo>
                  <a:lnTo>
                    <a:pt x="476554" y="2353599"/>
                  </a:lnTo>
                  <a:lnTo>
                    <a:pt x="476741" y="2351758"/>
                  </a:lnTo>
                  <a:lnTo>
                    <a:pt x="476928" y="2349883"/>
                  </a:lnTo>
                  <a:lnTo>
                    <a:pt x="477114" y="2348130"/>
                  </a:lnTo>
                  <a:lnTo>
                    <a:pt x="477301" y="2346324"/>
                  </a:lnTo>
                  <a:lnTo>
                    <a:pt x="477488" y="2344491"/>
                  </a:lnTo>
                  <a:lnTo>
                    <a:pt x="477675" y="2342684"/>
                  </a:lnTo>
                  <a:lnTo>
                    <a:pt x="477862" y="2341042"/>
                  </a:lnTo>
                  <a:lnTo>
                    <a:pt x="478049" y="2339629"/>
                  </a:lnTo>
                  <a:lnTo>
                    <a:pt x="478236" y="2338529"/>
                  </a:lnTo>
                  <a:lnTo>
                    <a:pt x="478423" y="2337618"/>
                  </a:lnTo>
                  <a:lnTo>
                    <a:pt x="478610" y="2336779"/>
                  </a:lnTo>
                  <a:lnTo>
                    <a:pt x="478797" y="2336278"/>
                  </a:lnTo>
                  <a:lnTo>
                    <a:pt x="478984" y="2335901"/>
                  </a:lnTo>
                  <a:lnTo>
                    <a:pt x="479171" y="2335561"/>
                  </a:lnTo>
                  <a:lnTo>
                    <a:pt x="479358" y="2335407"/>
                  </a:lnTo>
                  <a:lnTo>
                    <a:pt x="479544" y="2335530"/>
                  </a:lnTo>
                  <a:lnTo>
                    <a:pt x="479731" y="2335765"/>
                  </a:lnTo>
                  <a:lnTo>
                    <a:pt x="479918" y="2336102"/>
                  </a:lnTo>
                  <a:lnTo>
                    <a:pt x="480105" y="2336455"/>
                  </a:lnTo>
                  <a:lnTo>
                    <a:pt x="480292" y="2336698"/>
                  </a:lnTo>
                  <a:lnTo>
                    <a:pt x="480479" y="2336926"/>
                  </a:lnTo>
                  <a:lnTo>
                    <a:pt x="480666" y="2336967"/>
                  </a:lnTo>
                  <a:lnTo>
                    <a:pt x="480853" y="2337038"/>
                  </a:lnTo>
                  <a:lnTo>
                    <a:pt x="481040" y="2337299"/>
                  </a:lnTo>
                  <a:lnTo>
                    <a:pt x="481227" y="2337665"/>
                  </a:lnTo>
                  <a:lnTo>
                    <a:pt x="481414" y="2337911"/>
                  </a:lnTo>
                  <a:lnTo>
                    <a:pt x="481601" y="2337897"/>
                  </a:lnTo>
                  <a:lnTo>
                    <a:pt x="481787" y="2337705"/>
                  </a:lnTo>
                  <a:lnTo>
                    <a:pt x="481974" y="2337562"/>
                  </a:lnTo>
                  <a:lnTo>
                    <a:pt x="482161" y="2337439"/>
                  </a:lnTo>
                  <a:lnTo>
                    <a:pt x="482348" y="2337279"/>
                  </a:lnTo>
                  <a:lnTo>
                    <a:pt x="482535" y="2337014"/>
                  </a:lnTo>
                  <a:lnTo>
                    <a:pt x="482722" y="2336444"/>
                  </a:lnTo>
                  <a:lnTo>
                    <a:pt x="482909" y="2335784"/>
                  </a:lnTo>
                  <a:lnTo>
                    <a:pt x="483096" y="2335124"/>
                  </a:lnTo>
                  <a:lnTo>
                    <a:pt x="483283" y="2334546"/>
                  </a:lnTo>
                  <a:lnTo>
                    <a:pt x="483470" y="2334158"/>
                  </a:lnTo>
                  <a:lnTo>
                    <a:pt x="483657" y="2333828"/>
                  </a:lnTo>
                  <a:lnTo>
                    <a:pt x="483844" y="2333639"/>
                  </a:lnTo>
                  <a:lnTo>
                    <a:pt x="484031" y="2333474"/>
                  </a:lnTo>
                  <a:lnTo>
                    <a:pt x="484217" y="2333573"/>
                  </a:lnTo>
                  <a:lnTo>
                    <a:pt x="484404" y="2333680"/>
                  </a:lnTo>
                  <a:lnTo>
                    <a:pt x="484591" y="2333812"/>
                  </a:lnTo>
                  <a:lnTo>
                    <a:pt x="484778" y="2333977"/>
                  </a:lnTo>
                  <a:lnTo>
                    <a:pt x="484965" y="2334257"/>
                  </a:lnTo>
                  <a:lnTo>
                    <a:pt x="485152" y="2334662"/>
                  </a:lnTo>
                  <a:lnTo>
                    <a:pt x="485339" y="2335173"/>
                  </a:lnTo>
                  <a:lnTo>
                    <a:pt x="485526" y="2335743"/>
                  </a:lnTo>
                  <a:lnTo>
                    <a:pt x="485713" y="2336461"/>
                  </a:lnTo>
                  <a:lnTo>
                    <a:pt x="485900" y="2337286"/>
                  </a:lnTo>
                  <a:lnTo>
                    <a:pt x="486087" y="2338053"/>
                  </a:lnTo>
                  <a:lnTo>
                    <a:pt x="486274" y="2338879"/>
                  </a:lnTo>
                  <a:lnTo>
                    <a:pt x="486460" y="2339704"/>
                  </a:lnTo>
                  <a:lnTo>
                    <a:pt x="486647" y="2340389"/>
                  </a:lnTo>
                  <a:lnTo>
                    <a:pt x="486834" y="2341049"/>
                  </a:lnTo>
                  <a:lnTo>
                    <a:pt x="487021" y="2341709"/>
                  </a:lnTo>
                  <a:lnTo>
                    <a:pt x="487208" y="2342443"/>
                  </a:lnTo>
                  <a:lnTo>
                    <a:pt x="487395" y="2343467"/>
                  </a:lnTo>
                  <a:lnTo>
                    <a:pt x="487582" y="2344622"/>
                  </a:lnTo>
                  <a:lnTo>
                    <a:pt x="487769" y="2345620"/>
                  </a:lnTo>
                  <a:lnTo>
                    <a:pt x="487956" y="2346685"/>
                  </a:lnTo>
                  <a:lnTo>
                    <a:pt x="488143" y="2347658"/>
                  </a:lnTo>
                  <a:lnTo>
                    <a:pt x="488330" y="2348707"/>
                  </a:lnTo>
                  <a:lnTo>
                    <a:pt x="488517" y="2349721"/>
                  </a:lnTo>
                  <a:lnTo>
                    <a:pt x="488704" y="2350671"/>
                  </a:lnTo>
                  <a:lnTo>
                    <a:pt x="488890" y="2351524"/>
                  </a:lnTo>
                  <a:lnTo>
                    <a:pt x="489077" y="2352304"/>
                  </a:lnTo>
                  <a:lnTo>
                    <a:pt x="489264" y="2353174"/>
                  </a:lnTo>
                  <a:lnTo>
                    <a:pt x="489451" y="2354267"/>
                  </a:lnTo>
                  <a:lnTo>
                    <a:pt x="489638" y="2355450"/>
                  </a:lnTo>
                  <a:lnTo>
                    <a:pt x="489825" y="2356675"/>
                  </a:lnTo>
                  <a:lnTo>
                    <a:pt x="490012" y="2358024"/>
                  </a:lnTo>
                  <a:lnTo>
                    <a:pt x="490199" y="2359241"/>
                  </a:lnTo>
                  <a:lnTo>
                    <a:pt x="490386" y="2360424"/>
                  </a:lnTo>
                  <a:lnTo>
                    <a:pt x="490573" y="2361625"/>
                  </a:lnTo>
                  <a:lnTo>
                    <a:pt x="490760" y="2362660"/>
                  </a:lnTo>
                  <a:lnTo>
                    <a:pt x="490947" y="2363678"/>
                  </a:lnTo>
                  <a:lnTo>
                    <a:pt x="491134" y="2364692"/>
                  </a:lnTo>
                  <a:lnTo>
                    <a:pt x="491320" y="2365681"/>
                  </a:lnTo>
                  <a:lnTo>
                    <a:pt x="491507" y="2366605"/>
                  </a:lnTo>
                  <a:lnTo>
                    <a:pt x="491694" y="2367397"/>
                  </a:lnTo>
                  <a:lnTo>
                    <a:pt x="491881" y="2368148"/>
                  </a:lnTo>
                  <a:lnTo>
                    <a:pt x="492068" y="2368956"/>
                  </a:lnTo>
                  <a:lnTo>
                    <a:pt x="492255" y="2369542"/>
                  </a:lnTo>
                  <a:lnTo>
                    <a:pt x="492442" y="2369897"/>
                  </a:lnTo>
                  <a:lnTo>
                    <a:pt x="492629" y="2370186"/>
                  </a:lnTo>
                  <a:lnTo>
                    <a:pt x="492816" y="2370351"/>
                  </a:lnTo>
                  <a:lnTo>
                    <a:pt x="493003" y="2370516"/>
                  </a:lnTo>
                  <a:lnTo>
                    <a:pt x="493190" y="2370681"/>
                  </a:lnTo>
                  <a:lnTo>
                    <a:pt x="493377" y="2370821"/>
                  </a:lnTo>
                  <a:lnTo>
                    <a:pt x="493563" y="2370986"/>
                  </a:lnTo>
                  <a:lnTo>
                    <a:pt x="493750" y="2371135"/>
                  </a:lnTo>
                  <a:lnTo>
                    <a:pt x="493937" y="2371176"/>
                  </a:lnTo>
                  <a:lnTo>
                    <a:pt x="494124" y="2370883"/>
                  </a:lnTo>
                  <a:lnTo>
                    <a:pt x="494311" y="2370347"/>
                  </a:lnTo>
                  <a:lnTo>
                    <a:pt x="494498" y="2369779"/>
                  </a:lnTo>
                  <a:lnTo>
                    <a:pt x="494685" y="2369042"/>
                  </a:lnTo>
                  <a:lnTo>
                    <a:pt x="494872" y="2368188"/>
                  </a:lnTo>
                  <a:lnTo>
                    <a:pt x="495059" y="2367509"/>
                  </a:lnTo>
                  <a:lnTo>
                    <a:pt x="495246" y="2366879"/>
                  </a:lnTo>
                  <a:lnTo>
                    <a:pt x="495433" y="2366240"/>
                  </a:lnTo>
                  <a:lnTo>
                    <a:pt x="495620" y="2365565"/>
                  </a:lnTo>
                  <a:lnTo>
                    <a:pt x="495807" y="2364627"/>
                  </a:lnTo>
                  <a:lnTo>
                    <a:pt x="495993" y="2363639"/>
                  </a:lnTo>
                  <a:lnTo>
                    <a:pt x="496180" y="2362597"/>
                  </a:lnTo>
                  <a:lnTo>
                    <a:pt x="496367" y="2361488"/>
                  </a:lnTo>
                  <a:lnTo>
                    <a:pt x="496554" y="2360397"/>
                  </a:lnTo>
                  <a:lnTo>
                    <a:pt x="496741" y="2359423"/>
                  </a:lnTo>
                  <a:lnTo>
                    <a:pt x="496928" y="2358496"/>
                  </a:lnTo>
                  <a:lnTo>
                    <a:pt x="497115" y="2357999"/>
                  </a:lnTo>
                  <a:lnTo>
                    <a:pt x="497302" y="2357999"/>
                  </a:lnTo>
                  <a:lnTo>
                    <a:pt x="497489" y="2358156"/>
                  </a:lnTo>
                  <a:lnTo>
                    <a:pt x="497676" y="2358321"/>
                  </a:lnTo>
                  <a:lnTo>
                    <a:pt x="497863" y="2358395"/>
                  </a:lnTo>
                  <a:lnTo>
                    <a:pt x="498050" y="2358552"/>
                  </a:lnTo>
                  <a:lnTo>
                    <a:pt x="498237" y="2358610"/>
                  </a:lnTo>
                  <a:lnTo>
                    <a:pt x="498423" y="2358627"/>
                  </a:lnTo>
                  <a:lnTo>
                    <a:pt x="498610" y="2358965"/>
                  </a:lnTo>
                  <a:lnTo>
                    <a:pt x="498797" y="2359295"/>
                  </a:lnTo>
                  <a:lnTo>
                    <a:pt x="498984" y="2359625"/>
                  </a:lnTo>
                  <a:lnTo>
                    <a:pt x="499171" y="2359955"/>
                  </a:lnTo>
                  <a:lnTo>
                    <a:pt x="499358" y="2360285"/>
                  </a:lnTo>
                  <a:lnTo>
                    <a:pt x="499545" y="2360615"/>
                  </a:lnTo>
                  <a:lnTo>
                    <a:pt x="499732" y="2360937"/>
                  </a:lnTo>
                  <a:lnTo>
                    <a:pt x="499919" y="2361094"/>
                  </a:lnTo>
                  <a:lnTo>
                    <a:pt x="500106" y="2361259"/>
                  </a:lnTo>
                  <a:lnTo>
                    <a:pt x="500293" y="2361424"/>
                  </a:lnTo>
                  <a:lnTo>
                    <a:pt x="500480" y="2361589"/>
                  </a:lnTo>
                  <a:lnTo>
                    <a:pt x="500666" y="2361605"/>
                  </a:lnTo>
                  <a:lnTo>
                    <a:pt x="500853" y="2361605"/>
                  </a:lnTo>
                  <a:lnTo>
                    <a:pt x="501040" y="2361721"/>
                  </a:lnTo>
                  <a:lnTo>
                    <a:pt x="501227" y="2361886"/>
                  </a:lnTo>
                  <a:lnTo>
                    <a:pt x="501414" y="2361977"/>
                  </a:lnTo>
                  <a:lnTo>
                    <a:pt x="501601" y="2361985"/>
                  </a:lnTo>
                  <a:lnTo>
                    <a:pt x="501788" y="2361901"/>
                  </a:lnTo>
                  <a:lnTo>
                    <a:pt x="501975" y="2361616"/>
                  </a:lnTo>
                  <a:lnTo>
                    <a:pt x="502162" y="2361415"/>
                  </a:lnTo>
                  <a:lnTo>
                    <a:pt x="502349" y="2361186"/>
                  </a:lnTo>
                  <a:lnTo>
                    <a:pt x="502536" y="2361034"/>
                  </a:lnTo>
                  <a:lnTo>
                    <a:pt x="502723" y="2360578"/>
                  </a:lnTo>
                  <a:lnTo>
                    <a:pt x="502910" y="2359994"/>
                  </a:lnTo>
                  <a:lnTo>
                    <a:pt x="503096" y="2359421"/>
                  </a:lnTo>
                  <a:lnTo>
                    <a:pt x="503283" y="2358742"/>
                  </a:lnTo>
                  <a:lnTo>
                    <a:pt x="503470" y="2357969"/>
                  </a:lnTo>
                  <a:lnTo>
                    <a:pt x="503657" y="2357294"/>
                  </a:lnTo>
                  <a:lnTo>
                    <a:pt x="503844" y="2356390"/>
                  </a:lnTo>
                  <a:lnTo>
                    <a:pt x="504031" y="2355616"/>
                  </a:lnTo>
                  <a:lnTo>
                    <a:pt x="504218" y="2355185"/>
                  </a:lnTo>
                  <a:lnTo>
                    <a:pt x="504405" y="2354865"/>
                  </a:lnTo>
                  <a:lnTo>
                    <a:pt x="504592" y="2354376"/>
                  </a:lnTo>
                  <a:lnTo>
                    <a:pt x="504779" y="2353909"/>
                  </a:lnTo>
                  <a:lnTo>
                    <a:pt x="504966" y="2353544"/>
                  </a:lnTo>
                  <a:lnTo>
                    <a:pt x="505153" y="2353260"/>
                  </a:lnTo>
                  <a:lnTo>
                    <a:pt x="505339" y="2353008"/>
                  </a:lnTo>
                  <a:lnTo>
                    <a:pt x="505526" y="2352923"/>
                  </a:lnTo>
                  <a:lnTo>
                    <a:pt x="505713" y="2352780"/>
                  </a:lnTo>
                  <a:lnTo>
                    <a:pt x="505900" y="2352567"/>
                  </a:lnTo>
                  <a:lnTo>
                    <a:pt x="506087" y="2352425"/>
                  </a:lnTo>
                  <a:lnTo>
                    <a:pt x="506274" y="2352346"/>
                  </a:lnTo>
                  <a:lnTo>
                    <a:pt x="506461" y="2352257"/>
                  </a:lnTo>
                  <a:lnTo>
                    <a:pt x="506648" y="2351988"/>
                  </a:lnTo>
                  <a:lnTo>
                    <a:pt x="506835" y="2351920"/>
                  </a:lnTo>
                  <a:lnTo>
                    <a:pt x="507022" y="2351430"/>
                  </a:lnTo>
                  <a:lnTo>
                    <a:pt x="507209" y="2350528"/>
                  </a:lnTo>
                  <a:lnTo>
                    <a:pt x="507396" y="2349750"/>
                  </a:lnTo>
                  <a:lnTo>
                    <a:pt x="507583" y="2349049"/>
                  </a:lnTo>
                  <a:lnTo>
                    <a:pt x="507769" y="2347963"/>
                  </a:lnTo>
                  <a:lnTo>
                    <a:pt x="507956" y="2347262"/>
                  </a:lnTo>
                  <a:lnTo>
                    <a:pt x="508143" y="2346602"/>
                  </a:lnTo>
                  <a:lnTo>
                    <a:pt x="508330" y="2346032"/>
                  </a:lnTo>
                  <a:lnTo>
                    <a:pt x="508517" y="2345277"/>
                  </a:lnTo>
                  <a:lnTo>
                    <a:pt x="508704" y="2344848"/>
                  </a:lnTo>
                  <a:lnTo>
                    <a:pt x="508891" y="2344703"/>
                  </a:lnTo>
                  <a:lnTo>
                    <a:pt x="509078" y="2344711"/>
                  </a:lnTo>
                  <a:lnTo>
                    <a:pt x="509265" y="2345022"/>
                  </a:lnTo>
                  <a:lnTo>
                    <a:pt x="509452" y="2345430"/>
                  </a:lnTo>
                  <a:lnTo>
                    <a:pt x="509639" y="2345838"/>
                  </a:lnTo>
                  <a:lnTo>
                    <a:pt x="509826" y="2346257"/>
                  </a:lnTo>
                  <a:lnTo>
                    <a:pt x="510013" y="2347333"/>
                  </a:lnTo>
                  <a:lnTo>
                    <a:pt x="510199" y="2348285"/>
                  </a:lnTo>
                  <a:lnTo>
                    <a:pt x="510386" y="2349230"/>
                  </a:lnTo>
                  <a:lnTo>
                    <a:pt x="510573" y="2350054"/>
                  </a:lnTo>
                  <a:lnTo>
                    <a:pt x="510760" y="2350833"/>
                  </a:lnTo>
                  <a:lnTo>
                    <a:pt x="510947" y="2351727"/>
                  </a:lnTo>
                  <a:lnTo>
                    <a:pt x="511134" y="2352772"/>
                  </a:lnTo>
                  <a:lnTo>
                    <a:pt x="511321" y="2353868"/>
                  </a:lnTo>
                  <a:lnTo>
                    <a:pt x="511508" y="2355117"/>
                  </a:lnTo>
                  <a:lnTo>
                    <a:pt x="511695" y="2356504"/>
                  </a:lnTo>
                  <a:lnTo>
                    <a:pt x="511882" y="2357823"/>
                  </a:lnTo>
                  <a:lnTo>
                    <a:pt x="512069" y="2358834"/>
                  </a:lnTo>
                  <a:lnTo>
                    <a:pt x="512256" y="2359620"/>
                  </a:lnTo>
                  <a:lnTo>
                    <a:pt x="512442" y="2360392"/>
                  </a:lnTo>
                  <a:lnTo>
                    <a:pt x="512629" y="2361378"/>
                  </a:lnTo>
                  <a:lnTo>
                    <a:pt x="512816" y="2362263"/>
                  </a:lnTo>
                  <a:lnTo>
                    <a:pt x="513003" y="2363237"/>
                  </a:lnTo>
                  <a:lnTo>
                    <a:pt x="513190" y="2364147"/>
                  </a:lnTo>
                  <a:lnTo>
                    <a:pt x="513377" y="2365217"/>
                  </a:lnTo>
                  <a:lnTo>
                    <a:pt x="513564" y="2366373"/>
                  </a:lnTo>
                  <a:lnTo>
                    <a:pt x="513751" y="2367578"/>
                  </a:lnTo>
                  <a:lnTo>
                    <a:pt x="513938" y="2368822"/>
                  </a:lnTo>
                  <a:lnTo>
                    <a:pt x="514125" y="2370326"/>
                  </a:lnTo>
                  <a:lnTo>
                    <a:pt x="514312" y="2371853"/>
                  </a:lnTo>
                  <a:lnTo>
                    <a:pt x="514499" y="2373488"/>
                  </a:lnTo>
                  <a:lnTo>
                    <a:pt x="514686" y="2375233"/>
                  </a:lnTo>
                  <a:lnTo>
                    <a:pt x="514872" y="2377146"/>
                  </a:lnTo>
                  <a:lnTo>
                    <a:pt x="515059" y="2379207"/>
                  </a:lnTo>
                  <a:lnTo>
                    <a:pt x="515246" y="2381154"/>
                  </a:lnTo>
                  <a:lnTo>
                    <a:pt x="515433" y="2382989"/>
                  </a:lnTo>
                  <a:lnTo>
                    <a:pt x="515620" y="2384913"/>
                  </a:lnTo>
                  <a:lnTo>
                    <a:pt x="515807" y="2386650"/>
                  </a:lnTo>
                  <a:lnTo>
                    <a:pt x="515994" y="2388314"/>
                  </a:lnTo>
                  <a:lnTo>
                    <a:pt x="516181" y="2389730"/>
                  </a:lnTo>
                  <a:lnTo>
                    <a:pt x="516368" y="2391098"/>
                  </a:lnTo>
                  <a:lnTo>
                    <a:pt x="516555" y="2392280"/>
                  </a:lnTo>
                  <a:lnTo>
                    <a:pt x="516742" y="2393209"/>
                  </a:lnTo>
                  <a:lnTo>
                    <a:pt x="516929" y="2393911"/>
                  </a:lnTo>
                  <a:lnTo>
                    <a:pt x="517116" y="2394345"/>
                  </a:lnTo>
                  <a:lnTo>
                    <a:pt x="517302" y="2394503"/>
                  </a:lnTo>
                  <a:lnTo>
                    <a:pt x="517489" y="2394897"/>
                  </a:lnTo>
                  <a:lnTo>
                    <a:pt x="517676" y="2395298"/>
                  </a:lnTo>
                  <a:lnTo>
                    <a:pt x="517863" y="2395271"/>
                  </a:lnTo>
                  <a:lnTo>
                    <a:pt x="518050" y="2395156"/>
                  </a:lnTo>
                  <a:lnTo>
                    <a:pt x="518237" y="2394887"/>
                  </a:lnTo>
                  <a:lnTo>
                    <a:pt x="518424" y="2394278"/>
                  </a:lnTo>
                  <a:lnTo>
                    <a:pt x="518611" y="2393354"/>
                  </a:lnTo>
                  <a:lnTo>
                    <a:pt x="518798" y="2392549"/>
                  </a:lnTo>
                  <a:lnTo>
                    <a:pt x="518985" y="2391781"/>
                  </a:lnTo>
                  <a:lnTo>
                    <a:pt x="519172" y="2391085"/>
                  </a:lnTo>
                  <a:lnTo>
                    <a:pt x="519359" y="2390394"/>
                  </a:lnTo>
                  <a:lnTo>
                    <a:pt x="519545" y="2389756"/>
                  </a:lnTo>
                  <a:lnTo>
                    <a:pt x="519732" y="2389118"/>
                  </a:lnTo>
                  <a:lnTo>
                    <a:pt x="519919" y="2388423"/>
                  </a:lnTo>
                  <a:lnTo>
                    <a:pt x="520106" y="2387753"/>
                  </a:lnTo>
                  <a:lnTo>
                    <a:pt x="520293" y="2386903"/>
                  </a:lnTo>
                  <a:lnTo>
                    <a:pt x="520480" y="2385096"/>
                  </a:lnTo>
                  <a:lnTo>
                    <a:pt x="520667" y="2383767"/>
                  </a:lnTo>
                  <a:lnTo>
                    <a:pt x="520854" y="2382505"/>
                  </a:lnTo>
                  <a:lnTo>
                    <a:pt x="521041" y="2381184"/>
                  </a:lnTo>
                  <a:lnTo>
                    <a:pt x="521228" y="2380070"/>
                  </a:lnTo>
                  <a:lnTo>
                    <a:pt x="521415" y="2379163"/>
                  </a:lnTo>
                  <a:lnTo>
                    <a:pt x="521602" y="2377834"/>
                  </a:lnTo>
                  <a:lnTo>
                    <a:pt x="521789" y="2376406"/>
                  </a:lnTo>
                  <a:lnTo>
                    <a:pt x="521975" y="2374954"/>
                  </a:lnTo>
                  <a:lnTo>
                    <a:pt x="522162" y="2373469"/>
                  </a:lnTo>
                  <a:lnTo>
                    <a:pt x="522349" y="2371983"/>
                  </a:lnTo>
                  <a:lnTo>
                    <a:pt x="522536" y="2370539"/>
                  </a:lnTo>
                  <a:lnTo>
                    <a:pt x="522723" y="2369351"/>
                  </a:lnTo>
                  <a:lnTo>
                    <a:pt x="522910" y="2368815"/>
                  </a:lnTo>
                  <a:lnTo>
                    <a:pt x="523097" y="2368526"/>
                  </a:lnTo>
                  <a:lnTo>
                    <a:pt x="523284" y="2368476"/>
                  </a:lnTo>
                  <a:lnTo>
                    <a:pt x="523471" y="2368468"/>
                  </a:lnTo>
                  <a:lnTo>
                    <a:pt x="523658" y="2368303"/>
                  </a:lnTo>
                  <a:lnTo>
                    <a:pt x="523845" y="2368138"/>
                  </a:lnTo>
                  <a:lnTo>
                    <a:pt x="524032" y="2367973"/>
                  </a:lnTo>
                  <a:lnTo>
                    <a:pt x="524218" y="2367891"/>
                  </a:lnTo>
                  <a:lnTo>
                    <a:pt x="524405" y="2367965"/>
                  </a:lnTo>
                  <a:lnTo>
                    <a:pt x="524592" y="2368056"/>
                  </a:lnTo>
                  <a:lnTo>
                    <a:pt x="524779" y="2367990"/>
                  </a:lnTo>
                  <a:lnTo>
                    <a:pt x="524966" y="2367824"/>
                  </a:lnTo>
                  <a:lnTo>
                    <a:pt x="525153" y="2367659"/>
                  </a:lnTo>
                  <a:lnTo>
                    <a:pt x="525340" y="2367494"/>
                  </a:lnTo>
                  <a:lnTo>
                    <a:pt x="525527" y="2367329"/>
                  </a:lnTo>
                  <a:lnTo>
                    <a:pt x="525714" y="2366917"/>
                  </a:lnTo>
                  <a:lnTo>
                    <a:pt x="525901" y="2366340"/>
                  </a:lnTo>
                  <a:lnTo>
                    <a:pt x="526088" y="2365868"/>
                  </a:lnTo>
                  <a:lnTo>
                    <a:pt x="526275" y="2365493"/>
                  </a:lnTo>
                  <a:lnTo>
                    <a:pt x="526462" y="2365300"/>
                  </a:lnTo>
                  <a:lnTo>
                    <a:pt x="526648" y="2365106"/>
                  </a:lnTo>
                  <a:lnTo>
                    <a:pt x="526835" y="2364913"/>
                  </a:lnTo>
                  <a:lnTo>
                    <a:pt x="527022" y="2364720"/>
                  </a:lnTo>
                  <a:lnTo>
                    <a:pt x="527209" y="2364526"/>
                  </a:lnTo>
                  <a:lnTo>
                    <a:pt x="527396" y="2364333"/>
                  </a:lnTo>
                  <a:lnTo>
                    <a:pt x="527583" y="2364139"/>
                  </a:lnTo>
                  <a:lnTo>
                    <a:pt x="527770" y="2363946"/>
                  </a:lnTo>
                  <a:lnTo>
                    <a:pt x="527957" y="2363752"/>
                  </a:lnTo>
                  <a:lnTo>
                    <a:pt x="528144" y="2363559"/>
                  </a:lnTo>
                  <a:lnTo>
                    <a:pt x="528331" y="2363365"/>
                  </a:lnTo>
                  <a:lnTo>
                    <a:pt x="528518" y="2363119"/>
                  </a:lnTo>
                  <a:lnTo>
                    <a:pt x="528705" y="2362955"/>
                  </a:lnTo>
                  <a:lnTo>
                    <a:pt x="528892" y="2362576"/>
                  </a:lnTo>
                  <a:lnTo>
                    <a:pt x="529078" y="2362271"/>
                  </a:lnTo>
                  <a:lnTo>
                    <a:pt x="529265" y="2361694"/>
                  </a:lnTo>
                  <a:lnTo>
                    <a:pt x="529452" y="2361033"/>
                  </a:lnTo>
                  <a:lnTo>
                    <a:pt x="529639" y="2360373"/>
                  </a:lnTo>
                  <a:lnTo>
                    <a:pt x="529826" y="2359705"/>
                  </a:lnTo>
                  <a:lnTo>
                    <a:pt x="530013" y="2359003"/>
                  </a:lnTo>
                  <a:lnTo>
                    <a:pt x="530200" y="2358178"/>
                  </a:lnTo>
                  <a:lnTo>
                    <a:pt x="530387" y="2357196"/>
                  </a:lnTo>
                  <a:lnTo>
                    <a:pt x="530574" y="2356132"/>
                  </a:lnTo>
                  <a:lnTo>
                    <a:pt x="530761" y="2354853"/>
                  </a:lnTo>
                  <a:lnTo>
                    <a:pt x="530948" y="2353442"/>
                  </a:lnTo>
                  <a:lnTo>
                    <a:pt x="531135" y="2351742"/>
                  </a:lnTo>
                  <a:lnTo>
                    <a:pt x="531321" y="2349918"/>
                  </a:lnTo>
                  <a:lnTo>
                    <a:pt x="531508" y="2348078"/>
                  </a:lnTo>
                  <a:lnTo>
                    <a:pt x="531695" y="2346205"/>
                  </a:lnTo>
                  <a:lnTo>
                    <a:pt x="531882" y="2343985"/>
                  </a:lnTo>
                  <a:lnTo>
                    <a:pt x="532069" y="2342079"/>
                  </a:lnTo>
                  <a:lnTo>
                    <a:pt x="532256" y="2340264"/>
                  </a:lnTo>
                  <a:lnTo>
                    <a:pt x="532443" y="2338399"/>
                  </a:lnTo>
                  <a:lnTo>
                    <a:pt x="532630" y="2336088"/>
                  </a:lnTo>
                  <a:lnTo>
                    <a:pt x="532817" y="2333728"/>
                  </a:lnTo>
                  <a:lnTo>
                    <a:pt x="533004" y="2331599"/>
                  </a:lnTo>
                  <a:lnTo>
                    <a:pt x="533191" y="2329742"/>
                  </a:lnTo>
                  <a:lnTo>
                    <a:pt x="533378" y="2327836"/>
                  </a:lnTo>
                  <a:lnTo>
                    <a:pt x="533565" y="2326145"/>
                  </a:lnTo>
                  <a:lnTo>
                    <a:pt x="533751" y="2324156"/>
                  </a:lnTo>
                  <a:lnTo>
                    <a:pt x="533938" y="2322085"/>
                  </a:lnTo>
                  <a:lnTo>
                    <a:pt x="534125" y="2320195"/>
                  </a:lnTo>
                  <a:lnTo>
                    <a:pt x="534312" y="2318404"/>
                  </a:lnTo>
                  <a:lnTo>
                    <a:pt x="534499" y="2316779"/>
                  </a:lnTo>
                  <a:lnTo>
                    <a:pt x="534686" y="2315508"/>
                  </a:lnTo>
                  <a:lnTo>
                    <a:pt x="534873" y="2313998"/>
                  </a:lnTo>
                  <a:lnTo>
                    <a:pt x="535060" y="2312084"/>
                  </a:lnTo>
                  <a:lnTo>
                    <a:pt x="535247" y="2309789"/>
                  </a:lnTo>
                  <a:lnTo>
                    <a:pt x="535434" y="2307619"/>
                  </a:lnTo>
                  <a:lnTo>
                    <a:pt x="535621" y="2305292"/>
                  </a:lnTo>
                  <a:lnTo>
                    <a:pt x="535808" y="2302652"/>
                  </a:lnTo>
                  <a:lnTo>
                    <a:pt x="535995" y="2299764"/>
                  </a:lnTo>
                  <a:lnTo>
                    <a:pt x="536181" y="2296958"/>
                  </a:lnTo>
                  <a:lnTo>
                    <a:pt x="536368" y="2293773"/>
                  </a:lnTo>
                  <a:lnTo>
                    <a:pt x="536555" y="2290843"/>
                  </a:lnTo>
                  <a:lnTo>
                    <a:pt x="536742" y="2288178"/>
                  </a:lnTo>
                  <a:lnTo>
                    <a:pt x="536929" y="2285537"/>
                  </a:lnTo>
                  <a:lnTo>
                    <a:pt x="537116" y="2282897"/>
                  </a:lnTo>
                  <a:lnTo>
                    <a:pt x="537303" y="2280256"/>
                  </a:lnTo>
                  <a:lnTo>
                    <a:pt x="537490" y="2277558"/>
                  </a:lnTo>
                  <a:lnTo>
                    <a:pt x="537677" y="2274661"/>
                  </a:lnTo>
                  <a:lnTo>
                    <a:pt x="537864" y="2271856"/>
                  </a:lnTo>
                  <a:lnTo>
                    <a:pt x="538051" y="2269322"/>
                  </a:lnTo>
                  <a:lnTo>
                    <a:pt x="538238" y="2266913"/>
                  </a:lnTo>
                  <a:lnTo>
                    <a:pt x="538424" y="2264561"/>
                  </a:lnTo>
                  <a:lnTo>
                    <a:pt x="538611" y="2262399"/>
                  </a:lnTo>
                  <a:lnTo>
                    <a:pt x="538798" y="2260204"/>
                  </a:lnTo>
                  <a:lnTo>
                    <a:pt x="538985" y="2258199"/>
                  </a:lnTo>
                  <a:lnTo>
                    <a:pt x="539172" y="2256682"/>
                  </a:lnTo>
                  <a:lnTo>
                    <a:pt x="539359" y="2255333"/>
                  </a:lnTo>
                  <a:lnTo>
                    <a:pt x="539546" y="2253752"/>
                  </a:lnTo>
                  <a:lnTo>
                    <a:pt x="539733" y="2252165"/>
                  </a:lnTo>
                  <a:lnTo>
                    <a:pt x="539920" y="2250502"/>
                  </a:lnTo>
                  <a:lnTo>
                    <a:pt x="540107" y="2249044"/>
                  </a:lnTo>
                  <a:lnTo>
                    <a:pt x="540294" y="2247820"/>
                  </a:lnTo>
                  <a:lnTo>
                    <a:pt x="540481" y="2247032"/>
                  </a:lnTo>
                  <a:lnTo>
                    <a:pt x="540668" y="2246654"/>
                  </a:lnTo>
                  <a:lnTo>
                    <a:pt x="540854" y="2246528"/>
                  </a:lnTo>
                  <a:lnTo>
                    <a:pt x="541041" y="2246510"/>
                  </a:lnTo>
                  <a:lnTo>
                    <a:pt x="541228" y="2246765"/>
                  </a:lnTo>
                  <a:lnTo>
                    <a:pt x="541415" y="2247072"/>
                  </a:lnTo>
                  <a:lnTo>
                    <a:pt x="541602" y="2247515"/>
                  </a:lnTo>
                  <a:lnTo>
                    <a:pt x="541789" y="2248088"/>
                  </a:lnTo>
                  <a:lnTo>
                    <a:pt x="541976" y="2248566"/>
                  </a:lnTo>
                  <a:lnTo>
                    <a:pt x="542163" y="2249172"/>
                  </a:lnTo>
                  <a:lnTo>
                    <a:pt x="542350" y="2249785"/>
                  </a:lnTo>
                  <a:lnTo>
                    <a:pt x="542537" y="2250183"/>
                  </a:lnTo>
                  <a:lnTo>
                    <a:pt x="542724" y="2250551"/>
                  </a:lnTo>
                  <a:lnTo>
                    <a:pt x="542911" y="2250751"/>
                  </a:lnTo>
                  <a:lnTo>
                    <a:pt x="543097" y="2250845"/>
                  </a:lnTo>
                  <a:lnTo>
                    <a:pt x="543284" y="2250747"/>
                  </a:lnTo>
                  <a:lnTo>
                    <a:pt x="543471" y="2250578"/>
                  </a:lnTo>
                  <a:lnTo>
                    <a:pt x="543658" y="2250231"/>
                  </a:lnTo>
                  <a:lnTo>
                    <a:pt x="543845" y="2249845"/>
                  </a:lnTo>
                  <a:lnTo>
                    <a:pt x="544032" y="2249302"/>
                  </a:lnTo>
                  <a:lnTo>
                    <a:pt x="544219" y="2248348"/>
                  </a:lnTo>
                  <a:lnTo>
                    <a:pt x="544406" y="2247361"/>
                  </a:lnTo>
                  <a:lnTo>
                    <a:pt x="544593" y="2246330"/>
                  </a:lnTo>
                  <a:lnTo>
                    <a:pt x="544780" y="2244922"/>
                  </a:lnTo>
                  <a:lnTo>
                    <a:pt x="544967" y="2243235"/>
                  </a:lnTo>
                  <a:lnTo>
                    <a:pt x="545154" y="2242063"/>
                  </a:lnTo>
                  <a:lnTo>
                    <a:pt x="545341" y="2241073"/>
                  </a:lnTo>
                  <a:lnTo>
                    <a:pt x="545527" y="2240083"/>
                  </a:lnTo>
                  <a:lnTo>
                    <a:pt x="545714" y="2239002"/>
                  </a:lnTo>
                  <a:lnTo>
                    <a:pt x="545901" y="2237838"/>
                  </a:lnTo>
                  <a:lnTo>
                    <a:pt x="546088" y="2236576"/>
                  </a:lnTo>
                  <a:lnTo>
                    <a:pt x="546275" y="2235008"/>
                  </a:lnTo>
                  <a:lnTo>
                    <a:pt x="546462" y="2233767"/>
                  </a:lnTo>
                  <a:lnTo>
                    <a:pt x="546649" y="2232191"/>
                  </a:lnTo>
                  <a:lnTo>
                    <a:pt x="546836" y="2230515"/>
                  </a:lnTo>
                  <a:lnTo>
                    <a:pt x="547023" y="2229038"/>
                  </a:lnTo>
                  <a:lnTo>
                    <a:pt x="547210" y="2227668"/>
                  </a:lnTo>
                  <a:lnTo>
                    <a:pt x="547397" y="2226220"/>
                  </a:lnTo>
                  <a:lnTo>
                    <a:pt x="547584" y="2224872"/>
                  </a:lnTo>
                  <a:lnTo>
                    <a:pt x="547771" y="2223693"/>
                  </a:lnTo>
                  <a:lnTo>
                    <a:pt x="547957" y="2222383"/>
                  </a:lnTo>
                  <a:lnTo>
                    <a:pt x="548144" y="2221012"/>
                  </a:lnTo>
                  <a:lnTo>
                    <a:pt x="548331" y="2219420"/>
                  </a:lnTo>
                  <a:lnTo>
                    <a:pt x="548518" y="2217634"/>
                  </a:lnTo>
                  <a:lnTo>
                    <a:pt x="548705" y="2215590"/>
                  </a:lnTo>
                  <a:lnTo>
                    <a:pt x="548892" y="2213547"/>
                  </a:lnTo>
                  <a:lnTo>
                    <a:pt x="549079" y="2211635"/>
                  </a:lnTo>
                  <a:lnTo>
                    <a:pt x="549266" y="2209841"/>
                  </a:lnTo>
                  <a:lnTo>
                    <a:pt x="549453" y="2208278"/>
                  </a:lnTo>
                  <a:lnTo>
                    <a:pt x="549640" y="2207015"/>
                  </a:lnTo>
                  <a:lnTo>
                    <a:pt x="549827" y="2205645"/>
                  </a:lnTo>
                  <a:lnTo>
                    <a:pt x="550014" y="2204082"/>
                  </a:lnTo>
                  <a:lnTo>
                    <a:pt x="550200" y="2202338"/>
                  </a:lnTo>
                  <a:lnTo>
                    <a:pt x="550387" y="2200595"/>
                  </a:lnTo>
                  <a:lnTo>
                    <a:pt x="550574" y="2199151"/>
                  </a:lnTo>
                  <a:lnTo>
                    <a:pt x="550761" y="2197772"/>
                  </a:lnTo>
                  <a:lnTo>
                    <a:pt x="550948" y="2196375"/>
                  </a:lnTo>
                  <a:lnTo>
                    <a:pt x="551135" y="2195201"/>
                  </a:lnTo>
                  <a:lnTo>
                    <a:pt x="551322" y="2194123"/>
                  </a:lnTo>
                  <a:lnTo>
                    <a:pt x="551509" y="2193141"/>
                  </a:lnTo>
                  <a:lnTo>
                    <a:pt x="551696" y="2191984"/>
                  </a:lnTo>
                  <a:lnTo>
                    <a:pt x="551883" y="2190684"/>
                  </a:lnTo>
                  <a:lnTo>
                    <a:pt x="552070" y="2189403"/>
                  </a:lnTo>
                  <a:lnTo>
                    <a:pt x="552257" y="2188067"/>
                  </a:lnTo>
                  <a:lnTo>
                    <a:pt x="552444" y="2186493"/>
                  </a:lnTo>
                  <a:lnTo>
                    <a:pt x="552630" y="2184224"/>
                  </a:lnTo>
                  <a:lnTo>
                    <a:pt x="552817" y="2181955"/>
                  </a:lnTo>
                  <a:lnTo>
                    <a:pt x="553004" y="2179826"/>
                  </a:lnTo>
                  <a:lnTo>
                    <a:pt x="553191" y="2177680"/>
                  </a:lnTo>
                  <a:lnTo>
                    <a:pt x="553378" y="2175386"/>
                  </a:lnTo>
                  <a:lnTo>
                    <a:pt x="553565" y="2172770"/>
                  </a:lnTo>
                  <a:lnTo>
                    <a:pt x="553752" y="2170130"/>
                  </a:lnTo>
                  <a:lnTo>
                    <a:pt x="553939" y="2167506"/>
                  </a:lnTo>
                  <a:lnTo>
                    <a:pt x="554126" y="2164890"/>
                  </a:lnTo>
                  <a:lnTo>
                    <a:pt x="554313" y="2162060"/>
                  </a:lnTo>
                  <a:lnTo>
                    <a:pt x="554500" y="2159138"/>
                  </a:lnTo>
                  <a:lnTo>
                    <a:pt x="554687" y="2156424"/>
                  </a:lnTo>
                  <a:lnTo>
                    <a:pt x="554874" y="2153907"/>
                  </a:lnTo>
                  <a:lnTo>
                    <a:pt x="555060" y="2151232"/>
                  </a:lnTo>
                  <a:lnTo>
                    <a:pt x="555247" y="2149562"/>
                  </a:lnTo>
                  <a:lnTo>
                    <a:pt x="555434" y="2147777"/>
                  </a:lnTo>
                  <a:lnTo>
                    <a:pt x="555621" y="2145834"/>
                  </a:lnTo>
                  <a:lnTo>
                    <a:pt x="555808" y="2143908"/>
                  </a:lnTo>
                  <a:lnTo>
                    <a:pt x="555995" y="2142029"/>
                  </a:lnTo>
                  <a:lnTo>
                    <a:pt x="556182" y="2140126"/>
                  </a:lnTo>
                  <a:lnTo>
                    <a:pt x="556369" y="2138328"/>
                  </a:lnTo>
                  <a:lnTo>
                    <a:pt x="556556" y="2136239"/>
                  </a:lnTo>
                  <a:lnTo>
                    <a:pt x="556743" y="2133770"/>
                  </a:lnTo>
                  <a:lnTo>
                    <a:pt x="556930" y="2131110"/>
                  </a:lnTo>
                  <a:lnTo>
                    <a:pt x="557117" y="2128615"/>
                  </a:lnTo>
                  <a:lnTo>
                    <a:pt x="557303" y="2126425"/>
                  </a:lnTo>
                  <a:lnTo>
                    <a:pt x="557490" y="2124409"/>
                  </a:lnTo>
                  <a:lnTo>
                    <a:pt x="557677" y="2122891"/>
                  </a:lnTo>
                  <a:lnTo>
                    <a:pt x="557864" y="2121058"/>
                  </a:lnTo>
                  <a:lnTo>
                    <a:pt x="558051" y="2118576"/>
                  </a:lnTo>
                  <a:lnTo>
                    <a:pt x="558238" y="2115836"/>
                  </a:lnTo>
                  <a:lnTo>
                    <a:pt x="558425" y="2111619"/>
                  </a:lnTo>
                  <a:lnTo>
                    <a:pt x="558612" y="2107278"/>
                  </a:lnTo>
                  <a:lnTo>
                    <a:pt x="558799" y="2102897"/>
                  </a:lnTo>
                  <a:lnTo>
                    <a:pt x="558986" y="2098433"/>
                  </a:lnTo>
                  <a:lnTo>
                    <a:pt x="559173" y="2093696"/>
                  </a:lnTo>
                  <a:lnTo>
                    <a:pt x="559360" y="2089141"/>
                  </a:lnTo>
                  <a:lnTo>
                    <a:pt x="559547" y="2084751"/>
                  </a:lnTo>
                  <a:lnTo>
                    <a:pt x="559733" y="2080468"/>
                  </a:lnTo>
                  <a:lnTo>
                    <a:pt x="559920" y="2076359"/>
                  </a:lnTo>
                  <a:lnTo>
                    <a:pt x="560107" y="2072183"/>
                  </a:lnTo>
                  <a:lnTo>
                    <a:pt x="560294" y="2067777"/>
                  </a:lnTo>
                  <a:lnTo>
                    <a:pt x="560481" y="2063164"/>
                  </a:lnTo>
                  <a:lnTo>
                    <a:pt x="560668" y="2058923"/>
                  </a:lnTo>
                  <a:lnTo>
                    <a:pt x="560855" y="2055119"/>
                  </a:lnTo>
                  <a:lnTo>
                    <a:pt x="561042" y="2051942"/>
                  </a:lnTo>
                  <a:lnTo>
                    <a:pt x="561229" y="2048666"/>
                  </a:lnTo>
                  <a:lnTo>
                    <a:pt x="561416" y="2045126"/>
                  </a:lnTo>
                  <a:lnTo>
                    <a:pt x="561603" y="2041404"/>
                  </a:lnTo>
                  <a:lnTo>
                    <a:pt x="561790" y="2037377"/>
                  </a:lnTo>
                  <a:lnTo>
                    <a:pt x="561976" y="2033449"/>
                  </a:lnTo>
                  <a:lnTo>
                    <a:pt x="562163" y="2029637"/>
                  </a:lnTo>
                  <a:lnTo>
                    <a:pt x="562350" y="2026196"/>
                  </a:lnTo>
                  <a:lnTo>
                    <a:pt x="562537" y="2022557"/>
                  </a:lnTo>
                  <a:lnTo>
                    <a:pt x="562724" y="2018431"/>
                  </a:lnTo>
                  <a:lnTo>
                    <a:pt x="562911" y="2014099"/>
                  </a:lnTo>
                  <a:lnTo>
                    <a:pt x="563098" y="2009461"/>
                  </a:lnTo>
                  <a:lnTo>
                    <a:pt x="563285" y="2004419"/>
                  </a:lnTo>
                  <a:lnTo>
                    <a:pt x="563472" y="1999237"/>
                  </a:lnTo>
                  <a:lnTo>
                    <a:pt x="563659" y="1993799"/>
                  </a:lnTo>
                  <a:lnTo>
                    <a:pt x="563846" y="1987404"/>
                  </a:lnTo>
                  <a:lnTo>
                    <a:pt x="564033" y="1980811"/>
                  </a:lnTo>
                  <a:lnTo>
                    <a:pt x="564220" y="1974185"/>
                  </a:lnTo>
                  <a:lnTo>
                    <a:pt x="564406" y="1967088"/>
                  </a:lnTo>
                  <a:lnTo>
                    <a:pt x="564593" y="1959604"/>
                  </a:lnTo>
                  <a:lnTo>
                    <a:pt x="564780" y="1952037"/>
                  </a:lnTo>
                  <a:lnTo>
                    <a:pt x="564967" y="1944428"/>
                  </a:lnTo>
                  <a:lnTo>
                    <a:pt x="565154" y="1936639"/>
                  </a:lnTo>
                  <a:lnTo>
                    <a:pt x="565341" y="1928775"/>
                  </a:lnTo>
                  <a:lnTo>
                    <a:pt x="565528" y="1920919"/>
                  </a:lnTo>
                  <a:lnTo>
                    <a:pt x="565715" y="1912873"/>
                  </a:lnTo>
                  <a:lnTo>
                    <a:pt x="565902" y="1905125"/>
                  </a:lnTo>
                  <a:lnTo>
                    <a:pt x="566089" y="1898004"/>
                  </a:lnTo>
                  <a:lnTo>
                    <a:pt x="566276" y="1891204"/>
                  </a:lnTo>
                  <a:lnTo>
                    <a:pt x="566463" y="1884636"/>
                  </a:lnTo>
                  <a:lnTo>
                    <a:pt x="566650" y="1880698"/>
                  </a:lnTo>
                  <a:lnTo>
                    <a:pt x="566836" y="1877052"/>
                  </a:lnTo>
                  <a:lnTo>
                    <a:pt x="567023" y="1874569"/>
                  </a:lnTo>
                  <a:lnTo>
                    <a:pt x="567210" y="1873085"/>
                  </a:lnTo>
                  <a:lnTo>
                    <a:pt x="567397" y="1871774"/>
                  </a:lnTo>
                  <a:lnTo>
                    <a:pt x="567584" y="1870434"/>
                  </a:lnTo>
                  <a:lnTo>
                    <a:pt x="567771" y="1869312"/>
                  </a:lnTo>
                  <a:lnTo>
                    <a:pt x="567958" y="1868343"/>
                  </a:lnTo>
                  <a:lnTo>
                    <a:pt x="568145" y="1867765"/>
                  </a:lnTo>
                  <a:lnTo>
                    <a:pt x="568332" y="1867537"/>
                  </a:lnTo>
                  <a:lnTo>
                    <a:pt x="568519" y="1867774"/>
                  </a:lnTo>
                  <a:lnTo>
                    <a:pt x="568706" y="1868288"/>
                  </a:lnTo>
                  <a:lnTo>
                    <a:pt x="568893" y="1869041"/>
                  </a:lnTo>
                  <a:lnTo>
                    <a:pt x="569079" y="1870099"/>
                  </a:lnTo>
                  <a:lnTo>
                    <a:pt x="569266" y="1871561"/>
                  </a:lnTo>
                  <a:lnTo>
                    <a:pt x="569453" y="1872948"/>
                  </a:lnTo>
                  <a:lnTo>
                    <a:pt x="569640" y="1873986"/>
                  </a:lnTo>
                  <a:lnTo>
                    <a:pt x="569827" y="1874560"/>
                  </a:lnTo>
                  <a:lnTo>
                    <a:pt x="570014" y="1875601"/>
                  </a:lnTo>
                  <a:lnTo>
                    <a:pt x="570201" y="1876468"/>
                  </a:lnTo>
                  <a:lnTo>
                    <a:pt x="570388" y="1877969"/>
                  </a:lnTo>
                  <a:lnTo>
                    <a:pt x="570575" y="1879719"/>
                  </a:lnTo>
                  <a:lnTo>
                    <a:pt x="570762" y="1881691"/>
                  </a:lnTo>
                  <a:lnTo>
                    <a:pt x="570949" y="1883548"/>
                  </a:lnTo>
                  <a:lnTo>
                    <a:pt x="571136" y="1885470"/>
                  </a:lnTo>
                  <a:lnTo>
                    <a:pt x="571323" y="1887617"/>
                  </a:lnTo>
                  <a:lnTo>
                    <a:pt x="571509" y="1889422"/>
                  </a:lnTo>
                  <a:lnTo>
                    <a:pt x="571696" y="1890703"/>
                  </a:lnTo>
                  <a:lnTo>
                    <a:pt x="571883" y="1891259"/>
                  </a:lnTo>
                  <a:lnTo>
                    <a:pt x="572070" y="1891243"/>
                  </a:lnTo>
                  <a:lnTo>
                    <a:pt x="572257" y="1891346"/>
                  </a:lnTo>
                  <a:lnTo>
                    <a:pt x="572444" y="1892293"/>
                  </a:lnTo>
                  <a:lnTo>
                    <a:pt x="572631" y="1893611"/>
                  </a:lnTo>
                  <a:lnTo>
                    <a:pt x="572818" y="1894123"/>
                  </a:lnTo>
                  <a:lnTo>
                    <a:pt x="573005" y="1894726"/>
                  </a:lnTo>
                  <a:lnTo>
                    <a:pt x="573192" y="1895100"/>
                  </a:lnTo>
                  <a:lnTo>
                    <a:pt x="573379" y="1895075"/>
                  </a:lnTo>
                  <a:lnTo>
                    <a:pt x="573566" y="1894483"/>
                  </a:lnTo>
                  <a:lnTo>
                    <a:pt x="573752" y="1894066"/>
                  </a:lnTo>
                  <a:lnTo>
                    <a:pt x="573939" y="1893203"/>
                  </a:lnTo>
                  <a:lnTo>
                    <a:pt x="574126" y="1892097"/>
                  </a:lnTo>
                  <a:lnTo>
                    <a:pt x="574313" y="1889863"/>
                  </a:lnTo>
                  <a:lnTo>
                    <a:pt x="574500" y="1887509"/>
                  </a:lnTo>
                  <a:lnTo>
                    <a:pt x="574687" y="1885327"/>
                  </a:lnTo>
                  <a:lnTo>
                    <a:pt x="574874" y="1882821"/>
                  </a:lnTo>
                  <a:lnTo>
                    <a:pt x="575061" y="1879828"/>
                  </a:lnTo>
                  <a:lnTo>
                    <a:pt x="575248" y="1876588"/>
                  </a:lnTo>
                  <a:lnTo>
                    <a:pt x="575435" y="1872890"/>
                  </a:lnTo>
                  <a:lnTo>
                    <a:pt x="575622" y="1867276"/>
                  </a:lnTo>
                  <a:lnTo>
                    <a:pt x="575809" y="1861293"/>
                  </a:lnTo>
                  <a:lnTo>
                    <a:pt x="575996" y="1852125"/>
                  </a:lnTo>
                  <a:lnTo>
                    <a:pt x="576182" y="1843106"/>
                  </a:lnTo>
                  <a:lnTo>
                    <a:pt x="576369" y="1834656"/>
                  </a:lnTo>
                  <a:lnTo>
                    <a:pt x="576556" y="1825983"/>
                  </a:lnTo>
                  <a:lnTo>
                    <a:pt x="576743" y="1817772"/>
                  </a:lnTo>
                  <a:lnTo>
                    <a:pt x="576930" y="1810362"/>
                  </a:lnTo>
                  <a:lnTo>
                    <a:pt x="577117" y="1803043"/>
                  </a:lnTo>
                  <a:lnTo>
                    <a:pt x="577304" y="1795517"/>
                  </a:lnTo>
                  <a:lnTo>
                    <a:pt x="577491" y="1787612"/>
                  </a:lnTo>
                  <a:lnTo>
                    <a:pt x="577678" y="1779723"/>
                  </a:lnTo>
                  <a:lnTo>
                    <a:pt x="577865" y="1772181"/>
                  </a:lnTo>
                  <a:lnTo>
                    <a:pt x="578052" y="1764152"/>
                  </a:lnTo>
                  <a:lnTo>
                    <a:pt x="578239" y="1758301"/>
                  </a:lnTo>
                  <a:lnTo>
                    <a:pt x="578426" y="1752628"/>
                  </a:lnTo>
                  <a:lnTo>
                    <a:pt x="578612" y="1747026"/>
                  </a:lnTo>
                  <a:lnTo>
                    <a:pt x="578799" y="1741376"/>
                  </a:lnTo>
                  <a:lnTo>
                    <a:pt x="578986" y="1735363"/>
                  </a:lnTo>
                  <a:lnTo>
                    <a:pt x="579173" y="1729172"/>
                  </a:lnTo>
                  <a:lnTo>
                    <a:pt x="579360" y="1722903"/>
                  </a:lnTo>
                  <a:lnTo>
                    <a:pt x="579547" y="1716013"/>
                  </a:lnTo>
                  <a:lnTo>
                    <a:pt x="579734" y="1708522"/>
                  </a:lnTo>
                  <a:lnTo>
                    <a:pt x="579921" y="1701036"/>
                  </a:lnTo>
                  <a:lnTo>
                    <a:pt x="580108" y="1693520"/>
                  </a:lnTo>
                  <a:lnTo>
                    <a:pt x="580295" y="1685890"/>
                  </a:lnTo>
                  <a:lnTo>
                    <a:pt x="580482" y="1678417"/>
                  </a:lnTo>
                  <a:lnTo>
                    <a:pt x="580669" y="1672512"/>
                  </a:lnTo>
                  <a:lnTo>
                    <a:pt x="580855" y="1667226"/>
                  </a:lnTo>
                  <a:lnTo>
                    <a:pt x="581042" y="1662350"/>
                  </a:lnTo>
                  <a:lnTo>
                    <a:pt x="581229" y="1657376"/>
                  </a:lnTo>
                  <a:lnTo>
                    <a:pt x="581416" y="1650402"/>
                  </a:lnTo>
                  <a:lnTo>
                    <a:pt x="581603" y="1643935"/>
                  </a:lnTo>
                  <a:lnTo>
                    <a:pt x="581790" y="1637934"/>
                  </a:lnTo>
                  <a:lnTo>
                    <a:pt x="581977" y="1632142"/>
                  </a:lnTo>
                  <a:lnTo>
                    <a:pt x="582164" y="1626457"/>
                  </a:lnTo>
                  <a:lnTo>
                    <a:pt x="582351" y="1621470"/>
                  </a:lnTo>
                  <a:lnTo>
                    <a:pt x="582538" y="1616447"/>
                  </a:lnTo>
                  <a:lnTo>
                    <a:pt x="582725" y="1610912"/>
                  </a:lnTo>
                  <a:lnTo>
                    <a:pt x="582912" y="1605551"/>
                  </a:lnTo>
                  <a:lnTo>
                    <a:pt x="583099" y="1600334"/>
                  </a:lnTo>
                  <a:lnTo>
                    <a:pt x="583285" y="1595436"/>
                  </a:lnTo>
                  <a:lnTo>
                    <a:pt x="583472" y="1590896"/>
                  </a:lnTo>
                  <a:lnTo>
                    <a:pt x="583659" y="1586564"/>
                  </a:lnTo>
                  <a:lnTo>
                    <a:pt x="583846" y="1579636"/>
                  </a:lnTo>
                  <a:lnTo>
                    <a:pt x="584033" y="1572960"/>
                  </a:lnTo>
                  <a:lnTo>
                    <a:pt x="584220" y="1566417"/>
                  </a:lnTo>
                  <a:lnTo>
                    <a:pt x="584407" y="1559296"/>
                  </a:lnTo>
                  <a:lnTo>
                    <a:pt x="584594" y="1552009"/>
                  </a:lnTo>
                  <a:lnTo>
                    <a:pt x="584781" y="1544363"/>
                  </a:lnTo>
                  <a:lnTo>
                    <a:pt x="584968" y="1536358"/>
                  </a:lnTo>
                  <a:lnTo>
                    <a:pt x="585155" y="1530182"/>
                  </a:lnTo>
                  <a:lnTo>
                    <a:pt x="585342" y="1523927"/>
                  </a:lnTo>
                  <a:lnTo>
                    <a:pt x="585529" y="1518065"/>
                  </a:lnTo>
                  <a:lnTo>
                    <a:pt x="585715" y="1513552"/>
                  </a:lnTo>
                  <a:lnTo>
                    <a:pt x="585902" y="1510215"/>
                  </a:lnTo>
                  <a:lnTo>
                    <a:pt x="586089" y="1506937"/>
                  </a:lnTo>
                  <a:lnTo>
                    <a:pt x="586276" y="1503802"/>
                  </a:lnTo>
                  <a:lnTo>
                    <a:pt x="586463" y="1499797"/>
                  </a:lnTo>
                  <a:lnTo>
                    <a:pt x="586650" y="1495369"/>
                  </a:lnTo>
                  <a:lnTo>
                    <a:pt x="586837" y="1491469"/>
                  </a:lnTo>
                  <a:lnTo>
                    <a:pt x="587024" y="1487369"/>
                  </a:lnTo>
                  <a:lnTo>
                    <a:pt x="587211" y="1483433"/>
                  </a:lnTo>
                  <a:lnTo>
                    <a:pt x="587398" y="1479683"/>
                  </a:lnTo>
                  <a:lnTo>
                    <a:pt x="587585" y="1476073"/>
                  </a:lnTo>
                  <a:lnTo>
                    <a:pt x="587772" y="1472407"/>
                  </a:lnTo>
                  <a:lnTo>
                    <a:pt x="587958" y="1468504"/>
                  </a:lnTo>
                  <a:lnTo>
                    <a:pt x="588145" y="1464729"/>
                  </a:lnTo>
                  <a:lnTo>
                    <a:pt x="588332" y="1461194"/>
                  </a:lnTo>
                  <a:lnTo>
                    <a:pt x="588519" y="1457312"/>
                  </a:lnTo>
                  <a:lnTo>
                    <a:pt x="588706" y="1453518"/>
                  </a:lnTo>
                  <a:lnTo>
                    <a:pt x="588893" y="1449878"/>
                  </a:lnTo>
                  <a:lnTo>
                    <a:pt x="589080" y="1446182"/>
                  </a:lnTo>
                  <a:lnTo>
                    <a:pt x="589267" y="1442861"/>
                  </a:lnTo>
                  <a:lnTo>
                    <a:pt x="589454" y="1439835"/>
                  </a:lnTo>
                  <a:lnTo>
                    <a:pt x="589641" y="1434373"/>
                  </a:lnTo>
                  <a:lnTo>
                    <a:pt x="589828" y="1429334"/>
                  </a:lnTo>
                  <a:lnTo>
                    <a:pt x="590015" y="1425497"/>
                  </a:lnTo>
                  <a:lnTo>
                    <a:pt x="590202" y="1422136"/>
                  </a:lnTo>
                  <a:lnTo>
                    <a:pt x="590388" y="1419347"/>
                  </a:lnTo>
                  <a:lnTo>
                    <a:pt x="590575" y="1417417"/>
                  </a:lnTo>
                  <a:lnTo>
                    <a:pt x="590762" y="1416669"/>
                  </a:lnTo>
                  <a:lnTo>
                    <a:pt x="590949" y="1416572"/>
                  </a:lnTo>
                  <a:lnTo>
                    <a:pt x="591136" y="1416511"/>
                  </a:lnTo>
                  <a:lnTo>
                    <a:pt x="591323" y="1416479"/>
                  </a:lnTo>
                  <a:lnTo>
                    <a:pt x="591510" y="1416252"/>
                  </a:lnTo>
                  <a:lnTo>
                    <a:pt x="591697" y="1415826"/>
                  </a:lnTo>
                  <a:lnTo>
                    <a:pt x="591884" y="1415361"/>
                  </a:lnTo>
                  <a:lnTo>
                    <a:pt x="592071" y="1414930"/>
                  </a:lnTo>
                  <a:lnTo>
                    <a:pt x="592258" y="1414510"/>
                  </a:lnTo>
                  <a:lnTo>
                    <a:pt x="592445" y="1414769"/>
                  </a:lnTo>
                  <a:lnTo>
                    <a:pt x="592631" y="1414575"/>
                  </a:lnTo>
                  <a:lnTo>
                    <a:pt x="592818" y="1414537"/>
                  </a:lnTo>
                  <a:lnTo>
                    <a:pt x="593005" y="1414590"/>
                  </a:lnTo>
                  <a:lnTo>
                    <a:pt x="593192" y="1414634"/>
                  </a:lnTo>
                  <a:lnTo>
                    <a:pt x="593379" y="1414606"/>
                  </a:lnTo>
                  <a:lnTo>
                    <a:pt x="593566" y="1414230"/>
                  </a:lnTo>
                  <a:lnTo>
                    <a:pt x="593753" y="1413612"/>
                  </a:lnTo>
                  <a:lnTo>
                    <a:pt x="593940" y="1413081"/>
                  </a:lnTo>
                  <a:lnTo>
                    <a:pt x="594127" y="1411334"/>
                  </a:lnTo>
                  <a:lnTo>
                    <a:pt x="594314" y="1410017"/>
                  </a:lnTo>
                  <a:lnTo>
                    <a:pt x="594501" y="1409160"/>
                  </a:lnTo>
                  <a:lnTo>
                    <a:pt x="594688" y="1408655"/>
                  </a:lnTo>
                  <a:lnTo>
                    <a:pt x="594875" y="1408685"/>
                  </a:lnTo>
                  <a:lnTo>
                    <a:pt x="595061" y="1408321"/>
                  </a:lnTo>
                  <a:lnTo>
                    <a:pt x="595248" y="1409090"/>
                  </a:lnTo>
                  <a:lnTo>
                    <a:pt x="595435" y="1409500"/>
                  </a:lnTo>
                  <a:lnTo>
                    <a:pt x="595622" y="1410029"/>
                  </a:lnTo>
                  <a:lnTo>
                    <a:pt x="595809" y="1413200"/>
                  </a:lnTo>
                  <a:lnTo>
                    <a:pt x="595996" y="1416134"/>
                  </a:lnTo>
                  <a:lnTo>
                    <a:pt x="596183" y="1418629"/>
                  </a:lnTo>
                  <a:lnTo>
                    <a:pt x="596370" y="1421272"/>
                  </a:lnTo>
                  <a:lnTo>
                    <a:pt x="596557" y="1425257"/>
                  </a:lnTo>
                  <a:lnTo>
                    <a:pt x="596744" y="1429637"/>
                  </a:lnTo>
                  <a:lnTo>
                    <a:pt x="596931" y="1433901"/>
                  </a:lnTo>
                  <a:lnTo>
                    <a:pt x="597118" y="1437556"/>
                  </a:lnTo>
                  <a:lnTo>
                    <a:pt x="597305" y="1441025"/>
                  </a:lnTo>
                  <a:lnTo>
                    <a:pt x="597491" y="1444464"/>
                  </a:lnTo>
                  <a:lnTo>
                    <a:pt x="597678" y="1447434"/>
                  </a:lnTo>
                  <a:lnTo>
                    <a:pt x="597865" y="1450294"/>
                  </a:lnTo>
                  <a:lnTo>
                    <a:pt x="598052" y="1452083"/>
                  </a:lnTo>
                  <a:lnTo>
                    <a:pt x="598239" y="1453493"/>
                  </a:lnTo>
                  <a:lnTo>
                    <a:pt x="598426" y="1454442"/>
                  </a:lnTo>
                  <a:lnTo>
                    <a:pt x="598613" y="1455306"/>
                  </a:lnTo>
                  <a:lnTo>
                    <a:pt x="598800" y="1456307"/>
                  </a:lnTo>
                  <a:lnTo>
                    <a:pt x="598987" y="1457567"/>
                  </a:lnTo>
                  <a:lnTo>
                    <a:pt x="599174" y="1458881"/>
                  </a:lnTo>
                  <a:lnTo>
                    <a:pt x="599361" y="1459908"/>
                  </a:lnTo>
                  <a:lnTo>
                    <a:pt x="599548" y="1460716"/>
                  </a:lnTo>
                  <a:lnTo>
                    <a:pt x="599734" y="1461056"/>
                  </a:lnTo>
                  <a:lnTo>
                    <a:pt x="599921" y="1461939"/>
                  </a:lnTo>
                  <a:lnTo>
                    <a:pt x="600108" y="1463582"/>
                  </a:lnTo>
                  <a:lnTo>
                    <a:pt x="600295" y="1465330"/>
                  </a:lnTo>
                  <a:lnTo>
                    <a:pt x="600482" y="1467655"/>
                  </a:lnTo>
                  <a:lnTo>
                    <a:pt x="600669" y="1470468"/>
                  </a:lnTo>
                  <a:lnTo>
                    <a:pt x="600856" y="1473792"/>
                  </a:lnTo>
                  <a:lnTo>
                    <a:pt x="601043" y="1477167"/>
                  </a:lnTo>
                  <a:lnTo>
                    <a:pt x="601230" y="1480576"/>
                  </a:lnTo>
                  <a:lnTo>
                    <a:pt x="601417" y="1483520"/>
                  </a:lnTo>
                  <a:lnTo>
                    <a:pt x="601604" y="1484985"/>
                  </a:lnTo>
                  <a:lnTo>
                    <a:pt x="601791" y="1486161"/>
                  </a:lnTo>
                  <a:lnTo>
                    <a:pt x="601978" y="1487889"/>
                  </a:lnTo>
                  <a:lnTo>
                    <a:pt x="602164" y="1488119"/>
                  </a:lnTo>
                  <a:lnTo>
                    <a:pt x="602351" y="1488523"/>
                  </a:lnTo>
                  <a:lnTo>
                    <a:pt x="602538" y="1488938"/>
                  </a:lnTo>
                  <a:lnTo>
                    <a:pt x="602725" y="1489115"/>
                  </a:lnTo>
                  <a:lnTo>
                    <a:pt x="602912" y="1489272"/>
                  </a:lnTo>
                  <a:lnTo>
                    <a:pt x="603099" y="1489810"/>
                  </a:lnTo>
                  <a:lnTo>
                    <a:pt x="603286" y="1490500"/>
                  </a:lnTo>
                  <a:lnTo>
                    <a:pt x="603473" y="1490794"/>
                  </a:lnTo>
                  <a:lnTo>
                    <a:pt x="603660" y="1491151"/>
                  </a:lnTo>
                  <a:lnTo>
                    <a:pt x="603847" y="1491780"/>
                  </a:lnTo>
                  <a:lnTo>
                    <a:pt x="604034" y="1490571"/>
                  </a:lnTo>
                  <a:lnTo>
                    <a:pt x="604221" y="1489934"/>
                  </a:lnTo>
                  <a:lnTo>
                    <a:pt x="604408" y="1488110"/>
                  </a:lnTo>
                  <a:lnTo>
                    <a:pt x="604594" y="1485688"/>
                  </a:lnTo>
                  <a:lnTo>
                    <a:pt x="604781" y="1483610"/>
                  </a:lnTo>
                  <a:lnTo>
                    <a:pt x="604968" y="1482131"/>
                  </a:lnTo>
                  <a:lnTo>
                    <a:pt x="605155" y="1481065"/>
                  </a:lnTo>
                  <a:lnTo>
                    <a:pt x="605342" y="1479253"/>
                  </a:lnTo>
                  <a:lnTo>
                    <a:pt x="605529" y="1477389"/>
                  </a:lnTo>
                  <a:lnTo>
                    <a:pt x="605716" y="1475224"/>
                  </a:lnTo>
                  <a:lnTo>
                    <a:pt x="605903" y="1472957"/>
                  </a:lnTo>
                  <a:lnTo>
                    <a:pt x="606090" y="1470627"/>
                  </a:lnTo>
                  <a:lnTo>
                    <a:pt x="606277" y="1468315"/>
                  </a:lnTo>
                  <a:lnTo>
                    <a:pt x="606464" y="1465887"/>
                  </a:lnTo>
                  <a:lnTo>
                    <a:pt x="606651" y="1463501"/>
                  </a:lnTo>
                  <a:lnTo>
                    <a:pt x="606837" y="1461346"/>
                  </a:lnTo>
                  <a:lnTo>
                    <a:pt x="607024" y="1459549"/>
                  </a:lnTo>
                  <a:lnTo>
                    <a:pt x="607211" y="1458332"/>
                  </a:lnTo>
                  <a:lnTo>
                    <a:pt x="607398" y="1457871"/>
                  </a:lnTo>
                  <a:lnTo>
                    <a:pt x="607585" y="1457786"/>
                  </a:lnTo>
                  <a:lnTo>
                    <a:pt x="607772" y="1456769"/>
                  </a:lnTo>
                  <a:lnTo>
                    <a:pt x="607959" y="1455326"/>
                  </a:lnTo>
                  <a:lnTo>
                    <a:pt x="608146" y="1454313"/>
                  </a:lnTo>
                  <a:lnTo>
                    <a:pt x="608333" y="1453495"/>
                  </a:lnTo>
                  <a:lnTo>
                    <a:pt x="608520" y="1453084"/>
                  </a:lnTo>
                  <a:lnTo>
                    <a:pt x="608707" y="1452853"/>
                  </a:lnTo>
                  <a:lnTo>
                    <a:pt x="608894" y="1452667"/>
                  </a:lnTo>
                  <a:lnTo>
                    <a:pt x="609081" y="1452748"/>
                  </a:lnTo>
                  <a:lnTo>
                    <a:pt x="609267" y="1453053"/>
                  </a:lnTo>
                  <a:lnTo>
                    <a:pt x="609454" y="1453540"/>
                  </a:lnTo>
                  <a:lnTo>
                    <a:pt x="609641" y="1453771"/>
                  </a:lnTo>
                  <a:lnTo>
                    <a:pt x="609828" y="1453431"/>
                  </a:lnTo>
                  <a:lnTo>
                    <a:pt x="610015" y="1453124"/>
                  </a:lnTo>
                  <a:lnTo>
                    <a:pt x="610202" y="1453094"/>
                  </a:lnTo>
                  <a:lnTo>
                    <a:pt x="610389" y="1453018"/>
                  </a:lnTo>
                  <a:lnTo>
                    <a:pt x="610576" y="1453298"/>
                  </a:lnTo>
                  <a:lnTo>
                    <a:pt x="610763" y="1453800"/>
                  </a:lnTo>
                  <a:lnTo>
                    <a:pt x="610950" y="1454654"/>
                  </a:lnTo>
                  <a:lnTo>
                    <a:pt x="611137" y="1455857"/>
                  </a:lnTo>
                  <a:lnTo>
                    <a:pt x="611324" y="1457105"/>
                  </a:lnTo>
                  <a:lnTo>
                    <a:pt x="611510" y="1458524"/>
                  </a:lnTo>
                  <a:lnTo>
                    <a:pt x="611697" y="1461255"/>
                  </a:lnTo>
                  <a:lnTo>
                    <a:pt x="611884" y="1464000"/>
                  </a:lnTo>
                  <a:lnTo>
                    <a:pt x="612071" y="1466537"/>
                  </a:lnTo>
                  <a:lnTo>
                    <a:pt x="612258" y="1469294"/>
                  </a:lnTo>
                  <a:lnTo>
                    <a:pt x="612445" y="1472793"/>
                  </a:lnTo>
                  <a:lnTo>
                    <a:pt x="612632" y="1476583"/>
                  </a:lnTo>
                  <a:lnTo>
                    <a:pt x="612819" y="1480716"/>
                  </a:lnTo>
                  <a:lnTo>
                    <a:pt x="613006" y="1486841"/>
                  </a:lnTo>
                  <a:lnTo>
                    <a:pt x="613193" y="1493183"/>
                  </a:lnTo>
                  <a:lnTo>
                    <a:pt x="613380" y="1501987"/>
                  </a:lnTo>
                  <a:lnTo>
                    <a:pt x="613567" y="1510506"/>
                  </a:lnTo>
                  <a:lnTo>
                    <a:pt x="613754" y="1517871"/>
                  </a:lnTo>
                  <a:lnTo>
                    <a:pt x="613940" y="1524275"/>
                  </a:lnTo>
                  <a:lnTo>
                    <a:pt x="614127" y="1530450"/>
                  </a:lnTo>
                  <a:lnTo>
                    <a:pt x="614314" y="1535630"/>
                  </a:lnTo>
                  <a:lnTo>
                    <a:pt x="614501" y="1541130"/>
                  </a:lnTo>
                  <a:lnTo>
                    <a:pt x="614688" y="1546804"/>
                  </a:lnTo>
                  <a:lnTo>
                    <a:pt x="614875" y="1553341"/>
                  </a:lnTo>
                  <a:lnTo>
                    <a:pt x="615062" y="1560257"/>
                  </a:lnTo>
                  <a:lnTo>
                    <a:pt x="615249" y="1566446"/>
                  </a:lnTo>
                  <a:lnTo>
                    <a:pt x="615436" y="1572925"/>
                  </a:lnTo>
                  <a:lnTo>
                    <a:pt x="615623" y="1576989"/>
                  </a:lnTo>
                  <a:lnTo>
                    <a:pt x="615810" y="1580542"/>
                  </a:lnTo>
                  <a:lnTo>
                    <a:pt x="615997" y="1583791"/>
                  </a:lnTo>
                  <a:lnTo>
                    <a:pt x="616184" y="1587146"/>
                  </a:lnTo>
                  <a:lnTo>
                    <a:pt x="616370" y="1590889"/>
                  </a:lnTo>
                  <a:lnTo>
                    <a:pt x="616557" y="1594819"/>
                  </a:lnTo>
                  <a:lnTo>
                    <a:pt x="616744" y="1598987"/>
                  </a:lnTo>
                  <a:lnTo>
                    <a:pt x="616931" y="1603562"/>
                  </a:lnTo>
                  <a:lnTo>
                    <a:pt x="617118" y="1608909"/>
                  </a:lnTo>
                  <a:lnTo>
                    <a:pt x="617305" y="1614155"/>
                  </a:lnTo>
                  <a:lnTo>
                    <a:pt x="617492" y="1618981"/>
                  </a:lnTo>
                  <a:lnTo>
                    <a:pt x="617679" y="1623334"/>
                  </a:lnTo>
                  <a:lnTo>
                    <a:pt x="617866" y="1626513"/>
                  </a:lnTo>
                  <a:lnTo>
                    <a:pt x="618053" y="1626741"/>
                  </a:lnTo>
                  <a:lnTo>
                    <a:pt x="618240" y="1628216"/>
                  </a:lnTo>
                  <a:lnTo>
                    <a:pt x="618427" y="1629520"/>
                  </a:lnTo>
                  <a:lnTo>
                    <a:pt x="618613" y="1631026"/>
                  </a:lnTo>
                  <a:lnTo>
                    <a:pt x="618800" y="1634508"/>
                  </a:lnTo>
                  <a:lnTo>
                    <a:pt x="618987" y="1637945"/>
                  </a:lnTo>
                  <a:lnTo>
                    <a:pt x="619174" y="1641256"/>
                  </a:lnTo>
                  <a:lnTo>
                    <a:pt x="619361" y="1644732"/>
                  </a:lnTo>
                  <a:lnTo>
                    <a:pt x="619548" y="1648379"/>
                  </a:lnTo>
                  <a:lnTo>
                    <a:pt x="619735" y="1651513"/>
                  </a:lnTo>
                  <a:lnTo>
                    <a:pt x="619922" y="1654250"/>
                  </a:lnTo>
                  <a:lnTo>
                    <a:pt x="620109" y="1657331"/>
                  </a:lnTo>
                  <a:lnTo>
                    <a:pt x="620296" y="1660084"/>
                  </a:lnTo>
                  <a:lnTo>
                    <a:pt x="620483" y="1662404"/>
                  </a:lnTo>
                  <a:lnTo>
                    <a:pt x="620670" y="1664274"/>
                  </a:lnTo>
                  <a:lnTo>
                    <a:pt x="620857" y="1665391"/>
                  </a:lnTo>
                  <a:lnTo>
                    <a:pt x="621043" y="1666185"/>
                  </a:lnTo>
                  <a:lnTo>
                    <a:pt x="621230" y="1669141"/>
                  </a:lnTo>
                  <a:lnTo>
                    <a:pt x="621417" y="1672032"/>
                  </a:lnTo>
                  <a:lnTo>
                    <a:pt x="621604" y="1675173"/>
                  </a:lnTo>
                  <a:lnTo>
                    <a:pt x="621791" y="1679916"/>
                  </a:lnTo>
                  <a:lnTo>
                    <a:pt x="621978" y="1684830"/>
                  </a:lnTo>
                  <a:lnTo>
                    <a:pt x="622165" y="1689928"/>
                  </a:lnTo>
                  <a:lnTo>
                    <a:pt x="622352" y="1695263"/>
                  </a:lnTo>
                  <a:lnTo>
                    <a:pt x="622539" y="1698475"/>
                  </a:lnTo>
                  <a:lnTo>
                    <a:pt x="622726" y="1701954"/>
                  </a:lnTo>
                  <a:lnTo>
                    <a:pt x="622913" y="1705272"/>
                  </a:lnTo>
                  <a:lnTo>
                    <a:pt x="623100" y="1706767"/>
                  </a:lnTo>
                  <a:lnTo>
                    <a:pt x="623287" y="1707742"/>
                  </a:lnTo>
                  <a:lnTo>
                    <a:pt x="623473" y="1708801"/>
                  </a:lnTo>
                  <a:lnTo>
                    <a:pt x="623660" y="1710728"/>
                  </a:lnTo>
                  <a:lnTo>
                    <a:pt x="623847" y="1713708"/>
                  </a:lnTo>
                  <a:lnTo>
                    <a:pt x="624034" y="1717197"/>
                  </a:lnTo>
                  <a:lnTo>
                    <a:pt x="624221" y="1720134"/>
                  </a:lnTo>
                  <a:lnTo>
                    <a:pt x="624408" y="1723184"/>
                  </a:lnTo>
                  <a:lnTo>
                    <a:pt x="624595" y="1725913"/>
                  </a:lnTo>
                  <a:lnTo>
                    <a:pt x="624782" y="1728569"/>
                  </a:lnTo>
                  <a:lnTo>
                    <a:pt x="624969" y="1731342"/>
                  </a:lnTo>
                  <a:lnTo>
                    <a:pt x="625156" y="1734146"/>
                  </a:lnTo>
                  <a:lnTo>
                    <a:pt x="625343" y="1737370"/>
                  </a:lnTo>
                  <a:lnTo>
                    <a:pt x="625530" y="1741018"/>
                  </a:lnTo>
                  <a:lnTo>
                    <a:pt x="625716" y="1744149"/>
                  </a:lnTo>
                  <a:lnTo>
                    <a:pt x="625903" y="1747041"/>
                  </a:lnTo>
                  <a:lnTo>
                    <a:pt x="626090" y="1749757"/>
                  </a:lnTo>
                  <a:lnTo>
                    <a:pt x="626277" y="1752251"/>
                  </a:lnTo>
                  <a:lnTo>
                    <a:pt x="626464" y="1755096"/>
                  </a:lnTo>
                  <a:lnTo>
                    <a:pt x="626651" y="1757130"/>
                  </a:lnTo>
                  <a:lnTo>
                    <a:pt x="626838" y="1758804"/>
                  </a:lnTo>
                  <a:lnTo>
                    <a:pt x="627025" y="1762922"/>
                  </a:lnTo>
                  <a:lnTo>
                    <a:pt x="627212" y="1766836"/>
                  </a:lnTo>
                  <a:lnTo>
                    <a:pt x="627399" y="1770399"/>
                  </a:lnTo>
                  <a:lnTo>
                    <a:pt x="627586" y="1773584"/>
                  </a:lnTo>
                  <a:lnTo>
                    <a:pt x="627773" y="1776086"/>
                  </a:lnTo>
                  <a:lnTo>
                    <a:pt x="627960" y="1777047"/>
                  </a:lnTo>
                  <a:lnTo>
                    <a:pt x="628146" y="1777095"/>
                  </a:lnTo>
                  <a:lnTo>
                    <a:pt x="628333" y="1776854"/>
                  </a:lnTo>
                  <a:lnTo>
                    <a:pt x="628520" y="1776990"/>
                  </a:lnTo>
                  <a:lnTo>
                    <a:pt x="628707" y="1777146"/>
                  </a:lnTo>
                  <a:lnTo>
                    <a:pt x="628894" y="1777744"/>
                  </a:lnTo>
                  <a:lnTo>
                    <a:pt x="629081" y="1779045"/>
                  </a:lnTo>
                  <a:lnTo>
                    <a:pt x="629268" y="1780765"/>
                  </a:lnTo>
                  <a:lnTo>
                    <a:pt x="629455" y="1782310"/>
                  </a:lnTo>
                  <a:lnTo>
                    <a:pt x="629642" y="1783508"/>
                  </a:lnTo>
                  <a:lnTo>
                    <a:pt x="629829" y="1784249"/>
                  </a:lnTo>
                  <a:lnTo>
                    <a:pt x="630016" y="1784914"/>
                  </a:lnTo>
                  <a:lnTo>
                    <a:pt x="630203" y="1785993"/>
                  </a:lnTo>
                  <a:lnTo>
                    <a:pt x="630389" y="1787025"/>
                  </a:lnTo>
                  <a:lnTo>
                    <a:pt x="630576" y="1787952"/>
                  </a:lnTo>
                  <a:lnTo>
                    <a:pt x="630763" y="1788875"/>
                  </a:lnTo>
                  <a:lnTo>
                    <a:pt x="630950" y="1790037"/>
                  </a:lnTo>
                  <a:lnTo>
                    <a:pt x="631137" y="1791460"/>
                  </a:lnTo>
                  <a:lnTo>
                    <a:pt x="631324" y="1793154"/>
                  </a:lnTo>
                  <a:lnTo>
                    <a:pt x="631511" y="1796388"/>
                  </a:lnTo>
                  <a:lnTo>
                    <a:pt x="631698" y="1799244"/>
                  </a:lnTo>
                  <a:lnTo>
                    <a:pt x="631885" y="1801455"/>
                  </a:lnTo>
                  <a:lnTo>
                    <a:pt x="632072" y="1803221"/>
                  </a:lnTo>
                  <a:lnTo>
                    <a:pt x="632259" y="1804706"/>
                  </a:lnTo>
                  <a:lnTo>
                    <a:pt x="632446" y="1806447"/>
                  </a:lnTo>
                  <a:lnTo>
                    <a:pt x="632633" y="1808403"/>
                  </a:lnTo>
                  <a:lnTo>
                    <a:pt x="632819" y="1811060"/>
                  </a:lnTo>
                  <a:lnTo>
                    <a:pt x="633006" y="1813833"/>
                  </a:lnTo>
                  <a:lnTo>
                    <a:pt x="633193" y="1815646"/>
                  </a:lnTo>
                  <a:lnTo>
                    <a:pt x="633380" y="1817819"/>
                  </a:lnTo>
                  <a:lnTo>
                    <a:pt x="633567" y="1820425"/>
                  </a:lnTo>
                  <a:lnTo>
                    <a:pt x="633754" y="1823310"/>
                  </a:lnTo>
                  <a:lnTo>
                    <a:pt x="633941" y="1825217"/>
                  </a:lnTo>
                  <a:lnTo>
                    <a:pt x="634128" y="1826547"/>
                  </a:lnTo>
                  <a:lnTo>
                    <a:pt x="634315" y="1827821"/>
                  </a:lnTo>
                  <a:lnTo>
                    <a:pt x="634502" y="1829297"/>
                  </a:lnTo>
                  <a:lnTo>
                    <a:pt x="634689" y="1830508"/>
                  </a:lnTo>
                  <a:lnTo>
                    <a:pt x="634876" y="1831665"/>
                  </a:lnTo>
                  <a:lnTo>
                    <a:pt x="635063" y="1832945"/>
                  </a:lnTo>
                  <a:lnTo>
                    <a:pt x="635249" y="1834161"/>
                  </a:lnTo>
                  <a:lnTo>
                    <a:pt x="635436" y="1835837"/>
                  </a:lnTo>
                  <a:lnTo>
                    <a:pt x="635623" y="1837415"/>
                  </a:lnTo>
                  <a:lnTo>
                    <a:pt x="635810" y="1838900"/>
                  </a:lnTo>
                  <a:lnTo>
                    <a:pt x="635997" y="1840611"/>
                  </a:lnTo>
                  <a:lnTo>
                    <a:pt x="636184" y="1842349"/>
                  </a:lnTo>
                  <a:lnTo>
                    <a:pt x="636371" y="1843664"/>
                  </a:lnTo>
                  <a:lnTo>
                    <a:pt x="636558" y="1845048"/>
                  </a:lnTo>
                  <a:lnTo>
                    <a:pt x="636745" y="1846208"/>
                  </a:lnTo>
                  <a:lnTo>
                    <a:pt x="636932" y="1847240"/>
                  </a:lnTo>
                  <a:lnTo>
                    <a:pt x="637119" y="1848196"/>
                  </a:lnTo>
                  <a:lnTo>
                    <a:pt x="637306" y="1848922"/>
                  </a:lnTo>
                  <a:lnTo>
                    <a:pt x="637492" y="1849754"/>
                  </a:lnTo>
                  <a:lnTo>
                    <a:pt x="637679" y="1850680"/>
                  </a:lnTo>
                  <a:lnTo>
                    <a:pt x="637866" y="1851119"/>
                  </a:lnTo>
                  <a:lnTo>
                    <a:pt x="638053" y="1851475"/>
                  </a:lnTo>
                  <a:lnTo>
                    <a:pt x="638240" y="1851353"/>
                  </a:lnTo>
                  <a:lnTo>
                    <a:pt x="638427" y="1851427"/>
                  </a:lnTo>
                  <a:lnTo>
                    <a:pt x="638614" y="1852128"/>
                  </a:lnTo>
                  <a:lnTo>
                    <a:pt x="638801" y="1853467"/>
                  </a:lnTo>
                  <a:lnTo>
                    <a:pt x="638988" y="1856325"/>
                  </a:lnTo>
                  <a:lnTo>
                    <a:pt x="639175" y="1860149"/>
                  </a:lnTo>
                  <a:lnTo>
                    <a:pt x="639362" y="1863695"/>
                  </a:lnTo>
                  <a:lnTo>
                    <a:pt x="639549" y="1869524"/>
                  </a:lnTo>
                  <a:lnTo>
                    <a:pt x="639736" y="1875109"/>
                  </a:lnTo>
                  <a:lnTo>
                    <a:pt x="639922" y="1880519"/>
                  </a:lnTo>
                  <a:lnTo>
                    <a:pt x="640109" y="1886212"/>
                  </a:lnTo>
                  <a:lnTo>
                    <a:pt x="640296" y="1891826"/>
                  </a:lnTo>
                  <a:lnTo>
                    <a:pt x="640483" y="1897218"/>
                  </a:lnTo>
                  <a:lnTo>
                    <a:pt x="640670" y="1902807"/>
                  </a:lnTo>
                  <a:lnTo>
                    <a:pt x="640857" y="1908399"/>
                  </a:lnTo>
                  <a:lnTo>
                    <a:pt x="641044" y="1913588"/>
                  </a:lnTo>
                  <a:lnTo>
                    <a:pt x="641231" y="1918307"/>
                  </a:lnTo>
                  <a:lnTo>
                    <a:pt x="641418" y="1922329"/>
                  </a:lnTo>
                  <a:lnTo>
                    <a:pt x="641605" y="1925324"/>
                  </a:lnTo>
                  <a:lnTo>
                    <a:pt x="641792" y="1928166"/>
                  </a:lnTo>
                  <a:lnTo>
                    <a:pt x="641979" y="1930739"/>
                  </a:lnTo>
                  <a:lnTo>
                    <a:pt x="642166" y="1932940"/>
                  </a:lnTo>
                  <a:lnTo>
                    <a:pt x="642352" y="1935037"/>
                  </a:lnTo>
                  <a:lnTo>
                    <a:pt x="642539" y="1936718"/>
                  </a:lnTo>
                  <a:lnTo>
                    <a:pt x="642726" y="1939199"/>
                  </a:lnTo>
                  <a:lnTo>
                    <a:pt x="642913" y="1941723"/>
                  </a:lnTo>
                  <a:lnTo>
                    <a:pt x="643100" y="1944368"/>
                  </a:lnTo>
                  <a:lnTo>
                    <a:pt x="643287" y="1946884"/>
                  </a:lnTo>
                  <a:lnTo>
                    <a:pt x="643474" y="1949252"/>
                  </a:lnTo>
                  <a:lnTo>
                    <a:pt x="643661" y="1951373"/>
                  </a:lnTo>
                  <a:lnTo>
                    <a:pt x="643848" y="1953587"/>
                  </a:lnTo>
                  <a:lnTo>
                    <a:pt x="644035" y="1955580"/>
                  </a:lnTo>
                  <a:lnTo>
                    <a:pt x="644222" y="1957178"/>
                  </a:lnTo>
                  <a:lnTo>
                    <a:pt x="644409" y="1958731"/>
                  </a:lnTo>
                  <a:lnTo>
                    <a:pt x="644595" y="1960297"/>
                  </a:lnTo>
                  <a:lnTo>
                    <a:pt x="644782" y="1961104"/>
                  </a:lnTo>
                  <a:lnTo>
                    <a:pt x="644969" y="1961817"/>
                  </a:lnTo>
                  <a:lnTo>
                    <a:pt x="645156" y="1962715"/>
                  </a:lnTo>
                  <a:lnTo>
                    <a:pt x="645343" y="1963857"/>
                  </a:lnTo>
                  <a:lnTo>
                    <a:pt x="645530" y="1964588"/>
                  </a:lnTo>
                  <a:lnTo>
                    <a:pt x="645717" y="1965051"/>
                  </a:lnTo>
                  <a:lnTo>
                    <a:pt x="645904" y="1965443"/>
                  </a:lnTo>
                  <a:lnTo>
                    <a:pt x="646091" y="1965578"/>
                  </a:lnTo>
                  <a:lnTo>
                    <a:pt x="646278" y="1966005"/>
                  </a:lnTo>
                  <a:lnTo>
                    <a:pt x="646465" y="1966424"/>
                  </a:lnTo>
                  <a:lnTo>
                    <a:pt x="646652" y="1966737"/>
                  </a:lnTo>
                  <a:lnTo>
                    <a:pt x="646839" y="1967213"/>
                  </a:lnTo>
                  <a:lnTo>
                    <a:pt x="647025" y="1968367"/>
                  </a:lnTo>
                  <a:lnTo>
                    <a:pt x="647212" y="1969515"/>
                  </a:lnTo>
                  <a:lnTo>
                    <a:pt x="647399" y="1970303"/>
                  </a:lnTo>
                  <a:lnTo>
                    <a:pt x="647586" y="1971497"/>
                  </a:lnTo>
                  <a:lnTo>
                    <a:pt x="647773" y="1972769"/>
                  </a:lnTo>
                  <a:lnTo>
                    <a:pt x="647960" y="1973963"/>
                  </a:lnTo>
                  <a:lnTo>
                    <a:pt x="648147" y="1975342"/>
                  </a:lnTo>
                  <a:lnTo>
                    <a:pt x="648334" y="1976895"/>
                  </a:lnTo>
                  <a:lnTo>
                    <a:pt x="648521" y="1978512"/>
                  </a:lnTo>
                  <a:lnTo>
                    <a:pt x="648708" y="1980560"/>
                  </a:lnTo>
                  <a:lnTo>
                    <a:pt x="648895" y="1982417"/>
                  </a:lnTo>
                  <a:lnTo>
                    <a:pt x="649082" y="1984148"/>
                  </a:lnTo>
                  <a:lnTo>
                    <a:pt x="649268" y="1986084"/>
                  </a:lnTo>
                  <a:lnTo>
                    <a:pt x="649455" y="1988304"/>
                  </a:lnTo>
                  <a:lnTo>
                    <a:pt x="649642" y="1990752"/>
                  </a:lnTo>
                  <a:lnTo>
                    <a:pt x="649829" y="1993142"/>
                  </a:lnTo>
                  <a:lnTo>
                    <a:pt x="650016" y="1995399"/>
                  </a:lnTo>
                  <a:lnTo>
                    <a:pt x="650203" y="1997496"/>
                  </a:lnTo>
                  <a:lnTo>
                    <a:pt x="650390" y="1999394"/>
                  </a:lnTo>
                  <a:lnTo>
                    <a:pt x="650577" y="2001347"/>
                  </a:lnTo>
                  <a:lnTo>
                    <a:pt x="650764" y="2003988"/>
                  </a:lnTo>
                  <a:lnTo>
                    <a:pt x="650951" y="2006790"/>
                  </a:lnTo>
                  <a:lnTo>
                    <a:pt x="651138" y="2010185"/>
                  </a:lnTo>
                  <a:lnTo>
                    <a:pt x="651325" y="2014385"/>
                  </a:lnTo>
                  <a:lnTo>
                    <a:pt x="651512" y="2018385"/>
                  </a:lnTo>
                  <a:lnTo>
                    <a:pt x="651698" y="2022728"/>
                  </a:lnTo>
                  <a:lnTo>
                    <a:pt x="651885" y="2026693"/>
                  </a:lnTo>
                  <a:lnTo>
                    <a:pt x="652072" y="2030689"/>
                  </a:lnTo>
                  <a:lnTo>
                    <a:pt x="652259" y="2034162"/>
                  </a:lnTo>
                  <a:lnTo>
                    <a:pt x="652446" y="2037024"/>
                  </a:lnTo>
                  <a:lnTo>
                    <a:pt x="652633" y="2039904"/>
                  </a:lnTo>
                  <a:lnTo>
                    <a:pt x="652820" y="2042634"/>
                  </a:lnTo>
                  <a:lnTo>
                    <a:pt x="653007" y="2045321"/>
                  </a:lnTo>
                  <a:lnTo>
                    <a:pt x="653194" y="2048133"/>
                  </a:lnTo>
                  <a:lnTo>
                    <a:pt x="653381" y="2050998"/>
                  </a:lnTo>
                  <a:lnTo>
                    <a:pt x="653568" y="2054083"/>
                  </a:lnTo>
                  <a:lnTo>
                    <a:pt x="653755" y="2056957"/>
                  </a:lnTo>
                  <a:lnTo>
                    <a:pt x="653942" y="2059621"/>
                  </a:lnTo>
                  <a:lnTo>
                    <a:pt x="654128" y="2062126"/>
                  </a:lnTo>
                  <a:lnTo>
                    <a:pt x="654315" y="2064639"/>
                  </a:lnTo>
                  <a:lnTo>
                    <a:pt x="654502" y="2066752"/>
                  </a:lnTo>
                  <a:lnTo>
                    <a:pt x="654689" y="2069110"/>
                  </a:lnTo>
                  <a:lnTo>
                    <a:pt x="654876" y="2071828"/>
                  </a:lnTo>
                  <a:lnTo>
                    <a:pt x="655063" y="2075133"/>
                  </a:lnTo>
                  <a:lnTo>
                    <a:pt x="655250" y="2079661"/>
                  </a:lnTo>
                  <a:lnTo>
                    <a:pt x="655437" y="2085786"/>
                  </a:lnTo>
                  <a:lnTo>
                    <a:pt x="655624" y="2090324"/>
                  </a:lnTo>
                  <a:lnTo>
                    <a:pt x="655811" y="2094811"/>
                  </a:lnTo>
                  <a:lnTo>
                    <a:pt x="655998" y="2099147"/>
                  </a:lnTo>
                  <a:lnTo>
                    <a:pt x="656185" y="2103671"/>
                  </a:lnTo>
                  <a:lnTo>
                    <a:pt x="656371" y="2108082"/>
                  </a:lnTo>
                  <a:lnTo>
                    <a:pt x="656558" y="2112294"/>
                  </a:lnTo>
                  <a:lnTo>
                    <a:pt x="656745" y="2116259"/>
                  </a:lnTo>
                  <a:lnTo>
                    <a:pt x="656932" y="2120144"/>
                  </a:lnTo>
                  <a:lnTo>
                    <a:pt x="657119" y="2124134"/>
                  </a:lnTo>
                  <a:lnTo>
                    <a:pt x="657306" y="2128556"/>
                  </a:lnTo>
                  <a:lnTo>
                    <a:pt x="657493" y="2132791"/>
                  </a:lnTo>
                  <a:lnTo>
                    <a:pt x="657680" y="2136915"/>
                  </a:lnTo>
                  <a:lnTo>
                    <a:pt x="657867" y="2141219"/>
                  </a:lnTo>
                  <a:lnTo>
                    <a:pt x="658054" y="2145228"/>
                  </a:lnTo>
                  <a:lnTo>
                    <a:pt x="658241" y="2149401"/>
                  </a:lnTo>
                  <a:lnTo>
                    <a:pt x="658428" y="2153829"/>
                  </a:lnTo>
                  <a:lnTo>
                    <a:pt x="658615" y="2158081"/>
                  </a:lnTo>
                  <a:lnTo>
                    <a:pt x="658801" y="2161725"/>
                  </a:lnTo>
                  <a:lnTo>
                    <a:pt x="658988" y="2164988"/>
                  </a:lnTo>
                  <a:lnTo>
                    <a:pt x="659175" y="2167028"/>
                  </a:lnTo>
                  <a:lnTo>
                    <a:pt x="659362" y="2168797"/>
                  </a:lnTo>
                  <a:lnTo>
                    <a:pt x="659549" y="2170062"/>
                  </a:lnTo>
                  <a:lnTo>
                    <a:pt x="659736" y="2171130"/>
                  </a:lnTo>
                  <a:lnTo>
                    <a:pt x="659923" y="2172283"/>
                  </a:lnTo>
                  <a:lnTo>
                    <a:pt x="660110" y="2173368"/>
                  </a:lnTo>
                  <a:lnTo>
                    <a:pt x="660297" y="2174522"/>
                  </a:lnTo>
                  <a:lnTo>
                    <a:pt x="660484" y="2176859"/>
                  </a:lnTo>
                  <a:lnTo>
                    <a:pt x="660671" y="2178922"/>
                  </a:lnTo>
                  <a:lnTo>
                    <a:pt x="660858" y="2181645"/>
                  </a:lnTo>
                  <a:lnTo>
                    <a:pt x="661045" y="2183135"/>
                  </a:lnTo>
                  <a:lnTo>
                    <a:pt x="661231" y="2184003"/>
                  </a:lnTo>
                  <a:lnTo>
                    <a:pt x="661418" y="2184521"/>
                  </a:lnTo>
                  <a:lnTo>
                    <a:pt x="661605" y="2184942"/>
                  </a:lnTo>
                  <a:lnTo>
                    <a:pt x="661792" y="2185138"/>
                  </a:lnTo>
                  <a:lnTo>
                    <a:pt x="661979" y="2185542"/>
                  </a:lnTo>
                  <a:lnTo>
                    <a:pt x="662166" y="2186182"/>
                  </a:lnTo>
                  <a:lnTo>
                    <a:pt x="662353" y="2187270"/>
                  </a:lnTo>
                  <a:lnTo>
                    <a:pt x="662540" y="2188586"/>
                  </a:lnTo>
                  <a:lnTo>
                    <a:pt x="662727" y="2189546"/>
                  </a:lnTo>
                  <a:lnTo>
                    <a:pt x="662914" y="2189270"/>
                  </a:lnTo>
                  <a:lnTo>
                    <a:pt x="663101" y="2188860"/>
                  </a:lnTo>
                  <a:lnTo>
                    <a:pt x="663288" y="2188491"/>
                  </a:lnTo>
                  <a:lnTo>
                    <a:pt x="663474" y="2188007"/>
                  </a:lnTo>
                  <a:lnTo>
                    <a:pt x="663661" y="2187370"/>
                  </a:lnTo>
                  <a:lnTo>
                    <a:pt x="663848" y="2186909"/>
                  </a:lnTo>
                  <a:lnTo>
                    <a:pt x="664035" y="2187195"/>
                  </a:lnTo>
                  <a:lnTo>
                    <a:pt x="664222" y="2187624"/>
                  </a:lnTo>
                  <a:lnTo>
                    <a:pt x="664409" y="2188011"/>
                  </a:lnTo>
                  <a:lnTo>
                    <a:pt x="664596" y="2188415"/>
                  </a:lnTo>
                  <a:lnTo>
                    <a:pt x="664783" y="2188557"/>
                  </a:lnTo>
                  <a:lnTo>
                    <a:pt x="664970" y="2188361"/>
                  </a:lnTo>
                  <a:lnTo>
                    <a:pt x="665157" y="2188137"/>
                  </a:lnTo>
                  <a:lnTo>
                    <a:pt x="665344" y="2188612"/>
                  </a:lnTo>
                  <a:lnTo>
                    <a:pt x="665531" y="2189138"/>
                  </a:lnTo>
                  <a:lnTo>
                    <a:pt x="665718" y="2189889"/>
                  </a:lnTo>
                  <a:lnTo>
                    <a:pt x="665904" y="2189920"/>
                  </a:lnTo>
                  <a:lnTo>
                    <a:pt x="666091" y="2189384"/>
                  </a:lnTo>
                  <a:lnTo>
                    <a:pt x="666278" y="2187940"/>
                  </a:lnTo>
                  <a:lnTo>
                    <a:pt x="666465" y="2186224"/>
                  </a:lnTo>
                  <a:lnTo>
                    <a:pt x="666652" y="2184128"/>
                  </a:lnTo>
                  <a:lnTo>
                    <a:pt x="666839" y="2182131"/>
                  </a:lnTo>
                  <a:lnTo>
                    <a:pt x="667026" y="2180150"/>
                  </a:lnTo>
                  <a:lnTo>
                    <a:pt x="667213" y="2178063"/>
                  </a:lnTo>
                  <a:lnTo>
                    <a:pt x="667400" y="2176867"/>
                  </a:lnTo>
                  <a:lnTo>
                    <a:pt x="667587" y="2176629"/>
                  </a:lnTo>
                  <a:lnTo>
                    <a:pt x="667774" y="2176947"/>
                  </a:lnTo>
                  <a:lnTo>
                    <a:pt x="667961" y="2177133"/>
                  </a:lnTo>
                  <a:lnTo>
                    <a:pt x="668147" y="2177309"/>
                  </a:lnTo>
                  <a:lnTo>
                    <a:pt x="668334" y="2177531"/>
                  </a:lnTo>
                  <a:lnTo>
                    <a:pt x="668521" y="2177526"/>
                  </a:lnTo>
                  <a:lnTo>
                    <a:pt x="668708" y="2177353"/>
                  </a:lnTo>
                  <a:lnTo>
                    <a:pt x="668895" y="2177247"/>
                  </a:lnTo>
                  <a:lnTo>
                    <a:pt x="669082" y="2177251"/>
                  </a:lnTo>
                  <a:lnTo>
                    <a:pt x="669269" y="2177182"/>
                  </a:lnTo>
                  <a:lnTo>
                    <a:pt x="669456" y="2176904"/>
                  </a:lnTo>
                  <a:lnTo>
                    <a:pt x="669643" y="2176469"/>
                  </a:lnTo>
                  <a:lnTo>
                    <a:pt x="669830" y="2175965"/>
                  </a:lnTo>
                  <a:lnTo>
                    <a:pt x="670017" y="2175413"/>
                  </a:lnTo>
                  <a:lnTo>
                    <a:pt x="670204" y="2174765"/>
                  </a:lnTo>
                  <a:lnTo>
                    <a:pt x="670391" y="2174132"/>
                  </a:lnTo>
                  <a:lnTo>
                    <a:pt x="670577" y="2173373"/>
                  </a:lnTo>
                  <a:lnTo>
                    <a:pt x="670764" y="2172552"/>
                  </a:lnTo>
                  <a:lnTo>
                    <a:pt x="670951" y="2171723"/>
                  </a:lnTo>
                  <a:lnTo>
                    <a:pt x="671138" y="2169735"/>
                  </a:lnTo>
                  <a:lnTo>
                    <a:pt x="671325" y="2165167"/>
                  </a:lnTo>
                  <a:lnTo>
                    <a:pt x="671512" y="2161524"/>
                  </a:lnTo>
                  <a:lnTo>
                    <a:pt x="671699" y="2158274"/>
                  </a:lnTo>
                  <a:lnTo>
                    <a:pt x="671886" y="2155742"/>
                  </a:lnTo>
                  <a:lnTo>
                    <a:pt x="672073" y="2154393"/>
                  </a:lnTo>
                  <a:lnTo>
                    <a:pt x="672260" y="2152552"/>
                  </a:lnTo>
                  <a:lnTo>
                    <a:pt x="672447" y="2151580"/>
                  </a:lnTo>
                  <a:lnTo>
                    <a:pt x="672634" y="2150790"/>
                  </a:lnTo>
                  <a:lnTo>
                    <a:pt x="672821" y="2149792"/>
                  </a:lnTo>
                  <a:lnTo>
                    <a:pt x="673007" y="2148555"/>
                  </a:lnTo>
                  <a:lnTo>
                    <a:pt x="673194" y="2147126"/>
                  </a:lnTo>
                  <a:lnTo>
                    <a:pt x="673381" y="2145589"/>
                  </a:lnTo>
                  <a:lnTo>
                    <a:pt x="673568" y="2144250"/>
                  </a:lnTo>
                  <a:lnTo>
                    <a:pt x="673755" y="2143069"/>
                  </a:lnTo>
                  <a:lnTo>
                    <a:pt x="673942" y="2142102"/>
                  </a:lnTo>
                  <a:lnTo>
                    <a:pt x="674129" y="2141292"/>
                  </a:lnTo>
                  <a:lnTo>
                    <a:pt x="674316" y="2140266"/>
                  </a:lnTo>
                  <a:lnTo>
                    <a:pt x="674503" y="2139122"/>
                  </a:lnTo>
                  <a:lnTo>
                    <a:pt x="674690" y="2137721"/>
                  </a:lnTo>
                  <a:lnTo>
                    <a:pt x="674877" y="2136074"/>
                  </a:lnTo>
                  <a:lnTo>
                    <a:pt x="675064" y="2134199"/>
                  </a:lnTo>
                  <a:lnTo>
                    <a:pt x="675250" y="2132875"/>
                  </a:lnTo>
                  <a:lnTo>
                    <a:pt x="675437" y="2131087"/>
                  </a:lnTo>
                  <a:lnTo>
                    <a:pt x="675624" y="2127631"/>
                  </a:lnTo>
                  <a:lnTo>
                    <a:pt x="675811" y="2124349"/>
                  </a:lnTo>
                  <a:lnTo>
                    <a:pt x="675998" y="2121274"/>
                  </a:lnTo>
                  <a:lnTo>
                    <a:pt x="676185" y="2118500"/>
                  </a:lnTo>
                  <a:lnTo>
                    <a:pt x="676372" y="2116115"/>
                  </a:lnTo>
                  <a:lnTo>
                    <a:pt x="676559" y="2113648"/>
                  </a:lnTo>
                  <a:lnTo>
                    <a:pt x="676746" y="2111037"/>
                  </a:lnTo>
                  <a:lnTo>
                    <a:pt x="676933" y="2106562"/>
                  </a:lnTo>
                  <a:lnTo>
                    <a:pt x="677120" y="2102726"/>
                  </a:lnTo>
                  <a:lnTo>
                    <a:pt x="677307" y="2099500"/>
                  </a:lnTo>
                  <a:lnTo>
                    <a:pt x="677494" y="2096676"/>
                  </a:lnTo>
                  <a:lnTo>
                    <a:pt x="677680" y="2094140"/>
                  </a:lnTo>
                  <a:lnTo>
                    <a:pt x="677867" y="2091378"/>
                  </a:lnTo>
                  <a:lnTo>
                    <a:pt x="678054" y="2087591"/>
                  </a:lnTo>
                  <a:lnTo>
                    <a:pt x="678241" y="2082810"/>
                  </a:lnTo>
                  <a:lnTo>
                    <a:pt x="678428" y="2077521"/>
                  </a:lnTo>
                  <a:lnTo>
                    <a:pt x="678615" y="2070992"/>
                  </a:lnTo>
                  <a:lnTo>
                    <a:pt x="678802" y="2064072"/>
                  </a:lnTo>
                  <a:lnTo>
                    <a:pt x="678989" y="2056613"/>
                  </a:lnTo>
                  <a:lnTo>
                    <a:pt x="679176" y="2048728"/>
                  </a:lnTo>
                  <a:lnTo>
                    <a:pt x="679363" y="2040719"/>
                  </a:lnTo>
                  <a:lnTo>
                    <a:pt x="679550" y="2035427"/>
                  </a:lnTo>
                  <a:lnTo>
                    <a:pt x="679737" y="2031175"/>
                  </a:lnTo>
                  <a:lnTo>
                    <a:pt x="679923" y="2027971"/>
                  </a:lnTo>
                  <a:lnTo>
                    <a:pt x="680110" y="2025274"/>
                  </a:lnTo>
                  <a:lnTo>
                    <a:pt x="680297" y="2022567"/>
                  </a:lnTo>
                  <a:lnTo>
                    <a:pt x="680484" y="2019740"/>
                  </a:lnTo>
                  <a:lnTo>
                    <a:pt x="680671" y="2016570"/>
                  </a:lnTo>
                  <a:lnTo>
                    <a:pt x="680858" y="2013697"/>
                  </a:lnTo>
                  <a:lnTo>
                    <a:pt x="681045" y="2011135"/>
                  </a:lnTo>
                  <a:lnTo>
                    <a:pt x="681232" y="2008373"/>
                  </a:lnTo>
                  <a:lnTo>
                    <a:pt x="681419" y="2005649"/>
                  </a:lnTo>
                  <a:lnTo>
                    <a:pt x="681606" y="2003190"/>
                  </a:lnTo>
                  <a:lnTo>
                    <a:pt x="681793" y="2000502"/>
                  </a:lnTo>
                  <a:lnTo>
                    <a:pt x="681980" y="1997716"/>
                  </a:lnTo>
                  <a:lnTo>
                    <a:pt x="682167" y="1994954"/>
                  </a:lnTo>
                  <a:lnTo>
                    <a:pt x="682353" y="1991652"/>
                  </a:lnTo>
                  <a:lnTo>
                    <a:pt x="682540" y="1988252"/>
                  </a:lnTo>
                  <a:lnTo>
                    <a:pt x="682727" y="1984236"/>
                  </a:lnTo>
                  <a:lnTo>
                    <a:pt x="682914" y="1979609"/>
                  </a:lnTo>
                  <a:lnTo>
                    <a:pt x="683101" y="1974549"/>
                  </a:lnTo>
                  <a:lnTo>
                    <a:pt x="683288" y="1968984"/>
                  </a:lnTo>
                  <a:lnTo>
                    <a:pt x="683475" y="1963101"/>
                  </a:lnTo>
                  <a:lnTo>
                    <a:pt x="683662" y="1955946"/>
                  </a:lnTo>
                  <a:lnTo>
                    <a:pt x="683849" y="1947366"/>
                  </a:lnTo>
                  <a:lnTo>
                    <a:pt x="684036" y="1939289"/>
                  </a:lnTo>
                  <a:lnTo>
                    <a:pt x="684223" y="1929833"/>
                  </a:lnTo>
                  <a:lnTo>
                    <a:pt x="684410" y="1919713"/>
                  </a:lnTo>
                  <a:lnTo>
                    <a:pt x="684597" y="1906705"/>
                  </a:lnTo>
                  <a:lnTo>
                    <a:pt x="684783" y="1893059"/>
                  </a:lnTo>
                  <a:lnTo>
                    <a:pt x="684970" y="1878156"/>
                  </a:lnTo>
                  <a:lnTo>
                    <a:pt x="685157" y="1863145"/>
                  </a:lnTo>
                  <a:lnTo>
                    <a:pt x="685344" y="1848082"/>
                  </a:lnTo>
                  <a:lnTo>
                    <a:pt x="685531" y="1836117"/>
                  </a:lnTo>
                  <a:lnTo>
                    <a:pt x="685718" y="1824181"/>
                  </a:lnTo>
                  <a:lnTo>
                    <a:pt x="685905" y="1814228"/>
                  </a:lnTo>
                  <a:lnTo>
                    <a:pt x="686092" y="1803768"/>
                  </a:lnTo>
                  <a:lnTo>
                    <a:pt x="686279" y="1794227"/>
                  </a:lnTo>
                  <a:lnTo>
                    <a:pt x="686466" y="1784693"/>
                  </a:lnTo>
                  <a:lnTo>
                    <a:pt x="686653" y="1775187"/>
                  </a:lnTo>
                  <a:lnTo>
                    <a:pt x="686840" y="1764718"/>
                  </a:lnTo>
                  <a:lnTo>
                    <a:pt x="687026" y="1754166"/>
                  </a:lnTo>
                  <a:lnTo>
                    <a:pt x="687213" y="1743852"/>
                  </a:lnTo>
                  <a:lnTo>
                    <a:pt x="687400" y="1735103"/>
                  </a:lnTo>
                  <a:lnTo>
                    <a:pt x="687587" y="1726825"/>
                  </a:lnTo>
                  <a:lnTo>
                    <a:pt x="687774" y="1719289"/>
                  </a:lnTo>
                  <a:lnTo>
                    <a:pt x="687961" y="1711989"/>
                  </a:lnTo>
                  <a:lnTo>
                    <a:pt x="688148" y="1705039"/>
                  </a:lnTo>
                  <a:lnTo>
                    <a:pt x="688335" y="1698871"/>
                  </a:lnTo>
                  <a:lnTo>
                    <a:pt x="688522" y="1692587"/>
                  </a:lnTo>
                  <a:lnTo>
                    <a:pt x="688709" y="1685751"/>
                  </a:lnTo>
                  <a:lnTo>
                    <a:pt x="688896" y="1679299"/>
                  </a:lnTo>
                  <a:lnTo>
                    <a:pt x="689083" y="1671201"/>
                  </a:lnTo>
                  <a:lnTo>
                    <a:pt x="689270" y="1663384"/>
                  </a:lnTo>
                  <a:lnTo>
                    <a:pt x="689456" y="1655640"/>
                  </a:lnTo>
                  <a:lnTo>
                    <a:pt x="689643" y="1647913"/>
                  </a:lnTo>
                  <a:lnTo>
                    <a:pt x="689830" y="1640653"/>
                  </a:lnTo>
                  <a:lnTo>
                    <a:pt x="690017" y="1634092"/>
                  </a:lnTo>
                  <a:lnTo>
                    <a:pt x="690204" y="1628190"/>
                  </a:lnTo>
                  <a:lnTo>
                    <a:pt x="690391" y="1621332"/>
                  </a:lnTo>
                  <a:lnTo>
                    <a:pt x="690578" y="1614392"/>
                  </a:lnTo>
                  <a:lnTo>
                    <a:pt x="690765" y="1607576"/>
                  </a:lnTo>
                  <a:lnTo>
                    <a:pt x="690952" y="1600327"/>
                  </a:lnTo>
                  <a:lnTo>
                    <a:pt x="691139" y="1592583"/>
                  </a:lnTo>
                  <a:lnTo>
                    <a:pt x="691326" y="1584415"/>
                  </a:lnTo>
                  <a:lnTo>
                    <a:pt x="691513" y="1576073"/>
                  </a:lnTo>
                  <a:lnTo>
                    <a:pt x="691700" y="1568045"/>
                  </a:lnTo>
                  <a:lnTo>
                    <a:pt x="691886" y="1560360"/>
                  </a:lnTo>
                  <a:lnTo>
                    <a:pt x="692073" y="1552774"/>
                  </a:lnTo>
                  <a:lnTo>
                    <a:pt x="692260" y="1545848"/>
                  </a:lnTo>
                  <a:lnTo>
                    <a:pt x="692447" y="1539276"/>
                  </a:lnTo>
                  <a:lnTo>
                    <a:pt x="692634" y="1532689"/>
                  </a:lnTo>
                  <a:lnTo>
                    <a:pt x="692821" y="1525862"/>
                  </a:lnTo>
                  <a:lnTo>
                    <a:pt x="693008" y="1517815"/>
                  </a:lnTo>
                  <a:lnTo>
                    <a:pt x="693195" y="1508360"/>
                  </a:lnTo>
                  <a:lnTo>
                    <a:pt x="693382" y="1498406"/>
                  </a:lnTo>
                  <a:lnTo>
                    <a:pt x="693569" y="1488916"/>
                  </a:lnTo>
                  <a:lnTo>
                    <a:pt x="693756" y="1480142"/>
                  </a:lnTo>
                  <a:lnTo>
                    <a:pt x="693943" y="1471498"/>
                  </a:lnTo>
                  <a:lnTo>
                    <a:pt x="694129" y="1463610"/>
                  </a:lnTo>
                  <a:lnTo>
                    <a:pt x="694316" y="1456160"/>
                  </a:lnTo>
                  <a:lnTo>
                    <a:pt x="694503" y="1448346"/>
                  </a:lnTo>
                  <a:lnTo>
                    <a:pt x="694690" y="1439584"/>
                  </a:lnTo>
                  <a:lnTo>
                    <a:pt x="694877" y="1430335"/>
                  </a:lnTo>
                  <a:lnTo>
                    <a:pt x="695064" y="1420856"/>
                  </a:lnTo>
                  <a:lnTo>
                    <a:pt x="695251" y="1410644"/>
                  </a:lnTo>
                  <a:lnTo>
                    <a:pt x="695438" y="1400801"/>
                  </a:lnTo>
                  <a:lnTo>
                    <a:pt x="695625" y="1390891"/>
                  </a:lnTo>
                  <a:lnTo>
                    <a:pt x="695812" y="1381626"/>
                  </a:lnTo>
                  <a:lnTo>
                    <a:pt x="695999" y="1373452"/>
                  </a:lnTo>
                  <a:lnTo>
                    <a:pt x="696186" y="1366471"/>
                  </a:lnTo>
                  <a:lnTo>
                    <a:pt x="696373" y="1359185"/>
                  </a:lnTo>
                  <a:lnTo>
                    <a:pt x="696559" y="1351436"/>
                  </a:lnTo>
                  <a:lnTo>
                    <a:pt x="696746" y="1344010"/>
                  </a:lnTo>
                  <a:lnTo>
                    <a:pt x="696933" y="1336996"/>
                  </a:lnTo>
                  <a:lnTo>
                    <a:pt x="697120" y="1330526"/>
                  </a:lnTo>
                  <a:lnTo>
                    <a:pt x="697307" y="1326798"/>
                  </a:lnTo>
                  <a:lnTo>
                    <a:pt x="697494" y="1323985"/>
                  </a:lnTo>
                  <a:lnTo>
                    <a:pt x="697681" y="1321566"/>
                  </a:lnTo>
                  <a:lnTo>
                    <a:pt x="697868" y="1318999"/>
                  </a:lnTo>
                  <a:lnTo>
                    <a:pt x="698055" y="1316993"/>
                  </a:lnTo>
                  <a:lnTo>
                    <a:pt x="698242" y="1314667"/>
                  </a:lnTo>
                  <a:lnTo>
                    <a:pt x="698429" y="1312691"/>
                  </a:lnTo>
                  <a:lnTo>
                    <a:pt x="698616" y="1311933"/>
                  </a:lnTo>
                  <a:lnTo>
                    <a:pt x="698802" y="1311581"/>
                  </a:lnTo>
                  <a:lnTo>
                    <a:pt x="698989" y="1311306"/>
                  </a:lnTo>
                  <a:lnTo>
                    <a:pt x="699176" y="1311101"/>
                  </a:lnTo>
                  <a:lnTo>
                    <a:pt x="699363" y="1310717"/>
                  </a:lnTo>
                  <a:lnTo>
                    <a:pt x="699550" y="1309915"/>
                  </a:lnTo>
                  <a:lnTo>
                    <a:pt x="699737" y="1308406"/>
                  </a:lnTo>
                  <a:lnTo>
                    <a:pt x="699924" y="1306383"/>
                  </a:lnTo>
                  <a:lnTo>
                    <a:pt x="700111" y="1302880"/>
                  </a:lnTo>
                  <a:lnTo>
                    <a:pt x="700298" y="1299749"/>
                  </a:lnTo>
                  <a:lnTo>
                    <a:pt x="700485" y="1296842"/>
                  </a:lnTo>
                  <a:lnTo>
                    <a:pt x="700672" y="1294438"/>
                  </a:lnTo>
                  <a:lnTo>
                    <a:pt x="700859" y="1292400"/>
                  </a:lnTo>
                  <a:lnTo>
                    <a:pt x="701046" y="1290694"/>
                  </a:lnTo>
                  <a:lnTo>
                    <a:pt x="701232" y="1288705"/>
                  </a:lnTo>
                  <a:lnTo>
                    <a:pt x="701419" y="1285613"/>
                  </a:lnTo>
                  <a:lnTo>
                    <a:pt x="701606" y="1283113"/>
                  </a:lnTo>
                  <a:lnTo>
                    <a:pt x="701793" y="1280706"/>
                  </a:lnTo>
                  <a:lnTo>
                    <a:pt x="701980" y="1278583"/>
                  </a:lnTo>
                  <a:lnTo>
                    <a:pt x="702167" y="1276812"/>
                  </a:lnTo>
                  <a:lnTo>
                    <a:pt x="702354" y="1275405"/>
                  </a:lnTo>
                  <a:lnTo>
                    <a:pt x="702541" y="1274163"/>
                  </a:lnTo>
                  <a:lnTo>
                    <a:pt x="702728" y="1272835"/>
                  </a:lnTo>
                  <a:lnTo>
                    <a:pt x="702915" y="1271713"/>
                  </a:lnTo>
                  <a:lnTo>
                    <a:pt x="703102" y="1270376"/>
                  </a:lnTo>
                  <a:lnTo>
                    <a:pt x="703289" y="1269125"/>
                  </a:lnTo>
                  <a:lnTo>
                    <a:pt x="703476" y="1268393"/>
                  </a:lnTo>
                  <a:lnTo>
                    <a:pt x="703662" y="1268655"/>
                  </a:lnTo>
                  <a:lnTo>
                    <a:pt x="703849" y="1268991"/>
                  </a:lnTo>
                  <a:lnTo>
                    <a:pt x="704036" y="1269537"/>
                  </a:lnTo>
                  <a:lnTo>
                    <a:pt x="704223" y="1270233"/>
                  </a:lnTo>
                  <a:lnTo>
                    <a:pt x="704410" y="1270969"/>
                  </a:lnTo>
                  <a:lnTo>
                    <a:pt x="704597" y="1272120"/>
                  </a:lnTo>
                  <a:lnTo>
                    <a:pt x="704784" y="1272225"/>
                  </a:lnTo>
                  <a:lnTo>
                    <a:pt x="704971" y="1271188"/>
                  </a:lnTo>
                  <a:lnTo>
                    <a:pt x="705158" y="1269775"/>
                  </a:lnTo>
                  <a:lnTo>
                    <a:pt x="705345" y="1268612"/>
                  </a:lnTo>
                  <a:lnTo>
                    <a:pt x="705532" y="1267652"/>
                  </a:lnTo>
                  <a:lnTo>
                    <a:pt x="705719" y="1266708"/>
                  </a:lnTo>
                  <a:lnTo>
                    <a:pt x="705905" y="1266054"/>
                  </a:lnTo>
                  <a:lnTo>
                    <a:pt x="706092" y="1265336"/>
                  </a:lnTo>
                  <a:lnTo>
                    <a:pt x="706279" y="1264486"/>
                  </a:lnTo>
                  <a:lnTo>
                    <a:pt x="706466" y="1263642"/>
                  </a:lnTo>
                  <a:lnTo>
                    <a:pt x="706653" y="1262818"/>
                  </a:lnTo>
                  <a:lnTo>
                    <a:pt x="706840" y="1262372"/>
                  </a:lnTo>
                  <a:lnTo>
                    <a:pt x="707027" y="1262225"/>
                  </a:lnTo>
                  <a:lnTo>
                    <a:pt x="707214" y="1261764"/>
                  </a:lnTo>
                  <a:lnTo>
                    <a:pt x="707401" y="1261129"/>
                  </a:lnTo>
                  <a:lnTo>
                    <a:pt x="707588" y="1260385"/>
                  </a:lnTo>
                  <a:lnTo>
                    <a:pt x="707775" y="1259524"/>
                  </a:lnTo>
                  <a:lnTo>
                    <a:pt x="707962" y="1258508"/>
                  </a:lnTo>
                  <a:lnTo>
                    <a:pt x="708149" y="1257323"/>
                  </a:lnTo>
                  <a:lnTo>
                    <a:pt x="708335" y="1256128"/>
                  </a:lnTo>
                  <a:lnTo>
                    <a:pt x="708522" y="1256092"/>
                  </a:lnTo>
                  <a:lnTo>
                    <a:pt x="708709" y="1258371"/>
                  </a:lnTo>
                  <a:lnTo>
                    <a:pt x="708896" y="1260066"/>
                  </a:lnTo>
                  <a:lnTo>
                    <a:pt x="709083" y="1261553"/>
                  </a:lnTo>
                  <a:lnTo>
                    <a:pt x="709270" y="1262809"/>
                  </a:lnTo>
                  <a:lnTo>
                    <a:pt x="709457" y="1263076"/>
                  </a:lnTo>
                  <a:lnTo>
                    <a:pt x="709644" y="1263612"/>
                  </a:lnTo>
                  <a:lnTo>
                    <a:pt x="709831" y="1263240"/>
                  </a:lnTo>
                  <a:lnTo>
                    <a:pt x="710018" y="1262735"/>
                  </a:lnTo>
                  <a:lnTo>
                    <a:pt x="710205" y="1262607"/>
                  </a:lnTo>
                  <a:lnTo>
                    <a:pt x="710392" y="1262687"/>
                  </a:lnTo>
                  <a:lnTo>
                    <a:pt x="710579" y="1262993"/>
                  </a:lnTo>
                  <a:lnTo>
                    <a:pt x="710765" y="1263297"/>
                  </a:lnTo>
                  <a:lnTo>
                    <a:pt x="710952" y="1263445"/>
                  </a:lnTo>
                  <a:lnTo>
                    <a:pt x="711139" y="1263367"/>
                  </a:lnTo>
                  <a:lnTo>
                    <a:pt x="711326" y="1263080"/>
                  </a:lnTo>
                  <a:lnTo>
                    <a:pt x="711513" y="1262944"/>
                  </a:lnTo>
                  <a:lnTo>
                    <a:pt x="711700" y="1263310"/>
                  </a:lnTo>
                  <a:lnTo>
                    <a:pt x="711887" y="1263714"/>
                  </a:lnTo>
                  <a:lnTo>
                    <a:pt x="712074" y="1264331"/>
                  </a:lnTo>
                  <a:lnTo>
                    <a:pt x="712261" y="1264885"/>
                  </a:lnTo>
                  <a:lnTo>
                    <a:pt x="712448" y="1265606"/>
                  </a:lnTo>
                  <a:lnTo>
                    <a:pt x="712635" y="1265849"/>
                  </a:lnTo>
                  <a:lnTo>
                    <a:pt x="712822" y="1266355"/>
                  </a:lnTo>
                  <a:lnTo>
                    <a:pt x="713008" y="1267937"/>
                  </a:lnTo>
                  <a:lnTo>
                    <a:pt x="713195" y="1268689"/>
                  </a:lnTo>
                  <a:lnTo>
                    <a:pt x="713382" y="1269246"/>
                  </a:lnTo>
                  <a:lnTo>
                    <a:pt x="713569" y="1269179"/>
                  </a:lnTo>
                  <a:lnTo>
                    <a:pt x="713756" y="1269128"/>
                  </a:lnTo>
                  <a:lnTo>
                    <a:pt x="713943" y="1269322"/>
                  </a:lnTo>
                  <a:lnTo>
                    <a:pt x="714130" y="1269857"/>
                  </a:lnTo>
                  <a:lnTo>
                    <a:pt x="714317" y="1271296"/>
                  </a:lnTo>
                  <a:lnTo>
                    <a:pt x="714504" y="1272372"/>
                  </a:lnTo>
                  <a:lnTo>
                    <a:pt x="714691" y="1273511"/>
                  </a:lnTo>
                  <a:lnTo>
                    <a:pt x="714878" y="1273984"/>
                  </a:lnTo>
                  <a:lnTo>
                    <a:pt x="715065" y="1273752"/>
                  </a:lnTo>
                  <a:lnTo>
                    <a:pt x="715252" y="1273421"/>
                  </a:lnTo>
                  <a:lnTo>
                    <a:pt x="715438" y="1272562"/>
                  </a:lnTo>
                  <a:lnTo>
                    <a:pt x="715625" y="1272647"/>
                  </a:lnTo>
                  <a:lnTo>
                    <a:pt x="715812" y="1271682"/>
                  </a:lnTo>
                  <a:lnTo>
                    <a:pt x="715999" y="1272045"/>
                  </a:lnTo>
                  <a:lnTo>
                    <a:pt x="716186" y="1272614"/>
                  </a:lnTo>
                  <a:lnTo>
                    <a:pt x="716373" y="1273819"/>
                  </a:lnTo>
                  <a:lnTo>
                    <a:pt x="716560" y="1275841"/>
                  </a:lnTo>
                  <a:lnTo>
                    <a:pt x="716747" y="1277887"/>
                  </a:lnTo>
                  <a:lnTo>
                    <a:pt x="716934" y="1277296"/>
                  </a:lnTo>
                  <a:lnTo>
                    <a:pt x="717121" y="1277467"/>
                  </a:lnTo>
                  <a:lnTo>
                    <a:pt x="717308" y="1277298"/>
                  </a:lnTo>
                  <a:lnTo>
                    <a:pt x="717495" y="1277831"/>
                  </a:lnTo>
                  <a:lnTo>
                    <a:pt x="717681" y="1278837"/>
                  </a:lnTo>
                  <a:lnTo>
                    <a:pt x="717868" y="1280202"/>
                  </a:lnTo>
                  <a:lnTo>
                    <a:pt x="718055" y="1281916"/>
                  </a:lnTo>
                  <a:lnTo>
                    <a:pt x="718242" y="1283551"/>
                  </a:lnTo>
                  <a:lnTo>
                    <a:pt x="718429" y="1285035"/>
                  </a:lnTo>
                  <a:lnTo>
                    <a:pt x="718616" y="1286647"/>
                  </a:lnTo>
                  <a:lnTo>
                    <a:pt x="718803" y="1288379"/>
                  </a:lnTo>
                  <a:lnTo>
                    <a:pt x="718990" y="1290037"/>
                  </a:lnTo>
                  <a:lnTo>
                    <a:pt x="719177" y="1292011"/>
                  </a:lnTo>
                  <a:lnTo>
                    <a:pt x="719364" y="1294051"/>
                  </a:lnTo>
                  <a:lnTo>
                    <a:pt x="719551" y="1296180"/>
                  </a:lnTo>
                  <a:lnTo>
                    <a:pt x="719738" y="1298922"/>
                  </a:lnTo>
                  <a:lnTo>
                    <a:pt x="719925" y="1301868"/>
                  </a:lnTo>
                  <a:lnTo>
                    <a:pt x="720111" y="1305318"/>
                  </a:lnTo>
                  <a:lnTo>
                    <a:pt x="720298" y="1309146"/>
                  </a:lnTo>
                  <a:lnTo>
                    <a:pt x="720485" y="1313449"/>
                  </a:lnTo>
                  <a:lnTo>
                    <a:pt x="720672" y="1317737"/>
                  </a:lnTo>
                  <a:lnTo>
                    <a:pt x="720859" y="1322392"/>
                  </a:lnTo>
                  <a:lnTo>
                    <a:pt x="721046" y="1327514"/>
                  </a:lnTo>
                  <a:lnTo>
                    <a:pt x="721233" y="1333514"/>
                  </a:lnTo>
                  <a:lnTo>
                    <a:pt x="721420" y="1339498"/>
                  </a:lnTo>
                  <a:lnTo>
                    <a:pt x="721607" y="1345615"/>
                  </a:lnTo>
                  <a:lnTo>
                    <a:pt x="721794" y="1352158"/>
                  </a:lnTo>
                  <a:lnTo>
                    <a:pt x="721981" y="1361406"/>
                  </a:lnTo>
                  <a:lnTo>
                    <a:pt x="722168" y="1371545"/>
                  </a:lnTo>
                  <a:lnTo>
                    <a:pt x="722355" y="1382544"/>
                  </a:lnTo>
                  <a:lnTo>
                    <a:pt x="722541" y="1393652"/>
                  </a:lnTo>
                  <a:lnTo>
                    <a:pt x="722728" y="1404524"/>
                  </a:lnTo>
                  <a:lnTo>
                    <a:pt x="722915" y="1412405"/>
                  </a:lnTo>
                  <a:lnTo>
                    <a:pt x="723102" y="1420157"/>
                  </a:lnTo>
                  <a:lnTo>
                    <a:pt x="723289" y="1426330"/>
                  </a:lnTo>
                  <a:lnTo>
                    <a:pt x="723476" y="1433101"/>
                  </a:lnTo>
                  <a:lnTo>
                    <a:pt x="723663" y="1438847"/>
                  </a:lnTo>
                  <a:lnTo>
                    <a:pt x="723850" y="1444651"/>
                  </a:lnTo>
                  <a:lnTo>
                    <a:pt x="724037" y="1450534"/>
                  </a:lnTo>
                  <a:lnTo>
                    <a:pt x="724224" y="1457018"/>
                  </a:lnTo>
                  <a:lnTo>
                    <a:pt x="724411" y="1463370"/>
                  </a:lnTo>
                  <a:lnTo>
                    <a:pt x="724598" y="1468988"/>
                  </a:lnTo>
                  <a:lnTo>
                    <a:pt x="724784" y="1473000"/>
                  </a:lnTo>
                  <a:lnTo>
                    <a:pt x="724971" y="1476096"/>
                  </a:lnTo>
                  <a:lnTo>
                    <a:pt x="725158" y="1478310"/>
                  </a:lnTo>
                  <a:lnTo>
                    <a:pt x="725345" y="1479999"/>
                  </a:lnTo>
                  <a:lnTo>
                    <a:pt x="725532" y="1481536"/>
                  </a:lnTo>
                  <a:lnTo>
                    <a:pt x="725719" y="1482728"/>
                  </a:lnTo>
                  <a:lnTo>
                    <a:pt x="725906" y="1483994"/>
                  </a:lnTo>
                  <a:lnTo>
                    <a:pt x="726093" y="1485211"/>
                  </a:lnTo>
                  <a:lnTo>
                    <a:pt x="726280" y="1486431"/>
                  </a:lnTo>
                  <a:lnTo>
                    <a:pt x="726467" y="1489084"/>
                  </a:lnTo>
                  <a:lnTo>
                    <a:pt x="726654" y="1490662"/>
                  </a:lnTo>
                  <a:lnTo>
                    <a:pt x="726841" y="1492027"/>
                  </a:lnTo>
                  <a:lnTo>
                    <a:pt x="727028" y="1493433"/>
                  </a:lnTo>
                  <a:lnTo>
                    <a:pt x="727214" y="1494471"/>
                  </a:lnTo>
                  <a:lnTo>
                    <a:pt x="727401" y="1496452"/>
                  </a:lnTo>
                  <a:lnTo>
                    <a:pt x="727588" y="1498032"/>
                  </a:lnTo>
                  <a:lnTo>
                    <a:pt x="727775" y="1501090"/>
                  </a:lnTo>
                  <a:lnTo>
                    <a:pt x="727962" y="1504066"/>
                  </a:lnTo>
                  <a:lnTo>
                    <a:pt x="728149" y="1506907"/>
                  </a:lnTo>
                  <a:lnTo>
                    <a:pt x="728336" y="1509851"/>
                  </a:lnTo>
                  <a:lnTo>
                    <a:pt x="728523" y="1513093"/>
                  </a:lnTo>
                  <a:lnTo>
                    <a:pt x="728710" y="1516993"/>
                  </a:lnTo>
                  <a:lnTo>
                    <a:pt x="728897" y="1521373"/>
                  </a:lnTo>
                  <a:lnTo>
                    <a:pt x="729084" y="1525284"/>
                  </a:lnTo>
                  <a:lnTo>
                    <a:pt x="729271" y="1529001"/>
                  </a:lnTo>
                  <a:lnTo>
                    <a:pt x="729458" y="1532969"/>
                  </a:lnTo>
                  <a:lnTo>
                    <a:pt x="729644" y="1536336"/>
                  </a:lnTo>
                  <a:lnTo>
                    <a:pt x="729831" y="1539614"/>
                  </a:lnTo>
                  <a:lnTo>
                    <a:pt x="730018" y="1543051"/>
                  </a:lnTo>
                  <a:lnTo>
                    <a:pt x="730205" y="1547285"/>
                  </a:lnTo>
                  <a:lnTo>
                    <a:pt x="730392" y="1552848"/>
                  </a:lnTo>
                  <a:lnTo>
                    <a:pt x="730579" y="1559830"/>
                  </a:lnTo>
                  <a:lnTo>
                    <a:pt x="730766" y="1567083"/>
                  </a:lnTo>
                  <a:lnTo>
                    <a:pt x="730953" y="1573891"/>
                  </a:lnTo>
                  <a:lnTo>
                    <a:pt x="731140" y="1579684"/>
                  </a:lnTo>
                  <a:lnTo>
                    <a:pt x="731327" y="1585254"/>
                  </a:lnTo>
                  <a:lnTo>
                    <a:pt x="731514" y="1590246"/>
                  </a:lnTo>
                  <a:lnTo>
                    <a:pt x="731701" y="1594867"/>
                  </a:lnTo>
                  <a:lnTo>
                    <a:pt x="731887" y="1600173"/>
                  </a:lnTo>
                  <a:lnTo>
                    <a:pt x="732074" y="1606593"/>
                  </a:lnTo>
                  <a:lnTo>
                    <a:pt x="732261" y="1613879"/>
                  </a:lnTo>
                  <a:lnTo>
                    <a:pt x="732448" y="1621554"/>
                  </a:lnTo>
                  <a:lnTo>
                    <a:pt x="732635" y="1629550"/>
                  </a:lnTo>
                  <a:lnTo>
                    <a:pt x="732822" y="1636613"/>
                  </a:lnTo>
                  <a:lnTo>
                    <a:pt x="733009" y="1643355"/>
                  </a:lnTo>
                  <a:lnTo>
                    <a:pt x="733196" y="1649255"/>
                  </a:lnTo>
                  <a:lnTo>
                    <a:pt x="733383" y="1654099"/>
                  </a:lnTo>
                  <a:lnTo>
                    <a:pt x="733570" y="1657886"/>
                  </a:lnTo>
                  <a:lnTo>
                    <a:pt x="733757" y="1661781"/>
                  </a:lnTo>
                  <a:lnTo>
                    <a:pt x="733944" y="1666064"/>
                  </a:lnTo>
                  <a:lnTo>
                    <a:pt x="734131" y="1669934"/>
                  </a:lnTo>
                  <a:lnTo>
                    <a:pt x="734317" y="1673804"/>
                  </a:lnTo>
                  <a:lnTo>
                    <a:pt x="734504" y="1678699"/>
                  </a:lnTo>
                  <a:lnTo>
                    <a:pt x="734691" y="1680408"/>
                  </a:lnTo>
                  <a:lnTo>
                    <a:pt x="734878" y="1680841"/>
                  </a:lnTo>
                  <a:lnTo>
                    <a:pt x="735065" y="1680450"/>
                  </a:lnTo>
                  <a:lnTo>
                    <a:pt x="735252" y="1679164"/>
                  </a:lnTo>
                  <a:lnTo>
                    <a:pt x="735439" y="1676943"/>
                  </a:lnTo>
                  <a:lnTo>
                    <a:pt x="735626" y="1674779"/>
                  </a:lnTo>
                  <a:lnTo>
                    <a:pt x="735813" y="1672098"/>
                  </a:lnTo>
                  <a:lnTo>
                    <a:pt x="736000" y="1668215"/>
                  </a:lnTo>
                  <a:lnTo>
                    <a:pt x="736187" y="1663882"/>
                  </a:lnTo>
                  <a:lnTo>
                    <a:pt x="736374" y="1659307"/>
                  </a:lnTo>
                  <a:lnTo>
                    <a:pt x="736560" y="1654463"/>
                  </a:lnTo>
                  <a:lnTo>
                    <a:pt x="736747" y="1649549"/>
                  </a:lnTo>
                  <a:lnTo>
                    <a:pt x="736934" y="1644679"/>
                  </a:lnTo>
                  <a:lnTo>
                    <a:pt x="737121" y="1639740"/>
                  </a:lnTo>
                  <a:lnTo>
                    <a:pt x="737308" y="1635110"/>
                  </a:lnTo>
                  <a:lnTo>
                    <a:pt x="737495" y="1632544"/>
                  </a:lnTo>
                  <a:lnTo>
                    <a:pt x="737682" y="1630148"/>
                  </a:lnTo>
                  <a:lnTo>
                    <a:pt x="737869" y="1625858"/>
                  </a:lnTo>
                  <a:lnTo>
                    <a:pt x="738056" y="1622115"/>
                  </a:lnTo>
                  <a:lnTo>
                    <a:pt x="738243" y="1618377"/>
                  </a:lnTo>
                  <a:lnTo>
                    <a:pt x="738430" y="1614224"/>
                  </a:lnTo>
                  <a:lnTo>
                    <a:pt x="738617" y="1610767"/>
                  </a:lnTo>
                  <a:lnTo>
                    <a:pt x="738804" y="1608734"/>
                  </a:lnTo>
                  <a:lnTo>
                    <a:pt x="738990" y="1605755"/>
                  </a:lnTo>
                  <a:lnTo>
                    <a:pt x="739177" y="1602939"/>
                  </a:lnTo>
                  <a:lnTo>
                    <a:pt x="739364" y="1600268"/>
                  </a:lnTo>
                  <a:lnTo>
                    <a:pt x="739551" y="1597682"/>
                  </a:lnTo>
                  <a:lnTo>
                    <a:pt x="739738" y="1595408"/>
                  </a:lnTo>
                  <a:lnTo>
                    <a:pt x="739925" y="1593341"/>
                  </a:lnTo>
                  <a:lnTo>
                    <a:pt x="740112" y="1591459"/>
                  </a:lnTo>
                  <a:lnTo>
                    <a:pt x="740299" y="1588992"/>
                  </a:lnTo>
                  <a:lnTo>
                    <a:pt x="740486" y="1586599"/>
                  </a:lnTo>
                  <a:lnTo>
                    <a:pt x="740673" y="1584500"/>
                  </a:lnTo>
                  <a:lnTo>
                    <a:pt x="740860" y="1582582"/>
                  </a:lnTo>
                  <a:lnTo>
                    <a:pt x="741047" y="1580447"/>
                  </a:lnTo>
                  <a:lnTo>
                    <a:pt x="741234" y="1578858"/>
                  </a:lnTo>
                  <a:lnTo>
                    <a:pt x="741420" y="1577487"/>
                  </a:lnTo>
                  <a:lnTo>
                    <a:pt x="741607" y="1576089"/>
                  </a:lnTo>
                  <a:lnTo>
                    <a:pt x="741794" y="1575006"/>
                  </a:lnTo>
                  <a:lnTo>
                    <a:pt x="741981" y="1573698"/>
                  </a:lnTo>
                  <a:lnTo>
                    <a:pt x="742168" y="1572767"/>
                  </a:lnTo>
                  <a:lnTo>
                    <a:pt x="742355" y="1572037"/>
                  </a:lnTo>
                  <a:lnTo>
                    <a:pt x="742542" y="1571259"/>
                  </a:lnTo>
                  <a:lnTo>
                    <a:pt x="742729" y="1570289"/>
                  </a:lnTo>
                  <a:lnTo>
                    <a:pt x="742916" y="1569051"/>
                  </a:lnTo>
                  <a:lnTo>
                    <a:pt x="743103" y="1568098"/>
                  </a:lnTo>
                  <a:lnTo>
                    <a:pt x="743290" y="1566678"/>
                  </a:lnTo>
                  <a:lnTo>
                    <a:pt x="743477" y="1565257"/>
                  </a:lnTo>
                  <a:lnTo>
                    <a:pt x="743663" y="1564002"/>
                  </a:lnTo>
                  <a:lnTo>
                    <a:pt x="743850" y="1563093"/>
                  </a:lnTo>
                  <a:lnTo>
                    <a:pt x="744037" y="1562171"/>
                  </a:lnTo>
                  <a:lnTo>
                    <a:pt x="744224" y="1560361"/>
                  </a:lnTo>
                  <a:lnTo>
                    <a:pt x="744411" y="1557700"/>
                  </a:lnTo>
                  <a:lnTo>
                    <a:pt x="744598" y="1555175"/>
                  </a:lnTo>
                  <a:lnTo>
                    <a:pt x="744785" y="1552755"/>
                  </a:lnTo>
                  <a:lnTo>
                    <a:pt x="744972" y="1550138"/>
                  </a:lnTo>
                  <a:lnTo>
                    <a:pt x="745159" y="1547275"/>
                  </a:lnTo>
                  <a:lnTo>
                    <a:pt x="745346" y="1544651"/>
                  </a:lnTo>
                  <a:lnTo>
                    <a:pt x="745533" y="1542721"/>
                  </a:lnTo>
                  <a:lnTo>
                    <a:pt x="745720" y="1541105"/>
                  </a:lnTo>
                  <a:lnTo>
                    <a:pt x="745907" y="1539226"/>
                  </a:lnTo>
                  <a:lnTo>
                    <a:pt x="746093" y="1537621"/>
                  </a:lnTo>
                  <a:lnTo>
                    <a:pt x="746280" y="1535542"/>
                  </a:lnTo>
                  <a:lnTo>
                    <a:pt x="746467" y="1532618"/>
                  </a:lnTo>
                  <a:lnTo>
                    <a:pt x="746654" y="1529297"/>
                  </a:lnTo>
                  <a:lnTo>
                    <a:pt x="746841" y="1525965"/>
                  </a:lnTo>
                  <a:lnTo>
                    <a:pt x="747028" y="1523094"/>
                  </a:lnTo>
                  <a:lnTo>
                    <a:pt x="747215" y="1520700"/>
                  </a:lnTo>
                  <a:lnTo>
                    <a:pt x="747402" y="1518414"/>
                  </a:lnTo>
                  <a:lnTo>
                    <a:pt x="747589" y="1516000"/>
                  </a:lnTo>
                  <a:lnTo>
                    <a:pt x="747776" y="1513791"/>
                  </a:lnTo>
                  <a:lnTo>
                    <a:pt x="747963" y="1512116"/>
                  </a:lnTo>
                  <a:lnTo>
                    <a:pt x="748150" y="1510708"/>
                  </a:lnTo>
                  <a:lnTo>
                    <a:pt x="748337" y="1508912"/>
                  </a:lnTo>
                  <a:lnTo>
                    <a:pt x="748523" y="1506789"/>
                  </a:lnTo>
                  <a:lnTo>
                    <a:pt x="748710" y="1503925"/>
                  </a:lnTo>
                  <a:lnTo>
                    <a:pt x="748897" y="1500761"/>
                  </a:lnTo>
                  <a:lnTo>
                    <a:pt x="749084" y="1497444"/>
                  </a:lnTo>
                  <a:lnTo>
                    <a:pt x="749271" y="1494759"/>
                  </a:lnTo>
                  <a:lnTo>
                    <a:pt x="749458" y="1491987"/>
                  </a:lnTo>
                  <a:lnTo>
                    <a:pt x="749645" y="1488978"/>
                  </a:lnTo>
                  <a:lnTo>
                    <a:pt x="749832" y="1485215"/>
                  </a:lnTo>
                  <a:lnTo>
                    <a:pt x="750019" y="1481187"/>
                  </a:lnTo>
                  <a:lnTo>
                    <a:pt x="750206" y="1476941"/>
                  </a:lnTo>
                  <a:lnTo>
                    <a:pt x="750393" y="1472857"/>
                  </a:lnTo>
                  <a:lnTo>
                    <a:pt x="750580" y="1468900"/>
                  </a:lnTo>
                  <a:lnTo>
                    <a:pt x="750766" y="1464660"/>
                  </a:lnTo>
                  <a:lnTo>
                    <a:pt x="750953" y="1460669"/>
                  </a:lnTo>
                  <a:lnTo>
                    <a:pt x="751140" y="1456529"/>
                  </a:lnTo>
                  <a:lnTo>
                    <a:pt x="751327" y="1452372"/>
                  </a:lnTo>
                  <a:lnTo>
                    <a:pt x="751514" y="1448855"/>
                  </a:lnTo>
                  <a:lnTo>
                    <a:pt x="751701" y="1446112"/>
                  </a:lnTo>
                  <a:lnTo>
                    <a:pt x="751888" y="1443633"/>
                  </a:lnTo>
                  <a:lnTo>
                    <a:pt x="752075" y="1440844"/>
                  </a:lnTo>
                  <a:lnTo>
                    <a:pt x="752262" y="1438275"/>
                  </a:lnTo>
                  <a:lnTo>
                    <a:pt x="752449" y="1436741"/>
                  </a:lnTo>
                  <a:lnTo>
                    <a:pt x="752636" y="1436602"/>
                  </a:lnTo>
                  <a:lnTo>
                    <a:pt x="752823" y="1437996"/>
                  </a:lnTo>
                  <a:lnTo>
                    <a:pt x="753010" y="1439908"/>
                  </a:lnTo>
                  <a:lnTo>
                    <a:pt x="753196" y="1444199"/>
                  </a:lnTo>
                  <a:lnTo>
                    <a:pt x="753383" y="1448449"/>
                  </a:lnTo>
                  <a:lnTo>
                    <a:pt x="753570" y="1452550"/>
                  </a:lnTo>
                  <a:lnTo>
                    <a:pt x="753757" y="1457701"/>
                  </a:lnTo>
                  <a:lnTo>
                    <a:pt x="753944" y="1462563"/>
                  </a:lnTo>
                  <a:lnTo>
                    <a:pt x="754131" y="1467521"/>
                  </a:lnTo>
                  <a:lnTo>
                    <a:pt x="754318" y="1472133"/>
                  </a:lnTo>
                  <a:lnTo>
                    <a:pt x="754505" y="1475397"/>
                  </a:lnTo>
                  <a:lnTo>
                    <a:pt x="754692" y="1477496"/>
                  </a:lnTo>
                  <a:lnTo>
                    <a:pt x="754879" y="1478856"/>
                  </a:lnTo>
                  <a:lnTo>
                    <a:pt x="755066" y="1479887"/>
                  </a:lnTo>
                  <a:lnTo>
                    <a:pt x="755253" y="1480558"/>
                  </a:lnTo>
                  <a:lnTo>
                    <a:pt x="755439" y="1481063"/>
                  </a:lnTo>
                  <a:lnTo>
                    <a:pt x="755626" y="1481459"/>
                  </a:lnTo>
                  <a:lnTo>
                    <a:pt x="755813" y="1481834"/>
                  </a:lnTo>
                  <a:lnTo>
                    <a:pt x="756000" y="1482256"/>
                  </a:lnTo>
                  <a:lnTo>
                    <a:pt x="756187" y="1482656"/>
                  </a:lnTo>
                  <a:lnTo>
                    <a:pt x="756374" y="1483281"/>
                  </a:lnTo>
                  <a:lnTo>
                    <a:pt x="756561" y="1483954"/>
                  </a:lnTo>
                  <a:lnTo>
                    <a:pt x="756748" y="1484536"/>
                  </a:lnTo>
                  <a:lnTo>
                    <a:pt x="756935" y="1484985"/>
                  </a:lnTo>
                  <a:lnTo>
                    <a:pt x="757122" y="1485398"/>
                  </a:lnTo>
                  <a:lnTo>
                    <a:pt x="757309" y="1485770"/>
                  </a:lnTo>
                  <a:lnTo>
                    <a:pt x="757496" y="1486068"/>
                  </a:lnTo>
                  <a:lnTo>
                    <a:pt x="757683" y="1485694"/>
                  </a:lnTo>
                  <a:lnTo>
                    <a:pt x="757869" y="1485278"/>
                  </a:lnTo>
                  <a:lnTo>
                    <a:pt x="758056" y="1485237"/>
                  </a:lnTo>
                  <a:lnTo>
                    <a:pt x="758243" y="1484454"/>
                  </a:lnTo>
                  <a:lnTo>
                    <a:pt x="758430" y="1483923"/>
                  </a:lnTo>
                  <a:lnTo>
                    <a:pt x="758617" y="1483632"/>
                  </a:lnTo>
                  <a:lnTo>
                    <a:pt x="758804" y="1483189"/>
                  </a:lnTo>
                  <a:lnTo>
                    <a:pt x="758991" y="1484509"/>
                  </a:lnTo>
                  <a:lnTo>
                    <a:pt x="759178" y="1485772"/>
                  </a:lnTo>
                  <a:lnTo>
                    <a:pt x="759365" y="1487464"/>
                  </a:lnTo>
                  <a:lnTo>
                    <a:pt x="759552" y="1489147"/>
                  </a:lnTo>
                  <a:lnTo>
                    <a:pt x="759739" y="1491358"/>
                  </a:lnTo>
                  <a:lnTo>
                    <a:pt x="759926" y="1493768"/>
                  </a:lnTo>
                  <a:lnTo>
                    <a:pt x="760113" y="1496895"/>
                  </a:lnTo>
                  <a:lnTo>
                    <a:pt x="760299" y="1499916"/>
                  </a:lnTo>
                  <a:lnTo>
                    <a:pt x="760486" y="1503076"/>
                  </a:lnTo>
                  <a:lnTo>
                    <a:pt x="760673" y="1505840"/>
                  </a:lnTo>
                  <a:lnTo>
                    <a:pt x="760860" y="1508126"/>
                  </a:lnTo>
                  <a:lnTo>
                    <a:pt x="761047" y="1510585"/>
                  </a:lnTo>
                  <a:lnTo>
                    <a:pt x="761234" y="1513836"/>
                  </a:lnTo>
                  <a:lnTo>
                    <a:pt x="761421" y="1517048"/>
                  </a:lnTo>
                  <a:lnTo>
                    <a:pt x="761608" y="1520290"/>
                  </a:lnTo>
                  <a:lnTo>
                    <a:pt x="761795" y="1523219"/>
                  </a:lnTo>
                  <a:lnTo>
                    <a:pt x="761982" y="1526877"/>
                  </a:lnTo>
                  <a:lnTo>
                    <a:pt x="762169" y="1530563"/>
                  </a:lnTo>
                  <a:lnTo>
                    <a:pt x="762356" y="1534558"/>
                  </a:lnTo>
                  <a:lnTo>
                    <a:pt x="762542" y="1538746"/>
                  </a:lnTo>
                  <a:lnTo>
                    <a:pt x="762729" y="1543256"/>
                  </a:lnTo>
                  <a:lnTo>
                    <a:pt x="762916" y="1547438"/>
                  </a:lnTo>
                  <a:lnTo>
                    <a:pt x="763103" y="1551148"/>
                  </a:lnTo>
                  <a:lnTo>
                    <a:pt x="763290" y="1554813"/>
                  </a:lnTo>
                  <a:lnTo>
                    <a:pt x="763477" y="1558983"/>
                  </a:lnTo>
                  <a:lnTo>
                    <a:pt x="763664" y="1562722"/>
                  </a:lnTo>
                  <a:lnTo>
                    <a:pt x="763851" y="1566499"/>
                  </a:lnTo>
                  <a:lnTo>
                    <a:pt x="764038" y="1571068"/>
                  </a:lnTo>
                  <a:lnTo>
                    <a:pt x="764225" y="1575901"/>
                  </a:lnTo>
                  <a:lnTo>
                    <a:pt x="764412" y="1580785"/>
                  </a:lnTo>
                  <a:lnTo>
                    <a:pt x="764599" y="1586024"/>
                  </a:lnTo>
                  <a:lnTo>
                    <a:pt x="764786" y="1589868"/>
                  </a:lnTo>
                  <a:lnTo>
                    <a:pt x="764972" y="1593640"/>
                  </a:lnTo>
                  <a:lnTo>
                    <a:pt x="765159" y="1597061"/>
                  </a:lnTo>
                  <a:lnTo>
                    <a:pt x="765346" y="1600339"/>
                  </a:lnTo>
                  <a:lnTo>
                    <a:pt x="765533" y="1603444"/>
                  </a:lnTo>
                  <a:lnTo>
                    <a:pt x="765720" y="1606505"/>
                  </a:lnTo>
                  <a:lnTo>
                    <a:pt x="765907" y="1609793"/>
                  </a:lnTo>
                  <a:lnTo>
                    <a:pt x="766094" y="1613052"/>
                  </a:lnTo>
                  <a:lnTo>
                    <a:pt x="766281" y="1616189"/>
                  </a:lnTo>
                  <a:lnTo>
                    <a:pt x="766468" y="1619970"/>
                  </a:lnTo>
                  <a:lnTo>
                    <a:pt x="766655" y="1623817"/>
                  </a:lnTo>
                  <a:lnTo>
                    <a:pt x="766842" y="1627219"/>
                  </a:lnTo>
                  <a:lnTo>
                    <a:pt x="767029" y="1630513"/>
                  </a:lnTo>
                  <a:lnTo>
                    <a:pt x="767216" y="1633244"/>
                  </a:lnTo>
                  <a:lnTo>
                    <a:pt x="767402" y="1635548"/>
                  </a:lnTo>
                  <a:lnTo>
                    <a:pt x="767589" y="1637087"/>
                  </a:lnTo>
                  <a:lnTo>
                    <a:pt x="767776" y="1638007"/>
                  </a:lnTo>
                  <a:lnTo>
                    <a:pt x="767963" y="1638688"/>
                  </a:lnTo>
                  <a:lnTo>
                    <a:pt x="768150" y="1639503"/>
                  </a:lnTo>
                  <a:lnTo>
                    <a:pt x="768337" y="1640200"/>
                  </a:lnTo>
                  <a:lnTo>
                    <a:pt x="768524" y="1641006"/>
                  </a:lnTo>
                  <a:lnTo>
                    <a:pt x="768711" y="1641566"/>
                  </a:lnTo>
                  <a:lnTo>
                    <a:pt x="768898" y="1641845"/>
                  </a:lnTo>
                  <a:lnTo>
                    <a:pt x="769085" y="1641901"/>
                  </a:lnTo>
                  <a:lnTo>
                    <a:pt x="769272" y="1641580"/>
                  </a:lnTo>
                  <a:lnTo>
                    <a:pt x="769459" y="1640852"/>
                  </a:lnTo>
                  <a:lnTo>
                    <a:pt x="769645" y="1639938"/>
                  </a:lnTo>
                  <a:lnTo>
                    <a:pt x="769832" y="1639403"/>
                  </a:lnTo>
                  <a:lnTo>
                    <a:pt x="770019" y="1639437"/>
                  </a:lnTo>
                  <a:lnTo>
                    <a:pt x="770206" y="1640628"/>
                  </a:lnTo>
                  <a:lnTo>
                    <a:pt x="770393" y="1642456"/>
                  </a:lnTo>
                  <a:lnTo>
                    <a:pt x="770580" y="1644585"/>
                  </a:lnTo>
                  <a:lnTo>
                    <a:pt x="770767" y="1647032"/>
                  </a:lnTo>
                  <a:lnTo>
                    <a:pt x="770954" y="1649955"/>
                  </a:lnTo>
                  <a:lnTo>
                    <a:pt x="771141" y="1653056"/>
                  </a:lnTo>
                  <a:lnTo>
                    <a:pt x="771328" y="1655739"/>
                  </a:lnTo>
                  <a:lnTo>
                    <a:pt x="771515" y="1658640"/>
                  </a:lnTo>
                  <a:lnTo>
                    <a:pt x="771702" y="1661588"/>
                  </a:lnTo>
                  <a:lnTo>
                    <a:pt x="771889" y="1663712"/>
                  </a:lnTo>
                  <a:lnTo>
                    <a:pt x="772075" y="1666042"/>
                  </a:lnTo>
                  <a:lnTo>
                    <a:pt x="772262" y="1668347"/>
                  </a:lnTo>
                  <a:lnTo>
                    <a:pt x="772449" y="1671010"/>
                  </a:lnTo>
                  <a:lnTo>
                    <a:pt x="772636" y="1674308"/>
                  </a:lnTo>
                  <a:lnTo>
                    <a:pt x="772823" y="1677760"/>
                  </a:lnTo>
                  <a:lnTo>
                    <a:pt x="773010" y="1680748"/>
                  </a:lnTo>
                  <a:lnTo>
                    <a:pt x="773197" y="1684151"/>
                  </a:lnTo>
                  <a:lnTo>
                    <a:pt x="773384" y="1688280"/>
                  </a:lnTo>
                  <a:lnTo>
                    <a:pt x="773571" y="1692693"/>
                  </a:lnTo>
                  <a:lnTo>
                    <a:pt x="773758" y="1697312"/>
                  </a:lnTo>
                  <a:lnTo>
                    <a:pt x="773945" y="1702411"/>
                  </a:lnTo>
                  <a:lnTo>
                    <a:pt x="774132" y="1708163"/>
                  </a:lnTo>
                  <a:lnTo>
                    <a:pt x="774318" y="1714205"/>
                  </a:lnTo>
                  <a:lnTo>
                    <a:pt x="774505" y="1720935"/>
                  </a:lnTo>
                  <a:lnTo>
                    <a:pt x="774692" y="1727786"/>
                  </a:lnTo>
                  <a:lnTo>
                    <a:pt x="774879" y="1734193"/>
                  </a:lnTo>
                  <a:lnTo>
                    <a:pt x="775066" y="1740678"/>
                  </a:lnTo>
                  <a:lnTo>
                    <a:pt x="775253" y="1749260"/>
                  </a:lnTo>
                  <a:lnTo>
                    <a:pt x="775440" y="1757115"/>
                  </a:lnTo>
                  <a:lnTo>
                    <a:pt x="775627" y="1764732"/>
                  </a:lnTo>
                  <a:lnTo>
                    <a:pt x="775814" y="1772257"/>
                  </a:lnTo>
                  <a:lnTo>
                    <a:pt x="776001" y="1778793"/>
                  </a:lnTo>
                  <a:lnTo>
                    <a:pt x="776188" y="1784462"/>
                  </a:lnTo>
                  <a:lnTo>
                    <a:pt x="776375" y="1789982"/>
                  </a:lnTo>
                  <a:lnTo>
                    <a:pt x="776562" y="1794612"/>
                  </a:lnTo>
                  <a:lnTo>
                    <a:pt x="776748" y="1798449"/>
                  </a:lnTo>
                  <a:lnTo>
                    <a:pt x="776935" y="1802668"/>
                  </a:lnTo>
                  <a:lnTo>
                    <a:pt x="777122" y="1806269"/>
                  </a:lnTo>
                  <a:lnTo>
                    <a:pt x="777309" y="1809214"/>
                  </a:lnTo>
                  <a:lnTo>
                    <a:pt x="777496" y="1812024"/>
                  </a:lnTo>
                  <a:lnTo>
                    <a:pt x="777683" y="1815001"/>
                  </a:lnTo>
                  <a:lnTo>
                    <a:pt x="777870" y="1817699"/>
                  </a:lnTo>
                  <a:lnTo>
                    <a:pt x="778057" y="1820238"/>
                  </a:lnTo>
                  <a:lnTo>
                    <a:pt x="778244" y="1822426"/>
                  </a:lnTo>
                  <a:lnTo>
                    <a:pt x="778431" y="1824406"/>
                  </a:lnTo>
                  <a:lnTo>
                    <a:pt x="778618" y="1825751"/>
                  </a:lnTo>
                  <a:lnTo>
                    <a:pt x="778805" y="1826682"/>
                  </a:lnTo>
                  <a:lnTo>
                    <a:pt x="778992" y="1827396"/>
                  </a:lnTo>
                  <a:lnTo>
                    <a:pt x="779178" y="1827900"/>
                  </a:lnTo>
                  <a:lnTo>
                    <a:pt x="779365" y="1828519"/>
                  </a:lnTo>
                  <a:lnTo>
                    <a:pt x="779552" y="1828867"/>
                  </a:lnTo>
                  <a:lnTo>
                    <a:pt x="779739" y="1828771"/>
                  </a:lnTo>
                  <a:lnTo>
                    <a:pt x="779926" y="1828305"/>
                  </a:lnTo>
                  <a:lnTo>
                    <a:pt x="780113" y="1828193"/>
                  </a:lnTo>
                  <a:lnTo>
                    <a:pt x="780300" y="1827956"/>
                  </a:lnTo>
                  <a:lnTo>
                    <a:pt x="780487" y="1825926"/>
                  </a:lnTo>
                  <a:lnTo>
                    <a:pt x="780674" y="1824077"/>
                  </a:lnTo>
                  <a:lnTo>
                    <a:pt x="780861" y="1823728"/>
                  </a:lnTo>
                  <a:lnTo>
                    <a:pt x="781048" y="1823268"/>
                  </a:lnTo>
                  <a:lnTo>
                    <a:pt x="781235" y="1822187"/>
                  </a:lnTo>
                  <a:lnTo>
                    <a:pt x="781421" y="1821194"/>
                  </a:lnTo>
                  <a:lnTo>
                    <a:pt x="781608" y="1820941"/>
                  </a:lnTo>
                  <a:lnTo>
                    <a:pt x="781795" y="1821049"/>
                  </a:lnTo>
                  <a:lnTo>
                    <a:pt x="781982" y="1820820"/>
                  </a:lnTo>
                  <a:lnTo>
                    <a:pt x="782169" y="1820542"/>
                  </a:lnTo>
                  <a:lnTo>
                    <a:pt x="782356" y="1820446"/>
                  </a:lnTo>
                  <a:lnTo>
                    <a:pt x="782543" y="1820615"/>
                  </a:lnTo>
                  <a:lnTo>
                    <a:pt x="782730" y="1820788"/>
                  </a:lnTo>
                  <a:lnTo>
                    <a:pt x="782917" y="1819877"/>
                  </a:lnTo>
                  <a:lnTo>
                    <a:pt x="783104" y="1818866"/>
                  </a:lnTo>
                  <a:lnTo>
                    <a:pt x="783291" y="1817792"/>
                  </a:lnTo>
                  <a:lnTo>
                    <a:pt x="783478" y="1816307"/>
                  </a:lnTo>
                  <a:lnTo>
                    <a:pt x="783665" y="1814947"/>
                  </a:lnTo>
                  <a:lnTo>
                    <a:pt x="783851" y="1814410"/>
                  </a:lnTo>
                  <a:lnTo>
                    <a:pt x="784038" y="1813747"/>
                  </a:lnTo>
                  <a:lnTo>
                    <a:pt x="784225" y="1810868"/>
                  </a:lnTo>
                  <a:lnTo>
                    <a:pt x="784412" y="1809597"/>
                  </a:lnTo>
                  <a:lnTo>
                    <a:pt x="784599" y="1808018"/>
                  </a:lnTo>
                  <a:lnTo>
                    <a:pt x="784786" y="1806189"/>
                  </a:lnTo>
                  <a:lnTo>
                    <a:pt x="784973" y="1804072"/>
                  </a:lnTo>
                  <a:lnTo>
                    <a:pt x="785160" y="1801649"/>
                  </a:lnTo>
                  <a:lnTo>
                    <a:pt x="785347" y="1798541"/>
                  </a:lnTo>
                  <a:lnTo>
                    <a:pt x="785534" y="1794983"/>
                  </a:lnTo>
                  <a:lnTo>
                    <a:pt x="785721" y="1792285"/>
                  </a:lnTo>
                  <a:lnTo>
                    <a:pt x="785908" y="1789767"/>
                  </a:lnTo>
                  <a:lnTo>
                    <a:pt x="786094" y="1787550"/>
                  </a:lnTo>
                  <a:lnTo>
                    <a:pt x="786281" y="1786164"/>
                  </a:lnTo>
                  <a:lnTo>
                    <a:pt x="786468" y="1785010"/>
                  </a:lnTo>
                  <a:lnTo>
                    <a:pt x="786655" y="1783434"/>
                  </a:lnTo>
                  <a:lnTo>
                    <a:pt x="786842" y="1782138"/>
                  </a:lnTo>
                  <a:lnTo>
                    <a:pt x="787029" y="1781321"/>
                  </a:lnTo>
                  <a:lnTo>
                    <a:pt x="787216" y="1781596"/>
                  </a:lnTo>
                  <a:lnTo>
                    <a:pt x="787403" y="1782309"/>
                  </a:lnTo>
                  <a:lnTo>
                    <a:pt x="787590" y="1781872"/>
                  </a:lnTo>
                  <a:lnTo>
                    <a:pt x="787777" y="1782656"/>
                  </a:lnTo>
                  <a:lnTo>
                    <a:pt x="787964" y="1784364"/>
                  </a:lnTo>
                  <a:lnTo>
                    <a:pt x="788151" y="1786699"/>
                  </a:lnTo>
                  <a:lnTo>
                    <a:pt x="788338" y="1789893"/>
                  </a:lnTo>
                  <a:lnTo>
                    <a:pt x="788524" y="1793135"/>
                  </a:lnTo>
                  <a:lnTo>
                    <a:pt x="788711" y="1796560"/>
                  </a:lnTo>
                  <a:lnTo>
                    <a:pt x="788898" y="1800249"/>
                  </a:lnTo>
                  <a:lnTo>
                    <a:pt x="789085" y="1802906"/>
                  </a:lnTo>
                  <a:lnTo>
                    <a:pt x="789272" y="1804152"/>
                  </a:lnTo>
                  <a:lnTo>
                    <a:pt x="789459" y="1806822"/>
                  </a:lnTo>
                  <a:lnTo>
                    <a:pt x="789646" y="1810129"/>
                  </a:lnTo>
                  <a:lnTo>
                    <a:pt x="789833" y="1813682"/>
                  </a:lnTo>
                  <a:lnTo>
                    <a:pt x="790020" y="1815937"/>
                  </a:lnTo>
                  <a:lnTo>
                    <a:pt x="790207" y="1818300"/>
                  </a:lnTo>
                  <a:lnTo>
                    <a:pt x="790394" y="1820055"/>
                  </a:lnTo>
                  <a:lnTo>
                    <a:pt x="790581" y="1821059"/>
                  </a:lnTo>
                  <a:lnTo>
                    <a:pt x="790768" y="1821862"/>
                  </a:lnTo>
                  <a:lnTo>
                    <a:pt x="790954" y="1823197"/>
                  </a:lnTo>
                  <a:lnTo>
                    <a:pt x="791141" y="1823622"/>
                  </a:lnTo>
                  <a:lnTo>
                    <a:pt x="791328" y="1824271"/>
                  </a:lnTo>
                  <a:lnTo>
                    <a:pt x="791515" y="1824876"/>
                  </a:lnTo>
                  <a:lnTo>
                    <a:pt x="791702" y="1825602"/>
                  </a:lnTo>
                  <a:lnTo>
                    <a:pt x="791889" y="1825767"/>
                  </a:lnTo>
                  <a:lnTo>
                    <a:pt x="792076" y="1826670"/>
                  </a:lnTo>
                  <a:lnTo>
                    <a:pt x="792263" y="1827065"/>
                  </a:lnTo>
                  <a:lnTo>
                    <a:pt x="792450" y="1826771"/>
                  </a:lnTo>
                  <a:lnTo>
                    <a:pt x="792637" y="1826763"/>
                  </a:lnTo>
                  <a:lnTo>
                    <a:pt x="792824" y="1826746"/>
                  </a:lnTo>
                  <a:lnTo>
                    <a:pt x="793011" y="1827040"/>
                  </a:lnTo>
                  <a:lnTo>
                    <a:pt x="793197" y="1826583"/>
                  </a:lnTo>
                  <a:lnTo>
                    <a:pt x="793384" y="1825963"/>
                  </a:lnTo>
                  <a:lnTo>
                    <a:pt x="793571" y="1825394"/>
                  </a:lnTo>
                  <a:lnTo>
                    <a:pt x="793758" y="1824222"/>
                  </a:lnTo>
                  <a:lnTo>
                    <a:pt x="793945" y="1822989"/>
                  </a:lnTo>
                  <a:lnTo>
                    <a:pt x="794132" y="1821920"/>
                  </a:lnTo>
                  <a:lnTo>
                    <a:pt x="794319" y="1820031"/>
                  </a:lnTo>
                  <a:lnTo>
                    <a:pt x="794506" y="1817940"/>
                  </a:lnTo>
                  <a:lnTo>
                    <a:pt x="794693" y="1816642"/>
                  </a:lnTo>
                  <a:lnTo>
                    <a:pt x="794880" y="1815214"/>
                  </a:lnTo>
                  <a:lnTo>
                    <a:pt x="795067" y="1814489"/>
                  </a:lnTo>
                  <a:lnTo>
                    <a:pt x="795254" y="1813677"/>
                  </a:lnTo>
                  <a:lnTo>
                    <a:pt x="795441" y="1813842"/>
                  </a:lnTo>
                  <a:lnTo>
                    <a:pt x="795627" y="1814487"/>
                  </a:lnTo>
                  <a:lnTo>
                    <a:pt x="795814" y="1815115"/>
                  </a:lnTo>
                  <a:lnTo>
                    <a:pt x="796001" y="1816079"/>
                  </a:lnTo>
                  <a:lnTo>
                    <a:pt x="796188" y="1817145"/>
                  </a:lnTo>
                  <a:lnTo>
                    <a:pt x="796375" y="1817783"/>
                  </a:lnTo>
                  <a:lnTo>
                    <a:pt x="796562" y="1818386"/>
                  </a:lnTo>
                  <a:lnTo>
                    <a:pt x="796749" y="1818819"/>
                  </a:lnTo>
                  <a:lnTo>
                    <a:pt x="796936" y="1819344"/>
                  </a:lnTo>
                  <a:lnTo>
                    <a:pt x="797123" y="1819394"/>
                  </a:lnTo>
                  <a:lnTo>
                    <a:pt x="797310" y="1819435"/>
                  </a:lnTo>
                  <a:lnTo>
                    <a:pt x="797497" y="1819444"/>
                  </a:lnTo>
                  <a:lnTo>
                    <a:pt x="797684" y="1819777"/>
                  </a:lnTo>
                  <a:lnTo>
                    <a:pt x="797871" y="1820310"/>
                  </a:lnTo>
                  <a:lnTo>
                    <a:pt x="798057" y="1820673"/>
                  </a:lnTo>
                  <a:lnTo>
                    <a:pt x="798244" y="1820573"/>
                  </a:lnTo>
                  <a:lnTo>
                    <a:pt x="798431" y="1820557"/>
                  </a:lnTo>
                  <a:lnTo>
                    <a:pt x="798618" y="1819560"/>
                  </a:lnTo>
                  <a:lnTo>
                    <a:pt x="798805" y="1818592"/>
                  </a:lnTo>
                  <a:lnTo>
                    <a:pt x="798992" y="1817747"/>
                  </a:lnTo>
                  <a:lnTo>
                    <a:pt x="799179" y="1817314"/>
                  </a:lnTo>
                  <a:lnTo>
                    <a:pt x="799366" y="1816648"/>
                  </a:lnTo>
                  <a:lnTo>
                    <a:pt x="799553" y="1816013"/>
                  </a:lnTo>
                  <a:lnTo>
                    <a:pt x="799740" y="1815515"/>
                  </a:lnTo>
                  <a:lnTo>
                    <a:pt x="799927" y="1815019"/>
                  </a:lnTo>
                  <a:lnTo>
                    <a:pt x="800114" y="1814432"/>
                  </a:lnTo>
                  <a:lnTo>
                    <a:pt x="800300" y="1813770"/>
                  </a:lnTo>
                  <a:lnTo>
                    <a:pt x="800487" y="1813261"/>
                  </a:lnTo>
                  <a:lnTo>
                    <a:pt x="800674" y="1812811"/>
                  </a:lnTo>
                  <a:lnTo>
                    <a:pt x="800861" y="1812402"/>
                  </a:lnTo>
                  <a:lnTo>
                    <a:pt x="801048" y="1812003"/>
                  </a:lnTo>
                  <a:lnTo>
                    <a:pt x="801235" y="1810801"/>
                  </a:lnTo>
                  <a:lnTo>
                    <a:pt x="801422" y="1810061"/>
                  </a:lnTo>
                  <a:lnTo>
                    <a:pt x="801609" y="1809188"/>
                  </a:lnTo>
                  <a:lnTo>
                    <a:pt x="801796" y="1808455"/>
                  </a:lnTo>
                  <a:lnTo>
                    <a:pt x="801983" y="1807491"/>
                  </a:lnTo>
                  <a:lnTo>
                    <a:pt x="802170" y="1806644"/>
                  </a:lnTo>
                  <a:lnTo>
                    <a:pt x="802357" y="1805683"/>
                  </a:lnTo>
                  <a:lnTo>
                    <a:pt x="802544" y="1804576"/>
                  </a:lnTo>
                  <a:lnTo>
                    <a:pt x="802730" y="1803834"/>
                  </a:lnTo>
                  <a:lnTo>
                    <a:pt x="802917" y="1803260"/>
                  </a:lnTo>
                  <a:lnTo>
                    <a:pt x="803104" y="1802874"/>
                  </a:lnTo>
                  <a:lnTo>
                    <a:pt x="803291" y="1802476"/>
                  </a:lnTo>
                  <a:lnTo>
                    <a:pt x="803478" y="1802034"/>
                  </a:lnTo>
                  <a:lnTo>
                    <a:pt x="803665" y="1801630"/>
                  </a:lnTo>
                  <a:lnTo>
                    <a:pt x="803852" y="1800606"/>
                  </a:lnTo>
                  <a:lnTo>
                    <a:pt x="804039" y="1799627"/>
                  </a:lnTo>
                  <a:lnTo>
                    <a:pt x="804226" y="1798760"/>
                  </a:lnTo>
                  <a:lnTo>
                    <a:pt x="804413" y="1798171"/>
                  </a:lnTo>
                  <a:lnTo>
                    <a:pt x="804600" y="1797881"/>
                  </a:lnTo>
                  <a:lnTo>
                    <a:pt x="804787" y="1797784"/>
                  </a:lnTo>
                  <a:lnTo>
                    <a:pt x="804973" y="1797895"/>
                  </a:lnTo>
                  <a:lnTo>
                    <a:pt x="805160" y="1798302"/>
                  </a:lnTo>
                  <a:lnTo>
                    <a:pt x="805347" y="1798966"/>
                  </a:lnTo>
                  <a:lnTo>
                    <a:pt x="805534" y="1800006"/>
                  </a:lnTo>
                  <a:lnTo>
                    <a:pt x="805721" y="1801224"/>
                  </a:lnTo>
                  <a:lnTo>
                    <a:pt x="805908" y="1802696"/>
                  </a:lnTo>
                  <a:lnTo>
                    <a:pt x="806095" y="1804512"/>
                  </a:lnTo>
                  <a:lnTo>
                    <a:pt x="806282" y="1806560"/>
                  </a:lnTo>
                  <a:lnTo>
                    <a:pt x="806469" y="1808765"/>
                  </a:lnTo>
                  <a:lnTo>
                    <a:pt x="806656" y="1811182"/>
                  </a:lnTo>
                  <a:lnTo>
                    <a:pt x="806843" y="1813973"/>
                  </a:lnTo>
                  <a:lnTo>
                    <a:pt x="807030" y="1816885"/>
                  </a:lnTo>
                  <a:lnTo>
                    <a:pt x="807217" y="1819523"/>
                  </a:lnTo>
                  <a:lnTo>
                    <a:pt x="807403" y="1822114"/>
                  </a:lnTo>
                  <a:lnTo>
                    <a:pt x="807590" y="1824512"/>
                  </a:lnTo>
                  <a:lnTo>
                    <a:pt x="807777" y="1826752"/>
                  </a:lnTo>
                  <a:lnTo>
                    <a:pt x="807964" y="1828939"/>
                  </a:lnTo>
                  <a:lnTo>
                    <a:pt x="808151" y="1830948"/>
                  </a:lnTo>
                  <a:lnTo>
                    <a:pt x="808338" y="1832935"/>
                  </a:lnTo>
                  <a:lnTo>
                    <a:pt x="808525" y="1835266"/>
                  </a:lnTo>
                  <a:lnTo>
                    <a:pt x="808712" y="1837489"/>
                  </a:lnTo>
                  <a:lnTo>
                    <a:pt x="808899" y="1838784"/>
                  </a:lnTo>
                  <a:lnTo>
                    <a:pt x="809086" y="1839825"/>
                  </a:lnTo>
                  <a:lnTo>
                    <a:pt x="809273" y="1839410"/>
                  </a:lnTo>
                  <a:lnTo>
                    <a:pt x="809460" y="1838393"/>
                  </a:lnTo>
                  <a:lnTo>
                    <a:pt x="809647" y="1836994"/>
                  </a:lnTo>
                  <a:lnTo>
                    <a:pt x="809833" y="1835051"/>
                  </a:lnTo>
                  <a:lnTo>
                    <a:pt x="810020" y="1832854"/>
                  </a:lnTo>
                  <a:lnTo>
                    <a:pt x="810207" y="1830498"/>
                  </a:lnTo>
                  <a:lnTo>
                    <a:pt x="810394" y="1828138"/>
                  </a:lnTo>
                  <a:lnTo>
                    <a:pt x="810581" y="1825752"/>
                  </a:lnTo>
                  <a:lnTo>
                    <a:pt x="810768" y="1822858"/>
                  </a:lnTo>
                  <a:lnTo>
                    <a:pt x="810955" y="1819814"/>
                  </a:lnTo>
                  <a:lnTo>
                    <a:pt x="811142" y="1816605"/>
                  </a:lnTo>
                  <a:lnTo>
                    <a:pt x="811329" y="1813247"/>
                  </a:lnTo>
                  <a:lnTo>
                    <a:pt x="811516" y="1810015"/>
                  </a:lnTo>
                  <a:lnTo>
                    <a:pt x="811703" y="1805908"/>
                  </a:lnTo>
                  <a:lnTo>
                    <a:pt x="811890" y="1802209"/>
                  </a:lnTo>
                  <a:lnTo>
                    <a:pt x="812076" y="1799321"/>
                  </a:lnTo>
                  <a:lnTo>
                    <a:pt x="812263" y="1796359"/>
                  </a:lnTo>
                  <a:lnTo>
                    <a:pt x="812450" y="1794593"/>
                  </a:lnTo>
                  <a:lnTo>
                    <a:pt x="812637" y="1793479"/>
                  </a:lnTo>
                  <a:lnTo>
                    <a:pt x="812824" y="1792662"/>
                  </a:lnTo>
                  <a:lnTo>
                    <a:pt x="813011" y="1792150"/>
                  </a:lnTo>
                  <a:lnTo>
                    <a:pt x="813198" y="1792192"/>
                  </a:lnTo>
                  <a:lnTo>
                    <a:pt x="813385" y="1792414"/>
                  </a:lnTo>
                  <a:lnTo>
                    <a:pt x="813572" y="1793009"/>
                  </a:lnTo>
                  <a:lnTo>
                    <a:pt x="813759" y="1794090"/>
                  </a:lnTo>
                  <a:lnTo>
                    <a:pt x="813946" y="1795872"/>
                  </a:lnTo>
                  <a:lnTo>
                    <a:pt x="814133" y="1797819"/>
                  </a:lnTo>
                  <a:lnTo>
                    <a:pt x="814320" y="1798956"/>
                  </a:lnTo>
                  <a:lnTo>
                    <a:pt x="814506" y="1800446"/>
                  </a:lnTo>
                  <a:lnTo>
                    <a:pt x="814693" y="1802196"/>
                  </a:lnTo>
                  <a:lnTo>
                    <a:pt x="814880" y="1803669"/>
                  </a:lnTo>
                  <a:lnTo>
                    <a:pt x="815067" y="1804735"/>
                  </a:lnTo>
                  <a:lnTo>
                    <a:pt x="815254" y="1805594"/>
                  </a:lnTo>
                  <a:lnTo>
                    <a:pt x="815441" y="1806298"/>
                  </a:lnTo>
                  <a:lnTo>
                    <a:pt x="815628" y="1807097"/>
                  </a:lnTo>
                  <a:lnTo>
                    <a:pt x="815815" y="1807840"/>
                  </a:lnTo>
                  <a:lnTo>
                    <a:pt x="816002" y="1808303"/>
                  </a:lnTo>
                  <a:lnTo>
                    <a:pt x="816189" y="1808700"/>
                  </a:lnTo>
                  <a:lnTo>
                    <a:pt x="816376" y="1810148"/>
                  </a:lnTo>
                  <a:lnTo>
                    <a:pt x="816563" y="1811392"/>
                  </a:lnTo>
                  <a:lnTo>
                    <a:pt x="816750" y="1812552"/>
                  </a:lnTo>
                  <a:lnTo>
                    <a:pt x="816936" y="1813502"/>
                  </a:lnTo>
                  <a:lnTo>
                    <a:pt x="817123" y="1815145"/>
                  </a:lnTo>
                  <a:lnTo>
                    <a:pt x="817310" y="1817220"/>
                  </a:lnTo>
                  <a:lnTo>
                    <a:pt x="817497" y="1818937"/>
                  </a:lnTo>
                  <a:lnTo>
                    <a:pt x="817684" y="1821192"/>
                  </a:lnTo>
                  <a:lnTo>
                    <a:pt x="817871" y="1825134"/>
                  </a:lnTo>
                  <a:lnTo>
                    <a:pt x="818058" y="1829037"/>
                  </a:lnTo>
                  <a:lnTo>
                    <a:pt x="818245" y="1831534"/>
                  </a:lnTo>
                  <a:lnTo>
                    <a:pt x="818432" y="1833818"/>
                  </a:lnTo>
                  <a:lnTo>
                    <a:pt x="818619" y="1836248"/>
                  </a:lnTo>
                  <a:lnTo>
                    <a:pt x="818806" y="1838559"/>
                  </a:lnTo>
                  <a:lnTo>
                    <a:pt x="818993" y="1840653"/>
                  </a:lnTo>
                  <a:lnTo>
                    <a:pt x="819179" y="1843118"/>
                  </a:lnTo>
                  <a:lnTo>
                    <a:pt x="819366" y="1845992"/>
                  </a:lnTo>
                  <a:lnTo>
                    <a:pt x="819553" y="1847969"/>
                  </a:lnTo>
                  <a:lnTo>
                    <a:pt x="819740" y="1850043"/>
                  </a:lnTo>
                  <a:lnTo>
                    <a:pt x="819927" y="1851938"/>
                  </a:lnTo>
                  <a:lnTo>
                    <a:pt x="820114" y="1853361"/>
                  </a:lnTo>
                  <a:lnTo>
                    <a:pt x="820301" y="1855409"/>
                  </a:lnTo>
                  <a:lnTo>
                    <a:pt x="820488" y="1857014"/>
                  </a:lnTo>
                  <a:lnTo>
                    <a:pt x="820675" y="1857221"/>
                  </a:lnTo>
                  <a:lnTo>
                    <a:pt x="820862" y="1858377"/>
                  </a:lnTo>
                  <a:lnTo>
                    <a:pt x="821049" y="1859927"/>
                  </a:lnTo>
                  <a:lnTo>
                    <a:pt x="821236" y="1861834"/>
                  </a:lnTo>
                  <a:lnTo>
                    <a:pt x="821423" y="1864295"/>
                  </a:lnTo>
                  <a:lnTo>
                    <a:pt x="821609" y="1869617"/>
                  </a:lnTo>
                  <a:lnTo>
                    <a:pt x="821796" y="1873157"/>
                  </a:lnTo>
                  <a:lnTo>
                    <a:pt x="821983" y="1876048"/>
                  </a:lnTo>
                  <a:lnTo>
                    <a:pt x="822170" y="1878348"/>
                  </a:lnTo>
                  <a:lnTo>
                    <a:pt x="822357" y="1880423"/>
                  </a:lnTo>
                  <a:lnTo>
                    <a:pt x="822544" y="1882582"/>
                  </a:lnTo>
                  <a:lnTo>
                    <a:pt x="822731" y="1885269"/>
                  </a:lnTo>
                  <a:lnTo>
                    <a:pt x="822918" y="1888720"/>
                  </a:lnTo>
                  <a:lnTo>
                    <a:pt x="823105" y="1891880"/>
                  </a:lnTo>
                  <a:lnTo>
                    <a:pt x="823292" y="1895430"/>
                  </a:lnTo>
                  <a:lnTo>
                    <a:pt x="823479" y="1899660"/>
                  </a:lnTo>
                  <a:lnTo>
                    <a:pt x="823666" y="1903430"/>
                  </a:lnTo>
                  <a:lnTo>
                    <a:pt x="823852" y="1907052"/>
                  </a:lnTo>
                  <a:lnTo>
                    <a:pt x="824039" y="1910469"/>
                  </a:lnTo>
                  <a:lnTo>
                    <a:pt x="824226" y="1913332"/>
                  </a:lnTo>
                  <a:lnTo>
                    <a:pt x="824413" y="1915635"/>
                  </a:lnTo>
                  <a:lnTo>
                    <a:pt x="824600" y="1918959"/>
                  </a:lnTo>
                  <a:lnTo>
                    <a:pt x="824787" y="1922539"/>
                  </a:lnTo>
                  <a:lnTo>
                    <a:pt x="824974" y="1927965"/>
                  </a:lnTo>
                  <a:lnTo>
                    <a:pt x="825161" y="1932972"/>
                  </a:lnTo>
                  <a:lnTo>
                    <a:pt x="825348" y="1937774"/>
                  </a:lnTo>
                  <a:lnTo>
                    <a:pt x="825535" y="1942206"/>
                  </a:lnTo>
                  <a:lnTo>
                    <a:pt x="825722" y="1945860"/>
                  </a:lnTo>
                  <a:lnTo>
                    <a:pt x="825909" y="1949393"/>
                  </a:lnTo>
                  <a:lnTo>
                    <a:pt x="826096" y="1952456"/>
                  </a:lnTo>
                  <a:lnTo>
                    <a:pt x="826282" y="1954477"/>
                  </a:lnTo>
                  <a:lnTo>
                    <a:pt x="826469" y="1956895"/>
                  </a:lnTo>
                  <a:lnTo>
                    <a:pt x="826656" y="1960205"/>
                  </a:lnTo>
                  <a:lnTo>
                    <a:pt x="826843" y="1961811"/>
                  </a:lnTo>
                  <a:lnTo>
                    <a:pt x="827030" y="1962660"/>
                  </a:lnTo>
                  <a:lnTo>
                    <a:pt x="827217" y="1962598"/>
                  </a:lnTo>
                  <a:lnTo>
                    <a:pt x="827404" y="1962149"/>
                  </a:lnTo>
                  <a:lnTo>
                    <a:pt x="827591" y="1960859"/>
                  </a:lnTo>
                  <a:lnTo>
                    <a:pt x="827778" y="1958626"/>
                  </a:lnTo>
                  <a:lnTo>
                    <a:pt x="827965" y="1956772"/>
                  </a:lnTo>
                  <a:lnTo>
                    <a:pt x="828152" y="1954962"/>
                  </a:lnTo>
                  <a:lnTo>
                    <a:pt x="828339" y="1953017"/>
                  </a:lnTo>
                  <a:lnTo>
                    <a:pt x="828526" y="1951022"/>
                  </a:lnTo>
                  <a:lnTo>
                    <a:pt x="828712" y="1948564"/>
                  </a:lnTo>
                  <a:lnTo>
                    <a:pt x="828899" y="1945196"/>
                  </a:lnTo>
                  <a:lnTo>
                    <a:pt x="829086" y="1941640"/>
                  </a:lnTo>
                  <a:lnTo>
                    <a:pt x="829273" y="1937626"/>
                  </a:lnTo>
                  <a:lnTo>
                    <a:pt x="829460" y="1933025"/>
                  </a:lnTo>
                  <a:lnTo>
                    <a:pt x="829647" y="1928660"/>
                  </a:lnTo>
                  <a:lnTo>
                    <a:pt x="829834" y="1925359"/>
                  </a:lnTo>
                  <a:lnTo>
                    <a:pt x="830021" y="1922308"/>
                  </a:lnTo>
                  <a:lnTo>
                    <a:pt x="830208" y="1920512"/>
                  </a:lnTo>
                  <a:lnTo>
                    <a:pt x="830395" y="1918519"/>
                  </a:lnTo>
                  <a:lnTo>
                    <a:pt x="830582" y="1916964"/>
                  </a:lnTo>
                  <a:lnTo>
                    <a:pt x="830769" y="1915025"/>
                  </a:lnTo>
                  <a:lnTo>
                    <a:pt x="830955" y="1912550"/>
                  </a:lnTo>
                  <a:lnTo>
                    <a:pt x="831142" y="1910032"/>
                  </a:lnTo>
                  <a:lnTo>
                    <a:pt x="831329" y="1907161"/>
                  </a:lnTo>
                  <a:lnTo>
                    <a:pt x="831516" y="1903924"/>
                  </a:lnTo>
                  <a:lnTo>
                    <a:pt x="831703" y="1902067"/>
                  </a:lnTo>
                  <a:lnTo>
                    <a:pt x="831890" y="1900697"/>
                  </a:lnTo>
                  <a:lnTo>
                    <a:pt x="832077" y="1898525"/>
                  </a:lnTo>
                  <a:lnTo>
                    <a:pt x="832264" y="1896686"/>
                  </a:lnTo>
                  <a:lnTo>
                    <a:pt x="832451" y="1894616"/>
                  </a:lnTo>
                  <a:lnTo>
                    <a:pt x="832638" y="1892342"/>
                  </a:lnTo>
                  <a:lnTo>
                    <a:pt x="832825" y="1888829"/>
                  </a:lnTo>
                  <a:lnTo>
                    <a:pt x="833012" y="1885427"/>
                  </a:lnTo>
                  <a:lnTo>
                    <a:pt x="833199" y="1882423"/>
                  </a:lnTo>
                  <a:lnTo>
                    <a:pt x="833385" y="1879743"/>
                  </a:lnTo>
                  <a:lnTo>
                    <a:pt x="833572" y="1877232"/>
                  </a:lnTo>
                  <a:lnTo>
                    <a:pt x="833759" y="1875208"/>
                  </a:lnTo>
                  <a:lnTo>
                    <a:pt x="833946" y="1873558"/>
                  </a:lnTo>
                  <a:lnTo>
                    <a:pt x="834133" y="1871969"/>
                  </a:lnTo>
                  <a:lnTo>
                    <a:pt x="834320" y="1870908"/>
                  </a:lnTo>
                  <a:lnTo>
                    <a:pt x="834507" y="1870396"/>
                  </a:lnTo>
                  <a:lnTo>
                    <a:pt x="834694" y="1869694"/>
                  </a:lnTo>
                  <a:lnTo>
                    <a:pt x="834881" y="1868852"/>
                  </a:lnTo>
                  <a:lnTo>
                    <a:pt x="835068" y="1868032"/>
                  </a:lnTo>
                  <a:lnTo>
                    <a:pt x="835255" y="1867557"/>
                  </a:lnTo>
                  <a:lnTo>
                    <a:pt x="835442" y="1867334"/>
                  </a:lnTo>
                  <a:lnTo>
                    <a:pt x="835629" y="1867830"/>
                  </a:lnTo>
                  <a:lnTo>
                    <a:pt x="835815" y="1868250"/>
                  </a:lnTo>
                  <a:lnTo>
                    <a:pt x="836002" y="1868952"/>
                  </a:lnTo>
                  <a:lnTo>
                    <a:pt x="836189" y="1869496"/>
                  </a:lnTo>
                  <a:lnTo>
                    <a:pt x="836376" y="1870062"/>
                  </a:lnTo>
                  <a:lnTo>
                    <a:pt x="836563" y="1870478"/>
                  </a:lnTo>
                  <a:lnTo>
                    <a:pt x="836750" y="1870803"/>
                  </a:lnTo>
                  <a:lnTo>
                    <a:pt x="836937" y="1871375"/>
                  </a:lnTo>
                  <a:lnTo>
                    <a:pt x="837124" y="1871740"/>
                  </a:lnTo>
                  <a:lnTo>
                    <a:pt x="837311" y="1872216"/>
                  </a:lnTo>
                  <a:lnTo>
                    <a:pt x="837498" y="1872905"/>
                  </a:lnTo>
                  <a:lnTo>
                    <a:pt x="837685" y="1873858"/>
                  </a:lnTo>
                  <a:lnTo>
                    <a:pt x="837872" y="1874519"/>
                  </a:lnTo>
                  <a:lnTo>
                    <a:pt x="838058" y="1875166"/>
                  </a:lnTo>
                  <a:lnTo>
                    <a:pt x="838245" y="1875869"/>
                  </a:lnTo>
                  <a:lnTo>
                    <a:pt x="838432" y="1876753"/>
                  </a:lnTo>
                  <a:lnTo>
                    <a:pt x="838619" y="1878544"/>
                  </a:lnTo>
                  <a:lnTo>
                    <a:pt x="838806" y="1879798"/>
                  </a:lnTo>
                  <a:lnTo>
                    <a:pt x="838993" y="1880970"/>
                  </a:lnTo>
                  <a:lnTo>
                    <a:pt x="839180" y="1881960"/>
                  </a:lnTo>
                  <a:lnTo>
                    <a:pt x="839367" y="1883049"/>
                  </a:lnTo>
                  <a:lnTo>
                    <a:pt x="839554" y="1883973"/>
                  </a:lnTo>
                  <a:lnTo>
                    <a:pt x="839741" y="1884955"/>
                  </a:lnTo>
                  <a:lnTo>
                    <a:pt x="839928" y="1886276"/>
                  </a:lnTo>
                  <a:lnTo>
                    <a:pt x="840115" y="1887538"/>
                  </a:lnTo>
                  <a:lnTo>
                    <a:pt x="840302" y="1888817"/>
                  </a:lnTo>
                  <a:lnTo>
                    <a:pt x="840488" y="1889989"/>
                  </a:lnTo>
                  <a:lnTo>
                    <a:pt x="840675" y="1891268"/>
                  </a:lnTo>
                  <a:lnTo>
                    <a:pt x="840862" y="1892440"/>
                  </a:lnTo>
                  <a:lnTo>
                    <a:pt x="841049" y="1893265"/>
                  </a:lnTo>
                  <a:lnTo>
                    <a:pt x="841236" y="1894222"/>
                  </a:lnTo>
                  <a:lnTo>
                    <a:pt x="841423" y="1895130"/>
                  </a:lnTo>
                  <a:lnTo>
                    <a:pt x="841610" y="1896095"/>
                  </a:lnTo>
                  <a:lnTo>
                    <a:pt x="841797" y="1897011"/>
                  </a:lnTo>
                  <a:lnTo>
                    <a:pt x="841984" y="1897886"/>
                  </a:lnTo>
                  <a:lnTo>
                    <a:pt x="842171" y="1898538"/>
                  </a:lnTo>
                  <a:lnTo>
                    <a:pt x="842358" y="1898868"/>
                  </a:lnTo>
                  <a:lnTo>
                    <a:pt x="842545" y="1899132"/>
                  </a:lnTo>
                  <a:lnTo>
                    <a:pt x="842731" y="1899297"/>
                  </a:lnTo>
                  <a:lnTo>
                    <a:pt x="842918" y="1899231"/>
                  </a:lnTo>
                  <a:lnTo>
                    <a:pt x="843105" y="1898860"/>
                  </a:lnTo>
                  <a:lnTo>
                    <a:pt x="843292" y="1898365"/>
                  </a:lnTo>
                  <a:lnTo>
                    <a:pt x="843479" y="1897787"/>
                  </a:lnTo>
                  <a:lnTo>
                    <a:pt x="843666" y="1897168"/>
                  </a:lnTo>
                  <a:lnTo>
                    <a:pt x="843853" y="1896673"/>
                  </a:lnTo>
                  <a:lnTo>
                    <a:pt x="844040" y="1896021"/>
                  </a:lnTo>
                  <a:lnTo>
                    <a:pt x="844227" y="1895171"/>
                  </a:lnTo>
                  <a:lnTo>
                    <a:pt x="844414" y="1894041"/>
                  </a:lnTo>
                  <a:lnTo>
                    <a:pt x="844601" y="1893152"/>
                  </a:lnTo>
                  <a:lnTo>
                    <a:pt x="844788" y="1892078"/>
                  </a:lnTo>
                  <a:lnTo>
                    <a:pt x="844975" y="1890954"/>
                  </a:lnTo>
                  <a:lnTo>
                    <a:pt x="845161" y="1889705"/>
                  </a:lnTo>
                  <a:lnTo>
                    <a:pt x="845348" y="1887927"/>
                  </a:lnTo>
                  <a:lnTo>
                    <a:pt x="845535" y="1885908"/>
                  </a:lnTo>
                  <a:lnTo>
                    <a:pt x="845722" y="1883631"/>
                  </a:lnTo>
                  <a:lnTo>
                    <a:pt x="845909" y="1881201"/>
                  </a:lnTo>
                  <a:lnTo>
                    <a:pt x="846096" y="1879365"/>
                  </a:lnTo>
                  <a:lnTo>
                    <a:pt x="846283" y="1878547"/>
                  </a:lnTo>
                  <a:lnTo>
                    <a:pt x="846470" y="1877682"/>
                  </a:lnTo>
                  <a:lnTo>
                    <a:pt x="846657" y="1877463"/>
                  </a:lnTo>
                  <a:lnTo>
                    <a:pt x="846844" y="1877356"/>
                  </a:lnTo>
                  <a:lnTo>
                    <a:pt x="847031" y="1877557"/>
                  </a:lnTo>
                  <a:lnTo>
                    <a:pt x="847218" y="1878503"/>
                  </a:lnTo>
                  <a:lnTo>
                    <a:pt x="847405" y="1877628"/>
                  </a:lnTo>
                  <a:lnTo>
                    <a:pt x="847591" y="1877701"/>
                  </a:lnTo>
                  <a:lnTo>
                    <a:pt x="847778" y="1879361"/>
                  </a:lnTo>
                  <a:lnTo>
                    <a:pt x="847965" y="1881759"/>
                  </a:lnTo>
                  <a:lnTo>
                    <a:pt x="848152" y="1884384"/>
                  </a:lnTo>
                  <a:lnTo>
                    <a:pt x="848339" y="1887027"/>
                  </a:lnTo>
                  <a:lnTo>
                    <a:pt x="848526" y="1889687"/>
                  </a:lnTo>
                  <a:lnTo>
                    <a:pt x="848713" y="1892236"/>
                  </a:lnTo>
                  <a:lnTo>
                    <a:pt x="848900" y="1894204"/>
                  </a:lnTo>
                  <a:lnTo>
                    <a:pt x="849087" y="1896958"/>
                  </a:lnTo>
                  <a:lnTo>
                    <a:pt x="849274" y="1898945"/>
                  </a:lnTo>
                  <a:lnTo>
                    <a:pt x="849461" y="1900263"/>
                  </a:lnTo>
                  <a:lnTo>
                    <a:pt x="849648" y="1901889"/>
                  </a:lnTo>
                  <a:lnTo>
                    <a:pt x="849834" y="1902287"/>
                  </a:lnTo>
                  <a:lnTo>
                    <a:pt x="850021" y="1902166"/>
                  </a:lnTo>
                  <a:lnTo>
                    <a:pt x="850208" y="1902179"/>
                  </a:lnTo>
                  <a:lnTo>
                    <a:pt x="850395" y="1902206"/>
                  </a:lnTo>
                  <a:lnTo>
                    <a:pt x="850582" y="1902408"/>
                  </a:lnTo>
                  <a:lnTo>
                    <a:pt x="850769" y="1902869"/>
                  </a:lnTo>
                  <a:lnTo>
                    <a:pt x="850956" y="1903299"/>
                  </a:lnTo>
                  <a:lnTo>
                    <a:pt x="851143" y="1902963"/>
                  </a:lnTo>
                  <a:lnTo>
                    <a:pt x="851330" y="1901859"/>
                  </a:lnTo>
                  <a:lnTo>
                    <a:pt x="851517" y="1901211"/>
                  </a:lnTo>
                  <a:lnTo>
                    <a:pt x="851704" y="1900910"/>
                  </a:lnTo>
                  <a:lnTo>
                    <a:pt x="851891" y="1900331"/>
                  </a:lnTo>
                  <a:lnTo>
                    <a:pt x="852078" y="1899993"/>
                  </a:lnTo>
                  <a:lnTo>
                    <a:pt x="852264" y="1900136"/>
                  </a:lnTo>
                  <a:lnTo>
                    <a:pt x="852451" y="1900325"/>
                  </a:lnTo>
                  <a:lnTo>
                    <a:pt x="852638" y="1901629"/>
                  </a:lnTo>
                  <a:lnTo>
                    <a:pt x="852825" y="1903378"/>
                  </a:lnTo>
                  <a:lnTo>
                    <a:pt x="853012" y="1904691"/>
                  </a:lnTo>
                  <a:lnTo>
                    <a:pt x="853199" y="1905879"/>
                  </a:lnTo>
                  <a:lnTo>
                    <a:pt x="853386" y="1907306"/>
                  </a:lnTo>
                  <a:lnTo>
                    <a:pt x="853573" y="1908561"/>
                  </a:lnTo>
                  <a:lnTo>
                    <a:pt x="853760" y="1908115"/>
                  </a:lnTo>
                  <a:lnTo>
                    <a:pt x="853947" y="1906920"/>
                  </a:lnTo>
                  <a:lnTo>
                    <a:pt x="854134" y="1905437"/>
                  </a:lnTo>
                  <a:lnTo>
                    <a:pt x="854321" y="1903876"/>
                  </a:lnTo>
                  <a:lnTo>
                    <a:pt x="854508" y="1901536"/>
                  </a:lnTo>
                  <a:lnTo>
                    <a:pt x="854694" y="1898830"/>
                  </a:lnTo>
                  <a:lnTo>
                    <a:pt x="854881" y="1895946"/>
                  </a:lnTo>
                  <a:lnTo>
                    <a:pt x="855068" y="1891850"/>
                  </a:lnTo>
                  <a:lnTo>
                    <a:pt x="855255" y="1888640"/>
                  </a:lnTo>
                  <a:lnTo>
                    <a:pt x="855442" y="1885124"/>
                  </a:lnTo>
                  <a:lnTo>
                    <a:pt x="855629" y="1881204"/>
                  </a:lnTo>
                  <a:lnTo>
                    <a:pt x="855816" y="1877533"/>
                  </a:lnTo>
                  <a:lnTo>
                    <a:pt x="856003" y="1874365"/>
                  </a:lnTo>
                  <a:lnTo>
                    <a:pt x="856190" y="1871375"/>
                  </a:lnTo>
                  <a:lnTo>
                    <a:pt x="856377" y="1868662"/>
                  </a:lnTo>
                  <a:lnTo>
                    <a:pt x="856564" y="1866347"/>
                  </a:lnTo>
                  <a:lnTo>
                    <a:pt x="856751" y="1864267"/>
                  </a:lnTo>
                  <a:lnTo>
                    <a:pt x="856937" y="1863005"/>
                  </a:lnTo>
                  <a:lnTo>
                    <a:pt x="857124" y="1861688"/>
                  </a:lnTo>
                  <a:lnTo>
                    <a:pt x="857311" y="1860491"/>
                  </a:lnTo>
                  <a:lnTo>
                    <a:pt x="857498" y="1859488"/>
                  </a:lnTo>
                  <a:lnTo>
                    <a:pt x="857685" y="1858366"/>
                  </a:lnTo>
                  <a:lnTo>
                    <a:pt x="857872" y="1857964"/>
                  </a:lnTo>
                  <a:lnTo>
                    <a:pt x="858059" y="1859452"/>
                  </a:lnTo>
                  <a:lnTo>
                    <a:pt x="858246" y="1860921"/>
                  </a:lnTo>
                  <a:lnTo>
                    <a:pt x="858433" y="1862375"/>
                  </a:lnTo>
                  <a:lnTo>
                    <a:pt x="858620" y="1863480"/>
                  </a:lnTo>
                  <a:lnTo>
                    <a:pt x="858807" y="1863117"/>
                  </a:lnTo>
                  <a:lnTo>
                    <a:pt x="858994" y="1862168"/>
                  </a:lnTo>
                  <a:lnTo>
                    <a:pt x="859181" y="1861054"/>
                  </a:lnTo>
                  <a:lnTo>
                    <a:pt x="859367" y="1860609"/>
                  </a:lnTo>
                  <a:lnTo>
                    <a:pt x="859554" y="1861376"/>
                  </a:lnTo>
                  <a:lnTo>
                    <a:pt x="859741" y="1863018"/>
                  </a:lnTo>
                  <a:lnTo>
                    <a:pt x="859928" y="1864644"/>
                  </a:lnTo>
                  <a:lnTo>
                    <a:pt x="860115" y="1866253"/>
                  </a:lnTo>
                  <a:lnTo>
                    <a:pt x="860302" y="1868002"/>
                  </a:lnTo>
                  <a:lnTo>
                    <a:pt x="860489" y="1870016"/>
                  </a:lnTo>
                  <a:lnTo>
                    <a:pt x="860676" y="1872252"/>
                  </a:lnTo>
                  <a:lnTo>
                    <a:pt x="860863" y="1874356"/>
                  </a:lnTo>
                  <a:lnTo>
                    <a:pt x="861050" y="1876312"/>
                  </a:lnTo>
                  <a:lnTo>
                    <a:pt x="861237" y="1878218"/>
                  </a:lnTo>
                  <a:lnTo>
                    <a:pt x="861424" y="1880520"/>
                  </a:lnTo>
                  <a:lnTo>
                    <a:pt x="861610" y="1883219"/>
                  </a:lnTo>
                  <a:lnTo>
                    <a:pt x="861797" y="1886140"/>
                  </a:lnTo>
                  <a:lnTo>
                    <a:pt x="861984" y="1887797"/>
                  </a:lnTo>
                  <a:lnTo>
                    <a:pt x="862171" y="1889057"/>
                  </a:lnTo>
                  <a:lnTo>
                    <a:pt x="862358" y="1890685"/>
                  </a:lnTo>
                  <a:lnTo>
                    <a:pt x="862545" y="1892078"/>
                  </a:lnTo>
                  <a:lnTo>
                    <a:pt x="862732" y="1893647"/>
                  </a:lnTo>
                  <a:lnTo>
                    <a:pt x="862919" y="1895517"/>
                  </a:lnTo>
                  <a:lnTo>
                    <a:pt x="863106" y="1897404"/>
                  </a:lnTo>
                  <a:lnTo>
                    <a:pt x="863293" y="1899099"/>
                  </a:lnTo>
                  <a:lnTo>
                    <a:pt x="863480" y="1900813"/>
                  </a:lnTo>
                  <a:lnTo>
                    <a:pt x="863667" y="1902508"/>
                  </a:lnTo>
                  <a:lnTo>
                    <a:pt x="863854" y="1904413"/>
                  </a:lnTo>
                  <a:lnTo>
                    <a:pt x="864040" y="1906421"/>
                  </a:lnTo>
                  <a:lnTo>
                    <a:pt x="864227" y="1908531"/>
                  </a:lnTo>
                  <a:lnTo>
                    <a:pt x="864414" y="1910467"/>
                  </a:lnTo>
                  <a:lnTo>
                    <a:pt x="864601" y="1912258"/>
                  </a:lnTo>
                  <a:lnTo>
                    <a:pt x="864788" y="1914772"/>
                  </a:lnTo>
                  <a:lnTo>
                    <a:pt x="864975" y="1917444"/>
                  </a:lnTo>
                  <a:lnTo>
                    <a:pt x="865162" y="1920990"/>
                  </a:lnTo>
                  <a:lnTo>
                    <a:pt x="865349" y="1924185"/>
                  </a:lnTo>
                  <a:lnTo>
                    <a:pt x="865536" y="1926850"/>
                  </a:lnTo>
                  <a:lnTo>
                    <a:pt x="865723" y="1929541"/>
                  </a:lnTo>
                  <a:lnTo>
                    <a:pt x="865910" y="1932181"/>
                  </a:lnTo>
                  <a:lnTo>
                    <a:pt x="866097" y="1935119"/>
                  </a:lnTo>
                  <a:lnTo>
                    <a:pt x="866284" y="1938882"/>
                  </a:lnTo>
                  <a:lnTo>
                    <a:pt x="866470" y="1943049"/>
                  </a:lnTo>
                  <a:lnTo>
                    <a:pt x="866657" y="1947348"/>
                  </a:lnTo>
                  <a:lnTo>
                    <a:pt x="866844" y="1952134"/>
                  </a:lnTo>
                  <a:lnTo>
                    <a:pt x="867031" y="1956854"/>
                  </a:lnTo>
                  <a:lnTo>
                    <a:pt x="867218" y="1961401"/>
                  </a:lnTo>
                  <a:lnTo>
                    <a:pt x="867405" y="1965865"/>
                  </a:lnTo>
                  <a:lnTo>
                    <a:pt x="867592" y="1969067"/>
                  </a:lnTo>
                  <a:lnTo>
                    <a:pt x="867779" y="1972384"/>
                  </a:lnTo>
                  <a:lnTo>
                    <a:pt x="867966" y="1975965"/>
                  </a:lnTo>
                  <a:lnTo>
                    <a:pt x="868153" y="1979951"/>
                  </a:lnTo>
                  <a:lnTo>
                    <a:pt x="868340" y="1984209"/>
                  </a:lnTo>
                  <a:lnTo>
                    <a:pt x="868527" y="1988706"/>
                  </a:lnTo>
                  <a:lnTo>
                    <a:pt x="868713" y="1993542"/>
                  </a:lnTo>
                  <a:lnTo>
                    <a:pt x="868900" y="1998617"/>
                  </a:lnTo>
                  <a:lnTo>
                    <a:pt x="869087" y="2002932"/>
                  </a:lnTo>
                  <a:lnTo>
                    <a:pt x="869274" y="2006654"/>
                  </a:lnTo>
                  <a:lnTo>
                    <a:pt x="869461" y="2010277"/>
                  </a:lnTo>
                  <a:lnTo>
                    <a:pt x="869648" y="2013453"/>
                  </a:lnTo>
                  <a:lnTo>
                    <a:pt x="869835" y="2016482"/>
                  </a:lnTo>
                  <a:lnTo>
                    <a:pt x="870022" y="2019288"/>
                  </a:lnTo>
                  <a:lnTo>
                    <a:pt x="870209" y="2022101"/>
                  </a:lnTo>
                  <a:lnTo>
                    <a:pt x="870396" y="2025212"/>
                  </a:lnTo>
                  <a:lnTo>
                    <a:pt x="870583" y="2028109"/>
                  </a:lnTo>
                  <a:lnTo>
                    <a:pt x="870770" y="2030262"/>
                  </a:lnTo>
                  <a:lnTo>
                    <a:pt x="870957" y="2031946"/>
                  </a:lnTo>
                  <a:lnTo>
                    <a:pt x="871143" y="2032746"/>
                  </a:lnTo>
                  <a:lnTo>
                    <a:pt x="871330" y="2032779"/>
                  </a:lnTo>
                  <a:lnTo>
                    <a:pt x="871517" y="2032028"/>
                  </a:lnTo>
                  <a:lnTo>
                    <a:pt x="871704" y="2029800"/>
                  </a:lnTo>
                  <a:lnTo>
                    <a:pt x="871891" y="2026623"/>
                  </a:lnTo>
                  <a:lnTo>
                    <a:pt x="872078" y="2023265"/>
                  </a:lnTo>
                  <a:lnTo>
                    <a:pt x="872265" y="2020014"/>
                  </a:lnTo>
                  <a:lnTo>
                    <a:pt x="872452" y="2016721"/>
                  </a:lnTo>
                  <a:lnTo>
                    <a:pt x="872639" y="2012975"/>
                  </a:lnTo>
                  <a:lnTo>
                    <a:pt x="872826" y="2009014"/>
                  </a:lnTo>
                  <a:lnTo>
                    <a:pt x="873013" y="2004715"/>
                  </a:lnTo>
                  <a:lnTo>
                    <a:pt x="873200" y="1999615"/>
                  </a:lnTo>
                  <a:lnTo>
                    <a:pt x="873387" y="1993987"/>
                  </a:lnTo>
                  <a:lnTo>
                    <a:pt x="873573" y="1988426"/>
                  </a:lnTo>
                  <a:lnTo>
                    <a:pt x="873760" y="1982583"/>
                  </a:lnTo>
                  <a:lnTo>
                    <a:pt x="873947" y="1977261"/>
                  </a:lnTo>
                  <a:lnTo>
                    <a:pt x="874134" y="1972425"/>
                  </a:lnTo>
                  <a:lnTo>
                    <a:pt x="874321" y="1967846"/>
                  </a:lnTo>
                  <a:lnTo>
                    <a:pt x="874508" y="1964363"/>
                  </a:lnTo>
                  <a:lnTo>
                    <a:pt x="874695" y="1961351"/>
                  </a:lnTo>
                  <a:lnTo>
                    <a:pt x="874882" y="1958620"/>
                  </a:lnTo>
                  <a:lnTo>
                    <a:pt x="875069" y="1955649"/>
                  </a:lnTo>
                  <a:lnTo>
                    <a:pt x="875256" y="1952918"/>
                  </a:lnTo>
                  <a:lnTo>
                    <a:pt x="875443" y="1950533"/>
                  </a:lnTo>
                  <a:lnTo>
                    <a:pt x="875630" y="1948553"/>
                  </a:lnTo>
                  <a:lnTo>
                    <a:pt x="875816" y="1946770"/>
                  </a:lnTo>
                  <a:lnTo>
                    <a:pt x="876003" y="1945467"/>
                  </a:lnTo>
                  <a:lnTo>
                    <a:pt x="876190" y="1944460"/>
                  </a:lnTo>
                  <a:lnTo>
                    <a:pt x="876377" y="1943544"/>
                  </a:lnTo>
                  <a:lnTo>
                    <a:pt x="876564" y="1942248"/>
                  </a:lnTo>
                  <a:lnTo>
                    <a:pt x="876751" y="1940152"/>
                  </a:lnTo>
                  <a:lnTo>
                    <a:pt x="876938" y="1937083"/>
                  </a:lnTo>
                  <a:lnTo>
                    <a:pt x="877125" y="1933947"/>
                  </a:lnTo>
                  <a:lnTo>
                    <a:pt x="877312" y="1930580"/>
                  </a:lnTo>
                  <a:lnTo>
                    <a:pt x="877499" y="1927436"/>
                  </a:lnTo>
                  <a:lnTo>
                    <a:pt x="877686" y="1924301"/>
                  </a:lnTo>
                  <a:lnTo>
                    <a:pt x="877873" y="1921165"/>
                  </a:lnTo>
                  <a:lnTo>
                    <a:pt x="878060" y="1917848"/>
                  </a:lnTo>
                  <a:lnTo>
                    <a:pt x="878246" y="1914176"/>
                  </a:lnTo>
                  <a:lnTo>
                    <a:pt x="878433" y="1909522"/>
                  </a:lnTo>
                  <a:lnTo>
                    <a:pt x="878620" y="1903927"/>
                  </a:lnTo>
                  <a:lnTo>
                    <a:pt x="878807" y="1899206"/>
                  </a:lnTo>
                  <a:lnTo>
                    <a:pt x="878994" y="1893658"/>
                  </a:lnTo>
                  <a:lnTo>
                    <a:pt x="879181" y="1887656"/>
                  </a:lnTo>
                  <a:lnTo>
                    <a:pt x="879368" y="1881533"/>
                  </a:lnTo>
                  <a:lnTo>
                    <a:pt x="879555" y="1875465"/>
                  </a:lnTo>
                  <a:lnTo>
                    <a:pt x="879742" y="1869844"/>
                  </a:lnTo>
                  <a:lnTo>
                    <a:pt x="879929" y="1864266"/>
                  </a:lnTo>
                  <a:lnTo>
                    <a:pt x="880116" y="1858567"/>
                  </a:lnTo>
                  <a:lnTo>
                    <a:pt x="880303" y="1852970"/>
                  </a:lnTo>
                  <a:lnTo>
                    <a:pt x="880489" y="1847612"/>
                  </a:lnTo>
                  <a:lnTo>
                    <a:pt x="880676" y="1842051"/>
                  </a:lnTo>
                  <a:lnTo>
                    <a:pt x="880863" y="1836345"/>
                  </a:lnTo>
                  <a:lnTo>
                    <a:pt x="881050" y="1830673"/>
                  </a:lnTo>
                  <a:lnTo>
                    <a:pt x="881237" y="1825509"/>
                  </a:lnTo>
                  <a:lnTo>
                    <a:pt x="881424" y="1820958"/>
                  </a:lnTo>
                  <a:lnTo>
                    <a:pt x="881611" y="1816823"/>
                  </a:lnTo>
                  <a:lnTo>
                    <a:pt x="881798" y="1813555"/>
                  </a:lnTo>
                  <a:lnTo>
                    <a:pt x="881985" y="1809525"/>
                  </a:lnTo>
                  <a:lnTo>
                    <a:pt x="882172" y="1806705"/>
                  </a:lnTo>
                  <a:lnTo>
                    <a:pt x="882359" y="1804767"/>
                  </a:lnTo>
                  <a:lnTo>
                    <a:pt x="882546" y="1803450"/>
                  </a:lnTo>
                  <a:lnTo>
                    <a:pt x="882733" y="1802835"/>
                  </a:lnTo>
                  <a:lnTo>
                    <a:pt x="882919" y="1802700"/>
                  </a:lnTo>
                  <a:lnTo>
                    <a:pt x="883106" y="1802831"/>
                  </a:lnTo>
                  <a:lnTo>
                    <a:pt x="883293" y="1802891"/>
                  </a:lnTo>
                  <a:lnTo>
                    <a:pt x="883480" y="1803303"/>
                  </a:lnTo>
                  <a:lnTo>
                    <a:pt x="883667" y="1804026"/>
                  </a:lnTo>
                  <a:lnTo>
                    <a:pt x="883854" y="1805359"/>
                  </a:lnTo>
                  <a:lnTo>
                    <a:pt x="884041" y="1806929"/>
                  </a:lnTo>
                  <a:lnTo>
                    <a:pt x="884228" y="1809417"/>
                  </a:lnTo>
                  <a:lnTo>
                    <a:pt x="884415" y="1812695"/>
                  </a:lnTo>
                  <a:lnTo>
                    <a:pt x="884602" y="1815672"/>
                  </a:lnTo>
                  <a:lnTo>
                    <a:pt x="884789" y="1820642"/>
                  </a:lnTo>
                  <a:lnTo>
                    <a:pt x="884976" y="1824855"/>
                  </a:lnTo>
                  <a:lnTo>
                    <a:pt x="885163" y="1827726"/>
                  </a:lnTo>
                  <a:lnTo>
                    <a:pt x="885349" y="1829966"/>
                  </a:lnTo>
                  <a:lnTo>
                    <a:pt x="885536" y="1832051"/>
                  </a:lnTo>
                  <a:lnTo>
                    <a:pt x="885723" y="1834219"/>
                  </a:lnTo>
                  <a:lnTo>
                    <a:pt x="885910" y="1836484"/>
                  </a:lnTo>
                  <a:lnTo>
                    <a:pt x="886097" y="1838777"/>
                  </a:lnTo>
                  <a:lnTo>
                    <a:pt x="886284" y="1840686"/>
                  </a:lnTo>
                  <a:lnTo>
                    <a:pt x="886471" y="1842088"/>
                  </a:lnTo>
                  <a:lnTo>
                    <a:pt x="886658" y="1843453"/>
                  </a:lnTo>
                  <a:lnTo>
                    <a:pt x="886845" y="1844710"/>
                  </a:lnTo>
                  <a:lnTo>
                    <a:pt x="887032" y="1845576"/>
                  </a:lnTo>
                  <a:lnTo>
                    <a:pt x="887219" y="1846316"/>
                  </a:lnTo>
                  <a:lnTo>
                    <a:pt x="887406" y="1846503"/>
                  </a:lnTo>
                  <a:lnTo>
                    <a:pt x="887592" y="1845929"/>
                  </a:lnTo>
                  <a:lnTo>
                    <a:pt x="887779" y="1844904"/>
                  </a:lnTo>
                  <a:lnTo>
                    <a:pt x="887966" y="1843447"/>
                  </a:lnTo>
                  <a:lnTo>
                    <a:pt x="888153" y="1841831"/>
                  </a:lnTo>
                  <a:lnTo>
                    <a:pt x="888340" y="1840254"/>
                  </a:lnTo>
                  <a:lnTo>
                    <a:pt x="888527" y="1839303"/>
                  </a:lnTo>
                  <a:lnTo>
                    <a:pt x="888714" y="1839004"/>
                  </a:lnTo>
                  <a:lnTo>
                    <a:pt x="888901" y="1838372"/>
                  </a:lnTo>
                  <a:lnTo>
                    <a:pt x="889088" y="1837989"/>
                  </a:lnTo>
                  <a:lnTo>
                    <a:pt x="889275" y="1838230"/>
                  </a:lnTo>
                  <a:lnTo>
                    <a:pt x="889462" y="1838337"/>
                  </a:lnTo>
                  <a:lnTo>
                    <a:pt x="889649" y="1838367"/>
                  </a:lnTo>
                  <a:lnTo>
                    <a:pt x="889836" y="1838928"/>
                  </a:lnTo>
                  <a:lnTo>
                    <a:pt x="890022" y="1838813"/>
                  </a:lnTo>
                  <a:lnTo>
                    <a:pt x="890209" y="1838788"/>
                  </a:lnTo>
                  <a:lnTo>
                    <a:pt x="890396" y="1839481"/>
                  </a:lnTo>
                  <a:lnTo>
                    <a:pt x="890583" y="1840323"/>
                  </a:lnTo>
                  <a:lnTo>
                    <a:pt x="890770" y="1840653"/>
                  </a:lnTo>
                  <a:lnTo>
                    <a:pt x="890957" y="1840868"/>
                  </a:lnTo>
                  <a:lnTo>
                    <a:pt x="891144" y="1841379"/>
                  </a:lnTo>
                  <a:lnTo>
                    <a:pt x="891331" y="1842270"/>
                  </a:lnTo>
                  <a:lnTo>
                    <a:pt x="891518" y="1842988"/>
                  </a:lnTo>
                  <a:lnTo>
                    <a:pt x="891705" y="1843616"/>
                  </a:lnTo>
                  <a:lnTo>
                    <a:pt x="891892" y="1844152"/>
                  </a:lnTo>
                  <a:lnTo>
                    <a:pt x="892079" y="1844416"/>
                  </a:lnTo>
                  <a:lnTo>
                    <a:pt x="892265" y="1844985"/>
                  </a:lnTo>
                  <a:lnTo>
                    <a:pt x="892452" y="1846693"/>
                  </a:lnTo>
                  <a:lnTo>
                    <a:pt x="892639" y="1847545"/>
                  </a:lnTo>
                  <a:lnTo>
                    <a:pt x="892826" y="1849006"/>
                  </a:lnTo>
                  <a:lnTo>
                    <a:pt x="893013" y="1851092"/>
                  </a:lnTo>
                  <a:lnTo>
                    <a:pt x="893200" y="1853327"/>
                  </a:lnTo>
                  <a:lnTo>
                    <a:pt x="893387" y="1855294"/>
                  </a:lnTo>
                  <a:lnTo>
                    <a:pt x="893574" y="1857437"/>
                  </a:lnTo>
                  <a:lnTo>
                    <a:pt x="893761" y="1859398"/>
                  </a:lnTo>
                  <a:lnTo>
                    <a:pt x="893948" y="1860724"/>
                  </a:lnTo>
                  <a:lnTo>
                    <a:pt x="894135" y="1862223"/>
                  </a:lnTo>
                  <a:lnTo>
                    <a:pt x="894322" y="1864278"/>
                  </a:lnTo>
                  <a:lnTo>
                    <a:pt x="894509" y="1866677"/>
                  </a:lnTo>
                  <a:lnTo>
                    <a:pt x="894695" y="1869343"/>
                  </a:lnTo>
                  <a:lnTo>
                    <a:pt x="894882" y="1872661"/>
                  </a:lnTo>
                  <a:lnTo>
                    <a:pt x="895069" y="1875699"/>
                  </a:lnTo>
                  <a:lnTo>
                    <a:pt x="895256" y="1877793"/>
                  </a:lnTo>
                  <a:lnTo>
                    <a:pt x="895443" y="1878962"/>
                  </a:lnTo>
                  <a:lnTo>
                    <a:pt x="895630" y="1879572"/>
                  </a:lnTo>
                  <a:lnTo>
                    <a:pt x="895817" y="1879554"/>
                  </a:lnTo>
                  <a:lnTo>
                    <a:pt x="896004" y="1878878"/>
                  </a:lnTo>
                  <a:lnTo>
                    <a:pt x="896191" y="1879167"/>
                  </a:lnTo>
                  <a:lnTo>
                    <a:pt x="896378" y="1879439"/>
                  </a:lnTo>
                  <a:lnTo>
                    <a:pt x="896565" y="1880074"/>
                  </a:lnTo>
                  <a:lnTo>
                    <a:pt x="896752" y="1880883"/>
                  </a:lnTo>
                  <a:lnTo>
                    <a:pt x="896939" y="1881048"/>
                  </a:lnTo>
                  <a:lnTo>
                    <a:pt x="897125" y="1880627"/>
                  </a:lnTo>
                  <a:lnTo>
                    <a:pt x="897312" y="1879744"/>
                  </a:lnTo>
                  <a:lnTo>
                    <a:pt x="897499" y="1878350"/>
                  </a:lnTo>
                  <a:lnTo>
                    <a:pt x="897686" y="1875552"/>
                  </a:lnTo>
                  <a:lnTo>
                    <a:pt x="897873" y="1872491"/>
                  </a:lnTo>
                  <a:lnTo>
                    <a:pt x="898060" y="1869429"/>
                  </a:lnTo>
                  <a:lnTo>
                    <a:pt x="898247" y="1866426"/>
                  </a:lnTo>
                  <a:lnTo>
                    <a:pt x="898434" y="1863447"/>
                  </a:lnTo>
                  <a:lnTo>
                    <a:pt x="898621" y="1860427"/>
                  </a:lnTo>
                  <a:lnTo>
                    <a:pt x="898808" y="1857662"/>
                  </a:lnTo>
                  <a:lnTo>
                    <a:pt x="898995" y="1855104"/>
                  </a:lnTo>
                  <a:lnTo>
                    <a:pt x="899182" y="1852381"/>
                  </a:lnTo>
                  <a:lnTo>
                    <a:pt x="899368" y="1849262"/>
                  </a:lnTo>
                  <a:lnTo>
                    <a:pt x="899555" y="1846234"/>
                  </a:lnTo>
                  <a:lnTo>
                    <a:pt x="899742" y="1842489"/>
                  </a:lnTo>
                  <a:lnTo>
                    <a:pt x="899929" y="1838837"/>
                  </a:lnTo>
                  <a:lnTo>
                    <a:pt x="900116" y="1835205"/>
                  </a:lnTo>
                  <a:lnTo>
                    <a:pt x="900303" y="1831140"/>
                  </a:lnTo>
                  <a:lnTo>
                    <a:pt x="900490" y="1827810"/>
                  </a:lnTo>
                  <a:lnTo>
                    <a:pt x="900677" y="1824743"/>
                  </a:lnTo>
                  <a:lnTo>
                    <a:pt x="900864" y="1821700"/>
                  </a:lnTo>
                  <a:lnTo>
                    <a:pt x="901051" y="1818859"/>
                  </a:lnTo>
                  <a:lnTo>
                    <a:pt x="901238" y="1815484"/>
                  </a:lnTo>
                  <a:lnTo>
                    <a:pt x="901425" y="1812295"/>
                  </a:lnTo>
                  <a:lnTo>
                    <a:pt x="901612" y="1809178"/>
                  </a:lnTo>
                  <a:lnTo>
                    <a:pt x="901798" y="1806369"/>
                  </a:lnTo>
                  <a:lnTo>
                    <a:pt x="901985" y="1804198"/>
                  </a:lnTo>
                  <a:lnTo>
                    <a:pt x="902172" y="1802461"/>
                  </a:lnTo>
                  <a:lnTo>
                    <a:pt x="902359" y="1800919"/>
                  </a:lnTo>
                  <a:lnTo>
                    <a:pt x="902546" y="1799336"/>
                  </a:lnTo>
                  <a:lnTo>
                    <a:pt x="902733" y="1797701"/>
                  </a:lnTo>
                  <a:lnTo>
                    <a:pt x="902920" y="1796513"/>
                  </a:lnTo>
                  <a:lnTo>
                    <a:pt x="903107" y="1795522"/>
                  </a:lnTo>
                  <a:lnTo>
                    <a:pt x="903294" y="1794367"/>
                  </a:lnTo>
                  <a:lnTo>
                    <a:pt x="903481" y="1793072"/>
                  </a:lnTo>
                  <a:lnTo>
                    <a:pt x="903668" y="1791974"/>
                  </a:lnTo>
                  <a:lnTo>
                    <a:pt x="903855" y="1790687"/>
                  </a:lnTo>
                  <a:lnTo>
                    <a:pt x="904042" y="1790751"/>
                  </a:lnTo>
                  <a:lnTo>
                    <a:pt x="904228" y="1790795"/>
                  </a:lnTo>
                  <a:lnTo>
                    <a:pt x="904415" y="1790490"/>
                  </a:lnTo>
                  <a:lnTo>
                    <a:pt x="904602" y="1789625"/>
                  </a:lnTo>
                  <a:lnTo>
                    <a:pt x="904789" y="1788422"/>
                  </a:lnTo>
                  <a:lnTo>
                    <a:pt x="904976" y="1786949"/>
                  </a:lnTo>
                  <a:lnTo>
                    <a:pt x="905163" y="1785169"/>
                  </a:lnTo>
                  <a:lnTo>
                    <a:pt x="905350" y="1783257"/>
                  </a:lnTo>
                  <a:lnTo>
                    <a:pt x="905537" y="1781336"/>
                  </a:lnTo>
                  <a:lnTo>
                    <a:pt x="905724" y="1779680"/>
                  </a:lnTo>
                  <a:lnTo>
                    <a:pt x="905911" y="1778223"/>
                  </a:lnTo>
                  <a:lnTo>
                    <a:pt x="906098" y="1776882"/>
                  </a:lnTo>
                  <a:lnTo>
                    <a:pt x="906285" y="1775664"/>
                  </a:lnTo>
                  <a:lnTo>
                    <a:pt x="906471" y="1774449"/>
                  </a:lnTo>
                  <a:lnTo>
                    <a:pt x="906658" y="1773736"/>
                  </a:lnTo>
                  <a:lnTo>
                    <a:pt x="906845" y="1772954"/>
                  </a:lnTo>
                  <a:lnTo>
                    <a:pt x="907032" y="1772402"/>
                  </a:lnTo>
                  <a:lnTo>
                    <a:pt x="907219" y="1772456"/>
                  </a:lnTo>
                  <a:lnTo>
                    <a:pt x="907406" y="1773040"/>
                  </a:lnTo>
                  <a:lnTo>
                    <a:pt x="907593" y="1773189"/>
                  </a:lnTo>
                  <a:lnTo>
                    <a:pt x="907780" y="1773725"/>
                  </a:lnTo>
                  <a:lnTo>
                    <a:pt x="907967" y="1774360"/>
                  </a:lnTo>
                  <a:lnTo>
                    <a:pt x="908154" y="1775796"/>
                  </a:lnTo>
                  <a:lnTo>
                    <a:pt x="908341" y="1777628"/>
                  </a:lnTo>
                  <a:lnTo>
                    <a:pt x="908528" y="1779889"/>
                  </a:lnTo>
                  <a:lnTo>
                    <a:pt x="908715" y="1782588"/>
                  </a:lnTo>
                  <a:lnTo>
                    <a:pt x="908901" y="1786062"/>
                  </a:lnTo>
                  <a:lnTo>
                    <a:pt x="909088" y="1790394"/>
                  </a:lnTo>
                  <a:lnTo>
                    <a:pt x="909275" y="1795386"/>
                  </a:lnTo>
                  <a:lnTo>
                    <a:pt x="909462" y="1800643"/>
                  </a:lnTo>
                  <a:lnTo>
                    <a:pt x="909649" y="1805759"/>
                  </a:lnTo>
                  <a:lnTo>
                    <a:pt x="909836" y="1810586"/>
                  </a:lnTo>
                  <a:lnTo>
                    <a:pt x="910023" y="1815372"/>
                  </a:lnTo>
                  <a:lnTo>
                    <a:pt x="910210" y="1820166"/>
                  </a:lnTo>
                  <a:lnTo>
                    <a:pt x="910397" y="1825142"/>
                  </a:lnTo>
                  <a:lnTo>
                    <a:pt x="910584" y="1830861"/>
                  </a:lnTo>
                  <a:lnTo>
                    <a:pt x="910771" y="1836959"/>
                  </a:lnTo>
                  <a:lnTo>
                    <a:pt x="910958" y="1843123"/>
                  </a:lnTo>
                  <a:lnTo>
                    <a:pt x="911144" y="1849444"/>
                  </a:lnTo>
                  <a:lnTo>
                    <a:pt x="911331" y="1855393"/>
                  </a:lnTo>
                  <a:lnTo>
                    <a:pt x="911518" y="1860947"/>
                  </a:lnTo>
                  <a:lnTo>
                    <a:pt x="911705" y="1865981"/>
                  </a:lnTo>
                  <a:lnTo>
                    <a:pt x="911892" y="1870214"/>
                  </a:lnTo>
                  <a:lnTo>
                    <a:pt x="912079" y="1874051"/>
                  </a:lnTo>
                  <a:lnTo>
                    <a:pt x="912266" y="1877376"/>
                  </a:lnTo>
                  <a:lnTo>
                    <a:pt x="912453" y="1880809"/>
                  </a:lnTo>
                  <a:lnTo>
                    <a:pt x="912640" y="1884324"/>
                  </a:lnTo>
                  <a:lnTo>
                    <a:pt x="912827" y="1887534"/>
                  </a:lnTo>
                  <a:lnTo>
                    <a:pt x="913014" y="1890340"/>
                  </a:lnTo>
                  <a:lnTo>
                    <a:pt x="913201" y="1892799"/>
                  </a:lnTo>
                  <a:lnTo>
                    <a:pt x="913388" y="1894878"/>
                  </a:lnTo>
                  <a:lnTo>
                    <a:pt x="913574" y="1896875"/>
                  </a:lnTo>
                  <a:lnTo>
                    <a:pt x="913761" y="1898872"/>
                  </a:lnTo>
                  <a:lnTo>
                    <a:pt x="913948" y="1901340"/>
                  </a:lnTo>
                  <a:lnTo>
                    <a:pt x="914135" y="1904046"/>
                  </a:lnTo>
                  <a:lnTo>
                    <a:pt x="914322" y="1907116"/>
                  </a:lnTo>
                  <a:lnTo>
                    <a:pt x="914509" y="1910161"/>
                  </a:lnTo>
                  <a:lnTo>
                    <a:pt x="914696" y="1913530"/>
                  </a:lnTo>
                  <a:lnTo>
                    <a:pt x="914883" y="1916660"/>
                  </a:lnTo>
                  <a:lnTo>
                    <a:pt x="915070" y="1919643"/>
                  </a:lnTo>
                  <a:lnTo>
                    <a:pt x="915257" y="1922467"/>
                  </a:lnTo>
                  <a:lnTo>
                    <a:pt x="915444" y="1925342"/>
                  </a:lnTo>
                  <a:lnTo>
                    <a:pt x="915631" y="1928470"/>
                  </a:lnTo>
                  <a:lnTo>
                    <a:pt x="915818" y="1932325"/>
                  </a:lnTo>
                  <a:lnTo>
                    <a:pt x="916004" y="1936881"/>
                  </a:lnTo>
                  <a:lnTo>
                    <a:pt x="916191" y="1940291"/>
                  </a:lnTo>
                  <a:lnTo>
                    <a:pt x="916378" y="1944334"/>
                  </a:lnTo>
                  <a:lnTo>
                    <a:pt x="916565" y="1948614"/>
                  </a:lnTo>
                  <a:lnTo>
                    <a:pt x="916752" y="1952780"/>
                  </a:lnTo>
                  <a:lnTo>
                    <a:pt x="916939" y="1957228"/>
                  </a:lnTo>
                  <a:lnTo>
                    <a:pt x="917126" y="1961742"/>
                  </a:lnTo>
                  <a:lnTo>
                    <a:pt x="917313" y="1966094"/>
                  </a:lnTo>
                  <a:lnTo>
                    <a:pt x="917500" y="1970411"/>
                  </a:lnTo>
                  <a:lnTo>
                    <a:pt x="917687" y="1974211"/>
                  </a:lnTo>
                  <a:lnTo>
                    <a:pt x="917874" y="1977758"/>
                  </a:lnTo>
                  <a:lnTo>
                    <a:pt x="918061" y="1980505"/>
                  </a:lnTo>
                  <a:lnTo>
                    <a:pt x="918247" y="1983489"/>
                  </a:lnTo>
                  <a:lnTo>
                    <a:pt x="918434" y="1986371"/>
                  </a:lnTo>
                  <a:lnTo>
                    <a:pt x="918621" y="1988911"/>
                  </a:lnTo>
                  <a:lnTo>
                    <a:pt x="918808" y="1991036"/>
                  </a:lnTo>
                  <a:lnTo>
                    <a:pt x="918995" y="1992910"/>
                  </a:lnTo>
                  <a:lnTo>
                    <a:pt x="919182" y="1993934"/>
                  </a:lnTo>
                  <a:lnTo>
                    <a:pt x="919369" y="1995601"/>
                  </a:lnTo>
                  <a:lnTo>
                    <a:pt x="919556" y="1996500"/>
                  </a:lnTo>
                  <a:lnTo>
                    <a:pt x="919743" y="1996822"/>
                  </a:lnTo>
                  <a:lnTo>
                    <a:pt x="919930" y="1996797"/>
                  </a:lnTo>
                  <a:lnTo>
                    <a:pt x="920117" y="1996764"/>
                  </a:lnTo>
                  <a:lnTo>
                    <a:pt x="920304" y="1996492"/>
                  </a:lnTo>
                  <a:lnTo>
                    <a:pt x="920491" y="1996426"/>
                  </a:lnTo>
                  <a:lnTo>
                    <a:pt x="920677" y="1996649"/>
                  </a:lnTo>
                  <a:lnTo>
                    <a:pt x="920864" y="1996632"/>
                  </a:lnTo>
                  <a:lnTo>
                    <a:pt x="921051" y="1996104"/>
                  </a:lnTo>
                  <a:lnTo>
                    <a:pt x="921238" y="1995526"/>
                  </a:lnTo>
                  <a:lnTo>
                    <a:pt x="921425" y="1995180"/>
                  </a:lnTo>
                  <a:lnTo>
                    <a:pt x="921612" y="1994775"/>
                  </a:lnTo>
                  <a:lnTo>
                    <a:pt x="921799" y="1993884"/>
                  </a:lnTo>
                  <a:lnTo>
                    <a:pt x="921986" y="1992845"/>
                  </a:lnTo>
                  <a:lnTo>
                    <a:pt x="922173" y="1991731"/>
                  </a:lnTo>
                  <a:lnTo>
                    <a:pt x="922360" y="1990740"/>
                  </a:lnTo>
                  <a:lnTo>
                    <a:pt x="922547" y="1989692"/>
                  </a:lnTo>
                  <a:lnTo>
                    <a:pt x="922734" y="1988537"/>
                  </a:lnTo>
                  <a:lnTo>
                    <a:pt x="922921" y="1987382"/>
                  </a:lnTo>
                  <a:lnTo>
                    <a:pt x="923107" y="1986425"/>
                  </a:lnTo>
                  <a:lnTo>
                    <a:pt x="923294" y="1985764"/>
                  </a:lnTo>
                  <a:lnTo>
                    <a:pt x="923481" y="1985772"/>
                  </a:lnTo>
                  <a:lnTo>
                    <a:pt x="923668" y="1986241"/>
                  </a:lnTo>
                  <a:lnTo>
                    <a:pt x="923855" y="1987218"/>
                  </a:lnTo>
                  <a:lnTo>
                    <a:pt x="924042" y="1988127"/>
                  </a:lnTo>
                  <a:lnTo>
                    <a:pt x="924229" y="1988786"/>
                  </a:lnTo>
                  <a:lnTo>
                    <a:pt x="924416" y="1989376"/>
                  </a:lnTo>
                  <a:lnTo>
                    <a:pt x="924603" y="1990134"/>
                  </a:lnTo>
                  <a:lnTo>
                    <a:pt x="924790" y="1991476"/>
                  </a:lnTo>
                  <a:lnTo>
                    <a:pt x="924977" y="1993167"/>
                  </a:lnTo>
                  <a:lnTo>
                    <a:pt x="925164" y="1994760"/>
                  </a:lnTo>
                  <a:lnTo>
                    <a:pt x="925350" y="1996226"/>
                  </a:lnTo>
                  <a:lnTo>
                    <a:pt x="925537" y="1997651"/>
                  </a:lnTo>
                  <a:lnTo>
                    <a:pt x="925724" y="1998631"/>
                  </a:lnTo>
                  <a:lnTo>
                    <a:pt x="925911" y="1999172"/>
                  </a:lnTo>
                  <a:lnTo>
                    <a:pt x="926098" y="1999400"/>
                  </a:lnTo>
                  <a:lnTo>
                    <a:pt x="926285" y="1999165"/>
                  </a:lnTo>
                  <a:lnTo>
                    <a:pt x="926472" y="1997135"/>
                  </a:lnTo>
                  <a:lnTo>
                    <a:pt x="926659" y="1994709"/>
                  </a:lnTo>
                  <a:lnTo>
                    <a:pt x="926846" y="1992093"/>
                  </a:lnTo>
                  <a:lnTo>
                    <a:pt x="927033" y="1989477"/>
                  </a:lnTo>
                  <a:lnTo>
                    <a:pt x="927220" y="1987084"/>
                  </a:lnTo>
                  <a:lnTo>
                    <a:pt x="927407" y="1984765"/>
                  </a:lnTo>
                  <a:lnTo>
                    <a:pt x="927594" y="1982116"/>
                  </a:lnTo>
                  <a:lnTo>
                    <a:pt x="927780" y="1979137"/>
                  </a:lnTo>
                  <a:lnTo>
                    <a:pt x="927967" y="1976258"/>
                  </a:lnTo>
                  <a:lnTo>
                    <a:pt x="928154" y="1973675"/>
                  </a:lnTo>
                  <a:lnTo>
                    <a:pt x="928341" y="1971595"/>
                  </a:lnTo>
                  <a:lnTo>
                    <a:pt x="928528" y="1970539"/>
                  </a:lnTo>
                  <a:lnTo>
                    <a:pt x="928715" y="1970473"/>
                  </a:lnTo>
                  <a:lnTo>
                    <a:pt x="928902" y="1971298"/>
                  </a:lnTo>
                  <a:lnTo>
                    <a:pt x="929089" y="1972891"/>
                  </a:lnTo>
                  <a:lnTo>
                    <a:pt x="929276" y="1975448"/>
                  </a:lnTo>
                  <a:lnTo>
                    <a:pt x="929463" y="1978466"/>
                  </a:lnTo>
                  <a:lnTo>
                    <a:pt x="929650" y="1981708"/>
                  </a:lnTo>
                  <a:lnTo>
                    <a:pt x="929837" y="1984757"/>
                  </a:lnTo>
                  <a:lnTo>
                    <a:pt x="930023" y="1987561"/>
                  </a:lnTo>
                  <a:lnTo>
                    <a:pt x="930210" y="1990200"/>
                  </a:lnTo>
                  <a:lnTo>
                    <a:pt x="930397" y="1992746"/>
                  </a:lnTo>
                  <a:lnTo>
                    <a:pt x="930584" y="1995063"/>
                  </a:lnTo>
                  <a:lnTo>
                    <a:pt x="930771" y="1997330"/>
                  </a:lnTo>
                  <a:lnTo>
                    <a:pt x="930958" y="1999281"/>
                  </a:lnTo>
                  <a:lnTo>
                    <a:pt x="931145" y="2000927"/>
                  </a:lnTo>
                  <a:lnTo>
                    <a:pt x="931332" y="2002426"/>
                  </a:lnTo>
                  <a:lnTo>
                    <a:pt x="931519" y="2003271"/>
                  </a:lnTo>
                  <a:lnTo>
                    <a:pt x="931706" y="2003495"/>
                  </a:lnTo>
                  <a:lnTo>
                    <a:pt x="931893" y="2003205"/>
                  </a:lnTo>
                  <a:lnTo>
                    <a:pt x="932080" y="2002689"/>
                  </a:lnTo>
                  <a:lnTo>
                    <a:pt x="932267" y="2001698"/>
                  </a:lnTo>
                  <a:lnTo>
                    <a:pt x="932453" y="2000835"/>
                  </a:lnTo>
                  <a:lnTo>
                    <a:pt x="932640" y="2000316"/>
                  </a:lnTo>
                  <a:lnTo>
                    <a:pt x="932827" y="2000283"/>
                  </a:lnTo>
                  <a:lnTo>
                    <a:pt x="933014" y="2000993"/>
                  </a:lnTo>
                  <a:lnTo>
                    <a:pt x="933201" y="2002380"/>
                  </a:lnTo>
                  <a:lnTo>
                    <a:pt x="933388" y="2004192"/>
                  </a:lnTo>
                  <a:lnTo>
                    <a:pt x="933575" y="2006398"/>
                  </a:lnTo>
                  <a:lnTo>
                    <a:pt x="933762" y="2008413"/>
                  </a:lnTo>
                  <a:lnTo>
                    <a:pt x="933949" y="2010242"/>
                  </a:lnTo>
                  <a:lnTo>
                    <a:pt x="934136" y="2011910"/>
                  </a:lnTo>
                  <a:lnTo>
                    <a:pt x="934323" y="2013990"/>
                  </a:lnTo>
                  <a:lnTo>
                    <a:pt x="934510" y="2016372"/>
                  </a:lnTo>
                  <a:lnTo>
                    <a:pt x="934697" y="2019391"/>
                  </a:lnTo>
                  <a:lnTo>
                    <a:pt x="934883" y="2022552"/>
                  </a:lnTo>
                  <a:lnTo>
                    <a:pt x="935070" y="2026324"/>
                  </a:lnTo>
                  <a:lnTo>
                    <a:pt x="935257" y="2030064"/>
                  </a:lnTo>
                  <a:lnTo>
                    <a:pt x="935444" y="2033824"/>
                  </a:lnTo>
                  <a:lnTo>
                    <a:pt x="935631" y="2037595"/>
                  </a:lnTo>
                  <a:lnTo>
                    <a:pt x="935818" y="2041105"/>
                  </a:lnTo>
                  <a:lnTo>
                    <a:pt x="936005" y="2043886"/>
                  </a:lnTo>
                  <a:lnTo>
                    <a:pt x="936192" y="2046378"/>
                  </a:lnTo>
                  <a:lnTo>
                    <a:pt x="936379" y="2047847"/>
                  </a:lnTo>
                  <a:lnTo>
                    <a:pt x="936566" y="2049316"/>
                  </a:lnTo>
                  <a:lnTo>
                    <a:pt x="936753" y="2050842"/>
                  </a:lnTo>
                  <a:lnTo>
                    <a:pt x="936940" y="2052204"/>
                  </a:lnTo>
                  <a:lnTo>
                    <a:pt x="937126" y="2053433"/>
                  </a:lnTo>
                  <a:lnTo>
                    <a:pt x="937313" y="2054300"/>
                  </a:lnTo>
                  <a:lnTo>
                    <a:pt x="937500" y="2054630"/>
                  </a:lnTo>
                  <a:lnTo>
                    <a:pt x="937687" y="2055100"/>
                  </a:lnTo>
                  <a:lnTo>
                    <a:pt x="937874" y="2055100"/>
                  </a:lnTo>
                  <a:lnTo>
                    <a:pt x="938061" y="2054828"/>
                  </a:lnTo>
                  <a:lnTo>
                    <a:pt x="938248" y="2053400"/>
                  </a:lnTo>
                  <a:lnTo>
                    <a:pt x="938435" y="2051255"/>
                  </a:lnTo>
                  <a:lnTo>
                    <a:pt x="938622" y="2049291"/>
                  </a:lnTo>
                  <a:lnTo>
                    <a:pt x="938809" y="2047137"/>
                  </a:lnTo>
                  <a:lnTo>
                    <a:pt x="938996" y="2045454"/>
                  </a:lnTo>
                  <a:lnTo>
                    <a:pt x="939183" y="2044257"/>
                  </a:lnTo>
                  <a:lnTo>
                    <a:pt x="939370" y="2042863"/>
                  </a:lnTo>
                  <a:lnTo>
                    <a:pt x="939556" y="2041097"/>
                  </a:lnTo>
                  <a:lnTo>
                    <a:pt x="939743" y="2039199"/>
                  </a:lnTo>
                  <a:lnTo>
                    <a:pt x="939930" y="2037590"/>
                  </a:lnTo>
                  <a:lnTo>
                    <a:pt x="940117" y="2036162"/>
                  </a:lnTo>
                  <a:lnTo>
                    <a:pt x="940304" y="2034603"/>
                  </a:lnTo>
                  <a:lnTo>
                    <a:pt x="940491" y="2032746"/>
                  </a:lnTo>
                  <a:lnTo>
                    <a:pt x="940678" y="2031096"/>
                  </a:lnTo>
                  <a:lnTo>
                    <a:pt x="940865" y="2029561"/>
                  </a:lnTo>
                  <a:lnTo>
                    <a:pt x="941052" y="2028851"/>
                  </a:lnTo>
                  <a:lnTo>
                    <a:pt x="941239" y="2028818"/>
                  </a:lnTo>
                  <a:lnTo>
                    <a:pt x="941426" y="2027689"/>
                  </a:lnTo>
                  <a:lnTo>
                    <a:pt x="941613" y="2026515"/>
                  </a:lnTo>
                  <a:lnTo>
                    <a:pt x="941800" y="2025434"/>
                  </a:lnTo>
                  <a:lnTo>
                    <a:pt x="941986" y="2024549"/>
                  </a:lnTo>
                  <a:lnTo>
                    <a:pt x="942173" y="2023393"/>
                  </a:lnTo>
                  <a:lnTo>
                    <a:pt x="942360" y="2022869"/>
                  </a:lnTo>
                  <a:lnTo>
                    <a:pt x="942547" y="2022544"/>
                  </a:lnTo>
                  <a:lnTo>
                    <a:pt x="942734" y="2021981"/>
                  </a:lnTo>
                  <a:lnTo>
                    <a:pt x="942921" y="2021723"/>
                  </a:lnTo>
                  <a:lnTo>
                    <a:pt x="943108" y="2021911"/>
                  </a:lnTo>
                  <a:lnTo>
                    <a:pt x="943295" y="2022236"/>
                  </a:lnTo>
                  <a:lnTo>
                    <a:pt x="943482" y="2022422"/>
                  </a:lnTo>
                  <a:lnTo>
                    <a:pt x="943669" y="2022651"/>
                  </a:lnTo>
                  <a:lnTo>
                    <a:pt x="943856" y="2023106"/>
                  </a:lnTo>
                  <a:lnTo>
                    <a:pt x="944043" y="2023225"/>
                  </a:lnTo>
                  <a:lnTo>
                    <a:pt x="944229" y="2023463"/>
                  </a:lnTo>
                  <a:lnTo>
                    <a:pt x="944416" y="2023907"/>
                  </a:lnTo>
                  <a:lnTo>
                    <a:pt x="944603" y="2023986"/>
                  </a:lnTo>
                  <a:lnTo>
                    <a:pt x="944790" y="2024053"/>
                  </a:lnTo>
                  <a:lnTo>
                    <a:pt x="944977" y="2025274"/>
                  </a:lnTo>
                  <a:lnTo>
                    <a:pt x="945164" y="2026066"/>
                  </a:lnTo>
                  <a:lnTo>
                    <a:pt x="945351" y="2026949"/>
                  </a:lnTo>
                  <a:lnTo>
                    <a:pt x="945538" y="2027676"/>
                  </a:lnTo>
                  <a:lnTo>
                    <a:pt x="945725" y="2028096"/>
                  </a:lnTo>
                  <a:lnTo>
                    <a:pt x="945912" y="2028154"/>
                  </a:lnTo>
                  <a:lnTo>
                    <a:pt x="946099" y="2028154"/>
                  </a:lnTo>
                  <a:lnTo>
                    <a:pt x="946286" y="2028154"/>
                  </a:lnTo>
                  <a:lnTo>
                    <a:pt x="946473" y="2028245"/>
                  </a:lnTo>
                  <a:lnTo>
                    <a:pt x="946659" y="2028418"/>
                  </a:lnTo>
                  <a:lnTo>
                    <a:pt x="946846" y="2028608"/>
                  </a:lnTo>
                  <a:lnTo>
                    <a:pt x="947033" y="2028814"/>
                  </a:lnTo>
                  <a:lnTo>
                    <a:pt x="947220" y="2028856"/>
                  </a:lnTo>
                  <a:lnTo>
                    <a:pt x="947407" y="2028691"/>
                  </a:lnTo>
                  <a:lnTo>
                    <a:pt x="947594" y="2028509"/>
                  </a:lnTo>
                  <a:lnTo>
                    <a:pt x="947781" y="2028022"/>
                  </a:lnTo>
                  <a:lnTo>
                    <a:pt x="947968" y="2027370"/>
                  </a:lnTo>
                  <a:lnTo>
                    <a:pt x="948155" y="2026273"/>
                  </a:lnTo>
                  <a:lnTo>
                    <a:pt x="948342" y="2025035"/>
                  </a:lnTo>
                  <a:lnTo>
                    <a:pt x="948529" y="2023475"/>
                  </a:lnTo>
                  <a:lnTo>
                    <a:pt x="948716" y="2021800"/>
                  </a:lnTo>
                  <a:lnTo>
                    <a:pt x="948902" y="2019985"/>
                  </a:lnTo>
                  <a:lnTo>
                    <a:pt x="949089" y="2018021"/>
                  </a:lnTo>
                  <a:lnTo>
                    <a:pt x="949276" y="2015950"/>
                  </a:lnTo>
                  <a:lnTo>
                    <a:pt x="949463" y="2013557"/>
                  </a:lnTo>
                  <a:lnTo>
                    <a:pt x="949650" y="2010982"/>
                  </a:lnTo>
                  <a:lnTo>
                    <a:pt x="949837" y="2007962"/>
                  </a:lnTo>
                  <a:lnTo>
                    <a:pt x="950024" y="2004207"/>
                  </a:lnTo>
                  <a:lnTo>
                    <a:pt x="950211" y="2000535"/>
                  </a:lnTo>
                  <a:lnTo>
                    <a:pt x="950398" y="1996921"/>
                  </a:lnTo>
                  <a:lnTo>
                    <a:pt x="950585" y="1993612"/>
                  </a:lnTo>
                  <a:lnTo>
                    <a:pt x="950772" y="1990427"/>
                  </a:lnTo>
                  <a:lnTo>
                    <a:pt x="950959" y="1987456"/>
                  </a:lnTo>
                  <a:lnTo>
                    <a:pt x="951146" y="1984667"/>
                  </a:lnTo>
                  <a:lnTo>
                    <a:pt x="951332" y="1982266"/>
                  </a:lnTo>
                  <a:lnTo>
                    <a:pt x="951519" y="1980450"/>
                  </a:lnTo>
                  <a:lnTo>
                    <a:pt x="951706" y="1979122"/>
                  </a:lnTo>
                  <a:lnTo>
                    <a:pt x="951893" y="1977785"/>
                  </a:lnTo>
                  <a:lnTo>
                    <a:pt x="952080" y="1976133"/>
                  </a:lnTo>
                  <a:lnTo>
                    <a:pt x="952267" y="1974578"/>
                  </a:lnTo>
                  <a:lnTo>
                    <a:pt x="952454" y="1973361"/>
                  </a:lnTo>
                  <a:lnTo>
                    <a:pt x="952641" y="1972534"/>
                  </a:lnTo>
                  <a:lnTo>
                    <a:pt x="952828" y="1972456"/>
                  </a:lnTo>
                  <a:lnTo>
                    <a:pt x="953015" y="1972679"/>
                  </a:lnTo>
                  <a:lnTo>
                    <a:pt x="953202" y="1973065"/>
                  </a:lnTo>
                  <a:lnTo>
                    <a:pt x="953389" y="1973452"/>
                  </a:lnTo>
                  <a:lnTo>
                    <a:pt x="953576" y="1974012"/>
                  </a:lnTo>
                  <a:lnTo>
                    <a:pt x="953762" y="1974692"/>
                  </a:lnTo>
                  <a:lnTo>
                    <a:pt x="953949" y="1975498"/>
                  </a:lnTo>
                  <a:lnTo>
                    <a:pt x="954136" y="1976547"/>
                  </a:lnTo>
                  <a:lnTo>
                    <a:pt x="954323" y="1977425"/>
                  </a:lnTo>
                  <a:lnTo>
                    <a:pt x="954510" y="1978209"/>
                  </a:lnTo>
                  <a:lnTo>
                    <a:pt x="954697" y="1979270"/>
                  </a:lnTo>
                  <a:lnTo>
                    <a:pt x="954884" y="1980413"/>
                  </a:lnTo>
                  <a:lnTo>
                    <a:pt x="955071" y="1981699"/>
                  </a:lnTo>
                  <a:lnTo>
                    <a:pt x="955258" y="1983014"/>
                  </a:lnTo>
                  <a:lnTo>
                    <a:pt x="955445" y="1985465"/>
                  </a:lnTo>
                  <a:lnTo>
                    <a:pt x="955632" y="1987941"/>
                  </a:lnTo>
                  <a:lnTo>
                    <a:pt x="955819" y="1990556"/>
                  </a:lnTo>
                  <a:lnTo>
                    <a:pt x="956005" y="1993098"/>
                  </a:lnTo>
                  <a:lnTo>
                    <a:pt x="956192" y="1995681"/>
                  </a:lnTo>
                  <a:lnTo>
                    <a:pt x="956379" y="1998107"/>
                  </a:lnTo>
                  <a:lnTo>
                    <a:pt x="956566" y="2000657"/>
                  </a:lnTo>
                  <a:lnTo>
                    <a:pt x="956753" y="2003083"/>
                  </a:lnTo>
                  <a:lnTo>
                    <a:pt x="956940" y="2005286"/>
                  </a:lnTo>
                  <a:lnTo>
                    <a:pt x="957127" y="2007258"/>
                  </a:lnTo>
                  <a:lnTo>
                    <a:pt x="957314" y="2009024"/>
                  </a:lnTo>
                  <a:lnTo>
                    <a:pt x="957501" y="2010625"/>
                  </a:lnTo>
                  <a:lnTo>
                    <a:pt x="957688" y="2012300"/>
                  </a:lnTo>
                  <a:lnTo>
                    <a:pt x="957875" y="2014074"/>
                  </a:lnTo>
                  <a:lnTo>
                    <a:pt x="958062" y="2015848"/>
                  </a:lnTo>
                  <a:lnTo>
                    <a:pt x="958249" y="2017664"/>
                  </a:lnTo>
                  <a:lnTo>
                    <a:pt x="958435" y="2019479"/>
                  </a:lnTo>
                  <a:lnTo>
                    <a:pt x="958622" y="2021047"/>
                  </a:lnTo>
                  <a:lnTo>
                    <a:pt x="958809" y="2022384"/>
                  </a:lnTo>
                  <a:lnTo>
                    <a:pt x="958996" y="2023589"/>
                  </a:lnTo>
                  <a:lnTo>
                    <a:pt x="959183" y="2024876"/>
                  </a:lnTo>
                  <a:lnTo>
                    <a:pt x="959370" y="2026246"/>
                  </a:lnTo>
                  <a:lnTo>
                    <a:pt x="959557" y="2027492"/>
                  </a:lnTo>
                  <a:lnTo>
                    <a:pt x="959744" y="2028408"/>
                  </a:lnTo>
                  <a:lnTo>
                    <a:pt x="959931" y="2029241"/>
                  </a:lnTo>
                  <a:lnTo>
                    <a:pt x="960118" y="2029860"/>
                  </a:lnTo>
                  <a:lnTo>
                    <a:pt x="960305" y="2030355"/>
                  </a:lnTo>
                  <a:lnTo>
                    <a:pt x="960492" y="2030652"/>
                  </a:lnTo>
                  <a:lnTo>
                    <a:pt x="960679" y="2030652"/>
                  </a:lnTo>
                  <a:lnTo>
                    <a:pt x="960865" y="2030043"/>
                  </a:lnTo>
                  <a:lnTo>
                    <a:pt x="961052" y="2029466"/>
                  </a:lnTo>
                  <a:lnTo>
                    <a:pt x="961239" y="2029042"/>
                  </a:lnTo>
                  <a:lnTo>
                    <a:pt x="961426" y="2028628"/>
                  </a:lnTo>
                  <a:lnTo>
                    <a:pt x="961613" y="2028250"/>
                  </a:lnTo>
                  <a:lnTo>
                    <a:pt x="961800" y="2028064"/>
                  </a:lnTo>
                  <a:lnTo>
                    <a:pt x="961987" y="2027767"/>
                  </a:lnTo>
                  <a:lnTo>
                    <a:pt x="962174" y="2027209"/>
                  </a:lnTo>
                  <a:lnTo>
                    <a:pt x="962361" y="2026584"/>
                  </a:lnTo>
                  <a:lnTo>
                    <a:pt x="962548" y="2026220"/>
                  </a:lnTo>
                  <a:lnTo>
                    <a:pt x="962735" y="2026074"/>
                  </a:lnTo>
                  <a:lnTo>
                    <a:pt x="962922" y="2026110"/>
                  </a:lnTo>
                  <a:lnTo>
                    <a:pt x="963108" y="2026557"/>
                  </a:lnTo>
                  <a:lnTo>
                    <a:pt x="963295" y="2027205"/>
                  </a:lnTo>
                  <a:lnTo>
                    <a:pt x="963482" y="2028032"/>
                  </a:lnTo>
                  <a:lnTo>
                    <a:pt x="963669" y="2029035"/>
                  </a:lnTo>
                  <a:lnTo>
                    <a:pt x="963856" y="2031338"/>
                  </a:lnTo>
                  <a:lnTo>
                    <a:pt x="964043" y="2033516"/>
                  </a:lnTo>
                  <a:lnTo>
                    <a:pt x="964230" y="2035876"/>
                  </a:lnTo>
                  <a:lnTo>
                    <a:pt x="964417" y="2038096"/>
                  </a:lnTo>
                  <a:lnTo>
                    <a:pt x="964604" y="2039730"/>
                  </a:lnTo>
                  <a:lnTo>
                    <a:pt x="964791" y="2041256"/>
                  </a:lnTo>
                  <a:lnTo>
                    <a:pt x="964978" y="2042940"/>
                  </a:lnTo>
                  <a:lnTo>
                    <a:pt x="965165" y="2045052"/>
                  </a:lnTo>
                  <a:lnTo>
                    <a:pt x="965352" y="2047421"/>
                  </a:lnTo>
                  <a:lnTo>
                    <a:pt x="965538" y="2050119"/>
                  </a:lnTo>
                  <a:lnTo>
                    <a:pt x="965725" y="2052768"/>
                  </a:lnTo>
                  <a:lnTo>
                    <a:pt x="965912" y="2054806"/>
                  </a:lnTo>
                  <a:lnTo>
                    <a:pt x="966099" y="2056217"/>
                  </a:lnTo>
                  <a:lnTo>
                    <a:pt x="966286" y="2057257"/>
                  </a:lnTo>
                  <a:lnTo>
                    <a:pt x="966473" y="2058082"/>
                  </a:lnTo>
                  <a:lnTo>
                    <a:pt x="966660" y="2058067"/>
                  </a:lnTo>
                  <a:lnTo>
                    <a:pt x="966847" y="2058151"/>
                  </a:lnTo>
                  <a:lnTo>
                    <a:pt x="967034" y="2058086"/>
                  </a:lnTo>
                  <a:lnTo>
                    <a:pt x="967221" y="2058288"/>
                  </a:lnTo>
                  <a:lnTo>
                    <a:pt x="967408" y="2058892"/>
                  </a:lnTo>
                  <a:lnTo>
                    <a:pt x="967595" y="2059546"/>
                  </a:lnTo>
                  <a:lnTo>
                    <a:pt x="967781" y="2059987"/>
                  </a:lnTo>
                  <a:lnTo>
                    <a:pt x="967968" y="2060311"/>
                  </a:lnTo>
                  <a:lnTo>
                    <a:pt x="968155" y="2060230"/>
                  </a:lnTo>
                  <a:lnTo>
                    <a:pt x="968342" y="2060268"/>
                  </a:lnTo>
                  <a:lnTo>
                    <a:pt x="968529" y="2060800"/>
                  </a:lnTo>
                  <a:lnTo>
                    <a:pt x="968716" y="2061785"/>
                  </a:lnTo>
                  <a:lnTo>
                    <a:pt x="968903" y="2063192"/>
                  </a:lnTo>
                  <a:lnTo>
                    <a:pt x="969090" y="2064818"/>
                  </a:lnTo>
                  <a:lnTo>
                    <a:pt x="969277" y="2066435"/>
                  </a:lnTo>
                  <a:lnTo>
                    <a:pt x="969464" y="2067893"/>
                  </a:lnTo>
                  <a:lnTo>
                    <a:pt x="969651" y="2069263"/>
                  </a:lnTo>
                  <a:lnTo>
                    <a:pt x="969838" y="2070754"/>
                  </a:lnTo>
                  <a:lnTo>
                    <a:pt x="970025" y="2072155"/>
                  </a:lnTo>
                  <a:lnTo>
                    <a:pt x="970211" y="2073360"/>
                  </a:lnTo>
                  <a:lnTo>
                    <a:pt x="970398" y="2073582"/>
                  </a:lnTo>
                  <a:lnTo>
                    <a:pt x="970585" y="2073326"/>
                  </a:lnTo>
                  <a:lnTo>
                    <a:pt x="970772" y="2073073"/>
                  </a:lnTo>
                  <a:lnTo>
                    <a:pt x="970959" y="2072872"/>
                  </a:lnTo>
                  <a:lnTo>
                    <a:pt x="971146" y="2072896"/>
                  </a:lnTo>
                  <a:lnTo>
                    <a:pt x="971333" y="2072734"/>
                  </a:lnTo>
                  <a:lnTo>
                    <a:pt x="971520" y="2072345"/>
                  </a:lnTo>
                  <a:lnTo>
                    <a:pt x="971707" y="2071717"/>
                  </a:lnTo>
                  <a:lnTo>
                    <a:pt x="971894" y="2070722"/>
                  </a:lnTo>
                  <a:lnTo>
                    <a:pt x="972081" y="2069815"/>
                  </a:lnTo>
                  <a:lnTo>
                    <a:pt x="972268" y="2069229"/>
                  </a:lnTo>
                  <a:lnTo>
                    <a:pt x="972455" y="2068732"/>
                  </a:lnTo>
                  <a:lnTo>
                    <a:pt x="972641" y="2068112"/>
                  </a:lnTo>
                  <a:lnTo>
                    <a:pt x="972828" y="2067438"/>
                  </a:lnTo>
                  <a:lnTo>
                    <a:pt x="973015" y="2066795"/>
                  </a:lnTo>
                  <a:lnTo>
                    <a:pt x="973202" y="2066684"/>
                  </a:lnTo>
                  <a:lnTo>
                    <a:pt x="973389" y="2067567"/>
                  </a:lnTo>
                  <a:lnTo>
                    <a:pt x="973576" y="2068144"/>
                  </a:lnTo>
                  <a:lnTo>
                    <a:pt x="973763" y="2069564"/>
                  </a:lnTo>
                  <a:lnTo>
                    <a:pt x="973950" y="2071173"/>
                  </a:lnTo>
                  <a:lnTo>
                    <a:pt x="974137" y="2073096"/>
                  </a:lnTo>
                  <a:lnTo>
                    <a:pt x="974324" y="2075225"/>
                  </a:lnTo>
                  <a:lnTo>
                    <a:pt x="974511" y="2077766"/>
                  </a:lnTo>
                  <a:lnTo>
                    <a:pt x="974698" y="2080795"/>
                  </a:lnTo>
                  <a:lnTo>
                    <a:pt x="974884" y="2083823"/>
                  </a:lnTo>
                  <a:lnTo>
                    <a:pt x="975071" y="2086546"/>
                  </a:lnTo>
                  <a:lnTo>
                    <a:pt x="975258" y="2088617"/>
                  </a:lnTo>
                  <a:lnTo>
                    <a:pt x="975445" y="2090713"/>
                  </a:lnTo>
                  <a:lnTo>
                    <a:pt x="975632" y="2093519"/>
                  </a:lnTo>
                  <a:lnTo>
                    <a:pt x="975819" y="2096853"/>
                  </a:lnTo>
                  <a:lnTo>
                    <a:pt x="976006" y="2100516"/>
                  </a:lnTo>
                  <a:lnTo>
                    <a:pt x="976193" y="2104230"/>
                  </a:lnTo>
                  <a:lnTo>
                    <a:pt x="976380" y="2107852"/>
                  </a:lnTo>
                  <a:lnTo>
                    <a:pt x="976567" y="2110724"/>
                  </a:lnTo>
                  <a:lnTo>
                    <a:pt x="976754" y="2113414"/>
                  </a:lnTo>
                  <a:lnTo>
                    <a:pt x="976941" y="2115964"/>
                  </a:lnTo>
                  <a:lnTo>
                    <a:pt x="977128" y="2118307"/>
                  </a:lnTo>
                  <a:lnTo>
                    <a:pt x="977314" y="2120230"/>
                  </a:lnTo>
                  <a:lnTo>
                    <a:pt x="977501" y="2121889"/>
                  </a:lnTo>
                  <a:lnTo>
                    <a:pt x="977688" y="2123811"/>
                  </a:lnTo>
                  <a:lnTo>
                    <a:pt x="977875" y="2126180"/>
                  </a:lnTo>
                  <a:lnTo>
                    <a:pt x="978062" y="2129068"/>
                  </a:lnTo>
                  <a:lnTo>
                    <a:pt x="978249" y="2132080"/>
                  </a:lnTo>
                  <a:lnTo>
                    <a:pt x="978436" y="2134555"/>
                  </a:lnTo>
                  <a:lnTo>
                    <a:pt x="978623" y="2136544"/>
                  </a:lnTo>
                  <a:lnTo>
                    <a:pt x="978810" y="2138368"/>
                  </a:lnTo>
                  <a:lnTo>
                    <a:pt x="978997" y="2140018"/>
                  </a:lnTo>
                  <a:lnTo>
                    <a:pt x="979184" y="2141809"/>
                  </a:lnTo>
                  <a:lnTo>
                    <a:pt x="979371" y="2143789"/>
                  </a:lnTo>
                  <a:lnTo>
                    <a:pt x="979558" y="2146034"/>
                  </a:lnTo>
                  <a:lnTo>
                    <a:pt x="979744" y="2148163"/>
                  </a:lnTo>
                  <a:lnTo>
                    <a:pt x="979931" y="2150415"/>
                  </a:lnTo>
                  <a:lnTo>
                    <a:pt x="980118" y="2153171"/>
                  </a:lnTo>
                  <a:lnTo>
                    <a:pt x="980305" y="2155961"/>
                  </a:lnTo>
                  <a:lnTo>
                    <a:pt x="980492" y="2158453"/>
                  </a:lnTo>
                  <a:lnTo>
                    <a:pt x="980679" y="2160846"/>
                  </a:lnTo>
                  <a:lnTo>
                    <a:pt x="980866" y="2163156"/>
                  </a:lnTo>
                  <a:lnTo>
                    <a:pt x="981053" y="2165310"/>
                  </a:lnTo>
                  <a:lnTo>
                    <a:pt x="981240" y="2167447"/>
                  </a:lnTo>
                  <a:lnTo>
                    <a:pt x="981427" y="2169692"/>
                  </a:lnTo>
                  <a:lnTo>
                    <a:pt x="981614" y="2171920"/>
                  </a:lnTo>
                  <a:lnTo>
                    <a:pt x="981801" y="2174065"/>
                  </a:lnTo>
                  <a:lnTo>
                    <a:pt x="981987" y="2176636"/>
                  </a:lnTo>
                  <a:lnTo>
                    <a:pt x="982174" y="2179216"/>
                  </a:lnTo>
                  <a:lnTo>
                    <a:pt x="982361" y="2181579"/>
                  </a:lnTo>
                  <a:lnTo>
                    <a:pt x="982548" y="2183615"/>
                  </a:lnTo>
                  <a:lnTo>
                    <a:pt x="982735" y="2185460"/>
                  </a:lnTo>
                  <a:lnTo>
                    <a:pt x="982922" y="2187090"/>
                  </a:lnTo>
                  <a:lnTo>
                    <a:pt x="983109" y="2188729"/>
                  </a:lnTo>
                  <a:lnTo>
                    <a:pt x="983296" y="2190483"/>
                  </a:lnTo>
                  <a:lnTo>
                    <a:pt x="983483" y="2192122"/>
                  </a:lnTo>
                  <a:lnTo>
                    <a:pt x="983670" y="2193761"/>
                  </a:lnTo>
                  <a:lnTo>
                    <a:pt x="983857" y="2195310"/>
                  </a:lnTo>
                  <a:lnTo>
                    <a:pt x="984044" y="2196590"/>
                  </a:lnTo>
                  <a:lnTo>
                    <a:pt x="984231" y="2197738"/>
                  </a:lnTo>
                  <a:lnTo>
                    <a:pt x="984417" y="2198671"/>
                  </a:lnTo>
                  <a:lnTo>
                    <a:pt x="984604" y="2199827"/>
                  </a:lnTo>
                  <a:lnTo>
                    <a:pt x="984791" y="2201149"/>
                  </a:lnTo>
                  <a:lnTo>
                    <a:pt x="984978" y="2202262"/>
                  </a:lnTo>
                  <a:lnTo>
                    <a:pt x="985165" y="2203433"/>
                  </a:lnTo>
                  <a:lnTo>
                    <a:pt x="985352" y="2204689"/>
                  </a:lnTo>
                  <a:lnTo>
                    <a:pt x="985539" y="2206256"/>
                  </a:lnTo>
                  <a:lnTo>
                    <a:pt x="985726" y="2207780"/>
                  </a:lnTo>
                  <a:lnTo>
                    <a:pt x="985913" y="2209681"/>
                  </a:lnTo>
                  <a:lnTo>
                    <a:pt x="986100" y="2211679"/>
                  </a:lnTo>
                  <a:lnTo>
                    <a:pt x="986287" y="2213814"/>
                  </a:lnTo>
                  <a:lnTo>
                    <a:pt x="986474" y="2216008"/>
                  </a:lnTo>
                  <a:lnTo>
                    <a:pt x="986660" y="2218195"/>
                  </a:lnTo>
                  <a:lnTo>
                    <a:pt x="986847" y="2220522"/>
                  </a:lnTo>
                  <a:lnTo>
                    <a:pt x="987034" y="2223043"/>
                  </a:lnTo>
                  <a:lnTo>
                    <a:pt x="987221" y="2225899"/>
                  </a:lnTo>
                  <a:lnTo>
                    <a:pt x="987408" y="2229141"/>
                  </a:lnTo>
                  <a:lnTo>
                    <a:pt x="987595" y="2232079"/>
                  </a:lnTo>
                  <a:lnTo>
                    <a:pt x="987782" y="2235024"/>
                  </a:lnTo>
                  <a:lnTo>
                    <a:pt x="987969" y="2237600"/>
                  </a:lnTo>
                  <a:lnTo>
                    <a:pt x="988156" y="2240088"/>
                  </a:lnTo>
                  <a:lnTo>
                    <a:pt x="988343" y="2242449"/>
                  </a:lnTo>
                  <a:lnTo>
                    <a:pt x="988530" y="2244742"/>
                  </a:lnTo>
                  <a:lnTo>
                    <a:pt x="988717" y="2246676"/>
                  </a:lnTo>
                  <a:lnTo>
                    <a:pt x="988904" y="2248432"/>
                  </a:lnTo>
                  <a:lnTo>
                    <a:pt x="989090" y="2250117"/>
                  </a:lnTo>
                  <a:lnTo>
                    <a:pt x="989277" y="2251952"/>
                  </a:lnTo>
                  <a:lnTo>
                    <a:pt x="989464" y="2253870"/>
                  </a:lnTo>
                  <a:lnTo>
                    <a:pt x="989651" y="2255661"/>
                  </a:lnTo>
                  <a:lnTo>
                    <a:pt x="989838" y="2257389"/>
                  </a:lnTo>
                  <a:lnTo>
                    <a:pt x="990025" y="2259033"/>
                  </a:lnTo>
                  <a:lnTo>
                    <a:pt x="990212" y="2259944"/>
                  </a:lnTo>
                  <a:lnTo>
                    <a:pt x="990399" y="2260576"/>
                  </a:lnTo>
                  <a:lnTo>
                    <a:pt x="990586" y="2261475"/>
                  </a:lnTo>
                  <a:lnTo>
                    <a:pt x="990773" y="2262544"/>
                  </a:lnTo>
                  <a:lnTo>
                    <a:pt x="990960" y="2263621"/>
                  </a:lnTo>
                  <a:lnTo>
                    <a:pt x="991147" y="2264657"/>
                  </a:lnTo>
                  <a:lnTo>
                    <a:pt x="991334" y="2265623"/>
                  </a:lnTo>
                  <a:lnTo>
                    <a:pt x="991520" y="2266315"/>
                  </a:lnTo>
                  <a:lnTo>
                    <a:pt x="991707" y="2266629"/>
                  </a:lnTo>
                  <a:lnTo>
                    <a:pt x="991894" y="2266785"/>
                  </a:lnTo>
                  <a:lnTo>
                    <a:pt x="992081" y="2266785"/>
                  </a:lnTo>
                  <a:lnTo>
                    <a:pt x="992268" y="2266893"/>
                  </a:lnTo>
                  <a:lnTo>
                    <a:pt x="992455" y="2267396"/>
                  </a:lnTo>
                  <a:lnTo>
                    <a:pt x="992642" y="2268007"/>
                  </a:lnTo>
                  <a:lnTo>
                    <a:pt x="992829" y="2268535"/>
                  </a:lnTo>
                  <a:lnTo>
                    <a:pt x="993016" y="2269470"/>
                  </a:lnTo>
                  <a:lnTo>
                    <a:pt x="993203" y="2270501"/>
                  </a:lnTo>
                  <a:lnTo>
                    <a:pt x="993390" y="2271508"/>
                  </a:lnTo>
                  <a:lnTo>
                    <a:pt x="993577" y="2272415"/>
                  </a:lnTo>
                  <a:lnTo>
                    <a:pt x="993763" y="2273313"/>
                  </a:lnTo>
                  <a:lnTo>
                    <a:pt x="993950" y="2274097"/>
                  </a:lnTo>
                  <a:lnTo>
                    <a:pt x="994137" y="2274996"/>
                  </a:lnTo>
                  <a:lnTo>
                    <a:pt x="994324" y="2275837"/>
                  </a:lnTo>
                  <a:lnTo>
                    <a:pt x="994511" y="2276636"/>
                  </a:lnTo>
                  <a:lnTo>
                    <a:pt x="994698" y="2277450"/>
                  </a:lnTo>
                  <a:lnTo>
                    <a:pt x="994885" y="2278132"/>
                  </a:lnTo>
                  <a:lnTo>
                    <a:pt x="995072" y="2278505"/>
                  </a:lnTo>
                  <a:lnTo>
                    <a:pt x="995259" y="2278403"/>
                  </a:lnTo>
                  <a:lnTo>
                    <a:pt x="995446" y="2277909"/>
                  </a:lnTo>
                  <a:lnTo>
                    <a:pt x="995633" y="2277159"/>
                  </a:lnTo>
                  <a:lnTo>
                    <a:pt x="995820" y="2276520"/>
                  </a:lnTo>
                  <a:lnTo>
                    <a:pt x="996007" y="2275859"/>
                  </a:lnTo>
                  <a:lnTo>
                    <a:pt x="996193" y="2275133"/>
                  </a:lnTo>
                  <a:lnTo>
                    <a:pt x="996380" y="2273573"/>
                  </a:lnTo>
                  <a:lnTo>
                    <a:pt x="996567" y="2271461"/>
                  </a:lnTo>
                  <a:lnTo>
                    <a:pt x="996754" y="2269241"/>
                  </a:lnTo>
                  <a:lnTo>
                    <a:pt x="996941" y="2267129"/>
                  </a:lnTo>
                  <a:lnTo>
                    <a:pt x="997128" y="2265255"/>
                  </a:lnTo>
                  <a:lnTo>
                    <a:pt x="997315" y="2263597"/>
                  </a:lnTo>
                  <a:lnTo>
                    <a:pt x="997502" y="2262037"/>
                  </a:lnTo>
                  <a:lnTo>
                    <a:pt x="997689" y="2260684"/>
                  </a:lnTo>
                  <a:lnTo>
                    <a:pt x="997876" y="2259652"/>
                  </a:lnTo>
                  <a:lnTo>
                    <a:pt x="998063" y="2258893"/>
                  </a:lnTo>
                  <a:lnTo>
                    <a:pt x="998250" y="2258390"/>
                  </a:lnTo>
                  <a:lnTo>
                    <a:pt x="998436" y="2258035"/>
                  </a:lnTo>
                  <a:lnTo>
                    <a:pt x="998623" y="2257565"/>
                  </a:lnTo>
                  <a:lnTo>
                    <a:pt x="998810" y="2257718"/>
                  </a:lnTo>
                  <a:lnTo>
                    <a:pt x="998997" y="2257882"/>
                  </a:lnTo>
                  <a:lnTo>
                    <a:pt x="999184" y="2258290"/>
                  </a:lnTo>
                  <a:lnTo>
                    <a:pt x="999371" y="2259134"/>
                  </a:lnTo>
                  <a:lnTo>
                    <a:pt x="999558" y="2260269"/>
                  </a:lnTo>
                  <a:lnTo>
                    <a:pt x="999745" y="2261526"/>
                  </a:lnTo>
                  <a:lnTo>
                    <a:pt x="999932" y="2262725"/>
                  </a:lnTo>
                  <a:lnTo>
                    <a:pt x="1000119" y="2263833"/>
                  </a:lnTo>
                  <a:lnTo>
                    <a:pt x="1000306" y="2264969"/>
                  </a:lnTo>
                  <a:lnTo>
                    <a:pt x="1000493" y="2266211"/>
                  </a:lnTo>
                  <a:lnTo>
                    <a:pt x="1000680" y="2267691"/>
                  </a:lnTo>
                  <a:lnTo>
                    <a:pt x="1000866" y="2269304"/>
                  </a:lnTo>
                  <a:lnTo>
                    <a:pt x="1001053" y="2271148"/>
                  </a:lnTo>
                  <a:lnTo>
                    <a:pt x="1001240" y="2272992"/>
                  </a:lnTo>
                  <a:lnTo>
                    <a:pt x="1001427" y="2274836"/>
                  </a:lnTo>
                  <a:lnTo>
                    <a:pt x="1001614" y="2276620"/>
                  </a:lnTo>
                  <a:lnTo>
                    <a:pt x="1001801" y="2278533"/>
                  </a:lnTo>
                  <a:lnTo>
                    <a:pt x="1001988" y="2280464"/>
                  </a:lnTo>
                  <a:lnTo>
                    <a:pt x="1002175" y="2282445"/>
                  </a:lnTo>
                  <a:lnTo>
                    <a:pt x="1002362" y="2284326"/>
                  </a:lnTo>
                  <a:lnTo>
                    <a:pt x="1002549" y="2285960"/>
                  </a:lnTo>
                  <a:lnTo>
                    <a:pt x="1002736" y="2287445"/>
                  </a:lnTo>
                  <a:lnTo>
                    <a:pt x="1002923" y="2288807"/>
                  </a:lnTo>
                  <a:lnTo>
                    <a:pt x="1003110" y="2290061"/>
                  </a:lnTo>
                  <a:lnTo>
                    <a:pt x="1003296" y="2291315"/>
                  </a:lnTo>
                  <a:lnTo>
                    <a:pt x="1003483" y="2292380"/>
                  </a:lnTo>
                  <a:lnTo>
                    <a:pt x="1003670" y="2293114"/>
                  </a:lnTo>
                  <a:lnTo>
                    <a:pt x="1003857" y="2293213"/>
                  </a:lnTo>
                  <a:lnTo>
                    <a:pt x="1004044" y="2293213"/>
                  </a:lnTo>
                  <a:lnTo>
                    <a:pt x="1004231" y="2292999"/>
                  </a:lnTo>
                  <a:lnTo>
                    <a:pt x="1004418" y="2292322"/>
                  </a:lnTo>
                  <a:lnTo>
                    <a:pt x="1004605" y="2291522"/>
                  </a:lnTo>
                  <a:lnTo>
                    <a:pt x="1004792" y="2290424"/>
                  </a:lnTo>
                  <a:lnTo>
                    <a:pt x="1004979" y="2289277"/>
                  </a:lnTo>
                  <a:lnTo>
                    <a:pt x="1005166" y="2288287"/>
                  </a:lnTo>
                  <a:lnTo>
                    <a:pt x="1005353" y="2287470"/>
                  </a:lnTo>
                  <a:lnTo>
                    <a:pt x="1005539" y="2286901"/>
                  </a:lnTo>
                  <a:lnTo>
                    <a:pt x="1005726" y="2286265"/>
                  </a:lnTo>
                  <a:lnTo>
                    <a:pt x="1005913" y="2285399"/>
                  </a:lnTo>
                  <a:lnTo>
                    <a:pt x="1006100" y="2284293"/>
                  </a:lnTo>
                  <a:lnTo>
                    <a:pt x="1006287" y="2282890"/>
                  </a:lnTo>
                  <a:lnTo>
                    <a:pt x="1006474" y="2281578"/>
                  </a:lnTo>
                  <a:lnTo>
                    <a:pt x="1006661" y="2280456"/>
                  </a:lnTo>
                  <a:lnTo>
                    <a:pt x="1006848" y="2279614"/>
                  </a:lnTo>
                  <a:lnTo>
                    <a:pt x="1007035" y="2279004"/>
                  </a:lnTo>
                  <a:lnTo>
                    <a:pt x="1007222" y="2278921"/>
                  </a:lnTo>
                  <a:lnTo>
                    <a:pt x="1007409" y="2278921"/>
                  </a:lnTo>
                  <a:lnTo>
                    <a:pt x="1007596" y="2279202"/>
                  </a:lnTo>
                  <a:lnTo>
                    <a:pt x="1007783" y="2280324"/>
                  </a:lnTo>
                  <a:lnTo>
                    <a:pt x="1007969" y="2281521"/>
                  </a:lnTo>
                  <a:lnTo>
                    <a:pt x="1008156" y="2282750"/>
                  </a:lnTo>
                  <a:lnTo>
                    <a:pt x="1008343" y="2283771"/>
                  </a:lnTo>
                  <a:lnTo>
                    <a:pt x="1008530" y="2284421"/>
                  </a:lnTo>
                  <a:lnTo>
                    <a:pt x="1008717" y="2284813"/>
                  </a:lnTo>
                  <a:lnTo>
                    <a:pt x="1008904" y="2285206"/>
                  </a:lnTo>
                  <a:lnTo>
                    <a:pt x="1009091" y="2285637"/>
                  </a:lnTo>
                  <a:lnTo>
                    <a:pt x="1009278" y="2286352"/>
                  </a:lnTo>
                  <a:lnTo>
                    <a:pt x="1009465" y="2287169"/>
                  </a:lnTo>
                  <a:lnTo>
                    <a:pt x="1009652" y="2287710"/>
                  </a:lnTo>
                  <a:lnTo>
                    <a:pt x="1009839" y="2288024"/>
                  </a:lnTo>
                  <a:lnTo>
                    <a:pt x="1010026" y="2287957"/>
                  </a:lnTo>
                  <a:lnTo>
                    <a:pt x="1010213" y="2287477"/>
                  </a:lnTo>
                  <a:lnTo>
                    <a:pt x="1010399" y="2286682"/>
                  </a:lnTo>
                  <a:lnTo>
                    <a:pt x="1010586" y="2285397"/>
                  </a:lnTo>
                  <a:lnTo>
                    <a:pt x="1010773" y="2283552"/>
                  </a:lnTo>
                  <a:lnTo>
                    <a:pt x="1010960" y="2280713"/>
                  </a:lnTo>
                  <a:lnTo>
                    <a:pt x="1011147" y="2277528"/>
                  </a:lnTo>
                  <a:lnTo>
                    <a:pt x="1011334" y="2274376"/>
                  </a:lnTo>
                  <a:lnTo>
                    <a:pt x="1011521" y="2271520"/>
                  </a:lnTo>
                  <a:lnTo>
                    <a:pt x="1011708" y="2268574"/>
                  </a:lnTo>
                  <a:lnTo>
                    <a:pt x="1011895" y="2265794"/>
                  </a:lnTo>
                  <a:lnTo>
                    <a:pt x="1012082" y="2262674"/>
                  </a:lnTo>
                  <a:lnTo>
                    <a:pt x="1012269" y="2259704"/>
                  </a:lnTo>
                  <a:lnTo>
                    <a:pt x="1012456" y="2258378"/>
                  </a:lnTo>
                  <a:lnTo>
                    <a:pt x="1012642" y="2257794"/>
                  </a:lnTo>
                  <a:lnTo>
                    <a:pt x="1012829" y="2257456"/>
                  </a:lnTo>
                  <a:lnTo>
                    <a:pt x="1013016" y="2258225"/>
                  </a:lnTo>
                  <a:lnTo>
                    <a:pt x="1013203" y="2259003"/>
                  </a:lnTo>
                  <a:lnTo>
                    <a:pt x="1013390" y="2259742"/>
                  </a:lnTo>
                  <a:lnTo>
                    <a:pt x="1013577" y="2260677"/>
                  </a:lnTo>
                  <a:lnTo>
                    <a:pt x="1013764" y="2261265"/>
                  </a:lnTo>
                  <a:lnTo>
                    <a:pt x="1013951" y="2262367"/>
                  </a:lnTo>
                  <a:lnTo>
                    <a:pt x="1014138" y="2263819"/>
                  </a:lnTo>
                  <a:lnTo>
                    <a:pt x="1014325" y="2265175"/>
                  </a:lnTo>
                  <a:lnTo>
                    <a:pt x="1014512" y="2266369"/>
                  </a:lnTo>
                  <a:lnTo>
                    <a:pt x="1014699" y="2267447"/>
                  </a:lnTo>
                  <a:lnTo>
                    <a:pt x="1014886" y="2268730"/>
                  </a:lnTo>
                  <a:lnTo>
                    <a:pt x="1015072" y="2269912"/>
                  </a:lnTo>
                  <a:lnTo>
                    <a:pt x="1015259" y="2270732"/>
                  </a:lnTo>
                  <a:lnTo>
                    <a:pt x="1015446" y="2271103"/>
                  </a:lnTo>
                  <a:lnTo>
                    <a:pt x="1015633" y="2270963"/>
                  </a:lnTo>
                  <a:lnTo>
                    <a:pt x="1015820" y="2270588"/>
                  </a:lnTo>
                  <a:lnTo>
                    <a:pt x="1016007" y="2270152"/>
                  </a:lnTo>
                  <a:lnTo>
                    <a:pt x="1016194" y="2268708"/>
                  </a:lnTo>
                  <a:lnTo>
                    <a:pt x="1016381" y="2267289"/>
                  </a:lnTo>
                  <a:lnTo>
                    <a:pt x="1016568" y="2265754"/>
                  </a:lnTo>
                  <a:lnTo>
                    <a:pt x="1016755" y="2263509"/>
                  </a:lnTo>
                  <a:lnTo>
                    <a:pt x="1016942" y="2261199"/>
                  </a:lnTo>
                  <a:lnTo>
                    <a:pt x="1017129" y="2259317"/>
                  </a:lnTo>
                  <a:lnTo>
                    <a:pt x="1017315" y="2257980"/>
                  </a:lnTo>
                  <a:lnTo>
                    <a:pt x="1017502" y="2256916"/>
                  </a:lnTo>
                  <a:lnTo>
                    <a:pt x="1017689" y="2255785"/>
                  </a:lnTo>
                  <a:lnTo>
                    <a:pt x="1017876" y="2254572"/>
                  </a:lnTo>
                  <a:lnTo>
                    <a:pt x="1018063" y="2253244"/>
                  </a:lnTo>
                  <a:lnTo>
                    <a:pt x="1018250" y="2252201"/>
                  </a:lnTo>
                  <a:lnTo>
                    <a:pt x="1018437" y="2251209"/>
                  </a:lnTo>
                  <a:lnTo>
                    <a:pt x="1018624" y="2250265"/>
                  </a:lnTo>
                  <a:lnTo>
                    <a:pt x="1018811" y="2249253"/>
                  </a:lnTo>
                  <a:lnTo>
                    <a:pt x="1018998" y="2248356"/>
                  </a:lnTo>
                  <a:lnTo>
                    <a:pt x="1019185" y="2247489"/>
                  </a:lnTo>
                  <a:lnTo>
                    <a:pt x="1019372" y="2246382"/>
                  </a:lnTo>
                  <a:lnTo>
                    <a:pt x="1019559" y="2245510"/>
                  </a:lnTo>
                  <a:lnTo>
                    <a:pt x="1019745" y="2244464"/>
                  </a:lnTo>
                  <a:lnTo>
                    <a:pt x="1019932" y="2243392"/>
                  </a:lnTo>
                  <a:lnTo>
                    <a:pt x="1020119" y="2242380"/>
                  </a:lnTo>
                  <a:lnTo>
                    <a:pt x="1020306" y="2241369"/>
                  </a:lnTo>
                  <a:lnTo>
                    <a:pt x="1020493" y="2240237"/>
                  </a:lnTo>
                  <a:lnTo>
                    <a:pt x="1020680" y="2239220"/>
                  </a:lnTo>
                  <a:lnTo>
                    <a:pt x="1020867" y="2238221"/>
                  </a:lnTo>
                  <a:lnTo>
                    <a:pt x="1021054" y="2237406"/>
                  </a:lnTo>
                  <a:lnTo>
                    <a:pt x="1021241" y="2236681"/>
                  </a:lnTo>
                  <a:lnTo>
                    <a:pt x="1021428" y="2235937"/>
                  </a:lnTo>
                  <a:lnTo>
                    <a:pt x="1021615" y="2234806"/>
                  </a:lnTo>
                  <a:lnTo>
                    <a:pt x="1021802" y="2233981"/>
                  </a:lnTo>
                  <a:lnTo>
                    <a:pt x="1021989" y="2233039"/>
                  </a:lnTo>
                  <a:lnTo>
                    <a:pt x="1022175" y="2231882"/>
                  </a:lnTo>
                  <a:lnTo>
                    <a:pt x="1022362" y="2230522"/>
                  </a:lnTo>
                  <a:lnTo>
                    <a:pt x="1022549" y="2229343"/>
                  </a:lnTo>
                  <a:lnTo>
                    <a:pt x="1022736" y="2228383"/>
                  </a:lnTo>
                  <a:lnTo>
                    <a:pt x="1022923" y="2227477"/>
                  </a:lnTo>
                  <a:lnTo>
                    <a:pt x="1023110" y="2226580"/>
                  </a:lnTo>
                  <a:lnTo>
                    <a:pt x="1023297" y="2225842"/>
                  </a:lnTo>
                  <a:lnTo>
                    <a:pt x="1023484" y="2224769"/>
                  </a:lnTo>
                  <a:lnTo>
                    <a:pt x="1023671" y="2223508"/>
                  </a:lnTo>
                  <a:lnTo>
                    <a:pt x="1023858" y="2222634"/>
                  </a:lnTo>
                  <a:lnTo>
                    <a:pt x="1024045" y="2221596"/>
                  </a:lnTo>
                  <a:lnTo>
                    <a:pt x="1024232" y="2220529"/>
                  </a:lnTo>
                  <a:lnTo>
                    <a:pt x="1024418" y="2219408"/>
                  </a:lnTo>
                  <a:lnTo>
                    <a:pt x="1024605" y="2218325"/>
                  </a:lnTo>
                  <a:lnTo>
                    <a:pt x="1024792" y="2217513"/>
                  </a:lnTo>
                  <a:lnTo>
                    <a:pt x="1024979" y="2216995"/>
                  </a:lnTo>
                  <a:lnTo>
                    <a:pt x="1025166" y="2216442"/>
                  </a:lnTo>
                  <a:lnTo>
                    <a:pt x="1025353" y="2215970"/>
                  </a:lnTo>
                  <a:lnTo>
                    <a:pt x="1025540" y="2215306"/>
                  </a:lnTo>
                  <a:lnTo>
                    <a:pt x="1025727" y="2214186"/>
                  </a:lnTo>
                  <a:lnTo>
                    <a:pt x="1025914" y="2212903"/>
                  </a:lnTo>
                  <a:lnTo>
                    <a:pt x="1026101" y="2211416"/>
                  </a:lnTo>
                  <a:lnTo>
                    <a:pt x="1026288" y="2210102"/>
                  </a:lnTo>
                  <a:lnTo>
                    <a:pt x="1026475" y="2208724"/>
                  </a:lnTo>
                  <a:lnTo>
                    <a:pt x="1026662" y="2207396"/>
                  </a:lnTo>
                  <a:lnTo>
                    <a:pt x="1026848" y="2206091"/>
                  </a:lnTo>
                  <a:lnTo>
                    <a:pt x="1027035" y="2204127"/>
                  </a:lnTo>
                  <a:lnTo>
                    <a:pt x="1027222" y="2202118"/>
                  </a:lnTo>
                  <a:lnTo>
                    <a:pt x="1027409" y="2199962"/>
                  </a:lnTo>
                  <a:lnTo>
                    <a:pt x="1027596" y="2197797"/>
                  </a:lnTo>
                  <a:lnTo>
                    <a:pt x="1027783" y="2195870"/>
                  </a:lnTo>
                  <a:lnTo>
                    <a:pt x="1027970" y="2194187"/>
                  </a:lnTo>
                  <a:lnTo>
                    <a:pt x="1028157" y="2192590"/>
                  </a:lnTo>
                  <a:lnTo>
                    <a:pt x="1028344" y="2191034"/>
                  </a:lnTo>
                  <a:lnTo>
                    <a:pt x="1028531" y="2189833"/>
                  </a:lnTo>
                  <a:lnTo>
                    <a:pt x="1028718" y="2188768"/>
                  </a:lnTo>
                  <a:lnTo>
                    <a:pt x="1028905" y="2188109"/>
                  </a:lnTo>
                  <a:lnTo>
                    <a:pt x="1029092" y="2187993"/>
                  </a:lnTo>
                  <a:lnTo>
                    <a:pt x="1029278" y="2188307"/>
                  </a:lnTo>
                  <a:lnTo>
                    <a:pt x="1029465" y="2188802"/>
                  </a:lnTo>
                  <a:lnTo>
                    <a:pt x="1029652" y="2189355"/>
                  </a:lnTo>
                  <a:lnTo>
                    <a:pt x="1029839" y="2189949"/>
                  </a:lnTo>
                  <a:lnTo>
                    <a:pt x="1030026" y="2190774"/>
                  </a:lnTo>
                  <a:lnTo>
                    <a:pt x="1030213" y="2191599"/>
                  </a:lnTo>
                  <a:lnTo>
                    <a:pt x="1030400" y="2191984"/>
                  </a:lnTo>
                  <a:lnTo>
                    <a:pt x="1030587" y="2192241"/>
                  </a:lnTo>
                  <a:lnTo>
                    <a:pt x="1030774" y="2192307"/>
                  </a:lnTo>
                  <a:lnTo>
                    <a:pt x="1030961" y="2192258"/>
                  </a:lnTo>
                  <a:lnTo>
                    <a:pt x="1031148" y="2192350"/>
                  </a:lnTo>
                  <a:lnTo>
                    <a:pt x="1031335" y="2192556"/>
                  </a:lnTo>
                  <a:lnTo>
                    <a:pt x="1031521" y="2192648"/>
                  </a:lnTo>
                  <a:lnTo>
                    <a:pt x="1031708" y="2192764"/>
                  </a:lnTo>
                  <a:lnTo>
                    <a:pt x="1031895" y="2192897"/>
                  </a:lnTo>
                  <a:lnTo>
                    <a:pt x="1032082" y="2193073"/>
                  </a:lnTo>
                  <a:lnTo>
                    <a:pt x="1032269" y="2193382"/>
                  </a:lnTo>
                  <a:lnTo>
                    <a:pt x="1032456" y="2193759"/>
                  </a:lnTo>
                  <a:lnTo>
                    <a:pt x="1032643" y="2194208"/>
                  </a:lnTo>
                  <a:lnTo>
                    <a:pt x="1032830" y="2194669"/>
                  </a:lnTo>
                  <a:lnTo>
                    <a:pt x="1033017" y="2195089"/>
                  </a:lnTo>
                  <a:lnTo>
                    <a:pt x="1033204" y="2195538"/>
                  </a:lnTo>
                  <a:lnTo>
                    <a:pt x="1033391" y="2195927"/>
                  </a:lnTo>
                  <a:lnTo>
                    <a:pt x="1033578" y="2196199"/>
                  </a:lnTo>
                  <a:lnTo>
                    <a:pt x="1033765" y="2197099"/>
                  </a:lnTo>
                  <a:lnTo>
                    <a:pt x="1033951" y="2198345"/>
                  </a:lnTo>
                  <a:lnTo>
                    <a:pt x="1034138" y="2199574"/>
                  </a:lnTo>
                  <a:lnTo>
                    <a:pt x="1034325" y="2200894"/>
                  </a:lnTo>
                  <a:lnTo>
                    <a:pt x="1034512" y="2202182"/>
                  </a:lnTo>
                  <a:lnTo>
                    <a:pt x="1034699" y="2203337"/>
                  </a:lnTo>
                  <a:lnTo>
                    <a:pt x="1034886" y="2204608"/>
                  </a:lnTo>
                  <a:lnTo>
                    <a:pt x="1035073" y="2205796"/>
                  </a:lnTo>
                  <a:lnTo>
                    <a:pt x="1035260" y="2206827"/>
                  </a:lnTo>
                  <a:lnTo>
                    <a:pt x="1035447" y="2207677"/>
                  </a:lnTo>
                  <a:lnTo>
                    <a:pt x="1035634" y="2208271"/>
                  </a:lnTo>
                  <a:lnTo>
                    <a:pt x="1035821" y="2208791"/>
                  </a:lnTo>
                  <a:lnTo>
                    <a:pt x="1036008" y="2209286"/>
                  </a:lnTo>
                  <a:lnTo>
                    <a:pt x="1036194" y="2209174"/>
                  </a:lnTo>
                  <a:lnTo>
                    <a:pt x="1036381" y="2209300"/>
                  </a:lnTo>
                  <a:lnTo>
                    <a:pt x="1036568" y="2209453"/>
                  </a:lnTo>
                  <a:lnTo>
                    <a:pt x="1036755" y="2209475"/>
                  </a:lnTo>
                  <a:lnTo>
                    <a:pt x="1036942" y="2209429"/>
                  </a:lnTo>
                  <a:lnTo>
                    <a:pt x="1037129" y="2209311"/>
                  </a:lnTo>
                  <a:lnTo>
                    <a:pt x="1037316" y="2209193"/>
                  </a:lnTo>
                  <a:lnTo>
                    <a:pt x="1037503" y="2209059"/>
                  </a:lnTo>
                  <a:lnTo>
                    <a:pt x="1037690" y="2208607"/>
                  </a:lnTo>
                  <a:lnTo>
                    <a:pt x="1037877" y="2207927"/>
                  </a:lnTo>
                  <a:lnTo>
                    <a:pt x="1038064" y="2207172"/>
                  </a:lnTo>
                  <a:lnTo>
                    <a:pt x="1038251" y="2206319"/>
                  </a:lnTo>
                  <a:lnTo>
                    <a:pt x="1038438" y="2205424"/>
                  </a:lnTo>
                  <a:lnTo>
                    <a:pt x="1038624" y="2204570"/>
                  </a:lnTo>
                  <a:lnTo>
                    <a:pt x="1038811" y="2203717"/>
                  </a:lnTo>
                  <a:lnTo>
                    <a:pt x="1038998" y="2202989"/>
                  </a:lnTo>
                  <a:lnTo>
                    <a:pt x="1039185" y="2202206"/>
                  </a:lnTo>
                  <a:lnTo>
                    <a:pt x="1039372" y="2201636"/>
                  </a:lnTo>
                  <a:lnTo>
                    <a:pt x="1039559" y="2200976"/>
                  </a:lnTo>
                  <a:lnTo>
                    <a:pt x="1039746" y="2200316"/>
                  </a:lnTo>
                  <a:lnTo>
                    <a:pt x="1039933" y="2199656"/>
                  </a:lnTo>
                  <a:lnTo>
                    <a:pt x="1040120" y="2198996"/>
                  </a:lnTo>
                  <a:lnTo>
                    <a:pt x="1040307" y="2198402"/>
                  </a:lnTo>
                  <a:lnTo>
                    <a:pt x="1040494" y="2198072"/>
                  </a:lnTo>
                  <a:lnTo>
                    <a:pt x="1040681" y="2198194"/>
                  </a:lnTo>
                  <a:lnTo>
                    <a:pt x="1040868" y="2198531"/>
                  </a:lnTo>
                  <a:lnTo>
                    <a:pt x="1041054" y="2199162"/>
                  </a:lnTo>
                  <a:lnTo>
                    <a:pt x="1041241" y="2200315"/>
                  </a:lnTo>
                  <a:lnTo>
                    <a:pt x="1041428" y="2201739"/>
                  </a:lnTo>
                  <a:lnTo>
                    <a:pt x="1041615" y="2203378"/>
                  </a:lnTo>
                  <a:lnTo>
                    <a:pt x="1041802" y="2205602"/>
                  </a:lnTo>
                  <a:lnTo>
                    <a:pt x="1041989" y="2207851"/>
                  </a:lnTo>
                  <a:lnTo>
                    <a:pt x="1042176" y="2210101"/>
                  </a:lnTo>
                  <a:lnTo>
                    <a:pt x="1042363" y="2212350"/>
                  </a:lnTo>
                  <a:lnTo>
                    <a:pt x="1042550" y="2214599"/>
                  </a:lnTo>
                  <a:lnTo>
                    <a:pt x="1042737" y="2216922"/>
                  </a:lnTo>
                  <a:lnTo>
                    <a:pt x="1042924" y="2219146"/>
                  </a:lnTo>
                  <a:lnTo>
                    <a:pt x="1043111" y="2221481"/>
                  </a:lnTo>
                  <a:lnTo>
                    <a:pt x="1043297" y="2223763"/>
                  </a:lnTo>
                  <a:lnTo>
                    <a:pt x="1043484" y="2226118"/>
                  </a:lnTo>
                  <a:lnTo>
                    <a:pt x="1043671" y="2228698"/>
                  </a:lnTo>
                  <a:lnTo>
                    <a:pt x="1043858" y="2231024"/>
                  </a:lnTo>
                  <a:lnTo>
                    <a:pt x="1044045" y="2233341"/>
                  </a:lnTo>
                  <a:lnTo>
                    <a:pt x="1044232" y="2235494"/>
                  </a:lnTo>
                  <a:lnTo>
                    <a:pt x="1044419" y="2237398"/>
                  </a:lnTo>
                  <a:lnTo>
                    <a:pt x="1044606" y="2238703"/>
                  </a:lnTo>
                  <a:lnTo>
                    <a:pt x="1044793" y="2239968"/>
                  </a:lnTo>
                  <a:lnTo>
                    <a:pt x="1044980" y="2241182"/>
                  </a:lnTo>
                  <a:lnTo>
                    <a:pt x="1045167" y="2241572"/>
                  </a:lnTo>
                  <a:lnTo>
                    <a:pt x="1045354" y="2242042"/>
                  </a:lnTo>
                  <a:lnTo>
                    <a:pt x="1045541" y="2242567"/>
                  </a:lnTo>
                  <a:lnTo>
                    <a:pt x="1045727" y="2243086"/>
                  </a:lnTo>
                  <a:lnTo>
                    <a:pt x="1045914" y="2244005"/>
                  </a:lnTo>
                  <a:lnTo>
                    <a:pt x="1046101" y="2245043"/>
                  </a:lnTo>
                  <a:lnTo>
                    <a:pt x="1046288" y="2245977"/>
                  </a:lnTo>
                  <a:lnTo>
                    <a:pt x="1046475" y="2246715"/>
                  </a:lnTo>
                  <a:lnTo>
                    <a:pt x="1046662" y="2247666"/>
                  </a:lnTo>
                  <a:lnTo>
                    <a:pt x="1046849" y="2248316"/>
                  </a:lnTo>
                  <a:lnTo>
                    <a:pt x="1047036" y="2248953"/>
                  </a:lnTo>
                  <a:lnTo>
                    <a:pt x="1047223" y="2249886"/>
                  </a:lnTo>
                  <a:lnTo>
                    <a:pt x="1047410" y="2251312"/>
                  </a:lnTo>
                  <a:lnTo>
                    <a:pt x="1047597" y="2252806"/>
                  </a:lnTo>
                  <a:lnTo>
                    <a:pt x="1047784" y="2254459"/>
                  </a:lnTo>
                  <a:lnTo>
                    <a:pt x="1047971" y="2256664"/>
                  </a:lnTo>
                  <a:lnTo>
                    <a:pt x="1048157" y="2259257"/>
                  </a:lnTo>
                  <a:lnTo>
                    <a:pt x="1048344" y="2263005"/>
                  </a:lnTo>
                  <a:lnTo>
                    <a:pt x="1048531" y="2266972"/>
                  </a:lnTo>
                  <a:lnTo>
                    <a:pt x="1048718" y="2270897"/>
                  </a:lnTo>
                  <a:lnTo>
                    <a:pt x="1048905" y="2274558"/>
                  </a:lnTo>
                  <a:lnTo>
                    <a:pt x="1049092" y="2278449"/>
                  </a:lnTo>
                  <a:lnTo>
                    <a:pt x="1049279" y="2282237"/>
                  </a:lnTo>
                  <a:lnTo>
                    <a:pt x="1049466" y="2286126"/>
                  </a:lnTo>
                  <a:lnTo>
                    <a:pt x="1049653" y="2289867"/>
                  </a:lnTo>
                  <a:lnTo>
                    <a:pt x="1049840" y="2292105"/>
                  </a:lnTo>
                  <a:lnTo>
                    <a:pt x="1050027" y="2294147"/>
                  </a:lnTo>
                  <a:lnTo>
                    <a:pt x="1050214" y="2295999"/>
                  </a:lnTo>
                  <a:lnTo>
                    <a:pt x="1050400" y="2296968"/>
                  </a:lnTo>
                  <a:lnTo>
                    <a:pt x="1050587" y="2297921"/>
                  </a:lnTo>
                  <a:lnTo>
                    <a:pt x="1050774" y="2298863"/>
                  </a:lnTo>
                  <a:lnTo>
                    <a:pt x="1050961" y="2299633"/>
                  </a:lnTo>
                  <a:lnTo>
                    <a:pt x="1051148" y="2300255"/>
                  </a:lnTo>
                  <a:lnTo>
                    <a:pt x="1051335" y="2300662"/>
                  </a:lnTo>
                  <a:lnTo>
                    <a:pt x="1051522" y="2300815"/>
                  </a:lnTo>
                  <a:lnTo>
                    <a:pt x="1051709" y="2301063"/>
                  </a:lnTo>
                  <a:lnTo>
                    <a:pt x="1051896" y="2301623"/>
                  </a:lnTo>
                  <a:lnTo>
                    <a:pt x="1052083" y="2302405"/>
                  </a:lnTo>
                  <a:lnTo>
                    <a:pt x="1052270" y="2303125"/>
                  </a:lnTo>
                  <a:lnTo>
                    <a:pt x="1052457" y="2303849"/>
                  </a:lnTo>
                  <a:lnTo>
                    <a:pt x="1052644" y="2304958"/>
                  </a:lnTo>
                  <a:lnTo>
                    <a:pt x="1052830" y="2306113"/>
                  </a:lnTo>
                  <a:lnTo>
                    <a:pt x="1053017" y="2307537"/>
                  </a:lnTo>
                  <a:lnTo>
                    <a:pt x="1053204" y="2308580"/>
                  </a:lnTo>
                  <a:lnTo>
                    <a:pt x="1053391" y="2309676"/>
                  </a:lnTo>
                  <a:lnTo>
                    <a:pt x="1053578" y="2311781"/>
                  </a:lnTo>
                  <a:lnTo>
                    <a:pt x="1053765" y="2313860"/>
                  </a:lnTo>
                  <a:lnTo>
                    <a:pt x="1053952" y="2315939"/>
                  </a:lnTo>
                  <a:lnTo>
                    <a:pt x="1054139" y="2318539"/>
                  </a:lnTo>
                  <a:lnTo>
                    <a:pt x="1054326" y="2321179"/>
                  </a:lnTo>
                  <a:lnTo>
                    <a:pt x="1054513" y="2323391"/>
                  </a:lnTo>
                  <a:lnTo>
                    <a:pt x="1054700" y="2324876"/>
                  </a:lnTo>
                  <a:lnTo>
                    <a:pt x="1054887" y="2325866"/>
                  </a:lnTo>
                  <a:lnTo>
                    <a:pt x="1055073" y="2326716"/>
                  </a:lnTo>
                  <a:lnTo>
                    <a:pt x="1055260" y="2327426"/>
                  </a:lnTo>
                  <a:lnTo>
                    <a:pt x="1055447" y="2328037"/>
                  </a:lnTo>
                  <a:lnTo>
                    <a:pt x="1055634" y="2328420"/>
                  </a:lnTo>
                  <a:lnTo>
                    <a:pt x="1055821" y="2329048"/>
                  </a:lnTo>
                  <a:lnTo>
                    <a:pt x="1056008" y="2329662"/>
                  </a:lnTo>
                  <a:lnTo>
                    <a:pt x="1056195" y="2330344"/>
                  </a:lnTo>
                  <a:lnTo>
                    <a:pt x="1056382" y="2330779"/>
                  </a:lnTo>
                  <a:lnTo>
                    <a:pt x="1056569" y="2331143"/>
                  </a:lnTo>
                  <a:lnTo>
                    <a:pt x="1056756" y="2331271"/>
                  </a:lnTo>
                  <a:lnTo>
                    <a:pt x="1056943" y="2330677"/>
                  </a:lnTo>
                  <a:lnTo>
                    <a:pt x="1057130" y="2329806"/>
                  </a:lnTo>
                  <a:lnTo>
                    <a:pt x="1057317" y="2329008"/>
                  </a:lnTo>
                  <a:lnTo>
                    <a:pt x="1057503" y="2328857"/>
                  </a:lnTo>
                  <a:lnTo>
                    <a:pt x="1057690" y="2328806"/>
                  </a:lnTo>
                  <a:lnTo>
                    <a:pt x="1057877" y="2328806"/>
                  </a:lnTo>
                  <a:lnTo>
                    <a:pt x="1058064" y="2328505"/>
                  </a:lnTo>
                  <a:lnTo>
                    <a:pt x="1058251" y="2328199"/>
                  </a:lnTo>
                  <a:lnTo>
                    <a:pt x="1058438" y="2327521"/>
                  </a:lnTo>
                  <a:lnTo>
                    <a:pt x="1058625" y="2326843"/>
                  </a:lnTo>
                  <a:lnTo>
                    <a:pt x="1058812" y="2326296"/>
                  </a:lnTo>
                  <a:lnTo>
                    <a:pt x="1058999" y="2326237"/>
                  </a:lnTo>
                  <a:lnTo>
                    <a:pt x="1059186" y="2326149"/>
                  </a:lnTo>
                  <a:lnTo>
                    <a:pt x="1059373" y="2326183"/>
                  </a:lnTo>
                  <a:lnTo>
                    <a:pt x="1059560" y="2326561"/>
                  </a:lnTo>
                  <a:lnTo>
                    <a:pt x="1059747" y="2327603"/>
                  </a:lnTo>
                  <a:lnTo>
                    <a:pt x="1059933" y="2328891"/>
                  </a:lnTo>
                  <a:lnTo>
                    <a:pt x="1060120" y="2330053"/>
                  </a:lnTo>
                  <a:lnTo>
                    <a:pt x="1060307" y="2331166"/>
                  </a:lnTo>
                  <a:lnTo>
                    <a:pt x="1060494" y="2332279"/>
                  </a:lnTo>
                  <a:lnTo>
                    <a:pt x="1060681" y="2332956"/>
                  </a:lnTo>
                  <a:lnTo>
                    <a:pt x="1060868" y="2334169"/>
                  </a:lnTo>
                  <a:lnTo>
                    <a:pt x="1061055" y="2335679"/>
                  </a:lnTo>
                  <a:lnTo>
                    <a:pt x="1061242" y="2337148"/>
                  </a:lnTo>
                  <a:lnTo>
                    <a:pt x="1061429" y="2338805"/>
                  </a:lnTo>
                  <a:lnTo>
                    <a:pt x="1061616" y="2340721"/>
                  </a:lnTo>
                  <a:lnTo>
                    <a:pt x="1061803" y="2342705"/>
                  </a:lnTo>
                  <a:lnTo>
                    <a:pt x="1061990" y="2344628"/>
                  </a:lnTo>
                  <a:lnTo>
                    <a:pt x="1062176" y="2346359"/>
                  </a:lnTo>
                  <a:lnTo>
                    <a:pt x="1062363" y="2347970"/>
                  </a:lnTo>
                  <a:lnTo>
                    <a:pt x="1062550" y="2349551"/>
                  </a:lnTo>
                  <a:lnTo>
                    <a:pt x="1062737" y="2351114"/>
                  </a:lnTo>
                  <a:lnTo>
                    <a:pt x="1062924" y="2352809"/>
                  </a:lnTo>
                  <a:lnTo>
                    <a:pt x="1063111" y="2354733"/>
                  </a:lnTo>
                  <a:lnTo>
                    <a:pt x="1063298" y="2356705"/>
                  </a:lnTo>
                  <a:lnTo>
                    <a:pt x="1063485" y="2358737"/>
                  </a:lnTo>
                  <a:lnTo>
                    <a:pt x="1063672" y="2360648"/>
                  </a:lnTo>
                  <a:lnTo>
                    <a:pt x="1063859" y="2362644"/>
                  </a:lnTo>
                  <a:lnTo>
                    <a:pt x="1064046" y="2364447"/>
                  </a:lnTo>
                  <a:lnTo>
                    <a:pt x="1064233" y="2366144"/>
                  </a:lnTo>
                  <a:lnTo>
                    <a:pt x="1064420" y="2368199"/>
                  </a:lnTo>
                  <a:lnTo>
                    <a:pt x="1064606" y="2370096"/>
                  </a:lnTo>
                  <a:lnTo>
                    <a:pt x="1064793" y="2372359"/>
                  </a:lnTo>
                  <a:lnTo>
                    <a:pt x="1064980" y="2374603"/>
                  </a:lnTo>
                  <a:lnTo>
                    <a:pt x="1065167" y="2376456"/>
                  </a:lnTo>
                  <a:lnTo>
                    <a:pt x="1065354" y="2377856"/>
                  </a:lnTo>
                  <a:lnTo>
                    <a:pt x="1065541" y="2379159"/>
                  </a:lnTo>
                  <a:lnTo>
                    <a:pt x="1065728" y="2380361"/>
                  </a:lnTo>
                  <a:lnTo>
                    <a:pt x="1065915" y="2381116"/>
                  </a:lnTo>
                  <a:lnTo>
                    <a:pt x="1066102" y="2381673"/>
                  </a:lnTo>
                  <a:lnTo>
                    <a:pt x="1066289" y="2382001"/>
                  </a:lnTo>
                  <a:lnTo>
                    <a:pt x="1066476" y="2382156"/>
                  </a:lnTo>
                  <a:lnTo>
                    <a:pt x="1066663" y="2381860"/>
                  </a:lnTo>
                  <a:lnTo>
                    <a:pt x="1066850" y="2381342"/>
                  </a:lnTo>
                  <a:lnTo>
                    <a:pt x="1067036" y="2380750"/>
                  </a:lnTo>
                  <a:lnTo>
                    <a:pt x="1067223" y="2380062"/>
                  </a:lnTo>
                  <a:lnTo>
                    <a:pt x="1067410" y="2379243"/>
                  </a:lnTo>
                  <a:lnTo>
                    <a:pt x="1067597" y="2378420"/>
                  </a:lnTo>
                  <a:lnTo>
                    <a:pt x="1067784" y="2377605"/>
                  </a:lnTo>
                  <a:lnTo>
                    <a:pt x="1067971" y="2376860"/>
                  </a:lnTo>
                  <a:lnTo>
                    <a:pt x="1068158" y="2376102"/>
                  </a:lnTo>
                  <a:lnTo>
                    <a:pt x="1068345" y="2375362"/>
                  </a:lnTo>
                  <a:lnTo>
                    <a:pt x="1068532" y="2374368"/>
                  </a:lnTo>
                  <a:lnTo>
                    <a:pt x="1068719" y="2373207"/>
                  </a:lnTo>
                  <a:lnTo>
                    <a:pt x="1068906" y="2371796"/>
                  </a:lnTo>
                  <a:lnTo>
                    <a:pt x="1069093" y="2369889"/>
                  </a:lnTo>
                  <a:lnTo>
                    <a:pt x="1069279" y="2368097"/>
                  </a:lnTo>
                  <a:lnTo>
                    <a:pt x="1069466" y="2366515"/>
                  </a:lnTo>
                  <a:lnTo>
                    <a:pt x="1069653" y="2364982"/>
                  </a:lnTo>
                  <a:lnTo>
                    <a:pt x="1069840" y="2363647"/>
                  </a:lnTo>
                  <a:lnTo>
                    <a:pt x="1070027" y="2362370"/>
                  </a:lnTo>
                  <a:lnTo>
                    <a:pt x="1070214" y="2361204"/>
                  </a:lnTo>
                  <a:lnTo>
                    <a:pt x="1070401" y="2360223"/>
                  </a:lnTo>
                  <a:lnTo>
                    <a:pt x="1070588" y="2359231"/>
                  </a:lnTo>
                  <a:lnTo>
                    <a:pt x="1070775" y="2358501"/>
                  </a:lnTo>
                  <a:lnTo>
                    <a:pt x="1070962" y="2358229"/>
                  </a:lnTo>
                  <a:lnTo>
                    <a:pt x="1071149" y="2358081"/>
                  </a:lnTo>
                  <a:lnTo>
                    <a:pt x="1071336" y="2358459"/>
                  </a:lnTo>
                  <a:lnTo>
                    <a:pt x="1071523" y="2359143"/>
                  </a:lnTo>
                  <a:lnTo>
                    <a:pt x="1071709" y="2359526"/>
                  </a:lnTo>
                  <a:lnTo>
                    <a:pt x="1071896" y="2359841"/>
                  </a:lnTo>
                  <a:lnTo>
                    <a:pt x="1072083" y="2359676"/>
                  </a:lnTo>
                  <a:lnTo>
                    <a:pt x="1072270" y="2359510"/>
                  </a:lnTo>
                  <a:lnTo>
                    <a:pt x="1072457" y="2359354"/>
                  </a:lnTo>
                  <a:lnTo>
                    <a:pt x="1072644" y="2359048"/>
                  </a:lnTo>
                  <a:lnTo>
                    <a:pt x="1072831" y="2358694"/>
                  </a:lnTo>
                  <a:lnTo>
                    <a:pt x="1073018" y="2358240"/>
                  </a:lnTo>
                  <a:lnTo>
                    <a:pt x="1073205" y="2357580"/>
                  </a:lnTo>
                  <a:lnTo>
                    <a:pt x="1073392" y="2356977"/>
                  </a:lnTo>
                  <a:lnTo>
                    <a:pt x="1073579" y="2356647"/>
                  </a:lnTo>
                  <a:lnTo>
                    <a:pt x="1073766" y="2355946"/>
                  </a:lnTo>
                  <a:lnTo>
                    <a:pt x="1073952" y="2354988"/>
                  </a:lnTo>
                  <a:lnTo>
                    <a:pt x="1074139" y="2353792"/>
                  </a:lnTo>
                  <a:lnTo>
                    <a:pt x="1074326" y="2352505"/>
                  </a:lnTo>
                  <a:lnTo>
                    <a:pt x="1074513" y="2351465"/>
                  </a:lnTo>
                  <a:lnTo>
                    <a:pt x="1074700" y="2350566"/>
                  </a:lnTo>
                  <a:lnTo>
                    <a:pt x="1074887" y="2349592"/>
                  </a:lnTo>
                  <a:lnTo>
                    <a:pt x="1075074" y="2348767"/>
                  </a:lnTo>
                  <a:lnTo>
                    <a:pt x="1075261" y="2347908"/>
                  </a:lnTo>
                  <a:lnTo>
                    <a:pt x="1075448" y="2346984"/>
                  </a:lnTo>
                  <a:lnTo>
                    <a:pt x="1075635" y="2346258"/>
                  </a:lnTo>
                  <a:lnTo>
                    <a:pt x="1075822" y="2345631"/>
                  </a:lnTo>
                  <a:lnTo>
                    <a:pt x="1076009" y="2345053"/>
                  </a:lnTo>
                  <a:lnTo>
                    <a:pt x="1076196" y="2344170"/>
                  </a:lnTo>
                  <a:lnTo>
                    <a:pt x="1076382" y="2343015"/>
                  </a:lnTo>
                  <a:lnTo>
                    <a:pt x="1076569" y="2341786"/>
                  </a:lnTo>
                  <a:lnTo>
                    <a:pt x="1076756" y="2340705"/>
                  </a:lnTo>
                  <a:lnTo>
                    <a:pt x="1076943" y="2339549"/>
                  </a:lnTo>
                  <a:lnTo>
                    <a:pt x="1077130" y="2338394"/>
                  </a:lnTo>
                  <a:lnTo>
                    <a:pt x="1077317" y="2337239"/>
                  </a:lnTo>
                  <a:lnTo>
                    <a:pt x="1077504" y="2336158"/>
                  </a:lnTo>
                  <a:lnTo>
                    <a:pt x="1077691" y="2335151"/>
                  </a:lnTo>
                  <a:lnTo>
                    <a:pt x="1077878" y="2333996"/>
                  </a:lnTo>
                  <a:lnTo>
                    <a:pt x="1078065" y="2332685"/>
                  </a:lnTo>
                  <a:lnTo>
                    <a:pt x="1078252" y="2331481"/>
                  </a:lnTo>
                  <a:lnTo>
                    <a:pt x="1078439" y="2330182"/>
                  </a:lnTo>
                  <a:lnTo>
                    <a:pt x="1078626" y="2328906"/>
                  </a:lnTo>
                  <a:lnTo>
                    <a:pt x="1078812" y="2327729"/>
                  </a:lnTo>
                  <a:lnTo>
                    <a:pt x="1078999" y="2326858"/>
                  </a:lnTo>
                  <a:lnTo>
                    <a:pt x="1079186" y="2326119"/>
                  </a:lnTo>
                  <a:lnTo>
                    <a:pt x="1079373" y="2325685"/>
                  </a:lnTo>
                  <a:lnTo>
                    <a:pt x="1079560" y="2325309"/>
                  </a:lnTo>
                  <a:lnTo>
                    <a:pt x="1079747" y="2324990"/>
                  </a:lnTo>
                  <a:lnTo>
                    <a:pt x="1079934" y="2324556"/>
                  </a:lnTo>
                  <a:lnTo>
                    <a:pt x="1080121" y="2323926"/>
                  </a:lnTo>
                  <a:lnTo>
                    <a:pt x="1080308" y="2323409"/>
                  </a:lnTo>
                  <a:lnTo>
                    <a:pt x="1080495" y="2322840"/>
                  </a:lnTo>
                  <a:lnTo>
                    <a:pt x="1080682" y="2322415"/>
                  </a:lnTo>
                  <a:lnTo>
                    <a:pt x="1080869" y="2322040"/>
                  </a:lnTo>
                  <a:lnTo>
                    <a:pt x="1081055" y="2321689"/>
                  </a:lnTo>
                  <a:lnTo>
                    <a:pt x="1081242" y="2321517"/>
                  </a:lnTo>
                  <a:lnTo>
                    <a:pt x="1081429" y="2321344"/>
                  </a:lnTo>
                  <a:lnTo>
                    <a:pt x="1081616" y="2321172"/>
                  </a:lnTo>
                  <a:lnTo>
                    <a:pt x="1081803" y="2320893"/>
                  </a:lnTo>
                  <a:lnTo>
                    <a:pt x="1081990" y="2320265"/>
                  </a:lnTo>
                  <a:lnTo>
                    <a:pt x="1082177" y="2319496"/>
                  </a:lnTo>
                  <a:lnTo>
                    <a:pt x="1082364" y="2318777"/>
                  </a:lnTo>
                  <a:lnTo>
                    <a:pt x="1082551" y="2318362"/>
                  </a:lnTo>
                  <a:lnTo>
                    <a:pt x="1082738" y="2317965"/>
                  </a:lnTo>
                  <a:lnTo>
                    <a:pt x="1082925" y="2317648"/>
                  </a:lnTo>
                  <a:lnTo>
                    <a:pt x="1083112" y="2317279"/>
                  </a:lnTo>
                  <a:lnTo>
                    <a:pt x="1083299" y="2316659"/>
                  </a:lnTo>
                  <a:lnTo>
                    <a:pt x="1083485" y="2315889"/>
                  </a:lnTo>
                  <a:lnTo>
                    <a:pt x="1083672" y="2315181"/>
                  </a:lnTo>
                  <a:lnTo>
                    <a:pt x="1083859" y="2314573"/>
                  </a:lnTo>
                  <a:lnTo>
                    <a:pt x="1084046" y="2313717"/>
                  </a:lnTo>
                  <a:lnTo>
                    <a:pt x="1084233" y="2312860"/>
                  </a:lnTo>
                  <a:lnTo>
                    <a:pt x="1084420" y="2311814"/>
                  </a:lnTo>
                  <a:lnTo>
                    <a:pt x="1084607" y="2310764"/>
                  </a:lnTo>
                  <a:lnTo>
                    <a:pt x="1084794" y="2309843"/>
                  </a:lnTo>
                  <a:lnTo>
                    <a:pt x="1084981" y="2309324"/>
                  </a:lnTo>
                  <a:lnTo>
                    <a:pt x="1085168" y="2308772"/>
                  </a:lnTo>
                  <a:lnTo>
                    <a:pt x="1085355" y="2307951"/>
                  </a:lnTo>
                  <a:lnTo>
                    <a:pt x="1085542" y="2307145"/>
                  </a:lnTo>
                  <a:lnTo>
                    <a:pt x="1085729" y="2306319"/>
                  </a:lnTo>
                  <a:lnTo>
                    <a:pt x="1085915" y="2305536"/>
                  </a:lnTo>
                  <a:lnTo>
                    <a:pt x="1086102" y="2304970"/>
                  </a:lnTo>
                  <a:lnTo>
                    <a:pt x="1086289" y="2304659"/>
                  </a:lnTo>
                  <a:lnTo>
                    <a:pt x="1086476" y="2304136"/>
                  </a:lnTo>
                  <a:lnTo>
                    <a:pt x="1086663" y="2303392"/>
                  </a:lnTo>
                  <a:lnTo>
                    <a:pt x="1086850" y="2302638"/>
                  </a:lnTo>
                  <a:lnTo>
                    <a:pt x="1087037" y="2302009"/>
                  </a:lnTo>
                  <a:lnTo>
                    <a:pt x="1087224" y="2301764"/>
                  </a:lnTo>
                  <a:lnTo>
                    <a:pt x="1087411" y="2301487"/>
                  </a:lnTo>
                  <a:lnTo>
                    <a:pt x="1087598" y="2301293"/>
                  </a:lnTo>
                  <a:lnTo>
                    <a:pt x="1087785" y="2301213"/>
                  </a:lnTo>
                  <a:lnTo>
                    <a:pt x="1087972" y="2301208"/>
                  </a:lnTo>
                  <a:lnTo>
                    <a:pt x="1088158" y="2301177"/>
                  </a:lnTo>
                  <a:lnTo>
                    <a:pt x="1088345" y="2301065"/>
                  </a:lnTo>
                  <a:lnTo>
                    <a:pt x="1088532" y="2301051"/>
                  </a:lnTo>
                  <a:lnTo>
                    <a:pt x="1088719" y="2301003"/>
                  </a:lnTo>
                  <a:lnTo>
                    <a:pt x="1088906" y="2300859"/>
                  </a:lnTo>
                  <a:lnTo>
                    <a:pt x="1089093" y="2300574"/>
                  </a:lnTo>
                  <a:lnTo>
                    <a:pt x="1089280" y="2300364"/>
                  </a:lnTo>
                  <a:lnTo>
                    <a:pt x="1089467" y="2300227"/>
                  </a:lnTo>
                  <a:lnTo>
                    <a:pt x="1089654" y="2300139"/>
                  </a:lnTo>
                  <a:lnTo>
                    <a:pt x="1089841" y="2300239"/>
                  </a:lnTo>
                  <a:lnTo>
                    <a:pt x="1090028" y="2300018"/>
                  </a:lnTo>
                  <a:lnTo>
                    <a:pt x="1090215" y="2299730"/>
                  </a:lnTo>
                  <a:lnTo>
                    <a:pt x="1090402" y="2299601"/>
                  </a:lnTo>
                  <a:lnTo>
                    <a:pt x="1090588" y="2299750"/>
                  </a:lnTo>
                  <a:lnTo>
                    <a:pt x="1090775" y="2299750"/>
                  </a:lnTo>
                  <a:lnTo>
                    <a:pt x="1090962" y="2299750"/>
                  </a:lnTo>
                  <a:lnTo>
                    <a:pt x="1091149" y="2299659"/>
                  </a:lnTo>
                  <a:lnTo>
                    <a:pt x="1091336" y="2299486"/>
                  </a:lnTo>
                  <a:lnTo>
                    <a:pt x="1091523" y="2299147"/>
                  </a:lnTo>
                  <a:lnTo>
                    <a:pt x="1091710" y="2298677"/>
                  </a:lnTo>
                  <a:lnTo>
                    <a:pt x="1091897" y="2298347"/>
                  </a:lnTo>
                  <a:lnTo>
                    <a:pt x="1092084" y="2298050"/>
                  </a:lnTo>
                  <a:lnTo>
                    <a:pt x="1092271" y="2297885"/>
                  </a:lnTo>
                  <a:lnTo>
                    <a:pt x="1092458" y="2297720"/>
                  </a:lnTo>
                  <a:lnTo>
                    <a:pt x="1092645" y="2297538"/>
                  </a:lnTo>
                  <a:lnTo>
                    <a:pt x="1092831" y="2297414"/>
                  </a:lnTo>
                  <a:lnTo>
                    <a:pt x="1093018" y="2297183"/>
                  </a:lnTo>
                  <a:lnTo>
                    <a:pt x="1093205" y="2296556"/>
                  </a:lnTo>
                  <a:lnTo>
                    <a:pt x="1093392" y="2295896"/>
                  </a:lnTo>
                  <a:lnTo>
                    <a:pt x="1093579" y="2295236"/>
                  </a:lnTo>
                  <a:lnTo>
                    <a:pt x="1093766" y="2294708"/>
                  </a:lnTo>
                  <a:lnTo>
                    <a:pt x="1093953" y="2294312"/>
                  </a:lnTo>
                  <a:lnTo>
                    <a:pt x="1094140" y="2294270"/>
                  </a:lnTo>
                  <a:lnTo>
                    <a:pt x="1094327" y="2294815"/>
                  </a:lnTo>
                  <a:lnTo>
                    <a:pt x="1094514" y="2295764"/>
                  </a:lnTo>
                  <a:lnTo>
                    <a:pt x="1094701" y="2296754"/>
                  </a:lnTo>
                  <a:lnTo>
                    <a:pt x="1094888" y="2297102"/>
                  </a:lnTo>
                  <a:lnTo>
                    <a:pt x="1095075" y="2297351"/>
                  </a:lnTo>
                  <a:lnTo>
                    <a:pt x="1095261" y="2297669"/>
                  </a:lnTo>
                  <a:lnTo>
                    <a:pt x="1095448" y="2298199"/>
                  </a:lnTo>
                  <a:lnTo>
                    <a:pt x="1095635" y="2298806"/>
                  </a:lnTo>
                  <a:lnTo>
                    <a:pt x="1095822" y="2299551"/>
                  </a:lnTo>
                  <a:lnTo>
                    <a:pt x="1096009" y="2300395"/>
                  </a:lnTo>
                  <a:lnTo>
                    <a:pt x="1096196" y="2301239"/>
                  </a:lnTo>
                  <a:lnTo>
                    <a:pt x="1096383" y="2302082"/>
                  </a:lnTo>
                  <a:lnTo>
                    <a:pt x="1096570" y="2302830"/>
                  </a:lnTo>
                  <a:lnTo>
                    <a:pt x="1096757" y="2303547"/>
                  </a:lnTo>
                  <a:lnTo>
                    <a:pt x="1096944" y="2304217"/>
                  </a:lnTo>
                  <a:lnTo>
                    <a:pt x="1097131" y="2304495"/>
                  </a:lnTo>
                  <a:lnTo>
                    <a:pt x="1097318" y="2304527"/>
                  </a:lnTo>
                  <a:lnTo>
                    <a:pt x="1097505" y="2304530"/>
                  </a:lnTo>
                  <a:lnTo>
                    <a:pt x="1097691" y="2304572"/>
                  </a:lnTo>
                  <a:lnTo>
                    <a:pt x="1097878" y="2304613"/>
                  </a:lnTo>
                  <a:lnTo>
                    <a:pt x="1098065" y="2304944"/>
                  </a:lnTo>
                  <a:lnTo>
                    <a:pt x="1098252" y="2305100"/>
                  </a:lnTo>
                  <a:lnTo>
                    <a:pt x="1098439" y="2305026"/>
                  </a:lnTo>
                  <a:lnTo>
                    <a:pt x="1098626" y="2304696"/>
                  </a:lnTo>
                  <a:lnTo>
                    <a:pt x="1098813" y="2304366"/>
                  </a:lnTo>
                  <a:lnTo>
                    <a:pt x="1099000" y="2303748"/>
                  </a:lnTo>
                  <a:lnTo>
                    <a:pt x="1099187" y="2303021"/>
                  </a:lnTo>
                  <a:lnTo>
                    <a:pt x="1099374" y="2302547"/>
                  </a:lnTo>
                  <a:lnTo>
                    <a:pt x="1099561" y="2301851"/>
                  </a:lnTo>
                  <a:lnTo>
                    <a:pt x="1099748" y="2300794"/>
                  </a:lnTo>
                  <a:lnTo>
                    <a:pt x="1099934" y="2299501"/>
                  </a:lnTo>
                  <a:lnTo>
                    <a:pt x="1100121" y="2298134"/>
                  </a:lnTo>
                  <a:lnTo>
                    <a:pt x="1100308" y="2297038"/>
                  </a:lnTo>
                  <a:lnTo>
                    <a:pt x="1100495" y="2295751"/>
                  </a:lnTo>
                  <a:lnTo>
                    <a:pt x="1100682" y="2294641"/>
                  </a:lnTo>
                  <a:lnTo>
                    <a:pt x="1100869" y="2293346"/>
                  </a:lnTo>
                  <a:lnTo>
                    <a:pt x="1101056" y="2291746"/>
                  </a:lnTo>
                  <a:lnTo>
                    <a:pt x="1101243" y="2290023"/>
                  </a:lnTo>
                  <a:lnTo>
                    <a:pt x="1101430" y="2288235"/>
                  </a:lnTo>
                  <a:lnTo>
                    <a:pt x="1101617" y="2286430"/>
                  </a:lnTo>
                  <a:lnTo>
                    <a:pt x="1101804" y="2284943"/>
                  </a:lnTo>
                  <a:lnTo>
                    <a:pt x="1101991" y="2283511"/>
                  </a:lnTo>
                  <a:lnTo>
                    <a:pt x="1102178" y="2281807"/>
                  </a:lnTo>
                  <a:lnTo>
                    <a:pt x="1102364" y="2280146"/>
                  </a:lnTo>
                  <a:lnTo>
                    <a:pt x="1102551" y="2278874"/>
                  </a:lnTo>
                  <a:lnTo>
                    <a:pt x="1102738" y="2277661"/>
                  </a:lnTo>
                  <a:lnTo>
                    <a:pt x="1102925" y="2276322"/>
                  </a:lnTo>
                  <a:lnTo>
                    <a:pt x="1103112" y="2274711"/>
                  </a:lnTo>
                  <a:lnTo>
                    <a:pt x="1103299" y="2272720"/>
                  </a:lnTo>
                  <a:lnTo>
                    <a:pt x="1103486" y="2270902"/>
                  </a:lnTo>
                  <a:lnTo>
                    <a:pt x="1103673" y="2269570"/>
                  </a:lnTo>
                  <a:lnTo>
                    <a:pt x="1103860" y="2268487"/>
                  </a:lnTo>
                  <a:lnTo>
                    <a:pt x="1104047" y="2267745"/>
                  </a:lnTo>
                  <a:lnTo>
                    <a:pt x="1104234" y="2267176"/>
                  </a:lnTo>
                  <a:lnTo>
                    <a:pt x="1104421" y="2266373"/>
                  </a:lnTo>
                  <a:lnTo>
                    <a:pt x="1104607" y="2265368"/>
                  </a:lnTo>
                  <a:lnTo>
                    <a:pt x="1104794" y="2264457"/>
                  </a:lnTo>
                  <a:lnTo>
                    <a:pt x="1104981" y="2263580"/>
                  </a:lnTo>
                  <a:lnTo>
                    <a:pt x="1105168" y="2262978"/>
                  </a:lnTo>
                  <a:lnTo>
                    <a:pt x="1105355" y="2262474"/>
                  </a:lnTo>
                  <a:lnTo>
                    <a:pt x="1105542" y="2262427"/>
                  </a:lnTo>
                  <a:lnTo>
                    <a:pt x="1105729" y="2262668"/>
                  </a:lnTo>
                  <a:lnTo>
                    <a:pt x="1105916" y="2263089"/>
                  </a:lnTo>
                  <a:lnTo>
                    <a:pt x="1106103" y="2263678"/>
                  </a:lnTo>
                  <a:lnTo>
                    <a:pt x="1106290" y="2264631"/>
                  </a:lnTo>
                  <a:lnTo>
                    <a:pt x="1106477" y="2266041"/>
                  </a:lnTo>
                  <a:lnTo>
                    <a:pt x="1106664" y="2267203"/>
                  </a:lnTo>
                  <a:lnTo>
                    <a:pt x="1106851" y="2267795"/>
                  </a:lnTo>
                  <a:lnTo>
                    <a:pt x="1107037" y="2268305"/>
                  </a:lnTo>
                  <a:lnTo>
                    <a:pt x="1107224" y="2269013"/>
                  </a:lnTo>
                  <a:lnTo>
                    <a:pt x="1107411" y="2270051"/>
                  </a:lnTo>
                  <a:lnTo>
                    <a:pt x="1107598" y="2270977"/>
                  </a:lnTo>
                  <a:lnTo>
                    <a:pt x="1107785" y="2271793"/>
                  </a:lnTo>
                  <a:lnTo>
                    <a:pt x="1107972" y="2272513"/>
                  </a:lnTo>
                  <a:lnTo>
                    <a:pt x="1108159" y="2273019"/>
                  </a:lnTo>
                  <a:lnTo>
                    <a:pt x="1108346" y="2273250"/>
                  </a:lnTo>
                  <a:lnTo>
                    <a:pt x="1108533" y="2273696"/>
                  </a:lnTo>
                  <a:lnTo>
                    <a:pt x="1108720" y="2273854"/>
                  </a:lnTo>
                  <a:lnTo>
                    <a:pt x="1108907" y="2273830"/>
                  </a:lnTo>
                  <a:lnTo>
                    <a:pt x="1109094" y="2274108"/>
                  </a:lnTo>
                  <a:lnTo>
                    <a:pt x="1109281" y="2274453"/>
                  </a:lnTo>
                  <a:lnTo>
                    <a:pt x="1109467" y="2275435"/>
                  </a:lnTo>
                  <a:lnTo>
                    <a:pt x="1109654" y="2276285"/>
                  </a:lnTo>
                  <a:lnTo>
                    <a:pt x="1109841" y="2277036"/>
                  </a:lnTo>
                  <a:lnTo>
                    <a:pt x="1110028" y="2277770"/>
                  </a:lnTo>
                  <a:lnTo>
                    <a:pt x="1110215" y="2278364"/>
                  </a:lnTo>
                  <a:lnTo>
                    <a:pt x="1110402" y="2278991"/>
                  </a:lnTo>
                  <a:lnTo>
                    <a:pt x="1110589" y="2279511"/>
                  </a:lnTo>
                  <a:lnTo>
                    <a:pt x="1110776" y="2279808"/>
                  </a:lnTo>
                  <a:lnTo>
                    <a:pt x="1110963" y="2280259"/>
                  </a:lnTo>
                  <a:lnTo>
                    <a:pt x="1111150" y="2280724"/>
                  </a:lnTo>
                  <a:lnTo>
                    <a:pt x="1111337" y="2281035"/>
                  </a:lnTo>
                  <a:lnTo>
                    <a:pt x="1111524" y="2281391"/>
                  </a:lnTo>
                  <a:lnTo>
                    <a:pt x="1111710" y="2281702"/>
                  </a:lnTo>
                  <a:lnTo>
                    <a:pt x="1111897" y="2281598"/>
                  </a:lnTo>
                  <a:lnTo>
                    <a:pt x="1112084" y="2281661"/>
                  </a:lnTo>
                  <a:lnTo>
                    <a:pt x="1112271" y="2281871"/>
                  </a:lnTo>
                  <a:lnTo>
                    <a:pt x="1112458" y="2281967"/>
                  </a:lnTo>
                  <a:lnTo>
                    <a:pt x="1112645" y="2282197"/>
                  </a:lnTo>
                  <a:lnTo>
                    <a:pt x="1112832" y="2282498"/>
                  </a:lnTo>
                  <a:lnTo>
                    <a:pt x="1113019" y="2282743"/>
                  </a:lnTo>
                  <a:lnTo>
                    <a:pt x="1113206" y="2283021"/>
                  </a:lnTo>
                  <a:lnTo>
                    <a:pt x="1113393" y="2283343"/>
                  </a:lnTo>
                  <a:lnTo>
                    <a:pt x="1113580" y="2283984"/>
                  </a:lnTo>
                  <a:lnTo>
                    <a:pt x="1113767" y="2284856"/>
                  </a:lnTo>
                  <a:lnTo>
                    <a:pt x="1113954" y="2285801"/>
                  </a:lnTo>
                  <a:lnTo>
                    <a:pt x="1114140" y="2286361"/>
                  </a:lnTo>
                  <a:lnTo>
                    <a:pt x="1114327" y="2286023"/>
                  </a:lnTo>
                  <a:lnTo>
                    <a:pt x="1114514" y="2285300"/>
                  </a:lnTo>
                  <a:lnTo>
                    <a:pt x="1114701" y="2284679"/>
                  </a:lnTo>
                  <a:lnTo>
                    <a:pt x="1114888" y="2284060"/>
                  </a:lnTo>
                  <a:lnTo>
                    <a:pt x="1115075" y="2283381"/>
                  </a:lnTo>
                  <a:lnTo>
                    <a:pt x="1115262" y="2282956"/>
                  </a:lnTo>
                  <a:lnTo>
                    <a:pt x="1115449" y="2282348"/>
                  </a:lnTo>
                  <a:lnTo>
                    <a:pt x="1115636" y="2280837"/>
                  </a:lnTo>
                  <a:lnTo>
                    <a:pt x="1115823" y="2279204"/>
                  </a:lnTo>
                  <a:lnTo>
                    <a:pt x="1116010" y="2277429"/>
                  </a:lnTo>
                  <a:lnTo>
                    <a:pt x="1116197" y="2275614"/>
                  </a:lnTo>
                  <a:lnTo>
                    <a:pt x="1116384" y="2273700"/>
                  </a:lnTo>
                  <a:lnTo>
                    <a:pt x="1116570" y="2271562"/>
                  </a:lnTo>
                  <a:lnTo>
                    <a:pt x="1116757" y="2269310"/>
                  </a:lnTo>
                  <a:lnTo>
                    <a:pt x="1116944" y="2267618"/>
                  </a:lnTo>
                  <a:lnTo>
                    <a:pt x="1117131" y="2267015"/>
                  </a:lnTo>
                  <a:lnTo>
                    <a:pt x="1117318" y="2266987"/>
                  </a:lnTo>
                  <a:lnTo>
                    <a:pt x="1117505" y="2267151"/>
                  </a:lnTo>
                  <a:lnTo>
                    <a:pt x="1117692" y="2267357"/>
                  </a:lnTo>
                  <a:lnTo>
                    <a:pt x="1117879" y="2267480"/>
                  </a:lnTo>
                  <a:lnTo>
                    <a:pt x="1118066" y="2267598"/>
                  </a:lnTo>
                  <a:lnTo>
                    <a:pt x="1118253" y="2267716"/>
                  </a:lnTo>
                  <a:lnTo>
                    <a:pt x="1118440" y="2267834"/>
                  </a:lnTo>
                  <a:lnTo>
                    <a:pt x="1118627" y="2268061"/>
                  </a:lnTo>
                  <a:lnTo>
                    <a:pt x="1118813" y="2268299"/>
                  </a:lnTo>
                  <a:lnTo>
                    <a:pt x="1119000" y="2268537"/>
                  </a:lnTo>
                  <a:lnTo>
                    <a:pt x="1119187" y="2268946"/>
                  </a:lnTo>
                  <a:lnTo>
                    <a:pt x="1119374" y="2269844"/>
                  </a:lnTo>
                  <a:lnTo>
                    <a:pt x="1119561" y="2270983"/>
                  </a:lnTo>
                  <a:lnTo>
                    <a:pt x="1119748" y="2272103"/>
                  </a:lnTo>
                  <a:lnTo>
                    <a:pt x="1119935" y="2273067"/>
                  </a:lnTo>
                  <a:lnTo>
                    <a:pt x="1120122" y="2273768"/>
                  </a:lnTo>
                  <a:lnTo>
                    <a:pt x="1120309" y="2274370"/>
                  </a:lnTo>
                  <a:lnTo>
                    <a:pt x="1120496" y="2275058"/>
                  </a:lnTo>
                  <a:lnTo>
                    <a:pt x="1120683" y="2275916"/>
                  </a:lnTo>
                  <a:lnTo>
                    <a:pt x="1120870" y="2276741"/>
                  </a:lnTo>
                  <a:lnTo>
                    <a:pt x="1121057" y="2277566"/>
                  </a:lnTo>
                  <a:lnTo>
                    <a:pt x="1121243" y="2278391"/>
                  </a:lnTo>
                  <a:lnTo>
                    <a:pt x="1121430" y="2279395"/>
                  </a:lnTo>
                  <a:lnTo>
                    <a:pt x="1121617" y="2280071"/>
                  </a:lnTo>
                  <a:lnTo>
                    <a:pt x="1121804" y="2281097"/>
                  </a:lnTo>
                  <a:lnTo>
                    <a:pt x="1121991" y="2282048"/>
                  </a:lnTo>
                  <a:lnTo>
                    <a:pt x="1122178" y="2282645"/>
                  </a:lnTo>
                  <a:lnTo>
                    <a:pt x="1122365" y="2282932"/>
                  </a:lnTo>
                  <a:lnTo>
                    <a:pt x="1122552" y="2283193"/>
                  </a:lnTo>
                  <a:lnTo>
                    <a:pt x="1122739" y="2283472"/>
                  </a:lnTo>
                  <a:lnTo>
                    <a:pt x="1122926" y="2283826"/>
                  </a:lnTo>
                  <a:lnTo>
                    <a:pt x="1123113" y="2284208"/>
                  </a:lnTo>
                  <a:lnTo>
                    <a:pt x="1123300" y="2284495"/>
                  </a:lnTo>
                  <a:lnTo>
                    <a:pt x="1123486" y="2284572"/>
                  </a:lnTo>
                  <a:lnTo>
                    <a:pt x="1123673" y="2284281"/>
                  </a:lnTo>
                  <a:lnTo>
                    <a:pt x="1123860" y="2283976"/>
                  </a:lnTo>
                  <a:lnTo>
                    <a:pt x="1124047" y="2283571"/>
                  </a:lnTo>
                  <a:lnTo>
                    <a:pt x="1124234" y="2283035"/>
                  </a:lnTo>
                  <a:lnTo>
                    <a:pt x="1124421" y="2282566"/>
                  </a:lnTo>
                  <a:lnTo>
                    <a:pt x="1124608" y="2282091"/>
                  </a:lnTo>
                  <a:lnTo>
                    <a:pt x="1124795" y="2280842"/>
                  </a:lnTo>
                  <a:lnTo>
                    <a:pt x="1124982" y="2279696"/>
                  </a:lnTo>
                  <a:lnTo>
                    <a:pt x="1125169" y="2277897"/>
                  </a:lnTo>
                  <a:lnTo>
                    <a:pt x="1125356" y="2275809"/>
                  </a:lnTo>
                  <a:lnTo>
                    <a:pt x="1125543" y="2273235"/>
                  </a:lnTo>
                  <a:lnTo>
                    <a:pt x="1125730" y="2271486"/>
                  </a:lnTo>
                  <a:lnTo>
                    <a:pt x="1125916" y="2269887"/>
                  </a:lnTo>
                  <a:lnTo>
                    <a:pt x="1126103" y="2268895"/>
                  </a:lnTo>
                  <a:lnTo>
                    <a:pt x="1126290" y="2267977"/>
                  </a:lnTo>
                  <a:lnTo>
                    <a:pt x="1126477" y="2267209"/>
                  </a:lnTo>
                  <a:lnTo>
                    <a:pt x="1126664" y="2266482"/>
                  </a:lnTo>
                  <a:lnTo>
                    <a:pt x="1126851" y="2265908"/>
                  </a:lnTo>
                  <a:lnTo>
                    <a:pt x="1127038" y="2265372"/>
                  </a:lnTo>
                  <a:lnTo>
                    <a:pt x="1127225" y="2265055"/>
                  </a:lnTo>
                  <a:lnTo>
                    <a:pt x="1127412" y="2264823"/>
                  </a:lnTo>
                  <a:lnTo>
                    <a:pt x="1127599" y="2264560"/>
                  </a:lnTo>
                  <a:lnTo>
                    <a:pt x="1127786" y="2264349"/>
                  </a:lnTo>
                  <a:lnTo>
                    <a:pt x="1127973" y="2264258"/>
                  </a:lnTo>
                  <a:lnTo>
                    <a:pt x="1128160" y="2264297"/>
                  </a:lnTo>
                  <a:lnTo>
                    <a:pt x="1128346" y="2264627"/>
                  </a:lnTo>
                  <a:lnTo>
                    <a:pt x="1128533" y="2264977"/>
                  </a:lnTo>
                  <a:lnTo>
                    <a:pt x="1128720" y="2265177"/>
                  </a:lnTo>
                  <a:lnTo>
                    <a:pt x="1128907" y="2265502"/>
                  </a:lnTo>
                  <a:lnTo>
                    <a:pt x="1129094" y="2265650"/>
                  </a:lnTo>
                  <a:lnTo>
                    <a:pt x="1129281" y="2265815"/>
                  </a:lnTo>
                  <a:lnTo>
                    <a:pt x="1129468" y="2265980"/>
                  </a:lnTo>
                  <a:lnTo>
                    <a:pt x="1129655" y="2266145"/>
                  </a:lnTo>
                  <a:lnTo>
                    <a:pt x="1129842" y="2266310"/>
                  </a:lnTo>
                  <a:lnTo>
                    <a:pt x="1130029" y="2266500"/>
                  </a:lnTo>
                  <a:lnTo>
                    <a:pt x="1130216" y="2266756"/>
                  </a:lnTo>
                  <a:lnTo>
                    <a:pt x="1130403" y="2266987"/>
                  </a:lnTo>
                  <a:lnTo>
                    <a:pt x="1130589" y="2267317"/>
                  </a:lnTo>
                  <a:lnTo>
                    <a:pt x="1130776" y="2267647"/>
                  </a:lnTo>
                  <a:lnTo>
                    <a:pt x="1130963" y="2268126"/>
                  </a:lnTo>
                  <a:lnTo>
                    <a:pt x="1131150" y="2268679"/>
                  </a:lnTo>
                  <a:lnTo>
                    <a:pt x="1131337" y="2269198"/>
                  </a:lnTo>
                  <a:lnTo>
                    <a:pt x="1131524" y="2269496"/>
                  </a:lnTo>
                  <a:lnTo>
                    <a:pt x="1131711" y="2269652"/>
                  </a:lnTo>
                  <a:lnTo>
                    <a:pt x="1131898" y="2269652"/>
                  </a:lnTo>
                  <a:lnTo>
                    <a:pt x="1132085" y="2269603"/>
                  </a:lnTo>
                  <a:lnTo>
                    <a:pt x="1132272" y="2269438"/>
                  </a:lnTo>
                  <a:lnTo>
                    <a:pt x="1132459" y="2269273"/>
                  </a:lnTo>
                  <a:lnTo>
                    <a:pt x="1132646" y="2269108"/>
                  </a:lnTo>
                  <a:lnTo>
                    <a:pt x="1132833" y="2268918"/>
                  </a:lnTo>
                  <a:lnTo>
                    <a:pt x="1133019" y="2268349"/>
                  </a:lnTo>
                  <a:lnTo>
                    <a:pt x="1133206" y="2267952"/>
                  </a:lnTo>
                  <a:lnTo>
                    <a:pt x="1133393" y="2267358"/>
                  </a:lnTo>
                  <a:lnTo>
                    <a:pt x="1133580" y="2266607"/>
                  </a:lnTo>
                  <a:lnTo>
                    <a:pt x="1133767" y="2265782"/>
                  </a:lnTo>
                  <a:lnTo>
                    <a:pt x="1133954" y="2264965"/>
                  </a:lnTo>
                  <a:lnTo>
                    <a:pt x="1134141" y="2264173"/>
                  </a:lnTo>
                  <a:lnTo>
                    <a:pt x="1134328" y="2263265"/>
                  </a:lnTo>
                  <a:lnTo>
                    <a:pt x="1134515" y="2262085"/>
                  </a:lnTo>
                  <a:lnTo>
                    <a:pt x="1134702" y="2260650"/>
                  </a:lnTo>
                  <a:lnTo>
                    <a:pt x="1134889" y="2259049"/>
                  </a:lnTo>
                  <a:lnTo>
                    <a:pt x="1135076" y="2257563"/>
                  </a:lnTo>
                  <a:lnTo>
                    <a:pt x="1135263" y="2256078"/>
                  </a:lnTo>
                  <a:lnTo>
                    <a:pt x="1135449" y="2254593"/>
                  </a:lnTo>
                  <a:lnTo>
                    <a:pt x="1135636" y="2253149"/>
                  </a:lnTo>
                  <a:lnTo>
                    <a:pt x="1135823" y="2252125"/>
                  </a:lnTo>
                  <a:lnTo>
                    <a:pt x="1136010" y="2251135"/>
                  </a:lnTo>
                  <a:lnTo>
                    <a:pt x="1136197" y="2250046"/>
                  </a:lnTo>
                  <a:lnTo>
                    <a:pt x="1136384" y="2248981"/>
                  </a:lnTo>
                  <a:lnTo>
                    <a:pt x="1136571" y="2248074"/>
                  </a:lnTo>
                  <a:lnTo>
                    <a:pt x="1136758" y="2246905"/>
                  </a:lnTo>
                  <a:lnTo>
                    <a:pt x="1136945" y="2246040"/>
                  </a:lnTo>
                  <a:lnTo>
                    <a:pt x="1137132" y="2245699"/>
                  </a:lnTo>
                  <a:lnTo>
                    <a:pt x="1137319" y="2245923"/>
                  </a:lnTo>
                  <a:lnTo>
                    <a:pt x="1137506" y="2246387"/>
                  </a:lnTo>
                  <a:lnTo>
                    <a:pt x="1137692" y="2246638"/>
                  </a:lnTo>
                  <a:lnTo>
                    <a:pt x="1137879" y="2246972"/>
                  </a:lnTo>
                  <a:lnTo>
                    <a:pt x="1138066" y="2246898"/>
                  </a:lnTo>
                  <a:lnTo>
                    <a:pt x="1138253" y="2247010"/>
                  </a:lnTo>
                  <a:lnTo>
                    <a:pt x="1138440" y="2247330"/>
                  </a:lnTo>
                  <a:lnTo>
                    <a:pt x="1138627" y="2247749"/>
                  </a:lnTo>
                  <a:lnTo>
                    <a:pt x="1138814" y="2248234"/>
                  </a:lnTo>
                  <a:lnTo>
                    <a:pt x="1139001" y="2248916"/>
                  </a:lnTo>
                  <a:lnTo>
                    <a:pt x="1139188" y="2249760"/>
                  </a:lnTo>
                  <a:lnTo>
                    <a:pt x="1139375" y="2250615"/>
                  </a:lnTo>
                  <a:lnTo>
                    <a:pt x="1139562" y="2251384"/>
                  </a:lnTo>
                  <a:lnTo>
                    <a:pt x="1139749" y="2252253"/>
                  </a:lnTo>
                  <a:lnTo>
                    <a:pt x="1139936" y="2252679"/>
                  </a:lnTo>
                  <a:lnTo>
                    <a:pt x="1140122" y="2253203"/>
                  </a:lnTo>
                  <a:lnTo>
                    <a:pt x="1140309" y="2254088"/>
                  </a:lnTo>
                  <a:lnTo>
                    <a:pt x="1140496" y="2255462"/>
                  </a:lnTo>
                  <a:lnTo>
                    <a:pt x="1140683" y="2257458"/>
                  </a:lnTo>
                  <a:lnTo>
                    <a:pt x="1140870" y="2259643"/>
                  </a:lnTo>
                  <a:lnTo>
                    <a:pt x="1141057" y="2261315"/>
                  </a:lnTo>
                  <a:lnTo>
                    <a:pt x="1141244" y="2262581"/>
                  </a:lnTo>
                  <a:lnTo>
                    <a:pt x="1141431" y="2263323"/>
                  </a:lnTo>
                  <a:lnTo>
                    <a:pt x="1141618" y="2263750"/>
                  </a:lnTo>
                  <a:lnTo>
                    <a:pt x="1141805" y="2264245"/>
                  </a:lnTo>
                  <a:lnTo>
                    <a:pt x="1141992" y="2264824"/>
                  </a:lnTo>
                  <a:lnTo>
                    <a:pt x="1142179" y="2265234"/>
                  </a:lnTo>
                  <a:lnTo>
                    <a:pt x="1142365" y="2265613"/>
                  </a:lnTo>
                  <a:lnTo>
                    <a:pt x="1142552" y="2265570"/>
                  </a:lnTo>
                  <a:lnTo>
                    <a:pt x="1142739" y="2265458"/>
                  </a:lnTo>
                  <a:lnTo>
                    <a:pt x="1142926" y="2264777"/>
                  </a:lnTo>
                  <a:lnTo>
                    <a:pt x="1143113" y="2263766"/>
                  </a:lnTo>
                  <a:lnTo>
                    <a:pt x="1143300" y="2262680"/>
                  </a:lnTo>
                  <a:lnTo>
                    <a:pt x="1143487" y="2261437"/>
                  </a:lnTo>
                  <a:lnTo>
                    <a:pt x="1143674" y="2260080"/>
                  </a:lnTo>
                  <a:lnTo>
                    <a:pt x="1143861" y="2258918"/>
                  </a:lnTo>
                  <a:lnTo>
                    <a:pt x="1144048" y="2258112"/>
                  </a:lnTo>
                  <a:lnTo>
                    <a:pt x="1144235" y="2257930"/>
                  </a:lnTo>
                  <a:lnTo>
                    <a:pt x="1144422" y="2257790"/>
                  </a:lnTo>
                  <a:lnTo>
                    <a:pt x="1144609" y="2257411"/>
                  </a:lnTo>
                  <a:lnTo>
                    <a:pt x="1144795" y="2256825"/>
                  </a:lnTo>
                  <a:lnTo>
                    <a:pt x="1144982" y="2256338"/>
                  </a:lnTo>
                  <a:lnTo>
                    <a:pt x="1145169" y="2255818"/>
                  </a:lnTo>
                  <a:lnTo>
                    <a:pt x="1145356" y="2255914"/>
                  </a:lnTo>
                  <a:lnTo>
                    <a:pt x="1145543" y="2256268"/>
                  </a:lnTo>
                  <a:lnTo>
                    <a:pt x="1145730" y="2256720"/>
                  </a:lnTo>
                  <a:lnTo>
                    <a:pt x="1145917" y="2256893"/>
                  </a:lnTo>
                  <a:lnTo>
                    <a:pt x="1146104" y="2256986"/>
                  </a:lnTo>
                  <a:lnTo>
                    <a:pt x="1146291" y="2257194"/>
                  </a:lnTo>
                  <a:lnTo>
                    <a:pt x="1146478" y="2257402"/>
                  </a:lnTo>
                  <a:lnTo>
                    <a:pt x="1146665" y="2257609"/>
                  </a:lnTo>
                  <a:lnTo>
                    <a:pt x="1146852" y="2257660"/>
                  </a:lnTo>
                  <a:lnTo>
                    <a:pt x="1147039" y="2257729"/>
                  </a:lnTo>
                  <a:lnTo>
                    <a:pt x="1147225" y="2257936"/>
                  </a:lnTo>
                  <a:lnTo>
                    <a:pt x="1147412" y="2258120"/>
                  </a:lnTo>
                  <a:lnTo>
                    <a:pt x="1147599" y="2258216"/>
                  </a:lnTo>
                  <a:lnTo>
                    <a:pt x="1147786" y="2258240"/>
                  </a:lnTo>
                  <a:lnTo>
                    <a:pt x="1147973" y="2258575"/>
                  </a:lnTo>
                  <a:lnTo>
                    <a:pt x="1148160" y="2259090"/>
                  </a:lnTo>
                  <a:lnTo>
                    <a:pt x="1148347" y="2259125"/>
                  </a:lnTo>
                  <a:lnTo>
                    <a:pt x="1148534" y="2259360"/>
                  </a:lnTo>
                  <a:lnTo>
                    <a:pt x="1148721" y="2259738"/>
                  </a:lnTo>
                  <a:lnTo>
                    <a:pt x="1148908" y="2259440"/>
                  </a:lnTo>
                  <a:lnTo>
                    <a:pt x="1149095" y="2258865"/>
                  </a:lnTo>
                  <a:lnTo>
                    <a:pt x="1149282" y="2258358"/>
                  </a:lnTo>
                  <a:lnTo>
                    <a:pt x="1149468" y="2257544"/>
                  </a:lnTo>
                  <a:lnTo>
                    <a:pt x="1149655" y="2256674"/>
                  </a:lnTo>
                  <a:lnTo>
                    <a:pt x="1149842" y="2256075"/>
                  </a:lnTo>
                  <a:lnTo>
                    <a:pt x="1150029" y="2255482"/>
                  </a:lnTo>
                  <a:lnTo>
                    <a:pt x="1150216" y="2255132"/>
                  </a:lnTo>
                  <a:lnTo>
                    <a:pt x="1150403" y="2254837"/>
                  </a:lnTo>
                  <a:lnTo>
                    <a:pt x="1150590" y="2254492"/>
                  </a:lnTo>
                  <a:lnTo>
                    <a:pt x="1150777" y="2253923"/>
                  </a:lnTo>
                  <a:lnTo>
                    <a:pt x="1150964" y="2253447"/>
                  </a:lnTo>
                  <a:lnTo>
                    <a:pt x="1151151" y="2252707"/>
                  </a:lnTo>
                  <a:lnTo>
                    <a:pt x="1151338" y="2251837"/>
                  </a:lnTo>
                  <a:lnTo>
                    <a:pt x="1151525" y="2251409"/>
                  </a:lnTo>
                  <a:lnTo>
                    <a:pt x="1151712" y="2252019"/>
                  </a:lnTo>
                  <a:lnTo>
                    <a:pt x="1151898" y="2253147"/>
                  </a:lnTo>
                  <a:lnTo>
                    <a:pt x="1152085" y="2254262"/>
                  </a:lnTo>
                  <a:lnTo>
                    <a:pt x="1152272" y="2255302"/>
                  </a:lnTo>
                  <a:lnTo>
                    <a:pt x="1152459" y="2256311"/>
                  </a:lnTo>
                  <a:lnTo>
                    <a:pt x="1152646" y="2257067"/>
                  </a:lnTo>
                  <a:lnTo>
                    <a:pt x="1152833" y="2257865"/>
                  </a:lnTo>
                  <a:lnTo>
                    <a:pt x="1153020" y="2259243"/>
                  </a:lnTo>
                  <a:lnTo>
                    <a:pt x="1153207" y="2260819"/>
                  </a:lnTo>
                  <a:lnTo>
                    <a:pt x="1153394" y="2262370"/>
                  </a:lnTo>
                  <a:lnTo>
                    <a:pt x="1153581" y="2263938"/>
                  </a:lnTo>
                  <a:lnTo>
                    <a:pt x="1153768" y="2265299"/>
                  </a:lnTo>
                  <a:lnTo>
                    <a:pt x="1153955" y="2266975"/>
                  </a:lnTo>
                  <a:lnTo>
                    <a:pt x="1154142" y="2268567"/>
                  </a:lnTo>
                  <a:lnTo>
                    <a:pt x="1154328" y="2269425"/>
                  </a:lnTo>
                  <a:lnTo>
                    <a:pt x="1154515" y="2269253"/>
                  </a:lnTo>
                  <a:lnTo>
                    <a:pt x="1154702" y="2268563"/>
                  </a:lnTo>
                  <a:lnTo>
                    <a:pt x="1154889" y="2267697"/>
                  </a:lnTo>
                  <a:lnTo>
                    <a:pt x="1155076" y="2266832"/>
                  </a:lnTo>
                  <a:lnTo>
                    <a:pt x="1155263" y="2266048"/>
                  </a:lnTo>
                  <a:lnTo>
                    <a:pt x="1155450" y="2265270"/>
                  </a:lnTo>
                  <a:lnTo>
                    <a:pt x="1155637" y="2264492"/>
                  </a:lnTo>
                  <a:lnTo>
                    <a:pt x="1155824" y="2263779"/>
                  </a:lnTo>
                  <a:lnTo>
                    <a:pt x="1156011" y="2262951"/>
                  </a:lnTo>
                  <a:lnTo>
                    <a:pt x="1156198" y="2262382"/>
                  </a:lnTo>
                  <a:lnTo>
                    <a:pt x="1156385" y="2261814"/>
                  </a:lnTo>
                  <a:lnTo>
                    <a:pt x="1156571" y="2261216"/>
                  </a:lnTo>
                  <a:lnTo>
                    <a:pt x="1156758" y="2260491"/>
                  </a:lnTo>
                  <a:lnTo>
                    <a:pt x="1156945" y="2259682"/>
                  </a:lnTo>
                  <a:lnTo>
                    <a:pt x="1157132" y="2259040"/>
                  </a:lnTo>
                  <a:lnTo>
                    <a:pt x="1157319" y="2258522"/>
                  </a:lnTo>
                  <a:lnTo>
                    <a:pt x="1157506" y="2258209"/>
                  </a:lnTo>
                  <a:lnTo>
                    <a:pt x="1157693" y="2257888"/>
                  </a:lnTo>
                  <a:lnTo>
                    <a:pt x="1157880" y="2257530"/>
                  </a:lnTo>
                  <a:lnTo>
                    <a:pt x="1158067" y="2257208"/>
                  </a:lnTo>
                  <a:lnTo>
                    <a:pt x="1158254" y="2257208"/>
                  </a:lnTo>
                  <a:lnTo>
                    <a:pt x="1158441" y="2257208"/>
                  </a:lnTo>
                  <a:lnTo>
                    <a:pt x="1158628" y="2257282"/>
                  </a:lnTo>
                  <a:lnTo>
                    <a:pt x="1158815" y="2257269"/>
                  </a:lnTo>
                  <a:lnTo>
                    <a:pt x="1159001" y="2257584"/>
                  </a:lnTo>
                  <a:lnTo>
                    <a:pt x="1159188" y="2257762"/>
                  </a:lnTo>
                  <a:lnTo>
                    <a:pt x="1159375" y="2257999"/>
                  </a:lnTo>
                  <a:lnTo>
                    <a:pt x="1159562" y="2258384"/>
                  </a:lnTo>
                  <a:lnTo>
                    <a:pt x="1159749" y="2258922"/>
                  </a:lnTo>
                  <a:lnTo>
                    <a:pt x="1159936" y="2259421"/>
                  </a:lnTo>
                  <a:lnTo>
                    <a:pt x="1160123" y="2259801"/>
                  </a:lnTo>
                  <a:lnTo>
                    <a:pt x="1160310" y="2260107"/>
                  </a:lnTo>
                  <a:lnTo>
                    <a:pt x="1160497" y="2260493"/>
                  </a:lnTo>
                  <a:lnTo>
                    <a:pt x="1160684" y="2260858"/>
                  </a:lnTo>
                  <a:lnTo>
                    <a:pt x="1160871" y="2261070"/>
                  </a:lnTo>
                  <a:lnTo>
                    <a:pt x="1161058" y="2261105"/>
                  </a:lnTo>
                  <a:lnTo>
                    <a:pt x="1161244" y="2260734"/>
                  </a:lnTo>
                  <a:lnTo>
                    <a:pt x="1161431" y="2260124"/>
                  </a:lnTo>
                  <a:lnTo>
                    <a:pt x="1161618" y="2259504"/>
                  </a:lnTo>
                  <a:lnTo>
                    <a:pt x="1161805" y="2258727"/>
                  </a:lnTo>
                  <a:lnTo>
                    <a:pt x="1161992" y="2257733"/>
                  </a:lnTo>
                  <a:lnTo>
                    <a:pt x="1162179" y="2257192"/>
                  </a:lnTo>
                  <a:lnTo>
                    <a:pt x="1162366" y="2256357"/>
                  </a:lnTo>
                  <a:lnTo>
                    <a:pt x="1162553" y="2256176"/>
                  </a:lnTo>
                  <a:lnTo>
                    <a:pt x="1162740" y="2256349"/>
                  </a:lnTo>
                  <a:lnTo>
                    <a:pt x="1162927" y="2257108"/>
                  </a:lnTo>
                  <a:lnTo>
                    <a:pt x="1163114" y="2257041"/>
                  </a:lnTo>
                  <a:lnTo>
                    <a:pt x="1163301" y="2256990"/>
                  </a:lnTo>
                  <a:lnTo>
                    <a:pt x="1163488" y="2256505"/>
                  </a:lnTo>
                  <a:lnTo>
                    <a:pt x="1163674" y="2256128"/>
                  </a:lnTo>
                  <a:lnTo>
                    <a:pt x="1163861" y="2255955"/>
                  </a:lnTo>
                  <a:lnTo>
                    <a:pt x="1164048" y="2256038"/>
                  </a:lnTo>
                  <a:lnTo>
                    <a:pt x="1164235" y="2256307"/>
                  </a:lnTo>
                  <a:lnTo>
                    <a:pt x="1164422" y="2256678"/>
                  </a:lnTo>
                  <a:lnTo>
                    <a:pt x="1164609" y="2256846"/>
                  </a:lnTo>
                  <a:lnTo>
                    <a:pt x="1164796" y="2256996"/>
                  </a:lnTo>
                  <a:lnTo>
                    <a:pt x="1164983" y="2257391"/>
                  </a:lnTo>
                  <a:lnTo>
                    <a:pt x="1165170" y="2257667"/>
                  </a:lnTo>
                  <a:lnTo>
                    <a:pt x="1165357" y="2257709"/>
                  </a:lnTo>
                  <a:lnTo>
                    <a:pt x="1165544" y="2257506"/>
                  </a:lnTo>
                  <a:lnTo>
                    <a:pt x="1165731" y="2257011"/>
                  </a:lnTo>
                  <a:lnTo>
                    <a:pt x="1165918" y="2256578"/>
                  </a:lnTo>
                  <a:lnTo>
                    <a:pt x="1166104" y="2256361"/>
                  </a:lnTo>
                  <a:lnTo>
                    <a:pt x="1166291" y="2256045"/>
                  </a:lnTo>
                  <a:lnTo>
                    <a:pt x="1166478" y="2256037"/>
                  </a:lnTo>
                  <a:lnTo>
                    <a:pt x="1166665" y="2255913"/>
                  </a:lnTo>
                  <a:lnTo>
                    <a:pt x="1166852" y="2255913"/>
                  </a:lnTo>
                  <a:lnTo>
                    <a:pt x="1167039" y="2255574"/>
                  </a:lnTo>
                  <a:lnTo>
                    <a:pt x="1167226" y="2254914"/>
                  </a:lnTo>
                  <a:lnTo>
                    <a:pt x="1167413" y="2254221"/>
                  </a:lnTo>
                  <a:lnTo>
                    <a:pt x="1167600" y="2253429"/>
                  </a:lnTo>
                  <a:lnTo>
                    <a:pt x="1167787" y="2252530"/>
                  </a:lnTo>
                  <a:lnTo>
                    <a:pt x="1167974" y="2251605"/>
                  </a:lnTo>
                  <a:lnTo>
                    <a:pt x="1168161" y="2250640"/>
                  </a:lnTo>
                  <a:lnTo>
                    <a:pt x="1168347" y="2249394"/>
                  </a:lnTo>
                  <a:lnTo>
                    <a:pt x="1168534" y="2248016"/>
                  </a:lnTo>
                  <a:lnTo>
                    <a:pt x="1168721" y="2246704"/>
                  </a:lnTo>
                  <a:lnTo>
                    <a:pt x="1168908" y="2245260"/>
                  </a:lnTo>
                  <a:lnTo>
                    <a:pt x="1169095" y="2243486"/>
                  </a:lnTo>
                  <a:lnTo>
                    <a:pt x="1169282" y="2241563"/>
                  </a:lnTo>
                  <a:lnTo>
                    <a:pt x="1169469" y="2239467"/>
                  </a:lnTo>
                  <a:lnTo>
                    <a:pt x="1169656" y="2237148"/>
                  </a:lnTo>
                  <a:lnTo>
                    <a:pt x="1169843" y="2234912"/>
                  </a:lnTo>
                  <a:lnTo>
                    <a:pt x="1170030" y="2232766"/>
                  </a:lnTo>
                  <a:lnTo>
                    <a:pt x="1170217" y="2230613"/>
                  </a:lnTo>
                  <a:lnTo>
                    <a:pt x="1170404" y="2228731"/>
                  </a:lnTo>
                  <a:lnTo>
                    <a:pt x="1170591" y="2226627"/>
                  </a:lnTo>
                  <a:lnTo>
                    <a:pt x="1170777" y="2224548"/>
                  </a:lnTo>
                  <a:lnTo>
                    <a:pt x="1170964" y="2222468"/>
                  </a:lnTo>
                  <a:lnTo>
                    <a:pt x="1171151" y="2220595"/>
                  </a:lnTo>
                  <a:lnTo>
                    <a:pt x="1171338" y="2218672"/>
                  </a:lnTo>
                  <a:lnTo>
                    <a:pt x="1171525" y="2216527"/>
                  </a:lnTo>
                  <a:lnTo>
                    <a:pt x="1171712" y="2214456"/>
                  </a:lnTo>
                  <a:lnTo>
                    <a:pt x="1171899" y="2213053"/>
                  </a:lnTo>
                  <a:lnTo>
                    <a:pt x="1172086" y="2211964"/>
                  </a:lnTo>
                  <a:lnTo>
                    <a:pt x="1172273" y="2211180"/>
                  </a:lnTo>
                  <a:lnTo>
                    <a:pt x="1172460" y="2210528"/>
                  </a:lnTo>
                  <a:lnTo>
                    <a:pt x="1172647" y="2210132"/>
                  </a:lnTo>
                  <a:lnTo>
                    <a:pt x="1172834" y="2209967"/>
                  </a:lnTo>
                  <a:lnTo>
                    <a:pt x="1173021" y="2209892"/>
                  </a:lnTo>
                  <a:lnTo>
                    <a:pt x="1173207" y="2209513"/>
                  </a:lnTo>
                  <a:lnTo>
                    <a:pt x="1173394" y="2209331"/>
                  </a:lnTo>
                  <a:lnTo>
                    <a:pt x="1173581" y="2209331"/>
                  </a:lnTo>
                  <a:lnTo>
                    <a:pt x="1173768" y="2209620"/>
                  </a:lnTo>
                  <a:lnTo>
                    <a:pt x="1173955" y="2209950"/>
                  </a:lnTo>
                  <a:lnTo>
                    <a:pt x="1174142" y="2210387"/>
                  </a:lnTo>
                  <a:lnTo>
                    <a:pt x="1174329" y="2211048"/>
                  </a:lnTo>
                  <a:lnTo>
                    <a:pt x="1174516" y="2211592"/>
                  </a:lnTo>
                  <a:lnTo>
                    <a:pt x="1174703" y="2211724"/>
                  </a:lnTo>
                  <a:lnTo>
                    <a:pt x="1174890" y="2211765"/>
                  </a:lnTo>
                  <a:lnTo>
                    <a:pt x="1175077" y="2211790"/>
                  </a:lnTo>
                  <a:lnTo>
                    <a:pt x="1175264" y="2211889"/>
                  </a:lnTo>
                  <a:lnTo>
                    <a:pt x="1175450" y="2212219"/>
                  </a:lnTo>
                  <a:lnTo>
                    <a:pt x="1175637" y="2212549"/>
                  </a:lnTo>
                  <a:lnTo>
                    <a:pt x="1175824" y="2212904"/>
                  </a:lnTo>
                  <a:lnTo>
                    <a:pt x="1176011" y="2213399"/>
                  </a:lnTo>
                  <a:lnTo>
                    <a:pt x="1176198" y="2213812"/>
                  </a:lnTo>
                  <a:lnTo>
                    <a:pt x="1176385" y="2214109"/>
                  </a:lnTo>
                  <a:lnTo>
                    <a:pt x="1176572" y="2214076"/>
                  </a:lnTo>
                  <a:lnTo>
                    <a:pt x="1176759" y="2213804"/>
                  </a:lnTo>
                  <a:lnTo>
                    <a:pt x="1176946" y="2213383"/>
                  </a:lnTo>
                  <a:lnTo>
                    <a:pt x="1177133" y="2212648"/>
                  </a:lnTo>
                  <a:lnTo>
                    <a:pt x="1177320" y="2212302"/>
                  </a:lnTo>
                  <a:lnTo>
                    <a:pt x="1177507" y="2211840"/>
                  </a:lnTo>
                  <a:lnTo>
                    <a:pt x="1177694" y="2211163"/>
                  </a:lnTo>
                  <a:lnTo>
                    <a:pt x="1177880" y="2210222"/>
                  </a:lnTo>
                  <a:lnTo>
                    <a:pt x="1178067" y="2209298"/>
                  </a:lnTo>
                  <a:lnTo>
                    <a:pt x="1178254" y="2208143"/>
                  </a:lnTo>
                  <a:lnTo>
                    <a:pt x="1178441" y="2207523"/>
                  </a:lnTo>
                  <a:lnTo>
                    <a:pt x="1178628" y="2207047"/>
                  </a:lnTo>
                  <a:lnTo>
                    <a:pt x="1178815" y="2206805"/>
                  </a:lnTo>
                  <a:lnTo>
                    <a:pt x="1179002" y="2206708"/>
                  </a:lnTo>
                  <a:lnTo>
                    <a:pt x="1179189" y="2206664"/>
                  </a:lnTo>
                  <a:lnTo>
                    <a:pt x="1179376" y="2206788"/>
                  </a:lnTo>
                  <a:lnTo>
                    <a:pt x="1179563" y="2207100"/>
                  </a:lnTo>
                  <a:lnTo>
                    <a:pt x="1179750" y="2207297"/>
                  </a:lnTo>
                  <a:lnTo>
                    <a:pt x="1179937" y="2207328"/>
                  </a:lnTo>
                  <a:lnTo>
                    <a:pt x="1180123" y="2207062"/>
                  </a:lnTo>
                  <a:lnTo>
                    <a:pt x="1180310" y="2206727"/>
                  </a:lnTo>
                  <a:lnTo>
                    <a:pt x="1180497" y="2206277"/>
                  </a:lnTo>
                  <a:lnTo>
                    <a:pt x="1180684" y="2205746"/>
                  </a:lnTo>
                  <a:lnTo>
                    <a:pt x="1180871" y="2205306"/>
                  </a:lnTo>
                  <a:lnTo>
                    <a:pt x="1181058" y="2204775"/>
                  </a:lnTo>
                  <a:lnTo>
                    <a:pt x="1181245" y="2203956"/>
                  </a:lnTo>
                  <a:lnTo>
                    <a:pt x="1181432" y="2202801"/>
                  </a:lnTo>
                  <a:lnTo>
                    <a:pt x="1181619" y="2200400"/>
                  </a:lnTo>
                  <a:lnTo>
                    <a:pt x="1181806" y="2198123"/>
                  </a:lnTo>
                  <a:lnTo>
                    <a:pt x="1181993" y="2195862"/>
                  </a:lnTo>
                  <a:lnTo>
                    <a:pt x="1182180" y="2193477"/>
                  </a:lnTo>
                  <a:lnTo>
                    <a:pt x="1182367" y="2191191"/>
                  </a:lnTo>
                  <a:lnTo>
                    <a:pt x="1182553" y="2189161"/>
                  </a:lnTo>
                  <a:lnTo>
                    <a:pt x="1182740" y="2187225"/>
                  </a:lnTo>
                  <a:lnTo>
                    <a:pt x="1182927" y="2185295"/>
                  </a:lnTo>
                  <a:lnTo>
                    <a:pt x="1183114" y="2183687"/>
                  </a:lnTo>
                  <a:lnTo>
                    <a:pt x="1183301" y="2182525"/>
                  </a:lnTo>
                  <a:lnTo>
                    <a:pt x="1183488" y="2181680"/>
                  </a:lnTo>
                  <a:lnTo>
                    <a:pt x="1183675" y="2181344"/>
                  </a:lnTo>
                  <a:lnTo>
                    <a:pt x="1183862" y="2181058"/>
                  </a:lnTo>
                  <a:lnTo>
                    <a:pt x="1184049" y="2181175"/>
                  </a:lnTo>
                  <a:lnTo>
                    <a:pt x="1184236" y="2181482"/>
                  </a:lnTo>
                  <a:lnTo>
                    <a:pt x="1184423" y="2181819"/>
                  </a:lnTo>
                  <a:lnTo>
                    <a:pt x="1184610" y="2181969"/>
                  </a:lnTo>
                  <a:lnTo>
                    <a:pt x="1184797" y="2182182"/>
                  </a:lnTo>
                  <a:lnTo>
                    <a:pt x="1184983" y="2182561"/>
                  </a:lnTo>
                  <a:lnTo>
                    <a:pt x="1185170" y="2183055"/>
                  </a:lnTo>
                  <a:lnTo>
                    <a:pt x="1185357" y="2183386"/>
                  </a:lnTo>
                  <a:lnTo>
                    <a:pt x="1185544" y="2183531"/>
                  </a:lnTo>
                  <a:lnTo>
                    <a:pt x="1185731" y="2183595"/>
                  </a:lnTo>
                  <a:lnTo>
                    <a:pt x="1185918" y="2183482"/>
                  </a:lnTo>
                  <a:lnTo>
                    <a:pt x="1186105" y="2183138"/>
                  </a:lnTo>
                  <a:lnTo>
                    <a:pt x="1186292" y="2183242"/>
                  </a:lnTo>
                  <a:lnTo>
                    <a:pt x="1186479" y="2183564"/>
                  </a:lnTo>
                  <a:lnTo>
                    <a:pt x="1186666" y="2183950"/>
                  </a:lnTo>
                  <a:lnTo>
                    <a:pt x="1186853" y="2183694"/>
                  </a:lnTo>
                  <a:lnTo>
                    <a:pt x="1187040" y="2183021"/>
                  </a:lnTo>
                  <a:lnTo>
                    <a:pt x="1187226" y="2180718"/>
                  </a:lnTo>
                  <a:lnTo>
                    <a:pt x="1187413" y="2178268"/>
                  </a:lnTo>
                  <a:lnTo>
                    <a:pt x="1187600" y="2174959"/>
                  </a:lnTo>
                  <a:lnTo>
                    <a:pt x="1187787" y="2171245"/>
                  </a:lnTo>
                  <a:lnTo>
                    <a:pt x="1187974" y="2167326"/>
                  </a:lnTo>
                  <a:lnTo>
                    <a:pt x="1188161" y="2163513"/>
                  </a:lnTo>
                  <a:lnTo>
                    <a:pt x="1188348" y="2159478"/>
                  </a:lnTo>
                  <a:lnTo>
                    <a:pt x="1188535" y="2155525"/>
                  </a:lnTo>
                  <a:lnTo>
                    <a:pt x="1188722" y="2151639"/>
                  </a:lnTo>
                  <a:lnTo>
                    <a:pt x="1188909" y="2147604"/>
                  </a:lnTo>
                  <a:lnTo>
                    <a:pt x="1189096" y="2143329"/>
                  </a:lnTo>
                  <a:lnTo>
                    <a:pt x="1189283" y="2138725"/>
                  </a:lnTo>
                  <a:lnTo>
                    <a:pt x="1189470" y="2133906"/>
                  </a:lnTo>
                  <a:lnTo>
                    <a:pt x="1189656" y="2129128"/>
                  </a:lnTo>
                  <a:lnTo>
                    <a:pt x="1189843" y="2126227"/>
                  </a:lnTo>
                  <a:lnTo>
                    <a:pt x="1190030" y="2123546"/>
                  </a:lnTo>
                  <a:lnTo>
                    <a:pt x="1190217" y="2120933"/>
                  </a:lnTo>
                  <a:lnTo>
                    <a:pt x="1190404" y="2118546"/>
                  </a:lnTo>
                  <a:lnTo>
                    <a:pt x="1190591" y="2116893"/>
                  </a:lnTo>
                  <a:lnTo>
                    <a:pt x="1190778" y="2115395"/>
                  </a:lnTo>
                  <a:lnTo>
                    <a:pt x="1190965" y="2113833"/>
                  </a:lnTo>
                  <a:lnTo>
                    <a:pt x="1191152" y="2112428"/>
                  </a:lnTo>
                  <a:lnTo>
                    <a:pt x="1191339" y="2111079"/>
                  </a:lnTo>
                  <a:lnTo>
                    <a:pt x="1191526" y="2109847"/>
                  </a:lnTo>
                  <a:lnTo>
                    <a:pt x="1191713" y="2108946"/>
                  </a:lnTo>
                  <a:lnTo>
                    <a:pt x="1191900" y="2108135"/>
                  </a:lnTo>
                  <a:lnTo>
                    <a:pt x="1192086" y="2107205"/>
                  </a:lnTo>
                  <a:lnTo>
                    <a:pt x="1192273" y="2106324"/>
                  </a:lnTo>
                  <a:lnTo>
                    <a:pt x="1192460" y="2105434"/>
                  </a:lnTo>
                  <a:lnTo>
                    <a:pt x="1192647" y="2104623"/>
                  </a:lnTo>
                  <a:lnTo>
                    <a:pt x="1192834" y="2103956"/>
                  </a:lnTo>
                  <a:lnTo>
                    <a:pt x="1193021" y="2102973"/>
                  </a:lnTo>
                  <a:lnTo>
                    <a:pt x="1193208" y="2102387"/>
                  </a:lnTo>
                  <a:lnTo>
                    <a:pt x="1193395" y="2102136"/>
                  </a:lnTo>
                  <a:lnTo>
                    <a:pt x="1193582" y="2101612"/>
                  </a:lnTo>
                  <a:lnTo>
                    <a:pt x="1193769" y="2100613"/>
                  </a:lnTo>
                  <a:lnTo>
                    <a:pt x="1193956" y="2099772"/>
                  </a:lnTo>
                  <a:lnTo>
                    <a:pt x="1194143" y="2098947"/>
                  </a:lnTo>
                  <a:lnTo>
                    <a:pt x="1194329" y="2098121"/>
                  </a:lnTo>
                  <a:lnTo>
                    <a:pt x="1194516" y="2097222"/>
                  </a:lnTo>
                  <a:lnTo>
                    <a:pt x="1194703" y="2096496"/>
                  </a:lnTo>
                  <a:lnTo>
                    <a:pt x="1194890" y="2096347"/>
                  </a:lnTo>
                  <a:lnTo>
                    <a:pt x="1195077" y="2096314"/>
                  </a:lnTo>
                  <a:lnTo>
                    <a:pt x="1195264" y="2096364"/>
                  </a:lnTo>
                  <a:lnTo>
                    <a:pt x="1195451" y="2096364"/>
                  </a:lnTo>
                  <a:lnTo>
                    <a:pt x="1195638" y="2096364"/>
                  </a:lnTo>
                  <a:lnTo>
                    <a:pt x="1195825" y="2096364"/>
                  </a:lnTo>
                  <a:lnTo>
                    <a:pt x="1196012" y="2096290"/>
                  </a:lnTo>
                  <a:lnTo>
                    <a:pt x="1196199" y="2096124"/>
                  </a:lnTo>
                  <a:lnTo>
                    <a:pt x="1196386" y="2095819"/>
                  </a:lnTo>
                  <a:lnTo>
                    <a:pt x="1196573" y="2095324"/>
                  </a:lnTo>
                  <a:lnTo>
                    <a:pt x="1196759" y="2094829"/>
                  </a:lnTo>
                  <a:lnTo>
                    <a:pt x="1196946" y="2094334"/>
                  </a:lnTo>
                  <a:lnTo>
                    <a:pt x="1197133" y="2093839"/>
                  </a:lnTo>
                  <a:lnTo>
                    <a:pt x="1197320" y="2093410"/>
                  </a:lnTo>
                  <a:lnTo>
                    <a:pt x="1197507" y="2093080"/>
                  </a:lnTo>
                  <a:lnTo>
                    <a:pt x="1197694" y="2092791"/>
                  </a:lnTo>
                  <a:lnTo>
                    <a:pt x="1197881" y="2092419"/>
                  </a:lnTo>
                  <a:lnTo>
                    <a:pt x="1198068" y="2092114"/>
                  </a:lnTo>
                  <a:lnTo>
                    <a:pt x="1198255" y="2091685"/>
                  </a:lnTo>
                  <a:lnTo>
                    <a:pt x="1198442" y="2090769"/>
                  </a:lnTo>
                  <a:lnTo>
                    <a:pt x="1198629" y="2090150"/>
                  </a:lnTo>
                  <a:lnTo>
                    <a:pt x="1198816" y="2089845"/>
                  </a:lnTo>
                  <a:lnTo>
                    <a:pt x="1199002" y="2089680"/>
                  </a:lnTo>
                  <a:lnTo>
                    <a:pt x="1199189" y="2089779"/>
                  </a:lnTo>
                  <a:lnTo>
                    <a:pt x="1199376" y="2089944"/>
                  </a:lnTo>
                  <a:lnTo>
                    <a:pt x="1199563" y="2089993"/>
                  </a:lnTo>
                  <a:lnTo>
                    <a:pt x="1199750" y="2089993"/>
                  </a:lnTo>
                  <a:lnTo>
                    <a:pt x="1199937" y="2089993"/>
                  </a:lnTo>
                  <a:lnTo>
                    <a:pt x="1200124" y="2089927"/>
                  </a:lnTo>
                  <a:lnTo>
                    <a:pt x="1200311" y="2089762"/>
                  </a:lnTo>
                  <a:lnTo>
                    <a:pt x="1200498" y="2089597"/>
                  </a:lnTo>
                  <a:lnTo>
                    <a:pt x="1200685" y="2089523"/>
                  </a:lnTo>
                  <a:lnTo>
                    <a:pt x="1200872" y="2089275"/>
                  </a:lnTo>
                  <a:lnTo>
                    <a:pt x="1201059" y="2088888"/>
                  </a:lnTo>
                  <a:lnTo>
                    <a:pt x="1201246" y="2088962"/>
                  </a:lnTo>
                  <a:lnTo>
                    <a:pt x="1201432" y="2089402"/>
                  </a:lnTo>
                  <a:lnTo>
                    <a:pt x="1201619" y="2089500"/>
                  </a:lnTo>
                  <a:lnTo>
                    <a:pt x="1201806" y="2089392"/>
                  </a:lnTo>
                  <a:lnTo>
                    <a:pt x="1201993" y="2089356"/>
                  </a:lnTo>
                  <a:lnTo>
                    <a:pt x="1202180" y="2089462"/>
                  </a:lnTo>
                  <a:lnTo>
                    <a:pt x="1202367" y="2089597"/>
                  </a:lnTo>
                  <a:lnTo>
                    <a:pt x="1202554" y="2089847"/>
                  </a:lnTo>
                  <a:lnTo>
                    <a:pt x="1202741" y="2089960"/>
                  </a:lnTo>
                  <a:lnTo>
                    <a:pt x="1202928" y="2089966"/>
                  </a:lnTo>
                  <a:lnTo>
                    <a:pt x="1203115" y="2089804"/>
                  </a:lnTo>
                  <a:lnTo>
                    <a:pt x="1203302" y="2089283"/>
                  </a:lnTo>
                  <a:lnTo>
                    <a:pt x="1203489" y="2088364"/>
                  </a:lnTo>
                  <a:lnTo>
                    <a:pt x="1203676" y="2087540"/>
                  </a:lnTo>
                  <a:lnTo>
                    <a:pt x="1203862" y="2086945"/>
                  </a:lnTo>
                  <a:lnTo>
                    <a:pt x="1204049" y="2086152"/>
                  </a:lnTo>
                  <a:lnTo>
                    <a:pt x="1204236" y="2085034"/>
                  </a:lnTo>
                  <a:lnTo>
                    <a:pt x="1204423" y="2084019"/>
                  </a:lnTo>
                  <a:lnTo>
                    <a:pt x="1204610" y="2082187"/>
                  </a:lnTo>
                  <a:lnTo>
                    <a:pt x="1204797" y="2079794"/>
                  </a:lnTo>
                  <a:lnTo>
                    <a:pt x="1204984" y="2077014"/>
                  </a:lnTo>
                  <a:lnTo>
                    <a:pt x="1205171" y="2074026"/>
                  </a:lnTo>
                  <a:lnTo>
                    <a:pt x="1205358" y="2070924"/>
                  </a:lnTo>
                  <a:lnTo>
                    <a:pt x="1205545" y="2067961"/>
                  </a:lnTo>
                  <a:lnTo>
                    <a:pt x="1205732" y="2065271"/>
                  </a:lnTo>
                  <a:lnTo>
                    <a:pt x="1205919" y="2062631"/>
                  </a:lnTo>
                  <a:lnTo>
                    <a:pt x="1206105" y="2060106"/>
                  </a:lnTo>
                  <a:lnTo>
                    <a:pt x="1206292" y="2057927"/>
                  </a:lnTo>
                  <a:lnTo>
                    <a:pt x="1206479" y="2055716"/>
                  </a:lnTo>
                  <a:lnTo>
                    <a:pt x="1206666" y="2053108"/>
                  </a:lnTo>
                  <a:lnTo>
                    <a:pt x="1206853" y="2050781"/>
                  </a:lnTo>
                  <a:lnTo>
                    <a:pt x="1207040" y="2049032"/>
                  </a:lnTo>
                  <a:lnTo>
                    <a:pt x="1207227" y="2047513"/>
                  </a:lnTo>
                  <a:lnTo>
                    <a:pt x="1207414" y="2046209"/>
                  </a:lnTo>
                  <a:lnTo>
                    <a:pt x="1207601" y="2045475"/>
                  </a:lnTo>
                  <a:lnTo>
                    <a:pt x="1207788" y="2045038"/>
                  </a:lnTo>
                  <a:lnTo>
                    <a:pt x="1207975" y="2044823"/>
                  </a:lnTo>
                  <a:lnTo>
                    <a:pt x="1208162" y="2044609"/>
                  </a:lnTo>
                  <a:lnTo>
                    <a:pt x="1208349" y="2044798"/>
                  </a:lnTo>
                  <a:lnTo>
                    <a:pt x="1208535" y="2045021"/>
                  </a:lnTo>
                  <a:lnTo>
                    <a:pt x="1208722" y="2045392"/>
                  </a:lnTo>
                  <a:lnTo>
                    <a:pt x="1208909" y="2046143"/>
                  </a:lnTo>
                  <a:lnTo>
                    <a:pt x="1209096" y="2047125"/>
                  </a:lnTo>
                  <a:lnTo>
                    <a:pt x="1209283" y="2048182"/>
                  </a:lnTo>
                  <a:lnTo>
                    <a:pt x="1209470" y="2049791"/>
                  </a:lnTo>
                  <a:lnTo>
                    <a:pt x="1209657" y="2051359"/>
                  </a:lnTo>
                  <a:lnTo>
                    <a:pt x="1209844" y="2052671"/>
                  </a:lnTo>
                  <a:lnTo>
                    <a:pt x="1210031" y="2053727"/>
                  </a:lnTo>
                  <a:lnTo>
                    <a:pt x="1210218" y="2054552"/>
                  </a:lnTo>
                  <a:lnTo>
                    <a:pt x="1210405" y="2055278"/>
                  </a:lnTo>
                  <a:lnTo>
                    <a:pt x="1210592" y="2056021"/>
                  </a:lnTo>
                  <a:lnTo>
                    <a:pt x="1210778" y="2056648"/>
                  </a:lnTo>
                  <a:lnTo>
                    <a:pt x="1210965" y="2057341"/>
                  </a:lnTo>
                  <a:lnTo>
                    <a:pt x="1211152" y="2057622"/>
                  </a:lnTo>
                  <a:lnTo>
                    <a:pt x="1211339" y="2057787"/>
                  </a:lnTo>
                  <a:lnTo>
                    <a:pt x="1211526" y="2057985"/>
                  </a:lnTo>
                  <a:lnTo>
                    <a:pt x="1211713" y="2057861"/>
                  </a:lnTo>
                  <a:lnTo>
                    <a:pt x="1211900" y="2057696"/>
                  </a:lnTo>
                  <a:lnTo>
                    <a:pt x="1212087" y="2057597"/>
                  </a:lnTo>
                  <a:lnTo>
                    <a:pt x="1212274" y="2057160"/>
                  </a:lnTo>
                  <a:lnTo>
                    <a:pt x="1212461" y="2057047"/>
                  </a:lnTo>
                  <a:lnTo>
                    <a:pt x="1212648" y="2056880"/>
                  </a:lnTo>
                  <a:lnTo>
                    <a:pt x="1212835" y="2056772"/>
                  </a:lnTo>
                  <a:lnTo>
                    <a:pt x="1213022" y="2056562"/>
                  </a:lnTo>
                  <a:lnTo>
                    <a:pt x="1213208" y="2056219"/>
                  </a:lnTo>
                  <a:lnTo>
                    <a:pt x="1213395" y="2055801"/>
                  </a:lnTo>
                  <a:lnTo>
                    <a:pt x="1213582" y="2055478"/>
                  </a:lnTo>
                  <a:lnTo>
                    <a:pt x="1213769" y="2055133"/>
                  </a:lnTo>
                  <a:lnTo>
                    <a:pt x="1213956" y="2054961"/>
                  </a:lnTo>
                  <a:lnTo>
                    <a:pt x="1214143" y="2054765"/>
                  </a:lnTo>
                  <a:lnTo>
                    <a:pt x="1214330" y="2054612"/>
                  </a:lnTo>
                  <a:lnTo>
                    <a:pt x="1214517" y="2054734"/>
                  </a:lnTo>
                  <a:lnTo>
                    <a:pt x="1214704" y="2054708"/>
                  </a:lnTo>
                  <a:lnTo>
                    <a:pt x="1214891" y="2054516"/>
                  </a:lnTo>
                  <a:lnTo>
                    <a:pt x="1215078" y="2054930"/>
                  </a:lnTo>
                  <a:lnTo>
                    <a:pt x="1215265" y="2055438"/>
                  </a:lnTo>
                  <a:lnTo>
                    <a:pt x="1215452" y="2055501"/>
                  </a:lnTo>
                  <a:lnTo>
                    <a:pt x="1215638" y="2055421"/>
                  </a:lnTo>
                  <a:lnTo>
                    <a:pt x="1215825" y="2054648"/>
                  </a:lnTo>
                  <a:lnTo>
                    <a:pt x="1216012" y="2053939"/>
                  </a:lnTo>
                  <a:lnTo>
                    <a:pt x="1216199" y="2052952"/>
                  </a:lnTo>
                  <a:lnTo>
                    <a:pt x="1216386" y="2051845"/>
                  </a:lnTo>
                  <a:lnTo>
                    <a:pt x="1216573" y="2050789"/>
                  </a:lnTo>
                  <a:lnTo>
                    <a:pt x="1216760" y="2049663"/>
                  </a:lnTo>
                  <a:lnTo>
                    <a:pt x="1216947" y="2048573"/>
                  </a:lnTo>
                  <a:lnTo>
                    <a:pt x="1217134" y="2047629"/>
                  </a:lnTo>
                  <a:lnTo>
                    <a:pt x="1217321" y="2047021"/>
                  </a:lnTo>
                  <a:lnTo>
                    <a:pt x="1217508" y="2046640"/>
                  </a:lnTo>
                  <a:lnTo>
                    <a:pt x="1217695" y="2046704"/>
                  </a:lnTo>
                  <a:lnTo>
                    <a:pt x="1217881" y="2046894"/>
                  </a:lnTo>
                  <a:lnTo>
                    <a:pt x="1218068" y="2046931"/>
                  </a:lnTo>
                  <a:lnTo>
                    <a:pt x="1218255" y="2047451"/>
                  </a:lnTo>
                  <a:lnTo>
                    <a:pt x="1218442" y="2047541"/>
                  </a:lnTo>
                  <a:lnTo>
                    <a:pt x="1218629" y="2048210"/>
                  </a:lnTo>
                  <a:lnTo>
                    <a:pt x="1218816" y="2048952"/>
                  </a:lnTo>
                  <a:lnTo>
                    <a:pt x="1219003" y="2051048"/>
                  </a:lnTo>
                  <a:lnTo>
                    <a:pt x="1219190" y="2053111"/>
                  </a:lnTo>
                  <a:lnTo>
                    <a:pt x="1219377" y="2055108"/>
                  </a:lnTo>
                  <a:lnTo>
                    <a:pt x="1219564" y="2057254"/>
                  </a:lnTo>
                  <a:lnTo>
                    <a:pt x="1219751" y="2059391"/>
                  </a:lnTo>
                  <a:lnTo>
                    <a:pt x="1219938" y="2061446"/>
                  </a:lnTo>
                  <a:lnTo>
                    <a:pt x="1220125" y="2062865"/>
                  </a:lnTo>
                  <a:lnTo>
                    <a:pt x="1220311" y="2064111"/>
                  </a:lnTo>
                  <a:lnTo>
                    <a:pt x="1220498" y="2064854"/>
                  </a:lnTo>
                  <a:lnTo>
                    <a:pt x="1220685" y="2065341"/>
                  </a:lnTo>
                  <a:lnTo>
                    <a:pt x="1220872" y="2065596"/>
                  </a:lnTo>
                  <a:lnTo>
                    <a:pt x="1221059" y="2065230"/>
                  </a:lnTo>
                  <a:lnTo>
                    <a:pt x="1221246" y="2064813"/>
                  </a:lnTo>
                  <a:lnTo>
                    <a:pt x="1221433" y="2063994"/>
                  </a:lnTo>
                  <a:lnTo>
                    <a:pt x="1221620" y="2063033"/>
                  </a:lnTo>
                  <a:lnTo>
                    <a:pt x="1221807" y="2062438"/>
                  </a:lnTo>
                  <a:lnTo>
                    <a:pt x="1221994" y="2062327"/>
                  </a:lnTo>
                  <a:lnTo>
                    <a:pt x="1222181" y="2062328"/>
                  </a:lnTo>
                  <a:lnTo>
                    <a:pt x="1222368" y="2062347"/>
                  </a:lnTo>
                  <a:lnTo>
                    <a:pt x="1222555" y="2062390"/>
                  </a:lnTo>
                  <a:lnTo>
                    <a:pt x="1222741" y="2062524"/>
                  </a:lnTo>
                  <a:lnTo>
                    <a:pt x="1222928" y="2062863"/>
                  </a:lnTo>
                  <a:lnTo>
                    <a:pt x="1223115" y="2063502"/>
                  </a:lnTo>
                  <a:lnTo>
                    <a:pt x="1223302" y="2064482"/>
                  </a:lnTo>
                  <a:lnTo>
                    <a:pt x="1223489" y="2065919"/>
                  </a:lnTo>
                  <a:lnTo>
                    <a:pt x="1223676" y="2067390"/>
                  </a:lnTo>
                  <a:lnTo>
                    <a:pt x="1223863" y="2068946"/>
                  </a:lnTo>
                  <a:lnTo>
                    <a:pt x="1224050" y="2070400"/>
                  </a:lnTo>
                  <a:lnTo>
                    <a:pt x="1224237" y="2072582"/>
                  </a:lnTo>
                  <a:lnTo>
                    <a:pt x="1224424" y="2075182"/>
                  </a:lnTo>
                  <a:lnTo>
                    <a:pt x="1224611" y="2079197"/>
                  </a:lnTo>
                  <a:lnTo>
                    <a:pt x="1224798" y="2083071"/>
                  </a:lnTo>
                  <a:lnTo>
                    <a:pt x="1224984" y="2087574"/>
                  </a:lnTo>
                  <a:lnTo>
                    <a:pt x="1225171" y="2092263"/>
                  </a:lnTo>
                  <a:lnTo>
                    <a:pt x="1225358" y="2096908"/>
                  </a:lnTo>
                  <a:lnTo>
                    <a:pt x="1225545" y="2101494"/>
                  </a:lnTo>
                  <a:lnTo>
                    <a:pt x="1225732" y="2106167"/>
                  </a:lnTo>
                  <a:lnTo>
                    <a:pt x="1225919" y="2110819"/>
                  </a:lnTo>
                  <a:lnTo>
                    <a:pt x="1226106" y="2115519"/>
                  </a:lnTo>
                  <a:lnTo>
                    <a:pt x="1226293" y="2120130"/>
                  </a:lnTo>
                  <a:lnTo>
                    <a:pt x="1226480" y="2124890"/>
                  </a:lnTo>
                  <a:lnTo>
                    <a:pt x="1226667" y="2129814"/>
                  </a:lnTo>
                  <a:lnTo>
                    <a:pt x="1226854" y="2134786"/>
                  </a:lnTo>
                  <a:lnTo>
                    <a:pt x="1227041" y="2139529"/>
                  </a:lnTo>
                  <a:lnTo>
                    <a:pt x="1227228" y="2142302"/>
                  </a:lnTo>
                  <a:lnTo>
                    <a:pt x="1227414" y="2144811"/>
                  </a:lnTo>
                  <a:lnTo>
                    <a:pt x="1227601" y="2147135"/>
                  </a:lnTo>
                  <a:lnTo>
                    <a:pt x="1227788" y="2149417"/>
                  </a:lnTo>
                  <a:lnTo>
                    <a:pt x="1227975" y="2150988"/>
                  </a:lnTo>
                  <a:lnTo>
                    <a:pt x="1228162" y="2152522"/>
                  </a:lnTo>
                  <a:lnTo>
                    <a:pt x="1228349" y="2154202"/>
                  </a:lnTo>
                  <a:lnTo>
                    <a:pt x="1228536" y="2155786"/>
                  </a:lnTo>
                  <a:lnTo>
                    <a:pt x="1228723" y="2157200"/>
                  </a:lnTo>
                  <a:lnTo>
                    <a:pt x="1228910" y="2158448"/>
                  </a:lnTo>
                  <a:lnTo>
                    <a:pt x="1229097" y="2159393"/>
                  </a:lnTo>
                  <a:lnTo>
                    <a:pt x="1229284" y="2159964"/>
                  </a:lnTo>
                  <a:lnTo>
                    <a:pt x="1229471" y="2160450"/>
                  </a:lnTo>
                  <a:lnTo>
                    <a:pt x="1229657" y="2160699"/>
                  </a:lnTo>
                  <a:lnTo>
                    <a:pt x="1229844" y="2160788"/>
                  </a:lnTo>
                  <a:lnTo>
                    <a:pt x="1230031" y="2160353"/>
                  </a:lnTo>
                  <a:lnTo>
                    <a:pt x="1230218" y="2159923"/>
                  </a:lnTo>
                  <a:lnTo>
                    <a:pt x="1230405" y="2160337"/>
                  </a:lnTo>
                  <a:lnTo>
                    <a:pt x="1230592" y="2160362"/>
                  </a:lnTo>
                  <a:lnTo>
                    <a:pt x="1230779" y="2159920"/>
                  </a:lnTo>
                  <a:lnTo>
                    <a:pt x="1230966" y="2159494"/>
                  </a:lnTo>
                  <a:lnTo>
                    <a:pt x="1231153" y="2159560"/>
                  </a:lnTo>
                  <a:lnTo>
                    <a:pt x="1231340" y="2159775"/>
                  </a:lnTo>
                  <a:lnTo>
                    <a:pt x="1231527" y="2160006"/>
                  </a:lnTo>
                  <a:lnTo>
                    <a:pt x="1231714" y="2160080"/>
                  </a:lnTo>
                  <a:lnTo>
                    <a:pt x="1231901" y="2159915"/>
                  </a:lnTo>
                  <a:lnTo>
                    <a:pt x="1232087" y="2159486"/>
                  </a:lnTo>
                  <a:lnTo>
                    <a:pt x="1232274" y="2158389"/>
                  </a:lnTo>
                  <a:lnTo>
                    <a:pt x="1232461" y="2156978"/>
                  </a:lnTo>
                  <a:lnTo>
                    <a:pt x="1232648" y="2155245"/>
                  </a:lnTo>
                  <a:lnTo>
                    <a:pt x="1232835" y="2153314"/>
                  </a:lnTo>
                  <a:lnTo>
                    <a:pt x="1233022" y="2151465"/>
                  </a:lnTo>
                  <a:lnTo>
                    <a:pt x="1233209" y="2149312"/>
                  </a:lnTo>
                  <a:lnTo>
                    <a:pt x="1233396" y="2147568"/>
                  </a:lnTo>
                  <a:lnTo>
                    <a:pt x="1233583" y="2145814"/>
                  </a:lnTo>
                  <a:lnTo>
                    <a:pt x="1233770" y="2144243"/>
                  </a:lnTo>
                  <a:lnTo>
                    <a:pt x="1233957" y="2142650"/>
                  </a:lnTo>
                  <a:lnTo>
                    <a:pt x="1234144" y="2140690"/>
                  </a:lnTo>
                  <a:lnTo>
                    <a:pt x="1234331" y="2138616"/>
                  </a:lnTo>
                  <a:lnTo>
                    <a:pt x="1234517" y="2136530"/>
                  </a:lnTo>
                  <a:lnTo>
                    <a:pt x="1234704" y="2134444"/>
                  </a:lnTo>
                  <a:lnTo>
                    <a:pt x="1234891" y="2132413"/>
                  </a:lnTo>
                  <a:lnTo>
                    <a:pt x="1235078" y="2130322"/>
                  </a:lnTo>
                  <a:lnTo>
                    <a:pt x="1235265" y="2128448"/>
                  </a:lnTo>
                  <a:lnTo>
                    <a:pt x="1235452" y="2126874"/>
                  </a:lnTo>
                  <a:lnTo>
                    <a:pt x="1235639" y="2125870"/>
                  </a:lnTo>
                  <a:lnTo>
                    <a:pt x="1235826" y="2125710"/>
                  </a:lnTo>
                  <a:lnTo>
                    <a:pt x="1236013" y="2125972"/>
                  </a:lnTo>
                  <a:lnTo>
                    <a:pt x="1236200" y="2126720"/>
                  </a:lnTo>
                  <a:lnTo>
                    <a:pt x="1236387" y="2127675"/>
                  </a:lnTo>
                  <a:lnTo>
                    <a:pt x="1236574" y="2128431"/>
                  </a:lnTo>
                  <a:lnTo>
                    <a:pt x="1236760" y="2129009"/>
                  </a:lnTo>
                  <a:lnTo>
                    <a:pt x="1236947" y="2130313"/>
                  </a:lnTo>
                  <a:lnTo>
                    <a:pt x="1237134" y="2131955"/>
                  </a:lnTo>
                  <a:lnTo>
                    <a:pt x="1237321" y="2133770"/>
                  </a:lnTo>
                  <a:lnTo>
                    <a:pt x="1237508" y="2135751"/>
                  </a:lnTo>
                  <a:lnTo>
                    <a:pt x="1237695" y="2137731"/>
                  </a:lnTo>
                  <a:lnTo>
                    <a:pt x="1237882" y="2139843"/>
                  </a:lnTo>
                  <a:lnTo>
                    <a:pt x="1238069" y="2141840"/>
                  </a:lnTo>
                  <a:lnTo>
                    <a:pt x="1238256" y="2143895"/>
                  </a:lnTo>
                  <a:lnTo>
                    <a:pt x="1238443" y="2145933"/>
                  </a:lnTo>
                  <a:lnTo>
                    <a:pt x="1238630" y="2147295"/>
                  </a:lnTo>
                  <a:lnTo>
                    <a:pt x="1238817" y="2147919"/>
                  </a:lnTo>
                  <a:lnTo>
                    <a:pt x="1239004" y="2148457"/>
                  </a:lnTo>
                  <a:lnTo>
                    <a:pt x="1239190" y="2149035"/>
                  </a:lnTo>
                  <a:lnTo>
                    <a:pt x="1239377" y="2149524"/>
                  </a:lnTo>
                  <a:lnTo>
                    <a:pt x="1239564" y="2149675"/>
                  </a:lnTo>
                  <a:lnTo>
                    <a:pt x="1239751" y="2149572"/>
                  </a:lnTo>
                  <a:lnTo>
                    <a:pt x="1239938" y="2149421"/>
                  </a:lnTo>
                  <a:lnTo>
                    <a:pt x="1240125" y="2149523"/>
                  </a:lnTo>
                  <a:lnTo>
                    <a:pt x="1240312" y="2149847"/>
                  </a:lnTo>
                  <a:lnTo>
                    <a:pt x="1240499" y="2150339"/>
                  </a:lnTo>
                  <a:lnTo>
                    <a:pt x="1240686" y="2151198"/>
                  </a:lnTo>
                  <a:lnTo>
                    <a:pt x="1240873" y="2152448"/>
                  </a:lnTo>
                  <a:lnTo>
                    <a:pt x="1241060" y="2153602"/>
                  </a:lnTo>
                  <a:lnTo>
                    <a:pt x="1241247" y="2154453"/>
                  </a:lnTo>
                  <a:lnTo>
                    <a:pt x="1241434" y="2155022"/>
                  </a:lnTo>
                  <a:lnTo>
                    <a:pt x="1241620" y="2155621"/>
                  </a:lnTo>
                  <a:lnTo>
                    <a:pt x="1241807" y="2156273"/>
                  </a:lnTo>
                  <a:lnTo>
                    <a:pt x="1241994" y="2157964"/>
                  </a:lnTo>
                  <a:lnTo>
                    <a:pt x="1242181" y="2160390"/>
                  </a:lnTo>
                  <a:lnTo>
                    <a:pt x="1242368" y="2163443"/>
                  </a:lnTo>
                  <a:lnTo>
                    <a:pt x="1242555" y="2166983"/>
                  </a:lnTo>
                  <a:lnTo>
                    <a:pt x="1242742" y="2170515"/>
                  </a:lnTo>
                  <a:lnTo>
                    <a:pt x="1242929" y="2173948"/>
                  </a:lnTo>
                  <a:lnTo>
                    <a:pt x="1243116" y="2177125"/>
                  </a:lnTo>
                  <a:lnTo>
                    <a:pt x="1243303" y="2180261"/>
                  </a:lnTo>
                  <a:lnTo>
                    <a:pt x="1243490" y="2183025"/>
                  </a:lnTo>
                  <a:lnTo>
                    <a:pt x="1243677" y="2185657"/>
                  </a:lnTo>
                  <a:lnTo>
                    <a:pt x="1243863" y="2188653"/>
                  </a:lnTo>
                  <a:lnTo>
                    <a:pt x="1244050" y="2192267"/>
                  </a:lnTo>
                  <a:lnTo>
                    <a:pt x="1244237" y="2196261"/>
                  </a:lnTo>
                  <a:lnTo>
                    <a:pt x="1244424" y="2200189"/>
                  </a:lnTo>
                  <a:lnTo>
                    <a:pt x="1244611" y="2203985"/>
                  </a:lnTo>
                  <a:lnTo>
                    <a:pt x="1244798" y="2207599"/>
                  </a:lnTo>
                  <a:lnTo>
                    <a:pt x="1244985" y="2210652"/>
                  </a:lnTo>
                  <a:lnTo>
                    <a:pt x="1245172" y="2213284"/>
                  </a:lnTo>
                  <a:lnTo>
                    <a:pt x="1245359" y="2215785"/>
                  </a:lnTo>
                  <a:lnTo>
                    <a:pt x="1245546" y="2218508"/>
                  </a:lnTo>
                  <a:lnTo>
                    <a:pt x="1245733" y="2220860"/>
                  </a:lnTo>
                  <a:lnTo>
                    <a:pt x="1245920" y="2222997"/>
                  </a:lnTo>
                  <a:lnTo>
                    <a:pt x="1246107" y="2225035"/>
                  </a:lnTo>
                  <a:lnTo>
                    <a:pt x="1246293" y="2226999"/>
                  </a:lnTo>
                  <a:lnTo>
                    <a:pt x="1246480" y="2228534"/>
                  </a:lnTo>
                  <a:lnTo>
                    <a:pt x="1246667" y="2229631"/>
                  </a:lnTo>
                  <a:lnTo>
                    <a:pt x="1246854" y="2230052"/>
                  </a:lnTo>
                  <a:lnTo>
                    <a:pt x="1247041" y="2230374"/>
                  </a:lnTo>
                  <a:lnTo>
                    <a:pt x="1247228" y="2230688"/>
                  </a:lnTo>
                  <a:lnTo>
                    <a:pt x="1247415" y="2230853"/>
                  </a:lnTo>
                  <a:lnTo>
                    <a:pt x="1247602" y="2230886"/>
                  </a:lnTo>
                  <a:lnTo>
                    <a:pt x="1247789" y="2230770"/>
                  </a:lnTo>
                  <a:lnTo>
                    <a:pt x="1247976" y="2230745"/>
                  </a:lnTo>
                  <a:lnTo>
                    <a:pt x="1248163" y="2230630"/>
                  </a:lnTo>
                  <a:lnTo>
                    <a:pt x="1248350" y="2230366"/>
                  </a:lnTo>
                  <a:lnTo>
                    <a:pt x="1248536" y="2230176"/>
                  </a:lnTo>
                  <a:lnTo>
                    <a:pt x="1248723" y="2229887"/>
                  </a:lnTo>
                  <a:lnTo>
                    <a:pt x="1248910" y="2229343"/>
                  </a:lnTo>
                  <a:lnTo>
                    <a:pt x="1249097" y="2229074"/>
                  </a:lnTo>
                  <a:lnTo>
                    <a:pt x="1249284" y="2228739"/>
                  </a:lnTo>
                  <a:lnTo>
                    <a:pt x="1249471" y="2228372"/>
                  </a:lnTo>
                  <a:lnTo>
                    <a:pt x="1249658" y="2228229"/>
                  </a:lnTo>
                  <a:lnTo>
                    <a:pt x="1249845" y="2227557"/>
                  </a:lnTo>
                  <a:lnTo>
                    <a:pt x="1250032" y="2226792"/>
                  </a:lnTo>
                  <a:lnTo>
                    <a:pt x="1250219" y="2225806"/>
                  </a:lnTo>
                  <a:lnTo>
                    <a:pt x="1250406" y="2224670"/>
                  </a:lnTo>
                  <a:lnTo>
                    <a:pt x="1250593" y="2223564"/>
                  </a:lnTo>
                  <a:lnTo>
                    <a:pt x="1250780" y="2222386"/>
                  </a:lnTo>
                  <a:lnTo>
                    <a:pt x="1250966" y="2221099"/>
                  </a:lnTo>
                  <a:lnTo>
                    <a:pt x="1251153" y="2219729"/>
                  </a:lnTo>
                  <a:lnTo>
                    <a:pt x="1251340" y="2218466"/>
                  </a:lnTo>
                  <a:lnTo>
                    <a:pt x="1251527" y="2217450"/>
                  </a:lnTo>
                  <a:lnTo>
                    <a:pt x="1251714" y="2216645"/>
                  </a:lnTo>
                  <a:lnTo>
                    <a:pt x="1251901" y="2216082"/>
                  </a:lnTo>
                  <a:lnTo>
                    <a:pt x="1252088" y="2215640"/>
                  </a:lnTo>
                  <a:lnTo>
                    <a:pt x="1252275" y="2215411"/>
                  </a:lnTo>
                  <a:lnTo>
                    <a:pt x="1252462" y="2213990"/>
                  </a:lnTo>
                  <a:lnTo>
                    <a:pt x="1252649" y="2212434"/>
                  </a:lnTo>
                  <a:lnTo>
                    <a:pt x="1252836" y="2211373"/>
                  </a:lnTo>
                  <a:lnTo>
                    <a:pt x="1253023" y="2210825"/>
                  </a:lnTo>
                  <a:lnTo>
                    <a:pt x="1253210" y="2210915"/>
                  </a:lnTo>
                  <a:lnTo>
                    <a:pt x="1253396" y="2211217"/>
                  </a:lnTo>
                  <a:lnTo>
                    <a:pt x="1253583" y="2211497"/>
                  </a:lnTo>
                  <a:lnTo>
                    <a:pt x="1253770" y="2211983"/>
                  </a:lnTo>
                  <a:lnTo>
                    <a:pt x="1253957" y="2212217"/>
                  </a:lnTo>
                  <a:lnTo>
                    <a:pt x="1254144" y="2212319"/>
                  </a:lnTo>
                  <a:lnTo>
                    <a:pt x="1254331" y="2212405"/>
                  </a:lnTo>
                  <a:lnTo>
                    <a:pt x="1254518" y="2212326"/>
                  </a:lnTo>
                  <a:lnTo>
                    <a:pt x="1254705" y="2212218"/>
                  </a:lnTo>
                  <a:lnTo>
                    <a:pt x="1254892" y="2212280"/>
                  </a:lnTo>
                  <a:lnTo>
                    <a:pt x="1255079" y="2211932"/>
                  </a:lnTo>
                  <a:lnTo>
                    <a:pt x="1255266" y="2211142"/>
                  </a:lnTo>
                  <a:lnTo>
                    <a:pt x="1255453" y="2210654"/>
                  </a:lnTo>
                  <a:lnTo>
                    <a:pt x="1255639" y="2209750"/>
                  </a:lnTo>
                  <a:lnTo>
                    <a:pt x="1255826" y="2208986"/>
                  </a:lnTo>
                  <a:lnTo>
                    <a:pt x="1256013" y="2207229"/>
                  </a:lnTo>
                  <a:lnTo>
                    <a:pt x="1256200" y="2205084"/>
                  </a:lnTo>
                  <a:lnTo>
                    <a:pt x="1256387" y="2202724"/>
                  </a:lnTo>
                  <a:lnTo>
                    <a:pt x="1256574" y="2199885"/>
                  </a:lnTo>
                  <a:lnTo>
                    <a:pt x="1256761" y="2196931"/>
                  </a:lnTo>
                  <a:lnTo>
                    <a:pt x="1256948" y="2193911"/>
                  </a:lnTo>
                  <a:lnTo>
                    <a:pt x="1257135" y="2190734"/>
                  </a:lnTo>
                  <a:lnTo>
                    <a:pt x="1257322" y="2186913"/>
                  </a:lnTo>
                  <a:lnTo>
                    <a:pt x="1257509" y="2182515"/>
                  </a:lnTo>
                  <a:lnTo>
                    <a:pt x="1257696" y="2177539"/>
                  </a:lnTo>
                  <a:lnTo>
                    <a:pt x="1257883" y="2172671"/>
                  </a:lnTo>
                  <a:lnTo>
                    <a:pt x="1258069" y="2168075"/>
                  </a:lnTo>
                  <a:lnTo>
                    <a:pt x="1258256" y="2163387"/>
                  </a:lnTo>
                  <a:lnTo>
                    <a:pt x="1258443" y="2158461"/>
                  </a:lnTo>
                  <a:lnTo>
                    <a:pt x="1258630" y="2153692"/>
                  </a:lnTo>
                  <a:lnTo>
                    <a:pt x="1258817" y="2149351"/>
                  </a:lnTo>
                  <a:lnTo>
                    <a:pt x="1259004" y="2144738"/>
                  </a:lnTo>
                  <a:lnTo>
                    <a:pt x="1259191" y="2139820"/>
                  </a:lnTo>
                  <a:lnTo>
                    <a:pt x="1259378" y="2134803"/>
                  </a:lnTo>
                  <a:lnTo>
                    <a:pt x="1259565" y="2130141"/>
                  </a:lnTo>
                  <a:lnTo>
                    <a:pt x="1259752" y="2125586"/>
                  </a:lnTo>
                  <a:lnTo>
                    <a:pt x="1259939" y="2121130"/>
                  </a:lnTo>
                  <a:lnTo>
                    <a:pt x="1260126" y="2117119"/>
                  </a:lnTo>
                  <a:lnTo>
                    <a:pt x="1260313" y="2113530"/>
                  </a:lnTo>
                  <a:lnTo>
                    <a:pt x="1260499" y="2109833"/>
                  </a:lnTo>
                  <a:lnTo>
                    <a:pt x="1260686" y="2105939"/>
                  </a:lnTo>
                  <a:lnTo>
                    <a:pt x="1260873" y="2101739"/>
                  </a:lnTo>
                  <a:lnTo>
                    <a:pt x="1261060" y="2098806"/>
                  </a:lnTo>
                  <a:lnTo>
                    <a:pt x="1261247" y="2096065"/>
                  </a:lnTo>
                  <a:lnTo>
                    <a:pt x="1261434" y="2093456"/>
                  </a:lnTo>
                  <a:lnTo>
                    <a:pt x="1261621" y="2091582"/>
                  </a:lnTo>
                  <a:lnTo>
                    <a:pt x="1261808" y="2090058"/>
                  </a:lnTo>
                  <a:lnTo>
                    <a:pt x="1261995" y="2088590"/>
                  </a:lnTo>
                  <a:lnTo>
                    <a:pt x="1262182" y="2087404"/>
                  </a:lnTo>
                  <a:lnTo>
                    <a:pt x="1262369" y="2086140"/>
                  </a:lnTo>
                  <a:lnTo>
                    <a:pt x="1262556" y="2084765"/>
                  </a:lnTo>
                  <a:lnTo>
                    <a:pt x="1262742" y="2083508"/>
                  </a:lnTo>
                  <a:lnTo>
                    <a:pt x="1262929" y="2082305"/>
                  </a:lnTo>
                  <a:lnTo>
                    <a:pt x="1263116" y="2081176"/>
                  </a:lnTo>
                  <a:lnTo>
                    <a:pt x="1263303" y="2080405"/>
                  </a:lnTo>
                  <a:lnTo>
                    <a:pt x="1263490" y="2079585"/>
                  </a:lnTo>
                  <a:lnTo>
                    <a:pt x="1263677" y="2078939"/>
                  </a:lnTo>
                  <a:lnTo>
                    <a:pt x="1263864" y="2078607"/>
                  </a:lnTo>
                  <a:lnTo>
                    <a:pt x="1264051" y="2078271"/>
                  </a:lnTo>
                  <a:lnTo>
                    <a:pt x="1264238" y="2078171"/>
                  </a:lnTo>
                  <a:lnTo>
                    <a:pt x="1264425" y="2078228"/>
                  </a:lnTo>
                  <a:lnTo>
                    <a:pt x="1264612" y="2077907"/>
                  </a:lnTo>
                  <a:lnTo>
                    <a:pt x="1264799" y="2077811"/>
                  </a:lnTo>
                  <a:lnTo>
                    <a:pt x="1264986" y="2077807"/>
                  </a:lnTo>
                  <a:lnTo>
                    <a:pt x="1265172" y="2077888"/>
                  </a:lnTo>
                  <a:lnTo>
                    <a:pt x="1265359" y="2078159"/>
                  </a:lnTo>
                  <a:lnTo>
                    <a:pt x="1265546" y="2078564"/>
                  </a:lnTo>
                  <a:lnTo>
                    <a:pt x="1265733" y="2078957"/>
                  </a:lnTo>
                  <a:lnTo>
                    <a:pt x="1265920" y="2079155"/>
                  </a:lnTo>
                  <a:lnTo>
                    <a:pt x="1266107" y="2079270"/>
                  </a:lnTo>
                  <a:lnTo>
                    <a:pt x="1266294" y="2079597"/>
                  </a:lnTo>
                  <a:lnTo>
                    <a:pt x="1266481" y="2079957"/>
                  </a:lnTo>
                  <a:lnTo>
                    <a:pt x="1266668" y="2080347"/>
                  </a:lnTo>
                  <a:lnTo>
                    <a:pt x="1266855" y="2081160"/>
                  </a:lnTo>
                  <a:lnTo>
                    <a:pt x="1267042" y="2082303"/>
                  </a:lnTo>
                  <a:lnTo>
                    <a:pt x="1267229" y="2083576"/>
                  </a:lnTo>
                  <a:lnTo>
                    <a:pt x="1267415" y="2084822"/>
                  </a:lnTo>
                  <a:lnTo>
                    <a:pt x="1267602" y="2085919"/>
                  </a:lnTo>
                  <a:lnTo>
                    <a:pt x="1267789" y="2086472"/>
                  </a:lnTo>
                  <a:lnTo>
                    <a:pt x="1267976" y="2086802"/>
                  </a:lnTo>
                  <a:lnTo>
                    <a:pt x="1268163" y="2087273"/>
                  </a:lnTo>
                  <a:lnTo>
                    <a:pt x="1268350" y="2087594"/>
                  </a:lnTo>
                  <a:lnTo>
                    <a:pt x="1268537" y="2087726"/>
                  </a:lnTo>
                  <a:lnTo>
                    <a:pt x="1268724" y="2087809"/>
                  </a:lnTo>
                  <a:lnTo>
                    <a:pt x="1268911" y="2087900"/>
                  </a:lnTo>
                  <a:lnTo>
                    <a:pt x="1269098" y="2087941"/>
                  </a:lnTo>
                  <a:lnTo>
                    <a:pt x="1269285" y="2087768"/>
                  </a:lnTo>
                  <a:lnTo>
                    <a:pt x="1269472" y="2087636"/>
                  </a:lnTo>
                  <a:lnTo>
                    <a:pt x="1269659" y="2087339"/>
                  </a:lnTo>
                  <a:lnTo>
                    <a:pt x="1269845" y="2087231"/>
                  </a:lnTo>
                  <a:lnTo>
                    <a:pt x="1270032" y="2087322"/>
                  </a:lnTo>
                  <a:lnTo>
                    <a:pt x="1270219" y="2087438"/>
                  </a:lnTo>
                  <a:lnTo>
                    <a:pt x="1270406" y="2087471"/>
                  </a:lnTo>
                  <a:lnTo>
                    <a:pt x="1270593" y="2087957"/>
                  </a:lnTo>
                  <a:lnTo>
                    <a:pt x="1270780" y="2088084"/>
                  </a:lnTo>
                  <a:lnTo>
                    <a:pt x="1270967" y="2087964"/>
                  </a:lnTo>
                  <a:lnTo>
                    <a:pt x="1271154" y="2087828"/>
                  </a:lnTo>
                  <a:lnTo>
                    <a:pt x="1271341" y="2088101"/>
                  </a:lnTo>
                  <a:lnTo>
                    <a:pt x="1271528" y="2088740"/>
                  </a:lnTo>
                  <a:lnTo>
                    <a:pt x="1271715" y="2089469"/>
                  </a:lnTo>
                  <a:lnTo>
                    <a:pt x="1271902" y="2090284"/>
                  </a:lnTo>
                  <a:lnTo>
                    <a:pt x="1272089" y="2091594"/>
                  </a:lnTo>
                  <a:lnTo>
                    <a:pt x="1272275" y="2093073"/>
                  </a:lnTo>
                  <a:lnTo>
                    <a:pt x="1272462" y="2094793"/>
                  </a:lnTo>
                  <a:lnTo>
                    <a:pt x="1272649" y="2096287"/>
                  </a:lnTo>
                  <a:lnTo>
                    <a:pt x="1272836" y="2097856"/>
                  </a:lnTo>
                  <a:lnTo>
                    <a:pt x="1273023" y="2099342"/>
                  </a:lnTo>
                  <a:lnTo>
                    <a:pt x="1273210" y="2100655"/>
                  </a:lnTo>
                  <a:lnTo>
                    <a:pt x="1273397" y="2101567"/>
                  </a:lnTo>
                  <a:lnTo>
                    <a:pt x="1273584" y="2102060"/>
                  </a:lnTo>
                  <a:lnTo>
                    <a:pt x="1273771" y="2102294"/>
                  </a:lnTo>
                  <a:lnTo>
                    <a:pt x="1273958" y="2102560"/>
                  </a:lnTo>
                  <a:lnTo>
                    <a:pt x="1274145" y="2102944"/>
                  </a:lnTo>
                  <a:lnTo>
                    <a:pt x="1274332" y="2102910"/>
                  </a:lnTo>
                  <a:lnTo>
                    <a:pt x="1274518" y="2102632"/>
                  </a:lnTo>
                  <a:lnTo>
                    <a:pt x="1274705" y="2102224"/>
                  </a:lnTo>
                  <a:lnTo>
                    <a:pt x="1274892" y="2101610"/>
                  </a:lnTo>
                  <a:lnTo>
                    <a:pt x="1275079" y="2100982"/>
                  </a:lnTo>
                  <a:lnTo>
                    <a:pt x="1275266" y="2100152"/>
                  </a:lnTo>
                  <a:lnTo>
                    <a:pt x="1275453" y="2099195"/>
                  </a:lnTo>
                  <a:lnTo>
                    <a:pt x="1275640" y="2098178"/>
                  </a:lnTo>
                  <a:lnTo>
                    <a:pt x="1275827" y="2097087"/>
                  </a:lnTo>
                  <a:lnTo>
                    <a:pt x="1276014" y="2096162"/>
                  </a:lnTo>
                  <a:lnTo>
                    <a:pt x="1276201" y="2095169"/>
                  </a:lnTo>
                  <a:lnTo>
                    <a:pt x="1276388" y="2094393"/>
                  </a:lnTo>
                  <a:lnTo>
                    <a:pt x="1276575" y="2093255"/>
                  </a:lnTo>
                  <a:lnTo>
                    <a:pt x="1276762" y="2092285"/>
                  </a:lnTo>
                  <a:lnTo>
                    <a:pt x="1276948" y="2091088"/>
                  </a:lnTo>
                  <a:lnTo>
                    <a:pt x="1277135" y="2089818"/>
                  </a:lnTo>
                  <a:lnTo>
                    <a:pt x="1277322" y="2089067"/>
                  </a:lnTo>
                  <a:lnTo>
                    <a:pt x="1277509" y="2088256"/>
                  </a:lnTo>
                  <a:lnTo>
                    <a:pt x="1277696" y="2087421"/>
                  </a:lnTo>
                  <a:lnTo>
                    <a:pt x="1277883" y="2086381"/>
                  </a:lnTo>
                  <a:lnTo>
                    <a:pt x="1278070" y="2085492"/>
                  </a:lnTo>
                  <a:lnTo>
                    <a:pt x="1278257" y="2084844"/>
                  </a:lnTo>
                  <a:lnTo>
                    <a:pt x="1278444" y="2084417"/>
                  </a:lnTo>
                  <a:lnTo>
                    <a:pt x="1278631" y="2084246"/>
                  </a:lnTo>
                  <a:lnTo>
                    <a:pt x="1278818" y="2084439"/>
                  </a:lnTo>
                  <a:lnTo>
                    <a:pt x="1279005" y="2084656"/>
                  </a:lnTo>
                  <a:lnTo>
                    <a:pt x="1279192" y="2084976"/>
                  </a:lnTo>
                  <a:lnTo>
                    <a:pt x="1279378" y="2085503"/>
                  </a:lnTo>
                  <a:lnTo>
                    <a:pt x="1279565" y="2085914"/>
                  </a:lnTo>
                  <a:lnTo>
                    <a:pt x="1279752" y="2086159"/>
                  </a:lnTo>
                  <a:lnTo>
                    <a:pt x="1279939" y="2086316"/>
                  </a:lnTo>
                  <a:lnTo>
                    <a:pt x="1280126" y="2086734"/>
                  </a:lnTo>
                  <a:lnTo>
                    <a:pt x="1280313" y="2087083"/>
                  </a:lnTo>
                  <a:lnTo>
                    <a:pt x="1280500" y="2086876"/>
                  </a:lnTo>
                  <a:lnTo>
                    <a:pt x="1280687" y="2087041"/>
                  </a:lnTo>
                  <a:lnTo>
                    <a:pt x="1280874" y="2087338"/>
                  </a:lnTo>
                  <a:lnTo>
                    <a:pt x="1281061" y="2087668"/>
                  </a:lnTo>
                  <a:lnTo>
                    <a:pt x="1281248" y="2087999"/>
                  </a:lnTo>
                  <a:lnTo>
                    <a:pt x="1281435" y="2088271"/>
                  </a:lnTo>
                  <a:lnTo>
                    <a:pt x="1281621" y="2088089"/>
                  </a:lnTo>
                  <a:lnTo>
                    <a:pt x="1281808" y="2087668"/>
                  </a:lnTo>
                  <a:lnTo>
                    <a:pt x="1281995" y="2087132"/>
                  </a:lnTo>
                  <a:lnTo>
                    <a:pt x="1282182" y="2086389"/>
                  </a:lnTo>
                  <a:lnTo>
                    <a:pt x="1282369" y="2085564"/>
                  </a:lnTo>
                  <a:lnTo>
                    <a:pt x="1282556" y="2084945"/>
                  </a:lnTo>
                  <a:lnTo>
                    <a:pt x="1282743" y="2084384"/>
                  </a:lnTo>
                  <a:lnTo>
                    <a:pt x="1282930" y="2083485"/>
                  </a:lnTo>
                  <a:lnTo>
                    <a:pt x="1283117" y="2082792"/>
                  </a:lnTo>
                  <a:lnTo>
                    <a:pt x="1283304" y="2082470"/>
                  </a:lnTo>
                  <a:lnTo>
                    <a:pt x="1283491" y="2082140"/>
                  </a:lnTo>
                  <a:lnTo>
                    <a:pt x="1283678" y="2081702"/>
                  </a:lnTo>
                  <a:lnTo>
                    <a:pt x="1283865" y="2081282"/>
                  </a:lnTo>
                  <a:lnTo>
                    <a:pt x="1284051" y="2080762"/>
                  </a:lnTo>
                  <a:lnTo>
                    <a:pt x="1284238" y="2080102"/>
                  </a:lnTo>
                  <a:lnTo>
                    <a:pt x="1284425" y="2079293"/>
                  </a:lnTo>
                  <a:lnTo>
                    <a:pt x="1284612" y="2078187"/>
                  </a:lnTo>
                  <a:lnTo>
                    <a:pt x="1284799" y="2077114"/>
                  </a:lnTo>
                  <a:lnTo>
                    <a:pt x="1284986" y="2076075"/>
                  </a:lnTo>
                  <a:lnTo>
                    <a:pt x="1285173" y="2075208"/>
                  </a:lnTo>
                  <a:lnTo>
                    <a:pt x="1285360" y="2074053"/>
                  </a:lnTo>
                  <a:lnTo>
                    <a:pt x="1285547" y="2072782"/>
                  </a:lnTo>
                  <a:lnTo>
                    <a:pt x="1285734" y="2071701"/>
                  </a:lnTo>
                  <a:lnTo>
                    <a:pt x="1285921" y="2070736"/>
                  </a:lnTo>
                  <a:lnTo>
                    <a:pt x="1286108" y="2069547"/>
                  </a:lnTo>
                  <a:lnTo>
                    <a:pt x="1286294" y="2068433"/>
                  </a:lnTo>
                  <a:lnTo>
                    <a:pt x="1286481" y="2067010"/>
                  </a:lnTo>
                  <a:lnTo>
                    <a:pt x="1286668" y="2065374"/>
                  </a:lnTo>
                  <a:lnTo>
                    <a:pt x="1286855" y="2063669"/>
                  </a:lnTo>
                  <a:lnTo>
                    <a:pt x="1287042" y="2062170"/>
                  </a:lnTo>
                  <a:lnTo>
                    <a:pt x="1287229" y="2060784"/>
                  </a:lnTo>
                  <a:lnTo>
                    <a:pt x="1287416" y="2060140"/>
                  </a:lnTo>
                  <a:lnTo>
                    <a:pt x="1287603" y="2059831"/>
                  </a:lnTo>
                  <a:lnTo>
                    <a:pt x="1287790" y="2059923"/>
                  </a:lnTo>
                  <a:lnTo>
                    <a:pt x="1287977" y="2059821"/>
                  </a:lnTo>
                  <a:lnTo>
                    <a:pt x="1288164" y="2059651"/>
                  </a:lnTo>
                  <a:lnTo>
                    <a:pt x="1288351" y="2059610"/>
                  </a:lnTo>
                  <a:lnTo>
                    <a:pt x="1288538" y="2059412"/>
                  </a:lnTo>
                  <a:lnTo>
                    <a:pt x="1288724" y="2059063"/>
                  </a:lnTo>
                  <a:lnTo>
                    <a:pt x="1288911" y="2059054"/>
                  </a:lnTo>
                  <a:lnTo>
                    <a:pt x="1289098" y="2058857"/>
                  </a:lnTo>
                  <a:lnTo>
                    <a:pt x="1289285" y="2058341"/>
                  </a:lnTo>
                  <a:lnTo>
                    <a:pt x="1289472" y="2057926"/>
                  </a:lnTo>
                  <a:lnTo>
                    <a:pt x="1289659" y="2057481"/>
                  </a:lnTo>
                  <a:lnTo>
                    <a:pt x="1289846" y="2057646"/>
                  </a:lnTo>
                  <a:lnTo>
                    <a:pt x="1290033" y="2057967"/>
                  </a:lnTo>
                  <a:lnTo>
                    <a:pt x="1290220" y="2058141"/>
                  </a:lnTo>
                  <a:lnTo>
                    <a:pt x="1290407" y="2057918"/>
                  </a:lnTo>
                  <a:lnTo>
                    <a:pt x="1290594" y="2057266"/>
                  </a:lnTo>
                  <a:lnTo>
                    <a:pt x="1290781" y="2056639"/>
                  </a:lnTo>
                  <a:lnTo>
                    <a:pt x="1290968" y="2056391"/>
                  </a:lnTo>
                  <a:lnTo>
                    <a:pt x="1291154" y="2056201"/>
                  </a:lnTo>
                  <a:lnTo>
                    <a:pt x="1291341" y="2056301"/>
                  </a:lnTo>
                  <a:lnTo>
                    <a:pt x="1291528" y="2056028"/>
                  </a:lnTo>
                  <a:lnTo>
                    <a:pt x="1291715" y="2054823"/>
                  </a:lnTo>
                  <a:lnTo>
                    <a:pt x="1291902" y="2053264"/>
                  </a:lnTo>
                  <a:lnTo>
                    <a:pt x="1292089" y="2051663"/>
                  </a:lnTo>
                  <a:lnTo>
                    <a:pt x="1292276" y="2049740"/>
                  </a:lnTo>
                  <a:lnTo>
                    <a:pt x="1292463" y="2047983"/>
                  </a:lnTo>
                  <a:lnTo>
                    <a:pt x="1292650" y="2046423"/>
                  </a:lnTo>
                  <a:lnTo>
                    <a:pt x="1292837" y="2044880"/>
                  </a:lnTo>
                  <a:lnTo>
                    <a:pt x="1293024" y="2042644"/>
                  </a:lnTo>
                  <a:lnTo>
                    <a:pt x="1293211" y="2040639"/>
                  </a:lnTo>
                  <a:lnTo>
                    <a:pt x="1293397" y="2038856"/>
                  </a:lnTo>
                  <a:lnTo>
                    <a:pt x="1293584" y="2037164"/>
                  </a:lnTo>
                  <a:lnTo>
                    <a:pt x="1293771" y="2035184"/>
                  </a:lnTo>
                  <a:lnTo>
                    <a:pt x="1293958" y="2033336"/>
                  </a:lnTo>
                  <a:lnTo>
                    <a:pt x="1294145" y="2031289"/>
                  </a:lnTo>
                  <a:lnTo>
                    <a:pt x="1294332" y="2029334"/>
                  </a:lnTo>
                  <a:lnTo>
                    <a:pt x="1294519" y="2028038"/>
                  </a:lnTo>
                  <a:lnTo>
                    <a:pt x="1294706" y="2027708"/>
                  </a:lnTo>
                  <a:lnTo>
                    <a:pt x="1294893" y="2027865"/>
                  </a:lnTo>
                  <a:lnTo>
                    <a:pt x="1295080" y="2028517"/>
                  </a:lnTo>
                  <a:lnTo>
                    <a:pt x="1295267" y="2029218"/>
                  </a:lnTo>
                  <a:lnTo>
                    <a:pt x="1295454" y="2029688"/>
                  </a:lnTo>
                  <a:lnTo>
                    <a:pt x="1295641" y="2030472"/>
                  </a:lnTo>
                  <a:lnTo>
                    <a:pt x="1295827" y="2032189"/>
                  </a:lnTo>
                  <a:lnTo>
                    <a:pt x="1296014" y="2033756"/>
                  </a:lnTo>
                  <a:lnTo>
                    <a:pt x="1296201" y="2035357"/>
                  </a:lnTo>
                  <a:lnTo>
                    <a:pt x="1296388" y="2037495"/>
                  </a:lnTo>
                  <a:lnTo>
                    <a:pt x="1296575" y="2039813"/>
                  </a:lnTo>
                  <a:lnTo>
                    <a:pt x="1296762" y="2042132"/>
                  </a:lnTo>
                  <a:lnTo>
                    <a:pt x="1296949" y="2044212"/>
                  </a:lnTo>
                  <a:lnTo>
                    <a:pt x="1297136" y="2046382"/>
                  </a:lnTo>
                  <a:lnTo>
                    <a:pt x="1297323" y="2048519"/>
                  </a:lnTo>
                  <a:lnTo>
                    <a:pt x="1297510" y="2050277"/>
                  </a:lnTo>
                  <a:lnTo>
                    <a:pt x="1297697" y="2051861"/>
                  </a:lnTo>
                  <a:lnTo>
                    <a:pt x="1297884" y="2053726"/>
                  </a:lnTo>
                  <a:lnTo>
                    <a:pt x="1298071" y="2055830"/>
                  </a:lnTo>
                  <a:lnTo>
                    <a:pt x="1298257" y="2058363"/>
                  </a:lnTo>
                  <a:lnTo>
                    <a:pt x="1298444" y="2059828"/>
                  </a:lnTo>
                  <a:lnTo>
                    <a:pt x="1298631" y="2061087"/>
                  </a:lnTo>
                  <a:lnTo>
                    <a:pt x="1298818" y="2062515"/>
                  </a:lnTo>
                  <a:lnTo>
                    <a:pt x="1299005" y="2063124"/>
                  </a:lnTo>
                  <a:lnTo>
                    <a:pt x="1299192" y="2063523"/>
                  </a:lnTo>
                  <a:lnTo>
                    <a:pt x="1299379" y="2064062"/>
                  </a:lnTo>
                  <a:lnTo>
                    <a:pt x="1299566" y="2064543"/>
                  </a:lnTo>
                  <a:lnTo>
                    <a:pt x="1299753" y="2065455"/>
                  </a:lnTo>
                  <a:lnTo>
                    <a:pt x="1299940" y="2066728"/>
                  </a:lnTo>
                  <a:lnTo>
                    <a:pt x="1300127" y="2068167"/>
                  </a:lnTo>
                  <a:lnTo>
                    <a:pt x="1300314" y="2069753"/>
                  </a:lnTo>
                  <a:lnTo>
                    <a:pt x="1300500" y="2071291"/>
                  </a:lnTo>
                  <a:lnTo>
                    <a:pt x="1300687" y="2072559"/>
                  </a:lnTo>
                  <a:lnTo>
                    <a:pt x="1300874" y="2073722"/>
                  </a:lnTo>
                  <a:lnTo>
                    <a:pt x="1301061" y="2074741"/>
                  </a:lnTo>
                  <a:lnTo>
                    <a:pt x="1301248" y="2075404"/>
                  </a:lnTo>
                  <a:lnTo>
                    <a:pt x="1301435" y="2076006"/>
                  </a:lnTo>
                  <a:lnTo>
                    <a:pt x="1301622" y="2076307"/>
                  </a:lnTo>
                  <a:lnTo>
                    <a:pt x="1301809" y="2076616"/>
                  </a:lnTo>
                  <a:lnTo>
                    <a:pt x="1301996" y="2077304"/>
                  </a:lnTo>
                  <a:lnTo>
                    <a:pt x="1302183" y="2077787"/>
                  </a:lnTo>
                  <a:lnTo>
                    <a:pt x="1302370" y="2078137"/>
                  </a:lnTo>
                  <a:lnTo>
                    <a:pt x="1302557" y="2078162"/>
                  </a:lnTo>
                  <a:lnTo>
                    <a:pt x="1302744" y="2077956"/>
                  </a:lnTo>
                  <a:lnTo>
                    <a:pt x="1302930" y="2077614"/>
                  </a:lnTo>
                  <a:lnTo>
                    <a:pt x="1303117" y="2077104"/>
                  </a:lnTo>
                  <a:lnTo>
                    <a:pt x="1303304" y="2076726"/>
                  </a:lnTo>
                  <a:lnTo>
                    <a:pt x="1303491" y="2076447"/>
                  </a:lnTo>
                  <a:lnTo>
                    <a:pt x="1303678" y="2076104"/>
                  </a:lnTo>
                  <a:lnTo>
                    <a:pt x="1303865" y="2075816"/>
                  </a:lnTo>
                  <a:lnTo>
                    <a:pt x="1304052" y="2075732"/>
                  </a:lnTo>
                  <a:lnTo>
                    <a:pt x="1304239" y="2075586"/>
                  </a:lnTo>
                  <a:lnTo>
                    <a:pt x="1304426" y="2075544"/>
                  </a:lnTo>
                  <a:lnTo>
                    <a:pt x="1304613" y="2075568"/>
                  </a:lnTo>
                  <a:lnTo>
                    <a:pt x="1304800" y="2075997"/>
                  </a:lnTo>
                  <a:lnTo>
                    <a:pt x="1304987" y="2076862"/>
                  </a:lnTo>
                  <a:lnTo>
                    <a:pt x="1305173" y="2077831"/>
                  </a:lnTo>
                  <a:lnTo>
                    <a:pt x="1305360" y="2079085"/>
                  </a:lnTo>
                  <a:lnTo>
                    <a:pt x="1305547" y="2080363"/>
                  </a:lnTo>
                  <a:lnTo>
                    <a:pt x="1305734" y="2081795"/>
                  </a:lnTo>
                  <a:lnTo>
                    <a:pt x="1305921" y="2083404"/>
                  </a:lnTo>
                  <a:lnTo>
                    <a:pt x="1306108" y="2084739"/>
                  </a:lnTo>
                  <a:lnTo>
                    <a:pt x="1306295" y="2085925"/>
                  </a:lnTo>
                  <a:lnTo>
                    <a:pt x="1306482" y="2087203"/>
                  </a:lnTo>
                  <a:lnTo>
                    <a:pt x="1306669" y="2088861"/>
                  </a:lnTo>
                  <a:lnTo>
                    <a:pt x="1306856" y="2090551"/>
                  </a:lnTo>
                  <a:lnTo>
                    <a:pt x="1307043" y="2092440"/>
                  </a:lnTo>
                  <a:lnTo>
                    <a:pt x="1307230" y="2094279"/>
                  </a:lnTo>
                  <a:lnTo>
                    <a:pt x="1307417" y="2096065"/>
                  </a:lnTo>
                  <a:lnTo>
                    <a:pt x="1307603" y="2097965"/>
                  </a:lnTo>
                  <a:lnTo>
                    <a:pt x="1307790" y="2099438"/>
                  </a:lnTo>
                  <a:lnTo>
                    <a:pt x="1307977" y="2100683"/>
                  </a:lnTo>
                  <a:lnTo>
                    <a:pt x="1308164" y="2101692"/>
                  </a:lnTo>
                  <a:lnTo>
                    <a:pt x="1308351" y="2102821"/>
                  </a:lnTo>
                  <a:lnTo>
                    <a:pt x="1308538" y="2103809"/>
                  </a:lnTo>
                  <a:lnTo>
                    <a:pt x="1308725" y="2103710"/>
                  </a:lnTo>
                  <a:lnTo>
                    <a:pt x="1308912" y="2104368"/>
                  </a:lnTo>
                  <a:lnTo>
                    <a:pt x="1309099" y="2104915"/>
                  </a:lnTo>
                  <a:lnTo>
                    <a:pt x="1309286" y="2105295"/>
                  </a:lnTo>
                  <a:lnTo>
                    <a:pt x="1309473" y="2105043"/>
                  </a:lnTo>
                  <a:lnTo>
                    <a:pt x="1309660" y="2104457"/>
                  </a:lnTo>
                  <a:lnTo>
                    <a:pt x="1309847" y="2103605"/>
                  </a:lnTo>
                  <a:lnTo>
                    <a:pt x="1310033" y="2102742"/>
                  </a:lnTo>
                  <a:lnTo>
                    <a:pt x="1310220" y="2101329"/>
                  </a:lnTo>
                  <a:lnTo>
                    <a:pt x="1310407" y="2099873"/>
                  </a:lnTo>
                  <a:lnTo>
                    <a:pt x="1310594" y="2098656"/>
                  </a:lnTo>
                  <a:lnTo>
                    <a:pt x="1310781" y="2097545"/>
                  </a:lnTo>
                  <a:lnTo>
                    <a:pt x="1310968" y="2096663"/>
                  </a:lnTo>
                  <a:lnTo>
                    <a:pt x="1311155" y="2095861"/>
                  </a:lnTo>
                  <a:lnTo>
                    <a:pt x="1311342" y="2095074"/>
                  </a:lnTo>
                  <a:lnTo>
                    <a:pt x="1311529" y="2094279"/>
                  </a:lnTo>
                  <a:lnTo>
                    <a:pt x="1311716" y="2093265"/>
                  </a:lnTo>
                  <a:lnTo>
                    <a:pt x="1311903" y="2092214"/>
                  </a:lnTo>
                  <a:lnTo>
                    <a:pt x="1312090" y="2091281"/>
                  </a:lnTo>
                  <a:lnTo>
                    <a:pt x="1312276" y="2090339"/>
                  </a:lnTo>
                  <a:lnTo>
                    <a:pt x="1312463" y="2089375"/>
                  </a:lnTo>
                  <a:lnTo>
                    <a:pt x="1312650" y="2088335"/>
                  </a:lnTo>
                  <a:lnTo>
                    <a:pt x="1312837" y="2086264"/>
                  </a:lnTo>
                  <a:lnTo>
                    <a:pt x="1313024" y="2084467"/>
                  </a:lnTo>
                  <a:lnTo>
                    <a:pt x="1313211" y="2082703"/>
                  </a:lnTo>
                  <a:lnTo>
                    <a:pt x="1313398" y="2080509"/>
                  </a:lnTo>
                  <a:lnTo>
                    <a:pt x="1313585" y="2078532"/>
                  </a:lnTo>
                  <a:lnTo>
                    <a:pt x="1313772" y="2076337"/>
                  </a:lnTo>
                  <a:lnTo>
                    <a:pt x="1313959" y="2074669"/>
                  </a:lnTo>
                  <a:lnTo>
                    <a:pt x="1314146" y="2072875"/>
                  </a:lnTo>
                  <a:lnTo>
                    <a:pt x="1314333" y="2071860"/>
                  </a:lnTo>
                  <a:lnTo>
                    <a:pt x="1314520" y="2071760"/>
                  </a:lnTo>
                  <a:lnTo>
                    <a:pt x="1314706" y="2071228"/>
                  </a:lnTo>
                  <a:lnTo>
                    <a:pt x="1314893" y="2070759"/>
                  </a:lnTo>
                  <a:lnTo>
                    <a:pt x="1315080" y="2070411"/>
                  </a:lnTo>
                  <a:lnTo>
                    <a:pt x="1315267" y="2070266"/>
                  </a:lnTo>
                  <a:lnTo>
                    <a:pt x="1315454" y="2070116"/>
                  </a:lnTo>
                  <a:lnTo>
                    <a:pt x="1315641" y="2069990"/>
                  </a:lnTo>
                  <a:lnTo>
                    <a:pt x="1315828" y="2069605"/>
                  </a:lnTo>
                  <a:lnTo>
                    <a:pt x="1316015" y="2069046"/>
                  </a:lnTo>
                  <a:lnTo>
                    <a:pt x="1316202" y="2068884"/>
                  </a:lnTo>
                  <a:lnTo>
                    <a:pt x="1316389" y="2068914"/>
                  </a:lnTo>
                  <a:lnTo>
                    <a:pt x="1316576" y="2069022"/>
                  </a:lnTo>
                  <a:lnTo>
                    <a:pt x="1316763" y="2069022"/>
                  </a:lnTo>
                  <a:lnTo>
                    <a:pt x="1316949" y="2068902"/>
                  </a:lnTo>
                  <a:lnTo>
                    <a:pt x="1317136" y="2068553"/>
                  </a:lnTo>
                  <a:lnTo>
                    <a:pt x="1317323" y="2068295"/>
                  </a:lnTo>
                  <a:lnTo>
                    <a:pt x="1317510" y="2068060"/>
                  </a:lnTo>
                  <a:lnTo>
                    <a:pt x="1317697" y="2067381"/>
                  </a:lnTo>
                  <a:lnTo>
                    <a:pt x="1317884" y="2067488"/>
                  </a:lnTo>
                  <a:lnTo>
                    <a:pt x="1318071" y="2067381"/>
                  </a:lnTo>
                  <a:lnTo>
                    <a:pt x="1318258" y="2066968"/>
                  </a:lnTo>
                  <a:lnTo>
                    <a:pt x="1318445" y="2066357"/>
                  </a:lnTo>
                  <a:lnTo>
                    <a:pt x="1318632" y="2065970"/>
                  </a:lnTo>
                  <a:lnTo>
                    <a:pt x="1318819" y="2065664"/>
                  </a:lnTo>
                  <a:lnTo>
                    <a:pt x="1319006" y="2065169"/>
                  </a:lnTo>
                  <a:lnTo>
                    <a:pt x="1319193" y="2064740"/>
                  </a:lnTo>
                  <a:lnTo>
                    <a:pt x="1319379" y="2064171"/>
                  </a:lnTo>
                  <a:lnTo>
                    <a:pt x="1319566" y="2063370"/>
                  </a:lnTo>
                  <a:lnTo>
                    <a:pt x="1319753" y="2062628"/>
                  </a:lnTo>
                  <a:lnTo>
                    <a:pt x="1319940" y="2061951"/>
                  </a:lnTo>
                  <a:lnTo>
                    <a:pt x="1320127" y="2061175"/>
                  </a:lnTo>
                  <a:lnTo>
                    <a:pt x="1320314" y="2060490"/>
                  </a:lnTo>
                  <a:lnTo>
                    <a:pt x="1320501" y="2059822"/>
                  </a:lnTo>
                  <a:lnTo>
                    <a:pt x="1320688" y="2058716"/>
                  </a:lnTo>
                  <a:lnTo>
                    <a:pt x="1320875" y="2057652"/>
                  </a:lnTo>
                  <a:lnTo>
                    <a:pt x="1321062" y="2056909"/>
                  </a:lnTo>
                  <a:lnTo>
                    <a:pt x="1321249" y="2056455"/>
                  </a:lnTo>
                  <a:lnTo>
                    <a:pt x="1321436" y="2056183"/>
                  </a:lnTo>
                  <a:lnTo>
                    <a:pt x="1321623" y="2056199"/>
                  </a:lnTo>
                  <a:lnTo>
                    <a:pt x="1321809" y="2056678"/>
                  </a:lnTo>
                  <a:lnTo>
                    <a:pt x="1321996" y="2057082"/>
                  </a:lnTo>
                  <a:lnTo>
                    <a:pt x="1322183" y="2057462"/>
                  </a:lnTo>
                  <a:lnTo>
                    <a:pt x="1322370" y="2058031"/>
                  </a:lnTo>
                  <a:lnTo>
                    <a:pt x="1322557" y="2058741"/>
                  </a:lnTo>
                  <a:lnTo>
                    <a:pt x="1322744" y="2059756"/>
                  </a:lnTo>
                  <a:lnTo>
                    <a:pt x="1322931" y="2061027"/>
                  </a:lnTo>
                  <a:lnTo>
                    <a:pt x="1323118" y="2062273"/>
                  </a:lnTo>
                  <a:lnTo>
                    <a:pt x="1323305" y="2063337"/>
                  </a:lnTo>
                  <a:lnTo>
                    <a:pt x="1323492" y="2064765"/>
                  </a:lnTo>
                  <a:lnTo>
                    <a:pt x="1323679" y="2066291"/>
                  </a:lnTo>
                  <a:lnTo>
                    <a:pt x="1323866" y="2067942"/>
                  </a:lnTo>
                  <a:lnTo>
                    <a:pt x="1324052" y="2069914"/>
                  </a:lnTo>
                  <a:lnTo>
                    <a:pt x="1324239" y="2072002"/>
                  </a:lnTo>
                  <a:lnTo>
                    <a:pt x="1324426" y="2073924"/>
                  </a:lnTo>
                  <a:lnTo>
                    <a:pt x="1324613" y="2075897"/>
                  </a:lnTo>
                  <a:lnTo>
                    <a:pt x="1324800" y="2077696"/>
                  </a:lnTo>
                  <a:lnTo>
                    <a:pt x="1324987" y="2079536"/>
                  </a:lnTo>
                  <a:lnTo>
                    <a:pt x="1325174" y="2081450"/>
                  </a:lnTo>
                  <a:lnTo>
                    <a:pt x="1325361" y="2083637"/>
                  </a:lnTo>
                  <a:lnTo>
                    <a:pt x="1325548" y="2085898"/>
                  </a:lnTo>
                  <a:lnTo>
                    <a:pt x="1325735" y="2088126"/>
                  </a:lnTo>
                  <a:lnTo>
                    <a:pt x="1325922" y="2090535"/>
                  </a:lnTo>
                  <a:lnTo>
                    <a:pt x="1326109" y="2093327"/>
                  </a:lnTo>
                  <a:lnTo>
                    <a:pt x="1326296" y="2095769"/>
                  </a:lnTo>
                  <a:lnTo>
                    <a:pt x="1326482" y="2098285"/>
                  </a:lnTo>
                  <a:lnTo>
                    <a:pt x="1326669" y="2100753"/>
                  </a:lnTo>
                  <a:lnTo>
                    <a:pt x="1326856" y="2102993"/>
                  </a:lnTo>
                  <a:lnTo>
                    <a:pt x="1327043" y="2105211"/>
                  </a:lnTo>
                  <a:lnTo>
                    <a:pt x="1327230" y="2107421"/>
                  </a:lnTo>
                  <a:lnTo>
                    <a:pt x="1327417" y="2109448"/>
                  </a:lnTo>
                  <a:lnTo>
                    <a:pt x="1327604" y="2111426"/>
                  </a:lnTo>
                  <a:lnTo>
                    <a:pt x="1327791" y="2113273"/>
                  </a:lnTo>
                  <a:lnTo>
                    <a:pt x="1327978" y="2115023"/>
                  </a:lnTo>
                  <a:lnTo>
                    <a:pt x="1328165" y="2116520"/>
                  </a:lnTo>
                  <a:lnTo>
                    <a:pt x="1328352" y="2117756"/>
                  </a:lnTo>
                  <a:lnTo>
                    <a:pt x="1328539" y="2118886"/>
                  </a:lnTo>
                  <a:lnTo>
                    <a:pt x="1328726" y="2120024"/>
                  </a:lnTo>
                  <a:lnTo>
                    <a:pt x="1328912" y="2121617"/>
                  </a:lnTo>
                  <a:lnTo>
                    <a:pt x="1329099" y="2124089"/>
                  </a:lnTo>
                  <a:lnTo>
                    <a:pt x="1329286" y="2126897"/>
                  </a:lnTo>
                  <a:lnTo>
                    <a:pt x="1329473" y="2129084"/>
                  </a:lnTo>
                  <a:lnTo>
                    <a:pt x="1329660" y="2131378"/>
                  </a:lnTo>
                  <a:lnTo>
                    <a:pt x="1329847" y="2133754"/>
                  </a:lnTo>
                  <a:lnTo>
                    <a:pt x="1330034" y="2136918"/>
                  </a:lnTo>
                  <a:lnTo>
                    <a:pt x="1330221" y="2140060"/>
                  </a:lnTo>
                  <a:lnTo>
                    <a:pt x="1330408" y="2143741"/>
                  </a:lnTo>
                  <a:lnTo>
                    <a:pt x="1330595" y="2147738"/>
                  </a:lnTo>
                  <a:lnTo>
                    <a:pt x="1330782" y="2152272"/>
                  </a:lnTo>
                  <a:lnTo>
                    <a:pt x="1330969" y="2157054"/>
                  </a:lnTo>
                  <a:lnTo>
                    <a:pt x="1331155" y="2161963"/>
                  </a:lnTo>
                  <a:lnTo>
                    <a:pt x="1331342" y="2167076"/>
                  </a:lnTo>
                  <a:lnTo>
                    <a:pt x="1331529" y="2172459"/>
                  </a:lnTo>
                  <a:lnTo>
                    <a:pt x="1331716" y="2177702"/>
                  </a:lnTo>
                  <a:lnTo>
                    <a:pt x="1331903" y="2182384"/>
                  </a:lnTo>
                  <a:lnTo>
                    <a:pt x="1332090" y="2186612"/>
                  </a:lnTo>
                  <a:lnTo>
                    <a:pt x="1332277" y="2190988"/>
                  </a:lnTo>
                  <a:lnTo>
                    <a:pt x="1332464" y="2195354"/>
                  </a:lnTo>
                  <a:lnTo>
                    <a:pt x="1332651" y="2200046"/>
                  </a:lnTo>
                  <a:lnTo>
                    <a:pt x="1332838" y="2204595"/>
                  </a:lnTo>
                  <a:lnTo>
                    <a:pt x="1333025" y="2208993"/>
                  </a:lnTo>
                  <a:lnTo>
                    <a:pt x="1333212" y="2212844"/>
                  </a:lnTo>
                  <a:lnTo>
                    <a:pt x="1333399" y="2216267"/>
                  </a:lnTo>
                  <a:lnTo>
                    <a:pt x="1333585" y="2219229"/>
                  </a:lnTo>
                  <a:lnTo>
                    <a:pt x="1333772" y="2221847"/>
                  </a:lnTo>
                  <a:lnTo>
                    <a:pt x="1333959" y="2224611"/>
                  </a:lnTo>
                  <a:lnTo>
                    <a:pt x="1334146" y="2227184"/>
                  </a:lnTo>
                  <a:lnTo>
                    <a:pt x="1334333" y="2229702"/>
                  </a:lnTo>
                  <a:lnTo>
                    <a:pt x="1334520" y="2231800"/>
                  </a:lnTo>
                  <a:lnTo>
                    <a:pt x="1334707" y="2233713"/>
                  </a:lnTo>
                  <a:lnTo>
                    <a:pt x="1334894" y="2235572"/>
                  </a:lnTo>
                  <a:lnTo>
                    <a:pt x="1335081" y="2237139"/>
                  </a:lnTo>
                  <a:lnTo>
                    <a:pt x="1335268" y="2238486"/>
                  </a:lnTo>
                  <a:lnTo>
                    <a:pt x="1335455" y="2239733"/>
                  </a:lnTo>
                  <a:lnTo>
                    <a:pt x="1335642" y="2240739"/>
                  </a:lnTo>
                  <a:lnTo>
                    <a:pt x="1335828" y="2241382"/>
                  </a:lnTo>
                  <a:lnTo>
                    <a:pt x="1336015" y="2241930"/>
                  </a:lnTo>
                  <a:lnTo>
                    <a:pt x="1336202" y="2242327"/>
                  </a:lnTo>
                  <a:lnTo>
                    <a:pt x="1336389" y="2242705"/>
                  </a:lnTo>
                  <a:lnTo>
                    <a:pt x="1336576" y="2242985"/>
                  </a:lnTo>
                  <a:lnTo>
                    <a:pt x="1336763" y="2243274"/>
                  </a:lnTo>
                  <a:lnTo>
                    <a:pt x="1336950" y="2243716"/>
                  </a:lnTo>
                  <a:lnTo>
                    <a:pt x="1337137" y="2243323"/>
                  </a:lnTo>
                  <a:lnTo>
                    <a:pt x="1337324" y="2242910"/>
                  </a:lnTo>
                  <a:lnTo>
                    <a:pt x="1337511" y="2241912"/>
                  </a:lnTo>
                  <a:lnTo>
                    <a:pt x="1337698" y="2240954"/>
                  </a:lnTo>
                  <a:lnTo>
                    <a:pt x="1337885" y="2240055"/>
                  </a:lnTo>
                  <a:lnTo>
                    <a:pt x="1338072" y="2238982"/>
                  </a:lnTo>
                  <a:lnTo>
                    <a:pt x="1338258" y="2237992"/>
                  </a:lnTo>
                  <a:lnTo>
                    <a:pt x="1338445" y="2236845"/>
                  </a:lnTo>
                  <a:lnTo>
                    <a:pt x="1338632" y="2235789"/>
                  </a:lnTo>
                  <a:lnTo>
                    <a:pt x="1338819" y="2234675"/>
                  </a:lnTo>
                  <a:lnTo>
                    <a:pt x="1339006" y="2233387"/>
                  </a:lnTo>
                  <a:lnTo>
                    <a:pt x="1339193" y="2232100"/>
                  </a:lnTo>
                  <a:lnTo>
                    <a:pt x="1339380" y="2231036"/>
                  </a:lnTo>
                  <a:lnTo>
                    <a:pt x="1339567" y="2230095"/>
                  </a:lnTo>
                  <a:lnTo>
                    <a:pt x="1339754" y="2229022"/>
                  </a:lnTo>
                  <a:lnTo>
                    <a:pt x="1339941" y="2228040"/>
                  </a:lnTo>
                  <a:lnTo>
                    <a:pt x="1340128" y="2227215"/>
                  </a:lnTo>
                  <a:lnTo>
                    <a:pt x="1340315" y="2226390"/>
                  </a:lnTo>
                  <a:lnTo>
                    <a:pt x="1340502" y="2225565"/>
                  </a:lnTo>
                  <a:lnTo>
                    <a:pt x="1340688" y="2224723"/>
                  </a:lnTo>
                  <a:lnTo>
                    <a:pt x="1340875" y="2223873"/>
                  </a:lnTo>
                  <a:lnTo>
                    <a:pt x="1341062" y="2222751"/>
                  </a:lnTo>
                  <a:lnTo>
                    <a:pt x="1341249" y="2221752"/>
                  </a:lnTo>
                  <a:lnTo>
                    <a:pt x="1341436" y="2220853"/>
                  </a:lnTo>
                  <a:lnTo>
                    <a:pt x="1341623" y="2220267"/>
                  </a:lnTo>
                  <a:lnTo>
                    <a:pt x="1341810" y="2219904"/>
                  </a:lnTo>
                  <a:lnTo>
                    <a:pt x="1341997" y="2219574"/>
                  </a:lnTo>
                  <a:lnTo>
                    <a:pt x="1342184" y="2219310"/>
                  </a:lnTo>
                  <a:lnTo>
                    <a:pt x="1342371" y="2218675"/>
                  </a:lnTo>
                  <a:lnTo>
                    <a:pt x="1342558" y="2218086"/>
                  </a:lnTo>
                  <a:lnTo>
                    <a:pt x="1342745" y="2217591"/>
                  </a:lnTo>
                  <a:lnTo>
                    <a:pt x="1342931" y="2216973"/>
                  </a:lnTo>
                  <a:lnTo>
                    <a:pt x="1343118" y="2216334"/>
                  </a:lnTo>
                  <a:lnTo>
                    <a:pt x="1343305" y="2215690"/>
                  </a:lnTo>
                  <a:lnTo>
                    <a:pt x="1343492" y="2215155"/>
                  </a:lnTo>
                  <a:lnTo>
                    <a:pt x="1343679" y="2214671"/>
                  </a:lnTo>
                  <a:lnTo>
                    <a:pt x="1343866" y="2214399"/>
                  </a:lnTo>
                  <a:lnTo>
                    <a:pt x="1344053" y="2214161"/>
                  </a:lnTo>
                  <a:lnTo>
                    <a:pt x="1344240" y="2213923"/>
                  </a:lnTo>
                  <a:lnTo>
                    <a:pt x="1344427" y="2213685"/>
                  </a:lnTo>
                  <a:lnTo>
                    <a:pt x="1344614" y="2213479"/>
                  </a:lnTo>
                  <a:lnTo>
                    <a:pt x="1344801" y="2213287"/>
                  </a:lnTo>
                  <a:lnTo>
                    <a:pt x="1344988" y="2213202"/>
                  </a:lnTo>
                  <a:lnTo>
                    <a:pt x="1345175" y="2213543"/>
                  </a:lnTo>
                  <a:lnTo>
                    <a:pt x="1345361" y="2213966"/>
                  </a:lnTo>
                  <a:lnTo>
                    <a:pt x="1345548" y="2214640"/>
                  </a:lnTo>
                  <a:lnTo>
                    <a:pt x="1345735" y="2215549"/>
                  </a:lnTo>
                  <a:lnTo>
                    <a:pt x="1345922" y="2216575"/>
                  </a:lnTo>
                  <a:lnTo>
                    <a:pt x="1346109" y="2218490"/>
                  </a:lnTo>
                  <a:lnTo>
                    <a:pt x="1346296" y="2219647"/>
                  </a:lnTo>
                  <a:lnTo>
                    <a:pt x="1346483" y="2221072"/>
                  </a:lnTo>
                  <a:lnTo>
                    <a:pt x="1346670" y="2222623"/>
                  </a:lnTo>
                  <a:lnTo>
                    <a:pt x="1346857" y="2224310"/>
                  </a:lnTo>
                  <a:lnTo>
                    <a:pt x="1347044" y="2226109"/>
                  </a:lnTo>
                  <a:lnTo>
                    <a:pt x="1347231" y="2227952"/>
                  </a:lnTo>
                  <a:lnTo>
                    <a:pt x="1347418" y="2229871"/>
                  </a:lnTo>
                  <a:lnTo>
                    <a:pt x="1347605" y="2232097"/>
                  </a:lnTo>
                  <a:lnTo>
                    <a:pt x="1347791" y="2234161"/>
                  </a:lnTo>
                  <a:lnTo>
                    <a:pt x="1347978" y="2236056"/>
                  </a:lnTo>
                  <a:lnTo>
                    <a:pt x="1348165" y="2238023"/>
                  </a:lnTo>
                  <a:lnTo>
                    <a:pt x="1348352" y="2240033"/>
                  </a:lnTo>
                  <a:lnTo>
                    <a:pt x="1348539" y="2242037"/>
                  </a:lnTo>
                  <a:lnTo>
                    <a:pt x="1348726" y="2244065"/>
                  </a:lnTo>
                  <a:lnTo>
                    <a:pt x="1348913" y="2246247"/>
                  </a:lnTo>
                  <a:lnTo>
                    <a:pt x="1349100" y="2248653"/>
                  </a:lnTo>
                  <a:lnTo>
                    <a:pt x="1349287" y="2251084"/>
                  </a:lnTo>
                  <a:lnTo>
                    <a:pt x="1349474" y="2253354"/>
                  </a:lnTo>
                  <a:lnTo>
                    <a:pt x="1349661" y="2255674"/>
                  </a:lnTo>
                  <a:lnTo>
                    <a:pt x="1349848" y="2258030"/>
                  </a:lnTo>
                  <a:lnTo>
                    <a:pt x="1350034" y="2260435"/>
                  </a:lnTo>
                  <a:lnTo>
                    <a:pt x="1350221" y="2263822"/>
                  </a:lnTo>
                  <a:lnTo>
                    <a:pt x="1350408" y="2266892"/>
                  </a:lnTo>
                  <a:lnTo>
                    <a:pt x="1350595" y="2269986"/>
                  </a:lnTo>
                  <a:lnTo>
                    <a:pt x="1350782" y="2273277"/>
                  </a:lnTo>
                  <a:lnTo>
                    <a:pt x="1350969" y="2276252"/>
                  </a:lnTo>
                  <a:lnTo>
                    <a:pt x="1351156" y="2279180"/>
                  </a:lnTo>
                  <a:lnTo>
                    <a:pt x="1351343" y="2281968"/>
                  </a:lnTo>
                  <a:lnTo>
                    <a:pt x="1351530" y="2284641"/>
                  </a:lnTo>
                  <a:lnTo>
                    <a:pt x="1351717" y="2286358"/>
                  </a:lnTo>
                  <a:lnTo>
                    <a:pt x="1351904" y="2287224"/>
                  </a:lnTo>
                  <a:lnTo>
                    <a:pt x="1352091" y="2287847"/>
                  </a:lnTo>
                  <a:lnTo>
                    <a:pt x="1352278" y="2288409"/>
                  </a:lnTo>
                  <a:lnTo>
                    <a:pt x="1352464" y="2288768"/>
                  </a:lnTo>
                  <a:lnTo>
                    <a:pt x="1352651" y="2289126"/>
                  </a:lnTo>
                  <a:lnTo>
                    <a:pt x="1352838" y="2289472"/>
                  </a:lnTo>
                  <a:lnTo>
                    <a:pt x="1353025" y="2289752"/>
                  </a:lnTo>
                  <a:lnTo>
                    <a:pt x="1353212" y="2290208"/>
                  </a:lnTo>
                  <a:lnTo>
                    <a:pt x="1353399" y="2290683"/>
                  </a:lnTo>
                  <a:lnTo>
                    <a:pt x="1353586" y="2290924"/>
                  </a:lnTo>
                  <a:lnTo>
                    <a:pt x="1353773" y="2291354"/>
                  </a:lnTo>
                  <a:lnTo>
                    <a:pt x="1353960" y="2291792"/>
                  </a:lnTo>
                  <a:lnTo>
                    <a:pt x="1354147" y="2292231"/>
                  </a:lnTo>
                  <a:lnTo>
                    <a:pt x="1354334" y="2292765"/>
                  </a:lnTo>
                  <a:lnTo>
                    <a:pt x="1354521" y="2293620"/>
                  </a:lnTo>
                  <a:lnTo>
                    <a:pt x="1354707" y="2294405"/>
                  </a:lnTo>
                  <a:lnTo>
                    <a:pt x="1354894" y="2295474"/>
                  </a:lnTo>
                  <a:lnTo>
                    <a:pt x="1355081" y="2297002"/>
                  </a:lnTo>
                  <a:lnTo>
                    <a:pt x="1355268" y="2298480"/>
                  </a:lnTo>
                  <a:lnTo>
                    <a:pt x="1355455" y="2299584"/>
                  </a:lnTo>
                  <a:lnTo>
                    <a:pt x="1355642" y="2300886"/>
                  </a:lnTo>
                  <a:lnTo>
                    <a:pt x="1355829" y="2302320"/>
                  </a:lnTo>
                  <a:lnTo>
                    <a:pt x="1356016" y="2303530"/>
                  </a:lnTo>
                  <a:lnTo>
                    <a:pt x="1356203" y="2304642"/>
                  </a:lnTo>
                  <a:lnTo>
                    <a:pt x="1356390" y="2305960"/>
                  </a:lnTo>
                  <a:lnTo>
                    <a:pt x="1356577" y="2307242"/>
                  </a:lnTo>
                  <a:lnTo>
                    <a:pt x="1356764" y="2308436"/>
                  </a:lnTo>
                  <a:lnTo>
                    <a:pt x="1356951" y="2309746"/>
                  </a:lnTo>
                  <a:lnTo>
                    <a:pt x="1357137" y="2310995"/>
                  </a:lnTo>
                  <a:lnTo>
                    <a:pt x="1357324" y="2312113"/>
                  </a:lnTo>
                  <a:lnTo>
                    <a:pt x="1357511" y="2313281"/>
                  </a:lnTo>
                  <a:lnTo>
                    <a:pt x="1357698" y="2314537"/>
                  </a:lnTo>
                  <a:lnTo>
                    <a:pt x="1357885" y="2315774"/>
                  </a:lnTo>
                  <a:lnTo>
                    <a:pt x="1358072" y="2317102"/>
                  </a:lnTo>
                  <a:lnTo>
                    <a:pt x="1358259" y="2318199"/>
                  </a:lnTo>
                  <a:lnTo>
                    <a:pt x="1358446" y="2318966"/>
                  </a:lnTo>
                  <a:lnTo>
                    <a:pt x="1358633" y="2319181"/>
                  </a:lnTo>
                  <a:lnTo>
                    <a:pt x="1358820" y="2319346"/>
                  </a:lnTo>
                  <a:lnTo>
                    <a:pt x="1359007" y="2319495"/>
                  </a:lnTo>
                  <a:lnTo>
                    <a:pt x="1359194" y="2319330"/>
                  </a:lnTo>
                  <a:lnTo>
                    <a:pt x="1359381" y="2319602"/>
                  </a:lnTo>
                  <a:lnTo>
                    <a:pt x="1359567" y="2320237"/>
                  </a:lnTo>
                  <a:lnTo>
                    <a:pt x="1359754" y="2321054"/>
                  </a:lnTo>
                  <a:lnTo>
                    <a:pt x="1359941" y="2321830"/>
                  </a:lnTo>
                  <a:lnTo>
                    <a:pt x="1360128" y="2322457"/>
                  </a:lnTo>
                  <a:lnTo>
                    <a:pt x="1360315" y="2322680"/>
                  </a:lnTo>
                  <a:lnTo>
                    <a:pt x="1360502" y="2322680"/>
                  </a:lnTo>
                  <a:lnTo>
                    <a:pt x="1360689" y="2322771"/>
                  </a:lnTo>
                  <a:lnTo>
                    <a:pt x="1360876" y="2322820"/>
                  </a:lnTo>
                  <a:lnTo>
                    <a:pt x="1361063" y="2322878"/>
                  </a:lnTo>
                  <a:lnTo>
                    <a:pt x="1361250" y="2323092"/>
                  </a:lnTo>
                  <a:lnTo>
                    <a:pt x="1361437" y="2323753"/>
                  </a:lnTo>
                  <a:lnTo>
                    <a:pt x="1361624" y="2324388"/>
                  </a:lnTo>
                  <a:lnTo>
                    <a:pt x="1361810" y="2324883"/>
                  </a:lnTo>
                  <a:lnTo>
                    <a:pt x="1361997" y="2325378"/>
                  </a:lnTo>
                  <a:lnTo>
                    <a:pt x="1362184" y="2325485"/>
                  </a:lnTo>
                  <a:lnTo>
                    <a:pt x="1362371" y="2325296"/>
                  </a:lnTo>
                  <a:lnTo>
                    <a:pt x="1362558" y="2324801"/>
                  </a:lnTo>
                  <a:lnTo>
                    <a:pt x="1362745" y="2324239"/>
                  </a:lnTo>
                  <a:lnTo>
                    <a:pt x="1362932" y="2323612"/>
                  </a:lnTo>
                  <a:lnTo>
                    <a:pt x="1363119" y="2323224"/>
                  </a:lnTo>
                  <a:lnTo>
                    <a:pt x="1363306" y="2322894"/>
                  </a:lnTo>
                  <a:lnTo>
                    <a:pt x="1363493" y="2322248"/>
                  </a:lnTo>
                  <a:lnTo>
                    <a:pt x="1363680" y="2321630"/>
                  </a:lnTo>
                  <a:lnTo>
                    <a:pt x="1363867" y="2321011"/>
                  </a:lnTo>
                  <a:lnTo>
                    <a:pt x="1364054" y="2320277"/>
                  </a:lnTo>
                  <a:lnTo>
                    <a:pt x="1364240" y="2319266"/>
                  </a:lnTo>
                  <a:lnTo>
                    <a:pt x="1364427" y="2318286"/>
                  </a:lnTo>
                  <a:lnTo>
                    <a:pt x="1364614" y="2317413"/>
                  </a:lnTo>
                  <a:lnTo>
                    <a:pt x="1364801" y="2316566"/>
                  </a:lnTo>
                  <a:lnTo>
                    <a:pt x="1364988" y="2315594"/>
                  </a:lnTo>
                  <a:lnTo>
                    <a:pt x="1365175" y="2314680"/>
                  </a:lnTo>
                  <a:lnTo>
                    <a:pt x="1365362" y="2313929"/>
                  </a:lnTo>
                  <a:lnTo>
                    <a:pt x="1365549" y="2313026"/>
                  </a:lnTo>
                  <a:lnTo>
                    <a:pt x="1365736" y="2312309"/>
                  </a:lnTo>
                  <a:lnTo>
                    <a:pt x="1365923" y="2311592"/>
                  </a:lnTo>
                  <a:lnTo>
                    <a:pt x="1366110" y="2310875"/>
                  </a:lnTo>
                  <a:lnTo>
                    <a:pt x="1366297" y="2310198"/>
                  </a:lnTo>
                  <a:lnTo>
                    <a:pt x="1366484" y="2309458"/>
                  </a:lnTo>
                  <a:lnTo>
                    <a:pt x="1366670" y="2308870"/>
                  </a:lnTo>
                  <a:lnTo>
                    <a:pt x="1366857" y="2309102"/>
                  </a:lnTo>
                  <a:lnTo>
                    <a:pt x="1367044" y="2309679"/>
                  </a:lnTo>
                  <a:lnTo>
                    <a:pt x="1367231" y="2310282"/>
                  </a:lnTo>
                  <a:lnTo>
                    <a:pt x="1367418" y="2310402"/>
                  </a:lnTo>
                  <a:lnTo>
                    <a:pt x="1367605" y="2310618"/>
                  </a:lnTo>
                  <a:lnTo>
                    <a:pt x="1367792" y="2311137"/>
                  </a:lnTo>
                  <a:lnTo>
                    <a:pt x="1367979" y="2311671"/>
                  </a:lnTo>
                  <a:lnTo>
                    <a:pt x="1368166" y="2312113"/>
                  </a:lnTo>
                  <a:lnTo>
                    <a:pt x="1368353" y="2312892"/>
                  </a:lnTo>
                  <a:lnTo>
                    <a:pt x="1368540" y="2313801"/>
                  </a:lnTo>
                  <a:lnTo>
                    <a:pt x="1368727" y="2314753"/>
                  </a:lnTo>
                  <a:lnTo>
                    <a:pt x="1368913" y="2315806"/>
                  </a:lnTo>
                  <a:lnTo>
                    <a:pt x="1369100" y="2316860"/>
                  </a:lnTo>
                  <a:lnTo>
                    <a:pt x="1369287" y="2317872"/>
                  </a:lnTo>
                  <a:lnTo>
                    <a:pt x="1369474" y="2318949"/>
                  </a:lnTo>
                  <a:lnTo>
                    <a:pt x="1369661" y="2320003"/>
                  </a:lnTo>
                  <a:lnTo>
                    <a:pt x="1369848" y="2321116"/>
                  </a:lnTo>
                  <a:lnTo>
                    <a:pt x="1370035" y="2322052"/>
                  </a:lnTo>
                  <a:lnTo>
                    <a:pt x="1370222" y="2323011"/>
                  </a:lnTo>
                  <a:lnTo>
                    <a:pt x="1370409" y="2323820"/>
                  </a:lnTo>
                  <a:lnTo>
                    <a:pt x="1370596" y="2324405"/>
                  </a:lnTo>
                  <a:lnTo>
                    <a:pt x="1370783" y="2325367"/>
                  </a:lnTo>
                  <a:lnTo>
                    <a:pt x="1370970" y="2326328"/>
                  </a:lnTo>
                  <a:lnTo>
                    <a:pt x="1371157" y="2327320"/>
                  </a:lnTo>
                  <a:lnTo>
                    <a:pt x="1371343" y="2328009"/>
                  </a:lnTo>
                  <a:lnTo>
                    <a:pt x="1371530" y="2328642"/>
                  </a:lnTo>
                  <a:lnTo>
                    <a:pt x="1371717" y="2329065"/>
                  </a:lnTo>
                  <a:lnTo>
                    <a:pt x="1371904" y="2329710"/>
                  </a:lnTo>
                  <a:lnTo>
                    <a:pt x="1372091" y="2330474"/>
                  </a:lnTo>
                  <a:lnTo>
                    <a:pt x="1372278" y="2331226"/>
                  </a:lnTo>
                  <a:lnTo>
                    <a:pt x="1372465" y="2331990"/>
                  </a:lnTo>
                  <a:lnTo>
                    <a:pt x="1372652" y="2332668"/>
                  </a:lnTo>
                  <a:lnTo>
                    <a:pt x="1372839" y="2333235"/>
                  </a:lnTo>
                  <a:lnTo>
                    <a:pt x="1373026" y="2333673"/>
                  </a:lnTo>
                  <a:lnTo>
                    <a:pt x="1373213" y="2334185"/>
                  </a:lnTo>
                  <a:lnTo>
                    <a:pt x="1373400" y="2334858"/>
                  </a:lnTo>
                  <a:lnTo>
                    <a:pt x="1373586" y="2335287"/>
                  </a:lnTo>
                  <a:lnTo>
                    <a:pt x="1373773" y="2335734"/>
                  </a:lnTo>
                  <a:lnTo>
                    <a:pt x="1373960" y="2336114"/>
                  </a:lnTo>
                  <a:lnTo>
                    <a:pt x="1374147" y="2336204"/>
                  </a:lnTo>
                  <a:lnTo>
                    <a:pt x="1374334" y="2336257"/>
                  </a:lnTo>
                  <a:lnTo>
                    <a:pt x="1374521" y="2336849"/>
                  </a:lnTo>
                  <a:lnTo>
                    <a:pt x="1374708" y="2337328"/>
                  </a:lnTo>
                  <a:lnTo>
                    <a:pt x="1374895" y="2338120"/>
                  </a:lnTo>
                  <a:lnTo>
                    <a:pt x="1375082" y="2338557"/>
                  </a:lnTo>
                  <a:lnTo>
                    <a:pt x="1375269" y="2338763"/>
                  </a:lnTo>
                  <a:lnTo>
                    <a:pt x="1375456" y="2338895"/>
                  </a:lnTo>
                  <a:lnTo>
                    <a:pt x="1375643" y="2339060"/>
                  </a:lnTo>
                  <a:lnTo>
                    <a:pt x="1375830" y="2339498"/>
                  </a:lnTo>
                  <a:lnTo>
                    <a:pt x="1376016" y="2339886"/>
                  </a:lnTo>
                  <a:lnTo>
                    <a:pt x="1376203" y="2340348"/>
                  </a:lnTo>
                  <a:lnTo>
                    <a:pt x="1376390" y="2341231"/>
                  </a:lnTo>
                  <a:lnTo>
                    <a:pt x="1376577" y="2341990"/>
                  </a:lnTo>
                  <a:lnTo>
                    <a:pt x="1376764" y="2342427"/>
                  </a:lnTo>
                  <a:lnTo>
                    <a:pt x="1376951" y="2342823"/>
                  </a:lnTo>
                  <a:lnTo>
                    <a:pt x="1377138" y="2343351"/>
                  </a:lnTo>
                  <a:lnTo>
                    <a:pt x="1377325" y="2343813"/>
                  </a:lnTo>
                  <a:lnTo>
                    <a:pt x="1377512" y="2344053"/>
                  </a:lnTo>
                  <a:lnTo>
                    <a:pt x="1377699" y="2344416"/>
                  </a:lnTo>
                  <a:lnTo>
                    <a:pt x="1377886" y="2344903"/>
                  </a:lnTo>
                  <a:lnTo>
                    <a:pt x="1378073" y="2345447"/>
                  </a:lnTo>
                  <a:lnTo>
                    <a:pt x="1378260" y="2346107"/>
                  </a:lnTo>
                  <a:lnTo>
                    <a:pt x="1378446" y="2346636"/>
                  </a:lnTo>
                  <a:lnTo>
                    <a:pt x="1378633" y="2346809"/>
                  </a:lnTo>
                  <a:lnTo>
                    <a:pt x="1378820" y="2346891"/>
                  </a:lnTo>
                  <a:lnTo>
                    <a:pt x="1379007" y="2346570"/>
                  </a:lnTo>
                  <a:lnTo>
                    <a:pt x="1379194" y="2346017"/>
                  </a:lnTo>
                  <a:lnTo>
                    <a:pt x="1379381" y="2345497"/>
                  </a:lnTo>
                  <a:lnTo>
                    <a:pt x="1379568" y="2344738"/>
                  </a:lnTo>
                  <a:lnTo>
                    <a:pt x="1379755" y="2343723"/>
                  </a:lnTo>
                  <a:lnTo>
                    <a:pt x="1379942" y="2342921"/>
                  </a:lnTo>
                  <a:lnTo>
                    <a:pt x="1380129" y="2341824"/>
                  </a:lnTo>
                  <a:lnTo>
                    <a:pt x="1380316" y="2340784"/>
                  </a:lnTo>
                  <a:lnTo>
                    <a:pt x="1380503" y="2339511"/>
                  </a:lnTo>
                  <a:lnTo>
                    <a:pt x="1380689" y="2338255"/>
                  </a:lnTo>
                  <a:lnTo>
                    <a:pt x="1380876" y="2336806"/>
                  </a:lnTo>
                  <a:lnTo>
                    <a:pt x="1381063" y="2335103"/>
                  </a:lnTo>
                  <a:lnTo>
                    <a:pt x="1381250" y="2333072"/>
                  </a:lnTo>
                  <a:lnTo>
                    <a:pt x="1381437" y="2330929"/>
                  </a:lnTo>
                  <a:lnTo>
                    <a:pt x="1381624" y="2328523"/>
                  </a:lnTo>
                  <a:lnTo>
                    <a:pt x="1381811" y="2326074"/>
                  </a:lnTo>
                  <a:lnTo>
                    <a:pt x="1381998" y="2323580"/>
                  </a:lnTo>
                  <a:lnTo>
                    <a:pt x="1382185" y="2321260"/>
                  </a:lnTo>
                  <a:lnTo>
                    <a:pt x="1382372" y="2319259"/>
                  </a:lnTo>
                  <a:lnTo>
                    <a:pt x="1382559" y="2317150"/>
                  </a:lnTo>
                  <a:lnTo>
                    <a:pt x="1382746" y="2315184"/>
                  </a:lnTo>
                  <a:lnTo>
                    <a:pt x="1382933" y="2313154"/>
                  </a:lnTo>
                  <a:lnTo>
                    <a:pt x="1383119" y="2309746"/>
                  </a:lnTo>
                  <a:lnTo>
                    <a:pt x="1383306" y="2306395"/>
                  </a:lnTo>
                  <a:lnTo>
                    <a:pt x="1383493" y="2302732"/>
                  </a:lnTo>
                  <a:lnTo>
                    <a:pt x="1383680" y="2298762"/>
                  </a:lnTo>
                  <a:lnTo>
                    <a:pt x="1383867" y="2294868"/>
                  </a:lnTo>
                  <a:lnTo>
                    <a:pt x="1384054" y="2291204"/>
                  </a:lnTo>
                  <a:lnTo>
                    <a:pt x="1384241" y="2287870"/>
                  </a:lnTo>
                  <a:lnTo>
                    <a:pt x="1384428" y="2284520"/>
                  </a:lnTo>
                  <a:lnTo>
                    <a:pt x="1384615" y="2281227"/>
                  </a:lnTo>
                  <a:lnTo>
                    <a:pt x="1384802" y="2277811"/>
                  </a:lnTo>
                  <a:lnTo>
                    <a:pt x="1384989" y="2273982"/>
                  </a:lnTo>
                  <a:lnTo>
                    <a:pt x="1385176" y="2269930"/>
                  </a:lnTo>
                  <a:lnTo>
                    <a:pt x="1385363" y="2265912"/>
                  </a:lnTo>
                  <a:lnTo>
                    <a:pt x="1385549" y="2261827"/>
                  </a:lnTo>
                  <a:lnTo>
                    <a:pt x="1385736" y="2257619"/>
                  </a:lnTo>
                  <a:lnTo>
                    <a:pt x="1385923" y="2253518"/>
                  </a:lnTo>
                  <a:lnTo>
                    <a:pt x="1386110" y="2249507"/>
                  </a:lnTo>
                  <a:lnTo>
                    <a:pt x="1386297" y="2245599"/>
                  </a:lnTo>
                  <a:lnTo>
                    <a:pt x="1386484" y="2242145"/>
                  </a:lnTo>
                  <a:lnTo>
                    <a:pt x="1386671" y="2239818"/>
                  </a:lnTo>
                  <a:lnTo>
                    <a:pt x="1386858" y="2237747"/>
                  </a:lnTo>
                  <a:lnTo>
                    <a:pt x="1387045" y="2235845"/>
                  </a:lnTo>
                  <a:lnTo>
                    <a:pt x="1387232" y="2233863"/>
                  </a:lnTo>
                  <a:lnTo>
                    <a:pt x="1387419" y="2231825"/>
                  </a:lnTo>
                  <a:lnTo>
                    <a:pt x="1387606" y="2229878"/>
                  </a:lnTo>
                  <a:lnTo>
                    <a:pt x="1387792" y="2228024"/>
                  </a:lnTo>
                  <a:lnTo>
                    <a:pt x="1387979" y="2226240"/>
                  </a:lnTo>
                  <a:lnTo>
                    <a:pt x="1388166" y="2224614"/>
                  </a:lnTo>
                  <a:lnTo>
                    <a:pt x="1388353" y="2223266"/>
                  </a:lnTo>
                  <a:lnTo>
                    <a:pt x="1388540" y="2222045"/>
                  </a:lnTo>
                  <a:lnTo>
                    <a:pt x="1388727" y="2220920"/>
                  </a:lnTo>
                  <a:lnTo>
                    <a:pt x="1388914" y="2219935"/>
                  </a:lnTo>
                  <a:lnTo>
                    <a:pt x="1389101" y="2219618"/>
                  </a:lnTo>
                  <a:lnTo>
                    <a:pt x="1389288" y="2219377"/>
                  </a:lnTo>
                  <a:lnTo>
                    <a:pt x="1389475" y="2219186"/>
                  </a:lnTo>
                  <a:lnTo>
                    <a:pt x="1389662" y="2218413"/>
                  </a:lnTo>
                  <a:lnTo>
                    <a:pt x="1389849" y="2218086"/>
                  </a:lnTo>
                  <a:lnTo>
                    <a:pt x="1390036" y="2217516"/>
                  </a:lnTo>
                  <a:lnTo>
                    <a:pt x="1390222" y="2217194"/>
                  </a:lnTo>
                  <a:lnTo>
                    <a:pt x="1390409" y="2217013"/>
                  </a:lnTo>
                  <a:lnTo>
                    <a:pt x="1390596" y="2216988"/>
                  </a:lnTo>
                  <a:lnTo>
                    <a:pt x="1390783" y="2217087"/>
                  </a:lnTo>
                  <a:lnTo>
                    <a:pt x="1390970" y="2217326"/>
                  </a:lnTo>
                  <a:lnTo>
                    <a:pt x="1391157" y="2217335"/>
                  </a:lnTo>
                  <a:lnTo>
                    <a:pt x="1391344" y="2217186"/>
                  </a:lnTo>
                  <a:lnTo>
                    <a:pt x="1391531" y="2216980"/>
                  </a:lnTo>
                  <a:lnTo>
                    <a:pt x="1391718" y="2216650"/>
                  </a:lnTo>
                  <a:lnTo>
                    <a:pt x="1391905" y="2216179"/>
                  </a:lnTo>
                  <a:lnTo>
                    <a:pt x="1392092" y="2215726"/>
                  </a:lnTo>
                  <a:lnTo>
                    <a:pt x="1392279" y="2215086"/>
                  </a:lnTo>
                  <a:lnTo>
                    <a:pt x="1392465" y="2214680"/>
                  </a:lnTo>
                  <a:lnTo>
                    <a:pt x="1392652" y="2214094"/>
                  </a:lnTo>
                  <a:lnTo>
                    <a:pt x="1392839" y="2213658"/>
                  </a:lnTo>
                  <a:lnTo>
                    <a:pt x="1393026" y="2213090"/>
                  </a:lnTo>
                  <a:lnTo>
                    <a:pt x="1393213" y="2212086"/>
                  </a:lnTo>
                  <a:lnTo>
                    <a:pt x="1393400" y="2210710"/>
                  </a:lnTo>
                  <a:lnTo>
                    <a:pt x="1393587" y="2209152"/>
                  </a:lnTo>
                  <a:lnTo>
                    <a:pt x="1393774" y="2207281"/>
                  </a:lnTo>
                  <a:lnTo>
                    <a:pt x="1393961" y="2205927"/>
                  </a:lnTo>
                  <a:lnTo>
                    <a:pt x="1394148" y="2204656"/>
                  </a:lnTo>
                  <a:lnTo>
                    <a:pt x="1394335" y="2203544"/>
                  </a:lnTo>
                  <a:lnTo>
                    <a:pt x="1394522" y="2202871"/>
                  </a:lnTo>
                  <a:lnTo>
                    <a:pt x="1394709" y="2201779"/>
                  </a:lnTo>
                  <a:lnTo>
                    <a:pt x="1394895" y="2200300"/>
                  </a:lnTo>
                  <a:lnTo>
                    <a:pt x="1395082" y="2198746"/>
                  </a:lnTo>
                  <a:lnTo>
                    <a:pt x="1395269" y="2197036"/>
                  </a:lnTo>
                  <a:lnTo>
                    <a:pt x="1395456" y="2195407"/>
                  </a:lnTo>
                  <a:lnTo>
                    <a:pt x="1395643" y="2193891"/>
                  </a:lnTo>
                  <a:lnTo>
                    <a:pt x="1395830" y="2192488"/>
                  </a:lnTo>
                  <a:lnTo>
                    <a:pt x="1396017" y="2191464"/>
                  </a:lnTo>
                  <a:lnTo>
                    <a:pt x="1396204" y="2190498"/>
                  </a:lnTo>
                  <a:lnTo>
                    <a:pt x="1396391" y="2189397"/>
                  </a:lnTo>
                  <a:lnTo>
                    <a:pt x="1396578" y="2188392"/>
                  </a:lnTo>
                  <a:lnTo>
                    <a:pt x="1396765" y="2187616"/>
                  </a:lnTo>
                  <a:lnTo>
                    <a:pt x="1396952" y="2186707"/>
                  </a:lnTo>
                  <a:lnTo>
                    <a:pt x="1397139" y="2184962"/>
                  </a:lnTo>
                  <a:lnTo>
                    <a:pt x="1397325" y="2183293"/>
                  </a:lnTo>
                  <a:lnTo>
                    <a:pt x="1397512" y="2182080"/>
                  </a:lnTo>
                  <a:lnTo>
                    <a:pt x="1397699" y="2180726"/>
                  </a:lnTo>
                  <a:lnTo>
                    <a:pt x="1397886" y="2179439"/>
                  </a:lnTo>
                  <a:lnTo>
                    <a:pt x="1398073" y="2178284"/>
                  </a:lnTo>
                  <a:lnTo>
                    <a:pt x="1398260" y="2177071"/>
                  </a:lnTo>
                  <a:lnTo>
                    <a:pt x="1398447" y="2175916"/>
                  </a:lnTo>
                  <a:lnTo>
                    <a:pt x="1398634" y="2174571"/>
                  </a:lnTo>
                  <a:lnTo>
                    <a:pt x="1398821" y="2173242"/>
                  </a:lnTo>
                  <a:lnTo>
                    <a:pt x="1399008" y="2172211"/>
                  </a:lnTo>
                  <a:lnTo>
                    <a:pt x="1399195" y="2171732"/>
                  </a:lnTo>
                  <a:lnTo>
                    <a:pt x="1399382" y="2171402"/>
                  </a:lnTo>
                  <a:lnTo>
                    <a:pt x="1399568" y="2171072"/>
                  </a:lnTo>
                  <a:lnTo>
                    <a:pt x="1399755" y="2170824"/>
                  </a:lnTo>
                  <a:lnTo>
                    <a:pt x="1399942" y="2170535"/>
                  </a:lnTo>
                  <a:lnTo>
                    <a:pt x="1400129" y="2170271"/>
                  </a:lnTo>
                  <a:lnTo>
                    <a:pt x="1400316" y="2170280"/>
                  </a:lnTo>
                  <a:lnTo>
                    <a:pt x="1400503" y="2170197"/>
                  </a:lnTo>
                  <a:lnTo>
                    <a:pt x="1400690" y="2170197"/>
                  </a:lnTo>
                  <a:lnTo>
                    <a:pt x="1400877" y="2170197"/>
                  </a:lnTo>
                  <a:lnTo>
                    <a:pt x="1401064" y="2170304"/>
                  </a:lnTo>
                  <a:lnTo>
                    <a:pt x="1401251" y="2170544"/>
                  </a:lnTo>
                  <a:lnTo>
                    <a:pt x="1401438" y="2171031"/>
                  </a:lnTo>
                  <a:lnTo>
                    <a:pt x="1401625" y="2171847"/>
                  </a:lnTo>
                  <a:lnTo>
                    <a:pt x="1401812" y="2172648"/>
                  </a:lnTo>
                  <a:lnTo>
                    <a:pt x="1401998" y="2173325"/>
                  </a:lnTo>
                  <a:lnTo>
                    <a:pt x="1402185" y="2174108"/>
                  </a:lnTo>
                  <a:lnTo>
                    <a:pt x="1402372" y="2174917"/>
                  </a:lnTo>
                  <a:lnTo>
                    <a:pt x="1402559" y="2175825"/>
                  </a:lnTo>
                  <a:lnTo>
                    <a:pt x="1402746" y="2176898"/>
                  </a:lnTo>
                  <a:lnTo>
                    <a:pt x="1402933" y="2178193"/>
                  </a:lnTo>
                  <a:lnTo>
                    <a:pt x="1403120" y="2179513"/>
                  </a:lnTo>
                  <a:lnTo>
                    <a:pt x="1403307" y="2180834"/>
                  </a:lnTo>
                  <a:lnTo>
                    <a:pt x="1403494" y="2182154"/>
                  </a:lnTo>
                  <a:lnTo>
                    <a:pt x="1403681" y="2183474"/>
                  </a:lnTo>
                  <a:lnTo>
                    <a:pt x="1403868" y="2184720"/>
                  </a:lnTo>
                  <a:lnTo>
                    <a:pt x="1404055" y="2185876"/>
                  </a:lnTo>
                  <a:lnTo>
                    <a:pt x="1404241" y="2186874"/>
                  </a:lnTo>
                  <a:lnTo>
                    <a:pt x="1404428" y="2187542"/>
                  </a:lnTo>
                  <a:lnTo>
                    <a:pt x="1404615" y="2188203"/>
                  </a:lnTo>
                  <a:lnTo>
                    <a:pt x="1404802" y="2188846"/>
                  </a:lnTo>
                  <a:lnTo>
                    <a:pt x="1404989" y="2189383"/>
                  </a:lnTo>
                  <a:lnTo>
                    <a:pt x="1405176" y="2189894"/>
                  </a:lnTo>
                  <a:lnTo>
                    <a:pt x="1405363" y="2190224"/>
                  </a:lnTo>
                  <a:lnTo>
                    <a:pt x="1405550" y="2190431"/>
                  </a:lnTo>
                  <a:lnTo>
                    <a:pt x="1405737" y="2190389"/>
                  </a:lnTo>
                  <a:lnTo>
                    <a:pt x="1405924" y="2190224"/>
                  </a:lnTo>
                  <a:lnTo>
                    <a:pt x="1406111" y="2190059"/>
                  </a:lnTo>
                  <a:lnTo>
                    <a:pt x="1406298" y="2189894"/>
                  </a:lnTo>
                  <a:lnTo>
                    <a:pt x="1406485" y="2189729"/>
                  </a:lnTo>
                  <a:lnTo>
                    <a:pt x="1406671" y="2189638"/>
                  </a:lnTo>
                  <a:lnTo>
                    <a:pt x="1406858" y="2189638"/>
                  </a:lnTo>
                  <a:lnTo>
                    <a:pt x="1407045" y="2189638"/>
                  </a:lnTo>
                  <a:lnTo>
                    <a:pt x="1407232" y="2189638"/>
                  </a:lnTo>
                  <a:lnTo>
                    <a:pt x="1407419" y="2189416"/>
                  </a:lnTo>
                  <a:lnTo>
                    <a:pt x="1407606" y="2189049"/>
                  </a:lnTo>
                  <a:lnTo>
                    <a:pt x="1407793" y="2188832"/>
                  </a:lnTo>
                  <a:lnTo>
                    <a:pt x="1407980" y="2188513"/>
                  </a:lnTo>
                  <a:lnTo>
                    <a:pt x="1408167" y="2188236"/>
                  </a:lnTo>
                  <a:lnTo>
                    <a:pt x="1408354" y="2187989"/>
                  </a:lnTo>
                  <a:lnTo>
                    <a:pt x="1408541" y="2187748"/>
                  </a:lnTo>
                  <a:lnTo>
                    <a:pt x="1408728" y="2187508"/>
                  </a:lnTo>
                  <a:lnTo>
                    <a:pt x="1408915" y="2187268"/>
                  </a:lnTo>
                  <a:lnTo>
                    <a:pt x="1409101" y="2187027"/>
                  </a:lnTo>
                  <a:lnTo>
                    <a:pt x="1409288" y="2186787"/>
                  </a:lnTo>
                  <a:lnTo>
                    <a:pt x="1409475" y="2186546"/>
                  </a:lnTo>
                  <a:lnTo>
                    <a:pt x="1409662" y="2186306"/>
                  </a:lnTo>
                  <a:lnTo>
                    <a:pt x="1409849" y="2186065"/>
                  </a:lnTo>
                  <a:lnTo>
                    <a:pt x="1410036" y="2185825"/>
                  </a:lnTo>
                  <a:lnTo>
                    <a:pt x="1410223" y="2185548"/>
                  </a:lnTo>
                  <a:lnTo>
                    <a:pt x="1410410" y="2185316"/>
                  </a:lnTo>
                  <a:lnTo>
                    <a:pt x="1410597" y="2185240"/>
                  </a:lnTo>
                  <a:lnTo>
                    <a:pt x="1410784" y="2185256"/>
                  </a:lnTo>
                  <a:lnTo>
                    <a:pt x="1410971" y="2185502"/>
                  </a:lnTo>
                  <a:lnTo>
                    <a:pt x="1411158" y="2185709"/>
                  </a:lnTo>
                  <a:lnTo>
                    <a:pt x="1411344" y="2185568"/>
                  </a:lnTo>
                  <a:lnTo>
                    <a:pt x="1411531" y="2185568"/>
                  </a:lnTo>
                  <a:lnTo>
                    <a:pt x="1411718" y="2185527"/>
                  </a:lnTo>
                  <a:lnTo>
                    <a:pt x="1411905" y="2185362"/>
                  </a:lnTo>
                  <a:lnTo>
                    <a:pt x="1412092" y="2185172"/>
                  </a:lnTo>
                  <a:lnTo>
                    <a:pt x="1412279" y="2185040"/>
                  </a:lnTo>
                  <a:lnTo>
                    <a:pt x="1412466" y="2185065"/>
                  </a:lnTo>
                  <a:lnTo>
                    <a:pt x="1412653" y="2185263"/>
                  </a:lnTo>
                  <a:lnTo>
                    <a:pt x="1412840" y="2185725"/>
                  </a:lnTo>
                  <a:lnTo>
                    <a:pt x="1413027" y="2186278"/>
                  </a:lnTo>
                  <a:lnTo>
                    <a:pt x="1413214" y="2186947"/>
                  </a:lnTo>
                  <a:lnTo>
                    <a:pt x="1413401" y="2187978"/>
                  </a:lnTo>
                  <a:lnTo>
                    <a:pt x="1413588" y="2189059"/>
                  </a:lnTo>
                  <a:lnTo>
                    <a:pt x="1413774" y="2190232"/>
                  </a:lnTo>
                  <a:lnTo>
                    <a:pt x="1413961" y="2191502"/>
                  </a:lnTo>
                  <a:lnTo>
                    <a:pt x="1414148" y="2192962"/>
                  </a:lnTo>
                  <a:lnTo>
                    <a:pt x="1414335" y="2194363"/>
                  </a:lnTo>
                  <a:lnTo>
                    <a:pt x="1414522" y="2195796"/>
                  </a:lnTo>
                  <a:lnTo>
                    <a:pt x="1414709" y="2197506"/>
                  </a:lnTo>
                  <a:lnTo>
                    <a:pt x="1414896" y="2199247"/>
                  </a:lnTo>
                  <a:lnTo>
                    <a:pt x="1415083" y="2200893"/>
                  </a:lnTo>
                  <a:lnTo>
                    <a:pt x="1415270" y="2202415"/>
                  </a:lnTo>
                  <a:lnTo>
                    <a:pt x="1415457" y="2203896"/>
                  </a:lnTo>
                  <a:lnTo>
                    <a:pt x="1415644" y="2205146"/>
                  </a:lnTo>
                  <a:lnTo>
                    <a:pt x="1415831" y="2206593"/>
                  </a:lnTo>
                  <a:lnTo>
                    <a:pt x="1416018" y="2208272"/>
                  </a:lnTo>
                  <a:lnTo>
                    <a:pt x="1416204" y="2209877"/>
                  </a:lnTo>
                  <a:lnTo>
                    <a:pt x="1416391" y="2211521"/>
                  </a:lnTo>
                  <a:lnTo>
                    <a:pt x="1416578" y="2213131"/>
                  </a:lnTo>
                  <a:lnTo>
                    <a:pt x="1416765" y="2214723"/>
                  </a:lnTo>
                  <a:lnTo>
                    <a:pt x="1416952" y="2216555"/>
                  </a:lnTo>
                  <a:lnTo>
                    <a:pt x="1417139" y="2218576"/>
                  </a:lnTo>
                  <a:lnTo>
                    <a:pt x="1417326" y="2220252"/>
                  </a:lnTo>
                  <a:lnTo>
                    <a:pt x="1417513" y="2221901"/>
                  </a:lnTo>
                  <a:lnTo>
                    <a:pt x="1417700" y="2223271"/>
                  </a:lnTo>
                  <a:lnTo>
                    <a:pt x="1417887" y="2224874"/>
                  </a:lnTo>
                  <a:lnTo>
                    <a:pt x="1418074" y="2226452"/>
                  </a:lnTo>
                  <a:lnTo>
                    <a:pt x="1418261" y="2227975"/>
                  </a:lnTo>
                  <a:lnTo>
                    <a:pt x="1418447" y="2229761"/>
                  </a:lnTo>
                  <a:lnTo>
                    <a:pt x="1418634" y="2231660"/>
                  </a:lnTo>
                  <a:lnTo>
                    <a:pt x="1418821" y="2233637"/>
                  </a:lnTo>
                  <a:lnTo>
                    <a:pt x="1419008" y="2235590"/>
                  </a:lnTo>
                  <a:lnTo>
                    <a:pt x="1419195" y="2237502"/>
                  </a:lnTo>
                  <a:lnTo>
                    <a:pt x="1419382" y="2239369"/>
                  </a:lnTo>
                  <a:lnTo>
                    <a:pt x="1419569" y="2241194"/>
                  </a:lnTo>
                  <a:lnTo>
                    <a:pt x="1419756" y="2242700"/>
                  </a:lnTo>
                  <a:lnTo>
                    <a:pt x="1419943" y="2244314"/>
                  </a:lnTo>
                  <a:lnTo>
                    <a:pt x="1420130" y="2245785"/>
                  </a:lnTo>
                  <a:lnTo>
                    <a:pt x="1420317" y="2247337"/>
                  </a:lnTo>
                  <a:lnTo>
                    <a:pt x="1420504" y="2250249"/>
                  </a:lnTo>
                  <a:lnTo>
                    <a:pt x="1420691" y="2253105"/>
                  </a:lnTo>
                  <a:lnTo>
                    <a:pt x="1420877" y="2256282"/>
                  </a:lnTo>
                  <a:lnTo>
                    <a:pt x="1421064" y="2259921"/>
                  </a:lnTo>
                  <a:lnTo>
                    <a:pt x="1421251" y="2263403"/>
                  </a:lnTo>
                  <a:lnTo>
                    <a:pt x="1421438" y="2266737"/>
                  </a:lnTo>
                  <a:lnTo>
                    <a:pt x="1421625" y="2269740"/>
                  </a:lnTo>
                  <a:lnTo>
                    <a:pt x="1421812" y="2273049"/>
                  </a:lnTo>
                  <a:lnTo>
                    <a:pt x="1421999" y="2276383"/>
                  </a:lnTo>
                  <a:lnTo>
                    <a:pt x="1422186" y="2279931"/>
                  </a:lnTo>
                  <a:lnTo>
                    <a:pt x="1422373" y="2283760"/>
                  </a:lnTo>
                  <a:lnTo>
                    <a:pt x="1422560" y="2287812"/>
                  </a:lnTo>
                  <a:lnTo>
                    <a:pt x="1422747" y="2291830"/>
                  </a:lnTo>
                  <a:lnTo>
                    <a:pt x="1422934" y="2295915"/>
                  </a:lnTo>
                  <a:lnTo>
                    <a:pt x="1423120" y="2299901"/>
                  </a:lnTo>
                  <a:lnTo>
                    <a:pt x="1423307" y="2303754"/>
                  </a:lnTo>
                  <a:lnTo>
                    <a:pt x="1423494" y="2307501"/>
                  </a:lnTo>
                  <a:lnTo>
                    <a:pt x="1423681" y="2311140"/>
                  </a:lnTo>
                  <a:lnTo>
                    <a:pt x="1423868" y="2314325"/>
                  </a:lnTo>
                  <a:lnTo>
                    <a:pt x="1424055" y="2316383"/>
                  </a:lnTo>
                  <a:lnTo>
                    <a:pt x="1424242" y="2318185"/>
                  </a:lnTo>
                  <a:lnTo>
                    <a:pt x="1424429" y="2319818"/>
                  </a:lnTo>
                  <a:lnTo>
                    <a:pt x="1424616" y="2321531"/>
                  </a:lnTo>
                  <a:lnTo>
                    <a:pt x="1424803" y="2323396"/>
                  </a:lnTo>
                  <a:lnTo>
                    <a:pt x="1424990" y="2325315"/>
                  </a:lnTo>
                  <a:lnTo>
                    <a:pt x="1425177" y="2327243"/>
                  </a:lnTo>
                  <a:lnTo>
                    <a:pt x="1425364" y="2329118"/>
                  </a:lnTo>
                  <a:lnTo>
                    <a:pt x="1425550" y="2330903"/>
                  </a:lnTo>
                  <a:lnTo>
                    <a:pt x="1425737" y="2332577"/>
                  </a:lnTo>
                  <a:lnTo>
                    <a:pt x="1425924" y="2334170"/>
                  </a:lnTo>
                  <a:lnTo>
                    <a:pt x="1426111" y="2335668"/>
                  </a:lnTo>
                  <a:lnTo>
                    <a:pt x="1426298" y="2337074"/>
                  </a:lnTo>
                  <a:lnTo>
                    <a:pt x="1426485" y="2338356"/>
                  </a:lnTo>
                  <a:lnTo>
                    <a:pt x="1426672" y="2339595"/>
                  </a:lnTo>
                  <a:lnTo>
                    <a:pt x="1426859" y="2340942"/>
                  </a:lnTo>
                  <a:lnTo>
                    <a:pt x="1427046" y="2342928"/>
                  </a:lnTo>
                  <a:lnTo>
                    <a:pt x="1427233" y="2344576"/>
                  </a:lnTo>
                  <a:lnTo>
                    <a:pt x="1427420" y="2346465"/>
                  </a:lnTo>
                  <a:lnTo>
                    <a:pt x="1427607" y="2347975"/>
                  </a:lnTo>
                  <a:lnTo>
                    <a:pt x="1427794" y="2349147"/>
                  </a:lnTo>
                  <a:lnTo>
                    <a:pt x="1427980" y="2350022"/>
                  </a:lnTo>
                  <a:lnTo>
                    <a:pt x="1428167" y="2350748"/>
                  </a:lnTo>
                  <a:lnTo>
                    <a:pt x="1428354" y="2351243"/>
                  </a:lnTo>
                  <a:lnTo>
                    <a:pt x="1428541" y="2351738"/>
                  </a:lnTo>
                  <a:lnTo>
                    <a:pt x="1428728" y="2352382"/>
                  </a:lnTo>
                  <a:lnTo>
                    <a:pt x="1428915" y="2353083"/>
                  </a:lnTo>
                  <a:lnTo>
                    <a:pt x="1429102" y="2353909"/>
                  </a:lnTo>
                  <a:lnTo>
                    <a:pt x="1429289" y="2354734"/>
                  </a:lnTo>
                  <a:lnTo>
                    <a:pt x="1429476" y="2355509"/>
                  </a:lnTo>
                  <a:lnTo>
                    <a:pt x="1429663" y="2356054"/>
                  </a:lnTo>
                  <a:lnTo>
                    <a:pt x="1429850" y="2356417"/>
                  </a:lnTo>
                  <a:lnTo>
                    <a:pt x="1430037" y="2356896"/>
                  </a:lnTo>
                  <a:lnTo>
                    <a:pt x="1430223" y="2357490"/>
                  </a:lnTo>
                  <a:lnTo>
                    <a:pt x="1430410" y="2358323"/>
                  </a:lnTo>
                  <a:lnTo>
                    <a:pt x="1430597" y="2359660"/>
                  </a:lnTo>
                  <a:lnTo>
                    <a:pt x="1430784" y="2361368"/>
                  </a:lnTo>
                  <a:lnTo>
                    <a:pt x="1430971" y="2363258"/>
                  </a:lnTo>
                  <a:lnTo>
                    <a:pt x="1431158" y="2365461"/>
                  </a:lnTo>
                  <a:lnTo>
                    <a:pt x="1431345" y="2367183"/>
                  </a:lnTo>
                  <a:lnTo>
                    <a:pt x="1431532" y="2368986"/>
                  </a:lnTo>
                  <a:lnTo>
                    <a:pt x="1431719" y="2370827"/>
                  </a:lnTo>
                  <a:lnTo>
                    <a:pt x="1431906" y="2372312"/>
                  </a:lnTo>
                  <a:lnTo>
                    <a:pt x="1432093" y="2374218"/>
                  </a:lnTo>
                  <a:lnTo>
                    <a:pt x="1432280" y="2376509"/>
                  </a:lnTo>
                  <a:lnTo>
                    <a:pt x="1432467" y="2378887"/>
                  </a:lnTo>
                  <a:lnTo>
                    <a:pt x="1432653" y="2381341"/>
                  </a:lnTo>
                  <a:lnTo>
                    <a:pt x="1432840" y="2383958"/>
                  </a:lnTo>
                  <a:lnTo>
                    <a:pt x="1433027" y="2386679"/>
                  </a:lnTo>
                  <a:lnTo>
                    <a:pt x="1433214" y="2389170"/>
                  </a:lnTo>
                  <a:lnTo>
                    <a:pt x="1433401" y="2391663"/>
                  </a:lnTo>
                  <a:lnTo>
                    <a:pt x="1433588" y="2393984"/>
                  </a:lnTo>
                  <a:lnTo>
                    <a:pt x="1433775" y="2396433"/>
                  </a:lnTo>
                  <a:lnTo>
                    <a:pt x="1433962" y="2398786"/>
                  </a:lnTo>
                  <a:lnTo>
                    <a:pt x="1434149" y="2400862"/>
                  </a:lnTo>
                  <a:lnTo>
                    <a:pt x="1434336" y="2402848"/>
                  </a:lnTo>
                  <a:lnTo>
                    <a:pt x="1434523" y="2405397"/>
                  </a:lnTo>
                  <a:lnTo>
                    <a:pt x="1434710" y="2407754"/>
                  </a:lnTo>
                  <a:lnTo>
                    <a:pt x="1434897" y="2409689"/>
                  </a:lnTo>
                  <a:lnTo>
                    <a:pt x="1435083" y="2411997"/>
                  </a:lnTo>
                  <a:lnTo>
                    <a:pt x="1435270" y="2414075"/>
                  </a:lnTo>
                  <a:lnTo>
                    <a:pt x="1435457" y="2416008"/>
                  </a:lnTo>
                  <a:lnTo>
                    <a:pt x="1435644" y="2417908"/>
                  </a:lnTo>
                  <a:lnTo>
                    <a:pt x="1435831" y="2419624"/>
                  </a:lnTo>
                  <a:lnTo>
                    <a:pt x="1436018" y="2421463"/>
                  </a:lnTo>
                  <a:lnTo>
                    <a:pt x="1436205" y="2422874"/>
                  </a:lnTo>
                  <a:lnTo>
                    <a:pt x="1436392" y="2424129"/>
                  </a:lnTo>
                  <a:lnTo>
                    <a:pt x="1436579" y="2424921"/>
                  </a:lnTo>
                  <a:lnTo>
                    <a:pt x="1436766" y="2425534"/>
                  </a:lnTo>
                  <a:lnTo>
                    <a:pt x="1436953" y="2426147"/>
                  </a:lnTo>
                  <a:lnTo>
                    <a:pt x="1437140" y="2426760"/>
                  </a:lnTo>
                  <a:lnTo>
                    <a:pt x="1437326" y="2427497"/>
                  </a:lnTo>
                  <a:lnTo>
                    <a:pt x="1437513" y="2428276"/>
                  </a:lnTo>
                  <a:lnTo>
                    <a:pt x="1437700" y="2428848"/>
                  </a:lnTo>
                  <a:lnTo>
                    <a:pt x="1437887" y="2429277"/>
                  </a:lnTo>
                  <a:lnTo>
                    <a:pt x="1438074" y="2429788"/>
                  </a:lnTo>
                  <a:lnTo>
                    <a:pt x="1438261" y="2430312"/>
                  </a:lnTo>
                  <a:lnTo>
                    <a:pt x="1438448" y="2430812"/>
                  </a:lnTo>
                  <a:lnTo>
                    <a:pt x="1438635" y="2431097"/>
                  </a:lnTo>
                  <a:lnTo>
                    <a:pt x="1438822" y="2431200"/>
                  </a:lnTo>
                  <a:lnTo>
                    <a:pt x="1439009" y="2431241"/>
                  </a:lnTo>
                  <a:lnTo>
                    <a:pt x="1439196" y="2431359"/>
                  </a:lnTo>
                  <a:lnTo>
                    <a:pt x="1439383" y="2431310"/>
                  </a:lnTo>
                  <a:lnTo>
                    <a:pt x="1439570" y="2431186"/>
                  </a:lnTo>
                  <a:lnTo>
                    <a:pt x="1439756" y="2431046"/>
                  </a:lnTo>
                  <a:lnTo>
                    <a:pt x="1439943" y="2430881"/>
                  </a:lnTo>
                  <a:lnTo>
                    <a:pt x="1440130" y="2430592"/>
                  </a:lnTo>
                  <a:lnTo>
                    <a:pt x="1440317" y="2430097"/>
                  </a:lnTo>
                  <a:lnTo>
                    <a:pt x="1440504" y="2429602"/>
                  </a:lnTo>
                  <a:lnTo>
                    <a:pt x="1440691" y="2429107"/>
                  </a:lnTo>
                  <a:lnTo>
                    <a:pt x="1440878" y="2428611"/>
                  </a:lnTo>
                  <a:lnTo>
                    <a:pt x="1441065" y="2427902"/>
                  </a:lnTo>
                  <a:lnTo>
                    <a:pt x="1441252" y="2427151"/>
                  </a:lnTo>
                  <a:lnTo>
                    <a:pt x="1441439" y="2426656"/>
                  </a:lnTo>
                  <a:lnTo>
                    <a:pt x="1441626" y="2426276"/>
                  </a:lnTo>
                  <a:lnTo>
                    <a:pt x="1441813" y="2425946"/>
                  </a:lnTo>
                  <a:lnTo>
                    <a:pt x="1441999" y="2425509"/>
                  </a:lnTo>
                  <a:lnTo>
                    <a:pt x="1442186" y="2425022"/>
                  </a:lnTo>
                  <a:lnTo>
                    <a:pt x="1442373" y="2424502"/>
                  </a:lnTo>
                  <a:lnTo>
                    <a:pt x="1442560" y="2423982"/>
                  </a:lnTo>
                  <a:lnTo>
                    <a:pt x="1442747" y="2423487"/>
                  </a:lnTo>
                  <a:lnTo>
                    <a:pt x="1442934" y="2422942"/>
                  </a:lnTo>
                  <a:lnTo>
                    <a:pt x="1443121" y="2422447"/>
                  </a:lnTo>
                  <a:lnTo>
                    <a:pt x="1443308" y="2421952"/>
                  </a:lnTo>
                  <a:lnTo>
                    <a:pt x="1443495" y="2421342"/>
                  </a:lnTo>
                  <a:lnTo>
                    <a:pt x="1443682" y="2420516"/>
                  </a:lnTo>
                  <a:lnTo>
                    <a:pt x="1443869" y="2419790"/>
                  </a:lnTo>
                  <a:lnTo>
                    <a:pt x="1444056" y="2418825"/>
                  </a:lnTo>
                  <a:lnTo>
                    <a:pt x="1444243" y="2417447"/>
                  </a:lnTo>
                  <a:lnTo>
                    <a:pt x="1444429" y="2415813"/>
                  </a:lnTo>
                  <a:lnTo>
                    <a:pt x="1444616" y="2414162"/>
                  </a:lnTo>
                  <a:lnTo>
                    <a:pt x="1444803" y="2412512"/>
                  </a:lnTo>
                  <a:lnTo>
                    <a:pt x="1444990" y="2411043"/>
                  </a:lnTo>
                  <a:lnTo>
                    <a:pt x="1445177" y="2409610"/>
                  </a:lnTo>
                  <a:lnTo>
                    <a:pt x="1445364" y="2408991"/>
                  </a:lnTo>
                  <a:lnTo>
                    <a:pt x="1445551" y="2408416"/>
                  </a:lnTo>
                  <a:lnTo>
                    <a:pt x="1445738" y="2407858"/>
                  </a:lnTo>
                  <a:lnTo>
                    <a:pt x="1445925" y="2407323"/>
                  </a:lnTo>
                  <a:lnTo>
                    <a:pt x="1446112" y="2406601"/>
                  </a:lnTo>
                  <a:lnTo>
                    <a:pt x="1446299" y="2405964"/>
                  </a:lnTo>
                  <a:lnTo>
                    <a:pt x="1446486" y="2405483"/>
                  </a:lnTo>
                  <a:lnTo>
                    <a:pt x="1446673" y="2405086"/>
                  </a:lnTo>
                  <a:lnTo>
                    <a:pt x="1446859" y="2404894"/>
                  </a:lnTo>
                  <a:lnTo>
                    <a:pt x="1447046" y="2404936"/>
                  </a:lnTo>
                  <a:lnTo>
                    <a:pt x="1447233" y="2405165"/>
                  </a:lnTo>
                  <a:lnTo>
                    <a:pt x="1447420" y="2405405"/>
                  </a:lnTo>
                  <a:lnTo>
                    <a:pt x="1447607" y="2405688"/>
                  </a:lnTo>
                  <a:lnTo>
                    <a:pt x="1447794" y="2405994"/>
                  </a:lnTo>
                  <a:lnTo>
                    <a:pt x="1447981" y="2406308"/>
                  </a:lnTo>
                  <a:lnTo>
                    <a:pt x="1448168" y="2406432"/>
                  </a:lnTo>
                  <a:lnTo>
                    <a:pt x="1448355" y="2406516"/>
                  </a:lnTo>
                  <a:lnTo>
                    <a:pt x="1448542" y="2406309"/>
                  </a:lnTo>
                  <a:lnTo>
                    <a:pt x="1448729" y="2406549"/>
                  </a:lnTo>
                  <a:lnTo>
                    <a:pt x="1448916" y="2407044"/>
                  </a:lnTo>
                  <a:lnTo>
                    <a:pt x="1449102" y="2407580"/>
                  </a:lnTo>
                  <a:lnTo>
                    <a:pt x="1449289" y="2408240"/>
                  </a:lnTo>
                  <a:lnTo>
                    <a:pt x="1449476" y="2408925"/>
                  </a:lnTo>
                  <a:lnTo>
                    <a:pt x="1449663" y="2409750"/>
                  </a:lnTo>
                  <a:lnTo>
                    <a:pt x="1449850" y="2410575"/>
                  </a:lnTo>
                  <a:lnTo>
                    <a:pt x="1450037" y="2411318"/>
                  </a:lnTo>
                  <a:lnTo>
                    <a:pt x="1450224" y="2411821"/>
                  </a:lnTo>
                  <a:lnTo>
                    <a:pt x="1450411" y="2412094"/>
                  </a:lnTo>
                  <a:lnTo>
                    <a:pt x="1450598" y="2412152"/>
                  </a:lnTo>
                  <a:lnTo>
                    <a:pt x="1450785" y="2412020"/>
                  </a:lnTo>
                  <a:lnTo>
                    <a:pt x="1450972" y="2411920"/>
                  </a:lnTo>
                  <a:lnTo>
                    <a:pt x="1451159" y="2411622"/>
                  </a:lnTo>
                  <a:lnTo>
                    <a:pt x="1451346" y="2411376"/>
                  </a:lnTo>
                  <a:lnTo>
                    <a:pt x="1451532" y="2411129"/>
                  </a:lnTo>
                  <a:lnTo>
                    <a:pt x="1451719" y="2410882"/>
                  </a:lnTo>
                  <a:lnTo>
                    <a:pt x="1451906" y="2410605"/>
                  </a:lnTo>
                  <a:lnTo>
                    <a:pt x="1452093" y="2410207"/>
                  </a:lnTo>
                  <a:lnTo>
                    <a:pt x="1452280" y="2409786"/>
                  </a:lnTo>
                  <a:lnTo>
                    <a:pt x="1452467" y="2409262"/>
                  </a:lnTo>
                  <a:lnTo>
                    <a:pt x="1452654" y="2408739"/>
                  </a:lnTo>
                  <a:lnTo>
                    <a:pt x="1452841" y="2408298"/>
                  </a:lnTo>
                  <a:lnTo>
                    <a:pt x="1453028" y="2408096"/>
                  </a:lnTo>
                  <a:lnTo>
                    <a:pt x="1453215" y="2408068"/>
                  </a:lnTo>
                  <a:lnTo>
                    <a:pt x="1453402" y="2408039"/>
                  </a:lnTo>
                  <a:lnTo>
                    <a:pt x="1453589" y="2408011"/>
                  </a:lnTo>
                  <a:lnTo>
                    <a:pt x="1453776" y="2407893"/>
                  </a:lnTo>
                  <a:lnTo>
                    <a:pt x="1453962" y="2407554"/>
                  </a:lnTo>
                  <a:lnTo>
                    <a:pt x="1454149" y="2407142"/>
                  </a:lnTo>
                  <a:lnTo>
                    <a:pt x="1454336" y="2406647"/>
                  </a:lnTo>
                  <a:lnTo>
                    <a:pt x="1454523" y="2406070"/>
                  </a:lnTo>
                  <a:lnTo>
                    <a:pt x="1454710" y="2405493"/>
                  </a:lnTo>
                  <a:lnTo>
                    <a:pt x="1454897" y="2405007"/>
                  </a:lnTo>
                  <a:lnTo>
                    <a:pt x="1455084" y="2404842"/>
                  </a:lnTo>
                  <a:lnTo>
                    <a:pt x="1455271" y="2404677"/>
                  </a:lnTo>
                  <a:lnTo>
                    <a:pt x="1455458" y="2404520"/>
                  </a:lnTo>
                  <a:lnTo>
                    <a:pt x="1455645" y="2404520"/>
                  </a:lnTo>
                  <a:lnTo>
                    <a:pt x="1455832" y="2404569"/>
                  </a:lnTo>
                  <a:lnTo>
                    <a:pt x="1456019" y="2404734"/>
                  </a:lnTo>
                  <a:lnTo>
                    <a:pt x="1456205" y="2404899"/>
                  </a:lnTo>
                  <a:lnTo>
                    <a:pt x="1456392" y="2405353"/>
                  </a:lnTo>
                  <a:lnTo>
                    <a:pt x="1456579" y="2405931"/>
                  </a:lnTo>
                  <a:lnTo>
                    <a:pt x="1456766" y="2406756"/>
                  </a:lnTo>
                  <a:lnTo>
                    <a:pt x="1456953" y="2407581"/>
                  </a:lnTo>
                  <a:lnTo>
                    <a:pt x="1457140" y="2408489"/>
                  </a:lnTo>
                  <a:lnTo>
                    <a:pt x="1457327" y="2409339"/>
                  </a:lnTo>
                  <a:lnTo>
                    <a:pt x="1457514" y="2410164"/>
                  </a:lnTo>
                  <a:lnTo>
                    <a:pt x="1457701" y="2410907"/>
                  </a:lnTo>
                  <a:lnTo>
                    <a:pt x="1457888" y="2411567"/>
                  </a:lnTo>
                  <a:lnTo>
                    <a:pt x="1458075" y="2412219"/>
                  </a:lnTo>
                  <a:lnTo>
                    <a:pt x="1458262" y="2412706"/>
                  </a:lnTo>
                  <a:lnTo>
                    <a:pt x="1458449" y="2413036"/>
                  </a:lnTo>
                  <a:lnTo>
                    <a:pt x="1458635" y="2413316"/>
                  </a:lnTo>
                  <a:lnTo>
                    <a:pt x="1458822" y="2413481"/>
                  </a:lnTo>
                  <a:lnTo>
                    <a:pt x="1459009" y="2413547"/>
                  </a:lnTo>
                  <a:lnTo>
                    <a:pt x="1459196" y="2413258"/>
                  </a:lnTo>
                  <a:lnTo>
                    <a:pt x="1459383" y="2412887"/>
                  </a:lnTo>
                  <a:lnTo>
                    <a:pt x="1459570" y="2412733"/>
                  </a:lnTo>
                  <a:lnTo>
                    <a:pt x="1459757" y="2412609"/>
                  </a:lnTo>
                  <a:lnTo>
                    <a:pt x="1459944" y="2412484"/>
                  </a:lnTo>
                  <a:lnTo>
                    <a:pt x="1460131" y="2412465"/>
                  </a:lnTo>
                  <a:lnTo>
                    <a:pt x="1460318" y="2412415"/>
                  </a:lnTo>
                  <a:lnTo>
                    <a:pt x="1460505" y="2412203"/>
                  </a:lnTo>
                  <a:lnTo>
                    <a:pt x="1460692" y="2411907"/>
                  </a:lnTo>
                  <a:lnTo>
                    <a:pt x="1460878" y="2411581"/>
                  </a:lnTo>
                  <a:lnTo>
                    <a:pt x="1461065" y="2411369"/>
                  </a:lnTo>
                  <a:lnTo>
                    <a:pt x="1461252" y="2411157"/>
                  </a:lnTo>
                  <a:lnTo>
                    <a:pt x="1461439" y="2410945"/>
                  </a:lnTo>
                  <a:lnTo>
                    <a:pt x="1461626" y="2410733"/>
                  </a:lnTo>
                  <a:lnTo>
                    <a:pt x="1461813" y="2410593"/>
                  </a:lnTo>
                  <a:lnTo>
                    <a:pt x="1462000" y="2410501"/>
                  </a:lnTo>
                  <a:lnTo>
                    <a:pt x="1462187" y="2410409"/>
                  </a:lnTo>
                  <a:lnTo>
                    <a:pt x="1462374" y="2410285"/>
                  </a:lnTo>
                  <a:lnTo>
                    <a:pt x="1462561" y="2410160"/>
                  </a:lnTo>
                  <a:lnTo>
                    <a:pt x="1462748" y="2410036"/>
                  </a:lnTo>
                  <a:lnTo>
                    <a:pt x="1462935" y="2409882"/>
                  </a:lnTo>
                  <a:lnTo>
                    <a:pt x="1463122" y="2409494"/>
                  </a:lnTo>
                  <a:lnTo>
                    <a:pt x="1463308" y="2409329"/>
                  </a:lnTo>
                  <a:lnTo>
                    <a:pt x="1463495" y="2409280"/>
                  </a:lnTo>
                  <a:lnTo>
                    <a:pt x="1463682" y="2409280"/>
                  </a:lnTo>
                  <a:lnTo>
                    <a:pt x="1463869" y="2409280"/>
                  </a:lnTo>
                  <a:lnTo>
                    <a:pt x="1464056" y="2409280"/>
                  </a:lnTo>
                  <a:lnTo>
                    <a:pt x="1464243" y="2409280"/>
                  </a:lnTo>
                  <a:lnTo>
                    <a:pt x="1464430" y="2409280"/>
                  </a:lnTo>
                  <a:lnTo>
                    <a:pt x="1464617" y="2409280"/>
                  </a:lnTo>
                  <a:lnTo>
                    <a:pt x="1464804" y="2409280"/>
                  </a:lnTo>
                  <a:lnTo>
                    <a:pt x="1464991" y="2409280"/>
                  </a:lnTo>
                  <a:lnTo>
                    <a:pt x="1465178" y="2409280"/>
                  </a:lnTo>
                  <a:lnTo>
                    <a:pt x="1465365" y="2409280"/>
                  </a:lnTo>
                  <a:lnTo>
                    <a:pt x="1465552" y="2409280"/>
                  </a:lnTo>
                  <a:lnTo>
                    <a:pt x="1465738" y="2409280"/>
                  </a:lnTo>
                  <a:lnTo>
                    <a:pt x="1465925" y="2409280"/>
                  </a:lnTo>
                  <a:lnTo>
                    <a:pt x="1466112" y="2409280"/>
                  </a:lnTo>
                  <a:lnTo>
                    <a:pt x="1466299" y="2409280"/>
                  </a:lnTo>
                  <a:lnTo>
                    <a:pt x="1466486" y="2409280"/>
                  </a:lnTo>
                  <a:lnTo>
                    <a:pt x="1466673" y="2409280"/>
                  </a:lnTo>
                  <a:lnTo>
                    <a:pt x="1466860" y="2409280"/>
                  </a:lnTo>
                  <a:lnTo>
                    <a:pt x="1467047" y="2409280"/>
                  </a:lnTo>
                  <a:lnTo>
                    <a:pt x="1467234" y="2409280"/>
                  </a:lnTo>
                  <a:lnTo>
                    <a:pt x="1467421" y="2409280"/>
                  </a:lnTo>
                  <a:lnTo>
                    <a:pt x="1467608" y="2409280"/>
                  </a:lnTo>
                  <a:lnTo>
                    <a:pt x="1467795" y="2409280"/>
                  </a:lnTo>
                  <a:lnTo>
                    <a:pt x="1467981" y="2409280"/>
                  </a:lnTo>
                  <a:lnTo>
                    <a:pt x="1468168" y="2409280"/>
                  </a:lnTo>
                  <a:lnTo>
                    <a:pt x="1468355" y="2409280"/>
                  </a:lnTo>
                  <a:lnTo>
                    <a:pt x="1468542" y="2409280"/>
                  </a:lnTo>
                  <a:lnTo>
                    <a:pt x="1468729" y="2409280"/>
                  </a:lnTo>
                  <a:lnTo>
                    <a:pt x="1468916" y="2409280"/>
                  </a:lnTo>
                  <a:lnTo>
                    <a:pt x="1469103" y="2409280"/>
                  </a:lnTo>
                  <a:lnTo>
                    <a:pt x="1469290" y="2409280"/>
                  </a:lnTo>
                  <a:lnTo>
                    <a:pt x="1469477" y="2409280"/>
                  </a:lnTo>
                  <a:lnTo>
                    <a:pt x="1469664" y="2409280"/>
                  </a:lnTo>
                  <a:lnTo>
                    <a:pt x="1469851" y="2409280"/>
                  </a:lnTo>
                  <a:lnTo>
                    <a:pt x="1470038" y="2409280"/>
                  </a:lnTo>
                  <a:lnTo>
                    <a:pt x="1470225" y="2409059"/>
                  </a:lnTo>
                  <a:lnTo>
                    <a:pt x="1470411" y="2408812"/>
                  </a:lnTo>
                  <a:lnTo>
                    <a:pt x="1470598" y="2408689"/>
                  </a:lnTo>
                  <a:lnTo>
                    <a:pt x="1470785" y="2408541"/>
                  </a:lnTo>
                  <a:lnTo>
                    <a:pt x="1470972" y="2408506"/>
                  </a:lnTo>
                  <a:lnTo>
                    <a:pt x="1471159" y="2408478"/>
                  </a:lnTo>
                  <a:lnTo>
                    <a:pt x="1471346" y="2408449"/>
                  </a:lnTo>
                  <a:lnTo>
                    <a:pt x="1471533" y="2408421"/>
                  </a:lnTo>
                  <a:lnTo>
                    <a:pt x="1471720" y="2408392"/>
                  </a:lnTo>
                  <a:lnTo>
                    <a:pt x="1471907" y="2408364"/>
                  </a:lnTo>
                  <a:lnTo>
                    <a:pt x="1472094" y="2408336"/>
                  </a:lnTo>
                  <a:lnTo>
                    <a:pt x="1472281" y="2408241"/>
                  </a:lnTo>
                  <a:lnTo>
                    <a:pt x="1472468" y="2408054"/>
                  </a:lnTo>
                  <a:lnTo>
                    <a:pt x="1472655" y="2407998"/>
                  </a:lnTo>
                  <a:lnTo>
                    <a:pt x="1472841" y="2407880"/>
                  </a:lnTo>
                  <a:lnTo>
                    <a:pt x="1473028" y="2407853"/>
                  </a:lnTo>
                  <a:lnTo>
                    <a:pt x="1473215" y="2407780"/>
                  </a:lnTo>
                  <a:lnTo>
                    <a:pt x="1473402" y="2407565"/>
                  </a:lnTo>
                  <a:lnTo>
                    <a:pt x="1473589" y="2407319"/>
                  </a:lnTo>
                  <a:lnTo>
                    <a:pt x="1473776" y="2406954"/>
                  </a:lnTo>
                  <a:lnTo>
                    <a:pt x="1473963" y="2406641"/>
                  </a:lnTo>
                  <a:lnTo>
                    <a:pt x="1474150" y="2406300"/>
                  </a:lnTo>
                  <a:lnTo>
                    <a:pt x="1474337" y="2405786"/>
                  </a:lnTo>
                  <a:lnTo>
                    <a:pt x="1474524" y="2405173"/>
                  </a:lnTo>
                  <a:lnTo>
                    <a:pt x="1474711" y="2404403"/>
                  </a:lnTo>
                  <a:lnTo>
                    <a:pt x="1474898" y="2403625"/>
                  </a:lnTo>
                  <a:lnTo>
                    <a:pt x="1475084" y="2402913"/>
                  </a:lnTo>
                  <a:lnTo>
                    <a:pt x="1475271" y="2402293"/>
                  </a:lnTo>
                  <a:lnTo>
                    <a:pt x="1475458" y="2401543"/>
                  </a:lnTo>
                  <a:lnTo>
                    <a:pt x="1475645" y="2400854"/>
                  </a:lnTo>
                  <a:lnTo>
                    <a:pt x="1475832" y="2400081"/>
                  </a:lnTo>
                  <a:lnTo>
                    <a:pt x="1476019" y="2399508"/>
                  </a:lnTo>
                  <a:lnTo>
                    <a:pt x="1476206" y="2399075"/>
                  </a:lnTo>
                  <a:lnTo>
                    <a:pt x="1476393" y="2398704"/>
                  </a:lnTo>
                  <a:lnTo>
                    <a:pt x="1476580" y="2398363"/>
                  </a:lnTo>
                  <a:lnTo>
                    <a:pt x="1476767" y="2398247"/>
                  </a:lnTo>
                  <a:lnTo>
                    <a:pt x="1476954" y="2398305"/>
                  </a:lnTo>
                  <a:lnTo>
                    <a:pt x="1477141" y="2398676"/>
                  </a:lnTo>
                  <a:lnTo>
                    <a:pt x="1477328" y="2399171"/>
                  </a:lnTo>
                  <a:lnTo>
                    <a:pt x="1477514" y="2399823"/>
                  </a:lnTo>
                  <a:lnTo>
                    <a:pt x="1477701" y="2400648"/>
                  </a:lnTo>
                  <a:lnTo>
                    <a:pt x="1477888" y="2401474"/>
                  </a:lnTo>
                  <a:lnTo>
                    <a:pt x="1478075" y="2402299"/>
                  </a:lnTo>
                  <a:lnTo>
                    <a:pt x="1478262" y="2403124"/>
                  </a:lnTo>
                  <a:lnTo>
                    <a:pt x="1478449" y="2404164"/>
                  </a:lnTo>
                  <a:lnTo>
                    <a:pt x="1478636" y="2405319"/>
                  </a:lnTo>
                  <a:lnTo>
                    <a:pt x="1478823" y="2406309"/>
                  </a:lnTo>
                  <a:lnTo>
                    <a:pt x="1479010" y="2407184"/>
                  </a:lnTo>
                  <a:lnTo>
                    <a:pt x="1479197" y="2408009"/>
                  </a:lnTo>
                  <a:lnTo>
                    <a:pt x="1479384" y="2408834"/>
                  </a:lnTo>
                  <a:lnTo>
                    <a:pt x="1479571" y="2409651"/>
                  </a:lnTo>
                  <a:lnTo>
                    <a:pt x="1479757" y="2410460"/>
                  </a:lnTo>
                  <a:lnTo>
                    <a:pt x="1479944" y="2411145"/>
                  </a:lnTo>
                  <a:lnTo>
                    <a:pt x="1480131" y="2411681"/>
                  </a:lnTo>
                  <a:lnTo>
                    <a:pt x="1480318" y="2412226"/>
                  </a:lnTo>
                  <a:lnTo>
                    <a:pt x="1480505" y="2412721"/>
                  </a:lnTo>
                  <a:lnTo>
                    <a:pt x="1480692" y="2413216"/>
                  </a:lnTo>
                  <a:lnTo>
                    <a:pt x="1480879" y="2413827"/>
                  </a:lnTo>
                  <a:lnTo>
                    <a:pt x="1481066" y="2414652"/>
                  </a:lnTo>
                  <a:lnTo>
                    <a:pt x="1481253" y="2415378"/>
                  </a:lnTo>
                  <a:lnTo>
                    <a:pt x="1481440" y="2416046"/>
                  </a:lnTo>
                  <a:lnTo>
                    <a:pt x="1481627" y="2416929"/>
                  </a:lnTo>
                  <a:lnTo>
                    <a:pt x="1481814" y="2418068"/>
                  </a:lnTo>
                  <a:lnTo>
                    <a:pt x="1482001" y="2419228"/>
                  </a:lnTo>
                  <a:lnTo>
                    <a:pt x="1482187" y="2420252"/>
                  </a:lnTo>
                  <a:lnTo>
                    <a:pt x="1482374" y="2420941"/>
                  </a:lnTo>
                  <a:lnTo>
                    <a:pt x="1482561" y="2420912"/>
                  </a:lnTo>
                  <a:lnTo>
                    <a:pt x="1482748" y="2420072"/>
                  </a:lnTo>
                  <a:lnTo>
                    <a:pt x="1482935" y="2419182"/>
                  </a:lnTo>
                  <a:lnTo>
                    <a:pt x="1483122" y="2418270"/>
                  </a:lnTo>
                  <a:lnTo>
                    <a:pt x="1483309" y="2417329"/>
                  </a:lnTo>
                  <a:lnTo>
                    <a:pt x="1483496" y="2416573"/>
                  </a:lnTo>
                  <a:lnTo>
                    <a:pt x="1483683" y="2415734"/>
                  </a:lnTo>
                  <a:lnTo>
                    <a:pt x="1483870" y="2414738"/>
                  </a:lnTo>
                  <a:lnTo>
                    <a:pt x="1484057" y="2413524"/>
                  </a:lnTo>
                  <a:lnTo>
                    <a:pt x="1484244" y="2412153"/>
                  </a:lnTo>
                  <a:lnTo>
                    <a:pt x="1484431" y="2410539"/>
                  </a:lnTo>
                  <a:lnTo>
                    <a:pt x="1484617" y="2408738"/>
                  </a:lnTo>
                  <a:lnTo>
                    <a:pt x="1484804" y="2407170"/>
                  </a:lnTo>
                  <a:lnTo>
                    <a:pt x="1484991" y="2405462"/>
                  </a:lnTo>
                  <a:lnTo>
                    <a:pt x="1485178" y="2403399"/>
                  </a:lnTo>
                  <a:lnTo>
                    <a:pt x="1485365" y="2402229"/>
                  </a:lnTo>
                  <a:lnTo>
                    <a:pt x="1485552" y="2401396"/>
                  </a:lnTo>
                  <a:lnTo>
                    <a:pt x="1485739" y="2400736"/>
                  </a:lnTo>
                  <a:lnTo>
                    <a:pt x="1485926" y="2400405"/>
                  </a:lnTo>
                  <a:lnTo>
                    <a:pt x="1486113" y="2399960"/>
                  </a:lnTo>
                  <a:lnTo>
                    <a:pt x="1486300" y="2399135"/>
                  </a:lnTo>
                  <a:lnTo>
                    <a:pt x="1486487" y="2398309"/>
                  </a:lnTo>
                  <a:lnTo>
                    <a:pt x="1486674" y="2397468"/>
                  </a:lnTo>
                  <a:lnTo>
                    <a:pt x="1486860" y="2396709"/>
                  </a:lnTo>
                  <a:lnTo>
                    <a:pt x="1487047" y="2396007"/>
                  </a:lnTo>
                  <a:lnTo>
                    <a:pt x="1487234" y="2395190"/>
                  </a:lnTo>
                  <a:lnTo>
                    <a:pt x="1487421" y="2394888"/>
                  </a:lnTo>
                  <a:lnTo>
                    <a:pt x="1487608" y="2394879"/>
                  </a:lnTo>
                  <a:lnTo>
                    <a:pt x="1487795" y="2395086"/>
                  </a:lnTo>
                  <a:lnTo>
                    <a:pt x="1487982" y="2395314"/>
                  </a:lnTo>
                  <a:lnTo>
                    <a:pt x="1488169" y="2395477"/>
                  </a:lnTo>
                  <a:lnTo>
                    <a:pt x="1488356" y="2395639"/>
                  </a:lnTo>
                  <a:lnTo>
                    <a:pt x="1488543" y="2395802"/>
                  </a:lnTo>
                  <a:lnTo>
                    <a:pt x="1488730" y="2395935"/>
                  </a:lnTo>
                  <a:lnTo>
                    <a:pt x="1488917" y="2395978"/>
                  </a:lnTo>
                  <a:lnTo>
                    <a:pt x="1489104" y="2396020"/>
                  </a:lnTo>
                  <a:lnTo>
                    <a:pt x="1489290" y="2396063"/>
                  </a:lnTo>
                  <a:lnTo>
                    <a:pt x="1489477" y="2396118"/>
                  </a:lnTo>
                  <a:lnTo>
                    <a:pt x="1489664" y="2396281"/>
                  </a:lnTo>
                  <a:lnTo>
                    <a:pt x="1489851" y="2396504"/>
                  </a:lnTo>
                  <a:lnTo>
                    <a:pt x="1490038" y="2396901"/>
                  </a:lnTo>
                  <a:lnTo>
                    <a:pt x="1490225" y="2397173"/>
                  </a:lnTo>
                  <a:lnTo>
                    <a:pt x="1490412" y="2397066"/>
                  </a:lnTo>
                  <a:lnTo>
                    <a:pt x="1490599" y="2396406"/>
                  </a:lnTo>
                  <a:lnTo>
                    <a:pt x="1490786" y="2395746"/>
                  </a:lnTo>
                  <a:lnTo>
                    <a:pt x="1490973" y="2395085"/>
                  </a:lnTo>
                  <a:lnTo>
                    <a:pt x="1491160" y="2394467"/>
                  </a:lnTo>
                  <a:lnTo>
                    <a:pt x="1491347" y="2393790"/>
                  </a:lnTo>
                  <a:lnTo>
                    <a:pt x="1491534" y="2392940"/>
                  </a:lnTo>
                  <a:lnTo>
                    <a:pt x="1491720" y="2392239"/>
                  </a:lnTo>
                  <a:lnTo>
                    <a:pt x="1491907" y="2391570"/>
                  </a:lnTo>
                  <a:lnTo>
                    <a:pt x="1492094" y="2390456"/>
                  </a:lnTo>
                  <a:lnTo>
                    <a:pt x="1492281" y="2389136"/>
                  </a:lnTo>
                  <a:lnTo>
                    <a:pt x="1492468" y="2388423"/>
                  </a:lnTo>
                  <a:lnTo>
                    <a:pt x="1492655" y="2387761"/>
                  </a:lnTo>
                  <a:lnTo>
                    <a:pt x="1492842" y="2386971"/>
                  </a:lnTo>
                  <a:lnTo>
                    <a:pt x="1493029" y="2386170"/>
                  </a:lnTo>
                  <a:lnTo>
                    <a:pt x="1493216" y="2385653"/>
                  </a:lnTo>
                  <a:lnTo>
                    <a:pt x="1493403" y="2384797"/>
                  </a:lnTo>
                  <a:lnTo>
                    <a:pt x="1493590" y="2383704"/>
                  </a:lnTo>
                  <a:lnTo>
                    <a:pt x="1493777" y="2382618"/>
                  </a:lnTo>
                  <a:lnTo>
                    <a:pt x="1493963" y="2381409"/>
                  </a:lnTo>
                  <a:lnTo>
                    <a:pt x="1494150" y="2380182"/>
                  </a:lnTo>
                  <a:lnTo>
                    <a:pt x="1494337" y="2379041"/>
                  </a:lnTo>
                  <a:lnTo>
                    <a:pt x="1494524" y="2377818"/>
                  </a:lnTo>
                  <a:lnTo>
                    <a:pt x="1494711" y="2376724"/>
                  </a:lnTo>
                  <a:lnTo>
                    <a:pt x="1494898" y="2375578"/>
                  </a:lnTo>
                  <a:lnTo>
                    <a:pt x="1495085" y="2374437"/>
                  </a:lnTo>
                  <a:lnTo>
                    <a:pt x="1495272" y="2373321"/>
                  </a:lnTo>
                  <a:lnTo>
                    <a:pt x="1495459" y="2372127"/>
                  </a:lnTo>
                  <a:lnTo>
                    <a:pt x="1495646" y="2370748"/>
                  </a:lnTo>
                  <a:lnTo>
                    <a:pt x="1495833" y="2369423"/>
                  </a:lnTo>
                  <a:lnTo>
                    <a:pt x="1496020" y="2368247"/>
                  </a:lnTo>
                  <a:lnTo>
                    <a:pt x="1496207" y="2367462"/>
                  </a:lnTo>
                  <a:lnTo>
                    <a:pt x="1496393" y="2366956"/>
                  </a:lnTo>
                  <a:lnTo>
                    <a:pt x="1496580" y="2365701"/>
                  </a:lnTo>
                  <a:lnTo>
                    <a:pt x="1496767" y="2364546"/>
                  </a:lnTo>
                  <a:lnTo>
                    <a:pt x="1496954" y="2362884"/>
                  </a:lnTo>
                  <a:lnTo>
                    <a:pt x="1497141" y="2361095"/>
                  </a:lnTo>
                  <a:lnTo>
                    <a:pt x="1497328" y="2359404"/>
                  </a:lnTo>
                  <a:lnTo>
                    <a:pt x="1497515" y="2357657"/>
                  </a:lnTo>
                  <a:lnTo>
                    <a:pt x="1497702" y="2356519"/>
                  </a:lnTo>
                  <a:lnTo>
                    <a:pt x="1497889" y="2355740"/>
                  </a:lnTo>
                  <a:lnTo>
                    <a:pt x="1498076" y="2354906"/>
                  </a:lnTo>
                  <a:lnTo>
                    <a:pt x="1498263" y="2353879"/>
                  </a:lnTo>
                  <a:lnTo>
                    <a:pt x="1498450" y="2352573"/>
                  </a:lnTo>
                  <a:lnTo>
                    <a:pt x="1498636" y="2351134"/>
                  </a:lnTo>
                  <a:lnTo>
                    <a:pt x="1498823" y="2349754"/>
                  </a:lnTo>
                  <a:lnTo>
                    <a:pt x="1499010" y="2348480"/>
                  </a:lnTo>
                  <a:lnTo>
                    <a:pt x="1499197" y="2347325"/>
                  </a:lnTo>
                  <a:lnTo>
                    <a:pt x="1499384" y="2346344"/>
                  </a:lnTo>
                  <a:lnTo>
                    <a:pt x="1499571" y="2344843"/>
                  </a:lnTo>
                  <a:lnTo>
                    <a:pt x="1499758" y="2343103"/>
                  </a:lnTo>
                  <a:lnTo>
                    <a:pt x="1499945" y="2341189"/>
                  </a:lnTo>
                  <a:lnTo>
                    <a:pt x="1500132" y="2339011"/>
                  </a:lnTo>
                  <a:lnTo>
                    <a:pt x="1500319" y="2336731"/>
                  </a:lnTo>
                  <a:lnTo>
                    <a:pt x="1500506" y="2334552"/>
                  </a:lnTo>
                  <a:lnTo>
                    <a:pt x="1500693" y="2332077"/>
                  </a:lnTo>
                  <a:lnTo>
                    <a:pt x="1500880" y="2329601"/>
                  </a:lnTo>
                  <a:lnTo>
                    <a:pt x="1501066" y="2326878"/>
                  </a:lnTo>
                  <a:lnTo>
                    <a:pt x="1501253" y="2323553"/>
                  </a:lnTo>
                  <a:lnTo>
                    <a:pt x="1501440" y="2319732"/>
                  </a:lnTo>
                  <a:lnTo>
                    <a:pt x="1501627" y="2315276"/>
                  </a:lnTo>
                  <a:lnTo>
                    <a:pt x="1501814" y="2310498"/>
                  </a:lnTo>
                  <a:lnTo>
                    <a:pt x="1502001" y="2305712"/>
                  </a:lnTo>
                  <a:lnTo>
                    <a:pt x="1502188" y="2300810"/>
                  </a:lnTo>
                  <a:lnTo>
                    <a:pt x="1502375" y="2296412"/>
                  </a:lnTo>
                  <a:lnTo>
                    <a:pt x="1502562" y="2292229"/>
                  </a:lnTo>
                  <a:lnTo>
                    <a:pt x="1502749" y="2288268"/>
                  </a:lnTo>
                  <a:lnTo>
                    <a:pt x="1502936" y="2284175"/>
                  </a:lnTo>
                  <a:lnTo>
                    <a:pt x="1503123" y="2279801"/>
                  </a:lnTo>
                  <a:lnTo>
                    <a:pt x="1503310" y="2275139"/>
                  </a:lnTo>
                  <a:lnTo>
                    <a:pt x="1503496" y="2270353"/>
                  </a:lnTo>
                  <a:lnTo>
                    <a:pt x="1503683" y="2265592"/>
                  </a:lnTo>
                  <a:lnTo>
                    <a:pt x="1503870" y="2261169"/>
                  </a:lnTo>
                  <a:lnTo>
                    <a:pt x="1504057" y="2258250"/>
                  </a:lnTo>
                  <a:lnTo>
                    <a:pt x="1504244" y="2255838"/>
                  </a:lnTo>
                  <a:lnTo>
                    <a:pt x="1504431" y="2253786"/>
                  </a:lnTo>
                  <a:lnTo>
                    <a:pt x="1504618" y="2251765"/>
                  </a:lnTo>
                  <a:lnTo>
                    <a:pt x="1504805" y="2249714"/>
                  </a:lnTo>
                  <a:lnTo>
                    <a:pt x="1504992" y="2247662"/>
                  </a:lnTo>
                  <a:lnTo>
                    <a:pt x="1505179" y="2245478"/>
                  </a:lnTo>
                  <a:lnTo>
                    <a:pt x="1505366" y="2243162"/>
                  </a:lnTo>
                  <a:lnTo>
                    <a:pt x="1505553" y="2240672"/>
                  </a:lnTo>
                  <a:lnTo>
                    <a:pt x="1505739" y="2238146"/>
                  </a:lnTo>
                  <a:lnTo>
                    <a:pt x="1505926" y="2235920"/>
                  </a:lnTo>
                  <a:lnTo>
                    <a:pt x="1506113" y="2234001"/>
                  </a:lnTo>
                  <a:lnTo>
                    <a:pt x="1506300" y="2232226"/>
                  </a:lnTo>
                  <a:lnTo>
                    <a:pt x="1506487" y="2230451"/>
                  </a:lnTo>
                  <a:lnTo>
                    <a:pt x="1506674" y="2228736"/>
                  </a:lnTo>
                  <a:lnTo>
                    <a:pt x="1506861" y="2227262"/>
                  </a:lnTo>
                  <a:lnTo>
                    <a:pt x="1507048" y="2225764"/>
                  </a:lnTo>
                  <a:lnTo>
                    <a:pt x="1507235" y="2223503"/>
                  </a:lnTo>
                  <a:lnTo>
                    <a:pt x="1507422" y="2221523"/>
                  </a:lnTo>
                  <a:lnTo>
                    <a:pt x="1507609" y="2219444"/>
                  </a:lnTo>
                  <a:lnTo>
                    <a:pt x="1507796" y="2217504"/>
                  </a:lnTo>
                  <a:lnTo>
                    <a:pt x="1507983" y="2215805"/>
                  </a:lnTo>
                  <a:lnTo>
                    <a:pt x="1508169" y="2214509"/>
                  </a:lnTo>
                  <a:lnTo>
                    <a:pt x="1508356" y="2213568"/>
                  </a:lnTo>
                  <a:lnTo>
                    <a:pt x="1508543" y="2213073"/>
                  </a:lnTo>
                  <a:lnTo>
                    <a:pt x="1508730" y="2212578"/>
                  </a:lnTo>
                  <a:lnTo>
                    <a:pt x="1508917" y="2211918"/>
                  </a:lnTo>
                  <a:lnTo>
                    <a:pt x="1509104" y="2210853"/>
                  </a:lnTo>
                  <a:lnTo>
                    <a:pt x="1509291" y="2209368"/>
                  </a:lnTo>
                  <a:lnTo>
                    <a:pt x="1509478" y="2207421"/>
                  </a:lnTo>
                  <a:lnTo>
                    <a:pt x="1509665" y="2205506"/>
                  </a:lnTo>
                  <a:lnTo>
                    <a:pt x="1509852" y="2203716"/>
                  </a:lnTo>
                  <a:lnTo>
                    <a:pt x="1510039" y="2202156"/>
                  </a:lnTo>
                  <a:lnTo>
                    <a:pt x="1510226" y="2200671"/>
                  </a:lnTo>
                  <a:lnTo>
                    <a:pt x="1510412" y="2199334"/>
                  </a:lnTo>
                  <a:lnTo>
                    <a:pt x="1510599" y="2198047"/>
                  </a:lnTo>
                  <a:lnTo>
                    <a:pt x="1510786" y="2196305"/>
                  </a:lnTo>
                  <a:lnTo>
                    <a:pt x="1510973" y="2194325"/>
                  </a:lnTo>
                  <a:lnTo>
                    <a:pt x="1511160" y="2192229"/>
                  </a:lnTo>
                  <a:lnTo>
                    <a:pt x="1511347" y="2190084"/>
                  </a:lnTo>
                  <a:lnTo>
                    <a:pt x="1511534" y="2187996"/>
                  </a:lnTo>
                  <a:lnTo>
                    <a:pt x="1511721" y="2186114"/>
                  </a:lnTo>
                  <a:lnTo>
                    <a:pt x="1511908" y="2184604"/>
                  </a:lnTo>
                  <a:lnTo>
                    <a:pt x="1512095" y="2183251"/>
                  </a:lnTo>
                  <a:lnTo>
                    <a:pt x="1512282" y="2181972"/>
                  </a:lnTo>
                  <a:lnTo>
                    <a:pt x="1512469" y="2180132"/>
                  </a:lnTo>
                  <a:lnTo>
                    <a:pt x="1512656" y="2178085"/>
                  </a:lnTo>
                  <a:lnTo>
                    <a:pt x="1512842" y="2175989"/>
                  </a:lnTo>
                  <a:lnTo>
                    <a:pt x="1513029" y="2173679"/>
                  </a:lnTo>
                  <a:lnTo>
                    <a:pt x="1513216" y="2172279"/>
                  </a:lnTo>
                  <a:lnTo>
                    <a:pt x="1513403" y="2170575"/>
                  </a:lnTo>
                  <a:lnTo>
                    <a:pt x="1513590" y="2168610"/>
                  </a:lnTo>
                  <a:lnTo>
                    <a:pt x="1513777" y="2166272"/>
                  </a:lnTo>
                  <a:lnTo>
                    <a:pt x="1513964" y="2164348"/>
                  </a:lnTo>
                  <a:lnTo>
                    <a:pt x="1514151" y="2162233"/>
                  </a:lnTo>
                  <a:lnTo>
                    <a:pt x="1514338" y="2159847"/>
                  </a:lnTo>
                  <a:lnTo>
                    <a:pt x="1514525" y="2157303"/>
                  </a:lnTo>
                  <a:lnTo>
                    <a:pt x="1514712" y="2154560"/>
                  </a:lnTo>
                  <a:lnTo>
                    <a:pt x="1514899" y="2151597"/>
                  </a:lnTo>
                  <a:lnTo>
                    <a:pt x="1515086" y="2148540"/>
                  </a:lnTo>
                  <a:lnTo>
                    <a:pt x="1515272" y="2145526"/>
                  </a:lnTo>
                  <a:lnTo>
                    <a:pt x="1515459" y="2142230"/>
                  </a:lnTo>
                  <a:lnTo>
                    <a:pt x="1515646" y="2138704"/>
                  </a:lnTo>
                  <a:lnTo>
                    <a:pt x="1515833" y="2135121"/>
                  </a:lnTo>
                  <a:lnTo>
                    <a:pt x="1516020" y="2131565"/>
                  </a:lnTo>
                  <a:lnTo>
                    <a:pt x="1516207" y="2128160"/>
                  </a:lnTo>
                  <a:lnTo>
                    <a:pt x="1516394" y="2123998"/>
                  </a:lnTo>
                  <a:lnTo>
                    <a:pt x="1516581" y="2119897"/>
                  </a:lnTo>
                  <a:lnTo>
                    <a:pt x="1516768" y="2115925"/>
                  </a:lnTo>
                  <a:lnTo>
                    <a:pt x="1516955" y="2112122"/>
                  </a:lnTo>
                  <a:lnTo>
                    <a:pt x="1517142" y="2106700"/>
                  </a:lnTo>
                  <a:lnTo>
                    <a:pt x="1517329" y="2101171"/>
                  </a:lnTo>
                  <a:lnTo>
                    <a:pt x="1517515" y="2095964"/>
                  </a:lnTo>
                  <a:lnTo>
                    <a:pt x="1517702" y="2091096"/>
                  </a:lnTo>
                  <a:lnTo>
                    <a:pt x="1517889" y="2086615"/>
                  </a:lnTo>
                  <a:lnTo>
                    <a:pt x="1518076" y="2082365"/>
                  </a:lnTo>
                  <a:lnTo>
                    <a:pt x="1518263" y="2078363"/>
                  </a:lnTo>
                  <a:lnTo>
                    <a:pt x="1518450" y="2074419"/>
                  </a:lnTo>
                  <a:lnTo>
                    <a:pt x="1518637" y="2070144"/>
                  </a:lnTo>
                  <a:lnTo>
                    <a:pt x="1518824" y="2065919"/>
                  </a:lnTo>
                  <a:lnTo>
                    <a:pt x="1519011" y="2061975"/>
                  </a:lnTo>
                  <a:lnTo>
                    <a:pt x="1519198" y="2058361"/>
                  </a:lnTo>
                  <a:lnTo>
                    <a:pt x="1519385" y="2055369"/>
                  </a:lnTo>
                  <a:lnTo>
                    <a:pt x="1519572" y="2052769"/>
                  </a:lnTo>
                  <a:lnTo>
                    <a:pt x="1519759" y="2050529"/>
                  </a:lnTo>
                  <a:lnTo>
                    <a:pt x="1519945" y="2048907"/>
                  </a:lnTo>
                  <a:lnTo>
                    <a:pt x="1520132" y="2047496"/>
                  </a:lnTo>
                  <a:lnTo>
                    <a:pt x="1520319" y="2045941"/>
                  </a:lnTo>
                  <a:lnTo>
                    <a:pt x="1520506" y="2043916"/>
                  </a:lnTo>
                  <a:lnTo>
                    <a:pt x="1520693" y="2041430"/>
                  </a:lnTo>
                  <a:lnTo>
                    <a:pt x="1520880" y="2040002"/>
                  </a:lnTo>
                  <a:lnTo>
                    <a:pt x="1521067" y="2038674"/>
                  </a:lnTo>
                  <a:lnTo>
                    <a:pt x="1521254" y="2037259"/>
                  </a:lnTo>
                  <a:lnTo>
                    <a:pt x="1521441" y="2036309"/>
                  </a:lnTo>
                  <a:lnTo>
                    <a:pt x="1521628" y="2035468"/>
                  </a:lnTo>
                  <a:lnTo>
                    <a:pt x="1521815" y="2034980"/>
                  </a:lnTo>
                  <a:lnTo>
                    <a:pt x="1522002" y="2034358"/>
                  </a:lnTo>
                  <a:lnTo>
                    <a:pt x="1522189" y="2033071"/>
                  </a:lnTo>
                  <a:lnTo>
                    <a:pt x="1522375" y="2031630"/>
                  </a:lnTo>
                  <a:lnTo>
                    <a:pt x="1522562" y="2030899"/>
                  </a:lnTo>
                  <a:lnTo>
                    <a:pt x="1522749" y="2029354"/>
                  </a:lnTo>
                  <a:lnTo>
                    <a:pt x="1522936" y="2027786"/>
                  </a:lnTo>
                  <a:lnTo>
                    <a:pt x="1523123" y="2026120"/>
                  </a:lnTo>
                  <a:lnTo>
                    <a:pt x="1523310" y="2024547"/>
                  </a:lnTo>
                  <a:lnTo>
                    <a:pt x="1523497" y="2023104"/>
                  </a:lnTo>
                  <a:lnTo>
                    <a:pt x="1523684" y="2021752"/>
                  </a:lnTo>
                  <a:lnTo>
                    <a:pt x="1523871" y="2020243"/>
                  </a:lnTo>
                  <a:lnTo>
                    <a:pt x="1524058" y="2018977"/>
                  </a:lnTo>
                  <a:lnTo>
                    <a:pt x="1524245" y="2017576"/>
                  </a:lnTo>
                  <a:lnTo>
                    <a:pt x="1524432" y="2016046"/>
                  </a:lnTo>
                  <a:lnTo>
                    <a:pt x="1524618" y="2014711"/>
                  </a:lnTo>
                  <a:lnTo>
                    <a:pt x="1524805" y="2012989"/>
                  </a:lnTo>
                  <a:lnTo>
                    <a:pt x="1524992" y="2010949"/>
                  </a:lnTo>
                  <a:lnTo>
                    <a:pt x="1525179" y="2009265"/>
                  </a:lnTo>
                  <a:lnTo>
                    <a:pt x="1525366" y="2007185"/>
                  </a:lnTo>
                  <a:lnTo>
                    <a:pt x="1525553" y="2005243"/>
                  </a:lnTo>
                  <a:lnTo>
                    <a:pt x="1525740" y="2002440"/>
                  </a:lnTo>
                  <a:lnTo>
                    <a:pt x="1525927" y="1999686"/>
                  </a:lnTo>
                  <a:lnTo>
                    <a:pt x="1526114" y="1997375"/>
                  </a:lnTo>
                  <a:lnTo>
                    <a:pt x="1526301" y="1995302"/>
                  </a:lnTo>
                  <a:lnTo>
                    <a:pt x="1526488" y="1993609"/>
                  </a:lnTo>
                  <a:lnTo>
                    <a:pt x="1526675" y="1992056"/>
                  </a:lnTo>
                  <a:lnTo>
                    <a:pt x="1526862" y="1990681"/>
                  </a:lnTo>
                  <a:lnTo>
                    <a:pt x="1527048" y="1989421"/>
                  </a:lnTo>
                  <a:lnTo>
                    <a:pt x="1527235" y="1988018"/>
                  </a:lnTo>
                  <a:lnTo>
                    <a:pt x="1527422" y="1986664"/>
                  </a:lnTo>
                  <a:lnTo>
                    <a:pt x="1527609" y="1985698"/>
                  </a:lnTo>
                  <a:lnTo>
                    <a:pt x="1527796" y="1984881"/>
                  </a:lnTo>
                  <a:lnTo>
                    <a:pt x="1527983" y="1984221"/>
                  </a:lnTo>
                  <a:lnTo>
                    <a:pt x="1528170" y="1983445"/>
                  </a:lnTo>
                  <a:lnTo>
                    <a:pt x="1528357" y="1982529"/>
                  </a:lnTo>
                  <a:lnTo>
                    <a:pt x="1528544" y="1981275"/>
                  </a:lnTo>
                  <a:lnTo>
                    <a:pt x="1528731" y="1979946"/>
                  </a:lnTo>
                  <a:lnTo>
                    <a:pt x="1528918" y="1978676"/>
                  </a:lnTo>
                  <a:lnTo>
                    <a:pt x="1529105" y="1977611"/>
                  </a:lnTo>
                  <a:lnTo>
                    <a:pt x="1529291" y="1976629"/>
                  </a:lnTo>
                  <a:lnTo>
                    <a:pt x="1529478" y="1975878"/>
                  </a:lnTo>
                  <a:lnTo>
                    <a:pt x="1529665" y="1975004"/>
                  </a:lnTo>
                  <a:lnTo>
                    <a:pt x="1529852" y="1973200"/>
                  </a:lnTo>
                  <a:lnTo>
                    <a:pt x="1530039" y="1971378"/>
                  </a:lnTo>
                  <a:lnTo>
                    <a:pt x="1530226" y="1969849"/>
                  </a:lnTo>
                  <a:lnTo>
                    <a:pt x="1530413" y="1968216"/>
                  </a:lnTo>
                  <a:lnTo>
                    <a:pt x="1530600" y="1966266"/>
                  </a:lnTo>
                  <a:lnTo>
                    <a:pt x="1530787" y="1964811"/>
                  </a:lnTo>
                  <a:lnTo>
                    <a:pt x="1530974" y="1963527"/>
                  </a:lnTo>
                  <a:lnTo>
                    <a:pt x="1531161" y="1962229"/>
                  </a:lnTo>
                  <a:lnTo>
                    <a:pt x="1531348" y="1961350"/>
                  </a:lnTo>
                  <a:lnTo>
                    <a:pt x="1531535" y="1960753"/>
                  </a:lnTo>
                  <a:lnTo>
                    <a:pt x="1531721" y="1960244"/>
                  </a:lnTo>
                  <a:lnTo>
                    <a:pt x="1531908" y="1959734"/>
                  </a:lnTo>
                  <a:lnTo>
                    <a:pt x="1532095" y="1959153"/>
                  </a:lnTo>
                  <a:lnTo>
                    <a:pt x="1532282" y="1958863"/>
                  </a:lnTo>
                  <a:lnTo>
                    <a:pt x="1532469" y="1958692"/>
                  </a:lnTo>
                  <a:lnTo>
                    <a:pt x="1532656" y="1958694"/>
                  </a:lnTo>
                  <a:lnTo>
                    <a:pt x="1532843" y="1958972"/>
                  </a:lnTo>
                  <a:lnTo>
                    <a:pt x="1533030" y="1959691"/>
                  </a:lnTo>
                  <a:lnTo>
                    <a:pt x="1533217" y="1960479"/>
                  </a:lnTo>
                  <a:lnTo>
                    <a:pt x="1533404" y="1961102"/>
                  </a:lnTo>
                  <a:lnTo>
                    <a:pt x="1533591" y="1961269"/>
                  </a:lnTo>
                  <a:lnTo>
                    <a:pt x="1533778" y="1961396"/>
                  </a:lnTo>
                  <a:lnTo>
                    <a:pt x="1533965" y="1962328"/>
                  </a:lnTo>
                  <a:lnTo>
                    <a:pt x="1534151" y="1963153"/>
                  </a:lnTo>
                  <a:lnTo>
                    <a:pt x="1534338" y="1964069"/>
                  </a:lnTo>
                  <a:lnTo>
                    <a:pt x="1534525" y="1964993"/>
                  </a:lnTo>
                  <a:lnTo>
                    <a:pt x="1534712" y="1965786"/>
                  </a:lnTo>
                  <a:lnTo>
                    <a:pt x="1534899" y="1966347"/>
                  </a:lnTo>
                  <a:lnTo>
                    <a:pt x="1535086" y="1966215"/>
                  </a:lnTo>
                  <a:lnTo>
                    <a:pt x="1535273" y="1966091"/>
                  </a:lnTo>
                  <a:lnTo>
                    <a:pt x="1535460" y="1966231"/>
                  </a:lnTo>
                  <a:lnTo>
                    <a:pt x="1535647" y="1966594"/>
                  </a:lnTo>
                  <a:lnTo>
                    <a:pt x="1535834" y="1967122"/>
                  </a:lnTo>
                  <a:lnTo>
                    <a:pt x="1536021" y="1967783"/>
                  </a:lnTo>
                  <a:lnTo>
                    <a:pt x="1536208" y="1968542"/>
                  </a:lnTo>
                  <a:lnTo>
                    <a:pt x="1536394" y="1969326"/>
                  </a:lnTo>
                  <a:lnTo>
                    <a:pt x="1536581" y="1969804"/>
                  </a:lnTo>
                  <a:lnTo>
                    <a:pt x="1536768" y="1969845"/>
                  </a:lnTo>
                  <a:lnTo>
                    <a:pt x="1536955" y="1970118"/>
                  </a:lnTo>
                  <a:lnTo>
                    <a:pt x="1537142" y="1970530"/>
                  </a:lnTo>
                  <a:lnTo>
                    <a:pt x="1537329" y="1971083"/>
                  </a:lnTo>
                  <a:lnTo>
                    <a:pt x="1537516" y="1971933"/>
                  </a:lnTo>
                  <a:lnTo>
                    <a:pt x="1537703" y="1973097"/>
                  </a:lnTo>
                  <a:lnTo>
                    <a:pt x="1537890" y="1974508"/>
                  </a:lnTo>
                  <a:lnTo>
                    <a:pt x="1538077" y="1975993"/>
                  </a:lnTo>
                  <a:lnTo>
                    <a:pt x="1538264" y="1977363"/>
                  </a:lnTo>
                  <a:lnTo>
                    <a:pt x="1538451" y="1978856"/>
                  </a:lnTo>
                  <a:lnTo>
                    <a:pt x="1538638" y="1980771"/>
                  </a:lnTo>
                  <a:lnTo>
                    <a:pt x="1538824" y="1983106"/>
                  </a:lnTo>
                  <a:lnTo>
                    <a:pt x="1539011" y="1986019"/>
                  </a:lnTo>
                  <a:lnTo>
                    <a:pt x="1539198" y="1989015"/>
                  </a:lnTo>
                  <a:lnTo>
                    <a:pt x="1539385" y="1992092"/>
                  </a:lnTo>
                  <a:lnTo>
                    <a:pt x="1539572" y="1995542"/>
                  </a:lnTo>
                  <a:lnTo>
                    <a:pt x="1539759" y="1998785"/>
                  </a:lnTo>
                  <a:lnTo>
                    <a:pt x="1539946" y="2002019"/>
                  </a:lnTo>
                  <a:lnTo>
                    <a:pt x="1540133" y="2004899"/>
                  </a:lnTo>
                  <a:lnTo>
                    <a:pt x="1540320" y="2007787"/>
                  </a:lnTo>
                  <a:lnTo>
                    <a:pt x="1540507" y="2010766"/>
                  </a:lnTo>
                  <a:lnTo>
                    <a:pt x="1540694" y="2013943"/>
                  </a:lnTo>
                  <a:lnTo>
                    <a:pt x="1540881" y="2017244"/>
                  </a:lnTo>
                  <a:lnTo>
                    <a:pt x="1541068" y="2020314"/>
                  </a:lnTo>
                  <a:lnTo>
                    <a:pt x="1541254" y="2022979"/>
                  </a:lnTo>
                  <a:lnTo>
                    <a:pt x="1541441" y="2024024"/>
                  </a:lnTo>
                  <a:lnTo>
                    <a:pt x="1541628" y="2024456"/>
                  </a:lnTo>
                  <a:lnTo>
                    <a:pt x="1541815" y="2024585"/>
                  </a:lnTo>
                  <a:lnTo>
                    <a:pt x="1542002" y="2024766"/>
                  </a:lnTo>
                  <a:lnTo>
                    <a:pt x="1542189" y="2024689"/>
                  </a:lnTo>
                  <a:lnTo>
                    <a:pt x="1542376" y="2024595"/>
                  </a:lnTo>
                  <a:lnTo>
                    <a:pt x="1542563" y="2024633"/>
                  </a:lnTo>
                  <a:lnTo>
                    <a:pt x="1542750" y="2024803"/>
                  </a:lnTo>
                  <a:lnTo>
                    <a:pt x="1542937" y="2025404"/>
                  </a:lnTo>
                  <a:lnTo>
                    <a:pt x="1543124" y="2025991"/>
                  </a:lnTo>
                  <a:lnTo>
                    <a:pt x="1543311" y="2026228"/>
                  </a:lnTo>
                  <a:lnTo>
                    <a:pt x="1543497" y="2026167"/>
                  </a:lnTo>
                  <a:lnTo>
                    <a:pt x="1543684" y="2025961"/>
                  </a:lnTo>
                  <a:lnTo>
                    <a:pt x="1543871" y="2025838"/>
                  </a:lnTo>
                  <a:lnTo>
                    <a:pt x="1544058" y="2025548"/>
                  </a:lnTo>
                  <a:lnTo>
                    <a:pt x="1544245" y="2025191"/>
                  </a:lnTo>
                  <a:lnTo>
                    <a:pt x="1544432" y="2025021"/>
                  </a:lnTo>
                  <a:lnTo>
                    <a:pt x="1544619" y="2026091"/>
                  </a:lnTo>
                  <a:lnTo>
                    <a:pt x="1544806" y="2027073"/>
                  </a:lnTo>
                  <a:lnTo>
                    <a:pt x="1544993" y="2028434"/>
                  </a:lnTo>
                  <a:lnTo>
                    <a:pt x="1545180" y="2029791"/>
                  </a:lnTo>
                  <a:lnTo>
                    <a:pt x="1545367" y="2030907"/>
                  </a:lnTo>
                  <a:lnTo>
                    <a:pt x="1545554" y="2031509"/>
                  </a:lnTo>
                  <a:lnTo>
                    <a:pt x="1545741" y="2031667"/>
                  </a:lnTo>
                  <a:lnTo>
                    <a:pt x="1545927" y="2031271"/>
                  </a:lnTo>
                  <a:lnTo>
                    <a:pt x="1546114" y="2031013"/>
                  </a:lnTo>
                  <a:lnTo>
                    <a:pt x="1546301" y="2030980"/>
                  </a:lnTo>
                  <a:lnTo>
                    <a:pt x="1546488" y="2031352"/>
                  </a:lnTo>
                  <a:lnTo>
                    <a:pt x="1546675" y="2032234"/>
                  </a:lnTo>
                  <a:lnTo>
                    <a:pt x="1546862" y="2033759"/>
                  </a:lnTo>
                  <a:lnTo>
                    <a:pt x="1547049" y="2035407"/>
                  </a:lnTo>
                  <a:lnTo>
                    <a:pt x="1547236" y="2037043"/>
                  </a:lnTo>
                  <a:lnTo>
                    <a:pt x="1547423" y="2038640"/>
                  </a:lnTo>
                  <a:lnTo>
                    <a:pt x="1547610" y="2040207"/>
                  </a:lnTo>
                  <a:lnTo>
                    <a:pt x="1547797" y="2041625"/>
                  </a:lnTo>
                  <a:lnTo>
                    <a:pt x="1547984" y="2043069"/>
                  </a:lnTo>
                  <a:lnTo>
                    <a:pt x="1548170" y="2044662"/>
                  </a:lnTo>
                  <a:lnTo>
                    <a:pt x="1548357" y="2046642"/>
                  </a:lnTo>
                  <a:lnTo>
                    <a:pt x="1548544" y="2048714"/>
                  </a:lnTo>
                  <a:lnTo>
                    <a:pt x="1548731" y="2050975"/>
                  </a:lnTo>
                  <a:lnTo>
                    <a:pt x="1548918" y="2053285"/>
                  </a:lnTo>
                  <a:lnTo>
                    <a:pt x="1549105" y="2055563"/>
                  </a:lnTo>
                  <a:lnTo>
                    <a:pt x="1549292" y="2057568"/>
                  </a:lnTo>
                  <a:lnTo>
                    <a:pt x="1549479" y="2059573"/>
                  </a:lnTo>
                  <a:lnTo>
                    <a:pt x="1549666" y="2061512"/>
                  </a:lnTo>
                  <a:lnTo>
                    <a:pt x="1549853" y="2063947"/>
                  </a:lnTo>
                  <a:lnTo>
                    <a:pt x="1550040" y="2066389"/>
                  </a:lnTo>
                  <a:lnTo>
                    <a:pt x="1550227" y="2068724"/>
                  </a:lnTo>
                  <a:lnTo>
                    <a:pt x="1550414" y="2071076"/>
                  </a:lnTo>
                  <a:lnTo>
                    <a:pt x="1550600" y="2072476"/>
                  </a:lnTo>
                  <a:lnTo>
                    <a:pt x="1550787" y="2074065"/>
                  </a:lnTo>
                  <a:lnTo>
                    <a:pt x="1550974" y="2075865"/>
                  </a:lnTo>
                  <a:lnTo>
                    <a:pt x="1551161" y="2077963"/>
                  </a:lnTo>
                  <a:lnTo>
                    <a:pt x="1551348" y="2079574"/>
                  </a:lnTo>
                  <a:lnTo>
                    <a:pt x="1551535" y="2081524"/>
                  </a:lnTo>
                  <a:lnTo>
                    <a:pt x="1551722" y="2083670"/>
                  </a:lnTo>
                  <a:lnTo>
                    <a:pt x="1551909" y="2085653"/>
                  </a:lnTo>
                  <a:lnTo>
                    <a:pt x="1552096" y="2087736"/>
                  </a:lnTo>
                  <a:lnTo>
                    <a:pt x="1552283" y="2089882"/>
                  </a:lnTo>
                  <a:lnTo>
                    <a:pt x="1552470" y="2092114"/>
                  </a:lnTo>
                  <a:lnTo>
                    <a:pt x="1552657" y="2094303"/>
                  </a:lnTo>
                  <a:lnTo>
                    <a:pt x="1552844" y="2096873"/>
                  </a:lnTo>
                  <a:lnTo>
                    <a:pt x="1553030" y="2099680"/>
                  </a:lnTo>
                  <a:lnTo>
                    <a:pt x="1553217" y="2102414"/>
                  </a:lnTo>
                  <a:lnTo>
                    <a:pt x="1553404" y="2104947"/>
                  </a:lnTo>
                  <a:lnTo>
                    <a:pt x="1553591" y="2107122"/>
                  </a:lnTo>
                  <a:lnTo>
                    <a:pt x="1553778" y="2109955"/>
                  </a:lnTo>
                  <a:lnTo>
                    <a:pt x="1553965" y="2112645"/>
                  </a:lnTo>
                  <a:lnTo>
                    <a:pt x="1554152" y="2115429"/>
                  </a:lnTo>
                  <a:lnTo>
                    <a:pt x="1554339" y="2118077"/>
                  </a:lnTo>
                  <a:lnTo>
                    <a:pt x="1554526" y="2122360"/>
                  </a:lnTo>
                  <a:lnTo>
                    <a:pt x="1554713" y="2126775"/>
                  </a:lnTo>
                  <a:lnTo>
                    <a:pt x="1554900" y="2130950"/>
                  </a:lnTo>
                  <a:lnTo>
                    <a:pt x="1555087" y="2134828"/>
                  </a:lnTo>
                  <a:lnTo>
                    <a:pt x="1555273" y="2138294"/>
                  </a:lnTo>
                  <a:lnTo>
                    <a:pt x="1555460" y="2141257"/>
                  </a:lnTo>
                  <a:lnTo>
                    <a:pt x="1555647" y="2143650"/>
                  </a:lnTo>
                  <a:lnTo>
                    <a:pt x="1555834" y="2146001"/>
                  </a:lnTo>
                  <a:lnTo>
                    <a:pt x="1556021" y="2148939"/>
                  </a:lnTo>
                  <a:lnTo>
                    <a:pt x="1556208" y="2152174"/>
                  </a:lnTo>
                  <a:lnTo>
                    <a:pt x="1556395" y="2155367"/>
                  </a:lnTo>
                  <a:lnTo>
                    <a:pt x="1556582" y="2158206"/>
                  </a:lnTo>
                  <a:lnTo>
                    <a:pt x="1556769" y="2160533"/>
                  </a:lnTo>
                  <a:lnTo>
                    <a:pt x="1556956" y="2162604"/>
                  </a:lnTo>
                  <a:lnTo>
                    <a:pt x="1557143" y="2164651"/>
                  </a:lnTo>
                  <a:lnTo>
                    <a:pt x="1557330" y="2166516"/>
                  </a:lnTo>
                  <a:lnTo>
                    <a:pt x="1557517" y="2168438"/>
                  </a:lnTo>
                  <a:lnTo>
                    <a:pt x="1557703" y="2170353"/>
                  </a:lnTo>
                  <a:lnTo>
                    <a:pt x="1557890" y="2172317"/>
                  </a:lnTo>
                  <a:lnTo>
                    <a:pt x="1558077" y="2174536"/>
                  </a:lnTo>
                  <a:lnTo>
                    <a:pt x="1558264" y="2175697"/>
                  </a:lnTo>
                  <a:lnTo>
                    <a:pt x="1558451" y="2176915"/>
                  </a:lnTo>
                  <a:lnTo>
                    <a:pt x="1558638" y="2178038"/>
                  </a:lnTo>
                  <a:lnTo>
                    <a:pt x="1558825" y="2178830"/>
                  </a:lnTo>
                  <a:lnTo>
                    <a:pt x="1559012" y="2179524"/>
                  </a:lnTo>
                  <a:lnTo>
                    <a:pt x="1559199" y="2179675"/>
                  </a:lnTo>
                  <a:lnTo>
                    <a:pt x="1559386" y="2179730"/>
                  </a:lnTo>
                  <a:lnTo>
                    <a:pt x="1559573" y="2179884"/>
                  </a:lnTo>
                  <a:lnTo>
                    <a:pt x="1559760" y="2179983"/>
                  </a:lnTo>
                  <a:lnTo>
                    <a:pt x="1559947" y="2179427"/>
                  </a:lnTo>
                  <a:lnTo>
                    <a:pt x="1560133" y="2178900"/>
                  </a:lnTo>
                  <a:lnTo>
                    <a:pt x="1560320" y="2178109"/>
                  </a:lnTo>
                  <a:lnTo>
                    <a:pt x="1560507" y="2177308"/>
                  </a:lnTo>
                  <a:lnTo>
                    <a:pt x="1560694" y="2176554"/>
                  </a:lnTo>
                  <a:lnTo>
                    <a:pt x="1560881" y="2175447"/>
                  </a:lnTo>
                  <a:lnTo>
                    <a:pt x="1561068" y="2175083"/>
                  </a:lnTo>
                  <a:lnTo>
                    <a:pt x="1561255" y="2174893"/>
                  </a:lnTo>
                  <a:lnTo>
                    <a:pt x="1561442" y="2174385"/>
                  </a:lnTo>
                  <a:lnTo>
                    <a:pt x="1561629" y="2173428"/>
                  </a:lnTo>
                  <a:lnTo>
                    <a:pt x="1561816" y="2172299"/>
                  </a:lnTo>
                  <a:lnTo>
                    <a:pt x="1562003" y="2171014"/>
                  </a:lnTo>
                  <a:lnTo>
                    <a:pt x="1562190" y="2169708"/>
                  </a:lnTo>
                  <a:lnTo>
                    <a:pt x="1562376" y="2168888"/>
                  </a:lnTo>
                  <a:lnTo>
                    <a:pt x="1562563" y="2167525"/>
                  </a:lnTo>
                  <a:lnTo>
                    <a:pt x="1562750" y="2166292"/>
                  </a:lnTo>
                  <a:lnTo>
                    <a:pt x="1562937" y="2164759"/>
                  </a:lnTo>
                  <a:lnTo>
                    <a:pt x="1563124" y="2164028"/>
                  </a:lnTo>
                  <a:lnTo>
                    <a:pt x="1563311" y="2163314"/>
                  </a:lnTo>
                  <a:lnTo>
                    <a:pt x="1563498" y="2162349"/>
                  </a:lnTo>
                  <a:lnTo>
                    <a:pt x="1563685" y="2161500"/>
                  </a:lnTo>
                  <a:lnTo>
                    <a:pt x="1563872" y="2160701"/>
                  </a:lnTo>
                  <a:lnTo>
                    <a:pt x="1564059" y="2159900"/>
                  </a:lnTo>
                  <a:lnTo>
                    <a:pt x="1564246" y="2158971"/>
                  </a:lnTo>
                  <a:lnTo>
                    <a:pt x="1564433" y="2158203"/>
                  </a:lnTo>
                  <a:lnTo>
                    <a:pt x="1564620" y="2156866"/>
                  </a:lnTo>
                  <a:lnTo>
                    <a:pt x="1564806" y="2155637"/>
                  </a:lnTo>
                  <a:lnTo>
                    <a:pt x="1564993" y="2154102"/>
                  </a:lnTo>
                  <a:lnTo>
                    <a:pt x="1565180" y="2152460"/>
                  </a:lnTo>
                  <a:lnTo>
                    <a:pt x="1565367" y="2151560"/>
                  </a:lnTo>
                  <a:lnTo>
                    <a:pt x="1565554" y="2150966"/>
                  </a:lnTo>
                  <a:lnTo>
                    <a:pt x="1565741" y="2150711"/>
                  </a:lnTo>
                  <a:lnTo>
                    <a:pt x="1565928" y="2150892"/>
                  </a:lnTo>
                  <a:lnTo>
                    <a:pt x="1566115" y="2151255"/>
                  </a:lnTo>
                  <a:lnTo>
                    <a:pt x="1566302" y="2151758"/>
                  </a:lnTo>
                  <a:lnTo>
                    <a:pt x="1566489" y="2152122"/>
                  </a:lnTo>
                  <a:lnTo>
                    <a:pt x="1566676" y="2152452"/>
                  </a:lnTo>
                  <a:lnTo>
                    <a:pt x="1566863" y="2152996"/>
                  </a:lnTo>
                  <a:lnTo>
                    <a:pt x="1567049" y="2154110"/>
                  </a:lnTo>
                  <a:lnTo>
                    <a:pt x="1567236" y="2155563"/>
                  </a:lnTo>
                  <a:lnTo>
                    <a:pt x="1567423" y="2157015"/>
                  </a:lnTo>
                  <a:lnTo>
                    <a:pt x="1567610" y="2158228"/>
                  </a:lnTo>
                  <a:lnTo>
                    <a:pt x="1567797" y="2159837"/>
                  </a:lnTo>
                  <a:lnTo>
                    <a:pt x="1567984" y="2161636"/>
                  </a:lnTo>
                  <a:lnTo>
                    <a:pt x="1568171" y="2163303"/>
                  </a:lnTo>
                  <a:lnTo>
                    <a:pt x="1568358" y="2165473"/>
                  </a:lnTo>
                  <a:lnTo>
                    <a:pt x="1568545" y="2167693"/>
                  </a:lnTo>
                  <a:lnTo>
                    <a:pt x="1568732" y="2169574"/>
                  </a:lnTo>
                  <a:lnTo>
                    <a:pt x="1568919" y="2171225"/>
                  </a:lnTo>
                  <a:lnTo>
                    <a:pt x="1569106" y="2172710"/>
                  </a:lnTo>
                  <a:lnTo>
                    <a:pt x="1569293" y="2174195"/>
                  </a:lnTo>
                  <a:lnTo>
                    <a:pt x="1569479" y="2175681"/>
                  </a:lnTo>
                  <a:lnTo>
                    <a:pt x="1569666" y="2176951"/>
                  </a:lnTo>
                  <a:lnTo>
                    <a:pt x="1569853" y="2178123"/>
                  </a:lnTo>
                  <a:lnTo>
                    <a:pt x="1570040" y="2179237"/>
                  </a:lnTo>
                  <a:lnTo>
                    <a:pt x="1570227" y="2180203"/>
                  </a:lnTo>
                  <a:lnTo>
                    <a:pt x="1570414" y="2181193"/>
                  </a:lnTo>
                  <a:lnTo>
                    <a:pt x="1570601" y="2182059"/>
                  </a:lnTo>
                  <a:lnTo>
                    <a:pt x="1570788" y="2182942"/>
                  </a:lnTo>
                  <a:lnTo>
                    <a:pt x="1570975" y="2183891"/>
                  </a:lnTo>
                  <a:lnTo>
                    <a:pt x="1571162" y="2184700"/>
                  </a:lnTo>
                  <a:lnTo>
                    <a:pt x="1571349" y="2185517"/>
                  </a:lnTo>
                  <a:lnTo>
                    <a:pt x="1571536" y="2186342"/>
                  </a:lnTo>
                  <a:lnTo>
                    <a:pt x="1571723" y="2187241"/>
                  </a:lnTo>
                  <a:lnTo>
                    <a:pt x="1571909" y="2188232"/>
                  </a:lnTo>
                  <a:lnTo>
                    <a:pt x="1572096" y="2189255"/>
                  </a:lnTo>
                  <a:lnTo>
                    <a:pt x="1572283" y="2190460"/>
                  </a:lnTo>
                  <a:lnTo>
                    <a:pt x="1572470" y="2191780"/>
                  </a:lnTo>
                  <a:lnTo>
                    <a:pt x="1572657" y="2192828"/>
                  </a:lnTo>
                  <a:lnTo>
                    <a:pt x="1572844" y="2193554"/>
                  </a:lnTo>
                  <a:lnTo>
                    <a:pt x="1573031" y="2194214"/>
                  </a:lnTo>
                  <a:lnTo>
                    <a:pt x="1573218" y="2194874"/>
                  </a:lnTo>
                  <a:lnTo>
                    <a:pt x="1573405" y="2195501"/>
                  </a:lnTo>
                  <a:lnTo>
                    <a:pt x="1573592" y="2195840"/>
                  </a:lnTo>
                  <a:lnTo>
                    <a:pt x="1573779" y="2195832"/>
                  </a:lnTo>
                  <a:lnTo>
                    <a:pt x="1573966" y="2195675"/>
                  </a:lnTo>
                  <a:lnTo>
                    <a:pt x="1574152" y="2195576"/>
                  </a:lnTo>
                  <a:lnTo>
                    <a:pt x="1574339" y="2196081"/>
                  </a:lnTo>
                  <a:lnTo>
                    <a:pt x="1574526" y="2196555"/>
                  </a:lnTo>
                  <a:lnTo>
                    <a:pt x="1574713" y="2197076"/>
                  </a:lnTo>
                  <a:lnTo>
                    <a:pt x="1574900" y="2197475"/>
                  </a:lnTo>
                  <a:lnTo>
                    <a:pt x="1575087" y="2197692"/>
                  </a:lnTo>
                  <a:lnTo>
                    <a:pt x="1575274" y="2197776"/>
                  </a:lnTo>
                  <a:lnTo>
                    <a:pt x="1575461" y="2197673"/>
                  </a:lnTo>
                  <a:lnTo>
                    <a:pt x="1575648" y="2198078"/>
                  </a:lnTo>
                  <a:lnTo>
                    <a:pt x="1575835" y="2198594"/>
                  </a:lnTo>
                  <a:lnTo>
                    <a:pt x="1576022" y="2199273"/>
                  </a:lnTo>
                  <a:lnTo>
                    <a:pt x="1576209" y="2200046"/>
                  </a:lnTo>
                  <a:lnTo>
                    <a:pt x="1576396" y="2200953"/>
                  </a:lnTo>
                  <a:lnTo>
                    <a:pt x="1576582" y="2202223"/>
                  </a:lnTo>
                  <a:lnTo>
                    <a:pt x="1576769" y="2203572"/>
                  </a:lnTo>
                  <a:lnTo>
                    <a:pt x="1576956" y="2204757"/>
                  </a:lnTo>
                  <a:lnTo>
                    <a:pt x="1577143" y="2205767"/>
                  </a:lnTo>
                  <a:lnTo>
                    <a:pt x="1577330" y="2206615"/>
                  </a:lnTo>
                  <a:lnTo>
                    <a:pt x="1577517" y="2207370"/>
                  </a:lnTo>
                  <a:lnTo>
                    <a:pt x="1577704" y="2208128"/>
                  </a:lnTo>
                  <a:lnTo>
                    <a:pt x="1577891" y="2209070"/>
                  </a:lnTo>
                  <a:lnTo>
                    <a:pt x="1578078" y="2210121"/>
                  </a:lnTo>
                  <a:lnTo>
                    <a:pt x="1578265" y="2211400"/>
                  </a:lnTo>
                  <a:lnTo>
                    <a:pt x="1578452" y="2212936"/>
                  </a:lnTo>
                  <a:lnTo>
                    <a:pt x="1578639" y="2214362"/>
                  </a:lnTo>
                  <a:lnTo>
                    <a:pt x="1578826" y="2215163"/>
                  </a:lnTo>
                  <a:lnTo>
                    <a:pt x="1579012" y="2215938"/>
                  </a:lnTo>
                  <a:lnTo>
                    <a:pt x="1579199" y="2216202"/>
                  </a:lnTo>
                  <a:lnTo>
                    <a:pt x="1579386" y="2216770"/>
                  </a:lnTo>
                  <a:lnTo>
                    <a:pt x="1579573" y="2217605"/>
                  </a:lnTo>
                  <a:lnTo>
                    <a:pt x="1579760" y="2218379"/>
                  </a:lnTo>
                  <a:lnTo>
                    <a:pt x="1579947" y="2219110"/>
                  </a:lnTo>
                  <a:lnTo>
                    <a:pt x="1580134" y="2219835"/>
                  </a:lnTo>
                  <a:lnTo>
                    <a:pt x="1580321" y="2220118"/>
                  </a:lnTo>
                  <a:lnTo>
                    <a:pt x="1580508" y="2220529"/>
                  </a:lnTo>
                  <a:lnTo>
                    <a:pt x="1580695" y="2220983"/>
                  </a:lnTo>
                  <a:lnTo>
                    <a:pt x="1580882" y="2221429"/>
                  </a:lnTo>
                  <a:lnTo>
                    <a:pt x="1581069" y="2221592"/>
                  </a:lnTo>
                  <a:lnTo>
                    <a:pt x="1581255" y="2221625"/>
                  </a:lnTo>
                  <a:lnTo>
                    <a:pt x="1581442" y="2221621"/>
                  </a:lnTo>
                  <a:lnTo>
                    <a:pt x="1581629" y="2221414"/>
                  </a:lnTo>
                  <a:lnTo>
                    <a:pt x="1581816" y="2220981"/>
                  </a:lnTo>
                  <a:lnTo>
                    <a:pt x="1582003" y="2220403"/>
                  </a:lnTo>
                  <a:lnTo>
                    <a:pt x="1582190" y="2219765"/>
                  </a:lnTo>
                  <a:lnTo>
                    <a:pt x="1582377" y="2217976"/>
                  </a:lnTo>
                  <a:lnTo>
                    <a:pt x="1582564" y="2215776"/>
                  </a:lnTo>
                  <a:lnTo>
                    <a:pt x="1582751" y="2213424"/>
                  </a:lnTo>
                  <a:lnTo>
                    <a:pt x="1582938" y="2211319"/>
                  </a:lnTo>
                  <a:lnTo>
                    <a:pt x="1583125" y="2209420"/>
                  </a:lnTo>
                  <a:lnTo>
                    <a:pt x="1583312" y="2207580"/>
                  </a:lnTo>
                  <a:lnTo>
                    <a:pt x="1583499" y="2205346"/>
                  </a:lnTo>
                  <a:lnTo>
                    <a:pt x="1583685" y="2202862"/>
                  </a:lnTo>
                  <a:lnTo>
                    <a:pt x="1583872" y="2200527"/>
                  </a:lnTo>
                  <a:lnTo>
                    <a:pt x="1584059" y="2198043"/>
                  </a:lnTo>
                  <a:lnTo>
                    <a:pt x="1584246" y="2195718"/>
                  </a:lnTo>
                  <a:lnTo>
                    <a:pt x="1584433" y="2193690"/>
                  </a:lnTo>
                  <a:lnTo>
                    <a:pt x="1584620" y="2191749"/>
                  </a:lnTo>
                  <a:lnTo>
                    <a:pt x="1584807" y="2189657"/>
                  </a:lnTo>
                  <a:lnTo>
                    <a:pt x="1584994" y="2187595"/>
                  </a:lnTo>
                  <a:lnTo>
                    <a:pt x="1585181" y="2185483"/>
                  </a:lnTo>
                  <a:lnTo>
                    <a:pt x="1585368" y="2183544"/>
                  </a:lnTo>
                  <a:lnTo>
                    <a:pt x="1585555" y="2182207"/>
                  </a:lnTo>
                  <a:lnTo>
                    <a:pt x="1585742" y="2180722"/>
                  </a:lnTo>
                  <a:lnTo>
                    <a:pt x="1585928" y="2179435"/>
                  </a:lnTo>
                  <a:lnTo>
                    <a:pt x="1586115" y="2178238"/>
                  </a:lnTo>
                  <a:lnTo>
                    <a:pt x="1586302" y="2177264"/>
                  </a:lnTo>
                  <a:lnTo>
                    <a:pt x="1586489" y="2176480"/>
                  </a:lnTo>
                  <a:lnTo>
                    <a:pt x="1586676" y="2175862"/>
                  </a:lnTo>
                  <a:lnTo>
                    <a:pt x="1586863" y="2175317"/>
                  </a:lnTo>
                  <a:lnTo>
                    <a:pt x="1587050" y="2174822"/>
                  </a:lnTo>
                  <a:lnTo>
                    <a:pt x="1587237" y="2174203"/>
                  </a:lnTo>
                  <a:lnTo>
                    <a:pt x="1587424" y="2173675"/>
                  </a:lnTo>
                  <a:lnTo>
                    <a:pt x="1587611" y="2172907"/>
                  </a:lnTo>
                  <a:lnTo>
                    <a:pt x="1587798" y="2172041"/>
                  </a:lnTo>
                  <a:lnTo>
                    <a:pt x="1587985" y="2171183"/>
                  </a:lnTo>
                  <a:lnTo>
                    <a:pt x="1588172" y="2170523"/>
                  </a:lnTo>
                  <a:lnTo>
                    <a:pt x="1588358" y="2169863"/>
                  </a:lnTo>
                  <a:lnTo>
                    <a:pt x="1588545" y="2169277"/>
                  </a:lnTo>
                  <a:lnTo>
                    <a:pt x="1588732" y="2168757"/>
                  </a:lnTo>
                  <a:lnTo>
                    <a:pt x="1588919" y="2167593"/>
                  </a:lnTo>
                  <a:lnTo>
                    <a:pt x="1589106" y="2166289"/>
                  </a:lnTo>
                  <a:lnTo>
                    <a:pt x="1589293" y="2165134"/>
                  </a:lnTo>
                  <a:lnTo>
                    <a:pt x="1589480" y="2163929"/>
                  </a:lnTo>
                  <a:lnTo>
                    <a:pt x="1589667" y="2162444"/>
                  </a:lnTo>
                  <a:lnTo>
                    <a:pt x="1589854" y="2160810"/>
                  </a:lnTo>
                  <a:lnTo>
                    <a:pt x="1590041" y="2159284"/>
                  </a:lnTo>
                  <a:lnTo>
                    <a:pt x="1590228" y="2157666"/>
                  </a:lnTo>
                  <a:lnTo>
                    <a:pt x="1590415" y="2156239"/>
                  </a:lnTo>
                  <a:lnTo>
                    <a:pt x="1590602" y="2155108"/>
                  </a:lnTo>
                  <a:lnTo>
                    <a:pt x="1590788" y="2154333"/>
                  </a:lnTo>
                  <a:lnTo>
                    <a:pt x="1590975" y="2153573"/>
                  </a:lnTo>
                  <a:lnTo>
                    <a:pt x="1591162" y="2152732"/>
                  </a:lnTo>
                  <a:lnTo>
                    <a:pt x="1591349" y="2151832"/>
                  </a:lnTo>
                  <a:lnTo>
                    <a:pt x="1591536" y="2150718"/>
                  </a:lnTo>
                  <a:lnTo>
                    <a:pt x="1591723" y="2149934"/>
                  </a:lnTo>
                  <a:lnTo>
                    <a:pt x="1591910" y="2149258"/>
                  </a:lnTo>
                  <a:lnTo>
                    <a:pt x="1592097" y="2148556"/>
                  </a:lnTo>
                  <a:lnTo>
                    <a:pt x="1592284" y="2148012"/>
                  </a:lnTo>
                  <a:lnTo>
                    <a:pt x="1592471" y="2147682"/>
                  </a:lnTo>
                  <a:lnTo>
                    <a:pt x="1592658" y="2147401"/>
                  </a:lnTo>
                  <a:lnTo>
                    <a:pt x="1592845" y="2147162"/>
                  </a:lnTo>
                  <a:lnTo>
                    <a:pt x="1593031" y="2147071"/>
                  </a:lnTo>
                  <a:lnTo>
                    <a:pt x="1593218" y="2147120"/>
                  </a:lnTo>
                  <a:lnTo>
                    <a:pt x="1593405" y="2146972"/>
                  </a:lnTo>
                  <a:lnTo>
                    <a:pt x="1593592" y="2146799"/>
                  </a:lnTo>
                  <a:lnTo>
                    <a:pt x="1593779" y="2146733"/>
                  </a:lnTo>
                  <a:lnTo>
                    <a:pt x="1593966" y="2146757"/>
                  </a:lnTo>
                  <a:lnTo>
                    <a:pt x="1594153" y="2146757"/>
                  </a:lnTo>
                  <a:lnTo>
                    <a:pt x="1594340" y="2146551"/>
                  </a:lnTo>
                  <a:lnTo>
                    <a:pt x="1594527" y="2146328"/>
                  </a:lnTo>
                  <a:lnTo>
                    <a:pt x="1594714" y="2145874"/>
                  </a:lnTo>
                  <a:lnTo>
                    <a:pt x="1594901" y="2145256"/>
                  </a:lnTo>
                  <a:lnTo>
                    <a:pt x="1595088" y="2144653"/>
                  </a:lnTo>
                  <a:lnTo>
                    <a:pt x="1595275" y="2144587"/>
                  </a:lnTo>
                  <a:lnTo>
                    <a:pt x="1595461" y="2144851"/>
                  </a:lnTo>
                  <a:lnTo>
                    <a:pt x="1595648" y="2145363"/>
                  </a:lnTo>
                  <a:lnTo>
                    <a:pt x="1595835" y="2145660"/>
                  </a:lnTo>
                  <a:lnTo>
                    <a:pt x="1596022" y="2145990"/>
                  </a:lnTo>
                  <a:lnTo>
                    <a:pt x="1596209" y="2146312"/>
                  </a:lnTo>
                  <a:lnTo>
                    <a:pt x="1596396" y="2146279"/>
                  </a:lnTo>
                  <a:lnTo>
                    <a:pt x="1596583" y="2146089"/>
                  </a:lnTo>
                  <a:lnTo>
                    <a:pt x="1596770" y="2146238"/>
                  </a:lnTo>
                  <a:lnTo>
                    <a:pt x="1596957" y="2146601"/>
                  </a:lnTo>
                  <a:lnTo>
                    <a:pt x="1597144" y="2147517"/>
                  </a:lnTo>
                  <a:lnTo>
                    <a:pt x="1597331" y="2148820"/>
                  </a:lnTo>
                  <a:lnTo>
                    <a:pt x="1597518" y="2150297"/>
                  </a:lnTo>
                  <a:lnTo>
                    <a:pt x="1597705" y="2151436"/>
                  </a:lnTo>
                  <a:lnTo>
                    <a:pt x="1597891" y="2152567"/>
                  </a:lnTo>
                  <a:lnTo>
                    <a:pt x="1598078" y="2153466"/>
                  </a:lnTo>
                  <a:lnTo>
                    <a:pt x="1598265" y="2154407"/>
                  </a:lnTo>
                  <a:lnTo>
                    <a:pt x="1598452" y="2154546"/>
                  </a:lnTo>
                  <a:lnTo>
                    <a:pt x="1598639" y="2154726"/>
                  </a:lnTo>
                  <a:lnTo>
                    <a:pt x="1598826" y="2154603"/>
                  </a:lnTo>
                  <a:lnTo>
                    <a:pt x="1599013" y="2154775"/>
                  </a:lnTo>
                  <a:lnTo>
                    <a:pt x="1599200" y="2155469"/>
                  </a:lnTo>
                  <a:lnTo>
                    <a:pt x="1599387" y="2156596"/>
                  </a:lnTo>
                  <a:lnTo>
                    <a:pt x="1599574" y="2157707"/>
                  </a:lnTo>
                  <a:lnTo>
                    <a:pt x="1599761" y="2158703"/>
                  </a:lnTo>
                  <a:lnTo>
                    <a:pt x="1599948" y="2159612"/>
                  </a:lnTo>
                  <a:lnTo>
                    <a:pt x="1600134" y="2160485"/>
                  </a:lnTo>
                  <a:lnTo>
                    <a:pt x="1600321" y="2161346"/>
                  </a:lnTo>
                  <a:lnTo>
                    <a:pt x="1600508" y="2162605"/>
                  </a:lnTo>
                  <a:lnTo>
                    <a:pt x="1600695" y="2163930"/>
                  </a:lnTo>
                  <a:lnTo>
                    <a:pt x="1600882" y="2165201"/>
                  </a:lnTo>
                  <a:lnTo>
                    <a:pt x="1601069" y="2166429"/>
                  </a:lnTo>
                  <a:lnTo>
                    <a:pt x="1601256" y="2167195"/>
                  </a:lnTo>
                  <a:lnTo>
                    <a:pt x="1601443" y="2168649"/>
                  </a:lnTo>
                  <a:lnTo>
                    <a:pt x="1601630" y="2170454"/>
                  </a:lnTo>
                  <a:lnTo>
                    <a:pt x="1601817" y="2171863"/>
                  </a:lnTo>
                  <a:lnTo>
                    <a:pt x="1602004" y="2174114"/>
                  </a:lnTo>
                  <a:lnTo>
                    <a:pt x="1602191" y="2175768"/>
                  </a:lnTo>
                  <a:lnTo>
                    <a:pt x="1602378" y="2177102"/>
                  </a:lnTo>
                  <a:lnTo>
                    <a:pt x="1602564" y="2178464"/>
                  </a:lnTo>
                  <a:lnTo>
                    <a:pt x="1602751" y="2179249"/>
                  </a:lnTo>
                  <a:lnTo>
                    <a:pt x="1602938" y="2179949"/>
                  </a:lnTo>
                  <a:lnTo>
                    <a:pt x="1603125" y="2180565"/>
                  </a:lnTo>
                  <a:lnTo>
                    <a:pt x="1603312" y="2181083"/>
                  </a:lnTo>
                  <a:lnTo>
                    <a:pt x="1603499" y="2181838"/>
                  </a:lnTo>
                  <a:lnTo>
                    <a:pt x="1603686" y="2182606"/>
                  </a:lnTo>
                  <a:lnTo>
                    <a:pt x="1603873" y="2183232"/>
                  </a:lnTo>
                  <a:lnTo>
                    <a:pt x="1604060" y="2183740"/>
                  </a:lnTo>
                  <a:lnTo>
                    <a:pt x="1604247" y="2184073"/>
                  </a:lnTo>
                  <a:lnTo>
                    <a:pt x="1604434" y="2183880"/>
                  </a:lnTo>
                  <a:lnTo>
                    <a:pt x="1604621" y="2183593"/>
                  </a:lnTo>
                  <a:lnTo>
                    <a:pt x="1604807" y="2183093"/>
                  </a:lnTo>
                  <a:lnTo>
                    <a:pt x="1604994" y="2182778"/>
                  </a:lnTo>
                  <a:lnTo>
                    <a:pt x="1605181" y="2182252"/>
                  </a:lnTo>
                  <a:lnTo>
                    <a:pt x="1605368" y="2181615"/>
                  </a:lnTo>
                  <a:lnTo>
                    <a:pt x="1605555" y="2180936"/>
                  </a:lnTo>
                  <a:lnTo>
                    <a:pt x="1605742" y="2179397"/>
                  </a:lnTo>
                  <a:lnTo>
                    <a:pt x="1605929" y="2177747"/>
                  </a:lnTo>
                  <a:lnTo>
                    <a:pt x="1606116" y="2176099"/>
                  </a:lnTo>
                  <a:lnTo>
                    <a:pt x="1606303" y="2173572"/>
                  </a:lnTo>
                  <a:lnTo>
                    <a:pt x="1606490" y="2169795"/>
                  </a:lnTo>
                  <a:lnTo>
                    <a:pt x="1606677" y="2165733"/>
                  </a:lnTo>
                  <a:lnTo>
                    <a:pt x="1606864" y="2161727"/>
                  </a:lnTo>
                  <a:lnTo>
                    <a:pt x="1607051" y="2155728"/>
                  </a:lnTo>
                  <a:lnTo>
                    <a:pt x="1607237" y="2149762"/>
                  </a:lnTo>
                  <a:lnTo>
                    <a:pt x="1607424" y="2145176"/>
                  </a:lnTo>
                  <a:lnTo>
                    <a:pt x="1607611" y="2140723"/>
                  </a:lnTo>
                  <a:lnTo>
                    <a:pt x="1607798" y="2136056"/>
                  </a:lnTo>
                  <a:lnTo>
                    <a:pt x="1607985" y="2131576"/>
                  </a:lnTo>
                  <a:lnTo>
                    <a:pt x="1608172" y="2127157"/>
                  </a:lnTo>
                  <a:lnTo>
                    <a:pt x="1608359" y="2122707"/>
                  </a:lnTo>
                  <a:lnTo>
                    <a:pt x="1608546" y="2118563"/>
                  </a:lnTo>
                  <a:lnTo>
                    <a:pt x="1608733" y="2114606"/>
                  </a:lnTo>
                  <a:lnTo>
                    <a:pt x="1608920" y="2110673"/>
                  </a:lnTo>
                  <a:lnTo>
                    <a:pt x="1609107" y="2106891"/>
                  </a:lnTo>
                  <a:lnTo>
                    <a:pt x="1609294" y="2103583"/>
                  </a:lnTo>
                  <a:lnTo>
                    <a:pt x="1609481" y="2100504"/>
                  </a:lnTo>
                  <a:lnTo>
                    <a:pt x="1609667" y="2097617"/>
                  </a:lnTo>
                  <a:lnTo>
                    <a:pt x="1609854" y="2095241"/>
                  </a:lnTo>
                  <a:lnTo>
                    <a:pt x="1610041" y="2092979"/>
                  </a:lnTo>
                  <a:lnTo>
                    <a:pt x="1610228" y="2091060"/>
                  </a:lnTo>
                  <a:lnTo>
                    <a:pt x="1610415" y="2088914"/>
                  </a:lnTo>
                  <a:lnTo>
                    <a:pt x="1610602" y="2085226"/>
                  </a:lnTo>
                  <a:lnTo>
                    <a:pt x="1610789" y="2080861"/>
                  </a:lnTo>
                  <a:lnTo>
                    <a:pt x="1610976" y="2075835"/>
                  </a:lnTo>
                  <a:lnTo>
                    <a:pt x="1611163" y="2071173"/>
                  </a:lnTo>
                  <a:lnTo>
                    <a:pt x="1611350" y="2067361"/>
                  </a:lnTo>
                  <a:lnTo>
                    <a:pt x="1611537" y="2063705"/>
                  </a:lnTo>
                  <a:lnTo>
                    <a:pt x="1611724" y="2059857"/>
                  </a:lnTo>
                  <a:lnTo>
                    <a:pt x="1611910" y="2055894"/>
                  </a:lnTo>
                  <a:lnTo>
                    <a:pt x="1612097" y="2050908"/>
                  </a:lnTo>
                  <a:lnTo>
                    <a:pt x="1612284" y="2045368"/>
                  </a:lnTo>
                  <a:lnTo>
                    <a:pt x="1612471" y="2039341"/>
                  </a:lnTo>
                  <a:lnTo>
                    <a:pt x="1612658" y="2033127"/>
                  </a:lnTo>
                  <a:lnTo>
                    <a:pt x="1612845" y="2026983"/>
                  </a:lnTo>
                  <a:lnTo>
                    <a:pt x="1613032" y="2020472"/>
                  </a:lnTo>
                  <a:lnTo>
                    <a:pt x="1613219" y="2014204"/>
                  </a:lnTo>
                  <a:lnTo>
                    <a:pt x="1613406" y="2008458"/>
                  </a:lnTo>
                  <a:lnTo>
                    <a:pt x="1613593" y="2002858"/>
                  </a:lnTo>
                  <a:lnTo>
                    <a:pt x="1613780" y="1997430"/>
                  </a:lnTo>
                  <a:lnTo>
                    <a:pt x="1613967" y="1991662"/>
                  </a:lnTo>
                  <a:lnTo>
                    <a:pt x="1614154" y="1985246"/>
                  </a:lnTo>
                  <a:lnTo>
                    <a:pt x="1614340" y="1978426"/>
                  </a:lnTo>
                  <a:lnTo>
                    <a:pt x="1614527" y="1971326"/>
                  </a:lnTo>
                  <a:lnTo>
                    <a:pt x="1614714" y="1964792"/>
                  </a:lnTo>
                  <a:lnTo>
                    <a:pt x="1614901" y="1959358"/>
                  </a:lnTo>
                  <a:lnTo>
                    <a:pt x="1615088" y="1954779"/>
                  </a:lnTo>
                  <a:lnTo>
                    <a:pt x="1615275" y="1950239"/>
                  </a:lnTo>
                  <a:lnTo>
                    <a:pt x="1615462" y="1945525"/>
                  </a:lnTo>
                  <a:lnTo>
                    <a:pt x="1615649" y="1940731"/>
                  </a:lnTo>
                  <a:lnTo>
                    <a:pt x="1615836" y="1935935"/>
                  </a:lnTo>
                  <a:lnTo>
                    <a:pt x="1616023" y="1931555"/>
                  </a:lnTo>
                  <a:lnTo>
                    <a:pt x="1616210" y="1928353"/>
                  </a:lnTo>
                  <a:lnTo>
                    <a:pt x="1616397" y="1925762"/>
                  </a:lnTo>
                  <a:lnTo>
                    <a:pt x="1616583" y="1923980"/>
                  </a:lnTo>
                  <a:lnTo>
                    <a:pt x="1616770" y="1921761"/>
                  </a:lnTo>
                  <a:lnTo>
                    <a:pt x="1616957" y="1919210"/>
                  </a:lnTo>
                  <a:lnTo>
                    <a:pt x="1617144" y="1916522"/>
                  </a:lnTo>
                  <a:lnTo>
                    <a:pt x="1617331" y="1913901"/>
                  </a:lnTo>
                  <a:lnTo>
                    <a:pt x="1617518" y="1911196"/>
                  </a:lnTo>
                  <a:lnTo>
                    <a:pt x="1617705" y="1908808"/>
                  </a:lnTo>
                  <a:lnTo>
                    <a:pt x="1617892" y="1906244"/>
                  </a:lnTo>
                  <a:lnTo>
                    <a:pt x="1618079" y="1903991"/>
                  </a:lnTo>
                  <a:lnTo>
                    <a:pt x="1618266" y="1901903"/>
                  </a:lnTo>
                  <a:lnTo>
                    <a:pt x="1618453" y="1900163"/>
                  </a:lnTo>
                  <a:lnTo>
                    <a:pt x="1618640" y="1898348"/>
                  </a:lnTo>
                  <a:lnTo>
                    <a:pt x="1618827" y="1896454"/>
                  </a:lnTo>
                  <a:lnTo>
                    <a:pt x="1619013" y="1894483"/>
                  </a:lnTo>
                  <a:lnTo>
                    <a:pt x="1619200" y="1892457"/>
                  </a:lnTo>
                  <a:lnTo>
                    <a:pt x="1619387" y="1889918"/>
                  </a:lnTo>
                  <a:lnTo>
                    <a:pt x="1619574" y="1887577"/>
                  </a:lnTo>
                  <a:lnTo>
                    <a:pt x="1619761" y="1886842"/>
                  </a:lnTo>
                  <a:lnTo>
                    <a:pt x="1619948" y="1886908"/>
                  </a:lnTo>
                  <a:lnTo>
                    <a:pt x="1620135" y="1887271"/>
                  </a:lnTo>
                  <a:lnTo>
                    <a:pt x="1620322" y="1887436"/>
                  </a:lnTo>
                  <a:lnTo>
                    <a:pt x="1620509" y="1887503"/>
                  </a:lnTo>
                  <a:lnTo>
                    <a:pt x="1620696" y="1887890"/>
                  </a:lnTo>
                  <a:lnTo>
                    <a:pt x="1620883" y="1888749"/>
                  </a:lnTo>
                  <a:lnTo>
                    <a:pt x="1621070" y="1890069"/>
                  </a:lnTo>
                  <a:lnTo>
                    <a:pt x="1621257" y="1891257"/>
                  </a:lnTo>
                  <a:lnTo>
                    <a:pt x="1621443" y="1892619"/>
                  </a:lnTo>
                  <a:lnTo>
                    <a:pt x="1621630" y="1893708"/>
                  </a:lnTo>
                  <a:lnTo>
                    <a:pt x="1621817" y="1894310"/>
                  </a:lnTo>
                  <a:lnTo>
                    <a:pt x="1622004" y="1894789"/>
                  </a:lnTo>
                  <a:lnTo>
                    <a:pt x="1622191" y="1895639"/>
                  </a:lnTo>
                  <a:lnTo>
                    <a:pt x="1622378" y="1896538"/>
                  </a:lnTo>
                  <a:lnTo>
                    <a:pt x="1622565" y="1897306"/>
                  </a:lnTo>
                  <a:lnTo>
                    <a:pt x="1622752" y="1897809"/>
                  </a:lnTo>
                  <a:lnTo>
                    <a:pt x="1622939" y="1897892"/>
                  </a:lnTo>
                  <a:lnTo>
                    <a:pt x="1623126" y="1898048"/>
                  </a:lnTo>
                  <a:lnTo>
                    <a:pt x="1623313" y="1898040"/>
                  </a:lnTo>
                  <a:lnTo>
                    <a:pt x="1623500" y="1897603"/>
                  </a:lnTo>
                  <a:lnTo>
                    <a:pt x="1623686" y="1897266"/>
                  </a:lnTo>
                  <a:lnTo>
                    <a:pt x="1623873" y="1896763"/>
                  </a:lnTo>
                  <a:lnTo>
                    <a:pt x="1624060" y="1895946"/>
                  </a:lnTo>
                  <a:lnTo>
                    <a:pt x="1624247" y="1894985"/>
                  </a:lnTo>
                  <a:lnTo>
                    <a:pt x="1624434" y="1893988"/>
                  </a:lnTo>
                  <a:lnTo>
                    <a:pt x="1624621" y="1893095"/>
                  </a:lnTo>
                  <a:lnTo>
                    <a:pt x="1624808" y="1892302"/>
                  </a:lnTo>
                  <a:lnTo>
                    <a:pt x="1624995" y="1891573"/>
                  </a:lnTo>
                  <a:lnTo>
                    <a:pt x="1625182" y="1890995"/>
                  </a:lnTo>
                  <a:lnTo>
                    <a:pt x="1625369" y="1890522"/>
                  </a:lnTo>
                  <a:lnTo>
                    <a:pt x="1625556" y="1889881"/>
                  </a:lnTo>
                  <a:lnTo>
                    <a:pt x="1625743" y="1889162"/>
                  </a:lnTo>
                  <a:lnTo>
                    <a:pt x="1625930" y="1888437"/>
                  </a:lnTo>
                  <a:lnTo>
                    <a:pt x="1626116" y="1887515"/>
                  </a:lnTo>
                  <a:lnTo>
                    <a:pt x="1626303" y="1886957"/>
                  </a:lnTo>
                  <a:lnTo>
                    <a:pt x="1626490" y="1886577"/>
                  </a:lnTo>
                  <a:lnTo>
                    <a:pt x="1626677" y="1886209"/>
                  </a:lnTo>
                  <a:lnTo>
                    <a:pt x="1626864" y="1886116"/>
                  </a:lnTo>
                  <a:lnTo>
                    <a:pt x="1627051" y="1885662"/>
                  </a:lnTo>
                  <a:lnTo>
                    <a:pt x="1627238" y="1885497"/>
                  </a:lnTo>
                  <a:lnTo>
                    <a:pt x="1627425" y="1885456"/>
                  </a:lnTo>
                  <a:lnTo>
                    <a:pt x="1627612" y="1885505"/>
                  </a:lnTo>
                  <a:lnTo>
                    <a:pt x="1627799" y="1885637"/>
                  </a:lnTo>
                  <a:lnTo>
                    <a:pt x="1627986" y="1885844"/>
                  </a:lnTo>
                  <a:lnTo>
                    <a:pt x="1628173" y="1886066"/>
                  </a:lnTo>
                  <a:lnTo>
                    <a:pt x="1628360" y="1886570"/>
                  </a:lnTo>
                  <a:lnTo>
                    <a:pt x="1628546" y="1887535"/>
                  </a:lnTo>
                  <a:lnTo>
                    <a:pt x="1628733" y="1888732"/>
                  </a:lnTo>
                  <a:lnTo>
                    <a:pt x="1628920" y="1890200"/>
                  </a:lnTo>
                  <a:lnTo>
                    <a:pt x="1629107" y="1891529"/>
                  </a:lnTo>
                  <a:lnTo>
                    <a:pt x="1629294" y="1892973"/>
                  </a:lnTo>
                  <a:lnTo>
                    <a:pt x="1629481" y="1894458"/>
                  </a:lnTo>
                  <a:lnTo>
                    <a:pt x="1629668" y="1895828"/>
                  </a:lnTo>
                  <a:lnTo>
                    <a:pt x="1629855" y="1896983"/>
                  </a:lnTo>
                  <a:lnTo>
                    <a:pt x="1630042" y="1898114"/>
                  </a:lnTo>
                  <a:lnTo>
                    <a:pt x="1630229" y="1899451"/>
                  </a:lnTo>
                  <a:lnTo>
                    <a:pt x="1630416" y="1900887"/>
                  </a:lnTo>
                  <a:lnTo>
                    <a:pt x="1630603" y="1902166"/>
                  </a:lnTo>
                  <a:lnTo>
                    <a:pt x="1630789" y="1903321"/>
                  </a:lnTo>
                  <a:lnTo>
                    <a:pt x="1630976" y="1904377"/>
                  </a:lnTo>
                  <a:lnTo>
                    <a:pt x="1631163" y="1905194"/>
                  </a:lnTo>
                  <a:lnTo>
                    <a:pt x="1631350" y="1905945"/>
                  </a:lnTo>
                  <a:lnTo>
                    <a:pt x="1631537" y="1906605"/>
                  </a:lnTo>
                  <a:lnTo>
                    <a:pt x="1631724" y="1907472"/>
                  </a:lnTo>
                  <a:lnTo>
                    <a:pt x="1631911" y="1908511"/>
                  </a:lnTo>
                  <a:lnTo>
                    <a:pt x="1632098" y="1909922"/>
                  </a:lnTo>
                  <a:lnTo>
                    <a:pt x="1632285" y="1911408"/>
                  </a:lnTo>
                  <a:lnTo>
                    <a:pt x="1632472" y="1913033"/>
                  </a:lnTo>
                  <a:lnTo>
                    <a:pt x="1632659" y="1914519"/>
                  </a:lnTo>
                  <a:lnTo>
                    <a:pt x="1632846" y="1915880"/>
                  </a:lnTo>
                  <a:lnTo>
                    <a:pt x="1633033" y="1917019"/>
                  </a:lnTo>
                  <a:lnTo>
                    <a:pt x="1633219" y="1918356"/>
                  </a:lnTo>
                  <a:lnTo>
                    <a:pt x="1633406" y="1919882"/>
                  </a:lnTo>
                  <a:lnTo>
                    <a:pt x="1633593" y="1921376"/>
                  </a:lnTo>
                  <a:lnTo>
                    <a:pt x="1633780" y="1923167"/>
                  </a:lnTo>
                  <a:lnTo>
                    <a:pt x="1633967" y="1925312"/>
                  </a:lnTo>
                  <a:lnTo>
                    <a:pt x="1634154" y="1927350"/>
                  </a:lnTo>
                  <a:lnTo>
                    <a:pt x="1634341" y="1929756"/>
                  </a:lnTo>
                  <a:lnTo>
                    <a:pt x="1634528" y="1931983"/>
                  </a:lnTo>
                  <a:lnTo>
                    <a:pt x="1634715" y="1934043"/>
                  </a:lnTo>
                  <a:lnTo>
                    <a:pt x="1634902" y="1935808"/>
                  </a:lnTo>
                  <a:lnTo>
                    <a:pt x="1635089" y="1937895"/>
                  </a:lnTo>
                  <a:lnTo>
                    <a:pt x="1635276" y="1939965"/>
                  </a:lnTo>
                  <a:lnTo>
                    <a:pt x="1635462" y="1942126"/>
                  </a:lnTo>
                  <a:lnTo>
                    <a:pt x="1635649" y="1944474"/>
                  </a:lnTo>
                  <a:lnTo>
                    <a:pt x="1635836" y="1946804"/>
                  </a:lnTo>
                  <a:lnTo>
                    <a:pt x="1636023" y="1948980"/>
                  </a:lnTo>
                  <a:lnTo>
                    <a:pt x="1636210" y="1951595"/>
                  </a:lnTo>
                  <a:lnTo>
                    <a:pt x="1636397" y="1954494"/>
                  </a:lnTo>
                  <a:lnTo>
                    <a:pt x="1636584" y="1957112"/>
                  </a:lnTo>
                  <a:lnTo>
                    <a:pt x="1636771" y="1959376"/>
                  </a:lnTo>
                  <a:lnTo>
                    <a:pt x="1636958" y="1961631"/>
                  </a:lnTo>
                  <a:lnTo>
                    <a:pt x="1637145" y="1963772"/>
                  </a:lnTo>
                  <a:lnTo>
                    <a:pt x="1637332" y="1966115"/>
                  </a:lnTo>
                  <a:lnTo>
                    <a:pt x="1637519" y="1968778"/>
                  </a:lnTo>
                  <a:lnTo>
                    <a:pt x="1637706" y="1971393"/>
                  </a:lnTo>
                  <a:lnTo>
                    <a:pt x="1637892" y="1973671"/>
                  </a:lnTo>
                  <a:lnTo>
                    <a:pt x="1638079" y="1975816"/>
                  </a:lnTo>
                  <a:lnTo>
                    <a:pt x="1638266" y="1977855"/>
                  </a:lnTo>
                  <a:lnTo>
                    <a:pt x="1638453" y="1979719"/>
                  </a:lnTo>
                  <a:lnTo>
                    <a:pt x="1638640" y="1981766"/>
                  </a:lnTo>
                  <a:lnTo>
                    <a:pt x="1638827" y="1982953"/>
                  </a:lnTo>
                  <a:lnTo>
                    <a:pt x="1639014" y="1983727"/>
                  </a:lnTo>
                  <a:lnTo>
                    <a:pt x="1639201" y="1984513"/>
                  </a:lnTo>
                  <a:lnTo>
                    <a:pt x="1639388" y="1985109"/>
                  </a:lnTo>
                  <a:lnTo>
                    <a:pt x="1639575" y="1985973"/>
                  </a:lnTo>
                  <a:lnTo>
                    <a:pt x="1639762" y="1987081"/>
                  </a:lnTo>
                  <a:lnTo>
                    <a:pt x="1639949" y="1988128"/>
                  </a:lnTo>
                  <a:lnTo>
                    <a:pt x="1640136" y="1989234"/>
                  </a:lnTo>
                  <a:lnTo>
                    <a:pt x="1640322" y="1990233"/>
                  </a:lnTo>
                  <a:lnTo>
                    <a:pt x="1640509" y="1990871"/>
                  </a:lnTo>
                  <a:lnTo>
                    <a:pt x="1640696" y="1991352"/>
                  </a:lnTo>
                  <a:lnTo>
                    <a:pt x="1640883" y="1991579"/>
                  </a:lnTo>
                  <a:lnTo>
                    <a:pt x="1641070" y="1991767"/>
                  </a:lnTo>
                  <a:lnTo>
                    <a:pt x="1641257" y="1991819"/>
                  </a:lnTo>
                  <a:lnTo>
                    <a:pt x="1641444" y="1991971"/>
                  </a:lnTo>
                  <a:lnTo>
                    <a:pt x="1641631" y="1992331"/>
                  </a:lnTo>
                  <a:lnTo>
                    <a:pt x="1641818" y="1992944"/>
                  </a:lnTo>
                  <a:lnTo>
                    <a:pt x="1642005" y="1993636"/>
                  </a:lnTo>
                  <a:lnTo>
                    <a:pt x="1642192" y="1994318"/>
                  </a:lnTo>
                  <a:lnTo>
                    <a:pt x="1642379" y="1994732"/>
                  </a:lnTo>
                  <a:lnTo>
                    <a:pt x="1642565" y="1994960"/>
                  </a:lnTo>
                  <a:lnTo>
                    <a:pt x="1642752" y="1995028"/>
                  </a:lnTo>
                  <a:lnTo>
                    <a:pt x="1642939" y="1994865"/>
                  </a:lnTo>
                  <a:lnTo>
                    <a:pt x="1643126" y="1995125"/>
                  </a:lnTo>
                  <a:lnTo>
                    <a:pt x="1643313" y="1995571"/>
                  </a:lnTo>
                  <a:lnTo>
                    <a:pt x="1643500" y="1996113"/>
                  </a:lnTo>
                  <a:lnTo>
                    <a:pt x="1643687" y="1997328"/>
                  </a:lnTo>
                  <a:lnTo>
                    <a:pt x="1643874" y="1999785"/>
                  </a:lnTo>
                  <a:lnTo>
                    <a:pt x="1644061" y="2002675"/>
                  </a:lnTo>
                  <a:lnTo>
                    <a:pt x="1644248" y="2005525"/>
                  </a:lnTo>
                  <a:lnTo>
                    <a:pt x="1644435" y="2010501"/>
                  </a:lnTo>
                  <a:lnTo>
                    <a:pt x="1644622" y="2015452"/>
                  </a:lnTo>
                  <a:lnTo>
                    <a:pt x="1644809" y="2018884"/>
                  </a:lnTo>
                  <a:lnTo>
                    <a:pt x="1644995" y="2022330"/>
                  </a:lnTo>
                  <a:lnTo>
                    <a:pt x="1645182" y="2026022"/>
                  </a:lnTo>
                  <a:lnTo>
                    <a:pt x="1645369" y="2029677"/>
                  </a:lnTo>
                  <a:lnTo>
                    <a:pt x="1645556" y="2033519"/>
                  </a:lnTo>
                  <a:lnTo>
                    <a:pt x="1645743" y="2037639"/>
                  </a:lnTo>
                  <a:lnTo>
                    <a:pt x="1645930" y="2041452"/>
                  </a:lnTo>
                  <a:lnTo>
                    <a:pt x="1646117" y="2045211"/>
                  </a:lnTo>
                  <a:lnTo>
                    <a:pt x="1646304" y="2048864"/>
                  </a:lnTo>
                  <a:lnTo>
                    <a:pt x="1646491" y="2052481"/>
                  </a:lnTo>
                  <a:lnTo>
                    <a:pt x="1646678" y="2055624"/>
                  </a:lnTo>
                  <a:lnTo>
                    <a:pt x="1646865" y="2058538"/>
                  </a:lnTo>
                  <a:lnTo>
                    <a:pt x="1647052" y="2061260"/>
                  </a:lnTo>
                  <a:lnTo>
                    <a:pt x="1647239" y="2063331"/>
                  </a:lnTo>
                  <a:lnTo>
                    <a:pt x="1647425" y="2065164"/>
                  </a:lnTo>
                  <a:lnTo>
                    <a:pt x="1647612" y="2066555"/>
                  </a:lnTo>
                  <a:lnTo>
                    <a:pt x="1647799" y="2068040"/>
                  </a:lnTo>
                  <a:lnTo>
                    <a:pt x="1647986" y="2070936"/>
                  </a:lnTo>
                  <a:lnTo>
                    <a:pt x="1648173" y="2074509"/>
                  </a:lnTo>
                  <a:lnTo>
                    <a:pt x="1648360" y="2078875"/>
                  </a:lnTo>
                  <a:lnTo>
                    <a:pt x="1648547" y="2083091"/>
                  </a:lnTo>
                  <a:lnTo>
                    <a:pt x="1648734" y="2086722"/>
                  </a:lnTo>
                  <a:lnTo>
                    <a:pt x="1648921" y="2090353"/>
                  </a:lnTo>
                  <a:lnTo>
                    <a:pt x="1649108" y="2094000"/>
                  </a:lnTo>
                  <a:lnTo>
                    <a:pt x="1649295" y="2097953"/>
                  </a:lnTo>
                  <a:lnTo>
                    <a:pt x="1649482" y="2102912"/>
                  </a:lnTo>
                  <a:lnTo>
                    <a:pt x="1649668" y="2108515"/>
                  </a:lnTo>
                  <a:lnTo>
                    <a:pt x="1649855" y="2114605"/>
                  </a:lnTo>
                  <a:lnTo>
                    <a:pt x="1650042" y="2120959"/>
                  </a:lnTo>
                  <a:lnTo>
                    <a:pt x="1650229" y="2127536"/>
                  </a:lnTo>
                  <a:lnTo>
                    <a:pt x="1650416" y="2134162"/>
                  </a:lnTo>
                  <a:lnTo>
                    <a:pt x="1650603" y="2140648"/>
                  </a:lnTo>
                  <a:lnTo>
                    <a:pt x="1650790" y="2146705"/>
                  </a:lnTo>
                  <a:lnTo>
                    <a:pt x="1650977" y="2152522"/>
                  </a:lnTo>
                  <a:lnTo>
                    <a:pt x="1651164" y="2158092"/>
                  </a:lnTo>
                  <a:lnTo>
                    <a:pt x="1651351" y="2163877"/>
                  </a:lnTo>
                  <a:lnTo>
                    <a:pt x="1651538" y="2170156"/>
                  </a:lnTo>
                  <a:lnTo>
                    <a:pt x="1651725" y="2176733"/>
                  </a:lnTo>
                  <a:lnTo>
                    <a:pt x="1651912" y="2183277"/>
                  </a:lnTo>
                  <a:lnTo>
                    <a:pt x="1652098" y="2189497"/>
                  </a:lnTo>
                  <a:lnTo>
                    <a:pt x="1652285" y="2194761"/>
                  </a:lnTo>
                  <a:lnTo>
                    <a:pt x="1652472" y="2199290"/>
                  </a:lnTo>
                  <a:lnTo>
                    <a:pt x="1652659" y="2203830"/>
                  </a:lnTo>
                  <a:lnTo>
                    <a:pt x="1652846" y="2208478"/>
                  </a:lnTo>
                  <a:lnTo>
                    <a:pt x="1653033" y="2213026"/>
                  </a:lnTo>
                  <a:lnTo>
                    <a:pt x="1653220" y="2217603"/>
                  </a:lnTo>
                  <a:lnTo>
                    <a:pt x="1653407" y="2221983"/>
                  </a:lnTo>
                  <a:lnTo>
                    <a:pt x="1653594" y="2225865"/>
                  </a:lnTo>
                  <a:lnTo>
                    <a:pt x="1653781" y="2229328"/>
                  </a:lnTo>
                  <a:lnTo>
                    <a:pt x="1653968" y="2232437"/>
                  </a:lnTo>
                  <a:lnTo>
                    <a:pt x="1654155" y="2235596"/>
                  </a:lnTo>
                  <a:lnTo>
                    <a:pt x="1654341" y="2239109"/>
                  </a:lnTo>
                  <a:lnTo>
                    <a:pt x="1654528" y="2242800"/>
                  </a:lnTo>
                  <a:lnTo>
                    <a:pt x="1654715" y="2246533"/>
                  </a:lnTo>
                  <a:lnTo>
                    <a:pt x="1654902" y="2250417"/>
                  </a:lnTo>
                  <a:lnTo>
                    <a:pt x="1655089" y="2254286"/>
                  </a:lnTo>
                  <a:lnTo>
                    <a:pt x="1655276" y="2258225"/>
                  </a:lnTo>
                  <a:lnTo>
                    <a:pt x="1655463" y="2261518"/>
                  </a:lnTo>
                  <a:lnTo>
                    <a:pt x="1655650" y="2264794"/>
                  </a:lnTo>
                  <a:lnTo>
                    <a:pt x="1655837" y="2268020"/>
                  </a:lnTo>
                  <a:lnTo>
                    <a:pt x="1656024" y="2271371"/>
                  </a:lnTo>
                  <a:lnTo>
                    <a:pt x="1656211" y="2274944"/>
                  </a:lnTo>
                  <a:lnTo>
                    <a:pt x="1656398" y="2278706"/>
                  </a:lnTo>
                  <a:lnTo>
                    <a:pt x="1656585" y="2282502"/>
                  </a:lnTo>
                  <a:lnTo>
                    <a:pt x="1656771" y="2286480"/>
                  </a:lnTo>
                  <a:lnTo>
                    <a:pt x="1656958" y="2290127"/>
                  </a:lnTo>
                  <a:lnTo>
                    <a:pt x="1657145" y="2293040"/>
                  </a:lnTo>
                  <a:lnTo>
                    <a:pt x="1657332" y="2295491"/>
                  </a:lnTo>
                  <a:lnTo>
                    <a:pt x="1657519" y="2297876"/>
                  </a:lnTo>
                  <a:lnTo>
                    <a:pt x="1657706" y="2300178"/>
                  </a:lnTo>
                  <a:lnTo>
                    <a:pt x="1657893" y="2302447"/>
                  </a:lnTo>
                  <a:lnTo>
                    <a:pt x="1658080" y="2304295"/>
                  </a:lnTo>
                  <a:lnTo>
                    <a:pt x="1658267" y="2305929"/>
                  </a:lnTo>
                  <a:lnTo>
                    <a:pt x="1658454" y="2307291"/>
                  </a:lnTo>
                  <a:lnTo>
                    <a:pt x="1658641" y="2308636"/>
                  </a:lnTo>
                  <a:lnTo>
                    <a:pt x="1658828" y="2309865"/>
                  </a:lnTo>
                  <a:lnTo>
                    <a:pt x="1659015" y="2311029"/>
                  </a:lnTo>
                  <a:lnTo>
                    <a:pt x="1659201" y="2312349"/>
                  </a:lnTo>
                  <a:lnTo>
                    <a:pt x="1659388" y="2313562"/>
                  </a:lnTo>
                  <a:lnTo>
                    <a:pt x="1659575" y="2314363"/>
                  </a:lnTo>
                  <a:lnTo>
                    <a:pt x="1659762" y="2315114"/>
                  </a:lnTo>
                  <a:lnTo>
                    <a:pt x="1659949" y="2316046"/>
                  </a:lnTo>
                  <a:lnTo>
                    <a:pt x="1660136" y="2317111"/>
                  </a:lnTo>
                  <a:lnTo>
                    <a:pt x="1660323" y="2318373"/>
                  </a:lnTo>
                  <a:lnTo>
                    <a:pt x="1660510" y="2319702"/>
                  </a:lnTo>
                  <a:lnTo>
                    <a:pt x="1660697" y="2321038"/>
                  </a:lnTo>
                  <a:lnTo>
                    <a:pt x="1660884" y="2322722"/>
                  </a:lnTo>
                  <a:lnTo>
                    <a:pt x="1661071" y="2324032"/>
                  </a:lnTo>
                  <a:lnTo>
                    <a:pt x="1661258" y="2325278"/>
                  </a:lnTo>
                  <a:lnTo>
                    <a:pt x="1661444" y="2326475"/>
                  </a:lnTo>
                  <a:lnTo>
                    <a:pt x="1661631" y="2327534"/>
                  </a:lnTo>
                  <a:lnTo>
                    <a:pt x="1661818" y="2328532"/>
                  </a:lnTo>
                  <a:lnTo>
                    <a:pt x="1662005" y="2329548"/>
                  </a:lnTo>
                  <a:lnTo>
                    <a:pt x="1662192" y="2330713"/>
                  </a:lnTo>
                  <a:lnTo>
                    <a:pt x="1662379" y="2332209"/>
                  </a:lnTo>
                  <a:lnTo>
                    <a:pt x="1662566" y="2333778"/>
                  </a:lnTo>
                  <a:lnTo>
                    <a:pt x="1662753" y="2335274"/>
                  </a:lnTo>
                  <a:lnTo>
                    <a:pt x="1662940" y="2336740"/>
                  </a:lnTo>
                  <a:lnTo>
                    <a:pt x="1663127" y="2338284"/>
                  </a:lnTo>
                  <a:lnTo>
                    <a:pt x="1663314" y="2339835"/>
                  </a:lnTo>
                  <a:lnTo>
                    <a:pt x="1663501" y="2341589"/>
                  </a:lnTo>
                  <a:lnTo>
                    <a:pt x="1663688" y="2343476"/>
                  </a:lnTo>
                  <a:lnTo>
                    <a:pt x="1663874" y="2345341"/>
                  </a:lnTo>
                  <a:lnTo>
                    <a:pt x="1664061" y="2347178"/>
                  </a:lnTo>
                  <a:lnTo>
                    <a:pt x="1664248" y="2348880"/>
                  </a:lnTo>
                  <a:lnTo>
                    <a:pt x="1664435" y="2351430"/>
                  </a:lnTo>
                  <a:lnTo>
                    <a:pt x="1664622" y="2353889"/>
                  </a:lnTo>
                  <a:lnTo>
                    <a:pt x="1664809" y="2356117"/>
                  </a:lnTo>
                  <a:lnTo>
                    <a:pt x="1664996" y="2358246"/>
                  </a:lnTo>
                  <a:lnTo>
                    <a:pt x="1665183" y="2360095"/>
                  </a:lnTo>
                  <a:lnTo>
                    <a:pt x="1665370" y="2361704"/>
                  </a:lnTo>
                  <a:lnTo>
                    <a:pt x="1665557" y="2363115"/>
                  </a:lnTo>
                  <a:lnTo>
                    <a:pt x="1665744" y="2364278"/>
                  </a:lnTo>
                  <a:lnTo>
                    <a:pt x="1665931" y="2365153"/>
                  </a:lnTo>
                  <a:lnTo>
                    <a:pt x="1666118" y="2365937"/>
                  </a:lnTo>
                  <a:lnTo>
                    <a:pt x="1666304" y="2366440"/>
                  </a:lnTo>
                  <a:lnTo>
                    <a:pt x="1666491" y="2366721"/>
                  </a:lnTo>
                  <a:lnTo>
                    <a:pt x="1666678" y="2366713"/>
                  </a:lnTo>
                  <a:lnTo>
                    <a:pt x="1666865" y="2366605"/>
                  </a:lnTo>
                  <a:lnTo>
                    <a:pt x="1667052" y="2366605"/>
                  </a:lnTo>
                  <a:lnTo>
                    <a:pt x="1667239" y="2366515"/>
                  </a:lnTo>
                  <a:lnTo>
                    <a:pt x="1667426" y="2366350"/>
                  </a:lnTo>
                  <a:lnTo>
                    <a:pt x="1667613" y="2366209"/>
                  </a:lnTo>
                  <a:lnTo>
                    <a:pt x="1667800" y="2366143"/>
                  </a:lnTo>
                  <a:lnTo>
                    <a:pt x="1667987" y="2366077"/>
                  </a:lnTo>
                  <a:lnTo>
                    <a:pt x="1668174" y="2366077"/>
                  </a:lnTo>
                  <a:lnTo>
                    <a:pt x="1668361" y="2366408"/>
                  </a:lnTo>
                  <a:lnTo>
                    <a:pt x="1668547" y="2366920"/>
                  </a:lnTo>
                  <a:lnTo>
                    <a:pt x="1668734" y="2367443"/>
                  </a:lnTo>
                  <a:lnTo>
                    <a:pt x="1668921" y="2367745"/>
                  </a:lnTo>
                  <a:lnTo>
                    <a:pt x="1669108" y="2368028"/>
                  </a:lnTo>
                  <a:lnTo>
                    <a:pt x="1669295" y="2368016"/>
                  </a:lnTo>
                  <a:lnTo>
                    <a:pt x="1669482" y="2367809"/>
                  </a:lnTo>
                  <a:lnTo>
                    <a:pt x="1669669" y="2367687"/>
                  </a:lnTo>
                  <a:lnTo>
                    <a:pt x="1669856" y="2367450"/>
                  </a:lnTo>
                  <a:lnTo>
                    <a:pt x="1670043" y="2367274"/>
                  </a:lnTo>
                  <a:lnTo>
                    <a:pt x="1670230" y="2367151"/>
                  </a:lnTo>
                  <a:lnTo>
                    <a:pt x="1670417" y="2367004"/>
                  </a:lnTo>
                  <a:lnTo>
                    <a:pt x="1670604" y="2366717"/>
                  </a:lnTo>
                  <a:lnTo>
                    <a:pt x="1670791" y="2366388"/>
                  </a:lnTo>
                  <a:lnTo>
                    <a:pt x="1670977" y="2366101"/>
                  </a:lnTo>
                  <a:lnTo>
                    <a:pt x="1671164" y="2365805"/>
                  </a:lnTo>
                  <a:lnTo>
                    <a:pt x="1671351" y="2365426"/>
                  </a:lnTo>
                  <a:lnTo>
                    <a:pt x="1671538" y="2364601"/>
                  </a:lnTo>
                  <a:lnTo>
                    <a:pt x="1671725" y="2363821"/>
                  </a:lnTo>
                  <a:lnTo>
                    <a:pt x="1671912" y="2363037"/>
                  </a:lnTo>
                  <a:lnTo>
                    <a:pt x="1672099" y="2362537"/>
                  </a:lnTo>
                  <a:lnTo>
                    <a:pt x="1672286" y="2362464"/>
                  </a:lnTo>
                  <a:lnTo>
                    <a:pt x="1672473" y="2362390"/>
                  </a:lnTo>
                  <a:lnTo>
                    <a:pt x="1672660" y="2362474"/>
                  </a:lnTo>
                  <a:lnTo>
                    <a:pt x="1672847" y="2362566"/>
                  </a:lnTo>
                  <a:lnTo>
                    <a:pt x="1673034" y="2362693"/>
                  </a:lnTo>
                  <a:lnTo>
                    <a:pt x="1673220" y="2363153"/>
                  </a:lnTo>
                  <a:lnTo>
                    <a:pt x="1673407" y="2363589"/>
                  </a:lnTo>
                  <a:lnTo>
                    <a:pt x="1673594" y="2363848"/>
                  </a:lnTo>
                  <a:lnTo>
                    <a:pt x="1673781" y="2363968"/>
                  </a:lnTo>
                  <a:lnTo>
                    <a:pt x="1673968" y="2364088"/>
                  </a:lnTo>
                  <a:lnTo>
                    <a:pt x="1674155" y="2364209"/>
                  </a:lnTo>
                  <a:lnTo>
                    <a:pt x="1674342" y="2364329"/>
                  </a:lnTo>
                  <a:lnTo>
                    <a:pt x="1674529" y="2364456"/>
                  </a:lnTo>
                  <a:lnTo>
                    <a:pt x="1674716" y="2364612"/>
                  </a:lnTo>
                  <a:lnTo>
                    <a:pt x="1674903" y="2364713"/>
                  </a:lnTo>
                  <a:lnTo>
                    <a:pt x="1675090" y="2364951"/>
                  </a:lnTo>
                  <a:lnTo>
                    <a:pt x="1675277" y="2365190"/>
                  </a:lnTo>
                  <a:lnTo>
                    <a:pt x="1675464" y="2365428"/>
                  </a:lnTo>
                  <a:lnTo>
                    <a:pt x="1675650" y="2365666"/>
                  </a:lnTo>
                  <a:lnTo>
                    <a:pt x="1675837" y="2365855"/>
                  </a:lnTo>
                  <a:lnTo>
                    <a:pt x="1676024" y="2365862"/>
                  </a:lnTo>
                  <a:lnTo>
                    <a:pt x="1676211" y="2366045"/>
                  </a:lnTo>
                  <a:lnTo>
                    <a:pt x="1676398" y="2366343"/>
                  </a:lnTo>
                  <a:lnTo>
                    <a:pt x="1676585" y="2366508"/>
                  </a:lnTo>
                  <a:lnTo>
                    <a:pt x="1676772" y="2366673"/>
                  </a:lnTo>
                  <a:lnTo>
                    <a:pt x="1676959" y="2366838"/>
                  </a:lnTo>
                  <a:lnTo>
                    <a:pt x="1677146" y="2367036"/>
                  </a:lnTo>
                  <a:lnTo>
                    <a:pt x="1677333" y="2367366"/>
                  </a:lnTo>
                  <a:lnTo>
                    <a:pt x="1677520" y="2367696"/>
                  </a:lnTo>
                  <a:lnTo>
                    <a:pt x="1677707" y="2368026"/>
                  </a:lnTo>
                  <a:lnTo>
                    <a:pt x="1677894" y="2368604"/>
                  </a:lnTo>
                  <a:lnTo>
                    <a:pt x="1678080" y="2369338"/>
                  </a:lnTo>
                  <a:lnTo>
                    <a:pt x="1678267" y="2370163"/>
                  </a:lnTo>
                  <a:lnTo>
                    <a:pt x="1678454" y="2370988"/>
                  </a:lnTo>
                  <a:lnTo>
                    <a:pt x="1678641" y="2371962"/>
                  </a:lnTo>
                  <a:lnTo>
                    <a:pt x="1678828" y="2372952"/>
                  </a:lnTo>
                  <a:lnTo>
                    <a:pt x="1679015" y="2373910"/>
                  </a:lnTo>
                  <a:lnTo>
                    <a:pt x="1679202" y="2374900"/>
                  </a:lnTo>
                  <a:lnTo>
                    <a:pt x="1679389" y="2375890"/>
                  </a:lnTo>
                  <a:lnTo>
                    <a:pt x="1679576" y="2377070"/>
                  </a:lnTo>
                  <a:lnTo>
                    <a:pt x="1679763" y="2378407"/>
                  </a:lnTo>
                  <a:lnTo>
                    <a:pt x="1679950" y="2379859"/>
                  </a:lnTo>
                  <a:lnTo>
                    <a:pt x="1680137" y="2381427"/>
                  </a:lnTo>
                  <a:lnTo>
                    <a:pt x="1680323" y="2383242"/>
                  </a:lnTo>
                  <a:lnTo>
                    <a:pt x="1680510" y="2385058"/>
                  </a:lnTo>
                  <a:lnTo>
                    <a:pt x="1680697" y="2386758"/>
                  </a:lnTo>
                  <a:lnTo>
                    <a:pt x="1680884" y="2388359"/>
                  </a:lnTo>
                  <a:lnTo>
                    <a:pt x="1681071" y="2390009"/>
                  </a:lnTo>
                  <a:lnTo>
                    <a:pt x="1681258" y="2391659"/>
                  </a:lnTo>
                  <a:lnTo>
                    <a:pt x="1681445" y="2393161"/>
                  </a:lnTo>
                  <a:lnTo>
                    <a:pt x="1681632" y="2394646"/>
                  </a:lnTo>
                  <a:lnTo>
                    <a:pt x="1681819" y="2396000"/>
                  </a:lnTo>
                  <a:lnTo>
                    <a:pt x="1682006" y="2397320"/>
                  </a:lnTo>
                  <a:lnTo>
                    <a:pt x="1682193" y="2398640"/>
                  </a:lnTo>
                  <a:lnTo>
                    <a:pt x="1682380" y="2399771"/>
                  </a:lnTo>
                  <a:lnTo>
                    <a:pt x="1682567" y="2400745"/>
                  </a:lnTo>
                  <a:lnTo>
                    <a:pt x="1682753" y="2401570"/>
                  </a:lnTo>
                  <a:lnTo>
                    <a:pt x="1682940" y="2402147"/>
                  </a:lnTo>
                  <a:lnTo>
                    <a:pt x="1683127" y="2402444"/>
                  </a:lnTo>
                  <a:lnTo>
                    <a:pt x="1683314" y="2402609"/>
                  </a:lnTo>
                  <a:lnTo>
                    <a:pt x="1683501" y="2402642"/>
                  </a:lnTo>
                  <a:lnTo>
                    <a:pt x="1683688" y="2402758"/>
                  </a:lnTo>
                  <a:lnTo>
                    <a:pt x="1683875" y="2402758"/>
                  </a:lnTo>
                  <a:lnTo>
                    <a:pt x="1684062" y="2402758"/>
                  </a:lnTo>
                  <a:lnTo>
                    <a:pt x="1684249" y="2402758"/>
                  </a:lnTo>
                  <a:lnTo>
                    <a:pt x="1684436" y="2402758"/>
                  </a:lnTo>
                  <a:lnTo>
                    <a:pt x="1684623" y="2402898"/>
                  </a:lnTo>
                  <a:lnTo>
                    <a:pt x="1684810" y="2403154"/>
                  </a:lnTo>
                  <a:lnTo>
                    <a:pt x="1684997" y="2403616"/>
                  </a:lnTo>
                  <a:lnTo>
                    <a:pt x="1685183" y="2404276"/>
                  </a:lnTo>
                  <a:lnTo>
                    <a:pt x="1685370" y="2405069"/>
                  </a:lnTo>
                  <a:lnTo>
                    <a:pt x="1685557" y="2405894"/>
                  </a:lnTo>
                  <a:lnTo>
                    <a:pt x="1685744" y="2406719"/>
                  </a:lnTo>
                  <a:lnTo>
                    <a:pt x="1685931" y="2407577"/>
                  </a:lnTo>
                  <a:lnTo>
                    <a:pt x="1686118" y="2408567"/>
                  </a:lnTo>
                  <a:lnTo>
                    <a:pt x="1686305" y="2409558"/>
                  </a:lnTo>
                  <a:lnTo>
                    <a:pt x="1686492" y="2410407"/>
                  </a:lnTo>
                  <a:lnTo>
                    <a:pt x="1686679" y="2411233"/>
                  </a:lnTo>
                  <a:lnTo>
                    <a:pt x="1686866" y="2412058"/>
                  </a:lnTo>
                  <a:lnTo>
                    <a:pt x="1687053" y="2412883"/>
                  </a:lnTo>
                  <a:lnTo>
                    <a:pt x="1687240" y="2413708"/>
                  </a:lnTo>
                  <a:lnTo>
                    <a:pt x="1687426" y="2414476"/>
                  </a:lnTo>
                  <a:lnTo>
                    <a:pt x="1687613" y="2415210"/>
                  </a:lnTo>
                  <a:lnTo>
                    <a:pt x="1687800" y="2415845"/>
                  </a:lnTo>
                  <a:lnTo>
                    <a:pt x="1687987" y="2416341"/>
                  </a:lnTo>
                  <a:lnTo>
                    <a:pt x="1688174" y="2416761"/>
                  </a:lnTo>
                  <a:lnTo>
                    <a:pt x="1688361" y="2417124"/>
                  </a:lnTo>
                  <a:lnTo>
                    <a:pt x="1688548" y="2417289"/>
                  </a:lnTo>
                  <a:lnTo>
                    <a:pt x="1688735" y="2417331"/>
                  </a:lnTo>
                  <a:lnTo>
                    <a:pt x="1688922" y="2417331"/>
                  </a:lnTo>
                  <a:lnTo>
                    <a:pt x="1689109" y="2417347"/>
                  </a:lnTo>
                  <a:lnTo>
                    <a:pt x="1689296" y="2417554"/>
                  </a:lnTo>
                  <a:lnTo>
                    <a:pt x="1689483" y="2417473"/>
                  </a:lnTo>
                  <a:lnTo>
                    <a:pt x="1689670" y="2417844"/>
                  </a:lnTo>
                  <a:lnTo>
                    <a:pt x="1689856" y="2418098"/>
                  </a:lnTo>
                  <a:lnTo>
                    <a:pt x="1690043" y="2418122"/>
                  </a:lnTo>
                  <a:lnTo>
                    <a:pt x="1690230" y="2418164"/>
                  </a:lnTo>
                  <a:lnTo>
                    <a:pt x="1690417" y="2417930"/>
                  </a:lnTo>
                  <a:lnTo>
                    <a:pt x="1690604" y="2417611"/>
                  </a:lnTo>
                  <a:lnTo>
                    <a:pt x="1690791" y="2417251"/>
                  </a:lnTo>
                  <a:lnTo>
                    <a:pt x="1690978" y="2416950"/>
                  </a:lnTo>
                  <a:lnTo>
                    <a:pt x="1691165" y="2416686"/>
                  </a:lnTo>
                  <a:lnTo>
                    <a:pt x="1691352" y="2416565"/>
                  </a:lnTo>
                  <a:lnTo>
                    <a:pt x="1691539" y="2416535"/>
                  </a:lnTo>
                  <a:lnTo>
                    <a:pt x="1691726" y="2416535"/>
                  </a:lnTo>
                  <a:lnTo>
                    <a:pt x="1691913" y="2416571"/>
                  </a:lnTo>
                  <a:lnTo>
                    <a:pt x="1692099" y="2416541"/>
                  </a:lnTo>
                  <a:lnTo>
                    <a:pt x="1692286" y="2416451"/>
                  </a:lnTo>
                  <a:lnTo>
                    <a:pt x="1692473" y="2416204"/>
                  </a:lnTo>
                  <a:lnTo>
                    <a:pt x="1692660" y="2416103"/>
                  </a:lnTo>
                  <a:lnTo>
                    <a:pt x="1692847" y="2416235"/>
                  </a:lnTo>
                  <a:lnTo>
                    <a:pt x="1693034" y="2416259"/>
                  </a:lnTo>
                  <a:lnTo>
                    <a:pt x="1693221" y="2416581"/>
                  </a:lnTo>
                  <a:lnTo>
                    <a:pt x="1693408" y="2416911"/>
                  </a:lnTo>
                  <a:lnTo>
                    <a:pt x="1693595" y="2417241"/>
                  </a:lnTo>
                  <a:lnTo>
                    <a:pt x="1693782" y="2417489"/>
                  </a:lnTo>
                  <a:lnTo>
                    <a:pt x="1693969" y="2417819"/>
                  </a:lnTo>
                  <a:lnTo>
                    <a:pt x="1694156" y="2418149"/>
                  </a:lnTo>
                  <a:lnTo>
                    <a:pt x="1694343" y="2418479"/>
                  </a:lnTo>
                  <a:lnTo>
                    <a:pt x="1694529" y="2418809"/>
                  </a:lnTo>
                  <a:lnTo>
                    <a:pt x="1694716" y="2419073"/>
                  </a:lnTo>
                  <a:lnTo>
                    <a:pt x="1694903" y="2419263"/>
                  </a:lnTo>
                  <a:lnTo>
                    <a:pt x="1695090" y="2419593"/>
                  </a:lnTo>
                  <a:lnTo>
                    <a:pt x="1695277" y="2419940"/>
                  </a:lnTo>
                  <a:lnTo>
                    <a:pt x="1695464" y="2420435"/>
                  </a:lnTo>
                  <a:lnTo>
                    <a:pt x="1695651" y="2420930"/>
                  </a:lnTo>
                  <a:lnTo>
                    <a:pt x="1695838" y="2421425"/>
                  </a:lnTo>
                  <a:lnTo>
                    <a:pt x="1696025" y="2421920"/>
                  </a:lnTo>
                  <a:lnTo>
                    <a:pt x="1696212" y="2422415"/>
                  </a:lnTo>
                  <a:lnTo>
                    <a:pt x="1696399" y="2422910"/>
                  </a:lnTo>
                  <a:lnTo>
                    <a:pt x="1696586" y="2423348"/>
                  </a:lnTo>
                  <a:lnTo>
                    <a:pt x="1696773" y="2423917"/>
                  </a:lnTo>
                  <a:lnTo>
                    <a:pt x="1696959" y="2424577"/>
                  </a:lnTo>
                  <a:lnTo>
                    <a:pt x="1697146" y="2425237"/>
                  </a:lnTo>
                  <a:lnTo>
                    <a:pt x="1697333" y="2425898"/>
                  </a:lnTo>
                  <a:lnTo>
                    <a:pt x="1697520" y="2426558"/>
                  </a:lnTo>
                  <a:lnTo>
                    <a:pt x="1697707" y="2427193"/>
                  </a:lnTo>
                  <a:lnTo>
                    <a:pt x="1697894" y="2427688"/>
                  </a:lnTo>
                  <a:lnTo>
                    <a:pt x="1698081" y="2428167"/>
                  </a:lnTo>
                  <a:lnTo>
                    <a:pt x="1698268" y="2428497"/>
                  </a:lnTo>
                  <a:lnTo>
                    <a:pt x="1698455" y="2428827"/>
                  </a:lnTo>
                  <a:lnTo>
                    <a:pt x="1698642" y="2429198"/>
                  </a:lnTo>
                  <a:lnTo>
                    <a:pt x="1698829" y="2429768"/>
                  </a:lnTo>
                  <a:lnTo>
                    <a:pt x="1699016" y="2430543"/>
                  </a:lnTo>
                  <a:lnTo>
                    <a:pt x="1699202" y="2431369"/>
                  </a:lnTo>
                  <a:lnTo>
                    <a:pt x="1699389" y="2432194"/>
                  </a:lnTo>
                  <a:lnTo>
                    <a:pt x="1699576" y="2432780"/>
                  </a:lnTo>
                  <a:lnTo>
                    <a:pt x="1699763" y="2433275"/>
                  </a:lnTo>
                  <a:lnTo>
                    <a:pt x="1699950" y="2433770"/>
                  </a:lnTo>
                  <a:lnTo>
                    <a:pt x="1700137" y="2434265"/>
                  </a:lnTo>
                  <a:lnTo>
                    <a:pt x="1700324" y="2434760"/>
                  </a:lnTo>
                  <a:lnTo>
                    <a:pt x="1700511" y="2435255"/>
                  </a:lnTo>
                  <a:lnTo>
                    <a:pt x="1700698" y="2435750"/>
                  </a:lnTo>
                  <a:lnTo>
                    <a:pt x="1700885" y="2436245"/>
                  </a:lnTo>
                  <a:lnTo>
                    <a:pt x="1701072" y="2436740"/>
                  </a:lnTo>
                  <a:lnTo>
                    <a:pt x="1701259" y="2437236"/>
                  </a:lnTo>
                  <a:lnTo>
                    <a:pt x="1701446" y="2437706"/>
                  </a:lnTo>
                  <a:lnTo>
                    <a:pt x="1701632" y="2437797"/>
                  </a:lnTo>
                  <a:lnTo>
                    <a:pt x="1701819" y="2437681"/>
                  </a:lnTo>
                  <a:lnTo>
                    <a:pt x="1702006" y="2437516"/>
                  </a:lnTo>
                  <a:lnTo>
                    <a:pt x="1702193" y="2437351"/>
                  </a:lnTo>
                  <a:lnTo>
                    <a:pt x="1702380" y="2437186"/>
                  </a:lnTo>
                  <a:lnTo>
                    <a:pt x="1702567" y="2436872"/>
                  </a:lnTo>
                  <a:lnTo>
                    <a:pt x="1702754" y="2436377"/>
                  </a:lnTo>
                  <a:lnTo>
                    <a:pt x="1702941" y="2435767"/>
                  </a:lnTo>
                  <a:lnTo>
                    <a:pt x="1703128" y="2435173"/>
                  </a:lnTo>
                  <a:lnTo>
                    <a:pt x="1703315" y="2434430"/>
                  </a:lnTo>
                  <a:lnTo>
                    <a:pt x="1703502" y="2433605"/>
                  </a:lnTo>
                  <a:lnTo>
                    <a:pt x="1703689" y="2433263"/>
                  </a:lnTo>
                  <a:lnTo>
                    <a:pt x="1703876" y="2432824"/>
                  </a:lnTo>
                  <a:lnTo>
                    <a:pt x="1704062" y="2432312"/>
                  </a:lnTo>
                  <a:lnTo>
                    <a:pt x="1704249" y="2431816"/>
                  </a:lnTo>
                  <a:lnTo>
                    <a:pt x="1704436" y="2431333"/>
                  </a:lnTo>
                  <a:lnTo>
                    <a:pt x="1704623" y="2430941"/>
                  </a:lnTo>
                  <a:lnTo>
                    <a:pt x="1704810" y="2430545"/>
                  </a:lnTo>
                  <a:lnTo>
                    <a:pt x="1704997" y="2430107"/>
                  </a:lnTo>
                  <a:lnTo>
                    <a:pt x="1705184" y="2429668"/>
                  </a:lnTo>
                  <a:lnTo>
                    <a:pt x="1705371" y="2429338"/>
                  </a:lnTo>
                  <a:lnTo>
                    <a:pt x="1705558" y="2429050"/>
                  </a:lnTo>
                  <a:lnTo>
                    <a:pt x="1705745" y="2428372"/>
                  </a:lnTo>
                  <a:lnTo>
                    <a:pt x="1705932" y="2427608"/>
                  </a:lnTo>
                  <a:lnTo>
                    <a:pt x="1706119" y="2426946"/>
                  </a:lnTo>
                  <a:lnTo>
                    <a:pt x="1706305" y="2426568"/>
                  </a:lnTo>
                  <a:lnTo>
                    <a:pt x="1706492" y="2426162"/>
                  </a:lnTo>
                  <a:lnTo>
                    <a:pt x="1706679" y="2425917"/>
                  </a:lnTo>
                  <a:lnTo>
                    <a:pt x="1706866" y="2425571"/>
                  </a:lnTo>
                  <a:lnTo>
                    <a:pt x="1707053" y="2425240"/>
                  </a:lnTo>
                  <a:lnTo>
                    <a:pt x="1707240" y="2425146"/>
                  </a:lnTo>
                  <a:lnTo>
                    <a:pt x="1707427" y="2424992"/>
                  </a:lnTo>
                  <a:lnTo>
                    <a:pt x="1707614" y="2424892"/>
                  </a:lnTo>
                  <a:lnTo>
                    <a:pt x="1707801" y="2424849"/>
                  </a:lnTo>
                  <a:lnTo>
                    <a:pt x="1707988" y="2424807"/>
                  </a:lnTo>
                  <a:lnTo>
                    <a:pt x="1708175" y="2424764"/>
                  </a:lnTo>
                  <a:lnTo>
                    <a:pt x="1708362" y="2424845"/>
                  </a:lnTo>
                  <a:lnTo>
                    <a:pt x="1708549" y="2425132"/>
                  </a:lnTo>
                  <a:lnTo>
                    <a:pt x="1708735" y="2425512"/>
                  </a:lnTo>
                  <a:lnTo>
                    <a:pt x="1708922" y="2426337"/>
                  </a:lnTo>
                  <a:lnTo>
                    <a:pt x="1709109" y="2426857"/>
                  </a:lnTo>
                  <a:lnTo>
                    <a:pt x="1709296" y="2427401"/>
                  </a:lnTo>
                  <a:lnTo>
                    <a:pt x="1709483" y="2427872"/>
                  </a:lnTo>
                  <a:lnTo>
                    <a:pt x="1709670" y="2428037"/>
                  </a:lnTo>
                  <a:lnTo>
                    <a:pt x="1709857" y="2428202"/>
                  </a:lnTo>
                  <a:lnTo>
                    <a:pt x="1710044" y="2428210"/>
                  </a:lnTo>
                  <a:lnTo>
                    <a:pt x="1710231" y="2428210"/>
                  </a:lnTo>
                  <a:lnTo>
                    <a:pt x="1710418" y="2428210"/>
                  </a:lnTo>
                  <a:lnTo>
                    <a:pt x="1710605" y="2427987"/>
                  </a:lnTo>
                  <a:lnTo>
                    <a:pt x="1710792" y="2427882"/>
                  </a:lnTo>
                  <a:lnTo>
                    <a:pt x="1710978" y="2427914"/>
                  </a:lnTo>
                  <a:lnTo>
                    <a:pt x="1711165" y="2428006"/>
                  </a:lnTo>
                  <a:lnTo>
                    <a:pt x="1711352" y="2427982"/>
                  </a:lnTo>
                  <a:lnTo>
                    <a:pt x="1711539" y="2427744"/>
                  </a:lnTo>
                  <a:lnTo>
                    <a:pt x="1711726" y="2427506"/>
                  </a:lnTo>
                  <a:lnTo>
                    <a:pt x="1711913" y="2427267"/>
                  </a:lnTo>
                  <a:lnTo>
                    <a:pt x="1712100" y="2427029"/>
                  </a:lnTo>
                  <a:lnTo>
                    <a:pt x="1712287" y="2426791"/>
                  </a:lnTo>
                  <a:lnTo>
                    <a:pt x="1712474" y="2426454"/>
                  </a:lnTo>
                  <a:lnTo>
                    <a:pt x="1712661" y="2426050"/>
                  </a:lnTo>
                  <a:lnTo>
                    <a:pt x="1712848" y="2425630"/>
                  </a:lnTo>
                  <a:lnTo>
                    <a:pt x="1713035" y="2425062"/>
                  </a:lnTo>
                  <a:lnTo>
                    <a:pt x="1713222" y="2424494"/>
                  </a:lnTo>
                  <a:lnTo>
                    <a:pt x="1713408" y="2423876"/>
                  </a:lnTo>
                  <a:lnTo>
                    <a:pt x="1713595" y="2423033"/>
                  </a:lnTo>
                  <a:lnTo>
                    <a:pt x="1713782" y="2422075"/>
                  </a:lnTo>
                  <a:lnTo>
                    <a:pt x="1713969" y="2421068"/>
                  </a:lnTo>
                  <a:lnTo>
                    <a:pt x="1714156" y="2419798"/>
                  </a:lnTo>
                  <a:lnTo>
                    <a:pt x="1714343" y="2418585"/>
                  </a:lnTo>
                  <a:lnTo>
                    <a:pt x="1714530" y="2417173"/>
                  </a:lnTo>
                  <a:lnTo>
                    <a:pt x="1714717" y="2415540"/>
                  </a:lnTo>
                  <a:lnTo>
                    <a:pt x="1714904" y="2413889"/>
                  </a:lnTo>
                  <a:lnTo>
                    <a:pt x="1715091" y="2412239"/>
                  </a:lnTo>
                  <a:lnTo>
                    <a:pt x="1715278" y="2410688"/>
                  </a:lnTo>
                  <a:lnTo>
                    <a:pt x="1715465" y="2409177"/>
                  </a:lnTo>
                  <a:lnTo>
                    <a:pt x="1715652" y="2407544"/>
                  </a:lnTo>
                  <a:lnTo>
                    <a:pt x="1715838" y="2406050"/>
                  </a:lnTo>
                  <a:lnTo>
                    <a:pt x="1716025" y="2404334"/>
                  </a:lnTo>
                  <a:lnTo>
                    <a:pt x="1716212" y="2402601"/>
                  </a:lnTo>
                  <a:lnTo>
                    <a:pt x="1716399" y="2400868"/>
                  </a:lnTo>
                  <a:lnTo>
                    <a:pt x="1716586" y="2399052"/>
                  </a:lnTo>
                  <a:lnTo>
                    <a:pt x="1716773" y="2397419"/>
                  </a:lnTo>
                  <a:lnTo>
                    <a:pt x="1716960" y="2396032"/>
                  </a:lnTo>
                  <a:lnTo>
                    <a:pt x="1717147" y="2394605"/>
                  </a:lnTo>
                  <a:lnTo>
                    <a:pt x="1717334" y="2393350"/>
                  </a:lnTo>
                  <a:lnTo>
                    <a:pt x="1717521" y="2392005"/>
                  </a:lnTo>
                  <a:lnTo>
                    <a:pt x="1717708" y="2390438"/>
                  </a:lnTo>
                  <a:lnTo>
                    <a:pt x="1717895" y="2388614"/>
                  </a:lnTo>
                  <a:lnTo>
                    <a:pt x="1718081" y="2386633"/>
                  </a:lnTo>
                  <a:lnTo>
                    <a:pt x="1718268" y="2384603"/>
                  </a:lnTo>
                  <a:lnTo>
                    <a:pt x="1718455" y="2382623"/>
                  </a:lnTo>
                  <a:lnTo>
                    <a:pt x="1718642" y="2380651"/>
                  </a:lnTo>
                  <a:lnTo>
                    <a:pt x="1718829" y="2378901"/>
                  </a:lnTo>
                  <a:lnTo>
                    <a:pt x="1719016" y="2377218"/>
                  </a:lnTo>
                  <a:lnTo>
                    <a:pt x="1719203" y="2375394"/>
                  </a:lnTo>
                  <a:lnTo>
                    <a:pt x="1719390" y="2373488"/>
                  </a:lnTo>
                  <a:lnTo>
                    <a:pt x="1719577" y="2371508"/>
                  </a:lnTo>
                  <a:lnTo>
                    <a:pt x="1719764" y="2369659"/>
                  </a:lnTo>
                  <a:lnTo>
                    <a:pt x="1719951" y="2368009"/>
                  </a:lnTo>
                  <a:lnTo>
                    <a:pt x="1720138" y="2366276"/>
                  </a:lnTo>
                  <a:lnTo>
                    <a:pt x="1720325" y="2364634"/>
                  </a:lnTo>
                  <a:lnTo>
                    <a:pt x="1720511" y="2363264"/>
                  </a:lnTo>
                  <a:lnTo>
                    <a:pt x="1720698" y="2362282"/>
                  </a:lnTo>
                  <a:lnTo>
                    <a:pt x="1720885" y="2361697"/>
                  </a:lnTo>
                  <a:lnTo>
                    <a:pt x="1721072" y="2361103"/>
                  </a:lnTo>
                  <a:lnTo>
                    <a:pt x="1721259" y="2360811"/>
                  </a:lnTo>
                  <a:lnTo>
                    <a:pt x="1721446" y="2360139"/>
                  </a:lnTo>
                  <a:lnTo>
                    <a:pt x="1721633" y="2359574"/>
                  </a:lnTo>
                  <a:lnTo>
                    <a:pt x="1721820" y="2358888"/>
                  </a:lnTo>
                  <a:lnTo>
                    <a:pt x="1722007" y="2358251"/>
                  </a:lnTo>
                  <a:lnTo>
                    <a:pt x="1722194" y="2357714"/>
                  </a:lnTo>
                  <a:lnTo>
                    <a:pt x="1722381" y="2357164"/>
                  </a:lnTo>
                  <a:lnTo>
                    <a:pt x="1722568" y="2356594"/>
                  </a:lnTo>
                  <a:lnTo>
                    <a:pt x="1722754" y="2356003"/>
                  </a:lnTo>
                  <a:lnTo>
                    <a:pt x="1722941" y="2355331"/>
                  </a:lnTo>
                  <a:lnTo>
                    <a:pt x="1723128" y="2354456"/>
                  </a:lnTo>
                  <a:lnTo>
                    <a:pt x="1723315" y="2353364"/>
                  </a:lnTo>
                  <a:lnTo>
                    <a:pt x="1723502" y="2352054"/>
                  </a:lnTo>
                  <a:lnTo>
                    <a:pt x="1723689" y="2350952"/>
                  </a:lnTo>
                  <a:lnTo>
                    <a:pt x="1723876" y="2349553"/>
                  </a:lnTo>
                  <a:lnTo>
                    <a:pt x="1724063" y="2348104"/>
                  </a:lnTo>
                  <a:lnTo>
                    <a:pt x="1724250" y="2346370"/>
                  </a:lnTo>
                  <a:lnTo>
                    <a:pt x="1724437" y="2344565"/>
                  </a:lnTo>
                  <a:lnTo>
                    <a:pt x="1724624" y="2342779"/>
                  </a:lnTo>
                  <a:lnTo>
                    <a:pt x="1724811" y="2340196"/>
                  </a:lnTo>
                  <a:lnTo>
                    <a:pt x="1724998" y="2337556"/>
                  </a:lnTo>
                  <a:lnTo>
                    <a:pt x="1725184" y="2334998"/>
                  </a:lnTo>
                  <a:lnTo>
                    <a:pt x="1725371" y="2333165"/>
                  </a:lnTo>
                  <a:lnTo>
                    <a:pt x="1725558" y="2331386"/>
                  </a:lnTo>
                  <a:lnTo>
                    <a:pt x="1725745" y="2329798"/>
                  </a:lnTo>
                  <a:lnTo>
                    <a:pt x="1725932" y="2328527"/>
                  </a:lnTo>
                  <a:lnTo>
                    <a:pt x="1726119" y="2327561"/>
                  </a:lnTo>
                  <a:lnTo>
                    <a:pt x="1726306" y="2326762"/>
                  </a:lnTo>
                  <a:lnTo>
                    <a:pt x="1726493" y="2325963"/>
                  </a:lnTo>
                  <a:lnTo>
                    <a:pt x="1726680" y="2325164"/>
                  </a:lnTo>
                  <a:lnTo>
                    <a:pt x="1726867" y="2324461"/>
                  </a:lnTo>
                  <a:lnTo>
                    <a:pt x="1727054" y="2323532"/>
                  </a:lnTo>
                  <a:lnTo>
                    <a:pt x="1727241" y="2322919"/>
                  </a:lnTo>
                  <a:lnTo>
                    <a:pt x="1727428" y="2322516"/>
                  </a:lnTo>
                  <a:lnTo>
                    <a:pt x="1727614" y="2322041"/>
                  </a:lnTo>
                  <a:lnTo>
                    <a:pt x="1727801" y="2321867"/>
                  </a:lnTo>
                  <a:lnTo>
                    <a:pt x="1727988" y="2321777"/>
                  </a:lnTo>
                  <a:lnTo>
                    <a:pt x="1728175" y="2321768"/>
                  </a:lnTo>
                  <a:lnTo>
                    <a:pt x="1728362" y="2321748"/>
                  </a:lnTo>
                  <a:lnTo>
                    <a:pt x="1728549" y="2321429"/>
                  </a:lnTo>
                  <a:lnTo>
                    <a:pt x="1728736" y="2321427"/>
                  </a:lnTo>
                  <a:lnTo>
                    <a:pt x="1728923" y="2321418"/>
                  </a:lnTo>
                  <a:lnTo>
                    <a:pt x="1729110" y="2321255"/>
                  </a:lnTo>
                  <a:lnTo>
                    <a:pt x="1729297" y="2321092"/>
                  </a:lnTo>
                  <a:lnTo>
                    <a:pt x="1729484" y="2320773"/>
                  </a:lnTo>
                  <a:lnTo>
                    <a:pt x="1729671" y="2320437"/>
                  </a:lnTo>
                  <a:lnTo>
                    <a:pt x="1729857" y="2319918"/>
                  </a:lnTo>
                  <a:lnTo>
                    <a:pt x="1730044" y="2319223"/>
                  </a:lnTo>
                  <a:lnTo>
                    <a:pt x="1730231" y="2318464"/>
                  </a:lnTo>
                  <a:lnTo>
                    <a:pt x="1730418" y="2318114"/>
                  </a:lnTo>
                  <a:lnTo>
                    <a:pt x="1730605" y="2317378"/>
                  </a:lnTo>
                  <a:lnTo>
                    <a:pt x="1730792" y="2316565"/>
                  </a:lnTo>
                  <a:lnTo>
                    <a:pt x="1730979" y="2315566"/>
                  </a:lnTo>
                  <a:lnTo>
                    <a:pt x="1731166" y="2314302"/>
                  </a:lnTo>
                  <a:lnTo>
                    <a:pt x="1731353" y="2312755"/>
                  </a:lnTo>
                  <a:lnTo>
                    <a:pt x="1731540" y="2311100"/>
                  </a:lnTo>
                  <a:lnTo>
                    <a:pt x="1731727" y="2309373"/>
                  </a:lnTo>
                  <a:lnTo>
                    <a:pt x="1731914" y="2307574"/>
                  </a:lnTo>
                  <a:lnTo>
                    <a:pt x="1732101" y="2305679"/>
                  </a:lnTo>
                  <a:lnTo>
                    <a:pt x="1732287" y="2303886"/>
                  </a:lnTo>
                  <a:lnTo>
                    <a:pt x="1732474" y="2301775"/>
                  </a:lnTo>
                  <a:lnTo>
                    <a:pt x="1732661" y="2299555"/>
                  </a:lnTo>
                  <a:lnTo>
                    <a:pt x="1732848" y="2297065"/>
                  </a:lnTo>
                  <a:lnTo>
                    <a:pt x="1733035" y="2294370"/>
                  </a:lnTo>
                  <a:lnTo>
                    <a:pt x="1733222" y="2291607"/>
                  </a:lnTo>
                  <a:lnTo>
                    <a:pt x="1733409" y="2288633"/>
                  </a:lnTo>
                  <a:lnTo>
                    <a:pt x="1733596" y="2284672"/>
                  </a:lnTo>
                  <a:lnTo>
                    <a:pt x="1733783" y="2280777"/>
                  </a:lnTo>
                  <a:lnTo>
                    <a:pt x="1733970" y="2278052"/>
                  </a:lnTo>
                  <a:lnTo>
                    <a:pt x="1734157" y="2275531"/>
                  </a:lnTo>
                  <a:lnTo>
                    <a:pt x="1734344" y="2273064"/>
                  </a:lnTo>
                  <a:lnTo>
                    <a:pt x="1734531" y="2270658"/>
                  </a:lnTo>
                  <a:lnTo>
                    <a:pt x="1734717" y="2268233"/>
                  </a:lnTo>
                  <a:lnTo>
                    <a:pt x="1734904" y="2265773"/>
                  </a:lnTo>
                  <a:lnTo>
                    <a:pt x="1735091" y="2263289"/>
                  </a:lnTo>
                  <a:lnTo>
                    <a:pt x="1735278" y="2261135"/>
                  </a:lnTo>
                  <a:lnTo>
                    <a:pt x="1735465" y="2259168"/>
                  </a:lnTo>
                  <a:lnTo>
                    <a:pt x="1735652" y="2257471"/>
                  </a:lnTo>
                  <a:lnTo>
                    <a:pt x="1735839" y="2256081"/>
                  </a:lnTo>
                  <a:lnTo>
                    <a:pt x="1736026" y="2254697"/>
                  </a:lnTo>
                  <a:lnTo>
                    <a:pt x="1736213" y="2253403"/>
                  </a:lnTo>
                  <a:lnTo>
                    <a:pt x="1736400" y="2252109"/>
                  </a:lnTo>
                  <a:lnTo>
                    <a:pt x="1736587" y="2250899"/>
                  </a:lnTo>
                  <a:lnTo>
                    <a:pt x="1736774" y="2249683"/>
                  </a:lnTo>
                  <a:lnTo>
                    <a:pt x="1736960" y="2248623"/>
                  </a:lnTo>
                  <a:lnTo>
                    <a:pt x="1737147" y="2247451"/>
                  </a:lnTo>
                  <a:lnTo>
                    <a:pt x="1737334" y="2245652"/>
                  </a:lnTo>
                  <a:lnTo>
                    <a:pt x="1737521" y="2244101"/>
                  </a:lnTo>
                  <a:lnTo>
                    <a:pt x="1737708" y="2242648"/>
                  </a:lnTo>
                  <a:lnTo>
                    <a:pt x="1737895" y="2241122"/>
                  </a:lnTo>
                  <a:lnTo>
                    <a:pt x="1738082" y="2239397"/>
                  </a:lnTo>
                  <a:lnTo>
                    <a:pt x="1738269" y="2237458"/>
                  </a:lnTo>
                  <a:lnTo>
                    <a:pt x="1738456" y="2235577"/>
                  </a:lnTo>
                  <a:lnTo>
                    <a:pt x="1738643" y="2233827"/>
                  </a:lnTo>
                  <a:lnTo>
                    <a:pt x="1738830" y="2232350"/>
                  </a:lnTo>
                  <a:lnTo>
                    <a:pt x="1739017" y="2230972"/>
                  </a:lnTo>
                  <a:lnTo>
                    <a:pt x="1739204" y="2229322"/>
                  </a:lnTo>
                  <a:lnTo>
                    <a:pt x="1739390" y="2227746"/>
                  </a:lnTo>
                  <a:lnTo>
                    <a:pt x="1739577" y="2226417"/>
                  </a:lnTo>
                  <a:lnTo>
                    <a:pt x="1739764" y="2225097"/>
                  </a:lnTo>
                  <a:lnTo>
                    <a:pt x="1739951" y="2224164"/>
                  </a:lnTo>
                  <a:lnTo>
                    <a:pt x="1740138" y="2223504"/>
                  </a:lnTo>
                  <a:lnTo>
                    <a:pt x="1740325" y="2222960"/>
                  </a:lnTo>
                  <a:lnTo>
                    <a:pt x="1740512" y="2222638"/>
                  </a:lnTo>
                  <a:lnTo>
                    <a:pt x="1740699" y="2222597"/>
                  </a:lnTo>
                  <a:lnTo>
                    <a:pt x="1740886" y="2222836"/>
                  </a:lnTo>
                  <a:lnTo>
                    <a:pt x="1741073" y="2222922"/>
                  </a:lnTo>
                  <a:lnTo>
                    <a:pt x="1741260" y="2223196"/>
                  </a:lnTo>
                  <a:lnTo>
                    <a:pt x="1741447" y="2223592"/>
                  </a:lnTo>
                  <a:lnTo>
                    <a:pt x="1741633" y="2224030"/>
                  </a:lnTo>
                  <a:lnTo>
                    <a:pt x="1741820" y="2224571"/>
                  </a:lnTo>
                  <a:lnTo>
                    <a:pt x="1742007" y="2225384"/>
                  </a:lnTo>
                  <a:lnTo>
                    <a:pt x="1742194" y="2226242"/>
                  </a:lnTo>
                  <a:lnTo>
                    <a:pt x="1742381" y="2227011"/>
                  </a:lnTo>
                  <a:lnTo>
                    <a:pt x="1742568" y="2227779"/>
                  </a:lnTo>
                  <a:lnTo>
                    <a:pt x="1742755" y="2228348"/>
                  </a:lnTo>
                  <a:lnTo>
                    <a:pt x="1742942" y="2228735"/>
                  </a:lnTo>
                  <a:lnTo>
                    <a:pt x="1743129" y="2229083"/>
                  </a:lnTo>
                  <a:lnTo>
                    <a:pt x="1743316" y="2229335"/>
                  </a:lnTo>
                  <a:lnTo>
                    <a:pt x="1743503" y="2229473"/>
                  </a:lnTo>
                  <a:lnTo>
                    <a:pt x="1743690" y="2229551"/>
                  </a:lnTo>
                  <a:lnTo>
                    <a:pt x="1743877" y="2229673"/>
                  </a:lnTo>
                  <a:lnTo>
                    <a:pt x="1744063" y="2229757"/>
                  </a:lnTo>
                  <a:lnTo>
                    <a:pt x="1744250" y="2229979"/>
                  </a:lnTo>
                  <a:lnTo>
                    <a:pt x="1744437" y="2230103"/>
                  </a:lnTo>
                  <a:lnTo>
                    <a:pt x="1744624" y="2230103"/>
                  </a:lnTo>
                  <a:lnTo>
                    <a:pt x="1744811" y="2230103"/>
                  </a:lnTo>
                  <a:lnTo>
                    <a:pt x="1744998" y="2230029"/>
                  </a:lnTo>
                  <a:lnTo>
                    <a:pt x="1745185" y="2230029"/>
                  </a:lnTo>
                  <a:lnTo>
                    <a:pt x="1745372" y="2230029"/>
                  </a:lnTo>
                  <a:lnTo>
                    <a:pt x="1745559" y="2230103"/>
                  </a:lnTo>
                  <a:lnTo>
                    <a:pt x="1745746" y="2230012"/>
                  </a:lnTo>
                  <a:lnTo>
                    <a:pt x="1745933" y="2229691"/>
                  </a:lnTo>
                  <a:lnTo>
                    <a:pt x="1746120" y="2229245"/>
                  </a:lnTo>
                  <a:lnTo>
                    <a:pt x="1746307" y="2228750"/>
                  </a:lnTo>
                  <a:lnTo>
                    <a:pt x="1746493" y="2228106"/>
                  </a:lnTo>
                  <a:lnTo>
                    <a:pt x="1746680" y="2227397"/>
                  </a:lnTo>
                  <a:lnTo>
                    <a:pt x="1746867" y="2226588"/>
                  </a:lnTo>
                  <a:lnTo>
                    <a:pt x="1747054" y="2225804"/>
                  </a:lnTo>
                  <a:lnTo>
                    <a:pt x="1747241" y="2224962"/>
                  </a:lnTo>
                  <a:lnTo>
                    <a:pt x="1747428" y="2223873"/>
                  </a:lnTo>
                  <a:lnTo>
                    <a:pt x="1747615" y="2222718"/>
                  </a:lnTo>
                  <a:lnTo>
                    <a:pt x="1747802" y="2221563"/>
                  </a:lnTo>
                  <a:lnTo>
                    <a:pt x="1747989" y="2220407"/>
                  </a:lnTo>
                  <a:lnTo>
                    <a:pt x="1748176" y="2219252"/>
                  </a:lnTo>
                  <a:lnTo>
                    <a:pt x="1748363" y="2218113"/>
                  </a:lnTo>
                  <a:lnTo>
                    <a:pt x="1748550" y="2217156"/>
                  </a:lnTo>
                  <a:lnTo>
                    <a:pt x="1748736" y="2216389"/>
                  </a:lnTo>
                  <a:lnTo>
                    <a:pt x="1748923" y="2215844"/>
                  </a:lnTo>
                  <a:lnTo>
                    <a:pt x="1749110" y="2215349"/>
                  </a:lnTo>
                  <a:lnTo>
                    <a:pt x="1749297" y="2214738"/>
                  </a:lnTo>
                  <a:lnTo>
                    <a:pt x="1749484" y="2213913"/>
                  </a:lnTo>
                  <a:lnTo>
                    <a:pt x="1749671" y="2212931"/>
                  </a:lnTo>
                  <a:lnTo>
                    <a:pt x="1749858" y="2211924"/>
                  </a:lnTo>
                  <a:lnTo>
                    <a:pt x="1750045" y="2210843"/>
                  </a:lnTo>
                  <a:lnTo>
                    <a:pt x="1750232" y="2209969"/>
                  </a:lnTo>
                  <a:lnTo>
                    <a:pt x="1750419" y="2209309"/>
                  </a:lnTo>
                  <a:lnTo>
                    <a:pt x="1750606" y="2208558"/>
                  </a:lnTo>
                  <a:lnTo>
                    <a:pt x="1750793" y="2207815"/>
                  </a:lnTo>
                  <a:lnTo>
                    <a:pt x="1750980" y="2207031"/>
                  </a:lnTo>
                  <a:lnTo>
                    <a:pt x="1751166" y="2206016"/>
                  </a:lnTo>
                  <a:lnTo>
                    <a:pt x="1751353" y="2204960"/>
                  </a:lnTo>
                  <a:lnTo>
                    <a:pt x="1751540" y="2203821"/>
                  </a:lnTo>
                  <a:lnTo>
                    <a:pt x="1751727" y="2202625"/>
                  </a:lnTo>
                  <a:lnTo>
                    <a:pt x="1751914" y="2201379"/>
                  </a:lnTo>
                  <a:lnTo>
                    <a:pt x="1752101" y="2200355"/>
                  </a:lnTo>
                  <a:lnTo>
                    <a:pt x="1752288" y="2199530"/>
                  </a:lnTo>
                  <a:lnTo>
                    <a:pt x="1752475" y="2198862"/>
                  </a:lnTo>
                  <a:lnTo>
                    <a:pt x="1752662" y="2198169"/>
                  </a:lnTo>
                  <a:lnTo>
                    <a:pt x="1752849" y="2197476"/>
                  </a:lnTo>
                  <a:lnTo>
                    <a:pt x="1753036" y="2196848"/>
                  </a:lnTo>
                  <a:lnTo>
                    <a:pt x="1753223" y="2196031"/>
                  </a:lnTo>
                  <a:lnTo>
                    <a:pt x="1753410" y="2195454"/>
                  </a:lnTo>
                  <a:lnTo>
                    <a:pt x="1753596" y="2194802"/>
                  </a:lnTo>
                  <a:lnTo>
                    <a:pt x="1753783" y="2194117"/>
                  </a:lnTo>
                  <a:lnTo>
                    <a:pt x="1753970" y="2193647"/>
                  </a:lnTo>
                  <a:lnTo>
                    <a:pt x="1754157" y="2193218"/>
                  </a:lnTo>
                  <a:lnTo>
                    <a:pt x="1754344" y="2192945"/>
                  </a:lnTo>
                  <a:lnTo>
                    <a:pt x="1754531" y="2192821"/>
                  </a:lnTo>
                  <a:lnTo>
                    <a:pt x="1754718" y="2192772"/>
                  </a:lnTo>
                  <a:lnTo>
                    <a:pt x="1754905" y="2193077"/>
                  </a:lnTo>
                  <a:lnTo>
                    <a:pt x="1755092" y="2193539"/>
                  </a:lnTo>
                  <a:lnTo>
                    <a:pt x="1755279" y="2194043"/>
                  </a:lnTo>
                  <a:lnTo>
                    <a:pt x="1755466" y="2194876"/>
                  </a:lnTo>
                  <a:lnTo>
                    <a:pt x="1755653" y="2195916"/>
                  </a:lnTo>
                  <a:lnTo>
                    <a:pt x="1755839" y="2196980"/>
                  </a:lnTo>
                  <a:lnTo>
                    <a:pt x="1756026" y="2197962"/>
                  </a:lnTo>
                  <a:lnTo>
                    <a:pt x="1756213" y="2198796"/>
                  </a:lnTo>
                  <a:lnTo>
                    <a:pt x="1756400" y="2199728"/>
                  </a:lnTo>
                  <a:lnTo>
                    <a:pt x="1756587" y="2200958"/>
                  </a:lnTo>
                  <a:lnTo>
                    <a:pt x="1756774" y="2202369"/>
                  </a:lnTo>
                  <a:lnTo>
                    <a:pt x="1756961" y="2203854"/>
                  </a:lnTo>
                  <a:lnTo>
                    <a:pt x="1757148" y="2205207"/>
                  </a:lnTo>
                  <a:lnTo>
                    <a:pt x="1757335" y="2206363"/>
                  </a:lnTo>
                  <a:lnTo>
                    <a:pt x="1757522" y="2207601"/>
                  </a:lnTo>
                  <a:lnTo>
                    <a:pt x="1757709" y="2208748"/>
                  </a:lnTo>
                  <a:lnTo>
                    <a:pt x="1757896" y="2209771"/>
                  </a:lnTo>
                  <a:lnTo>
                    <a:pt x="1758083" y="2210753"/>
                  </a:lnTo>
                  <a:lnTo>
                    <a:pt x="1758269" y="2211338"/>
                  </a:lnTo>
                  <a:lnTo>
                    <a:pt x="1758456" y="2211932"/>
                  </a:lnTo>
                  <a:lnTo>
                    <a:pt x="1758643" y="2212265"/>
                  </a:lnTo>
                  <a:lnTo>
                    <a:pt x="1758830" y="2213103"/>
                  </a:lnTo>
                  <a:lnTo>
                    <a:pt x="1759017" y="2213833"/>
                  </a:lnTo>
                  <a:lnTo>
                    <a:pt x="1759204" y="2214684"/>
                  </a:lnTo>
                  <a:lnTo>
                    <a:pt x="1759391" y="2215485"/>
                  </a:lnTo>
                  <a:lnTo>
                    <a:pt x="1759578" y="2216262"/>
                  </a:lnTo>
                  <a:lnTo>
                    <a:pt x="1759765" y="2217142"/>
                  </a:lnTo>
                  <a:lnTo>
                    <a:pt x="1759952" y="2218042"/>
                  </a:lnTo>
                  <a:lnTo>
                    <a:pt x="1760139" y="2218962"/>
                  </a:lnTo>
                  <a:lnTo>
                    <a:pt x="1760326" y="2219965"/>
                  </a:lnTo>
                  <a:lnTo>
                    <a:pt x="1760512" y="2221170"/>
                  </a:lnTo>
                  <a:lnTo>
                    <a:pt x="1760699" y="2222559"/>
                  </a:lnTo>
                  <a:lnTo>
                    <a:pt x="1760886" y="2224034"/>
                  </a:lnTo>
                  <a:lnTo>
                    <a:pt x="1761073" y="2225301"/>
                  </a:lnTo>
                  <a:lnTo>
                    <a:pt x="1761260" y="2226866"/>
                  </a:lnTo>
                  <a:lnTo>
                    <a:pt x="1761447" y="2228479"/>
                  </a:lnTo>
                  <a:lnTo>
                    <a:pt x="1761634" y="2230378"/>
                  </a:lnTo>
                  <a:lnTo>
                    <a:pt x="1761821" y="2232348"/>
                  </a:lnTo>
                  <a:lnTo>
                    <a:pt x="1762008" y="2234299"/>
                  </a:lnTo>
                  <a:lnTo>
                    <a:pt x="1762195" y="2237047"/>
                  </a:lnTo>
                  <a:lnTo>
                    <a:pt x="1762382" y="2239778"/>
                  </a:lnTo>
                  <a:lnTo>
                    <a:pt x="1762569" y="2242336"/>
                  </a:lnTo>
                  <a:lnTo>
                    <a:pt x="1762756" y="2244170"/>
                  </a:lnTo>
                  <a:lnTo>
                    <a:pt x="1762942" y="2245948"/>
                  </a:lnTo>
                  <a:lnTo>
                    <a:pt x="1763129" y="2247660"/>
                  </a:lnTo>
                  <a:lnTo>
                    <a:pt x="1763316" y="2249005"/>
                  </a:lnTo>
                  <a:lnTo>
                    <a:pt x="1763503" y="2250005"/>
                  </a:lnTo>
                  <a:lnTo>
                    <a:pt x="1763690" y="2250803"/>
                  </a:lnTo>
                  <a:lnTo>
                    <a:pt x="1763877" y="2251602"/>
                  </a:lnTo>
                  <a:lnTo>
                    <a:pt x="1764064" y="2252401"/>
                  </a:lnTo>
                  <a:lnTo>
                    <a:pt x="1764251" y="2253104"/>
                  </a:lnTo>
                  <a:lnTo>
                    <a:pt x="1764438" y="2253663"/>
                  </a:lnTo>
                  <a:lnTo>
                    <a:pt x="1764625" y="2253990"/>
                  </a:lnTo>
                  <a:lnTo>
                    <a:pt x="1764812" y="2254119"/>
                  </a:lnTo>
                  <a:lnTo>
                    <a:pt x="1764999" y="2254153"/>
                  </a:lnTo>
                  <a:lnTo>
                    <a:pt x="1765186" y="2254024"/>
                  </a:lnTo>
                  <a:lnTo>
                    <a:pt x="1765372" y="2253817"/>
                  </a:lnTo>
                  <a:lnTo>
                    <a:pt x="1765559" y="2253372"/>
                  </a:lnTo>
                  <a:lnTo>
                    <a:pt x="1765746" y="2252715"/>
                  </a:lnTo>
                  <a:lnTo>
                    <a:pt x="1765933" y="2252154"/>
                  </a:lnTo>
                  <a:lnTo>
                    <a:pt x="1766120" y="2251379"/>
                  </a:lnTo>
                  <a:lnTo>
                    <a:pt x="1766307" y="2250686"/>
                  </a:lnTo>
                  <a:lnTo>
                    <a:pt x="1766494" y="2250190"/>
                  </a:lnTo>
                  <a:lnTo>
                    <a:pt x="1766681" y="2249695"/>
                  </a:lnTo>
                  <a:lnTo>
                    <a:pt x="1766868" y="2249357"/>
                  </a:lnTo>
                  <a:lnTo>
                    <a:pt x="1767055" y="2249035"/>
                  </a:lnTo>
                  <a:lnTo>
                    <a:pt x="1767242" y="2248936"/>
                  </a:lnTo>
                  <a:lnTo>
                    <a:pt x="1767429" y="2248928"/>
                  </a:lnTo>
                  <a:lnTo>
                    <a:pt x="1767615" y="2249266"/>
                  </a:lnTo>
                  <a:lnTo>
                    <a:pt x="1767802" y="2249353"/>
                  </a:lnTo>
                  <a:lnTo>
                    <a:pt x="1767989" y="2249601"/>
                  </a:lnTo>
                  <a:lnTo>
                    <a:pt x="1768176" y="2249919"/>
                  </a:lnTo>
                  <a:lnTo>
                    <a:pt x="1768363" y="2250556"/>
                  </a:lnTo>
                  <a:lnTo>
                    <a:pt x="1768550" y="2251539"/>
                  </a:lnTo>
                  <a:lnTo>
                    <a:pt x="1768737" y="2252921"/>
                  </a:lnTo>
                  <a:lnTo>
                    <a:pt x="1768924" y="2254410"/>
                  </a:lnTo>
                  <a:lnTo>
                    <a:pt x="1769111" y="2255972"/>
                  </a:lnTo>
                  <a:lnTo>
                    <a:pt x="1769298" y="2257606"/>
                  </a:lnTo>
                  <a:lnTo>
                    <a:pt x="1769485" y="2259336"/>
                  </a:lnTo>
                  <a:lnTo>
                    <a:pt x="1769672" y="2260964"/>
                  </a:lnTo>
                  <a:lnTo>
                    <a:pt x="1769859" y="2262869"/>
                  </a:lnTo>
                  <a:lnTo>
                    <a:pt x="1770045" y="2264644"/>
                  </a:lnTo>
                  <a:lnTo>
                    <a:pt x="1770232" y="2266639"/>
                  </a:lnTo>
                  <a:lnTo>
                    <a:pt x="1770419" y="2268838"/>
                  </a:lnTo>
                  <a:lnTo>
                    <a:pt x="1770606" y="2271106"/>
                  </a:lnTo>
                  <a:lnTo>
                    <a:pt x="1770793" y="2273585"/>
                  </a:lnTo>
                  <a:lnTo>
                    <a:pt x="1770980" y="2276985"/>
                  </a:lnTo>
                  <a:lnTo>
                    <a:pt x="1771167" y="2280236"/>
                  </a:lnTo>
                  <a:lnTo>
                    <a:pt x="1771354" y="2282301"/>
                  </a:lnTo>
                  <a:lnTo>
                    <a:pt x="1771541" y="2284072"/>
                  </a:lnTo>
                  <a:lnTo>
                    <a:pt x="1771728" y="2285606"/>
                  </a:lnTo>
                  <a:lnTo>
                    <a:pt x="1771915" y="2287022"/>
                  </a:lnTo>
                  <a:lnTo>
                    <a:pt x="1772102" y="2288456"/>
                  </a:lnTo>
                  <a:lnTo>
                    <a:pt x="1772289" y="2289926"/>
                  </a:lnTo>
                  <a:lnTo>
                    <a:pt x="1772475" y="2291337"/>
                  </a:lnTo>
                  <a:lnTo>
                    <a:pt x="1772662" y="2292377"/>
                  </a:lnTo>
                  <a:lnTo>
                    <a:pt x="1772849" y="2293470"/>
                  </a:lnTo>
                  <a:lnTo>
                    <a:pt x="1773036" y="2294242"/>
                  </a:lnTo>
                  <a:lnTo>
                    <a:pt x="1773223" y="2294642"/>
                  </a:lnTo>
                  <a:lnTo>
                    <a:pt x="1773410" y="2294979"/>
                  </a:lnTo>
                  <a:lnTo>
                    <a:pt x="1773597" y="2295117"/>
                  </a:lnTo>
                  <a:lnTo>
                    <a:pt x="1773784" y="2295091"/>
                  </a:lnTo>
                  <a:lnTo>
                    <a:pt x="1773971" y="2294989"/>
                  </a:lnTo>
                  <a:lnTo>
                    <a:pt x="1774158" y="2295033"/>
                  </a:lnTo>
                  <a:lnTo>
                    <a:pt x="1774345" y="2294830"/>
                  </a:lnTo>
                  <a:lnTo>
                    <a:pt x="1774532" y="2294789"/>
                  </a:lnTo>
                  <a:lnTo>
                    <a:pt x="1774718" y="2295433"/>
                  </a:lnTo>
                  <a:lnTo>
                    <a:pt x="1774905" y="2295796"/>
                  </a:lnTo>
                  <a:lnTo>
                    <a:pt x="1775092" y="2295928"/>
                  </a:lnTo>
                  <a:lnTo>
                    <a:pt x="1775279" y="2296217"/>
                  </a:lnTo>
                  <a:lnTo>
                    <a:pt x="1775466" y="2296786"/>
                  </a:lnTo>
                  <a:lnTo>
                    <a:pt x="1775653" y="2297570"/>
                  </a:lnTo>
                  <a:lnTo>
                    <a:pt x="1775840" y="2298395"/>
                  </a:lnTo>
                  <a:lnTo>
                    <a:pt x="1776027" y="2299155"/>
                  </a:lnTo>
                  <a:lnTo>
                    <a:pt x="1776214" y="2299724"/>
                  </a:lnTo>
                  <a:lnTo>
                    <a:pt x="1776401" y="2300442"/>
                  </a:lnTo>
                  <a:lnTo>
                    <a:pt x="1776588" y="2301556"/>
                  </a:lnTo>
                  <a:lnTo>
                    <a:pt x="1776775" y="2302637"/>
                  </a:lnTo>
                  <a:lnTo>
                    <a:pt x="1776962" y="2303487"/>
                  </a:lnTo>
                  <a:lnTo>
                    <a:pt x="1777148" y="2304510"/>
                  </a:lnTo>
                  <a:lnTo>
                    <a:pt x="1777335" y="2305426"/>
                  </a:lnTo>
                  <a:lnTo>
                    <a:pt x="1777522" y="2306251"/>
                  </a:lnTo>
                  <a:lnTo>
                    <a:pt x="1777709" y="2307109"/>
                  </a:lnTo>
                  <a:lnTo>
                    <a:pt x="1777896" y="2308017"/>
                  </a:lnTo>
                  <a:lnTo>
                    <a:pt x="1778083" y="2308801"/>
                  </a:lnTo>
                  <a:lnTo>
                    <a:pt x="1778270" y="2309205"/>
                  </a:lnTo>
                  <a:lnTo>
                    <a:pt x="1778457" y="2309049"/>
                  </a:lnTo>
                  <a:lnTo>
                    <a:pt x="1778644" y="2308719"/>
                  </a:lnTo>
                  <a:lnTo>
                    <a:pt x="1778831" y="2308248"/>
                  </a:lnTo>
                  <a:lnTo>
                    <a:pt x="1779018" y="2307720"/>
                  </a:lnTo>
                  <a:lnTo>
                    <a:pt x="1779205" y="2307002"/>
                  </a:lnTo>
                  <a:lnTo>
                    <a:pt x="1779391" y="2306119"/>
                  </a:lnTo>
                  <a:lnTo>
                    <a:pt x="1779578" y="2305327"/>
                  </a:lnTo>
                  <a:lnTo>
                    <a:pt x="1779765" y="2304667"/>
                  </a:lnTo>
                  <a:lnTo>
                    <a:pt x="1779952" y="2304007"/>
                  </a:lnTo>
                  <a:lnTo>
                    <a:pt x="1780139" y="2303437"/>
                  </a:lnTo>
                  <a:lnTo>
                    <a:pt x="1780326" y="2303008"/>
                  </a:lnTo>
                  <a:lnTo>
                    <a:pt x="1780513" y="2302678"/>
                  </a:lnTo>
                  <a:lnTo>
                    <a:pt x="1780700" y="2302348"/>
                  </a:lnTo>
                  <a:lnTo>
                    <a:pt x="1780887" y="2302018"/>
                  </a:lnTo>
                  <a:lnTo>
                    <a:pt x="1781074" y="2301869"/>
                  </a:lnTo>
                  <a:lnTo>
                    <a:pt x="1781261" y="2301952"/>
                  </a:lnTo>
                  <a:lnTo>
                    <a:pt x="1781448" y="2302059"/>
                  </a:lnTo>
                  <a:lnTo>
                    <a:pt x="1781635" y="2302266"/>
                  </a:lnTo>
                  <a:lnTo>
                    <a:pt x="1781821" y="2302455"/>
                  </a:lnTo>
                  <a:lnTo>
                    <a:pt x="1782008" y="2302620"/>
                  </a:lnTo>
                  <a:lnTo>
                    <a:pt x="1782195" y="2302785"/>
                  </a:lnTo>
                  <a:lnTo>
                    <a:pt x="1782382" y="2302917"/>
                  </a:lnTo>
                  <a:lnTo>
                    <a:pt x="1782569" y="2302917"/>
                  </a:lnTo>
                  <a:lnTo>
                    <a:pt x="1782756" y="2303125"/>
                  </a:lnTo>
                  <a:lnTo>
                    <a:pt x="1782943" y="2303207"/>
                  </a:lnTo>
                  <a:lnTo>
                    <a:pt x="1783130" y="2303331"/>
                  </a:lnTo>
                  <a:lnTo>
                    <a:pt x="1783317" y="2303373"/>
                  </a:lnTo>
                  <a:lnTo>
                    <a:pt x="1783504" y="2303531"/>
                  </a:lnTo>
                  <a:lnTo>
                    <a:pt x="1783691" y="2303739"/>
                  </a:lnTo>
                  <a:lnTo>
                    <a:pt x="1783878" y="2304095"/>
                  </a:lnTo>
                  <a:lnTo>
                    <a:pt x="1784065" y="2304468"/>
                  </a:lnTo>
                  <a:lnTo>
                    <a:pt x="1784251" y="2304878"/>
                  </a:lnTo>
                  <a:lnTo>
                    <a:pt x="1784438" y="2305402"/>
                  </a:lnTo>
                  <a:lnTo>
                    <a:pt x="1784625" y="2306050"/>
                  </a:lnTo>
                  <a:lnTo>
                    <a:pt x="1784812" y="2307035"/>
                  </a:lnTo>
                  <a:lnTo>
                    <a:pt x="1784999" y="2307900"/>
                  </a:lnTo>
                  <a:lnTo>
                    <a:pt x="1785186" y="2308537"/>
                  </a:lnTo>
                  <a:lnTo>
                    <a:pt x="1785373" y="2308933"/>
                  </a:lnTo>
                  <a:lnTo>
                    <a:pt x="1785560" y="2309351"/>
                  </a:lnTo>
                  <a:lnTo>
                    <a:pt x="1785747" y="2309767"/>
                  </a:lnTo>
                  <a:lnTo>
                    <a:pt x="1785934" y="2309412"/>
                  </a:lnTo>
                  <a:lnTo>
                    <a:pt x="1786121" y="2309139"/>
                  </a:lnTo>
                  <a:lnTo>
                    <a:pt x="1786308" y="2308735"/>
                  </a:lnTo>
                  <a:lnTo>
                    <a:pt x="1786494" y="2308001"/>
                  </a:lnTo>
                  <a:lnTo>
                    <a:pt x="1786681" y="2307291"/>
                  </a:lnTo>
                  <a:lnTo>
                    <a:pt x="1786868" y="2306598"/>
                  </a:lnTo>
                  <a:lnTo>
                    <a:pt x="1787055" y="2306612"/>
                  </a:lnTo>
                  <a:lnTo>
                    <a:pt x="1787242" y="2306809"/>
                  </a:lnTo>
                  <a:lnTo>
                    <a:pt x="1787429" y="2306960"/>
                  </a:lnTo>
                  <a:lnTo>
                    <a:pt x="1787616" y="2306537"/>
                  </a:lnTo>
                  <a:lnTo>
                    <a:pt x="1787803" y="2306070"/>
                  </a:lnTo>
                  <a:lnTo>
                    <a:pt x="1787990" y="2305664"/>
                  </a:lnTo>
                  <a:lnTo>
                    <a:pt x="1788177" y="2305441"/>
                  </a:lnTo>
                  <a:lnTo>
                    <a:pt x="1788364" y="2305293"/>
                  </a:lnTo>
                  <a:lnTo>
                    <a:pt x="1788551" y="2305280"/>
                  </a:lnTo>
                  <a:lnTo>
                    <a:pt x="1788738" y="2306157"/>
                  </a:lnTo>
                  <a:lnTo>
                    <a:pt x="1788924" y="2307238"/>
                  </a:lnTo>
                  <a:lnTo>
                    <a:pt x="1789111" y="2308222"/>
                  </a:lnTo>
                  <a:lnTo>
                    <a:pt x="1789298" y="2309578"/>
                  </a:lnTo>
                  <a:lnTo>
                    <a:pt x="1789485" y="2310647"/>
                  </a:lnTo>
                  <a:lnTo>
                    <a:pt x="1789672" y="2311763"/>
                  </a:lnTo>
                  <a:lnTo>
                    <a:pt x="1789859" y="2312669"/>
                  </a:lnTo>
                  <a:lnTo>
                    <a:pt x="1790046" y="2313413"/>
                  </a:lnTo>
                  <a:lnTo>
                    <a:pt x="1790233" y="2314224"/>
                  </a:lnTo>
                  <a:lnTo>
                    <a:pt x="1790420" y="2315351"/>
                  </a:lnTo>
                  <a:lnTo>
                    <a:pt x="1790607" y="2316312"/>
                  </a:lnTo>
                  <a:lnTo>
                    <a:pt x="1790794" y="2317291"/>
                  </a:lnTo>
                  <a:lnTo>
                    <a:pt x="1790981" y="2318279"/>
                  </a:lnTo>
                  <a:lnTo>
                    <a:pt x="1791168" y="2319304"/>
                  </a:lnTo>
                  <a:lnTo>
                    <a:pt x="1791354" y="2320241"/>
                  </a:lnTo>
                  <a:lnTo>
                    <a:pt x="1791541" y="2320928"/>
                  </a:lnTo>
                  <a:lnTo>
                    <a:pt x="1791728" y="2321344"/>
                  </a:lnTo>
                  <a:lnTo>
                    <a:pt x="1791915" y="2321121"/>
                  </a:lnTo>
                  <a:lnTo>
                    <a:pt x="1792102" y="2320698"/>
                  </a:lnTo>
                  <a:lnTo>
                    <a:pt x="1792289" y="2320413"/>
                  </a:lnTo>
                  <a:lnTo>
                    <a:pt x="1792476" y="2320501"/>
                  </a:lnTo>
                  <a:lnTo>
                    <a:pt x="1792663" y="2320979"/>
                  </a:lnTo>
                  <a:lnTo>
                    <a:pt x="1792850" y="2321415"/>
                  </a:lnTo>
                  <a:lnTo>
                    <a:pt x="1793037" y="2321712"/>
                  </a:lnTo>
                  <a:lnTo>
                    <a:pt x="1793224" y="2321833"/>
                  </a:lnTo>
                  <a:lnTo>
                    <a:pt x="1793411" y="2321793"/>
                  </a:lnTo>
                  <a:lnTo>
                    <a:pt x="1793597" y="2321896"/>
                  </a:lnTo>
                  <a:lnTo>
                    <a:pt x="1793784" y="2322068"/>
                  </a:lnTo>
                  <a:lnTo>
                    <a:pt x="1793971" y="2322066"/>
                  </a:lnTo>
                  <a:lnTo>
                    <a:pt x="1794158" y="2322042"/>
                  </a:lnTo>
                  <a:lnTo>
                    <a:pt x="1794345" y="2322085"/>
                  </a:lnTo>
                  <a:lnTo>
                    <a:pt x="1794532" y="2322043"/>
                  </a:lnTo>
                  <a:lnTo>
                    <a:pt x="1794719" y="2322032"/>
                  </a:lnTo>
                  <a:lnTo>
                    <a:pt x="1794906" y="2321954"/>
                  </a:lnTo>
                  <a:lnTo>
                    <a:pt x="1795093" y="2321854"/>
                  </a:lnTo>
                  <a:lnTo>
                    <a:pt x="1795280" y="2321699"/>
                  </a:lnTo>
                  <a:lnTo>
                    <a:pt x="1795467" y="2320874"/>
                  </a:lnTo>
                  <a:lnTo>
                    <a:pt x="1795654" y="2320049"/>
                  </a:lnTo>
                  <a:lnTo>
                    <a:pt x="1795841" y="2319223"/>
                  </a:lnTo>
                  <a:lnTo>
                    <a:pt x="1796027" y="2318497"/>
                  </a:lnTo>
                  <a:lnTo>
                    <a:pt x="1796214" y="2318002"/>
                  </a:lnTo>
                  <a:lnTo>
                    <a:pt x="1796401" y="2317284"/>
                  </a:lnTo>
                  <a:lnTo>
                    <a:pt x="1796588" y="2316459"/>
                  </a:lnTo>
                  <a:lnTo>
                    <a:pt x="1796775" y="2315741"/>
                  </a:lnTo>
                  <a:lnTo>
                    <a:pt x="1796962" y="2314792"/>
                  </a:lnTo>
                  <a:lnTo>
                    <a:pt x="1797149" y="2313802"/>
                  </a:lnTo>
                  <a:lnTo>
                    <a:pt x="1797336" y="2312944"/>
                  </a:lnTo>
                  <a:lnTo>
                    <a:pt x="1797523" y="2312193"/>
                  </a:lnTo>
                  <a:lnTo>
                    <a:pt x="1797710" y="2311533"/>
                  </a:lnTo>
                  <a:lnTo>
                    <a:pt x="1797897" y="2310790"/>
                  </a:lnTo>
                  <a:lnTo>
                    <a:pt x="1798084" y="2309924"/>
                  </a:lnTo>
                  <a:lnTo>
                    <a:pt x="1798270" y="2308570"/>
                  </a:lnTo>
                  <a:lnTo>
                    <a:pt x="1798457" y="2306920"/>
                  </a:lnTo>
                  <a:lnTo>
                    <a:pt x="1798644" y="2305269"/>
                  </a:lnTo>
                  <a:lnTo>
                    <a:pt x="1798831" y="2303619"/>
                  </a:lnTo>
                  <a:lnTo>
                    <a:pt x="1799018" y="2301969"/>
                  </a:lnTo>
                  <a:lnTo>
                    <a:pt x="1799205" y="2300401"/>
                  </a:lnTo>
                  <a:lnTo>
                    <a:pt x="1799392" y="2298916"/>
                  </a:lnTo>
                  <a:lnTo>
                    <a:pt x="1799579" y="2297438"/>
                  </a:lnTo>
                  <a:lnTo>
                    <a:pt x="1799766" y="2296077"/>
                  </a:lnTo>
                  <a:lnTo>
                    <a:pt x="1799953" y="2294682"/>
                  </a:lnTo>
                  <a:lnTo>
                    <a:pt x="1800140" y="2293065"/>
                  </a:lnTo>
                  <a:lnTo>
                    <a:pt x="1800327" y="2291415"/>
                  </a:lnTo>
                  <a:lnTo>
                    <a:pt x="1800514" y="2289773"/>
                  </a:lnTo>
                  <a:lnTo>
                    <a:pt x="1800700" y="2288403"/>
                  </a:lnTo>
                  <a:lnTo>
                    <a:pt x="1800887" y="2287214"/>
                  </a:lnTo>
                  <a:lnTo>
                    <a:pt x="1801074" y="2286587"/>
                  </a:lnTo>
                  <a:lnTo>
                    <a:pt x="1801261" y="2286257"/>
                  </a:lnTo>
                  <a:lnTo>
                    <a:pt x="1801448" y="2285927"/>
                  </a:lnTo>
                  <a:lnTo>
                    <a:pt x="1801635" y="2285597"/>
                  </a:lnTo>
                  <a:lnTo>
                    <a:pt x="1801822" y="2285267"/>
                  </a:lnTo>
                  <a:lnTo>
                    <a:pt x="1802009" y="2285110"/>
                  </a:lnTo>
                  <a:lnTo>
                    <a:pt x="1802196" y="2285151"/>
                  </a:lnTo>
                  <a:lnTo>
                    <a:pt x="1802383" y="2285432"/>
                  </a:lnTo>
                  <a:lnTo>
                    <a:pt x="1802570" y="2285927"/>
                  </a:lnTo>
                  <a:lnTo>
                    <a:pt x="1802757" y="2286497"/>
                  </a:lnTo>
                  <a:lnTo>
                    <a:pt x="1802944" y="2287446"/>
                  </a:lnTo>
                  <a:lnTo>
                    <a:pt x="1803130" y="2288650"/>
                  </a:lnTo>
                  <a:lnTo>
                    <a:pt x="1803317" y="2289962"/>
                  </a:lnTo>
                  <a:lnTo>
                    <a:pt x="1803504" y="2290944"/>
                  </a:lnTo>
                  <a:lnTo>
                    <a:pt x="1803691" y="2291794"/>
                  </a:lnTo>
                  <a:lnTo>
                    <a:pt x="1803878" y="2292454"/>
                  </a:lnTo>
                  <a:lnTo>
                    <a:pt x="1804065" y="2293115"/>
                  </a:lnTo>
                  <a:lnTo>
                    <a:pt x="1804252" y="2293775"/>
                  </a:lnTo>
                  <a:lnTo>
                    <a:pt x="1804439" y="2294435"/>
                  </a:lnTo>
                  <a:lnTo>
                    <a:pt x="1804626" y="2295095"/>
                  </a:lnTo>
                  <a:lnTo>
                    <a:pt x="1804813" y="2295722"/>
                  </a:lnTo>
                  <a:lnTo>
                    <a:pt x="1805000" y="2296176"/>
                  </a:lnTo>
                  <a:lnTo>
                    <a:pt x="1805187" y="2296432"/>
                  </a:lnTo>
                  <a:lnTo>
                    <a:pt x="1805373" y="2296597"/>
                  </a:lnTo>
                  <a:lnTo>
                    <a:pt x="1805560" y="2296762"/>
                  </a:lnTo>
                  <a:lnTo>
                    <a:pt x="1805747" y="2296795"/>
                  </a:lnTo>
                  <a:lnTo>
                    <a:pt x="1805934" y="2296745"/>
                  </a:lnTo>
                  <a:lnTo>
                    <a:pt x="1806121" y="2296580"/>
                  </a:lnTo>
                  <a:lnTo>
                    <a:pt x="1806308" y="2296556"/>
                  </a:lnTo>
                  <a:lnTo>
                    <a:pt x="1806495" y="2296605"/>
                  </a:lnTo>
                  <a:lnTo>
                    <a:pt x="1806682" y="2296770"/>
                  </a:lnTo>
                  <a:lnTo>
                    <a:pt x="1806869" y="2296935"/>
                  </a:lnTo>
                  <a:lnTo>
                    <a:pt x="1807056" y="2297100"/>
                  </a:lnTo>
                  <a:lnTo>
                    <a:pt x="1807243" y="2297306"/>
                  </a:lnTo>
                  <a:lnTo>
                    <a:pt x="1807430" y="2297752"/>
                  </a:lnTo>
                  <a:lnTo>
                    <a:pt x="1807617" y="2298132"/>
                  </a:lnTo>
                  <a:lnTo>
                    <a:pt x="1807803" y="2298462"/>
                  </a:lnTo>
                  <a:lnTo>
                    <a:pt x="1807990" y="2298792"/>
                  </a:lnTo>
                  <a:lnTo>
                    <a:pt x="1808177" y="2299122"/>
                  </a:lnTo>
                  <a:lnTo>
                    <a:pt x="1808364" y="2299518"/>
                  </a:lnTo>
                  <a:lnTo>
                    <a:pt x="1808551" y="2299997"/>
                  </a:lnTo>
                  <a:lnTo>
                    <a:pt x="1808738" y="2300492"/>
                  </a:lnTo>
                  <a:lnTo>
                    <a:pt x="1808925" y="2300954"/>
                  </a:lnTo>
                  <a:lnTo>
                    <a:pt x="1809112" y="2301556"/>
                  </a:lnTo>
                  <a:lnTo>
                    <a:pt x="1809299" y="2302216"/>
                  </a:lnTo>
                  <a:lnTo>
                    <a:pt x="1809486" y="2302876"/>
                  </a:lnTo>
                  <a:lnTo>
                    <a:pt x="1809673" y="2303537"/>
                  </a:lnTo>
                  <a:lnTo>
                    <a:pt x="1809860" y="2304279"/>
                  </a:lnTo>
                  <a:lnTo>
                    <a:pt x="1810047" y="2305063"/>
                  </a:lnTo>
                  <a:lnTo>
                    <a:pt x="1810233" y="2305608"/>
                  </a:lnTo>
                  <a:lnTo>
                    <a:pt x="1810420" y="2306317"/>
                  </a:lnTo>
                  <a:lnTo>
                    <a:pt x="1810607" y="2307143"/>
                  </a:lnTo>
                  <a:lnTo>
                    <a:pt x="1810794" y="2308026"/>
                  </a:lnTo>
                  <a:lnTo>
                    <a:pt x="1810981" y="2309016"/>
                  </a:lnTo>
                  <a:lnTo>
                    <a:pt x="1811168" y="2310171"/>
                  </a:lnTo>
                  <a:lnTo>
                    <a:pt x="1811355" y="2311186"/>
                  </a:lnTo>
                  <a:lnTo>
                    <a:pt x="1811542" y="2312028"/>
                  </a:lnTo>
                  <a:lnTo>
                    <a:pt x="1811729" y="2313084"/>
                  </a:lnTo>
                  <a:lnTo>
                    <a:pt x="1811916" y="2314124"/>
                  </a:lnTo>
                  <a:lnTo>
                    <a:pt x="1812103" y="2314949"/>
                  </a:lnTo>
                  <a:lnTo>
                    <a:pt x="1812290" y="2315807"/>
                  </a:lnTo>
                  <a:lnTo>
                    <a:pt x="1812476" y="2316797"/>
                  </a:lnTo>
                  <a:lnTo>
                    <a:pt x="1812663" y="2317705"/>
                  </a:lnTo>
                  <a:lnTo>
                    <a:pt x="1812850" y="2318530"/>
                  </a:lnTo>
                  <a:lnTo>
                    <a:pt x="1813037" y="2319355"/>
                  </a:lnTo>
                  <a:lnTo>
                    <a:pt x="1813224" y="2320082"/>
                  </a:lnTo>
                  <a:lnTo>
                    <a:pt x="1813411" y="2320742"/>
                  </a:lnTo>
                  <a:lnTo>
                    <a:pt x="1813598" y="2321361"/>
                  </a:lnTo>
                  <a:lnTo>
                    <a:pt x="1813785" y="2321913"/>
                  </a:lnTo>
                  <a:lnTo>
                    <a:pt x="1813972" y="2322285"/>
                  </a:lnTo>
                  <a:lnTo>
                    <a:pt x="1814159" y="2322590"/>
                  </a:lnTo>
                  <a:lnTo>
                    <a:pt x="1814346" y="2322904"/>
                  </a:lnTo>
                  <a:lnTo>
                    <a:pt x="1814533" y="2323036"/>
                  </a:lnTo>
                  <a:lnTo>
                    <a:pt x="1814720" y="2323044"/>
                  </a:lnTo>
                  <a:lnTo>
                    <a:pt x="1814906" y="2323209"/>
                  </a:lnTo>
                  <a:lnTo>
                    <a:pt x="1815093" y="2323341"/>
                  </a:lnTo>
                  <a:lnTo>
                    <a:pt x="1815280" y="2323341"/>
                  </a:lnTo>
                  <a:lnTo>
                    <a:pt x="1815467" y="2323341"/>
                  </a:lnTo>
                  <a:lnTo>
                    <a:pt x="1815654" y="2323523"/>
                  </a:lnTo>
                  <a:lnTo>
                    <a:pt x="1815841" y="2323935"/>
                  </a:lnTo>
                  <a:lnTo>
                    <a:pt x="1816028" y="2324430"/>
                  </a:lnTo>
                  <a:lnTo>
                    <a:pt x="1816215" y="2325066"/>
                  </a:lnTo>
                  <a:lnTo>
                    <a:pt x="1816402" y="2325759"/>
                  </a:lnTo>
                  <a:lnTo>
                    <a:pt x="1816589" y="2326526"/>
                  </a:lnTo>
                  <a:lnTo>
                    <a:pt x="1816776" y="2327244"/>
                  </a:lnTo>
                  <a:lnTo>
                    <a:pt x="1816963" y="2328061"/>
                  </a:lnTo>
                  <a:lnTo>
                    <a:pt x="1817149" y="2328828"/>
                  </a:lnTo>
                  <a:lnTo>
                    <a:pt x="1817336" y="2329489"/>
                  </a:lnTo>
                  <a:lnTo>
                    <a:pt x="1817523" y="2330149"/>
                  </a:lnTo>
                  <a:lnTo>
                    <a:pt x="1817710" y="2330809"/>
                  </a:lnTo>
                  <a:lnTo>
                    <a:pt x="1817897" y="2331469"/>
                  </a:lnTo>
                  <a:lnTo>
                    <a:pt x="1818084" y="2332129"/>
                  </a:lnTo>
                  <a:lnTo>
                    <a:pt x="1818271" y="2332789"/>
                  </a:lnTo>
                  <a:lnTo>
                    <a:pt x="1818458" y="2333210"/>
                  </a:lnTo>
                  <a:lnTo>
                    <a:pt x="1818645" y="2333293"/>
                  </a:lnTo>
                  <a:lnTo>
                    <a:pt x="1818832" y="2333367"/>
                  </a:lnTo>
                  <a:lnTo>
                    <a:pt x="1819019" y="2333400"/>
                  </a:lnTo>
                  <a:lnTo>
                    <a:pt x="1819206" y="2333227"/>
                  </a:lnTo>
                  <a:lnTo>
                    <a:pt x="1819393" y="2333062"/>
                  </a:lnTo>
                  <a:lnTo>
                    <a:pt x="1819579" y="2332897"/>
                  </a:lnTo>
                  <a:lnTo>
                    <a:pt x="1819766" y="2332732"/>
                  </a:lnTo>
                  <a:lnTo>
                    <a:pt x="1819953" y="2332468"/>
                  </a:lnTo>
                  <a:lnTo>
                    <a:pt x="1820140" y="2332095"/>
                  </a:lnTo>
                  <a:lnTo>
                    <a:pt x="1820327" y="2331774"/>
                  </a:lnTo>
                  <a:lnTo>
                    <a:pt x="1820514" y="2331452"/>
                  </a:lnTo>
                  <a:lnTo>
                    <a:pt x="1820701" y="2331244"/>
                  </a:lnTo>
                  <a:lnTo>
                    <a:pt x="1820888" y="2331037"/>
                  </a:lnTo>
                  <a:lnTo>
                    <a:pt x="1821075" y="2330829"/>
                  </a:lnTo>
                  <a:lnTo>
                    <a:pt x="1821262" y="2330679"/>
                  </a:lnTo>
                  <a:lnTo>
                    <a:pt x="1821449" y="2330636"/>
                  </a:lnTo>
                  <a:lnTo>
                    <a:pt x="1821636" y="2330540"/>
                  </a:lnTo>
                  <a:lnTo>
                    <a:pt x="1821823" y="2330395"/>
                  </a:lnTo>
                  <a:lnTo>
                    <a:pt x="1822009" y="2330408"/>
                  </a:lnTo>
                  <a:lnTo>
                    <a:pt x="1822196" y="2330347"/>
                  </a:lnTo>
                  <a:lnTo>
                    <a:pt x="1822383" y="2330472"/>
                  </a:lnTo>
                  <a:lnTo>
                    <a:pt x="1822570" y="2330825"/>
                  </a:lnTo>
                  <a:lnTo>
                    <a:pt x="1822757" y="2331576"/>
                  </a:lnTo>
                  <a:lnTo>
                    <a:pt x="1822944" y="2332314"/>
                  </a:lnTo>
                  <a:lnTo>
                    <a:pt x="1823131" y="2333037"/>
                  </a:lnTo>
                  <a:lnTo>
                    <a:pt x="1823318" y="2334349"/>
                  </a:lnTo>
                  <a:lnTo>
                    <a:pt x="1823505" y="2335504"/>
                  </a:lnTo>
                  <a:lnTo>
                    <a:pt x="1823692" y="2336783"/>
                  </a:lnTo>
                  <a:lnTo>
                    <a:pt x="1823879" y="2338343"/>
                  </a:lnTo>
                  <a:lnTo>
                    <a:pt x="1824066" y="2339993"/>
                  </a:lnTo>
                  <a:lnTo>
                    <a:pt x="1824252" y="2341842"/>
                  </a:lnTo>
                  <a:lnTo>
                    <a:pt x="1824439" y="2343139"/>
                  </a:lnTo>
                  <a:lnTo>
                    <a:pt x="1824626" y="2344378"/>
                  </a:lnTo>
                  <a:lnTo>
                    <a:pt x="1824813" y="2345804"/>
                  </a:lnTo>
                  <a:lnTo>
                    <a:pt x="1825000" y="2347613"/>
                  </a:lnTo>
                  <a:lnTo>
                    <a:pt x="1825187" y="2349400"/>
                  </a:lnTo>
                  <a:lnTo>
                    <a:pt x="1825374" y="2351217"/>
                  </a:lnTo>
                  <a:lnTo>
                    <a:pt x="1825561" y="2352868"/>
                  </a:lnTo>
                  <a:lnTo>
                    <a:pt x="1825748" y="2354369"/>
                  </a:lnTo>
                  <a:lnTo>
                    <a:pt x="1825935" y="2355727"/>
                  </a:lnTo>
                  <a:lnTo>
                    <a:pt x="1826122" y="2356418"/>
                  </a:lnTo>
                  <a:lnTo>
                    <a:pt x="1826309" y="2357251"/>
                  </a:lnTo>
                  <a:lnTo>
                    <a:pt x="1826496" y="2358181"/>
                  </a:lnTo>
                  <a:lnTo>
                    <a:pt x="1826682" y="2358913"/>
                  </a:lnTo>
                  <a:lnTo>
                    <a:pt x="1826869" y="2359841"/>
                  </a:lnTo>
                  <a:lnTo>
                    <a:pt x="1827056" y="2360541"/>
                  </a:lnTo>
                  <a:lnTo>
                    <a:pt x="1827243" y="2361293"/>
                  </a:lnTo>
                  <a:lnTo>
                    <a:pt x="1827430" y="2362134"/>
                  </a:lnTo>
                  <a:lnTo>
                    <a:pt x="1827617" y="2362866"/>
                  </a:lnTo>
                  <a:lnTo>
                    <a:pt x="1827804" y="2363340"/>
                  </a:lnTo>
                  <a:lnTo>
                    <a:pt x="1827991" y="2364029"/>
                  </a:lnTo>
                  <a:lnTo>
                    <a:pt x="1828178" y="2364684"/>
                  </a:lnTo>
                  <a:lnTo>
                    <a:pt x="1828365" y="2365479"/>
                  </a:lnTo>
                  <a:lnTo>
                    <a:pt x="1828552" y="2366466"/>
                  </a:lnTo>
                  <a:lnTo>
                    <a:pt x="1828739" y="2367651"/>
                  </a:lnTo>
                  <a:lnTo>
                    <a:pt x="1828925" y="2368861"/>
                  </a:lnTo>
                  <a:lnTo>
                    <a:pt x="1829112" y="2369939"/>
                  </a:lnTo>
                  <a:lnTo>
                    <a:pt x="1829299" y="2371532"/>
                  </a:lnTo>
                  <a:lnTo>
                    <a:pt x="1829486" y="2373003"/>
                  </a:lnTo>
                  <a:lnTo>
                    <a:pt x="1829673" y="2374162"/>
                  </a:lnTo>
                  <a:lnTo>
                    <a:pt x="1829860" y="2374949"/>
                  </a:lnTo>
                  <a:lnTo>
                    <a:pt x="1830047" y="2375462"/>
                  </a:lnTo>
                  <a:lnTo>
                    <a:pt x="1830234" y="2375843"/>
                  </a:lnTo>
                  <a:lnTo>
                    <a:pt x="1830421" y="2376206"/>
                  </a:lnTo>
                  <a:lnTo>
                    <a:pt x="1830608" y="2376671"/>
                  </a:lnTo>
                  <a:lnTo>
                    <a:pt x="1830795" y="2377370"/>
                  </a:lnTo>
                  <a:lnTo>
                    <a:pt x="1830982" y="2377853"/>
                  </a:lnTo>
                  <a:lnTo>
                    <a:pt x="1831169" y="2378102"/>
                  </a:lnTo>
                  <a:lnTo>
                    <a:pt x="1831355" y="2378228"/>
                  </a:lnTo>
                  <a:lnTo>
                    <a:pt x="1831542" y="2378087"/>
                  </a:lnTo>
                  <a:lnTo>
                    <a:pt x="1831729" y="2377813"/>
                  </a:lnTo>
                  <a:lnTo>
                    <a:pt x="1831916" y="2377524"/>
                  </a:lnTo>
                  <a:lnTo>
                    <a:pt x="1832103" y="2377222"/>
                  </a:lnTo>
                  <a:lnTo>
                    <a:pt x="1832290" y="2377135"/>
                  </a:lnTo>
                  <a:lnTo>
                    <a:pt x="1832477" y="2377070"/>
                  </a:lnTo>
                  <a:lnTo>
                    <a:pt x="1832664" y="2377011"/>
                  </a:lnTo>
                  <a:lnTo>
                    <a:pt x="1832851" y="2377506"/>
                  </a:lnTo>
                  <a:lnTo>
                    <a:pt x="1833038" y="2377902"/>
                  </a:lnTo>
                  <a:lnTo>
                    <a:pt x="1833225" y="2378067"/>
                  </a:lnTo>
                  <a:lnTo>
                    <a:pt x="1833412" y="2378092"/>
                  </a:lnTo>
                  <a:lnTo>
                    <a:pt x="1833599" y="2377762"/>
                  </a:lnTo>
                  <a:lnTo>
                    <a:pt x="1833785" y="2377654"/>
                  </a:lnTo>
                  <a:lnTo>
                    <a:pt x="1833972" y="2377654"/>
                  </a:lnTo>
                  <a:lnTo>
                    <a:pt x="1834159" y="2377687"/>
                  </a:lnTo>
                  <a:lnTo>
                    <a:pt x="1834346" y="2378141"/>
                  </a:lnTo>
                  <a:lnTo>
                    <a:pt x="1834533" y="2378702"/>
                  </a:lnTo>
                  <a:lnTo>
                    <a:pt x="1834720" y="2379230"/>
                  </a:lnTo>
                  <a:lnTo>
                    <a:pt x="1834907" y="2379544"/>
                  </a:lnTo>
                  <a:lnTo>
                    <a:pt x="1835094" y="2379709"/>
                  </a:lnTo>
                  <a:lnTo>
                    <a:pt x="1835281" y="2379957"/>
                  </a:lnTo>
                  <a:lnTo>
                    <a:pt x="1835468" y="2380328"/>
                  </a:lnTo>
                  <a:lnTo>
                    <a:pt x="1835655" y="2381186"/>
                  </a:lnTo>
                  <a:lnTo>
                    <a:pt x="1835842" y="2382440"/>
                  </a:lnTo>
                  <a:lnTo>
                    <a:pt x="1836028" y="2383926"/>
                  </a:lnTo>
                  <a:lnTo>
                    <a:pt x="1836215" y="2385411"/>
                  </a:lnTo>
                  <a:lnTo>
                    <a:pt x="1836402" y="2386896"/>
                  </a:lnTo>
                  <a:lnTo>
                    <a:pt x="1836589" y="2388299"/>
                  </a:lnTo>
                  <a:lnTo>
                    <a:pt x="1836776" y="2389619"/>
                  </a:lnTo>
                  <a:lnTo>
                    <a:pt x="1836963" y="2391220"/>
                  </a:lnTo>
                  <a:lnTo>
                    <a:pt x="1837150" y="2392704"/>
                  </a:lnTo>
                  <a:lnTo>
                    <a:pt x="1837337" y="2394248"/>
                  </a:lnTo>
                  <a:lnTo>
                    <a:pt x="1837524" y="2396014"/>
                  </a:lnTo>
                  <a:lnTo>
                    <a:pt x="1837711" y="2397807"/>
                  </a:lnTo>
                  <a:lnTo>
                    <a:pt x="1837898" y="2399558"/>
                  </a:lnTo>
                  <a:lnTo>
                    <a:pt x="1838085" y="2401158"/>
                  </a:lnTo>
                  <a:lnTo>
                    <a:pt x="1838272" y="2402555"/>
                  </a:lnTo>
                  <a:lnTo>
                    <a:pt x="1838458" y="2403363"/>
                  </a:lnTo>
                  <a:lnTo>
                    <a:pt x="1838645" y="2403711"/>
                  </a:lnTo>
                  <a:lnTo>
                    <a:pt x="1838832" y="2403910"/>
                  </a:lnTo>
                  <a:lnTo>
                    <a:pt x="1839019" y="2403808"/>
                  </a:lnTo>
                  <a:lnTo>
                    <a:pt x="1839206" y="2403627"/>
                  </a:lnTo>
                  <a:lnTo>
                    <a:pt x="1839393" y="2403198"/>
                  </a:lnTo>
                  <a:lnTo>
                    <a:pt x="1839580" y="2402637"/>
                  </a:lnTo>
                  <a:lnTo>
                    <a:pt x="1839767" y="2401787"/>
                  </a:lnTo>
                  <a:lnTo>
                    <a:pt x="1839954" y="2400715"/>
                  </a:lnTo>
                  <a:lnTo>
                    <a:pt x="1840141" y="2398825"/>
                  </a:lnTo>
                  <a:lnTo>
                    <a:pt x="1840328" y="2396713"/>
                  </a:lnTo>
                  <a:lnTo>
                    <a:pt x="1840515" y="2394683"/>
                  </a:lnTo>
                  <a:lnTo>
                    <a:pt x="1840702" y="2392768"/>
                  </a:lnTo>
                  <a:lnTo>
                    <a:pt x="1840888" y="2391110"/>
                  </a:lnTo>
                  <a:lnTo>
                    <a:pt x="1841075" y="2389674"/>
                  </a:lnTo>
                  <a:lnTo>
                    <a:pt x="1841262" y="2388494"/>
                  </a:lnTo>
                  <a:lnTo>
                    <a:pt x="1841449" y="2387537"/>
                  </a:lnTo>
                  <a:lnTo>
                    <a:pt x="1841636" y="2386786"/>
                  </a:lnTo>
                  <a:lnTo>
                    <a:pt x="1841823" y="2386447"/>
                  </a:lnTo>
                  <a:lnTo>
                    <a:pt x="1842010" y="2386216"/>
                  </a:lnTo>
                  <a:lnTo>
                    <a:pt x="1842197" y="2386134"/>
                  </a:lnTo>
                  <a:lnTo>
                    <a:pt x="1842384" y="2386200"/>
                  </a:lnTo>
                  <a:lnTo>
                    <a:pt x="1842571" y="2386505"/>
                  </a:lnTo>
                  <a:lnTo>
                    <a:pt x="1842758" y="2386835"/>
                  </a:lnTo>
                  <a:lnTo>
                    <a:pt x="1842945" y="2387165"/>
                  </a:lnTo>
                  <a:lnTo>
                    <a:pt x="1843131" y="2387495"/>
                  </a:lnTo>
                  <a:lnTo>
                    <a:pt x="1843318" y="2387826"/>
                  </a:lnTo>
                  <a:lnTo>
                    <a:pt x="1843505" y="2388156"/>
                  </a:lnTo>
                  <a:lnTo>
                    <a:pt x="1843692" y="2388345"/>
                  </a:lnTo>
                  <a:lnTo>
                    <a:pt x="1843879" y="2388461"/>
                  </a:lnTo>
                  <a:lnTo>
                    <a:pt x="1844066" y="2388461"/>
                  </a:lnTo>
                  <a:lnTo>
                    <a:pt x="1844253" y="2388461"/>
                  </a:lnTo>
                  <a:lnTo>
                    <a:pt x="1844440" y="2388354"/>
                  </a:lnTo>
                  <a:lnTo>
                    <a:pt x="1844627" y="2388114"/>
                  </a:lnTo>
                  <a:lnTo>
                    <a:pt x="1844814" y="2387784"/>
                  </a:lnTo>
                  <a:lnTo>
                    <a:pt x="1845001" y="2387570"/>
                  </a:lnTo>
                  <a:lnTo>
                    <a:pt x="1845188" y="2387405"/>
                  </a:lnTo>
                  <a:lnTo>
                    <a:pt x="1845375" y="2387240"/>
                  </a:lnTo>
                  <a:lnTo>
                    <a:pt x="1845561" y="2387075"/>
                  </a:lnTo>
                  <a:lnTo>
                    <a:pt x="1845748" y="2386910"/>
                  </a:lnTo>
                  <a:lnTo>
                    <a:pt x="1845935" y="2386745"/>
                  </a:lnTo>
                  <a:lnTo>
                    <a:pt x="1846122" y="2386579"/>
                  </a:lnTo>
                  <a:lnTo>
                    <a:pt x="1846309" y="2386538"/>
                  </a:lnTo>
                  <a:lnTo>
                    <a:pt x="1846496" y="2386538"/>
                  </a:lnTo>
                  <a:lnTo>
                    <a:pt x="1846683" y="2386538"/>
                  </a:lnTo>
                  <a:lnTo>
                    <a:pt x="1846870" y="2386538"/>
                  </a:lnTo>
                  <a:lnTo>
                    <a:pt x="1847057" y="2386538"/>
                  </a:lnTo>
                  <a:lnTo>
                    <a:pt x="1847244" y="2386645"/>
                  </a:lnTo>
                  <a:lnTo>
                    <a:pt x="1847431" y="2386885"/>
                  </a:lnTo>
                  <a:lnTo>
                    <a:pt x="1847618" y="2387215"/>
                  </a:lnTo>
                  <a:lnTo>
                    <a:pt x="1847804" y="2387314"/>
                  </a:lnTo>
                  <a:lnTo>
                    <a:pt x="1847991" y="2387314"/>
                  </a:lnTo>
                  <a:lnTo>
                    <a:pt x="1848178" y="2387314"/>
                  </a:lnTo>
                  <a:lnTo>
                    <a:pt x="1848365" y="2387314"/>
                  </a:lnTo>
                  <a:lnTo>
                    <a:pt x="1848552" y="2387314"/>
                  </a:lnTo>
                  <a:lnTo>
                    <a:pt x="1848739" y="2387446"/>
                  </a:lnTo>
                  <a:lnTo>
                    <a:pt x="1848926" y="2387611"/>
                  </a:lnTo>
                  <a:lnTo>
                    <a:pt x="1849113" y="2387627"/>
                  </a:lnTo>
                  <a:lnTo>
                    <a:pt x="1849300" y="2387471"/>
                  </a:lnTo>
                  <a:lnTo>
                    <a:pt x="1849487" y="2387388"/>
                  </a:lnTo>
                  <a:lnTo>
                    <a:pt x="1849674" y="2387223"/>
                  </a:lnTo>
                  <a:lnTo>
                    <a:pt x="1849861" y="2387058"/>
                  </a:lnTo>
                  <a:lnTo>
                    <a:pt x="1850048" y="2386893"/>
                  </a:lnTo>
                  <a:lnTo>
                    <a:pt x="1850234" y="2386728"/>
                  </a:lnTo>
                  <a:lnTo>
                    <a:pt x="1850421" y="2386563"/>
                  </a:lnTo>
                  <a:lnTo>
                    <a:pt x="1850608" y="2386513"/>
                  </a:lnTo>
                  <a:lnTo>
                    <a:pt x="1850795" y="2386406"/>
                  </a:lnTo>
                  <a:lnTo>
                    <a:pt x="1850982" y="2386241"/>
                  </a:lnTo>
                  <a:lnTo>
                    <a:pt x="1851169" y="2386183"/>
                  </a:lnTo>
                  <a:lnTo>
                    <a:pt x="1851356" y="2386183"/>
                  </a:lnTo>
                  <a:lnTo>
                    <a:pt x="1851543" y="2386208"/>
                  </a:lnTo>
                  <a:lnTo>
                    <a:pt x="1851730" y="2386208"/>
                  </a:lnTo>
                  <a:lnTo>
                    <a:pt x="1851917" y="2386233"/>
                  </a:lnTo>
                  <a:lnTo>
                    <a:pt x="1852104" y="2386390"/>
                  </a:lnTo>
                  <a:lnTo>
                    <a:pt x="1852291" y="2386472"/>
                  </a:lnTo>
                  <a:lnTo>
                    <a:pt x="1852478" y="2386637"/>
                  </a:lnTo>
                  <a:lnTo>
                    <a:pt x="1852664" y="2386802"/>
                  </a:lnTo>
                  <a:lnTo>
                    <a:pt x="1852851" y="2386967"/>
                  </a:lnTo>
                  <a:lnTo>
                    <a:pt x="1853038" y="2387132"/>
                  </a:lnTo>
                  <a:lnTo>
                    <a:pt x="1853225" y="2387297"/>
                  </a:lnTo>
                  <a:lnTo>
                    <a:pt x="1853412" y="2387462"/>
                  </a:lnTo>
                  <a:lnTo>
                    <a:pt x="1853599" y="2387735"/>
                  </a:lnTo>
                  <a:lnTo>
                    <a:pt x="1853786" y="2388065"/>
                  </a:lnTo>
                  <a:lnTo>
                    <a:pt x="1853973" y="2388288"/>
                  </a:lnTo>
                  <a:lnTo>
                    <a:pt x="1854160" y="2388453"/>
                  </a:lnTo>
                  <a:lnTo>
                    <a:pt x="1854347" y="2388461"/>
                  </a:lnTo>
                  <a:lnTo>
                    <a:pt x="1854534" y="2388519"/>
                  </a:lnTo>
                  <a:lnTo>
                    <a:pt x="1854721" y="2388684"/>
                  </a:lnTo>
                  <a:lnTo>
                    <a:pt x="1854907" y="2388758"/>
                  </a:lnTo>
                  <a:lnTo>
                    <a:pt x="1855094" y="2388758"/>
                  </a:lnTo>
                  <a:lnTo>
                    <a:pt x="1855281" y="2388758"/>
                  </a:lnTo>
                  <a:lnTo>
                    <a:pt x="1855468" y="2388758"/>
                  </a:lnTo>
                  <a:lnTo>
                    <a:pt x="1855655" y="2388758"/>
                  </a:lnTo>
                  <a:lnTo>
                    <a:pt x="1855842" y="2388816"/>
                  </a:lnTo>
                  <a:lnTo>
                    <a:pt x="1856029" y="2388832"/>
                  </a:lnTo>
                  <a:lnTo>
                    <a:pt x="1856216" y="2388411"/>
                  </a:lnTo>
                  <a:lnTo>
                    <a:pt x="1856403" y="2387982"/>
                  </a:lnTo>
                  <a:lnTo>
                    <a:pt x="1856590" y="2387636"/>
                  </a:lnTo>
                  <a:lnTo>
                    <a:pt x="1856777" y="2387306"/>
                  </a:lnTo>
                  <a:lnTo>
                    <a:pt x="1856964" y="2386976"/>
                  </a:lnTo>
                  <a:lnTo>
                    <a:pt x="1857151" y="2386571"/>
                  </a:lnTo>
                  <a:lnTo>
                    <a:pt x="1857337" y="2385895"/>
                  </a:lnTo>
                  <a:lnTo>
                    <a:pt x="1857524" y="2384995"/>
                  </a:lnTo>
                  <a:lnTo>
                    <a:pt x="1857711" y="2383988"/>
                  </a:lnTo>
                  <a:lnTo>
                    <a:pt x="1857898" y="2382998"/>
                  </a:lnTo>
                  <a:lnTo>
                    <a:pt x="1858085" y="2382008"/>
                  </a:lnTo>
                  <a:lnTo>
                    <a:pt x="1858272" y="2381018"/>
                  </a:lnTo>
                  <a:lnTo>
                    <a:pt x="1858459" y="2380028"/>
                  </a:lnTo>
                  <a:lnTo>
                    <a:pt x="1858646" y="2378938"/>
                  </a:lnTo>
                  <a:lnTo>
                    <a:pt x="1858833" y="2377767"/>
                  </a:lnTo>
                  <a:lnTo>
                    <a:pt x="1859020" y="2377532"/>
                  </a:lnTo>
                  <a:lnTo>
                    <a:pt x="1859207" y="2377335"/>
                  </a:lnTo>
                  <a:lnTo>
                    <a:pt x="1859394" y="2377002"/>
                  </a:lnTo>
                  <a:lnTo>
                    <a:pt x="1859581" y="2376558"/>
                  </a:lnTo>
                  <a:lnTo>
                    <a:pt x="1859767" y="2375934"/>
                  </a:lnTo>
                  <a:lnTo>
                    <a:pt x="1859954" y="2375238"/>
                  </a:lnTo>
                  <a:lnTo>
                    <a:pt x="1860141" y="2374421"/>
                  </a:lnTo>
                  <a:lnTo>
                    <a:pt x="1860328" y="2373541"/>
                  </a:lnTo>
                  <a:lnTo>
                    <a:pt x="1860515" y="2372752"/>
                  </a:lnTo>
                  <a:lnTo>
                    <a:pt x="1860702" y="2371735"/>
                  </a:lnTo>
                  <a:lnTo>
                    <a:pt x="1860889" y="2370591"/>
                  </a:lnTo>
                  <a:lnTo>
                    <a:pt x="1861076" y="2369315"/>
                  </a:lnTo>
                  <a:lnTo>
                    <a:pt x="1861263" y="2368021"/>
                  </a:lnTo>
                  <a:lnTo>
                    <a:pt x="1861450" y="2366757"/>
                  </a:lnTo>
                  <a:lnTo>
                    <a:pt x="1861637" y="2365565"/>
                  </a:lnTo>
                  <a:lnTo>
                    <a:pt x="1861824" y="2364259"/>
                  </a:lnTo>
                  <a:lnTo>
                    <a:pt x="1862010" y="2362895"/>
                  </a:lnTo>
                  <a:lnTo>
                    <a:pt x="1862197" y="2361513"/>
                  </a:lnTo>
                  <a:lnTo>
                    <a:pt x="1862384" y="2359583"/>
                  </a:lnTo>
                  <a:lnTo>
                    <a:pt x="1862571" y="2357899"/>
                  </a:lnTo>
                  <a:lnTo>
                    <a:pt x="1862758" y="2356389"/>
                  </a:lnTo>
                  <a:lnTo>
                    <a:pt x="1862945" y="2355259"/>
                  </a:lnTo>
                  <a:lnTo>
                    <a:pt x="1863132" y="2354524"/>
                  </a:lnTo>
                  <a:lnTo>
                    <a:pt x="1863319" y="2354103"/>
                  </a:lnTo>
                  <a:lnTo>
                    <a:pt x="1863506" y="2354054"/>
                  </a:lnTo>
                  <a:lnTo>
                    <a:pt x="1863693" y="2354178"/>
                  </a:lnTo>
                  <a:lnTo>
                    <a:pt x="1863880" y="2354483"/>
                  </a:lnTo>
                  <a:lnTo>
                    <a:pt x="1864067" y="2354887"/>
                  </a:lnTo>
                  <a:lnTo>
                    <a:pt x="1864254" y="2355382"/>
                  </a:lnTo>
                  <a:lnTo>
                    <a:pt x="1864440" y="2355869"/>
                  </a:lnTo>
                  <a:lnTo>
                    <a:pt x="1864627" y="2356364"/>
                  </a:lnTo>
                  <a:lnTo>
                    <a:pt x="1864814" y="2356769"/>
                  </a:lnTo>
                  <a:lnTo>
                    <a:pt x="1865001" y="2357090"/>
                  </a:lnTo>
                  <a:lnTo>
                    <a:pt x="1865188" y="2357255"/>
                  </a:lnTo>
                  <a:lnTo>
                    <a:pt x="1865375" y="2357421"/>
                  </a:lnTo>
                  <a:lnTo>
                    <a:pt x="1865562" y="2357586"/>
                  </a:lnTo>
                  <a:lnTo>
                    <a:pt x="1865749" y="2357693"/>
                  </a:lnTo>
                  <a:lnTo>
                    <a:pt x="1865936" y="2357602"/>
                  </a:lnTo>
                  <a:lnTo>
                    <a:pt x="1866123" y="2357272"/>
                  </a:lnTo>
                  <a:lnTo>
                    <a:pt x="1866310" y="2356942"/>
                  </a:lnTo>
                  <a:lnTo>
                    <a:pt x="1866497" y="2356612"/>
                  </a:lnTo>
                  <a:lnTo>
                    <a:pt x="1866683" y="2356298"/>
                  </a:lnTo>
                  <a:lnTo>
                    <a:pt x="1866870" y="2356059"/>
                  </a:lnTo>
                  <a:lnTo>
                    <a:pt x="1867057" y="2355729"/>
                  </a:lnTo>
                  <a:lnTo>
                    <a:pt x="1867244" y="2355382"/>
                  </a:lnTo>
                  <a:lnTo>
                    <a:pt x="1867431" y="2355217"/>
                  </a:lnTo>
                  <a:lnTo>
                    <a:pt x="1867618" y="2355143"/>
                  </a:lnTo>
                  <a:lnTo>
                    <a:pt x="1867805" y="2355151"/>
                  </a:lnTo>
                  <a:lnTo>
                    <a:pt x="1867992" y="2355316"/>
                  </a:lnTo>
                  <a:lnTo>
                    <a:pt x="1868179" y="2355481"/>
                  </a:lnTo>
                  <a:lnTo>
                    <a:pt x="1868366" y="2355646"/>
                  </a:lnTo>
                  <a:lnTo>
                    <a:pt x="1868553" y="2355811"/>
                  </a:lnTo>
                  <a:lnTo>
                    <a:pt x="1868740" y="2356117"/>
                  </a:lnTo>
                  <a:lnTo>
                    <a:pt x="1868927" y="2356612"/>
                  </a:lnTo>
                  <a:lnTo>
                    <a:pt x="1869113" y="2357173"/>
                  </a:lnTo>
                  <a:lnTo>
                    <a:pt x="1869300" y="2357833"/>
                  </a:lnTo>
                  <a:lnTo>
                    <a:pt x="1869487" y="2358477"/>
                  </a:lnTo>
                  <a:lnTo>
                    <a:pt x="1869674" y="2358972"/>
                  </a:lnTo>
                  <a:lnTo>
                    <a:pt x="1869861" y="2359467"/>
                  </a:lnTo>
                  <a:lnTo>
                    <a:pt x="1870048" y="2360012"/>
                  </a:lnTo>
                  <a:lnTo>
                    <a:pt x="1870235" y="2360507"/>
                  </a:lnTo>
                  <a:lnTo>
                    <a:pt x="1870422" y="2360936"/>
                  </a:lnTo>
                  <a:lnTo>
                    <a:pt x="1870609" y="2361596"/>
                  </a:lnTo>
                  <a:lnTo>
                    <a:pt x="1870796" y="2362256"/>
                  </a:lnTo>
                  <a:lnTo>
                    <a:pt x="1870983" y="2362916"/>
                  </a:lnTo>
                  <a:lnTo>
                    <a:pt x="1871170" y="2363576"/>
                  </a:lnTo>
                  <a:lnTo>
                    <a:pt x="1871357" y="2364237"/>
                  </a:lnTo>
                  <a:lnTo>
                    <a:pt x="1871543" y="2364732"/>
                  </a:lnTo>
                  <a:lnTo>
                    <a:pt x="1871730" y="2364847"/>
                  </a:lnTo>
                  <a:lnTo>
                    <a:pt x="1871917" y="2364781"/>
                  </a:lnTo>
                  <a:lnTo>
                    <a:pt x="1872104" y="2364616"/>
                  </a:lnTo>
                  <a:lnTo>
                    <a:pt x="1872291" y="2364558"/>
                  </a:lnTo>
                  <a:lnTo>
                    <a:pt x="1872478" y="2364558"/>
                  </a:lnTo>
                  <a:lnTo>
                    <a:pt x="1872665" y="2364558"/>
                  </a:lnTo>
                  <a:lnTo>
                    <a:pt x="1872852" y="2364558"/>
                  </a:lnTo>
                  <a:lnTo>
                    <a:pt x="1873039" y="2364558"/>
                  </a:lnTo>
                  <a:lnTo>
                    <a:pt x="1873226" y="2364624"/>
                  </a:lnTo>
                  <a:lnTo>
                    <a:pt x="1873413" y="2364459"/>
                  </a:lnTo>
                  <a:lnTo>
                    <a:pt x="1873600" y="2364278"/>
                  </a:lnTo>
                  <a:lnTo>
                    <a:pt x="1873786" y="2363948"/>
                  </a:lnTo>
                  <a:lnTo>
                    <a:pt x="1873973" y="2363618"/>
                  </a:lnTo>
                  <a:lnTo>
                    <a:pt x="1874160" y="2363288"/>
                  </a:lnTo>
                  <a:lnTo>
                    <a:pt x="1874347" y="2362694"/>
                  </a:lnTo>
                  <a:lnTo>
                    <a:pt x="1874534" y="2362290"/>
                  </a:lnTo>
                  <a:lnTo>
                    <a:pt x="1874721" y="2361977"/>
                  </a:lnTo>
                  <a:lnTo>
                    <a:pt x="1874908" y="2361663"/>
                  </a:lnTo>
                  <a:lnTo>
                    <a:pt x="1875095" y="2361075"/>
                  </a:lnTo>
                  <a:lnTo>
                    <a:pt x="1875282" y="2360479"/>
                  </a:lnTo>
                  <a:lnTo>
                    <a:pt x="1875469" y="2360010"/>
                  </a:lnTo>
                  <a:lnTo>
                    <a:pt x="1875656" y="2359727"/>
                  </a:lnTo>
                  <a:lnTo>
                    <a:pt x="1875843" y="2359880"/>
                  </a:lnTo>
                  <a:lnTo>
                    <a:pt x="1876030" y="2360232"/>
                  </a:lnTo>
                  <a:lnTo>
                    <a:pt x="1876216" y="2360767"/>
                  </a:lnTo>
                  <a:lnTo>
                    <a:pt x="1876403" y="2361615"/>
                  </a:lnTo>
                  <a:lnTo>
                    <a:pt x="1876590" y="2362552"/>
                  </a:lnTo>
                  <a:lnTo>
                    <a:pt x="1876777" y="2363460"/>
                  </a:lnTo>
                  <a:lnTo>
                    <a:pt x="1876964" y="2364446"/>
                  </a:lnTo>
                  <a:lnTo>
                    <a:pt x="1877151" y="2365582"/>
                  </a:lnTo>
                  <a:lnTo>
                    <a:pt x="1877338" y="2366817"/>
                  </a:lnTo>
                  <a:lnTo>
                    <a:pt x="1877525" y="2368795"/>
                  </a:lnTo>
                  <a:lnTo>
                    <a:pt x="1877712" y="2370774"/>
                  </a:lnTo>
                  <a:lnTo>
                    <a:pt x="1877899" y="2372841"/>
                  </a:lnTo>
                  <a:lnTo>
                    <a:pt x="1878086" y="2374829"/>
                  </a:lnTo>
                  <a:lnTo>
                    <a:pt x="1878273" y="2376643"/>
                  </a:lnTo>
                  <a:lnTo>
                    <a:pt x="1878460" y="2378201"/>
                  </a:lnTo>
                  <a:lnTo>
                    <a:pt x="1878646" y="2379614"/>
                  </a:lnTo>
                  <a:lnTo>
                    <a:pt x="1878833" y="2380777"/>
                  </a:lnTo>
                  <a:lnTo>
                    <a:pt x="1879020" y="2381362"/>
                  </a:lnTo>
                  <a:lnTo>
                    <a:pt x="1879207" y="2381536"/>
                  </a:lnTo>
                  <a:lnTo>
                    <a:pt x="1879394" y="2381577"/>
                  </a:lnTo>
                  <a:lnTo>
                    <a:pt x="1879581" y="2381602"/>
                  </a:lnTo>
                  <a:lnTo>
                    <a:pt x="1879768" y="2381404"/>
                  </a:lnTo>
                  <a:lnTo>
                    <a:pt x="1879955" y="2381098"/>
                  </a:lnTo>
                  <a:lnTo>
                    <a:pt x="1880142" y="2380768"/>
                  </a:lnTo>
                  <a:lnTo>
                    <a:pt x="1880329" y="2380438"/>
                  </a:lnTo>
                  <a:lnTo>
                    <a:pt x="1880516" y="2380042"/>
                  </a:lnTo>
                  <a:lnTo>
                    <a:pt x="1880703" y="2379857"/>
                  </a:lnTo>
                  <a:lnTo>
                    <a:pt x="1880889" y="2379466"/>
                  </a:lnTo>
                  <a:lnTo>
                    <a:pt x="1881076" y="2378915"/>
                  </a:lnTo>
                  <a:lnTo>
                    <a:pt x="1881263" y="2378608"/>
                  </a:lnTo>
                  <a:lnTo>
                    <a:pt x="1881450" y="2378274"/>
                  </a:lnTo>
                  <a:lnTo>
                    <a:pt x="1881637" y="2377924"/>
                  </a:lnTo>
                  <a:lnTo>
                    <a:pt x="1881824" y="2377682"/>
                  </a:lnTo>
                  <a:lnTo>
                    <a:pt x="1882011" y="2377572"/>
                  </a:lnTo>
                  <a:lnTo>
                    <a:pt x="1882198" y="2377644"/>
                  </a:lnTo>
                  <a:lnTo>
                    <a:pt x="1882385" y="2377749"/>
                  </a:lnTo>
                  <a:lnTo>
                    <a:pt x="1882572" y="2377921"/>
                  </a:lnTo>
                  <a:lnTo>
                    <a:pt x="1882759" y="2378093"/>
                  </a:lnTo>
                  <a:lnTo>
                    <a:pt x="1882946" y="2378266"/>
                  </a:lnTo>
                  <a:lnTo>
                    <a:pt x="1883133" y="2378438"/>
                  </a:lnTo>
                  <a:lnTo>
                    <a:pt x="1883319" y="2378648"/>
                  </a:lnTo>
                  <a:lnTo>
                    <a:pt x="1883506" y="2378951"/>
                  </a:lnTo>
                  <a:lnTo>
                    <a:pt x="1883693" y="2379401"/>
                  </a:lnTo>
                  <a:lnTo>
                    <a:pt x="1883880" y="2379827"/>
                  </a:lnTo>
                  <a:lnTo>
                    <a:pt x="1884067" y="2379993"/>
                  </a:lnTo>
                  <a:lnTo>
                    <a:pt x="1884254" y="2380130"/>
                  </a:lnTo>
                  <a:lnTo>
                    <a:pt x="1884441" y="2380031"/>
                  </a:lnTo>
                  <a:lnTo>
                    <a:pt x="1884628" y="2379609"/>
                  </a:lnTo>
                  <a:lnTo>
                    <a:pt x="1884815" y="2378869"/>
                  </a:lnTo>
                  <a:lnTo>
                    <a:pt x="1885002" y="2377905"/>
                  </a:lnTo>
                  <a:lnTo>
                    <a:pt x="1885189" y="2376967"/>
                  </a:lnTo>
                  <a:lnTo>
                    <a:pt x="1885376" y="2375983"/>
                  </a:lnTo>
                  <a:lnTo>
                    <a:pt x="1885562" y="2374974"/>
                  </a:lnTo>
                  <a:lnTo>
                    <a:pt x="1885749" y="2373875"/>
                  </a:lnTo>
                  <a:lnTo>
                    <a:pt x="1885936" y="2372746"/>
                  </a:lnTo>
                  <a:lnTo>
                    <a:pt x="1886123" y="2371545"/>
                  </a:lnTo>
                  <a:lnTo>
                    <a:pt x="1886310" y="2370211"/>
                  </a:lnTo>
                  <a:lnTo>
                    <a:pt x="1886497" y="2368909"/>
                  </a:lnTo>
                  <a:lnTo>
                    <a:pt x="1886684" y="2367914"/>
                  </a:lnTo>
                  <a:lnTo>
                    <a:pt x="1886871" y="2367063"/>
                  </a:lnTo>
                  <a:lnTo>
                    <a:pt x="1887058" y="2366368"/>
                  </a:lnTo>
                  <a:lnTo>
                    <a:pt x="1887245" y="2365921"/>
                  </a:lnTo>
                  <a:lnTo>
                    <a:pt x="1887432" y="2365747"/>
                  </a:lnTo>
                  <a:lnTo>
                    <a:pt x="1887619" y="2365808"/>
                  </a:lnTo>
                  <a:lnTo>
                    <a:pt x="1887806" y="2366001"/>
                  </a:lnTo>
                  <a:lnTo>
                    <a:pt x="1887992" y="2366414"/>
                  </a:lnTo>
                  <a:lnTo>
                    <a:pt x="1888179" y="2367098"/>
                  </a:lnTo>
                  <a:lnTo>
                    <a:pt x="1888366" y="2367780"/>
                  </a:lnTo>
                  <a:lnTo>
                    <a:pt x="1888553" y="2368505"/>
                  </a:lnTo>
                  <a:lnTo>
                    <a:pt x="1888740" y="2369251"/>
                  </a:lnTo>
                  <a:lnTo>
                    <a:pt x="1888927" y="2370046"/>
                  </a:lnTo>
                  <a:lnTo>
                    <a:pt x="1889114" y="2370931"/>
                  </a:lnTo>
                  <a:lnTo>
                    <a:pt x="1889301" y="2371816"/>
                  </a:lnTo>
                  <a:lnTo>
                    <a:pt x="1889488" y="2372561"/>
                  </a:lnTo>
                  <a:lnTo>
                    <a:pt x="1889675" y="2373224"/>
                  </a:lnTo>
                  <a:lnTo>
                    <a:pt x="1889862" y="2373804"/>
                  </a:lnTo>
                  <a:lnTo>
                    <a:pt x="1890049" y="2374394"/>
                  </a:lnTo>
                  <a:lnTo>
                    <a:pt x="1890236" y="2374984"/>
                  </a:lnTo>
                  <a:lnTo>
                    <a:pt x="1890422" y="2375469"/>
                  </a:lnTo>
                  <a:lnTo>
                    <a:pt x="1890609" y="2375962"/>
                  </a:lnTo>
                  <a:lnTo>
                    <a:pt x="1890796" y="2376276"/>
                  </a:lnTo>
                  <a:lnTo>
                    <a:pt x="1890983" y="2376457"/>
                  </a:lnTo>
                  <a:lnTo>
                    <a:pt x="1891170" y="2376673"/>
                  </a:lnTo>
                  <a:lnTo>
                    <a:pt x="1891357" y="2376673"/>
                  </a:lnTo>
                  <a:lnTo>
                    <a:pt x="1891544" y="2376673"/>
                  </a:lnTo>
                  <a:lnTo>
                    <a:pt x="1891731" y="2376673"/>
                  </a:lnTo>
                  <a:lnTo>
                    <a:pt x="1891918" y="2376673"/>
                  </a:lnTo>
                  <a:lnTo>
                    <a:pt x="1892105" y="2376673"/>
                  </a:lnTo>
                  <a:lnTo>
                    <a:pt x="1892292" y="2376764"/>
                  </a:lnTo>
                  <a:lnTo>
                    <a:pt x="1892479" y="2376929"/>
                  </a:lnTo>
                  <a:lnTo>
                    <a:pt x="1892665" y="2377094"/>
                  </a:lnTo>
                  <a:lnTo>
                    <a:pt x="1892852" y="2377259"/>
                  </a:lnTo>
                  <a:lnTo>
                    <a:pt x="1893039" y="2377424"/>
                  </a:lnTo>
                  <a:lnTo>
                    <a:pt x="1893226" y="2377589"/>
                  </a:lnTo>
                  <a:lnTo>
                    <a:pt x="1893413" y="2377903"/>
                  </a:lnTo>
                  <a:lnTo>
                    <a:pt x="1893600" y="2378654"/>
                  </a:lnTo>
                  <a:lnTo>
                    <a:pt x="1893787" y="2379504"/>
                  </a:lnTo>
                  <a:lnTo>
                    <a:pt x="1893974" y="2380494"/>
                  </a:lnTo>
                  <a:lnTo>
                    <a:pt x="1894161" y="2381484"/>
                  </a:lnTo>
                  <a:lnTo>
                    <a:pt x="1894348" y="2382474"/>
                  </a:lnTo>
                  <a:lnTo>
                    <a:pt x="1894535" y="2383539"/>
                  </a:lnTo>
                  <a:lnTo>
                    <a:pt x="1894722" y="2384974"/>
                  </a:lnTo>
                  <a:lnTo>
                    <a:pt x="1894909" y="2386534"/>
                  </a:lnTo>
                  <a:lnTo>
                    <a:pt x="1895095" y="2388201"/>
                  </a:lnTo>
                  <a:lnTo>
                    <a:pt x="1895282" y="2389851"/>
                  </a:lnTo>
                  <a:lnTo>
                    <a:pt x="1895469" y="2391370"/>
                  </a:lnTo>
                  <a:lnTo>
                    <a:pt x="1895656" y="2392855"/>
                  </a:lnTo>
                  <a:lnTo>
                    <a:pt x="1895843" y="2394340"/>
                  </a:lnTo>
                  <a:lnTo>
                    <a:pt x="1896030" y="2395867"/>
                  </a:lnTo>
                  <a:lnTo>
                    <a:pt x="1896217" y="2397369"/>
                  </a:lnTo>
                  <a:lnTo>
                    <a:pt x="1896404" y="2397933"/>
                  </a:lnTo>
                  <a:lnTo>
                    <a:pt x="1896591" y="2398370"/>
                  </a:lnTo>
                  <a:lnTo>
                    <a:pt x="1896778" y="2398720"/>
                  </a:lnTo>
                  <a:lnTo>
                    <a:pt x="1896965" y="2398866"/>
                  </a:lnTo>
                  <a:lnTo>
                    <a:pt x="1897152" y="2399135"/>
                  </a:lnTo>
                  <a:lnTo>
                    <a:pt x="1897339" y="2399337"/>
                  </a:lnTo>
                  <a:lnTo>
                    <a:pt x="1897525" y="2399502"/>
                  </a:lnTo>
                  <a:lnTo>
                    <a:pt x="1897712" y="2399721"/>
                  </a:lnTo>
                  <a:lnTo>
                    <a:pt x="1897899" y="2399850"/>
                  </a:lnTo>
                  <a:lnTo>
                    <a:pt x="1898086" y="2400207"/>
                  </a:lnTo>
                  <a:lnTo>
                    <a:pt x="1898273" y="2400823"/>
                  </a:lnTo>
                  <a:lnTo>
                    <a:pt x="1898460" y="2401604"/>
                  </a:lnTo>
                  <a:lnTo>
                    <a:pt x="1898647" y="2402402"/>
                  </a:lnTo>
                  <a:lnTo>
                    <a:pt x="1898834" y="2403171"/>
                  </a:lnTo>
                  <a:lnTo>
                    <a:pt x="1899021" y="2403868"/>
                  </a:lnTo>
                  <a:lnTo>
                    <a:pt x="1899208" y="2404680"/>
                  </a:lnTo>
                  <a:lnTo>
                    <a:pt x="1899395" y="2405506"/>
                  </a:lnTo>
                  <a:lnTo>
                    <a:pt x="1899582" y="2406228"/>
                  </a:lnTo>
                  <a:lnTo>
                    <a:pt x="1899768" y="2407796"/>
                  </a:lnTo>
                  <a:lnTo>
                    <a:pt x="1899955" y="2409174"/>
                  </a:lnTo>
                  <a:lnTo>
                    <a:pt x="1900142" y="2410519"/>
                  </a:lnTo>
                  <a:lnTo>
                    <a:pt x="1900329" y="2411468"/>
                  </a:lnTo>
                  <a:lnTo>
                    <a:pt x="1900516" y="2412128"/>
                  </a:lnTo>
                  <a:lnTo>
                    <a:pt x="1900703" y="2412714"/>
                  </a:lnTo>
                  <a:lnTo>
                    <a:pt x="1900890" y="2412871"/>
                  </a:lnTo>
                  <a:lnTo>
                    <a:pt x="1901077" y="2412590"/>
                  </a:lnTo>
                  <a:lnTo>
                    <a:pt x="1901264" y="2412120"/>
                  </a:lnTo>
                  <a:lnTo>
                    <a:pt x="1901451" y="2411584"/>
                  </a:lnTo>
                  <a:lnTo>
                    <a:pt x="1901638" y="2410923"/>
                  </a:lnTo>
                  <a:lnTo>
                    <a:pt x="1901825" y="2410272"/>
                  </a:lnTo>
                  <a:lnTo>
                    <a:pt x="1902012" y="2409405"/>
                  </a:lnTo>
                  <a:lnTo>
                    <a:pt x="1902198" y="2408250"/>
                  </a:lnTo>
                  <a:lnTo>
                    <a:pt x="1902385" y="2407202"/>
                  </a:lnTo>
                  <a:lnTo>
                    <a:pt x="1902572" y="2405552"/>
                  </a:lnTo>
                  <a:lnTo>
                    <a:pt x="1902759" y="2403728"/>
                  </a:lnTo>
                  <a:lnTo>
                    <a:pt x="1902946" y="2401640"/>
                  </a:lnTo>
                  <a:lnTo>
                    <a:pt x="1903133" y="2399569"/>
                  </a:lnTo>
                  <a:lnTo>
                    <a:pt x="1903320" y="2397531"/>
                  </a:lnTo>
                  <a:lnTo>
                    <a:pt x="1903507" y="2395385"/>
                  </a:lnTo>
                  <a:lnTo>
                    <a:pt x="1903694" y="2392959"/>
                  </a:lnTo>
                  <a:lnTo>
                    <a:pt x="1903881" y="2390624"/>
                  </a:lnTo>
                  <a:lnTo>
                    <a:pt x="1904068" y="2387983"/>
                  </a:lnTo>
                  <a:lnTo>
                    <a:pt x="1904255" y="2385227"/>
                  </a:lnTo>
                  <a:lnTo>
                    <a:pt x="1904441" y="2382455"/>
                  </a:lnTo>
                  <a:lnTo>
                    <a:pt x="1904628" y="2379732"/>
                  </a:lnTo>
                  <a:lnTo>
                    <a:pt x="1904815" y="2377132"/>
                  </a:lnTo>
                  <a:lnTo>
                    <a:pt x="1905002" y="2374863"/>
                  </a:lnTo>
                  <a:lnTo>
                    <a:pt x="1905189" y="2372610"/>
                  </a:lnTo>
                  <a:lnTo>
                    <a:pt x="1905376" y="2370811"/>
                  </a:lnTo>
                  <a:lnTo>
                    <a:pt x="1905563" y="2368889"/>
                  </a:lnTo>
                  <a:lnTo>
                    <a:pt x="1905750" y="2367024"/>
                  </a:lnTo>
                  <a:lnTo>
                    <a:pt x="1905937" y="2365208"/>
                  </a:lnTo>
                  <a:lnTo>
                    <a:pt x="1906124" y="2363451"/>
                  </a:lnTo>
                  <a:lnTo>
                    <a:pt x="1906311" y="2361718"/>
                  </a:lnTo>
                  <a:lnTo>
                    <a:pt x="1906498" y="2360158"/>
                  </a:lnTo>
                  <a:lnTo>
                    <a:pt x="1906685" y="2358574"/>
                  </a:lnTo>
                  <a:lnTo>
                    <a:pt x="1906871" y="2357179"/>
                  </a:lnTo>
                  <a:lnTo>
                    <a:pt x="1907058" y="2355677"/>
                  </a:lnTo>
                  <a:lnTo>
                    <a:pt x="1907245" y="2354761"/>
                  </a:lnTo>
                  <a:lnTo>
                    <a:pt x="1907432" y="2353571"/>
                  </a:lnTo>
                  <a:lnTo>
                    <a:pt x="1907619" y="2352301"/>
                  </a:lnTo>
                  <a:lnTo>
                    <a:pt x="1907806" y="2351103"/>
                  </a:lnTo>
                  <a:lnTo>
                    <a:pt x="1907993" y="2349949"/>
                  </a:lnTo>
                  <a:lnTo>
                    <a:pt x="1908180" y="2348760"/>
                  </a:lnTo>
                  <a:lnTo>
                    <a:pt x="1908367" y="2347715"/>
                  </a:lnTo>
                  <a:lnTo>
                    <a:pt x="1908554" y="2346821"/>
                  </a:lnTo>
                  <a:lnTo>
                    <a:pt x="1908741" y="2345932"/>
                  </a:lnTo>
                  <a:lnTo>
                    <a:pt x="1908928" y="2345068"/>
                  </a:lnTo>
                  <a:lnTo>
                    <a:pt x="1909115" y="2344454"/>
                  </a:lnTo>
                  <a:lnTo>
                    <a:pt x="1909301" y="2344076"/>
                  </a:lnTo>
                  <a:lnTo>
                    <a:pt x="1909488" y="2343842"/>
                  </a:lnTo>
                  <a:lnTo>
                    <a:pt x="1909675" y="2343699"/>
                  </a:lnTo>
                  <a:lnTo>
                    <a:pt x="1909862" y="2343741"/>
                  </a:lnTo>
                  <a:lnTo>
                    <a:pt x="1910049" y="2343776"/>
                  </a:lnTo>
                  <a:lnTo>
                    <a:pt x="1910236" y="2344023"/>
                  </a:lnTo>
                  <a:lnTo>
                    <a:pt x="1910423" y="2344195"/>
                  </a:lnTo>
                  <a:lnTo>
                    <a:pt x="1910610" y="2344277"/>
                  </a:lnTo>
                  <a:lnTo>
                    <a:pt x="1910797" y="2344326"/>
                  </a:lnTo>
                  <a:lnTo>
                    <a:pt x="1910984" y="2344244"/>
                  </a:lnTo>
                  <a:lnTo>
                    <a:pt x="1911171" y="2344393"/>
                  </a:lnTo>
                  <a:lnTo>
                    <a:pt x="1911358" y="2344393"/>
                  </a:lnTo>
                  <a:lnTo>
                    <a:pt x="1911544" y="2344393"/>
                  </a:lnTo>
                  <a:lnTo>
                    <a:pt x="1911731" y="2344211"/>
                  </a:lnTo>
                  <a:lnTo>
                    <a:pt x="1911918" y="2343831"/>
                  </a:lnTo>
                  <a:lnTo>
                    <a:pt x="1912105" y="2343336"/>
                  </a:lnTo>
                  <a:lnTo>
                    <a:pt x="1912292" y="2342841"/>
                  </a:lnTo>
                  <a:lnTo>
                    <a:pt x="1912479" y="2342627"/>
                  </a:lnTo>
                  <a:lnTo>
                    <a:pt x="1912666" y="2342429"/>
                  </a:lnTo>
                  <a:lnTo>
                    <a:pt x="1912853" y="2342264"/>
                  </a:lnTo>
                  <a:lnTo>
                    <a:pt x="1913040" y="2342041"/>
                  </a:lnTo>
                  <a:lnTo>
                    <a:pt x="1913227" y="2341517"/>
                  </a:lnTo>
                  <a:lnTo>
                    <a:pt x="1913414" y="2340981"/>
                  </a:lnTo>
                  <a:lnTo>
                    <a:pt x="1913601" y="2340413"/>
                  </a:lnTo>
                  <a:lnTo>
                    <a:pt x="1913788" y="2339684"/>
                  </a:lnTo>
                  <a:lnTo>
                    <a:pt x="1913974" y="2338778"/>
                  </a:lnTo>
                  <a:lnTo>
                    <a:pt x="1914161" y="2338159"/>
                  </a:lnTo>
                  <a:lnTo>
                    <a:pt x="1914348" y="2337569"/>
                  </a:lnTo>
                  <a:lnTo>
                    <a:pt x="1914535" y="2337233"/>
                  </a:lnTo>
                  <a:lnTo>
                    <a:pt x="1914722" y="2336782"/>
                  </a:lnTo>
                  <a:lnTo>
                    <a:pt x="1914909" y="2336289"/>
                  </a:lnTo>
                  <a:lnTo>
                    <a:pt x="1915096" y="2335639"/>
                  </a:lnTo>
                  <a:lnTo>
                    <a:pt x="1915283" y="2334777"/>
                  </a:lnTo>
                  <a:lnTo>
                    <a:pt x="1915470" y="2333919"/>
                  </a:lnTo>
                  <a:lnTo>
                    <a:pt x="1915657" y="2333186"/>
                  </a:lnTo>
                  <a:lnTo>
                    <a:pt x="1915844" y="2332444"/>
                  </a:lnTo>
                  <a:lnTo>
                    <a:pt x="1916031" y="2331717"/>
                  </a:lnTo>
                  <a:lnTo>
                    <a:pt x="1916218" y="2330860"/>
                  </a:lnTo>
                  <a:lnTo>
                    <a:pt x="1916404" y="2330364"/>
                  </a:lnTo>
                  <a:lnTo>
                    <a:pt x="1916591" y="2330018"/>
                  </a:lnTo>
                  <a:lnTo>
                    <a:pt x="1916778" y="2329878"/>
                  </a:lnTo>
                  <a:lnTo>
                    <a:pt x="1916965" y="2329605"/>
                  </a:lnTo>
                  <a:lnTo>
                    <a:pt x="1917152" y="2329407"/>
                  </a:lnTo>
                  <a:lnTo>
                    <a:pt x="1917339" y="2329077"/>
                  </a:lnTo>
                  <a:lnTo>
                    <a:pt x="1917526" y="2328871"/>
                  </a:lnTo>
                  <a:lnTo>
                    <a:pt x="1917713" y="2328706"/>
                  </a:lnTo>
                  <a:lnTo>
                    <a:pt x="1917900" y="2328764"/>
                  </a:lnTo>
                  <a:lnTo>
                    <a:pt x="1918087" y="2328619"/>
                  </a:lnTo>
                  <a:lnTo>
                    <a:pt x="1918274" y="2328680"/>
                  </a:lnTo>
                  <a:lnTo>
                    <a:pt x="1918461" y="2328901"/>
                  </a:lnTo>
                  <a:lnTo>
                    <a:pt x="1918647" y="2328943"/>
                  </a:lnTo>
                  <a:lnTo>
                    <a:pt x="1918834" y="2329113"/>
                  </a:lnTo>
                  <a:lnTo>
                    <a:pt x="1919021" y="2329454"/>
                  </a:lnTo>
                  <a:lnTo>
                    <a:pt x="1919208" y="2329803"/>
                  </a:lnTo>
                  <a:lnTo>
                    <a:pt x="1919395" y="2330152"/>
                  </a:lnTo>
                  <a:lnTo>
                    <a:pt x="1919582" y="2330411"/>
                  </a:lnTo>
                  <a:lnTo>
                    <a:pt x="1919769" y="2330520"/>
                  </a:lnTo>
                  <a:lnTo>
                    <a:pt x="1919956" y="2330505"/>
                  </a:lnTo>
                  <a:lnTo>
                    <a:pt x="1920143" y="2330333"/>
                  </a:lnTo>
                  <a:lnTo>
                    <a:pt x="1920330" y="2330160"/>
                  </a:lnTo>
                  <a:lnTo>
                    <a:pt x="1920517" y="2329988"/>
                  </a:lnTo>
                  <a:lnTo>
                    <a:pt x="1920704" y="2329728"/>
                  </a:lnTo>
                  <a:lnTo>
                    <a:pt x="1920891" y="2329260"/>
                  </a:lnTo>
                  <a:lnTo>
                    <a:pt x="1921077" y="2328645"/>
                  </a:lnTo>
                  <a:lnTo>
                    <a:pt x="1921264" y="2327873"/>
                  </a:lnTo>
                  <a:lnTo>
                    <a:pt x="1921451" y="2327013"/>
                  </a:lnTo>
                  <a:lnTo>
                    <a:pt x="1921638" y="2326052"/>
                  </a:lnTo>
                  <a:lnTo>
                    <a:pt x="1921825" y="2325325"/>
                  </a:lnTo>
                  <a:lnTo>
                    <a:pt x="1922012" y="2324815"/>
                  </a:lnTo>
                  <a:lnTo>
                    <a:pt x="1922199" y="2324491"/>
                  </a:lnTo>
                  <a:lnTo>
                    <a:pt x="1922386" y="2324299"/>
                  </a:lnTo>
                  <a:lnTo>
                    <a:pt x="1922573" y="2324263"/>
                  </a:lnTo>
                  <a:lnTo>
                    <a:pt x="1922760" y="2324266"/>
                  </a:lnTo>
                  <a:lnTo>
                    <a:pt x="1922947" y="2324433"/>
                  </a:lnTo>
                  <a:lnTo>
                    <a:pt x="1923134" y="2324542"/>
                  </a:lnTo>
                  <a:lnTo>
                    <a:pt x="1923320" y="2324573"/>
                  </a:lnTo>
                  <a:lnTo>
                    <a:pt x="1923507" y="2324669"/>
                  </a:lnTo>
                  <a:lnTo>
                    <a:pt x="1923694" y="2325012"/>
                  </a:lnTo>
                  <a:lnTo>
                    <a:pt x="1923881" y="2325349"/>
                  </a:lnTo>
                  <a:lnTo>
                    <a:pt x="1924068" y="2325700"/>
                  </a:lnTo>
                  <a:lnTo>
                    <a:pt x="1924255" y="2326337"/>
                  </a:lnTo>
                  <a:lnTo>
                    <a:pt x="1924442" y="2327031"/>
                  </a:lnTo>
                  <a:lnTo>
                    <a:pt x="1924629" y="2327478"/>
                  </a:lnTo>
                  <a:lnTo>
                    <a:pt x="1924816" y="2327562"/>
                  </a:lnTo>
                  <a:lnTo>
                    <a:pt x="1925003" y="2327336"/>
                  </a:lnTo>
                  <a:lnTo>
                    <a:pt x="1925190" y="2326838"/>
                  </a:lnTo>
                  <a:lnTo>
                    <a:pt x="1925377" y="2326029"/>
                  </a:lnTo>
                  <a:lnTo>
                    <a:pt x="1925564" y="2325121"/>
                  </a:lnTo>
                  <a:lnTo>
                    <a:pt x="1925750" y="2324291"/>
                  </a:lnTo>
                  <a:lnTo>
                    <a:pt x="1925937" y="2323508"/>
                  </a:lnTo>
                  <a:lnTo>
                    <a:pt x="1926124" y="2322705"/>
                  </a:lnTo>
                  <a:lnTo>
                    <a:pt x="1926311" y="2321910"/>
                  </a:lnTo>
                  <a:lnTo>
                    <a:pt x="1926498" y="2321024"/>
                  </a:lnTo>
                  <a:lnTo>
                    <a:pt x="1926685" y="2319949"/>
                  </a:lnTo>
                  <a:lnTo>
                    <a:pt x="1926872" y="2318874"/>
                  </a:lnTo>
                  <a:lnTo>
                    <a:pt x="1927059" y="2317799"/>
                  </a:lnTo>
                  <a:lnTo>
                    <a:pt x="1927246" y="2316691"/>
                  </a:lnTo>
                  <a:lnTo>
                    <a:pt x="1927433" y="2315441"/>
                  </a:lnTo>
                  <a:lnTo>
                    <a:pt x="1927620" y="2314282"/>
                  </a:lnTo>
                  <a:lnTo>
                    <a:pt x="1927807" y="2313301"/>
                  </a:lnTo>
                  <a:lnTo>
                    <a:pt x="1927994" y="2312453"/>
                  </a:lnTo>
                  <a:lnTo>
                    <a:pt x="1928180" y="2311810"/>
                  </a:lnTo>
                  <a:lnTo>
                    <a:pt x="1928367" y="2311191"/>
                  </a:lnTo>
                  <a:lnTo>
                    <a:pt x="1928554" y="2310414"/>
                  </a:lnTo>
                  <a:lnTo>
                    <a:pt x="1928741" y="2309811"/>
                  </a:lnTo>
                  <a:lnTo>
                    <a:pt x="1928928" y="2309316"/>
                  </a:lnTo>
                  <a:lnTo>
                    <a:pt x="1929115" y="2308821"/>
                  </a:lnTo>
                  <a:lnTo>
                    <a:pt x="1929302" y="2308326"/>
                  </a:lnTo>
                  <a:lnTo>
                    <a:pt x="1929489" y="2307996"/>
                  </a:lnTo>
                  <a:lnTo>
                    <a:pt x="1929676" y="2307666"/>
                  </a:lnTo>
                  <a:lnTo>
                    <a:pt x="1929863" y="2307336"/>
                  </a:lnTo>
                  <a:lnTo>
                    <a:pt x="1930050" y="2307039"/>
                  </a:lnTo>
                  <a:lnTo>
                    <a:pt x="1930237" y="2306874"/>
                  </a:lnTo>
                  <a:lnTo>
                    <a:pt x="1930423" y="2306709"/>
                  </a:lnTo>
                  <a:lnTo>
                    <a:pt x="1930610" y="2306544"/>
                  </a:lnTo>
                  <a:lnTo>
                    <a:pt x="1930797" y="2306329"/>
                  </a:lnTo>
                  <a:lnTo>
                    <a:pt x="1930984" y="2305933"/>
                  </a:lnTo>
                  <a:lnTo>
                    <a:pt x="1931171" y="2305339"/>
                  </a:lnTo>
                  <a:lnTo>
                    <a:pt x="1931358" y="2304745"/>
                  </a:lnTo>
                  <a:lnTo>
                    <a:pt x="1931545" y="2304250"/>
                  </a:lnTo>
                  <a:lnTo>
                    <a:pt x="1931732" y="2303755"/>
                  </a:lnTo>
                  <a:lnTo>
                    <a:pt x="1931919" y="2303144"/>
                  </a:lnTo>
                  <a:lnTo>
                    <a:pt x="1932106" y="2302335"/>
                  </a:lnTo>
                  <a:lnTo>
                    <a:pt x="1932293" y="2301839"/>
                  </a:lnTo>
                  <a:lnTo>
                    <a:pt x="1932480" y="2301300"/>
                  </a:lnTo>
                  <a:lnTo>
                    <a:pt x="1932667" y="2300628"/>
                  </a:lnTo>
                  <a:lnTo>
                    <a:pt x="1932853" y="2300013"/>
                  </a:lnTo>
                  <a:lnTo>
                    <a:pt x="1933040" y="2299365"/>
                  </a:lnTo>
                  <a:lnTo>
                    <a:pt x="1933227" y="2298716"/>
                  </a:lnTo>
                  <a:lnTo>
                    <a:pt x="1933414" y="2298008"/>
                  </a:lnTo>
                  <a:lnTo>
                    <a:pt x="1933601" y="2297276"/>
                  </a:lnTo>
                  <a:lnTo>
                    <a:pt x="1933788" y="2296676"/>
                  </a:lnTo>
                  <a:lnTo>
                    <a:pt x="1933975" y="2296220"/>
                  </a:lnTo>
                  <a:lnTo>
                    <a:pt x="1934162" y="2295710"/>
                  </a:lnTo>
                  <a:lnTo>
                    <a:pt x="1934349" y="2295480"/>
                  </a:lnTo>
                  <a:lnTo>
                    <a:pt x="1934536" y="2295306"/>
                  </a:lnTo>
                  <a:lnTo>
                    <a:pt x="1934723" y="2295328"/>
                  </a:lnTo>
                  <a:lnTo>
                    <a:pt x="1934910" y="2295403"/>
                  </a:lnTo>
                  <a:lnTo>
                    <a:pt x="1935096" y="2295567"/>
                  </a:lnTo>
                  <a:lnTo>
                    <a:pt x="1935283" y="2295775"/>
                  </a:lnTo>
                  <a:lnTo>
                    <a:pt x="1935470" y="2296143"/>
                  </a:lnTo>
                  <a:lnTo>
                    <a:pt x="1935657" y="2296380"/>
                  </a:lnTo>
                  <a:lnTo>
                    <a:pt x="1935844" y="2296543"/>
                  </a:lnTo>
                  <a:lnTo>
                    <a:pt x="1936031" y="2296652"/>
                  </a:lnTo>
                  <a:lnTo>
                    <a:pt x="1936218" y="2296754"/>
                  </a:lnTo>
                  <a:lnTo>
                    <a:pt x="1936405" y="2296917"/>
                  </a:lnTo>
                  <a:lnTo>
                    <a:pt x="1936592" y="2297080"/>
                  </a:lnTo>
                  <a:lnTo>
                    <a:pt x="1936779" y="2297200"/>
                  </a:lnTo>
                  <a:lnTo>
                    <a:pt x="1936966" y="2297510"/>
                  </a:lnTo>
                  <a:lnTo>
                    <a:pt x="1937153" y="2297439"/>
                  </a:lnTo>
                  <a:lnTo>
                    <a:pt x="1937340" y="2297195"/>
                  </a:lnTo>
                  <a:lnTo>
                    <a:pt x="1937526" y="2296818"/>
                  </a:lnTo>
                  <a:lnTo>
                    <a:pt x="1937713" y="2296604"/>
                  </a:lnTo>
                  <a:lnTo>
                    <a:pt x="1937900" y="2296482"/>
                  </a:lnTo>
                  <a:lnTo>
                    <a:pt x="1938087" y="2296251"/>
                  </a:lnTo>
                  <a:lnTo>
                    <a:pt x="1938274" y="2296032"/>
                  </a:lnTo>
                  <a:lnTo>
                    <a:pt x="1938461" y="2296146"/>
                  </a:lnTo>
                  <a:lnTo>
                    <a:pt x="1938648" y="2295981"/>
                  </a:lnTo>
                  <a:lnTo>
                    <a:pt x="1938835" y="2295832"/>
                  </a:lnTo>
                  <a:lnTo>
                    <a:pt x="1939022" y="2295832"/>
                  </a:lnTo>
                  <a:lnTo>
                    <a:pt x="1939209" y="2295832"/>
                  </a:lnTo>
                  <a:lnTo>
                    <a:pt x="1939396" y="2296038"/>
                  </a:lnTo>
                  <a:lnTo>
                    <a:pt x="1939583" y="2296740"/>
                  </a:lnTo>
                  <a:lnTo>
                    <a:pt x="1939770" y="2297466"/>
                  </a:lnTo>
                  <a:lnTo>
                    <a:pt x="1939956" y="2299091"/>
                  </a:lnTo>
                  <a:lnTo>
                    <a:pt x="1940143" y="2301047"/>
                  </a:lnTo>
                  <a:lnTo>
                    <a:pt x="1940330" y="2303300"/>
                  </a:lnTo>
                  <a:lnTo>
                    <a:pt x="1940517" y="2305536"/>
                  </a:lnTo>
                  <a:lnTo>
                    <a:pt x="1940704" y="2307739"/>
                  </a:lnTo>
                  <a:lnTo>
                    <a:pt x="1940891" y="2310198"/>
                  </a:lnTo>
                  <a:lnTo>
                    <a:pt x="1941078" y="2312955"/>
                  </a:lnTo>
                  <a:lnTo>
                    <a:pt x="1941265" y="2315620"/>
                  </a:lnTo>
                  <a:lnTo>
                    <a:pt x="1941452" y="2318591"/>
                  </a:lnTo>
                  <a:lnTo>
                    <a:pt x="1941639" y="2321776"/>
                  </a:lnTo>
                  <a:lnTo>
                    <a:pt x="1941826" y="2325044"/>
                  </a:lnTo>
                  <a:lnTo>
                    <a:pt x="1942013" y="2328344"/>
                  </a:lnTo>
                  <a:lnTo>
                    <a:pt x="1942199" y="2331439"/>
                  </a:lnTo>
                  <a:lnTo>
                    <a:pt x="1942386" y="2334112"/>
                  </a:lnTo>
                  <a:lnTo>
                    <a:pt x="1942573" y="2336687"/>
                  </a:lnTo>
                  <a:lnTo>
                    <a:pt x="1942760" y="2338651"/>
                  </a:lnTo>
                  <a:lnTo>
                    <a:pt x="1942947" y="2340739"/>
                  </a:lnTo>
                  <a:lnTo>
                    <a:pt x="1943134" y="2342768"/>
                  </a:lnTo>
                  <a:lnTo>
                    <a:pt x="1943321" y="2344749"/>
                  </a:lnTo>
                  <a:lnTo>
                    <a:pt x="1943508" y="2346672"/>
                  </a:lnTo>
                  <a:lnTo>
                    <a:pt x="1943695" y="2348570"/>
                  </a:lnTo>
                  <a:lnTo>
                    <a:pt x="1943882" y="2350294"/>
                  </a:lnTo>
                  <a:lnTo>
                    <a:pt x="1944069" y="2352044"/>
                  </a:lnTo>
                  <a:lnTo>
                    <a:pt x="1944256" y="2353603"/>
                  </a:lnTo>
                  <a:lnTo>
                    <a:pt x="1944443" y="2355270"/>
                  </a:lnTo>
                  <a:lnTo>
                    <a:pt x="1944629" y="2356351"/>
                  </a:lnTo>
                  <a:lnTo>
                    <a:pt x="1944816" y="2357591"/>
                  </a:lnTo>
                  <a:lnTo>
                    <a:pt x="1945003" y="2358861"/>
                  </a:lnTo>
                  <a:lnTo>
                    <a:pt x="1945190" y="2360224"/>
                  </a:lnTo>
                  <a:lnTo>
                    <a:pt x="1945377" y="2361543"/>
                  </a:lnTo>
                  <a:lnTo>
                    <a:pt x="1945564" y="2362897"/>
                  </a:lnTo>
                  <a:lnTo>
                    <a:pt x="1945751" y="2364107"/>
                  </a:lnTo>
                  <a:lnTo>
                    <a:pt x="1945938" y="2365076"/>
                  </a:lnTo>
                  <a:lnTo>
                    <a:pt x="1946125" y="2365964"/>
                  </a:lnTo>
                  <a:lnTo>
                    <a:pt x="1946312" y="2366853"/>
                  </a:lnTo>
                  <a:lnTo>
                    <a:pt x="1946499" y="2367681"/>
                  </a:lnTo>
                  <a:lnTo>
                    <a:pt x="1946686" y="2368390"/>
                  </a:lnTo>
                  <a:lnTo>
                    <a:pt x="1946873" y="2368953"/>
                  </a:lnTo>
                  <a:lnTo>
                    <a:pt x="1947059" y="2369394"/>
                  </a:lnTo>
                  <a:lnTo>
                    <a:pt x="1947246" y="2369517"/>
                  </a:lnTo>
                  <a:lnTo>
                    <a:pt x="1947433" y="2369630"/>
                  </a:lnTo>
                  <a:lnTo>
                    <a:pt x="1947620" y="2369384"/>
                  </a:lnTo>
                  <a:lnTo>
                    <a:pt x="1947807" y="2369211"/>
                  </a:lnTo>
                  <a:lnTo>
                    <a:pt x="1947994" y="2368965"/>
                  </a:lnTo>
                  <a:lnTo>
                    <a:pt x="1948181" y="2368750"/>
                  </a:lnTo>
                  <a:lnTo>
                    <a:pt x="1948368" y="2368684"/>
                  </a:lnTo>
                  <a:lnTo>
                    <a:pt x="1948555" y="2368445"/>
                  </a:lnTo>
                  <a:lnTo>
                    <a:pt x="1948742" y="2368238"/>
                  </a:lnTo>
                  <a:lnTo>
                    <a:pt x="1948929" y="2368073"/>
                  </a:lnTo>
                  <a:lnTo>
                    <a:pt x="1949116" y="2368065"/>
                  </a:lnTo>
                  <a:lnTo>
                    <a:pt x="1949302" y="2368065"/>
                  </a:lnTo>
                  <a:lnTo>
                    <a:pt x="1949489" y="2368065"/>
                  </a:lnTo>
                  <a:lnTo>
                    <a:pt x="1949676" y="2368065"/>
                  </a:lnTo>
                  <a:lnTo>
                    <a:pt x="1949863" y="2368098"/>
                  </a:lnTo>
                  <a:lnTo>
                    <a:pt x="1950050" y="2368205"/>
                  </a:lnTo>
                  <a:lnTo>
                    <a:pt x="1950237" y="2367908"/>
                  </a:lnTo>
                  <a:lnTo>
                    <a:pt x="1950424" y="2367751"/>
                  </a:lnTo>
                  <a:lnTo>
                    <a:pt x="1950611" y="2367446"/>
                  </a:lnTo>
                  <a:lnTo>
                    <a:pt x="1950798" y="2367116"/>
                  </a:lnTo>
                  <a:lnTo>
                    <a:pt x="1950985" y="2366786"/>
                  </a:lnTo>
                  <a:lnTo>
                    <a:pt x="1951172" y="2366604"/>
                  </a:lnTo>
                  <a:lnTo>
                    <a:pt x="1951359" y="2366679"/>
                  </a:lnTo>
                  <a:lnTo>
                    <a:pt x="1951546" y="2366769"/>
                  </a:lnTo>
                  <a:lnTo>
                    <a:pt x="1951732" y="2366629"/>
                  </a:lnTo>
                  <a:lnTo>
                    <a:pt x="1951919" y="2366151"/>
                  </a:lnTo>
                  <a:lnTo>
                    <a:pt x="1952106" y="2365779"/>
                  </a:lnTo>
                  <a:lnTo>
                    <a:pt x="1952293" y="2365449"/>
                  </a:lnTo>
                  <a:lnTo>
                    <a:pt x="1952480" y="2365276"/>
                  </a:lnTo>
                  <a:lnTo>
                    <a:pt x="1952667" y="2365111"/>
                  </a:lnTo>
                  <a:lnTo>
                    <a:pt x="1952854" y="2364995"/>
                  </a:lnTo>
                  <a:lnTo>
                    <a:pt x="1953041" y="2365144"/>
                  </a:lnTo>
                  <a:lnTo>
                    <a:pt x="1953228" y="2365367"/>
                  </a:lnTo>
                  <a:lnTo>
                    <a:pt x="1953415" y="2365697"/>
                  </a:lnTo>
                  <a:lnTo>
                    <a:pt x="1953602" y="2366019"/>
                  </a:lnTo>
                  <a:lnTo>
                    <a:pt x="1953789" y="2366200"/>
                  </a:lnTo>
                  <a:lnTo>
                    <a:pt x="1953975" y="2366217"/>
                  </a:lnTo>
                  <a:lnTo>
                    <a:pt x="1954162" y="2366052"/>
                  </a:lnTo>
                  <a:lnTo>
                    <a:pt x="1954349" y="2365928"/>
                  </a:lnTo>
                  <a:lnTo>
                    <a:pt x="1954536" y="2366068"/>
                  </a:lnTo>
                  <a:lnTo>
                    <a:pt x="1954723" y="2366390"/>
                  </a:lnTo>
                  <a:lnTo>
                    <a:pt x="1954910" y="2366596"/>
                  </a:lnTo>
                  <a:lnTo>
                    <a:pt x="1955097" y="2366761"/>
                  </a:lnTo>
                  <a:lnTo>
                    <a:pt x="1955284" y="2366728"/>
                  </a:lnTo>
                  <a:lnTo>
                    <a:pt x="1955471" y="2366555"/>
                  </a:lnTo>
                  <a:lnTo>
                    <a:pt x="1955658" y="2366225"/>
                  </a:lnTo>
                  <a:lnTo>
                    <a:pt x="1955845" y="2365895"/>
                  </a:lnTo>
                  <a:lnTo>
                    <a:pt x="1956032" y="2365499"/>
                  </a:lnTo>
                  <a:lnTo>
                    <a:pt x="1956219" y="2365004"/>
                  </a:lnTo>
                  <a:lnTo>
                    <a:pt x="1956405" y="2364517"/>
                  </a:lnTo>
                  <a:lnTo>
                    <a:pt x="1956592" y="2364079"/>
                  </a:lnTo>
                  <a:lnTo>
                    <a:pt x="1956779" y="2363584"/>
                  </a:lnTo>
                  <a:lnTo>
                    <a:pt x="1956966" y="2362982"/>
                  </a:lnTo>
                  <a:lnTo>
                    <a:pt x="1957153" y="2362272"/>
                  </a:lnTo>
                  <a:lnTo>
                    <a:pt x="1957340" y="2361620"/>
                  </a:lnTo>
                  <a:lnTo>
                    <a:pt x="1957527" y="2361125"/>
                  </a:lnTo>
                  <a:lnTo>
                    <a:pt x="1957714" y="2360630"/>
                  </a:lnTo>
                  <a:lnTo>
                    <a:pt x="1957901" y="2360135"/>
                  </a:lnTo>
                  <a:lnTo>
                    <a:pt x="1958088" y="2359731"/>
                  </a:lnTo>
                  <a:lnTo>
                    <a:pt x="1958275" y="2359557"/>
                  </a:lnTo>
                  <a:lnTo>
                    <a:pt x="1958462" y="2359392"/>
                  </a:lnTo>
                  <a:lnTo>
                    <a:pt x="1958649" y="2359409"/>
                  </a:lnTo>
                  <a:lnTo>
                    <a:pt x="1958835" y="2359755"/>
                  </a:lnTo>
                  <a:lnTo>
                    <a:pt x="1959022" y="2360085"/>
                  </a:lnTo>
                  <a:lnTo>
                    <a:pt x="1959209" y="2360416"/>
                  </a:lnTo>
                  <a:lnTo>
                    <a:pt x="1959396" y="2360836"/>
                  </a:lnTo>
                  <a:lnTo>
                    <a:pt x="1959583" y="2361331"/>
                  </a:lnTo>
                  <a:lnTo>
                    <a:pt x="1959770" y="2361917"/>
                  </a:lnTo>
                  <a:lnTo>
                    <a:pt x="1959957" y="2362421"/>
                  </a:lnTo>
                  <a:lnTo>
                    <a:pt x="1960144" y="2362858"/>
                  </a:lnTo>
                  <a:lnTo>
                    <a:pt x="1960331" y="2362932"/>
                  </a:lnTo>
                  <a:lnTo>
                    <a:pt x="1960518" y="2362965"/>
                  </a:lnTo>
                  <a:lnTo>
                    <a:pt x="1960705" y="2363073"/>
                  </a:lnTo>
                  <a:lnTo>
                    <a:pt x="1960892" y="2362982"/>
                  </a:lnTo>
                  <a:lnTo>
                    <a:pt x="1961078" y="2362668"/>
                  </a:lnTo>
                  <a:lnTo>
                    <a:pt x="1961265" y="2362503"/>
                  </a:lnTo>
                  <a:lnTo>
                    <a:pt x="1961452" y="2362157"/>
                  </a:lnTo>
                  <a:lnTo>
                    <a:pt x="1961639" y="2361331"/>
                  </a:lnTo>
                  <a:lnTo>
                    <a:pt x="1961826" y="2360506"/>
                  </a:lnTo>
                  <a:lnTo>
                    <a:pt x="1962013" y="2360104"/>
                  </a:lnTo>
                  <a:lnTo>
                    <a:pt x="1962200" y="2359599"/>
                  </a:lnTo>
                  <a:lnTo>
                    <a:pt x="1962387" y="2359119"/>
                  </a:lnTo>
                  <a:lnTo>
                    <a:pt x="1962574" y="2358637"/>
                  </a:lnTo>
                  <a:lnTo>
                    <a:pt x="1962761" y="2358089"/>
                  </a:lnTo>
                  <a:lnTo>
                    <a:pt x="1962948" y="2357425"/>
                  </a:lnTo>
                  <a:lnTo>
                    <a:pt x="1963135" y="2356853"/>
                  </a:lnTo>
                  <a:lnTo>
                    <a:pt x="1963322" y="2356280"/>
                  </a:lnTo>
                  <a:lnTo>
                    <a:pt x="1963508" y="2355605"/>
                  </a:lnTo>
                  <a:lnTo>
                    <a:pt x="1963695" y="2354800"/>
                  </a:lnTo>
                  <a:lnTo>
                    <a:pt x="1963882" y="2353917"/>
                  </a:lnTo>
                  <a:lnTo>
                    <a:pt x="1964069" y="2353163"/>
                  </a:lnTo>
                  <a:lnTo>
                    <a:pt x="1964256" y="2352397"/>
                  </a:lnTo>
                  <a:lnTo>
                    <a:pt x="1964443" y="2351630"/>
                  </a:lnTo>
                  <a:lnTo>
                    <a:pt x="1964630" y="2350789"/>
                  </a:lnTo>
                  <a:lnTo>
                    <a:pt x="1964817" y="2350016"/>
                  </a:lnTo>
                  <a:lnTo>
                    <a:pt x="1965004" y="2349325"/>
                  </a:lnTo>
                  <a:lnTo>
                    <a:pt x="1965191" y="2348523"/>
                  </a:lnTo>
                  <a:lnTo>
                    <a:pt x="1965378" y="2347678"/>
                  </a:lnTo>
                  <a:lnTo>
                    <a:pt x="1965565" y="2346325"/>
                  </a:lnTo>
                  <a:lnTo>
                    <a:pt x="1965752" y="2345037"/>
                  </a:lnTo>
                  <a:lnTo>
                    <a:pt x="1965938" y="2343783"/>
                  </a:lnTo>
                  <a:lnTo>
                    <a:pt x="1966125" y="2342636"/>
                  </a:lnTo>
                  <a:lnTo>
                    <a:pt x="1966312" y="2341473"/>
                  </a:lnTo>
                  <a:lnTo>
                    <a:pt x="1966499" y="2340532"/>
                  </a:lnTo>
                  <a:lnTo>
                    <a:pt x="1966686" y="2339822"/>
                  </a:lnTo>
                  <a:lnTo>
                    <a:pt x="1966873" y="2338997"/>
                  </a:lnTo>
                  <a:lnTo>
                    <a:pt x="1967060" y="2338188"/>
                  </a:lnTo>
                  <a:lnTo>
                    <a:pt x="1967247" y="2337528"/>
                  </a:lnTo>
                  <a:lnTo>
                    <a:pt x="1967434" y="2337000"/>
                  </a:lnTo>
                  <a:lnTo>
                    <a:pt x="1967621" y="2336464"/>
                  </a:lnTo>
                  <a:lnTo>
                    <a:pt x="1967808" y="2336018"/>
                  </a:lnTo>
                  <a:lnTo>
                    <a:pt x="1967995" y="2335688"/>
                  </a:lnTo>
                  <a:lnTo>
                    <a:pt x="1968181" y="2335432"/>
                  </a:lnTo>
                  <a:lnTo>
                    <a:pt x="1968368" y="2335333"/>
                  </a:lnTo>
                  <a:lnTo>
                    <a:pt x="1968555" y="2335490"/>
                  </a:lnTo>
                  <a:lnTo>
                    <a:pt x="1968742" y="2335754"/>
                  </a:lnTo>
                  <a:lnTo>
                    <a:pt x="1968929" y="2335919"/>
                  </a:lnTo>
                  <a:lnTo>
                    <a:pt x="1969116" y="2336059"/>
                  </a:lnTo>
                  <a:lnTo>
                    <a:pt x="1969303" y="2336026"/>
                  </a:lnTo>
                  <a:lnTo>
                    <a:pt x="1969490" y="2336010"/>
                  </a:lnTo>
                  <a:lnTo>
                    <a:pt x="1969677" y="2335681"/>
                  </a:lnTo>
                  <a:lnTo>
                    <a:pt x="1969864" y="2335395"/>
                  </a:lnTo>
                  <a:lnTo>
                    <a:pt x="1970051" y="2335242"/>
                  </a:lnTo>
                  <a:lnTo>
                    <a:pt x="1970238" y="2335164"/>
                  </a:lnTo>
                  <a:lnTo>
                    <a:pt x="1970425" y="2335135"/>
                  </a:lnTo>
                  <a:lnTo>
                    <a:pt x="1970611" y="2334859"/>
                  </a:lnTo>
                  <a:lnTo>
                    <a:pt x="1970798" y="2334462"/>
                  </a:lnTo>
                  <a:lnTo>
                    <a:pt x="1970985" y="2334055"/>
                  </a:lnTo>
                  <a:lnTo>
                    <a:pt x="1971172" y="2333665"/>
                  </a:lnTo>
                  <a:lnTo>
                    <a:pt x="1971359" y="2333130"/>
                  </a:lnTo>
                  <a:lnTo>
                    <a:pt x="1971546" y="2332650"/>
                  </a:lnTo>
                  <a:lnTo>
                    <a:pt x="1971733" y="2332188"/>
                  </a:lnTo>
                  <a:lnTo>
                    <a:pt x="1971920" y="2331833"/>
                  </a:lnTo>
                  <a:lnTo>
                    <a:pt x="1972107" y="2331795"/>
                  </a:lnTo>
                  <a:lnTo>
                    <a:pt x="1972294" y="2331785"/>
                  </a:lnTo>
                  <a:lnTo>
                    <a:pt x="1972481" y="2331621"/>
                  </a:lnTo>
                  <a:lnTo>
                    <a:pt x="1972668" y="2331414"/>
                  </a:lnTo>
                  <a:lnTo>
                    <a:pt x="1972854" y="2331046"/>
                  </a:lnTo>
                  <a:lnTo>
                    <a:pt x="1973041" y="2330677"/>
                  </a:lnTo>
                  <a:lnTo>
                    <a:pt x="1973228" y="2330283"/>
                  </a:lnTo>
                  <a:lnTo>
                    <a:pt x="1973415" y="2330108"/>
                  </a:lnTo>
                  <a:lnTo>
                    <a:pt x="1973602" y="2330013"/>
                  </a:lnTo>
                  <a:lnTo>
                    <a:pt x="1973789" y="2329809"/>
                  </a:lnTo>
                  <a:lnTo>
                    <a:pt x="1973976" y="2329481"/>
                  </a:lnTo>
                  <a:lnTo>
                    <a:pt x="1974163" y="2329238"/>
                  </a:lnTo>
                  <a:lnTo>
                    <a:pt x="1974350" y="2328829"/>
                  </a:lnTo>
                  <a:lnTo>
                    <a:pt x="1974537" y="2328438"/>
                  </a:lnTo>
                  <a:lnTo>
                    <a:pt x="1974724" y="2328162"/>
                  </a:lnTo>
                  <a:lnTo>
                    <a:pt x="1974911" y="2327879"/>
                  </a:lnTo>
                  <a:lnTo>
                    <a:pt x="1975098" y="2327473"/>
                  </a:lnTo>
                  <a:lnTo>
                    <a:pt x="1975284" y="2327101"/>
                  </a:lnTo>
                  <a:lnTo>
                    <a:pt x="1975471" y="2326836"/>
                  </a:lnTo>
                  <a:lnTo>
                    <a:pt x="1975658" y="2326618"/>
                  </a:lnTo>
                  <a:lnTo>
                    <a:pt x="1975845" y="2326331"/>
                  </a:lnTo>
                  <a:lnTo>
                    <a:pt x="1976032" y="2326414"/>
                  </a:lnTo>
                  <a:lnTo>
                    <a:pt x="1976219" y="2326604"/>
                  </a:lnTo>
                  <a:lnTo>
                    <a:pt x="1976406" y="2326876"/>
                  </a:lnTo>
                  <a:lnTo>
                    <a:pt x="1976593" y="2327247"/>
                  </a:lnTo>
                  <a:lnTo>
                    <a:pt x="1976780" y="2327742"/>
                  </a:lnTo>
                  <a:lnTo>
                    <a:pt x="1976967" y="2328122"/>
                  </a:lnTo>
                  <a:lnTo>
                    <a:pt x="1977154" y="2328551"/>
                  </a:lnTo>
                  <a:lnTo>
                    <a:pt x="1977341" y="2328906"/>
                  </a:lnTo>
                  <a:lnTo>
                    <a:pt x="1977528" y="2329104"/>
                  </a:lnTo>
                  <a:lnTo>
                    <a:pt x="1977714" y="2329269"/>
                  </a:lnTo>
                  <a:lnTo>
                    <a:pt x="1977901" y="2329566"/>
                  </a:lnTo>
                  <a:lnTo>
                    <a:pt x="1978088" y="2329896"/>
                  </a:lnTo>
                  <a:lnTo>
                    <a:pt x="1978275" y="2330078"/>
                  </a:lnTo>
                  <a:lnTo>
                    <a:pt x="1978462" y="2330243"/>
                  </a:lnTo>
                  <a:lnTo>
                    <a:pt x="1978649" y="2330408"/>
                  </a:lnTo>
                  <a:lnTo>
                    <a:pt x="1978836" y="2330573"/>
                  </a:lnTo>
                  <a:lnTo>
                    <a:pt x="1979023" y="2330639"/>
                  </a:lnTo>
                  <a:lnTo>
                    <a:pt x="1979210" y="2330639"/>
                  </a:lnTo>
                  <a:lnTo>
                    <a:pt x="1979397" y="2330639"/>
                  </a:lnTo>
                  <a:lnTo>
                    <a:pt x="1979584" y="2330639"/>
                  </a:lnTo>
                  <a:lnTo>
                    <a:pt x="1979771" y="2330639"/>
                  </a:lnTo>
                  <a:lnTo>
                    <a:pt x="1979957" y="2330639"/>
                  </a:lnTo>
                  <a:lnTo>
                    <a:pt x="1980144" y="2330639"/>
                  </a:lnTo>
                  <a:lnTo>
                    <a:pt x="1980331" y="2330597"/>
                  </a:lnTo>
                  <a:lnTo>
                    <a:pt x="1980518" y="2330309"/>
                  </a:lnTo>
                  <a:lnTo>
                    <a:pt x="1980705" y="2329979"/>
                  </a:lnTo>
                  <a:lnTo>
                    <a:pt x="1980892" y="2329648"/>
                  </a:lnTo>
                  <a:lnTo>
                    <a:pt x="1981079" y="2329318"/>
                  </a:lnTo>
                  <a:lnTo>
                    <a:pt x="1981266" y="2328988"/>
                  </a:lnTo>
                  <a:lnTo>
                    <a:pt x="1981453" y="2328658"/>
                  </a:lnTo>
                  <a:lnTo>
                    <a:pt x="1981640" y="2328237"/>
                  </a:lnTo>
                  <a:lnTo>
                    <a:pt x="1981827" y="2327652"/>
                  </a:lnTo>
                  <a:lnTo>
                    <a:pt x="1982014" y="2326991"/>
                  </a:lnTo>
                  <a:lnTo>
                    <a:pt x="1982201" y="2326331"/>
                  </a:lnTo>
                  <a:lnTo>
                    <a:pt x="1982387" y="2325671"/>
                  </a:lnTo>
                  <a:lnTo>
                    <a:pt x="1982574" y="2325011"/>
                  </a:lnTo>
                  <a:lnTo>
                    <a:pt x="1982761" y="2324351"/>
                  </a:lnTo>
                  <a:lnTo>
                    <a:pt x="1982948" y="2323691"/>
                  </a:lnTo>
                  <a:lnTo>
                    <a:pt x="1983135" y="2323072"/>
                  </a:lnTo>
                  <a:lnTo>
                    <a:pt x="1983322" y="2322791"/>
                  </a:lnTo>
                  <a:lnTo>
                    <a:pt x="1983509" y="2322626"/>
                  </a:lnTo>
                  <a:lnTo>
                    <a:pt x="1983696" y="2322461"/>
                  </a:lnTo>
                  <a:lnTo>
                    <a:pt x="1983883" y="2322172"/>
                  </a:lnTo>
                  <a:lnTo>
                    <a:pt x="1984070" y="2321842"/>
                  </a:lnTo>
                  <a:lnTo>
                    <a:pt x="1984257" y="2321512"/>
                  </a:lnTo>
                  <a:lnTo>
                    <a:pt x="1984444" y="2321306"/>
                  </a:lnTo>
                  <a:lnTo>
                    <a:pt x="1984631" y="2321397"/>
                  </a:lnTo>
                  <a:lnTo>
                    <a:pt x="1984817" y="2321578"/>
                  </a:lnTo>
                  <a:lnTo>
                    <a:pt x="1985004" y="2321908"/>
                  </a:lnTo>
                  <a:lnTo>
                    <a:pt x="1985191" y="2322238"/>
                  </a:lnTo>
                  <a:lnTo>
                    <a:pt x="1985378" y="2322568"/>
                  </a:lnTo>
                  <a:lnTo>
                    <a:pt x="1985565" y="2322898"/>
                  </a:lnTo>
                  <a:lnTo>
                    <a:pt x="1985752" y="2323229"/>
                  </a:lnTo>
                  <a:lnTo>
                    <a:pt x="1985939" y="2323608"/>
                  </a:lnTo>
                  <a:lnTo>
                    <a:pt x="1986126" y="2323979"/>
                  </a:lnTo>
                  <a:lnTo>
                    <a:pt x="1986313" y="2324310"/>
                  </a:lnTo>
                  <a:lnTo>
                    <a:pt x="1986500" y="2324640"/>
                  </a:lnTo>
                  <a:lnTo>
                    <a:pt x="1986687" y="2325093"/>
                  </a:lnTo>
                  <a:lnTo>
                    <a:pt x="1986874" y="2325589"/>
                  </a:lnTo>
                  <a:lnTo>
                    <a:pt x="1987060" y="2326084"/>
                  </a:lnTo>
                  <a:lnTo>
                    <a:pt x="1987247" y="2326546"/>
                  </a:lnTo>
                  <a:lnTo>
                    <a:pt x="1987434" y="2326967"/>
                  </a:lnTo>
                  <a:lnTo>
                    <a:pt x="1987621" y="2327759"/>
                  </a:lnTo>
                  <a:lnTo>
                    <a:pt x="1987808" y="2328468"/>
                  </a:lnTo>
                  <a:lnTo>
                    <a:pt x="1987995" y="2329294"/>
                  </a:lnTo>
                  <a:lnTo>
                    <a:pt x="1988182" y="2330119"/>
                  </a:lnTo>
                  <a:lnTo>
                    <a:pt x="1988369" y="2330944"/>
                  </a:lnTo>
                  <a:lnTo>
                    <a:pt x="1988556" y="2331769"/>
                  </a:lnTo>
                  <a:lnTo>
                    <a:pt x="1988743" y="2332545"/>
                  </a:lnTo>
                  <a:lnTo>
                    <a:pt x="1988930" y="2333279"/>
                  </a:lnTo>
                  <a:lnTo>
                    <a:pt x="1989117" y="2334245"/>
                  </a:lnTo>
                  <a:lnTo>
                    <a:pt x="1989304" y="2335392"/>
                  </a:lnTo>
                  <a:lnTo>
                    <a:pt x="1989490" y="2336547"/>
                  </a:lnTo>
                  <a:lnTo>
                    <a:pt x="1989677" y="2337702"/>
                  </a:lnTo>
                  <a:lnTo>
                    <a:pt x="1989864" y="2338858"/>
                  </a:lnTo>
                  <a:lnTo>
                    <a:pt x="1990051" y="2340013"/>
                  </a:lnTo>
                  <a:lnTo>
                    <a:pt x="1990238" y="2341077"/>
                  </a:lnTo>
                  <a:lnTo>
                    <a:pt x="1990425" y="2341754"/>
                  </a:lnTo>
                  <a:lnTo>
                    <a:pt x="1990612" y="2342365"/>
                  </a:lnTo>
                  <a:lnTo>
                    <a:pt x="1990799" y="2342860"/>
                  </a:lnTo>
                  <a:lnTo>
                    <a:pt x="1990986" y="2343520"/>
                  </a:lnTo>
                  <a:lnTo>
                    <a:pt x="1991173" y="2344328"/>
                  </a:lnTo>
                  <a:lnTo>
                    <a:pt x="1991360" y="2345154"/>
                  </a:lnTo>
                  <a:lnTo>
                    <a:pt x="1991547" y="2345979"/>
                  </a:lnTo>
                  <a:lnTo>
                    <a:pt x="1991733" y="2346763"/>
                  </a:lnTo>
                  <a:lnTo>
                    <a:pt x="1991920" y="2347283"/>
                  </a:lnTo>
                  <a:lnTo>
                    <a:pt x="1992107" y="2347621"/>
                  </a:lnTo>
                  <a:lnTo>
                    <a:pt x="1992294" y="2347951"/>
                  </a:lnTo>
                  <a:lnTo>
                    <a:pt x="1992481" y="2348281"/>
                  </a:lnTo>
                  <a:lnTo>
                    <a:pt x="1992668" y="2348652"/>
                  </a:lnTo>
                  <a:lnTo>
                    <a:pt x="1992855" y="2349156"/>
                  </a:lnTo>
                  <a:lnTo>
                    <a:pt x="1993042" y="2349700"/>
                  </a:lnTo>
                  <a:lnTo>
                    <a:pt x="1993229" y="2350196"/>
                  </a:lnTo>
                  <a:lnTo>
                    <a:pt x="1993416" y="2350600"/>
                  </a:lnTo>
                  <a:lnTo>
                    <a:pt x="1993603" y="2350889"/>
                  </a:lnTo>
                  <a:lnTo>
                    <a:pt x="1993790" y="2350889"/>
                  </a:lnTo>
                  <a:lnTo>
                    <a:pt x="1993977" y="2350691"/>
                  </a:lnTo>
                  <a:lnTo>
                    <a:pt x="1994163" y="2350526"/>
                  </a:lnTo>
                  <a:lnTo>
                    <a:pt x="1994350" y="2350468"/>
                  </a:lnTo>
                  <a:lnTo>
                    <a:pt x="1994537" y="2351045"/>
                  </a:lnTo>
                  <a:lnTo>
                    <a:pt x="1994724" y="2351621"/>
                  </a:lnTo>
                  <a:lnTo>
                    <a:pt x="1994911" y="2352454"/>
                  </a:lnTo>
                  <a:lnTo>
                    <a:pt x="1995098" y="2353271"/>
                  </a:lnTo>
                  <a:lnTo>
                    <a:pt x="1995285" y="2353904"/>
                  </a:lnTo>
                  <a:lnTo>
                    <a:pt x="1995472" y="2354434"/>
                  </a:lnTo>
                  <a:lnTo>
                    <a:pt x="1995659" y="2354849"/>
                  </a:lnTo>
                  <a:lnTo>
                    <a:pt x="1995846" y="2355246"/>
                  </a:lnTo>
                  <a:lnTo>
                    <a:pt x="1996033" y="2355629"/>
                  </a:lnTo>
                  <a:lnTo>
                    <a:pt x="1996220" y="2356009"/>
                  </a:lnTo>
                  <a:lnTo>
                    <a:pt x="1996407" y="2356604"/>
                  </a:lnTo>
                  <a:lnTo>
                    <a:pt x="1996593" y="2357195"/>
                  </a:lnTo>
                  <a:lnTo>
                    <a:pt x="1996780" y="2357661"/>
                  </a:lnTo>
                  <a:lnTo>
                    <a:pt x="1996967" y="2358068"/>
                  </a:lnTo>
                  <a:lnTo>
                    <a:pt x="1997154" y="2358384"/>
                  </a:lnTo>
                  <a:lnTo>
                    <a:pt x="1997341" y="2358730"/>
                  </a:lnTo>
                  <a:lnTo>
                    <a:pt x="1997528" y="2359152"/>
                  </a:lnTo>
                  <a:lnTo>
                    <a:pt x="1997715" y="2359383"/>
                  </a:lnTo>
                  <a:lnTo>
                    <a:pt x="1997902" y="2359829"/>
                  </a:lnTo>
                  <a:lnTo>
                    <a:pt x="1998089" y="2360499"/>
                  </a:lnTo>
                  <a:lnTo>
                    <a:pt x="1998276" y="2361035"/>
                  </a:lnTo>
                  <a:lnTo>
                    <a:pt x="1998463" y="2361679"/>
                  </a:lnTo>
                  <a:lnTo>
                    <a:pt x="1998650" y="2362306"/>
                  </a:lnTo>
                  <a:lnTo>
                    <a:pt x="1998836" y="2363007"/>
                  </a:lnTo>
                  <a:lnTo>
                    <a:pt x="1999023" y="2363964"/>
                  </a:lnTo>
                  <a:lnTo>
                    <a:pt x="1999210" y="2365124"/>
                  </a:lnTo>
                  <a:lnTo>
                    <a:pt x="1999397" y="2365996"/>
                  </a:lnTo>
                  <a:lnTo>
                    <a:pt x="1999584" y="2367210"/>
                  </a:lnTo>
                  <a:lnTo>
                    <a:pt x="1999771" y="2368464"/>
                  </a:lnTo>
                  <a:lnTo>
                    <a:pt x="1999958" y="2369775"/>
                  </a:lnTo>
                  <a:lnTo>
                    <a:pt x="2000145" y="2371127"/>
                  </a:lnTo>
                  <a:lnTo>
                    <a:pt x="2000332" y="2372540"/>
                  </a:lnTo>
                  <a:lnTo>
                    <a:pt x="2000519" y="2373904"/>
                  </a:lnTo>
                  <a:lnTo>
                    <a:pt x="2000706" y="2375179"/>
                  </a:lnTo>
                  <a:lnTo>
                    <a:pt x="2000893" y="2376555"/>
                  </a:lnTo>
                  <a:lnTo>
                    <a:pt x="2001080" y="2378004"/>
                  </a:lnTo>
                  <a:lnTo>
                    <a:pt x="2001266" y="2379531"/>
                  </a:lnTo>
                  <a:lnTo>
                    <a:pt x="2001453" y="2380991"/>
                  </a:lnTo>
                  <a:lnTo>
                    <a:pt x="2001640" y="2382446"/>
                  </a:lnTo>
                  <a:lnTo>
                    <a:pt x="2001827" y="2383901"/>
                  </a:lnTo>
                  <a:lnTo>
                    <a:pt x="2002014" y="2385458"/>
                  </a:lnTo>
                  <a:lnTo>
                    <a:pt x="2002201" y="2386982"/>
                  </a:lnTo>
                  <a:lnTo>
                    <a:pt x="2002388" y="2388239"/>
                  </a:lnTo>
                  <a:lnTo>
                    <a:pt x="2002575" y="2389338"/>
                  </a:lnTo>
                  <a:lnTo>
                    <a:pt x="2002762" y="2390042"/>
                  </a:lnTo>
                  <a:lnTo>
                    <a:pt x="2002949" y="2390983"/>
                  </a:lnTo>
                  <a:lnTo>
                    <a:pt x="2003136" y="2391775"/>
                  </a:lnTo>
                  <a:lnTo>
                    <a:pt x="2003323" y="2392501"/>
                  </a:lnTo>
                  <a:lnTo>
                    <a:pt x="2003510" y="2393096"/>
                  </a:lnTo>
                  <a:lnTo>
                    <a:pt x="2003696" y="2393599"/>
                  </a:lnTo>
                  <a:lnTo>
                    <a:pt x="2003883" y="2393879"/>
                  </a:lnTo>
                  <a:lnTo>
                    <a:pt x="2004070" y="2393747"/>
                  </a:lnTo>
                  <a:lnTo>
                    <a:pt x="2004257" y="2393393"/>
                  </a:lnTo>
                  <a:lnTo>
                    <a:pt x="2004444" y="2393046"/>
                  </a:lnTo>
                  <a:lnTo>
                    <a:pt x="2004631" y="2392551"/>
                  </a:lnTo>
                  <a:lnTo>
                    <a:pt x="2004818" y="2391891"/>
                  </a:lnTo>
                  <a:lnTo>
                    <a:pt x="2005005" y="2391206"/>
                  </a:lnTo>
                  <a:lnTo>
                    <a:pt x="2005192" y="2390554"/>
                  </a:lnTo>
                  <a:lnTo>
                    <a:pt x="2005379" y="2390435"/>
                  </a:lnTo>
                  <a:lnTo>
                    <a:pt x="2005566" y="2390062"/>
                  </a:lnTo>
                  <a:lnTo>
                    <a:pt x="2005753" y="2390079"/>
                  </a:lnTo>
                  <a:lnTo>
                    <a:pt x="2005939" y="2390170"/>
                  </a:lnTo>
                  <a:lnTo>
                    <a:pt x="2006126" y="2390162"/>
                  </a:lnTo>
                  <a:lnTo>
                    <a:pt x="2006313" y="2390116"/>
                  </a:lnTo>
                  <a:lnTo>
                    <a:pt x="2006500" y="2389907"/>
                  </a:lnTo>
                  <a:lnTo>
                    <a:pt x="2006687" y="2390076"/>
                  </a:lnTo>
                  <a:lnTo>
                    <a:pt x="2006874" y="2390350"/>
                  </a:lnTo>
                  <a:lnTo>
                    <a:pt x="2007061" y="2390621"/>
                  </a:lnTo>
                  <a:lnTo>
                    <a:pt x="2007248" y="2390873"/>
                  </a:lnTo>
                  <a:lnTo>
                    <a:pt x="2007435" y="2391015"/>
                  </a:lnTo>
                  <a:lnTo>
                    <a:pt x="2007622" y="2390986"/>
                  </a:lnTo>
                  <a:lnTo>
                    <a:pt x="2007809" y="2390824"/>
                  </a:lnTo>
                  <a:lnTo>
                    <a:pt x="2007996" y="2390832"/>
                  </a:lnTo>
                  <a:lnTo>
                    <a:pt x="2008183" y="2390958"/>
                  </a:lnTo>
                  <a:lnTo>
                    <a:pt x="2008369" y="2391208"/>
                  </a:lnTo>
                  <a:lnTo>
                    <a:pt x="2008556" y="2391376"/>
                  </a:lnTo>
                  <a:lnTo>
                    <a:pt x="2008743" y="2391661"/>
                  </a:lnTo>
                  <a:lnTo>
                    <a:pt x="2008930" y="2391864"/>
                  </a:lnTo>
                  <a:lnTo>
                    <a:pt x="2009117" y="2392062"/>
                  </a:lnTo>
                  <a:lnTo>
                    <a:pt x="2009304" y="2392284"/>
                  </a:lnTo>
                  <a:lnTo>
                    <a:pt x="2009491" y="2391958"/>
                  </a:lnTo>
                  <a:lnTo>
                    <a:pt x="2009678" y="2391668"/>
                  </a:lnTo>
                  <a:lnTo>
                    <a:pt x="2009865" y="2391558"/>
                  </a:lnTo>
                  <a:lnTo>
                    <a:pt x="2010052" y="2391602"/>
                  </a:lnTo>
                  <a:lnTo>
                    <a:pt x="2010239" y="2391539"/>
                  </a:lnTo>
                  <a:lnTo>
                    <a:pt x="2010426" y="2391785"/>
                  </a:lnTo>
                  <a:lnTo>
                    <a:pt x="2010612" y="2392307"/>
                  </a:lnTo>
                  <a:lnTo>
                    <a:pt x="2010799" y="2392566"/>
                  </a:lnTo>
                  <a:lnTo>
                    <a:pt x="2010986" y="2392973"/>
                  </a:lnTo>
                  <a:lnTo>
                    <a:pt x="2011173" y="2393483"/>
                  </a:lnTo>
                  <a:lnTo>
                    <a:pt x="2011360" y="2393813"/>
                  </a:lnTo>
                  <a:lnTo>
                    <a:pt x="2011547" y="2394143"/>
                  </a:lnTo>
                  <a:lnTo>
                    <a:pt x="2011734" y="2394572"/>
                  </a:lnTo>
                  <a:lnTo>
                    <a:pt x="2011921" y="2395068"/>
                  </a:lnTo>
                  <a:lnTo>
                    <a:pt x="2012108" y="2395563"/>
                  </a:lnTo>
                  <a:lnTo>
                    <a:pt x="2012295" y="2395917"/>
                  </a:lnTo>
                  <a:lnTo>
                    <a:pt x="2012482" y="2396454"/>
                  </a:lnTo>
                  <a:lnTo>
                    <a:pt x="2012669" y="2397114"/>
                  </a:lnTo>
                  <a:lnTo>
                    <a:pt x="2012856" y="2397774"/>
                  </a:lnTo>
                  <a:lnTo>
                    <a:pt x="2013042" y="2398434"/>
                  </a:lnTo>
                  <a:lnTo>
                    <a:pt x="2013229" y="2399094"/>
                  </a:lnTo>
                  <a:lnTo>
                    <a:pt x="2013416" y="2399672"/>
                  </a:lnTo>
                  <a:lnTo>
                    <a:pt x="2013603" y="2400167"/>
                  </a:lnTo>
                  <a:lnTo>
                    <a:pt x="2013790" y="2400555"/>
                  </a:lnTo>
                  <a:lnTo>
                    <a:pt x="2013977" y="2400844"/>
                  </a:lnTo>
                  <a:lnTo>
                    <a:pt x="2014164" y="2401009"/>
                  </a:lnTo>
                  <a:lnTo>
                    <a:pt x="2014351" y="2401174"/>
                  </a:lnTo>
                  <a:lnTo>
                    <a:pt x="2014538" y="2401240"/>
                  </a:lnTo>
                  <a:lnTo>
                    <a:pt x="2014725" y="2401240"/>
                  </a:lnTo>
                  <a:lnTo>
                    <a:pt x="2014912" y="2401240"/>
                  </a:lnTo>
                  <a:lnTo>
                    <a:pt x="2015099" y="2401397"/>
                  </a:lnTo>
                  <a:lnTo>
                    <a:pt x="2015286" y="2401430"/>
                  </a:lnTo>
                  <a:lnTo>
                    <a:pt x="2015472" y="2401430"/>
                  </a:lnTo>
                  <a:lnTo>
                    <a:pt x="2015659" y="2401430"/>
                  </a:lnTo>
                  <a:lnTo>
                    <a:pt x="2015846" y="2401430"/>
                  </a:lnTo>
                  <a:lnTo>
                    <a:pt x="2016033" y="2401430"/>
                  </a:lnTo>
                  <a:lnTo>
                    <a:pt x="2016220" y="2401430"/>
                  </a:lnTo>
                  <a:lnTo>
                    <a:pt x="2016407" y="2401430"/>
                  </a:lnTo>
                  <a:lnTo>
                    <a:pt x="2016594" y="2401372"/>
                  </a:lnTo>
                  <a:lnTo>
                    <a:pt x="2016781" y="2401207"/>
                  </a:lnTo>
                  <a:lnTo>
                    <a:pt x="2016968" y="2401042"/>
                  </a:lnTo>
                  <a:lnTo>
                    <a:pt x="2017155" y="2400877"/>
                  </a:lnTo>
                  <a:lnTo>
                    <a:pt x="2017342" y="2400712"/>
                  </a:lnTo>
                  <a:lnTo>
                    <a:pt x="2017529" y="2400547"/>
                  </a:lnTo>
                  <a:lnTo>
                    <a:pt x="2017715" y="2400423"/>
                  </a:lnTo>
                  <a:lnTo>
                    <a:pt x="2017902" y="2400547"/>
                  </a:lnTo>
                  <a:lnTo>
                    <a:pt x="2018089" y="2400563"/>
                  </a:lnTo>
                  <a:lnTo>
                    <a:pt x="2018276" y="2400563"/>
                  </a:lnTo>
                  <a:lnTo>
                    <a:pt x="2018463" y="2400563"/>
                  </a:lnTo>
                  <a:lnTo>
                    <a:pt x="2018650" y="2400563"/>
                  </a:lnTo>
                  <a:lnTo>
                    <a:pt x="2018837" y="2400563"/>
                  </a:lnTo>
                  <a:lnTo>
                    <a:pt x="2019024" y="2400654"/>
                  </a:lnTo>
                  <a:lnTo>
                    <a:pt x="2019211" y="2400910"/>
                  </a:lnTo>
                  <a:lnTo>
                    <a:pt x="2019398" y="2401298"/>
                  </a:lnTo>
                  <a:lnTo>
                    <a:pt x="2019585" y="2401793"/>
                  </a:lnTo>
                  <a:lnTo>
                    <a:pt x="2019772" y="2402197"/>
                  </a:lnTo>
                  <a:lnTo>
                    <a:pt x="2019959" y="2402527"/>
                  </a:lnTo>
                  <a:lnTo>
                    <a:pt x="2020145" y="2402857"/>
                  </a:lnTo>
                  <a:lnTo>
                    <a:pt x="2020332" y="2403187"/>
                  </a:lnTo>
                  <a:lnTo>
                    <a:pt x="2020519" y="2403245"/>
                  </a:lnTo>
                  <a:lnTo>
                    <a:pt x="2020706" y="2402874"/>
                  </a:lnTo>
                  <a:lnTo>
                    <a:pt x="2020893" y="2402527"/>
                  </a:lnTo>
                  <a:lnTo>
                    <a:pt x="2021080" y="2402172"/>
                  </a:lnTo>
                  <a:lnTo>
                    <a:pt x="2021267" y="2401644"/>
                  </a:lnTo>
                  <a:lnTo>
                    <a:pt x="2021454" y="2400844"/>
                  </a:lnTo>
                  <a:lnTo>
                    <a:pt x="2021641" y="2399548"/>
                  </a:lnTo>
                  <a:lnTo>
                    <a:pt x="2021828" y="2397807"/>
                  </a:lnTo>
                  <a:lnTo>
                    <a:pt x="2022015" y="2395662"/>
                  </a:lnTo>
                  <a:lnTo>
                    <a:pt x="2022202" y="2393285"/>
                  </a:lnTo>
                  <a:lnTo>
                    <a:pt x="2022389" y="2390554"/>
                  </a:lnTo>
                  <a:lnTo>
                    <a:pt x="2022575" y="2387674"/>
                  </a:lnTo>
                  <a:lnTo>
                    <a:pt x="2022762" y="2384835"/>
                  </a:lnTo>
                  <a:lnTo>
                    <a:pt x="2022949" y="2381601"/>
                  </a:lnTo>
                  <a:lnTo>
                    <a:pt x="2023136" y="2378209"/>
                  </a:lnTo>
                  <a:lnTo>
                    <a:pt x="2023323" y="2374768"/>
                  </a:lnTo>
                  <a:lnTo>
                    <a:pt x="2023510" y="2371550"/>
                  </a:lnTo>
                  <a:lnTo>
                    <a:pt x="2023697" y="2368414"/>
                  </a:lnTo>
                  <a:lnTo>
                    <a:pt x="2023884" y="2365303"/>
                  </a:lnTo>
                  <a:lnTo>
                    <a:pt x="2024071" y="2362366"/>
                  </a:lnTo>
                  <a:lnTo>
                    <a:pt x="2024258" y="2359700"/>
                  </a:lnTo>
                  <a:lnTo>
                    <a:pt x="2024445" y="2357530"/>
                  </a:lnTo>
                  <a:lnTo>
                    <a:pt x="2024632" y="2355715"/>
                  </a:lnTo>
                  <a:lnTo>
                    <a:pt x="2024818" y="2354031"/>
                  </a:lnTo>
                  <a:lnTo>
                    <a:pt x="2025005" y="2352447"/>
                  </a:lnTo>
                  <a:lnTo>
                    <a:pt x="2025192" y="2351217"/>
                  </a:lnTo>
                  <a:lnTo>
                    <a:pt x="2025379" y="2350227"/>
                  </a:lnTo>
                  <a:lnTo>
                    <a:pt x="2025566" y="2349270"/>
                  </a:lnTo>
                  <a:lnTo>
                    <a:pt x="2025753" y="2348709"/>
                  </a:lnTo>
                  <a:lnTo>
                    <a:pt x="2025940" y="2348304"/>
                  </a:lnTo>
                  <a:lnTo>
                    <a:pt x="2026127" y="2348181"/>
                  </a:lnTo>
                  <a:lnTo>
                    <a:pt x="2026314" y="2348016"/>
                  </a:lnTo>
                  <a:lnTo>
                    <a:pt x="2026501" y="2347851"/>
                  </a:lnTo>
                  <a:lnTo>
                    <a:pt x="2026688" y="2347537"/>
                  </a:lnTo>
                  <a:lnTo>
                    <a:pt x="2026875" y="2347207"/>
                  </a:lnTo>
                  <a:lnTo>
                    <a:pt x="2027062" y="2346877"/>
                  </a:lnTo>
                  <a:lnTo>
                    <a:pt x="2027248" y="2346547"/>
                  </a:lnTo>
                  <a:lnTo>
                    <a:pt x="2027435" y="2346217"/>
                  </a:lnTo>
                  <a:lnTo>
                    <a:pt x="2027622" y="2345994"/>
                  </a:lnTo>
                  <a:lnTo>
                    <a:pt x="2027809" y="2345829"/>
                  </a:lnTo>
                  <a:lnTo>
                    <a:pt x="2027996" y="2345664"/>
                  </a:lnTo>
                  <a:lnTo>
                    <a:pt x="2028183" y="2345499"/>
                  </a:lnTo>
                  <a:lnTo>
                    <a:pt x="2028370" y="2345334"/>
                  </a:lnTo>
                  <a:lnTo>
                    <a:pt x="2028557" y="2345169"/>
                  </a:lnTo>
                  <a:lnTo>
                    <a:pt x="2028744" y="2345004"/>
                  </a:lnTo>
                  <a:lnTo>
                    <a:pt x="2028931" y="2344839"/>
                  </a:lnTo>
                  <a:lnTo>
                    <a:pt x="2029118" y="2344962"/>
                  </a:lnTo>
                  <a:lnTo>
                    <a:pt x="2029305" y="2344973"/>
                  </a:lnTo>
                  <a:lnTo>
                    <a:pt x="2029491" y="2345110"/>
                  </a:lnTo>
                  <a:lnTo>
                    <a:pt x="2029678" y="2345217"/>
                  </a:lnTo>
                  <a:lnTo>
                    <a:pt x="2029865" y="2345245"/>
                  </a:lnTo>
                  <a:lnTo>
                    <a:pt x="2030052" y="2345274"/>
                  </a:lnTo>
                  <a:lnTo>
                    <a:pt x="2030239" y="2345272"/>
                  </a:lnTo>
                  <a:lnTo>
                    <a:pt x="2030426" y="2345193"/>
                  </a:lnTo>
                  <a:lnTo>
                    <a:pt x="2030613" y="2345050"/>
                  </a:lnTo>
                  <a:lnTo>
                    <a:pt x="2030800" y="2344733"/>
                  </a:lnTo>
                  <a:lnTo>
                    <a:pt x="2030987" y="2344466"/>
                  </a:lnTo>
                  <a:lnTo>
                    <a:pt x="2031174" y="2344118"/>
                  </a:lnTo>
                  <a:lnTo>
                    <a:pt x="2031361" y="2343742"/>
                  </a:lnTo>
                  <a:lnTo>
                    <a:pt x="2031548" y="2343348"/>
                  </a:lnTo>
                  <a:lnTo>
                    <a:pt x="2031735" y="2342835"/>
                  </a:lnTo>
                  <a:lnTo>
                    <a:pt x="2031921" y="2341844"/>
                  </a:lnTo>
                  <a:lnTo>
                    <a:pt x="2032108" y="2340896"/>
                  </a:lnTo>
                  <a:lnTo>
                    <a:pt x="2032295" y="2339072"/>
                  </a:lnTo>
                  <a:lnTo>
                    <a:pt x="2032482" y="2337323"/>
                  </a:lnTo>
                  <a:lnTo>
                    <a:pt x="2032669" y="2335865"/>
                  </a:lnTo>
                  <a:lnTo>
                    <a:pt x="2032856" y="2334468"/>
                  </a:lnTo>
                  <a:lnTo>
                    <a:pt x="2033043" y="2333022"/>
                  </a:lnTo>
                  <a:lnTo>
                    <a:pt x="2033230" y="2331775"/>
                  </a:lnTo>
                  <a:lnTo>
                    <a:pt x="2033417" y="2330699"/>
                  </a:lnTo>
                  <a:lnTo>
                    <a:pt x="2033604" y="2330006"/>
                  </a:lnTo>
                  <a:lnTo>
                    <a:pt x="2033791" y="2329196"/>
                  </a:lnTo>
                  <a:lnTo>
                    <a:pt x="2033978" y="2328481"/>
                  </a:lnTo>
                  <a:lnTo>
                    <a:pt x="2034165" y="2328031"/>
                  </a:lnTo>
                  <a:lnTo>
                    <a:pt x="2034351" y="2327460"/>
                  </a:lnTo>
                  <a:lnTo>
                    <a:pt x="2034538" y="2326971"/>
                  </a:lnTo>
                  <a:lnTo>
                    <a:pt x="2034725" y="2326237"/>
                  </a:lnTo>
                  <a:lnTo>
                    <a:pt x="2034912" y="2325534"/>
                  </a:lnTo>
                  <a:lnTo>
                    <a:pt x="2035099" y="2325122"/>
                  </a:lnTo>
                  <a:lnTo>
                    <a:pt x="2035286" y="2324469"/>
                  </a:lnTo>
                  <a:lnTo>
                    <a:pt x="2035473" y="2323469"/>
                  </a:lnTo>
                  <a:lnTo>
                    <a:pt x="2035660" y="2322776"/>
                  </a:lnTo>
                  <a:lnTo>
                    <a:pt x="2035847" y="2321803"/>
                  </a:lnTo>
                  <a:lnTo>
                    <a:pt x="2036034" y="2320680"/>
                  </a:lnTo>
                  <a:lnTo>
                    <a:pt x="2036221" y="2319459"/>
                  </a:lnTo>
                  <a:lnTo>
                    <a:pt x="2036408" y="2317974"/>
                  </a:lnTo>
                  <a:lnTo>
                    <a:pt x="2036594" y="2316294"/>
                  </a:lnTo>
                  <a:lnTo>
                    <a:pt x="2036781" y="2314669"/>
                  </a:lnTo>
                  <a:lnTo>
                    <a:pt x="2036968" y="2312896"/>
                  </a:lnTo>
                  <a:lnTo>
                    <a:pt x="2037155" y="2311181"/>
                  </a:lnTo>
                  <a:lnTo>
                    <a:pt x="2037342" y="2309585"/>
                  </a:lnTo>
                  <a:lnTo>
                    <a:pt x="2037529" y="2308220"/>
                  </a:lnTo>
                  <a:lnTo>
                    <a:pt x="2037716" y="2306753"/>
                  </a:lnTo>
                  <a:lnTo>
                    <a:pt x="2037903" y="2305152"/>
                  </a:lnTo>
                  <a:lnTo>
                    <a:pt x="2038090" y="2303691"/>
                  </a:lnTo>
                  <a:lnTo>
                    <a:pt x="2038277" y="2302387"/>
                  </a:lnTo>
                  <a:lnTo>
                    <a:pt x="2038464" y="2301117"/>
                  </a:lnTo>
                  <a:lnTo>
                    <a:pt x="2038651" y="2300217"/>
                  </a:lnTo>
                  <a:lnTo>
                    <a:pt x="2038838" y="2299469"/>
                  </a:lnTo>
                  <a:lnTo>
                    <a:pt x="2039024" y="2298558"/>
                  </a:lnTo>
                  <a:lnTo>
                    <a:pt x="2039211" y="2297465"/>
                  </a:lnTo>
                  <a:lnTo>
                    <a:pt x="2039398" y="2296286"/>
                  </a:lnTo>
                  <a:lnTo>
                    <a:pt x="2039585" y="2295206"/>
                  </a:lnTo>
                  <a:lnTo>
                    <a:pt x="2039772" y="2294219"/>
                  </a:lnTo>
                  <a:lnTo>
                    <a:pt x="2039959" y="2293543"/>
                  </a:lnTo>
                  <a:lnTo>
                    <a:pt x="2040146" y="2293180"/>
                  </a:lnTo>
                  <a:lnTo>
                    <a:pt x="2040333" y="2292775"/>
                  </a:lnTo>
                  <a:lnTo>
                    <a:pt x="2040520" y="2292503"/>
                  </a:lnTo>
                  <a:lnTo>
                    <a:pt x="2040707" y="2292528"/>
                  </a:lnTo>
                  <a:lnTo>
                    <a:pt x="2040894" y="2292693"/>
                  </a:lnTo>
                  <a:lnTo>
                    <a:pt x="2041081" y="2292858"/>
                  </a:lnTo>
                  <a:lnTo>
                    <a:pt x="2041267" y="2293023"/>
                  </a:lnTo>
                  <a:lnTo>
                    <a:pt x="2041454" y="2293369"/>
                  </a:lnTo>
                  <a:lnTo>
                    <a:pt x="2041641" y="2293931"/>
                  </a:lnTo>
                  <a:lnTo>
                    <a:pt x="2041828" y="2294673"/>
                  </a:lnTo>
                  <a:lnTo>
                    <a:pt x="2042015" y="2295738"/>
                  </a:lnTo>
                  <a:lnTo>
                    <a:pt x="2042202" y="2296893"/>
                  </a:lnTo>
                  <a:lnTo>
                    <a:pt x="2042389" y="2297949"/>
                  </a:lnTo>
                  <a:lnTo>
                    <a:pt x="2042576" y="2298882"/>
                  </a:lnTo>
                  <a:lnTo>
                    <a:pt x="2042763" y="2299165"/>
                  </a:lnTo>
                  <a:lnTo>
                    <a:pt x="2042950" y="2299712"/>
                  </a:lnTo>
                  <a:lnTo>
                    <a:pt x="2043137" y="2300182"/>
                  </a:lnTo>
                  <a:lnTo>
                    <a:pt x="2043324" y="2300528"/>
                  </a:lnTo>
                  <a:lnTo>
                    <a:pt x="2043511" y="2300867"/>
                  </a:lnTo>
                  <a:lnTo>
                    <a:pt x="2043697" y="2301242"/>
                  </a:lnTo>
                  <a:lnTo>
                    <a:pt x="2043884" y="2301807"/>
                  </a:lnTo>
                  <a:lnTo>
                    <a:pt x="2044071" y="2302281"/>
                  </a:lnTo>
                  <a:lnTo>
                    <a:pt x="2044258" y="2302832"/>
                  </a:lnTo>
                  <a:lnTo>
                    <a:pt x="2044445" y="2303387"/>
                  </a:lnTo>
                  <a:lnTo>
                    <a:pt x="2044632" y="2303959"/>
                  </a:lnTo>
                  <a:lnTo>
                    <a:pt x="2044819" y="2304643"/>
                  </a:lnTo>
                  <a:lnTo>
                    <a:pt x="2045006" y="2305497"/>
                  </a:lnTo>
                  <a:lnTo>
                    <a:pt x="2045193" y="2306500"/>
                  </a:lnTo>
                  <a:lnTo>
                    <a:pt x="2045380" y="2307441"/>
                  </a:lnTo>
                  <a:lnTo>
                    <a:pt x="2045567" y="2308422"/>
                  </a:lnTo>
                  <a:lnTo>
                    <a:pt x="2045754" y="2309310"/>
                  </a:lnTo>
                  <a:lnTo>
                    <a:pt x="2045941" y="2310132"/>
                  </a:lnTo>
                  <a:lnTo>
                    <a:pt x="2046127" y="2310837"/>
                  </a:lnTo>
                  <a:lnTo>
                    <a:pt x="2046314" y="2311624"/>
                  </a:lnTo>
                  <a:lnTo>
                    <a:pt x="2046501" y="2312417"/>
                  </a:lnTo>
                  <a:lnTo>
                    <a:pt x="2046688" y="2313078"/>
                  </a:lnTo>
                  <a:lnTo>
                    <a:pt x="2046875" y="2313915"/>
                  </a:lnTo>
                  <a:lnTo>
                    <a:pt x="2047062" y="2314518"/>
                  </a:lnTo>
                  <a:lnTo>
                    <a:pt x="2047249" y="2314794"/>
                  </a:lnTo>
                  <a:lnTo>
                    <a:pt x="2047436" y="2314915"/>
                  </a:lnTo>
                  <a:lnTo>
                    <a:pt x="2047623" y="2315143"/>
                  </a:lnTo>
                  <a:lnTo>
                    <a:pt x="2047810" y="2315063"/>
                  </a:lnTo>
                  <a:lnTo>
                    <a:pt x="2047997" y="2314664"/>
                  </a:lnTo>
                  <a:lnTo>
                    <a:pt x="2048184" y="2314446"/>
                  </a:lnTo>
                  <a:lnTo>
                    <a:pt x="2048370" y="2314030"/>
                  </a:lnTo>
                  <a:lnTo>
                    <a:pt x="2048557" y="2313562"/>
                  </a:lnTo>
                  <a:lnTo>
                    <a:pt x="2048744" y="2313397"/>
                  </a:lnTo>
                  <a:lnTo>
                    <a:pt x="2048931" y="2313199"/>
                  </a:lnTo>
                  <a:lnTo>
                    <a:pt x="2049118" y="2312869"/>
                  </a:lnTo>
                  <a:lnTo>
                    <a:pt x="2049305" y="2312497"/>
                  </a:lnTo>
                  <a:lnTo>
                    <a:pt x="2049492" y="2311887"/>
                  </a:lnTo>
                  <a:lnTo>
                    <a:pt x="2049679" y="2311235"/>
                  </a:lnTo>
                  <a:lnTo>
                    <a:pt x="2049866" y="2310517"/>
                  </a:lnTo>
                  <a:lnTo>
                    <a:pt x="2050053" y="2309857"/>
                  </a:lnTo>
                  <a:lnTo>
                    <a:pt x="2050240" y="2309139"/>
                  </a:lnTo>
                  <a:lnTo>
                    <a:pt x="2050427" y="2308314"/>
                  </a:lnTo>
                  <a:lnTo>
                    <a:pt x="2050614" y="2307489"/>
                  </a:lnTo>
                  <a:lnTo>
                    <a:pt x="2050800" y="2306771"/>
                  </a:lnTo>
                  <a:lnTo>
                    <a:pt x="2050987" y="2306111"/>
                  </a:lnTo>
                  <a:lnTo>
                    <a:pt x="2051174" y="2305393"/>
                  </a:lnTo>
                  <a:lnTo>
                    <a:pt x="2051361" y="2304518"/>
                  </a:lnTo>
                  <a:lnTo>
                    <a:pt x="2051548" y="2303437"/>
                  </a:lnTo>
                  <a:lnTo>
                    <a:pt x="2051735" y="2302232"/>
                  </a:lnTo>
                  <a:lnTo>
                    <a:pt x="2051922" y="2301077"/>
                  </a:lnTo>
                  <a:lnTo>
                    <a:pt x="2052109" y="2299963"/>
                  </a:lnTo>
                  <a:lnTo>
                    <a:pt x="2052296" y="2299088"/>
                  </a:lnTo>
                  <a:lnTo>
                    <a:pt x="2052483" y="2298238"/>
                  </a:lnTo>
                  <a:lnTo>
                    <a:pt x="2052670" y="2297265"/>
                  </a:lnTo>
                  <a:lnTo>
                    <a:pt x="2052857" y="2296175"/>
                  </a:lnTo>
                  <a:lnTo>
                    <a:pt x="2053044" y="2295004"/>
                  </a:lnTo>
                  <a:lnTo>
                    <a:pt x="2053230" y="2293840"/>
                  </a:lnTo>
                  <a:lnTo>
                    <a:pt x="2053417" y="2292520"/>
                  </a:lnTo>
                  <a:lnTo>
                    <a:pt x="2053604" y="2291199"/>
                  </a:lnTo>
                  <a:lnTo>
                    <a:pt x="2053791" y="2289879"/>
                  </a:lnTo>
                  <a:lnTo>
                    <a:pt x="2053978" y="2288674"/>
                  </a:lnTo>
                  <a:lnTo>
                    <a:pt x="2054165" y="2287585"/>
                  </a:lnTo>
                  <a:lnTo>
                    <a:pt x="2054352" y="2286686"/>
                  </a:lnTo>
                  <a:lnTo>
                    <a:pt x="2054539" y="2285803"/>
                  </a:lnTo>
                  <a:lnTo>
                    <a:pt x="2054726" y="2284978"/>
                  </a:lnTo>
                  <a:lnTo>
                    <a:pt x="2054913" y="2284152"/>
                  </a:lnTo>
                  <a:lnTo>
                    <a:pt x="2055100" y="2283311"/>
                  </a:lnTo>
                  <a:lnTo>
                    <a:pt x="2055287" y="2282098"/>
                  </a:lnTo>
                  <a:lnTo>
                    <a:pt x="2055473" y="2280992"/>
                  </a:lnTo>
                  <a:lnTo>
                    <a:pt x="2055660" y="2279936"/>
                  </a:lnTo>
                  <a:lnTo>
                    <a:pt x="2055847" y="2278904"/>
                  </a:lnTo>
                  <a:lnTo>
                    <a:pt x="2056034" y="2277856"/>
                  </a:lnTo>
                  <a:lnTo>
                    <a:pt x="2056221" y="2276866"/>
                  </a:lnTo>
                  <a:lnTo>
                    <a:pt x="2056408" y="2275876"/>
                  </a:lnTo>
                  <a:lnTo>
                    <a:pt x="2056595" y="2274886"/>
                  </a:lnTo>
                  <a:lnTo>
                    <a:pt x="2056782" y="2273838"/>
                  </a:lnTo>
                  <a:lnTo>
                    <a:pt x="2056969" y="2272831"/>
                  </a:lnTo>
                  <a:lnTo>
                    <a:pt x="2057156" y="2271931"/>
                  </a:lnTo>
                  <a:lnTo>
                    <a:pt x="2057343" y="2271090"/>
                  </a:lnTo>
                  <a:lnTo>
                    <a:pt x="2057530" y="2270108"/>
                  </a:lnTo>
                  <a:lnTo>
                    <a:pt x="2057717" y="2269118"/>
                  </a:lnTo>
                  <a:lnTo>
                    <a:pt x="2057903" y="2268210"/>
                  </a:lnTo>
                  <a:lnTo>
                    <a:pt x="2058090" y="2267839"/>
                  </a:lnTo>
                  <a:lnTo>
                    <a:pt x="2058277" y="2267442"/>
                  </a:lnTo>
                  <a:lnTo>
                    <a:pt x="2058464" y="2267576"/>
                  </a:lnTo>
                  <a:lnTo>
                    <a:pt x="2058651" y="2268070"/>
                  </a:lnTo>
                  <a:lnTo>
                    <a:pt x="2058838" y="2268931"/>
                  </a:lnTo>
                  <a:lnTo>
                    <a:pt x="2059025" y="2270743"/>
                  </a:lnTo>
                  <a:lnTo>
                    <a:pt x="2059212" y="2272897"/>
                  </a:lnTo>
                  <a:lnTo>
                    <a:pt x="2059399" y="2275154"/>
                  </a:lnTo>
                  <a:lnTo>
                    <a:pt x="2059586" y="2277535"/>
                  </a:lnTo>
                  <a:lnTo>
                    <a:pt x="2059773" y="2280271"/>
                  </a:lnTo>
                  <a:lnTo>
                    <a:pt x="2059960" y="2283090"/>
                  </a:lnTo>
                  <a:lnTo>
                    <a:pt x="2060146" y="2285806"/>
                  </a:lnTo>
                  <a:lnTo>
                    <a:pt x="2060333" y="2288959"/>
                  </a:lnTo>
                  <a:lnTo>
                    <a:pt x="2060520" y="2292273"/>
                  </a:lnTo>
                  <a:lnTo>
                    <a:pt x="2060707" y="2295760"/>
                  </a:lnTo>
                  <a:lnTo>
                    <a:pt x="2060894" y="2299148"/>
                  </a:lnTo>
                  <a:lnTo>
                    <a:pt x="2061081" y="2302453"/>
                  </a:lnTo>
                  <a:lnTo>
                    <a:pt x="2061268" y="2305617"/>
                  </a:lnTo>
                  <a:lnTo>
                    <a:pt x="2061455" y="2308507"/>
                  </a:lnTo>
                  <a:lnTo>
                    <a:pt x="2061642" y="2311121"/>
                  </a:lnTo>
                  <a:lnTo>
                    <a:pt x="2061829" y="2312867"/>
                  </a:lnTo>
                  <a:lnTo>
                    <a:pt x="2062016" y="2314061"/>
                  </a:lnTo>
                  <a:lnTo>
                    <a:pt x="2062203" y="2314853"/>
                  </a:lnTo>
                  <a:lnTo>
                    <a:pt x="2062390" y="2315612"/>
                  </a:lnTo>
                  <a:lnTo>
                    <a:pt x="2062576" y="2316016"/>
                  </a:lnTo>
                  <a:lnTo>
                    <a:pt x="2062763" y="2316313"/>
                  </a:lnTo>
                  <a:lnTo>
                    <a:pt x="2062950" y="2316858"/>
                  </a:lnTo>
                  <a:lnTo>
                    <a:pt x="2063137" y="2317089"/>
                  </a:lnTo>
                  <a:lnTo>
                    <a:pt x="2063324" y="2317163"/>
                  </a:lnTo>
                  <a:lnTo>
                    <a:pt x="2063511" y="2316784"/>
                  </a:lnTo>
                  <a:lnTo>
                    <a:pt x="2063698" y="2316305"/>
                  </a:lnTo>
                  <a:lnTo>
                    <a:pt x="2063885" y="2315975"/>
                  </a:lnTo>
                  <a:lnTo>
                    <a:pt x="2064072" y="2315793"/>
                  </a:lnTo>
                  <a:lnTo>
                    <a:pt x="2064259" y="2315628"/>
                  </a:lnTo>
                  <a:lnTo>
                    <a:pt x="2064446" y="2315463"/>
                  </a:lnTo>
                  <a:lnTo>
                    <a:pt x="2064633" y="2315381"/>
                  </a:lnTo>
                  <a:lnTo>
                    <a:pt x="2064820" y="2315364"/>
                  </a:lnTo>
                  <a:lnTo>
                    <a:pt x="2065006" y="2315092"/>
                  </a:lnTo>
                  <a:lnTo>
                    <a:pt x="2065193" y="2314762"/>
                  </a:lnTo>
                  <a:lnTo>
                    <a:pt x="2065380" y="2314432"/>
                  </a:lnTo>
                  <a:lnTo>
                    <a:pt x="2065567" y="2313961"/>
                  </a:lnTo>
                  <a:lnTo>
                    <a:pt x="2065754" y="2313359"/>
                  </a:lnTo>
                  <a:lnTo>
                    <a:pt x="2065941" y="2312699"/>
                  </a:lnTo>
                  <a:lnTo>
                    <a:pt x="2066128" y="2312039"/>
                  </a:lnTo>
                  <a:lnTo>
                    <a:pt x="2066315" y="2311511"/>
                  </a:lnTo>
                  <a:lnTo>
                    <a:pt x="2066502" y="2310727"/>
                  </a:lnTo>
                  <a:lnTo>
                    <a:pt x="2066689" y="2310056"/>
                  </a:lnTo>
                  <a:lnTo>
                    <a:pt x="2066876" y="2309259"/>
                  </a:lnTo>
                  <a:lnTo>
                    <a:pt x="2067063" y="2308492"/>
                  </a:lnTo>
                  <a:lnTo>
                    <a:pt x="2067249" y="2307803"/>
                  </a:lnTo>
                  <a:lnTo>
                    <a:pt x="2067436" y="2307156"/>
                  </a:lnTo>
                  <a:lnTo>
                    <a:pt x="2067623" y="2306679"/>
                  </a:lnTo>
                  <a:lnTo>
                    <a:pt x="2067810" y="2306543"/>
                  </a:lnTo>
                  <a:lnTo>
                    <a:pt x="2067997" y="2306521"/>
                  </a:lnTo>
                  <a:lnTo>
                    <a:pt x="2068184" y="2306764"/>
                  </a:lnTo>
                  <a:lnTo>
                    <a:pt x="2068371" y="2307213"/>
                  </a:lnTo>
                  <a:lnTo>
                    <a:pt x="2068558" y="2307998"/>
                  </a:lnTo>
                  <a:lnTo>
                    <a:pt x="2068745" y="2309010"/>
                  </a:lnTo>
                  <a:lnTo>
                    <a:pt x="2068932" y="2310063"/>
                  </a:lnTo>
                  <a:lnTo>
                    <a:pt x="2069119" y="2311237"/>
                  </a:lnTo>
                  <a:lnTo>
                    <a:pt x="2069306" y="2312477"/>
                  </a:lnTo>
                  <a:lnTo>
                    <a:pt x="2069493" y="2313673"/>
                  </a:lnTo>
                  <a:lnTo>
                    <a:pt x="2069679" y="2315488"/>
                  </a:lnTo>
                  <a:lnTo>
                    <a:pt x="2069866" y="2317246"/>
                  </a:lnTo>
                  <a:lnTo>
                    <a:pt x="2070053" y="2318896"/>
                  </a:lnTo>
                  <a:lnTo>
                    <a:pt x="2070240" y="2320547"/>
                  </a:lnTo>
                  <a:lnTo>
                    <a:pt x="2070427" y="2322098"/>
                  </a:lnTo>
                  <a:lnTo>
                    <a:pt x="2070614" y="2323418"/>
                  </a:lnTo>
                  <a:lnTo>
                    <a:pt x="2070801" y="2324442"/>
                  </a:lnTo>
                  <a:lnTo>
                    <a:pt x="2070988" y="2325102"/>
                  </a:lnTo>
                  <a:lnTo>
                    <a:pt x="2071175" y="2325811"/>
                  </a:lnTo>
                  <a:lnTo>
                    <a:pt x="2071362" y="2326430"/>
                  </a:lnTo>
                  <a:lnTo>
                    <a:pt x="2071549" y="2327086"/>
                  </a:lnTo>
                  <a:lnTo>
                    <a:pt x="2071736" y="2327669"/>
                  </a:lnTo>
                  <a:lnTo>
                    <a:pt x="2071923" y="2328090"/>
                  </a:lnTo>
                  <a:lnTo>
                    <a:pt x="2072109" y="2328630"/>
                  </a:lnTo>
                  <a:lnTo>
                    <a:pt x="2072296" y="2329167"/>
                  </a:lnTo>
                  <a:lnTo>
                    <a:pt x="2072483" y="2329829"/>
                  </a:lnTo>
                  <a:lnTo>
                    <a:pt x="2072670" y="2330705"/>
                  </a:lnTo>
                  <a:lnTo>
                    <a:pt x="2072857" y="2331738"/>
                  </a:lnTo>
                  <a:lnTo>
                    <a:pt x="2073044" y="2332804"/>
                  </a:lnTo>
                  <a:lnTo>
                    <a:pt x="2073231" y="2334258"/>
                  </a:lnTo>
                  <a:lnTo>
                    <a:pt x="2073418" y="2335760"/>
                  </a:lnTo>
                  <a:lnTo>
                    <a:pt x="2073605" y="2337388"/>
                  </a:lnTo>
                  <a:lnTo>
                    <a:pt x="2073792" y="2339138"/>
                  </a:lnTo>
                  <a:lnTo>
                    <a:pt x="2073979" y="2340574"/>
                  </a:lnTo>
                  <a:lnTo>
                    <a:pt x="2074166" y="2342079"/>
                  </a:lnTo>
                  <a:lnTo>
                    <a:pt x="2074352" y="2343589"/>
                  </a:lnTo>
                  <a:lnTo>
                    <a:pt x="2074539" y="2345101"/>
                  </a:lnTo>
                  <a:lnTo>
                    <a:pt x="2074726" y="2346510"/>
                  </a:lnTo>
                  <a:lnTo>
                    <a:pt x="2074913" y="2347322"/>
                  </a:lnTo>
                  <a:lnTo>
                    <a:pt x="2075100" y="2347929"/>
                  </a:lnTo>
                  <a:lnTo>
                    <a:pt x="2075287" y="2348562"/>
                  </a:lnTo>
                  <a:lnTo>
                    <a:pt x="2075474" y="2348893"/>
                  </a:lnTo>
                  <a:lnTo>
                    <a:pt x="2075661" y="2348898"/>
                  </a:lnTo>
                  <a:lnTo>
                    <a:pt x="2075848" y="2348726"/>
                  </a:lnTo>
                  <a:lnTo>
                    <a:pt x="2076035" y="2348183"/>
                  </a:lnTo>
                  <a:lnTo>
                    <a:pt x="2076222" y="2347591"/>
                  </a:lnTo>
                  <a:lnTo>
                    <a:pt x="2076409" y="2347180"/>
                  </a:lnTo>
                  <a:lnTo>
                    <a:pt x="2076596" y="2346938"/>
                  </a:lnTo>
                  <a:lnTo>
                    <a:pt x="2076782" y="2347276"/>
                  </a:lnTo>
                  <a:lnTo>
                    <a:pt x="2076969" y="2347694"/>
                  </a:lnTo>
                  <a:lnTo>
                    <a:pt x="2077156" y="2347574"/>
                  </a:lnTo>
                  <a:lnTo>
                    <a:pt x="2077343" y="2347367"/>
                  </a:lnTo>
                  <a:lnTo>
                    <a:pt x="2077530" y="2347283"/>
                  </a:lnTo>
                  <a:lnTo>
                    <a:pt x="2077717" y="2347716"/>
                  </a:lnTo>
                  <a:lnTo>
                    <a:pt x="2077904" y="2348363"/>
                  </a:lnTo>
                  <a:lnTo>
                    <a:pt x="2078091" y="2348861"/>
                  </a:lnTo>
                  <a:lnTo>
                    <a:pt x="2078278" y="2349387"/>
                  </a:lnTo>
                  <a:lnTo>
                    <a:pt x="2078465" y="2350021"/>
                  </a:lnTo>
                  <a:lnTo>
                    <a:pt x="2078652" y="2350715"/>
                  </a:lnTo>
                  <a:lnTo>
                    <a:pt x="2078839" y="2351301"/>
                  </a:lnTo>
                  <a:lnTo>
                    <a:pt x="2079025" y="2351797"/>
                  </a:lnTo>
                  <a:lnTo>
                    <a:pt x="2079212" y="2352087"/>
                  </a:lnTo>
                  <a:lnTo>
                    <a:pt x="2079399" y="2352086"/>
                  </a:lnTo>
                  <a:lnTo>
                    <a:pt x="2079586" y="2352044"/>
                  </a:lnTo>
                  <a:lnTo>
                    <a:pt x="2079773" y="2351590"/>
                  </a:lnTo>
                  <a:lnTo>
                    <a:pt x="2079960" y="2351260"/>
                  </a:lnTo>
                  <a:lnTo>
                    <a:pt x="2080147" y="2351086"/>
                  </a:lnTo>
                  <a:lnTo>
                    <a:pt x="2080334" y="2350888"/>
                  </a:lnTo>
                  <a:lnTo>
                    <a:pt x="2080521" y="2350402"/>
                  </a:lnTo>
                  <a:lnTo>
                    <a:pt x="2080708" y="2349906"/>
                  </a:lnTo>
                  <a:lnTo>
                    <a:pt x="2080895" y="2349279"/>
                  </a:lnTo>
                  <a:lnTo>
                    <a:pt x="2081082" y="2348702"/>
                  </a:lnTo>
                  <a:lnTo>
                    <a:pt x="2081269" y="2348207"/>
                  </a:lnTo>
                  <a:lnTo>
                    <a:pt x="2081455" y="2347827"/>
                  </a:lnTo>
                  <a:lnTo>
                    <a:pt x="2081642" y="2347596"/>
                  </a:lnTo>
                  <a:lnTo>
                    <a:pt x="2081829" y="2347431"/>
                  </a:lnTo>
                  <a:lnTo>
                    <a:pt x="2082016" y="2347266"/>
                  </a:lnTo>
                  <a:lnTo>
                    <a:pt x="2082203" y="2346952"/>
                  </a:lnTo>
                  <a:lnTo>
                    <a:pt x="2082390" y="2346482"/>
                  </a:lnTo>
                  <a:lnTo>
                    <a:pt x="2082577" y="2345706"/>
                  </a:lnTo>
                  <a:lnTo>
                    <a:pt x="2082764" y="2344823"/>
                  </a:lnTo>
                  <a:lnTo>
                    <a:pt x="2082951" y="2343742"/>
                  </a:lnTo>
                  <a:lnTo>
                    <a:pt x="2083138" y="2342587"/>
                  </a:lnTo>
                  <a:lnTo>
                    <a:pt x="2083325" y="2341432"/>
                  </a:lnTo>
                  <a:lnTo>
                    <a:pt x="2083512" y="2340277"/>
                  </a:lnTo>
                  <a:lnTo>
                    <a:pt x="2083699" y="2339245"/>
                  </a:lnTo>
                  <a:lnTo>
                    <a:pt x="2083885" y="2338090"/>
                  </a:lnTo>
                  <a:lnTo>
                    <a:pt x="2084072" y="2336935"/>
                  </a:lnTo>
                  <a:lnTo>
                    <a:pt x="2084259" y="2335779"/>
                  </a:lnTo>
                  <a:lnTo>
                    <a:pt x="2084446" y="2334500"/>
                  </a:lnTo>
                  <a:lnTo>
                    <a:pt x="2084633" y="2333271"/>
                  </a:lnTo>
                  <a:lnTo>
                    <a:pt x="2084820" y="2331950"/>
                  </a:lnTo>
                  <a:lnTo>
                    <a:pt x="2085007" y="2330779"/>
                  </a:lnTo>
                  <a:lnTo>
                    <a:pt x="2085194" y="2329755"/>
                  </a:lnTo>
                  <a:lnTo>
                    <a:pt x="2085381" y="2328988"/>
                  </a:lnTo>
                  <a:lnTo>
                    <a:pt x="2085568" y="2328386"/>
                  </a:lnTo>
                  <a:lnTo>
                    <a:pt x="2085755" y="2327981"/>
                  </a:lnTo>
                  <a:lnTo>
                    <a:pt x="2085942" y="2327503"/>
                  </a:lnTo>
                  <a:lnTo>
                    <a:pt x="2086128" y="2326851"/>
                  </a:lnTo>
                  <a:lnTo>
                    <a:pt x="2086315" y="2326059"/>
                  </a:lnTo>
                  <a:lnTo>
                    <a:pt x="2086502" y="2325407"/>
                  </a:lnTo>
                  <a:lnTo>
                    <a:pt x="2086689" y="2324953"/>
                  </a:lnTo>
                  <a:lnTo>
                    <a:pt x="2086876" y="2324738"/>
                  </a:lnTo>
                  <a:lnTo>
                    <a:pt x="2087063" y="2324705"/>
                  </a:lnTo>
                  <a:lnTo>
                    <a:pt x="2087250" y="2324829"/>
                  </a:lnTo>
                  <a:lnTo>
                    <a:pt x="2087437" y="2324829"/>
                  </a:lnTo>
                  <a:lnTo>
                    <a:pt x="2087624" y="2324648"/>
                  </a:lnTo>
                  <a:lnTo>
                    <a:pt x="2087811" y="2324350"/>
                  </a:lnTo>
                  <a:lnTo>
                    <a:pt x="2087998" y="2323864"/>
                  </a:lnTo>
                  <a:lnTo>
                    <a:pt x="2088185" y="2323327"/>
                  </a:lnTo>
                  <a:lnTo>
                    <a:pt x="2088372" y="2322642"/>
                  </a:lnTo>
                  <a:lnTo>
                    <a:pt x="2088558" y="2321875"/>
                  </a:lnTo>
                  <a:lnTo>
                    <a:pt x="2088745" y="2320975"/>
                  </a:lnTo>
                  <a:lnTo>
                    <a:pt x="2088932" y="2320373"/>
                  </a:lnTo>
                  <a:lnTo>
                    <a:pt x="2089119" y="2319762"/>
                  </a:lnTo>
                  <a:lnTo>
                    <a:pt x="2089306" y="2319464"/>
                  </a:lnTo>
                  <a:lnTo>
                    <a:pt x="2089493" y="2319020"/>
                  </a:lnTo>
                  <a:lnTo>
                    <a:pt x="2089680" y="2318164"/>
                  </a:lnTo>
                  <a:lnTo>
                    <a:pt x="2089867" y="2317252"/>
                  </a:lnTo>
                  <a:lnTo>
                    <a:pt x="2090054" y="2315561"/>
                  </a:lnTo>
                  <a:lnTo>
                    <a:pt x="2090241" y="2313546"/>
                  </a:lnTo>
                  <a:lnTo>
                    <a:pt x="2090428" y="2311541"/>
                  </a:lnTo>
                  <a:lnTo>
                    <a:pt x="2090615" y="2309045"/>
                  </a:lnTo>
                  <a:lnTo>
                    <a:pt x="2090802" y="2306571"/>
                  </a:lnTo>
                  <a:lnTo>
                    <a:pt x="2090988" y="2304088"/>
                  </a:lnTo>
                  <a:lnTo>
                    <a:pt x="2091175" y="2301581"/>
                  </a:lnTo>
                  <a:lnTo>
                    <a:pt x="2091362" y="2298868"/>
                  </a:lnTo>
                  <a:lnTo>
                    <a:pt x="2091549" y="2296181"/>
                  </a:lnTo>
                  <a:lnTo>
                    <a:pt x="2091736" y="2293117"/>
                  </a:lnTo>
                  <a:lnTo>
                    <a:pt x="2091923" y="2290084"/>
                  </a:lnTo>
                  <a:lnTo>
                    <a:pt x="2092110" y="2286974"/>
                  </a:lnTo>
                  <a:lnTo>
                    <a:pt x="2092297" y="2282198"/>
                  </a:lnTo>
                  <a:lnTo>
                    <a:pt x="2092484" y="2277378"/>
                  </a:lnTo>
                  <a:lnTo>
                    <a:pt x="2092671" y="2270941"/>
                  </a:lnTo>
                  <a:lnTo>
                    <a:pt x="2092858" y="2265957"/>
                  </a:lnTo>
                  <a:lnTo>
                    <a:pt x="2093045" y="2261741"/>
                  </a:lnTo>
                  <a:lnTo>
                    <a:pt x="2093231" y="2257639"/>
                  </a:lnTo>
                  <a:lnTo>
                    <a:pt x="2093418" y="2253852"/>
                  </a:lnTo>
                  <a:lnTo>
                    <a:pt x="2093605" y="2249817"/>
                  </a:lnTo>
                  <a:lnTo>
                    <a:pt x="2093792" y="2245757"/>
                  </a:lnTo>
                  <a:lnTo>
                    <a:pt x="2093979" y="2241474"/>
                  </a:lnTo>
                  <a:lnTo>
                    <a:pt x="2094166" y="2236944"/>
                  </a:lnTo>
                  <a:lnTo>
                    <a:pt x="2094353" y="2232537"/>
                  </a:lnTo>
                  <a:lnTo>
                    <a:pt x="2094540" y="2228519"/>
                  </a:lnTo>
                  <a:lnTo>
                    <a:pt x="2094727" y="2224739"/>
                  </a:lnTo>
                  <a:lnTo>
                    <a:pt x="2094914" y="2221628"/>
                  </a:lnTo>
                  <a:lnTo>
                    <a:pt x="2095101" y="2219161"/>
                  </a:lnTo>
                  <a:lnTo>
                    <a:pt x="2095288" y="2217115"/>
                  </a:lnTo>
                  <a:lnTo>
                    <a:pt x="2095475" y="2214804"/>
                  </a:lnTo>
                  <a:lnTo>
                    <a:pt x="2095661" y="2212312"/>
                  </a:lnTo>
                  <a:lnTo>
                    <a:pt x="2095848" y="2209265"/>
                  </a:lnTo>
                  <a:lnTo>
                    <a:pt x="2096035" y="2206222"/>
                  </a:lnTo>
                  <a:lnTo>
                    <a:pt x="2096222" y="2203801"/>
                  </a:lnTo>
                  <a:lnTo>
                    <a:pt x="2096409" y="2201544"/>
                  </a:lnTo>
                  <a:lnTo>
                    <a:pt x="2096596" y="2199381"/>
                  </a:lnTo>
                  <a:lnTo>
                    <a:pt x="2096783" y="2197603"/>
                  </a:lnTo>
                  <a:lnTo>
                    <a:pt x="2096970" y="2196278"/>
                  </a:lnTo>
                  <a:lnTo>
                    <a:pt x="2097157" y="2194953"/>
                  </a:lnTo>
                  <a:lnTo>
                    <a:pt x="2097344" y="2193570"/>
                  </a:lnTo>
                  <a:lnTo>
                    <a:pt x="2097531" y="2192092"/>
                  </a:lnTo>
                  <a:lnTo>
                    <a:pt x="2097718" y="2190391"/>
                  </a:lnTo>
                  <a:lnTo>
                    <a:pt x="2097904" y="2188587"/>
                  </a:lnTo>
                  <a:lnTo>
                    <a:pt x="2098091" y="2186709"/>
                  </a:lnTo>
                  <a:lnTo>
                    <a:pt x="2098278" y="2184749"/>
                  </a:lnTo>
                  <a:lnTo>
                    <a:pt x="2098465" y="2182599"/>
                  </a:lnTo>
                  <a:lnTo>
                    <a:pt x="2098652" y="2181142"/>
                  </a:lnTo>
                  <a:lnTo>
                    <a:pt x="2098839" y="2179805"/>
                  </a:lnTo>
                  <a:lnTo>
                    <a:pt x="2099026" y="2178282"/>
                  </a:lnTo>
                  <a:lnTo>
                    <a:pt x="2099213" y="2176886"/>
                  </a:lnTo>
                  <a:lnTo>
                    <a:pt x="2099400" y="2175700"/>
                  </a:lnTo>
                  <a:lnTo>
                    <a:pt x="2099587" y="2174741"/>
                  </a:lnTo>
                  <a:lnTo>
                    <a:pt x="2099774" y="2173733"/>
                  </a:lnTo>
                  <a:lnTo>
                    <a:pt x="2099961" y="2172678"/>
                  </a:lnTo>
                  <a:lnTo>
                    <a:pt x="2100148" y="2171491"/>
                  </a:lnTo>
                  <a:lnTo>
                    <a:pt x="2100334" y="2170137"/>
                  </a:lnTo>
                  <a:lnTo>
                    <a:pt x="2100521" y="2168761"/>
                  </a:lnTo>
                  <a:lnTo>
                    <a:pt x="2100708" y="2167313"/>
                  </a:lnTo>
                  <a:lnTo>
                    <a:pt x="2100895" y="2165727"/>
                  </a:lnTo>
                  <a:lnTo>
                    <a:pt x="2101082" y="2164120"/>
                  </a:lnTo>
                  <a:lnTo>
                    <a:pt x="2101269" y="2162672"/>
                  </a:lnTo>
                  <a:lnTo>
                    <a:pt x="2101456" y="2161278"/>
                  </a:lnTo>
                  <a:lnTo>
                    <a:pt x="2101643" y="2159803"/>
                  </a:lnTo>
                  <a:lnTo>
                    <a:pt x="2101830" y="2157657"/>
                  </a:lnTo>
                  <a:lnTo>
                    <a:pt x="2102017" y="2155545"/>
                  </a:lnTo>
                  <a:lnTo>
                    <a:pt x="2102204" y="2153251"/>
                  </a:lnTo>
                  <a:lnTo>
                    <a:pt x="2102391" y="2151270"/>
                  </a:lnTo>
                  <a:lnTo>
                    <a:pt x="2102578" y="2149488"/>
                  </a:lnTo>
                  <a:lnTo>
                    <a:pt x="2102764" y="2147879"/>
                  </a:lnTo>
                  <a:lnTo>
                    <a:pt x="2102951" y="2146534"/>
                  </a:lnTo>
                  <a:lnTo>
                    <a:pt x="2103138" y="2145321"/>
                  </a:lnTo>
                  <a:lnTo>
                    <a:pt x="2103325" y="2144265"/>
                  </a:lnTo>
                  <a:lnTo>
                    <a:pt x="2103512" y="2143505"/>
                  </a:lnTo>
                  <a:lnTo>
                    <a:pt x="2103699" y="2143027"/>
                  </a:lnTo>
                  <a:lnTo>
                    <a:pt x="2103886" y="2142655"/>
                  </a:lnTo>
                  <a:lnTo>
                    <a:pt x="2104073" y="2142325"/>
                  </a:lnTo>
                  <a:lnTo>
                    <a:pt x="2104260" y="2142202"/>
                  </a:lnTo>
                  <a:lnTo>
                    <a:pt x="2104447" y="2142202"/>
                  </a:lnTo>
                  <a:lnTo>
                    <a:pt x="2104634" y="2142317"/>
                  </a:lnTo>
                  <a:lnTo>
                    <a:pt x="2104821" y="2142614"/>
                  </a:lnTo>
                  <a:lnTo>
                    <a:pt x="2105007" y="2142928"/>
                  </a:lnTo>
                  <a:lnTo>
                    <a:pt x="2105194" y="2143093"/>
                  </a:lnTo>
                  <a:lnTo>
                    <a:pt x="2105381" y="2143093"/>
                  </a:lnTo>
                  <a:lnTo>
                    <a:pt x="2105568" y="2143093"/>
                  </a:lnTo>
                  <a:lnTo>
                    <a:pt x="2105755" y="2142953"/>
                  </a:lnTo>
                  <a:lnTo>
                    <a:pt x="2105942" y="2142680"/>
                  </a:lnTo>
                  <a:lnTo>
                    <a:pt x="2106129" y="2142350"/>
                  </a:lnTo>
                  <a:lnTo>
                    <a:pt x="2106316" y="2142020"/>
                  </a:lnTo>
                  <a:lnTo>
                    <a:pt x="2106503" y="2141706"/>
                  </a:lnTo>
                  <a:lnTo>
                    <a:pt x="2106690" y="2141541"/>
                  </a:lnTo>
                  <a:lnTo>
                    <a:pt x="2106877" y="2141228"/>
                  </a:lnTo>
                  <a:lnTo>
                    <a:pt x="2107064" y="2140898"/>
                  </a:lnTo>
                  <a:lnTo>
                    <a:pt x="2107251" y="2140568"/>
                  </a:lnTo>
                  <a:lnTo>
                    <a:pt x="2107437" y="2140163"/>
                  </a:lnTo>
                  <a:lnTo>
                    <a:pt x="2107624" y="2139668"/>
                  </a:lnTo>
                  <a:lnTo>
                    <a:pt x="2107811" y="2139322"/>
                  </a:lnTo>
                  <a:lnTo>
                    <a:pt x="2107998" y="2139016"/>
                  </a:lnTo>
                  <a:lnTo>
                    <a:pt x="2108185" y="2138876"/>
                  </a:lnTo>
                  <a:lnTo>
                    <a:pt x="2108372" y="2138711"/>
                  </a:lnTo>
                  <a:lnTo>
                    <a:pt x="2108559" y="2138546"/>
                  </a:lnTo>
                  <a:lnTo>
                    <a:pt x="2108746" y="2138373"/>
                  </a:lnTo>
                  <a:lnTo>
                    <a:pt x="2108933" y="2137775"/>
                  </a:lnTo>
                  <a:lnTo>
                    <a:pt x="2109120" y="2137324"/>
                  </a:lnTo>
                  <a:lnTo>
                    <a:pt x="2109307" y="2136663"/>
                  </a:lnTo>
                  <a:lnTo>
                    <a:pt x="2109494" y="2135942"/>
                  </a:lnTo>
                  <a:lnTo>
                    <a:pt x="2109681" y="2135388"/>
                  </a:lnTo>
                  <a:lnTo>
                    <a:pt x="2109867" y="2134850"/>
                  </a:lnTo>
                  <a:lnTo>
                    <a:pt x="2110054" y="2134205"/>
                  </a:lnTo>
                  <a:lnTo>
                    <a:pt x="2110241" y="2133494"/>
                  </a:lnTo>
                  <a:lnTo>
                    <a:pt x="2110428" y="2132709"/>
                  </a:lnTo>
                  <a:lnTo>
                    <a:pt x="2110615" y="2131716"/>
                  </a:lnTo>
                  <a:lnTo>
                    <a:pt x="2110802" y="2130545"/>
                  </a:lnTo>
                  <a:lnTo>
                    <a:pt x="2110989" y="2129346"/>
                  </a:lnTo>
                  <a:lnTo>
                    <a:pt x="2111176" y="2128091"/>
                  </a:lnTo>
                  <a:lnTo>
                    <a:pt x="2111363" y="2127010"/>
                  </a:lnTo>
                  <a:lnTo>
                    <a:pt x="2111550" y="2125678"/>
                  </a:lnTo>
                  <a:lnTo>
                    <a:pt x="2111737" y="2124498"/>
                  </a:lnTo>
                  <a:lnTo>
                    <a:pt x="2111924" y="2123300"/>
                  </a:lnTo>
                  <a:lnTo>
                    <a:pt x="2112110" y="2122461"/>
                  </a:lnTo>
                  <a:lnTo>
                    <a:pt x="2112297" y="2122160"/>
                  </a:lnTo>
                  <a:lnTo>
                    <a:pt x="2112484" y="2122106"/>
                  </a:lnTo>
                  <a:lnTo>
                    <a:pt x="2112671" y="2122100"/>
                  </a:lnTo>
                  <a:lnTo>
                    <a:pt x="2112858" y="2122363"/>
                  </a:lnTo>
                  <a:lnTo>
                    <a:pt x="2113045" y="2122935"/>
                  </a:lnTo>
                  <a:lnTo>
                    <a:pt x="2113232" y="2123817"/>
                  </a:lnTo>
                  <a:lnTo>
                    <a:pt x="2113419" y="2124797"/>
                  </a:lnTo>
                  <a:lnTo>
                    <a:pt x="2113606" y="2125794"/>
                  </a:lnTo>
                  <a:lnTo>
                    <a:pt x="2113793" y="2126824"/>
                  </a:lnTo>
                  <a:lnTo>
                    <a:pt x="2113980" y="2127965"/>
                  </a:lnTo>
                  <a:lnTo>
                    <a:pt x="2114167" y="2128618"/>
                  </a:lnTo>
                  <a:lnTo>
                    <a:pt x="2114354" y="2129190"/>
                  </a:lnTo>
                  <a:lnTo>
                    <a:pt x="2114540" y="2130301"/>
                  </a:lnTo>
                  <a:lnTo>
                    <a:pt x="2114727" y="2131307"/>
                  </a:lnTo>
                  <a:lnTo>
                    <a:pt x="2114914" y="2131755"/>
                  </a:lnTo>
                  <a:lnTo>
                    <a:pt x="2115101" y="2131974"/>
                  </a:lnTo>
                  <a:lnTo>
                    <a:pt x="2115288" y="2131796"/>
                  </a:lnTo>
                  <a:lnTo>
                    <a:pt x="2115475" y="2131373"/>
                  </a:lnTo>
                  <a:lnTo>
                    <a:pt x="2115662" y="2130690"/>
                  </a:lnTo>
                  <a:lnTo>
                    <a:pt x="2115849" y="2129891"/>
                  </a:lnTo>
                  <a:lnTo>
                    <a:pt x="2116036" y="2128900"/>
                  </a:lnTo>
                  <a:lnTo>
                    <a:pt x="2116223" y="2127984"/>
                  </a:lnTo>
                  <a:lnTo>
                    <a:pt x="2116410" y="2127141"/>
                  </a:lnTo>
                  <a:lnTo>
                    <a:pt x="2116597" y="2126273"/>
                  </a:lnTo>
                  <a:lnTo>
                    <a:pt x="2116783" y="2125376"/>
                  </a:lnTo>
                  <a:lnTo>
                    <a:pt x="2116970" y="2124428"/>
                  </a:lnTo>
                  <a:lnTo>
                    <a:pt x="2117157" y="2123891"/>
                  </a:lnTo>
                  <a:lnTo>
                    <a:pt x="2117344" y="2123231"/>
                  </a:lnTo>
                  <a:lnTo>
                    <a:pt x="2117531" y="2122365"/>
                  </a:lnTo>
                  <a:lnTo>
                    <a:pt x="2117718" y="2121870"/>
                  </a:lnTo>
                  <a:lnTo>
                    <a:pt x="2117905" y="2121308"/>
                  </a:lnTo>
                  <a:lnTo>
                    <a:pt x="2118092" y="2120780"/>
                  </a:lnTo>
                  <a:lnTo>
                    <a:pt x="2118279" y="2120574"/>
                  </a:lnTo>
                  <a:lnTo>
                    <a:pt x="2118466" y="2120302"/>
                  </a:lnTo>
                  <a:lnTo>
                    <a:pt x="2118653" y="2119807"/>
                  </a:lnTo>
                  <a:lnTo>
                    <a:pt x="2118840" y="2119328"/>
                  </a:lnTo>
                  <a:lnTo>
                    <a:pt x="2119027" y="2118734"/>
                  </a:lnTo>
                  <a:lnTo>
                    <a:pt x="2119213" y="2118181"/>
                  </a:lnTo>
                  <a:lnTo>
                    <a:pt x="2119400" y="2117686"/>
                  </a:lnTo>
                  <a:lnTo>
                    <a:pt x="2119587" y="2117339"/>
                  </a:lnTo>
                  <a:lnTo>
                    <a:pt x="2119774" y="2117149"/>
                  </a:lnTo>
                  <a:lnTo>
                    <a:pt x="2119961" y="2117265"/>
                  </a:lnTo>
                  <a:lnTo>
                    <a:pt x="2120148" y="2117628"/>
                  </a:lnTo>
                  <a:lnTo>
                    <a:pt x="2120335" y="2118338"/>
                  </a:lnTo>
                  <a:lnTo>
                    <a:pt x="2120522" y="2119163"/>
                  </a:lnTo>
                  <a:lnTo>
                    <a:pt x="2120709" y="2120054"/>
                  </a:lnTo>
                  <a:lnTo>
                    <a:pt x="2120896" y="2121044"/>
                  </a:lnTo>
                  <a:lnTo>
                    <a:pt x="2121083" y="2121919"/>
                  </a:lnTo>
                  <a:lnTo>
                    <a:pt x="2121270" y="2123091"/>
                  </a:lnTo>
                  <a:lnTo>
                    <a:pt x="2121457" y="2124411"/>
                  </a:lnTo>
                  <a:lnTo>
                    <a:pt x="2121643" y="2125731"/>
                  </a:lnTo>
                  <a:lnTo>
                    <a:pt x="2121830" y="2127291"/>
                  </a:lnTo>
                  <a:lnTo>
                    <a:pt x="2122017" y="2129016"/>
                  </a:lnTo>
                  <a:lnTo>
                    <a:pt x="2122204" y="2130831"/>
                  </a:lnTo>
                  <a:lnTo>
                    <a:pt x="2122391" y="2132498"/>
                  </a:lnTo>
                  <a:lnTo>
                    <a:pt x="2122578" y="2134016"/>
                  </a:lnTo>
                  <a:lnTo>
                    <a:pt x="2122765" y="2135386"/>
                  </a:lnTo>
                  <a:lnTo>
                    <a:pt x="2122952" y="2136508"/>
                  </a:lnTo>
                  <a:lnTo>
                    <a:pt x="2123139" y="2137408"/>
                  </a:lnTo>
                  <a:lnTo>
                    <a:pt x="2123326" y="2138381"/>
                  </a:lnTo>
                  <a:lnTo>
                    <a:pt x="2123513" y="2139512"/>
                  </a:lnTo>
                  <a:lnTo>
                    <a:pt x="2123700" y="2140667"/>
                  </a:lnTo>
                  <a:lnTo>
                    <a:pt x="2123886" y="2141732"/>
                  </a:lnTo>
                  <a:lnTo>
                    <a:pt x="2124073" y="2142375"/>
                  </a:lnTo>
                  <a:lnTo>
                    <a:pt x="2124260" y="2142870"/>
                  </a:lnTo>
                  <a:lnTo>
                    <a:pt x="2124447" y="2143366"/>
                  </a:lnTo>
                  <a:lnTo>
                    <a:pt x="2124634" y="2143621"/>
                  </a:lnTo>
                  <a:lnTo>
                    <a:pt x="2124821" y="2143786"/>
                  </a:lnTo>
                  <a:lnTo>
                    <a:pt x="2125008" y="2144191"/>
                  </a:lnTo>
                  <a:lnTo>
                    <a:pt x="2125195" y="2144818"/>
                  </a:lnTo>
                  <a:lnTo>
                    <a:pt x="2125382" y="2145519"/>
                  </a:lnTo>
                  <a:lnTo>
                    <a:pt x="2125569" y="2146113"/>
                  </a:lnTo>
                  <a:lnTo>
                    <a:pt x="2125756" y="2146724"/>
                  </a:lnTo>
                  <a:lnTo>
                    <a:pt x="2125943" y="2147384"/>
                  </a:lnTo>
                  <a:lnTo>
                    <a:pt x="2126130" y="2148251"/>
                  </a:lnTo>
                  <a:lnTo>
                    <a:pt x="2126316" y="2148960"/>
                  </a:lnTo>
                  <a:lnTo>
                    <a:pt x="2126503" y="2149951"/>
                  </a:lnTo>
                  <a:lnTo>
                    <a:pt x="2126690" y="2150521"/>
                  </a:lnTo>
                  <a:lnTo>
                    <a:pt x="2126877" y="2151885"/>
                  </a:lnTo>
                  <a:lnTo>
                    <a:pt x="2127064" y="2153531"/>
                  </a:lnTo>
                  <a:lnTo>
                    <a:pt x="2127251" y="2155084"/>
                  </a:lnTo>
                  <a:lnTo>
                    <a:pt x="2127438" y="2157380"/>
                  </a:lnTo>
                  <a:lnTo>
                    <a:pt x="2127625" y="2160032"/>
                  </a:lnTo>
                  <a:lnTo>
                    <a:pt x="2127812" y="2162756"/>
                  </a:lnTo>
                  <a:lnTo>
                    <a:pt x="2127999" y="2165964"/>
                  </a:lnTo>
                  <a:lnTo>
                    <a:pt x="2128186" y="2169389"/>
                  </a:lnTo>
                  <a:lnTo>
                    <a:pt x="2128373" y="2172728"/>
                  </a:lnTo>
                  <a:lnTo>
                    <a:pt x="2128560" y="2175922"/>
                  </a:lnTo>
                  <a:lnTo>
                    <a:pt x="2128746" y="2179295"/>
                  </a:lnTo>
                  <a:lnTo>
                    <a:pt x="2128933" y="2182484"/>
                  </a:lnTo>
                  <a:lnTo>
                    <a:pt x="2129120" y="2185739"/>
                  </a:lnTo>
                  <a:lnTo>
                    <a:pt x="2129307" y="2188730"/>
                  </a:lnTo>
                  <a:lnTo>
                    <a:pt x="2129494" y="2191711"/>
                  </a:lnTo>
                  <a:lnTo>
                    <a:pt x="2129681" y="2195891"/>
                  </a:lnTo>
                  <a:lnTo>
                    <a:pt x="2129868" y="2199836"/>
                  </a:lnTo>
                  <a:lnTo>
                    <a:pt x="2130055" y="2204688"/>
                  </a:lnTo>
                  <a:lnTo>
                    <a:pt x="2130242" y="2208335"/>
                  </a:lnTo>
                  <a:lnTo>
                    <a:pt x="2130429" y="2211141"/>
                  </a:lnTo>
                  <a:lnTo>
                    <a:pt x="2130616" y="2213633"/>
                  </a:lnTo>
                  <a:lnTo>
                    <a:pt x="2130803" y="2215465"/>
                  </a:lnTo>
                  <a:lnTo>
                    <a:pt x="2130989" y="2217206"/>
                  </a:lnTo>
                  <a:lnTo>
                    <a:pt x="2131176" y="2218848"/>
                  </a:lnTo>
                  <a:lnTo>
                    <a:pt x="2131363" y="2220944"/>
                  </a:lnTo>
                  <a:lnTo>
                    <a:pt x="2131550" y="2223164"/>
                  </a:lnTo>
                  <a:lnTo>
                    <a:pt x="2131737" y="2225276"/>
                  </a:lnTo>
                  <a:lnTo>
                    <a:pt x="2131924" y="2227207"/>
                  </a:lnTo>
                  <a:lnTo>
                    <a:pt x="2132111" y="2229072"/>
                  </a:lnTo>
                  <a:lnTo>
                    <a:pt x="2132298" y="2230590"/>
                  </a:lnTo>
                  <a:lnTo>
                    <a:pt x="2132485" y="2232034"/>
                  </a:lnTo>
                  <a:lnTo>
                    <a:pt x="2132672" y="2233503"/>
                  </a:lnTo>
                  <a:lnTo>
                    <a:pt x="2132859" y="2235112"/>
                  </a:lnTo>
                  <a:lnTo>
                    <a:pt x="2133046" y="2236862"/>
                  </a:lnTo>
                  <a:lnTo>
                    <a:pt x="2133233" y="2238801"/>
                  </a:lnTo>
                  <a:lnTo>
                    <a:pt x="2133419" y="2240847"/>
                  </a:lnTo>
                  <a:lnTo>
                    <a:pt x="2133606" y="2242580"/>
                  </a:lnTo>
                  <a:lnTo>
                    <a:pt x="2133793" y="2243975"/>
                  </a:lnTo>
                  <a:lnTo>
                    <a:pt x="2133980" y="2245592"/>
                  </a:lnTo>
                  <a:lnTo>
                    <a:pt x="2134167" y="2247036"/>
                  </a:lnTo>
                  <a:lnTo>
                    <a:pt x="2134354" y="2248233"/>
                  </a:lnTo>
                  <a:lnTo>
                    <a:pt x="2134541" y="2249553"/>
                  </a:lnTo>
                  <a:lnTo>
                    <a:pt x="2134728" y="2251022"/>
                  </a:lnTo>
                  <a:lnTo>
                    <a:pt x="2134915" y="2252788"/>
                  </a:lnTo>
                  <a:lnTo>
                    <a:pt x="2135102" y="2254735"/>
                  </a:lnTo>
                  <a:lnTo>
                    <a:pt x="2135289" y="2256781"/>
                  </a:lnTo>
                  <a:lnTo>
                    <a:pt x="2135476" y="2258820"/>
                  </a:lnTo>
                  <a:lnTo>
                    <a:pt x="2135662" y="2260940"/>
                  </a:lnTo>
                  <a:lnTo>
                    <a:pt x="2135849" y="2263251"/>
                  </a:lnTo>
                  <a:lnTo>
                    <a:pt x="2136036" y="2264895"/>
                  </a:lnTo>
                  <a:lnTo>
                    <a:pt x="2136223" y="2266279"/>
                  </a:lnTo>
                  <a:lnTo>
                    <a:pt x="2136410" y="2267688"/>
                  </a:lnTo>
                  <a:lnTo>
                    <a:pt x="2136597" y="2269343"/>
                  </a:lnTo>
                  <a:lnTo>
                    <a:pt x="2136784" y="2270987"/>
                  </a:lnTo>
                  <a:lnTo>
                    <a:pt x="2136971" y="2272672"/>
                  </a:lnTo>
                  <a:lnTo>
                    <a:pt x="2137158" y="2274339"/>
                  </a:lnTo>
                  <a:lnTo>
                    <a:pt x="2137345" y="2276055"/>
                  </a:lnTo>
                  <a:lnTo>
                    <a:pt x="2137532" y="2277770"/>
                  </a:lnTo>
                  <a:lnTo>
                    <a:pt x="2137719" y="2279371"/>
                  </a:lnTo>
                  <a:lnTo>
                    <a:pt x="2137906" y="2280912"/>
                  </a:lnTo>
                  <a:lnTo>
                    <a:pt x="2138092" y="2282525"/>
                  </a:lnTo>
                  <a:lnTo>
                    <a:pt x="2138279" y="2284409"/>
                  </a:lnTo>
                  <a:lnTo>
                    <a:pt x="2138466" y="2286329"/>
                  </a:lnTo>
                  <a:lnTo>
                    <a:pt x="2138653" y="2287942"/>
                  </a:lnTo>
                  <a:lnTo>
                    <a:pt x="2138840" y="2289592"/>
                  </a:lnTo>
                  <a:lnTo>
                    <a:pt x="2139027" y="2291439"/>
                  </a:lnTo>
                  <a:lnTo>
                    <a:pt x="2139214" y="2294079"/>
                  </a:lnTo>
                  <a:lnTo>
                    <a:pt x="2139401" y="2296604"/>
                  </a:lnTo>
                  <a:lnTo>
                    <a:pt x="2139588" y="2299245"/>
                  </a:lnTo>
                  <a:lnTo>
                    <a:pt x="2139775" y="2301720"/>
                  </a:lnTo>
                  <a:lnTo>
                    <a:pt x="2139962" y="2303998"/>
                  </a:lnTo>
                  <a:lnTo>
                    <a:pt x="2140149" y="2306102"/>
                  </a:lnTo>
                  <a:lnTo>
                    <a:pt x="2140336" y="2308033"/>
                  </a:lnTo>
                  <a:lnTo>
                    <a:pt x="2140522" y="2309848"/>
                  </a:lnTo>
                  <a:lnTo>
                    <a:pt x="2140709" y="2311433"/>
                  </a:lnTo>
                  <a:lnTo>
                    <a:pt x="2140896" y="2312687"/>
                  </a:lnTo>
                  <a:lnTo>
                    <a:pt x="2141083" y="2313529"/>
                  </a:lnTo>
                  <a:lnTo>
                    <a:pt x="2141270" y="2314230"/>
                  </a:lnTo>
                  <a:lnTo>
                    <a:pt x="2141457" y="2314890"/>
                  </a:lnTo>
                  <a:lnTo>
                    <a:pt x="2141644" y="2315270"/>
                  </a:lnTo>
                  <a:lnTo>
                    <a:pt x="2141831" y="2315435"/>
                  </a:lnTo>
                  <a:lnTo>
                    <a:pt x="2142018" y="2315484"/>
                  </a:lnTo>
                  <a:lnTo>
                    <a:pt x="2142205" y="2315311"/>
                  </a:lnTo>
                  <a:lnTo>
                    <a:pt x="2142392" y="2314981"/>
                  </a:lnTo>
                  <a:lnTo>
                    <a:pt x="2142579" y="2314651"/>
                  </a:lnTo>
                  <a:lnTo>
                    <a:pt x="2142765" y="2314486"/>
                  </a:lnTo>
                  <a:lnTo>
                    <a:pt x="2142952" y="2314222"/>
                  </a:lnTo>
                  <a:lnTo>
                    <a:pt x="2143139" y="2313941"/>
                  </a:lnTo>
                  <a:lnTo>
                    <a:pt x="2143326" y="2313776"/>
                  </a:lnTo>
                  <a:lnTo>
                    <a:pt x="2143513" y="2313743"/>
                  </a:lnTo>
                  <a:lnTo>
                    <a:pt x="2143700" y="2313743"/>
                  </a:lnTo>
                  <a:lnTo>
                    <a:pt x="2143887" y="2313727"/>
                  </a:lnTo>
                  <a:lnTo>
                    <a:pt x="2144074" y="2313562"/>
                  </a:lnTo>
                  <a:lnTo>
                    <a:pt x="2144261" y="2313545"/>
                  </a:lnTo>
                  <a:lnTo>
                    <a:pt x="2144448" y="2313620"/>
                  </a:lnTo>
                  <a:lnTo>
                    <a:pt x="2144635" y="2313785"/>
                  </a:lnTo>
                  <a:lnTo>
                    <a:pt x="2144822" y="2314024"/>
                  </a:lnTo>
                  <a:lnTo>
                    <a:pt x="2145009" y="2314354"/>
                  </a:lnTo>
                  <a:lnTo>
                    <a:pt x="2145195" y="2314684"/>
                  </a:lnTo>
                  <a:lnTo>
                    <a:pt x="2145382" y="2315014"/>
                  </a:lnTo>
                  <a:lnTo>
                    <a:pt x="2145569" y="2315319"/>
                  </a:lnTo>
                  <a:lnTo>
                    <a:pt x="2145756" y="2315748"/>
                  </a:lnTo>
                  <a:lnTo>
                    <a:pt x="2145943" y="2316244"/>
                  </a:lnTo>
                  <a:lnTo>
                    <a:pt x="2146130" y="2316747"/>
                  </a:lnTo>
                  <a:lnTo>
                    <a:pt x="2146317" y="2317407"/>
                  </a:lnTo>
                  <a:lnTo>
                    <a:pt x="2146504" y="2318100"/>
                  </a:lnTo>
                  <a:lnTo>
                    <a:pt x="2146691" y="2319074"/>
                  </a:lnTo>
                  <a:lnTo>
                    <a:pt x="2146878" y="2320064"/>
                  </a:lnTo>
                  <a:lnTo>
                    <a:pt x="2147065" y="2320906"/>
                  </a:lnTo>
                  <a:lnTo>
                    <a:pt x="2147252" y="2321731"/>
                  </a:lnTo>
                  <a:lnTo>
                    <a:pt x="2147438" y="2322441"/>
                  </a:lnTo>
                  <a:lnTo>
                    <a:pt x="2147625" y="2322944"/>
                  </a:lnTo>
                  <a:lnTo>
                    <a:pt x="2147812" y="2323464"/>
                  </a:lnTo>
                  <a:lnTo>
                    <a:pt x="2147999" y="2323976"/>
                  </a:lnTo>
                  <a:lnTo>
                    <a:pt x="2148186" y="2324636"/>
                  </a:lnTo>
                  <a:lnTo>
                    <a:pt x="2148373" y="2325040"/>
                  </a:lnTo>
                  <a:lnTo>
                    <a:pt x="2148560" y="2325205"/>
                  </a:lnTo>
                  <a:lnTo>
                    <a:pt x="2148747" y="2325787"/>
                  </a:lnTo>
                  <a:lnTo>
                    <a:pt x="2148934" y="2326223"/>
                  </a:lnTo>
                  <a:lnTo>
                    <a:pt x="2149121" y="2326886"/>
                  </a:lnTo>
                  <a:lnTo>
                    <a:pt x="2149308" y="2327232"/>
                  </a:lnTo>
                  <a:lnTo>
                    <a:pt x="2149495" y="2327336"/>
                  </a:lnTo>
                  <a:lnTo>
                    <a:pt x="2149682" y="2327295"/>
                  </a:lnTo>
                  <a:lnTo>
                    <a:pt x="2149868" y="2327253"/>
                  </a:lnTo>
                  <a:lnTo>
                    <a:pt x="2150055" y="2327211"/>
                  </a:lnTo>
                  <a:lnTo>
                    <a:pt x="2150242" y="2327155"/>
                  </a:lnTo>
                  <a:lnTo>
                    <a:pt x="2150429" y="2327072"/>
                  </a:lnTo>
                  <a:lnTo>
                    <a:pt x="2150616" y="2326848"/>
                  </a:lnTo>
                  <a:lnTo>
                    <a:pt x="2150803" y="2326570"/>
                  </a:lnTo>
                  <a:lnTo>
                    <a:pt x="2150990" y="2326251"/>
                  </a:lnTo>
                  <a:lnTo>
                    <a:pt x="2151177" y="2325930"/>
                  </a:lnTo>
                  <a:lnTo>
                    <a:pt x="2151364" y="2325586"/>
                  </a:lnTo>
                  <a:lnTo>
                    <a:pt x="2151551" y="2325269"/>
                  </a:lnTo>
                  <a:lnTo>
                    <a:pt x="2151738" y="2324842"/>
                  </a:lnTo>
                  <a:lnTo>
                    <a:pt x="2151925" y="2324313"/>
                  </a:lnTo>
                  <a:lnTo>
                    <a:pt x="2152112" y="2324171"/>
                  </a:lnTo>
                  <a:lnTo>
                    <a:pt x="2152298" y="2324514"/>
                  </a:lnTo>
                  <a:lnTo>
                    <a:pt x="2152485" y="2324514"/>
                  </a:lnTo>
                  <a:lnTo>
                    <a:pt x="2152672" y="2324646"/>
                  </a:lnTo>
                  <a:lnTo>
                    <a:pt x="2152859" y="2324976"/>
                  </a:lnTo>
                  <a:lnTo>
                    <a:pt x="2153046" y="2325463"/>
                  </a:lnTo>
                  <a:lnTo>
                    <a:pt x="2153233" y="2325958"/>
                  </a:lnTo>
                  <a:lnTo>
                    <a:pt x="2153420" y="2326585"/>
                  </a:lnTo>
                  <a:lnTo>
                    <a:pt x="2153607" y="2327221"/>
                  </a:lnTo>
                  <a:lnTo>
                    <a:pt x="2153794" y="2327749"/>
                  </a:lnTo>
                  <a:lnTo>
                    <a:pt x="2153981" y="2328318"/>
                  </a:lnTo>
                  <a:lnTo>
                    <a:pt x="2154168" y="2328780"/>
                  </a:lnTo>
                  <a:lnTo>
                    <a:pt x="2154355" y="2329325"/>
                  </a:lnTo>
                  <a:lnTo>
                    <a:pt x="2154541" y="2330150"/>
                  </a:lnTo>
                  <a:lnTo>
                    <a:pt x="2154728" y="2330975"/>
                  </a:lnTo>
                  <a:lnTo>
                    <a:pt x="2154915" y="2331850"/>
                  </a:lnTo>
                  <a:lnTo>
                    <a:pt x="2155102" y="2332345"/>
                  </a:lnTo>
                  <a:lnTo>
                    <a:pt x="2155289" y="2332906"/>
                  </a:lnTo>
                  <a:lnTo>
                    <a:pt x="2155476" y="2333269"/>
                  </a:lnTo>
                  <a:lnTo>
                    <a:pt x="2155663" y="2333443"/>
                  </a:lnTo>
                  <a:lnTo>
                    <a:pt x="2155850" y="2333632"/>
                  </a:lnTo>
                  <a:lnTo>
                    <a:pt x="2156037" y="2333963"/>
                  </a:lnTo>
                  <a:lnTo>
                    <a:pt x="2156224" y="2334161"/>
                  </a:lnTo>
                  <a:lnTo>
                    <a:pt x="2156411" y="2334350"/>
                  </a:lnTo>
                  <a:lnTo>
                    <a:pt x="2156598" y="2334573"/>
                  </a:lnTo>
                  <a:lnTo>
                    <a:pt x="2156785" y="2334829"/>
                  </a:lnTo>
                  <a:lnTo>
                    <a:pt x="2156971" y="2335324"/>
                  </a:lnTo>
                  <a:lnTo>
                    <a:pt x="2157158" y="2335819"/>
                  </a:lnTo>
                  <a:lnTo>
                    <a:pt x="2157345" y="2336314"/>
                  </a:lnTo>
                  <a:lnTo>
                    <a:pt x="2157532" y="2336809"/>
                  </a:lnTo>
                  <a:lnTo>
                    <a:pt x="2157719" y="2337181"/>
                  </a:lnTo>
                  <a:lnTo>
                    <a:pt x="2157906" y="2337511"/>
                  </a:lnTo>
                  <a:lnTo>
                    <a:pt x="2158093" y="2337775"/>
                  </a:lnTo>
                  <a:lnTo>
                    <a:pt x="2158280" y="2338105"/>
                  </a:lnTo>
                  <a:lnTo>
                    <a:pt x="2158467" y="2338427"/>
                  </a:lnTo>
                  <a:lnTo>
                    <a:pt x="2158654" y="2338575"/>
                  </a:lnTo>
                  <a:lnTo>
                    <a:pt x="2158841" y="2338575"/>
                  </a:lnTo>
                  <a:lnTo>
                    <a:pt x="2159028" y="2338575"/>
                  </a:lnTo>
                  <a:lnTo>
                    <a:pt x="2159215" y="2338575"/>
                  </a:lnTo>
                  <a:lnTo>
                    <a:pt x="2159401" y="2338575"/>
                  </a:lnTo>
                  <a:lnTo>
                    <a:pt x="2159588" y="2338575"/>
                  </a:lnTo>
                  <a:lnTo>
                    <a:pt x="2159775" y="2338575"/>
                  </a:lnTo>
                  <a:lnTo>
                    <a:pt x="2159962" y="2338575"/>
                  </a:lnTo>
                  <a:lnTo>
                    <a:pt x="2160149" y="2338575"/>
                  </a:lnTo>
                  <a:lnTo>
                    <a:pt x="2160336" y="2338575"/>
                  </a:lnTo>
                  <a:lnTo>
                    <a:pt x="2160523" y="2338575"/>
                  </a:lnTo>
                  <a:lnTo>
                    <a:pt x="2160710" y="2338575"/>
                  </a:lnTo>
                  <a:lnTo>
                    <a:pt x="2160897" y="2338592"/>
                  </a:lnTo>
                  <a:lnTo>
                    <a:pt x="2161084" y="2338757"/>
                  </a:lnTo>
                  <a:lnTo>
                    <a:pt x="2161271" y="2338930"/>
                  </a:lnTo>
                  <a:lnTo>
                    <a:pt x="2161458" y="2339277"/>
                  </a:lnTo>
                  <a:lnTo>
                    <a:pt x="2161644" y="2339772"/>
                  </a:lnTo>
                  <a:lnTo>
                    <a:pt x="2161831" y="2340160"/>
                  </a:lnTo>
                  <a:lnTo>
                    <a:pt x="2162018" y="2340490"/>
                  </a:lnTo>
                  <a:lnTo>
                    <a:pt x="2162205" y="2340820"/>
                  </a:lnTo>
                  <a:lnTo>
                    <a:pt x="2162392" y="2341150"/>
                  </a:lnTo>
                  <a:lnTo>
                    <a:pt x="2162579" y="2341480"/>
                  </a:lnTo>
                  <a:lnTo>
                    <a:pt x="2162766" y="2341926"/>
                  </a:lnTo>
                  <a:lnTo>
                    <a:pt x="2162953" y="2342363"/>
                  </a:lnTo>
                  <a:lnTo>
                    <a:pt x="2163140" y="2342767"/>
                  </a:lnTo>
                  <a:lnTo>
                    <a:pt x="2163327" y="2343262"/>
                  </a:lnTo>
                  <a:lnTo>
                    <a:pt x="2163514" y="2343840"/>
                  </a:lnTo>
                  <a:lnTo>
                    <a:pt x="2163701" y="2344484"/>
                  </a:lnTo>
                  <a:lnTo>
                    <a:pt x="2163888" y="2344979"/>
                  </a:lnTo>
                  <a:lnTo>
                    <a:pt x="2164074" y="2345606"/>
                  </a:lnTo>
                  <a:lnTo>
                    <a:pt x="2164261" y="2345636"/>
                  </a:lnTo>
                  <a:lnTo>
                    <a:pt x="2164448" y="2345554"/>
                  </a:lnTo>
                  <a:lnTo>
                    <a:pt x="2164635" y="2345549"/>
                  </a:lnTo>
                  <a:lnTo>
                    <a:pt x="2164822" y="2345753"/>
                  </a:lnTo>
                  <a:lnTo>
                    <a:pt x="2165009" y="2345999"/>
                  </a:lnTo>
                  <a:lnTo>
                    <a:pt x="2165196" y="2346096"/>
                  </a:lnTo>
                  <a:lnTo>
                    <a:pt x="2165383" y="2346054"/>
                  </a:lnTo>
                  <a:lnTo>
                    <a:pt x="2165570" y="2345927"/>
                  </a:lnTo>
                  <a:lnTo>
                    <a:pt x="2165757" y="2345954"/>
                  </a:lnTo>
                  <a:lnTo>
                    <a:pt x="2165944" y="2346257"/>
                  </a:lnTo>
                  <a:lnTo>
                    <a:pt x="2166131" y="2346529"/>
                  </a:lnTo>
                  <a:lnTo>
                    <a:pt x="2166317" y="2346895"/>
                  </a:lnTo>
                  <a:lnTo>
                    <a:pt x="2166504" y="2347273"/>
                  </a:lnTo>
                  <a:lnTo>
                    <a:pt x="2166691" y="2347570"/>
                  </a:lnTo>
                  <a:lnTo>
                    <a:pt x="2166878" y="2347700"/>
                  </a:lnTo>
                  <a:lnTo>
                    <a:pt x="2167065" y="2348296"/>
                  </a:lnTo>
                  <a:lnTo>
                    <a:pt x="2167252" y="2349171"/>
                  </a:lnTo>
                  <a:lnTo>
                    <a:pt x="2167439" y="2350929"/>
                  </a:lnTo>
                  <a:lnTo>
                    <a:pt x="2167626" y="2352365"/>
                  </a:lnTo>
                  <a:lnTo>
                    <a:pt x="2167813" y="2353883"/>
                  </a:lnTo>
                  <a:lnTo>
                    <a:pt x="2168000" y="2355723"/>
                  </a:lnTo>
                  <a:lnTo>
                    <a:pt x="2168187" y="2357811"/>
                  </a:lnTo>
                  <a:lnTo>
                    <a:pt x="2168374" y="2360031"/>
                  </a:lnTo>
                  <a:lnTo>
                    <a:pt x="2168561" y="2362283"/>
                  </a:lnTo>
                  <a:lnTo>
                    <a:pt x="2168747" y="2364305"/>
                  </a:lnTo>
                  <a:lnTo>
                    <a:pt x="2168934" y="2366451"/>
                  </a:lnTo>
                  <a:lnTo>
                    <a:pt x="2169121" y="2368357"/>
                  </a:lnTo>
                  <a:lnTo>
                    <a:pt x="2169308" y="2370065"/>
                  </a:lnTo>
                  <a:lnTo>
                    <a:pt x="2169495" y="2371798"/>
                  </a:lnTo>
                  <a:lnTo>
                    <a:pt x="2169682" y="2373547"/>
                  </a:lnTo>
                  <a:lnTo>
                    <a:pt x="2169869" y="2374603"/>
                  </a:lnTo>
                  <a:lnTo>
                    <a:pt x="2170056" y="2375346"/>
                  </a:lnTo>
                  <a:lnTo>
                    <a:pt x="2170243" y="2375849"/>
                  </a:lnTo>
                  <a:lnTo>
                    <a:pt x="2170430" y="2376180"/>
                  </a:lnTo>
                  <a:lnTo>
                    <a:pt x="2170617" y="2376353"/>
                  </a:lnTo>
                  <a:lnTo>
                    <a:pt x="2170804" y="2376353"/>
                  </a:lnTo>
                  <a:lnTo>
                    <a:pt x="2170991" y="2376246"/>
                  </a:lnTo>
                  <a:lnTo>
                    <a:pt x="2171177" y="2376006"/>
                  </a:lnTo>
                  <a:lnTo>
                    <a:pt x="2171364" y="2375552"/>
                  </a:lnTo>
                  <a:lnTo>
                    <a:pt x="2171551" y="2375024"/>
                  </a:lnTo>
                  <a:lnTo>
                    <a:pt x="2171738" y="2374216"/>
                  </a:lnTo>
                  <a:lnTo>
                    <a:pt x="2171925" y="2373560"/>
                  </a:lnTo>
                  <a:lnTo>
                    <a:pt x="2172112" y="2372684"/>
                  </a:lnTo>
                  <a:lnTo>
                    <a:pt x="2172299" y="2371630"/>
                  </a:lnTo>
                  <a:lnTo>
                    <a:pt x="2172486" y="2370576"/>
                  </a:lnTo>
                  <a:lnTo>
                    <a:pt x="2172673" y="2369619"/>
                  </a:lnTo>
                  <a:lnTo>
                    <a:pt x="2172860" y="2368686"/>
                  </a:lnTo>
                  <a:lnTo>
                    <a:pt x="2173047" y="2367903"/>
                  </a:lnTo>
                  <a:lnTo>
                    <a:pt x="2173234" y="2367330"/>
                  </a:lnTo>
                  <a:lnTo>
                    <a:pt x="2173420" y="2366848"/>
                  </a:lnTo>
                  <a:lnTo>
                    <a:pt x="2173607" y="2366283"/>
                  </a:lnTo>
                  <a:lnTo>
                    <a:pt x="2173794" y="2365620"/>
                  </a:lnTo>
                  <a:lnTo>
                    <a:pt x="2173981" y="2364722"/>
                  </a:lnTo>
                  <a:lnTo>
                    <a:pt x="2174168" y="2363680"/>
                  </a:lnTo>
                  <a:lnTo>
                    <a:pt x="2174355" y="2362596"/>
                  </a:lnTo>
                  <a:lnTo>
                    <a:pt x="2174542" y="2361590"/>
                  </a:lnTo>
                  <a:lnTo>
                    <a:pt x="2174729" y="2360810"/>
                  </a:lnTo>
                  <a:lnTo>
                    <a:pt x="2174916" y="2360288"/>
                  </a:lnTo>
                  <a:lnTo>
                    <a:pt x="2175103" y="2359339"/>
                  </a:lnTo>
                  <a:lnTo>
                    <a:pt x="2175290" y="2358093"/>
                  </a:lnTo>
                  <a:lnTo>
                    <a:pt x="2175477" y="2356764"/>
                  </a:lnTo>
                  <a:lnTo>
                    <a:pt x="2175664" y="2355147"/>
                  </a:lnTo>
                  <a:lnTo>
                    <a:pt x="2175850" y="2353447"/>
                  </a:lnTo>
                  <a:lnTo>
                    <a:pt x="2176037" y="2351632"/>
                  </a:lnTo>
                  <a:lnTo>
                    <a:pt x="2176224" y="2349725"/>
                  </a:lnTo>
                  <a:lnTo>
                    <a:pt x="2176411" y="2347877"/>
                  </a:lnTo>
                  <a:lnTo>
                    <a:pt x="2176598" y="2346012"/>
                  </a:lnTo>
                  <a:lnTo>
                    <a:pt x="2176785" y="2344436"/>
                  </a:lnTo>
                  <a:lnTo>
                    <a:pt x="2176972" y="2343058"/>
                  </a:lnTo>
                  <a:lnTo>
                    <a:pt x="2177159" y="2341507"/>
                  </a:lnTo>
                  <a:lnTo>
                    <a:pt x="2177346" y="2339691"/>
                  </a:lnTo>
                  <a:lnTo>
                    <a:pt x="2177533" y="2337711"/>
                  </a:lnTo>
                  <a:lnTo>
                    <a:pt x="2177720" y="2335780"/>
                  </a:lnTo>
                  <a:lnTo>
                    <a:pt x="2177907" y="2334088"/>
                  </a:lnTo>
                  <a:lnTo>
                    <a:pt x="2178094" y="2332826"/>
                  </a:lnTo>
                  <a:lnTo>
                    <a:pt x="2178280" y="2332234"/>
                  </a:lnTo>
                  <a:lnTo>
                    <a:pt x="2178467" y="2331833"/>
                  </a:lnTo>
                  <a:lnTo>
                    <a:pt x="2178654" y="2331320"/>
                  </a:lnTo>
                  <a:lnTo>
                    <a:pt x="2178841" y="2330716"/>
                  </a:lnTo>
                  <a:lnTo>
                    <a:pt x="2179028" y="2330187"/>
                  </a:lnTo>
                  <a:lnTo>
                    <a:pt x="2179215" y="2329821"/>
                  </a:lnTo>
                  <a:lnTo>
                    <a:pt x="2179402" y="2329527"/>
                  </a:lnTo>
                  <a:lnTo>
                    <a:pt x="2179589" y="2329209"/>
                  </a:lnTo>
                  <a:lnTo>
                    <a:pt x="2179776" y="2328891"/>
                  </a:lnTo>
                  <a:lnTo>
                    <a:pt x="2179963" y="2328742"/>
                  </a:lnTo>
                  <a:lnTo>
                    <a:pt x="2180150" y="2328784"/>
                  </a:lnTo>
                  <a:lnTo>
                    <a:pt x="2180337" y="2329046"/>
                  </a:lnTo>
                  <a:lnTo>
                    <a:pt x="2180523" y="2329324"/>
                  </a:lnTo>
                  <a:lnTo>
                    <a:pt x="2180710" y="2329367"/>
                  </a:lnTo>
                  <a:lnTo>
                    <a:pt x="2180897" y="2329109"/>
                  </a:lnTo>
                  <a:lnTo>
                    <a:pt x="2181084" y="2328616"/>
                  </a:lnTo>
                  <a:lnTo>
                    <a:pt x="2181271" y="2327825"/>
                  </a:lnTo>
                  <a:lnTo>
                    <a:pt x="2181458" y="2326991"/>
                  </a:lnTo>
                  <a:lnTo>
                    <a:pt x="2181645" y="2325489"/>
                  </a:lnTo>
                  <a:lnTo>
                    <a:pt x="2181832" y="2323764"/>
                  </a:lnTo>
                  <a:lnTo>
                    <a:pt x="2182019" y="2321784"/>
                  </a:lnTo>
                  <a:lnTo>
                    <a:pt x="2182206" y="2319902"/>
                  </a:lnTo>
                  <a:lnTo>
                    <a:pt x="2182393" y="2318087"/>
                  </a:lnTo>
                  <a:lnTo>
                    <a:pt x="2182580" y="2316272"/>
                  </a:lnTo>
                  <a:lnTo>
                    <a:pt x="2182767" y="2314456"/>
                  </a:lnTo>
                  <a:lnTo>
                    <a:pt x="2182953" y="2312641"/>
                  </a:lnTo>
                  <a:lnTo>
                    <a:pt x="2183140" y="2310586"/>
                  </a:lnTo>
                  <a:lnTo>
                    <a:pt x="2183327" y="2308243"/>
                  </a:lnTo>
                  <a:lnTo>
                    <a:pt x="2183514" y="2305767"/>
                  </a:lnTo>
                  <a:lnTo>
                    <a:pt x="2183701" y="2303415"/>
                  </a:lnTo>
                  <a:lnTo>
                    <a:pt x="2183888" y="2301014"/>
                  </a:lnTo>
                  <a:lnTo>
                    <a:pt x="2184075" y="2298605"/>
                  </a:lnTo>
                  <a:lnTo>
                    <a:pt x="2184262" y="2295898"/>
                  </a:lnTo>
                  <a:lnTo>
                    <a:pt x="2184449" y="2293241"/>
                  </a:lnTo>
                  <a:lnTo>
                    <a:pt x="2184636" y="2290278"/>
                  </a:lnTo>
                  <a:lnTo>
                    <a:pt x="2184823" y="2288191"/>
                  </a:lnTo>
                  <a:lnTo>
                    <a:pt x="2185010" y="2285915"/>
                  </a:lnTo>
                  <a:lnTo>
                    <a:pt x="2185196" y="2283060"/>
                  </a:lnTo>
                  <a:lnTo>
                    <a:pt x="2185383" y="2281029"/>
                  </a:lnTo>
                  <a:lnTo>
                    <a:pt x="2185570" y="2278256"/>
                  </a:lnTo>
                  <a:lnTo>
                    <a:pt x="2185757" y="2275897"/>
                  </a:lnTo>
                  <a:lnTo>
                    <a:pt x="2185944" y="2273683"/>
                  </a:lnTo>
                  <a:lnTo>
                    <a:pt x="2186131" y="2271408"/>
                  </a:lnTo>
                  <a:lnTo>
                    <a:pt x="2186318" y="2269136"/>
                  </a:lnTo>
                  <a:lnTo>
                    <a:pt x="2186505" y="2266346"/>
                  </a:lnTo>
                  <a:lnTo>
                    <a:pt x="2186692" y="2263837"/>
                  </a:lnTo>
                  <a:lnTo>
                    <a:pt x="2186879" y="2261400"/>
                  </a:lnTo>
                  <a:lnTo>
                    <a:pt x="2187066" y="2259017"/>
                  </a:lnTo>
                  <a:lnTo>
                    <a:pt x="2187253" y="2256333"/>
                  </a:lnTo>
                  <a:lnTo>
                    <a:pt x="2187440" y="2253510"/>
                  </a:lnTo>
                  <a:lnTo>
                    <a:pt x="2187626" y="2250609"/>
                  </a:lnTo>
                  <a:lnTo>
                    <a:pt x="2187813" y="2247834"/>
                  </a:lnTo>
                  <a:lnTo>
                    <a:pt x="2188000" y="2245084"/>
                  </a:lnTo>
                  <a:lnTo>
                    <a:pt x="2188187" y="2242600"/>
                  </a:lnTo>
                  <a:lnTo>
                    <a:pt x="2188374" y="2240043"/>
                  </a:lnTo>
                  <a:lnTo>
                    <a:pt x="2188561" y="2236707"/>
                  </a:lnTo>
                  <a:lnTo>
                    <a:pt x="2188748" y="2233359"/>
                  </a:lnTo>
                  <a:lnTo>
                    <a:pt x="2188935" y="2229852"/>
                  </a:lnTo>
                  <a:lnTo>
                    <a:pt x="2189122" y="2225600"/>
                  </a:lnTo>
                  <a:lnTo>
                    <a:pt x="2189309" y="2221854"/>
                  </a:lnTo>
                  <a:lnTo>
                    <a:pt x="2189496" y="2218118"/>
                  </a:lnTo>
                  <a:lnTo>
                    <a:pt x="2189683" y="2214507"/>
                  </a:lnTo>
                  <a:lnTo>
                    <a:pt x="2189870" y="2211503"/>
                  </a:lnTo>
                  <a:lnTo>
                    <a:pt x="2190056" y="2209201"/>
                  </a:lnTo>
                  <a:lnTo>
                    <a:pt x="2190243" y="2207377"/>
                  </a:lnTo>
                  <a:lnTo>
                    <a:pt x="2190430" y="2205661"/>
                  </a:lnTo>
                  <a:lnTo>
                    <a:pt x="2190617" y="2204176"/>
                  </a:lnTo>
                  <a:lnTo>
                    <a:pt x="2190804" y="2202690"/>
                  </a:lnTo>
                  <a:lnTo>
                    <a:pt x="2190991" y="2201147"/>
                  </a:lnTo>
                  <a:lnTo>
                    <a:pt x="2191178" y="2199596"/>
                  </a:lnTo>
                  <a:lnTo>
                    <a:pt x="2191365" y="2198267"/>
                  </a:lnTo>
                  <a:lnTo>
                    <a:pt x="2191552" y="2197310"/>
                  </a:lnTo>
                  <a:lnTo>
                    <a:pt x="2191739" y="2196411"/>
                  </a:lnTo>
                  <a:lnTo>
                    <a:pt x="2191926" y="2195256"/>
                  </a:lnTo>
                  <a:lnTo>
                    <a:pt x="2192113" y="2194100"/>
                  </a:lnTo>
                  <a:lnTo>
                    <a:pt x="2192299" y="2192854"/>
                  </a:lnTo>
                  <a:lnTo>
                    <a:pt x="2192486" y="2191253"/>
                  </a:lnTo>
                  <a:lnTo>
                    <a:pt x="2192673" y="2189570"/>
                  </a:lnTo>
                  <a:lnTo>
                    <a:pt x="2192860" y="2188184"/>
                  </a:lnTo>
                  <a:lnTo>
                    <a:pt x="2193047" y="2186839"/>
                  </a:lnTo>
                  <a:lnTo>
                    <a:pt x="2193234" y="2185700"/>
                  </a:lnTo>
                  <a:lnTo>
                    <a:pt x="2193421" y="2184545"/>
                  </a:lnTo>
                  <a:lnTo>
                    <a:pt x="2193608" y="2183389"/>
                  </a:lnTo>
                  <a:lnTo>
                    <a:pt x="2193795" y="2182267"/>
                  </a:lnTo>
                  <a:lnTo>
                    <a:pt x="2193982" y="2181095"/>
                  </a:lnTo>
                  <a:lnTo>
                    <a:pt x="2194169" y="2179759"/>
                  </a:lnTo>
                  <a:lnTo>
                    <a:pt x="2194356" y="2178158"/>
                  </a:lnTo>
                  <a:lnTo>
                    <a:pt x="2194543" y="2176483"/>
                  </a:lnTo>
                  <a:lnTo>
                    <a:pt x="2194729" y="2174667"/>
                  </a:lnTo>
                  <a:lnTo>
                    <a:pt x="2194916" y="2172852"/>
                  </a:lnTo>
                  <a:lnTo>
                    <a:pt x="2195103" y="2171086"/>
                  </a:lnTo>
                  <a:lnTo>
                    <a:pt x="2195290" y="2169551"/>
                  </a:lnTo>
                  <a:lnTo>
                    <a:pt x="2195477" y="2168173"/>
                  </a:lnTo>
                  <a:lnTo>
                    <a:pt x="2195664" y="2166671"/>
                  </a:lnTo>
                  <a:lnTo>
                    <a:pt x="2195851" y="2165326"/>
                  </a:lnTo>
                  <a:lnTo>
                    <a:pt x="2196038" y="2163874"/>
                  </a:lnTo>
                  <a:lnTo>
                    <a:pt x="2196225" y="2162388"/>
                  </a:lnTo>
                  <a:lnTo>
                    <a:pt x="2196412" y="2160903"/>
                  </a:lnTo>
                  <a:lnTo>
                    <a:pt x="2196599" y="2159443"/>
                  </a:lnTo>
                  <a:lnTo>
                    <a:pt x="2196786" y="2158065"/>
                  </a:lnTo>
                  <a:lnTo>
                    <a:pt x="2196973" y="2156744"/>
                  </a:lnTo>
                  <a:lnTo>
                    <a:pt x="2197159" y="2155490"/>
                  </a:lnTo>
                  <a:lnTo>
                    <a:pt x="2197346" y="2154178"/>
                  </a:lnTo>
                  <a:lnTo>
                    <a:pt x="2197533" y="2152858"/>
                  </a:lnTo>
                  <a:lnTo>
                    <a:pt x="2197720" y="2151356"/>
                  </a:lnTo>
                  <a:lnTo>
                    <a:pt x="2197907" y="2149582"/>
                  </a:lnTo>
                  <a:lnTo>
                    <a:pt x="2198094" y="2147626"/>
                  </a:lnTo>
                  <a:lnTo>
                    <a:pt x="2198281" y="2145811"/>
                  </a:lnTo>
                  <a:lnTo>
                    <a:pt x="2198468" y="2144078"/>
                  </a:lnTo>
                  <a:lnTo>
                    <a:pt x="2198655" y="2142502"/>
                  </a:lnTo>
                  <a:lnTo>
                    <a:pt x="2198842" y="2141297"/>
                  </a:lnTo>
                  <a:lnTo>
                    <a:pt x="2199029" y="2140142"/>
                  </a:lnTo>
                  <a:lnTo>
                    <a:pt x="2199216" y="2138995"/>
                  </a:lnTo>
                  <a:lnTo>
                    <a:pt x="2199402" y="2137451"/>
                  </a:lnTo>
                  <a:lnTo>
                    <a:pt x="2199589" y="2135875"/>
                  </a:lnTo>
                  <a:lnTo>
                    <a:pt x="2199776" y="2134390"/>
                  </a:lnTo>
                  <a:lnTo>
                    <a:pt x="2199963" y="2132946"/>
                  </a:lnTo>
                  <a:lnTo>
                    <a:pt x="2200150" y="2131477"/>
                  </a:lnTo>
                  <a:lnTo>
                    <a:pt x="2200337" y="2130215"/>
                  </a:lnTo>
                  <a:lnTo>
                    <a:pt x="2200524" y="2129241"/>
                  </a:lnTo>
                  <a:lnTo>
                    <a:pt x="2200711" y="2128581"/>
                  </a:lnTo>
                  <a:lnTo>
                    <a:pt x="2200898" y="2128242"/>
                  </a:lnTo>
                  <a:lnTo>
                    <a:pt x="2201085" y="2127764"/>
                  </a:lnTo>
                  <a:lnTo>
                    <a:pt x="2201272" y="2126996"/>
                  </a:lnTo>
                  <a:lnTo>
                    <a:pt x="2201459" y="2126097"/>
                  </a:lnTo>
                  <a:lnTo>
                    <a:pt x="2201646" y="2125107"/>
                  </a:lnTo>
                  <a:lnTo>
                    <a:pt x="2201832" y="2124116"/>
                  </a:lnTo>
                  <a:lnTo>
                    <a:pt x="2202019" y="2122994"/>
                  </a:lnTo>
                  <a:lnTo>
                    <a:pt x="2202206" y="2121748"/>
                  </a:lnTo>
                  <a:lnTo>
                    <a:pt x="2202393" y="2120164"/>
                  </a:lnTo>
                  <a:lnTo>
                    <a:pt x="2202580" y="2117754"/>
                  </a:lnTo>
                  <a:lnTo>
                    <a:pt x="2202767" y="2115122"/>
                  </a:lnTo>
                  <a:lnTo>
                    <a:pt x="2202954" y="2112457"/>
                  </a:lnTo>
                  <a:lnTo>
                    <a:pt x="2203141" y="2109593"/>
                  </a:lnTo>
                  <a:lnTo>
                    <a:pt x="2203328" y="2106499"/>
                  </a:lnTo>
                  <a:lnTo>
                    <a:pt x="2203515" y="2102769"/>
                  </a:lnTo>
                  <a:lnTo>
                    <a:pt x="2203702" y="2098734"/>
                  </a:lnTo>
                  <a:lnTo>
                    <a:pt x="2203889" y="2094525"/>
                  </a:lnTo>
                  <a:lnTo>
                    <a:pt x="2204075" y="2090333"/>
                  </a:lnTo>
                  <a:lnTo>
                    <a:pt x="2204262" y="2085622"/>
                  </a:lnTo>
                  <a:lnTo>
                    <a:pt x="2204449" y="2080671"/>
                  </a:lnTo>
                  <a:lnTo>
                    <a:pt x="2204636" y="2074770"/>
                  </a:lnTo>
                  <a:lnTo>
                    <a:pt x="2204823" y="2067971"/>
                  </a:lnTo>
                  <a:lnTo>
                    <a:pt x="2205010" y="2061221"/>
                  </a:lnTo>
                  <a:lnTo>
                    <a:pt x="2205197" y="2054603"/>
                  </a:lnTo>
                  <a:lnTo>
                    <a:pt x="2205384" y="2048183"/>
                  </a:lnTo>
                  <a:lnTo>
                    <a:pt x="2205571" y="2041755"/>
                  </a:lnTo>
                  <a:lnTo>
                    <a:pt x="2205758" y="2035583"/>
                  </a:lnTo>
                  <a:lnTo>
                    <a:pt x="2205945" y="2029517"/>
                  </a:lnTo>
                  <a:lnTo>
                    <a:pt x="2206132" y="2022974"/>
                  </a:lnTo>
                  <a:lnTo>
                    <a:pt x="2206319" y="2016966"/>
                  </a:lnTo>
                  <a:lnTo>
                    <a:pt x="2206505" y="2011388"/>
                  </a:lnTo>
                  <a:lnTo>
                    <a:pt x="2206692" y="2005901"/>
                  </a:lnTo>
                  <a:lnTo>
                    <a:pt x="2206879" y="2000273"/>
                  </a:lnTo>
                  <a:lnTo>
                    <a:pt x="2207066" y="1995083"/>
                  </a:lnTo>
                  <a:lnTo>
                    <a:pt x="2207253" y="1990263"/>
                  </a:lnTo>
                  <a:lnTo>
                    <a:pt x="2207440" y="1986327"/>
                  </a:lnTo>
                  <a:lnTo>
                    <a:pt x="2207627" y="1983555"/>
                  </a:lnTo>
                  <a:lnTo>
                    <a:pt x="2207814" y="1981541"/>
                  </a:lnTo>
                  <a:lnTo>
                    <a:pt x="2208001" y="1979841"/>
                  </a:lnTo>
                  <a:lnTo>
                    <a:pt x="2208188" y="1978769"/>
                  </a:lnTo>
                  <a:lnTo>
                    <a:pt x="2208375" y="1977935"/>
                  </a:lnTo>
                  <a:lnTo>
                    <a:pt x="2208562" y="1977036"/>
                  </a:lnTo>
                  <a:lnTo>
                    <a:pt x="2208749" y="1976169"/>
                  </a:lnTo>
                  <a:lnTo>
                    <a:pt x="2208935" y="1975905"/>
                  </a:lnTo>
                  <a:lnTo>
                    <a:pt x="2209122" y="1975781"/>
                  </a:lnTo>
                  <a:lnTo>
                    <a:pt x="2209309" y="1975290"/>
                  </a:lnTo>
                  <a:lnTo>
                    <a:pt x="2209496" y="1975308"/>
                  </a:lnTo>
                  <a:lnTo>
                    <a:pt x="2209683" y="1975726"/>
                  </a:lnTo>
                  <a:lnTo>
                    <a:pt x="2209870" y="1976285"/>
                  </a:lnTo>
                  <a:lnTo>
                    <a:pt x="2210057" y="1976747"/>
                  </a:lnTo>
                  <a:lnTo>
                    <a:pt x="2210244" y="1977285"/>
                  </a:lnTo>
                  <a:lnTo>
                    <a:pt x="2210431" y="1977705"/>
                  </a:lnTo>
                  <a:lnTo>
                    <a:pt x="2210618" y="1977667"/>
                  </a:lnTo>
                  <a:lnTo>
                    <a:pt x="2210805" y="1977447"/>
                  </a:lnTo>
                  <a:lnTo>
                    <a:pt x="2210992" y="1976898"/>
                  </a:lnTo>
                  <a:lnTo>
                    <a:pt x="2211178" y="1976233"/>
                  </a:lnTo>
                  <a:lnTo>
                    <a:pt x="2211365" y="1975645"/>
                  </a:lnTo>
                  <a:lnTo>
                    <a:pt x="2211552" y="1974905"/>
                  </a:lnTo>
                  <a:lnTo>
                    <a:pt x="2211739" y="1974009"/>
                  </a:lnTo>
                  <a:lnTo>
                    <a:pt x="2211926" y="1973100"/>
                  </a:lnTo>
                  <a:lnTo>
                    <a:pt x="2212113" y="1971619"/>
                  </a:lnTo>
                  <a:lnTo>
                    <a:pt x="2212300" y="1970354"/>
                  </a:lnTo>
                  <a:lnTo>
                    <a:pt x="2212487" y="1969465"/>
                  </a:lnTo>
                  <a:lnTo>
                    <a:pt x="2212674" y="1968742"/>
                  </a:lnTo>
                  <a:lnTo>
                    <a:pt x="2212861" y="1968097"/>
                  </a:lnTo>
                  <a:lnTo>
                    <a:pt x="2213048" y="1967428"/>
                  </a:lnTo>
                  <a:lnTo>
                    <a:pt x="2213235" y="1966661"/>
                  </a:lnTo>
                  <a:lnTo>
                    <a:pt x="2213422" y="1966112"/>
                  </a:lnTo>
                  <a:lnTo>
                    <a:pt x="2213608" y="1965238"/>
                  </a:lnTo>
                  <a:lnTo>
                    <a:pt x="2213795" y="1964221"/>
                  </a:lnTo>
                  <a:lnTo>
                    <a:pt x="2213982" y="1963235"/>
                  </a:lnTo>
                  <a:lnTo>
                    <a:pt x="2214169" y="1962075"/>
                  </a:lnTo>
                  <a:lnTo>
                    <a:pt x="2214356" y="1960932"/>
                  </a:lnTo>
                  <a:lnTo>
                    <a:pt x="2214543" y="1960108"/>
                  </a:lnTo>
                  <a:lnTo>
                    <a:pt x="2214730" y="1959463"/>
                  </a:lnTo>
                  <a:lnTo>
                    <a:pt x="2214917" y="1959073"/>
                  </a:lnTo>
                  <a:lnTo>
                    <a:pt x="2215104" y="1958514"/>
                  </a:lnTo>
                  <a:lnTo>
                    <a:pt x="2215291" y="1957577"/>
                  </a:lnTo>
                  <a:lnTo>
                    <a:pt x="2215478" y="1956231"/>
                  </a:lnTo>
                  <a:lnTo>
                    <a:pt x="2215665" y="1953060"/>
                  </a:lnTo>
                  <a:lnTo>
                    <a:pt x="2215852" y="1949880"/>
                  </a:lnTo>
                  <a:lnTo>
                    <a:pt x="2216038" y="1947043"/>
                  </a:lnTo>
                  <a:lnTo>
                    <a:pt x="2216225" y="1944403"/>
                  </a:lnTo>
                  <a:lnTo>
                    <a:pt x="2216412" y="1942390"/>
                  </a:lnTo>
                  <a:lnTo>
                    <a:pt x="2216599" y="1940793"/>
                  </a:lnTo>
                  <a:lnTo>
                    <a:pt x="2216786" y="1939131"/>
                  </a:lnTo>
                  <a:lnTo>
                    <a:pt x="2216973" y="1937468"/>
                  </a:lnTo>
                  <a:lnTo>
                    <a:pt x="2217160" y="1935484"/>
                  </a:lnTo>
                  <a:lnTo>
                    <a:pt x="2217347" y="1932449"/>
                  </a:lnTo>
                  <a:lnTo>
                    <a:pt x="2217534" y="1929221"/>
                  </a:lnTo>
                  <a:lnTo>
                    <a:pt x="2217721" y="1926195"/>
                  </a:lnTo>
                  <a:lnTo>
                    <a:pt x="2217908" y="1923804"/>
                  </a:lnTo>
                  <a:lnTo>
                    <a:pt x="2218095" y="1922119"/>
                  </a:lnTo>
                  <a:lnTo>
                    <a:pt x="2218281" y="1920759"/>
                  </a:lnTo>
                  <a:lnTo>
                    <a:pt x="2218468" y="1918983"/>
                  </a:lnTo>
                  <a:lnTo>
                    <a:pt x="2218655" y="1917703"/>
                  </a:lnTo>
                  <a:lnTo>
                    <a:pt x="2218842" y="1915938"/>
                  </a:lnTo>
                  <a:lnTo>
                    <a:pt x="2219029" y="1914271"/>
                  </a:lnTo>
                  <a:lnTo>
                    <a:pt x="2219216" y="1912076"/>
                  </a:lnTo>
                  <a:lnTo>
                    <a:pt x="2219403" y="1908866"/>
                  </a:lnTo>
                  <a:lnTo>
                    <a:pt x="2219590" y="1905029"/>
                  </a:lnTo>
                  <a:lnTo>
                    <a:pt x="2219777" y="1900689"/>
                  </a:lnTo>
                  <a:lnTo>
                    <a:pt x="2219964" y="1895828"/>
                  </a:lnTo>
                  <a:lnTo>
                    <a:pt x="2220151" y="1891620"/>
                  </a:lnTo>
                  <a:lnTo>
                    <a:pt x="2220338" y="1887106"/>
                  </a:lnTo>
                  <a:lnTo>
                    <a:pt x="2220525" y="1884193"/>
                  </a:lnTo>
                  <a:lnTo>
                    <a:pt x="2220711" y="1881203"/>
                  </a:lnTo>
                  <a:lnTo>
                    <a:pt x="2220898" y="1877776"/>
                  </a:lnTo>
                  <a:lnTo>
                    <a:pt x="2221085" y="1874094"/>
                  </a:lnTo>
                  <a:lnTo>
                    <a:pt x="2221272" y="1870441"/>
                  </a:lnTo>
                  <a:lnTo>
                    <a:pt x="2221459" y="1866539"/>
                  </a:lnTo>
                  <a:lnTo>
                    <a:pt x="2221646" y="1862929"/>
                  </a:lnTo>
                  <a:lnTo>
                    <a:pt x="2221833" y="1859468"/>
                  </a:lnTo>
                  <a:lnTo>
                    <a:pt x="2222020" y="1856432"/>
                  </a:lnTo>
                  <a:lnTo>
                    <a:pt x="2222207" y="1853406"/>
                  </a:lnTo>
                  <a:lnTo>
                    <a:pt x="2222394" y="1851008"/>
                  </a:lnTo>
                  <a:lnTo>
                    <a:pt x="2222581" y="1849428"/>
                  </a:lnTo>
                  <a:lnTo>
                    <a:pt x="2222768" y="1847372"/>
                  </a:lnTo>
                  <a:lnTo>
                    <a:pt x="2222954" y="1846165"/>
                  </a:lnTo>
                  <a:lnTo>
                    <a:pt x="2223141" y="1845033"/>
                  </a:lnTo>
                  <a:lnTo>
                    <a:pt x="2223328" y="1843934"/>
                  </a:lnTo>
                  <a:lnTo>
                    <a:pt x="2223515" y="1842751"/>
                  </a:lnTo>
                  <a:lnTo>
                    <a:pt x="2223702" y="1841833"/>
                  </a:lnTo>
                  <a:lnTo>
                    <a:pt x="2223889" y="1841168"/>
                  </a:lnTo>
                  <a:lnTo>
                    <a:pt x="2224076" y="1839412"/>
                  </a:lnTo>
                  <a:lnTo>
                    <a:pt x="2224263" y="1837636"/>
                  </a:lnTo>
                  <a:lnTo>
                    <a:pt x="2224450" y="1836578"/>
                  </a:lnTo>
                  <a:lnTo>
                    <a:pt x="2224637" y="1836119"/>
                  </a:lnTo>
                  <a:lnTo>
                    <a:pt x="2224824" y="1836310"/>
                  </a:lnTo>
                  <a:lnTo>
                    <a:pt x="2225011" y="1836750"/>
                  </a:lnTo>
                  <a:lnTo>
                    <a:pt x="2225198" y="1837232"/>
                  </a:lnTo>
                  <a:lnTo>
                    <a:pt x="2225384" y="1837771"/>
                  </a:lnTo>
                  <a:lnTo>
                    <a:pt x="2225571" y="1838165"/>
                  </a:lnTo>
                  <a:lnTo>
                    <a:pt x="2225758" y="1838087"/>
                  </a:lnTo>
                  <a:lnTo>
                    <a:pt x="2225945" y="1838072"/>
                  </a:lnTo>
                  <a:lnTo>
                    <a:pt x="2226132" y="1838265"/>
                  </a:lnTo>
                  <a:lnTo>
                    <a:pt x="2226319" y="1838648"/>
                  </a:lnTo>
                  <a:lnTo>
                    <a:pt x="2226506" y="1840324"/>
                  </a:lnTo>
                  <a:lnTo>
                    <a:pt x="2226693" y="1841421"/>
                  </a:lnTo>
                  <a:lnTo>
                    <a:pt x="2226880" y="1842419"/>
                  </a:lnTo>
                  <a:lnTo>
                    <a:pt x="2227067" y="1843459"/>
                  </a:lnTo>
                  <a:lnTo>
                    <a:pt x="2227254" y="1843864"/>
                  </a:lnTo>
                  <a:lnTo>
                    <a:pt x="2227441" y="1841916"/>
                  </a:lnTo>
                  <a:lnTo>
                    <a:pt x="2227628" y="1838236"/>
                  </a:lnTo>
                  <a:lnTo>
                    <a:pt x="2227814" y="1833351"/>
                  </a:lnTo>
                  <a:lnTo>
                    <a:pt x="2228001" y="1827649"/>
                  </a:lnTo>
                  <a:lnTo>
                    <a:pt x="2228188" y="1821980"/>
                  </a:lnTo>
                  <a:lnTo>
                    <a:pt x="2228375" y="1816616"/>
                  </a:lnTo>
                  <a:lnTo>
                    <a:pt x="2228562" y="1813545"/>
                  </a:lnTo>
                  <a:lnTo>
                    <a:pt x="2228749" y="1810691"/>
                  </a:lnTo>
                  <a:lnTo>
                    <a:pt x="2228936" y="1807293"/>
                  </a:lnTo>
                  <a:lnTo>
                    <a:pt x="2229123" y="1803544"/>
                  </a:lnTo>
                  <a:lnTo>
                    <a:pt x="2229310" y="1799464"/>
                  </a:lnTo>
                  <a:lnTo>
                    <a:pt x="2229497" y="1795300"/>
                  </a:lnTo>
                  <a:lnTo>
                    <a:pt x="2229684" y="1791053"/>
                  </a:lnTo>
                  <a:lnTo>
                    <a:pt x="2229871" y="1786865"/>
                  </a:lnTo>
                  <a:lnTo>
                    <a:pt x="2230057" y="1782845"/>
                  </a:lnTo>
                  <a:lnTo>
                    <a:pt x="2230244" y="1779588"/>
                  </a:lnTo>
                  <a:lnTo>
                    <a:pt x="2230431" y="1777011"/>
                  </a:lnTo>
                  <a:lnTo>
                    <a:pt x="2230618" y="1774402"/>
                  </a:lnTo>
                  <a:lnTo>
                    <a:pt x="2230805" y="1771701"/>
                  </a:lnTo>
                  <a:lnTo>
                    <a:pt x="2230992" y="1768610"/>
                  </a:lnTo>
                  <a:lnTo>
                    <a:pt x="2231179" y="1764938"/>
                  </a:lnTo>
                  <a:lnTo>
                    <a:pt x="2231366" y="1760764"/>
                  </a:lnTo>
                  <a:lnTo>
                    <a:pt x="2231553" y="1756110"/>
                  </a:lnTo>
                  <a:lnTo>
                    <a:pt x="2231740" y="1748295"/>
                  </a:lnTo>
                  <a:lnTo>
                    <a:pt x="2231927" y="1739829"/>
                  </a:lnTo>
                  <a:lnTo>
                    <a:pt x="2232114" y="1733541"/>
                  </a:lnTo>
                  <a:lnTo>
                    <a:pt x="2232301" y="1728435"/>
                  </a:lnTo>
                  <a:lnTo>
                    <a:pt x="2232487" y="1722449"/>
                  </a:lnTo>
                  <a:lnTo>
                    <a:pt x="2232674" y="1717120"/>
                  </a:lnTo>
                  <a:lnTo>
                    <a:pt x="2232861" y="1710855"/>
                  </a:lnTo>
                  <a:lnTo>
                    <a:pt x="2233048" y="1704689"/>
                  </a:lnTo>
                  <a:lnTo>
                    <a:pt x="2233235" y="1697492"/>
                  </a:lnTo>
                  <a:lnTo>
                    <a:pt x="2233422" y="1691420"/>
                  </a:lnTo>
                  <a:lnTo>
                    <a:pt x="2233609" y="1685675"/>
                  </a:lnTo>
                  <a:lnTo>
                    <a:pt x="2233796" y="1679639"/>
                  </a:lnTo>
                  <a:lnTo>
                    <a:pt x="2233983" y="1674220"/>
                  </a:lnTo>
                  <a:lnTo>
                    <a:pt x="2234170" y="1668644"/>
                  </a:lnTo>
                  <a:lnTo>
                    <a:pt x="2234357" y="1663071"/>
                  </a:lnTo>
                  <a:lnTo>
                    <a:pt x="2234544" y="1657638"/>
                  </a:lnTo>
                  <a:lnTo>
                    <a:pt x="2234731" y="1652095"/>
                  </a:lnTo>
                  <a:lnTo>
                    <a:pt x="2234917" y="1646603"/>
                  </a:lnTo>
                  <a:lnTo>
                    <a:pt x="2235104" y="1641031"/>
                  </a:lnTo>
                  <a:lnTo>
                    <a:pt x="2235291" y="1635958"/>
                  </a:lnTo>
                  <a:lnTo>
                    <a:pt x="2235478" y="1630729"/>
                  </a:lnTo>
                  <a:lnTo>
                    <a:pt x="2235665" y="1625381"/>
                  </a:lnTo>
                  <a:lnTo>
                    <a:pt x="2235852" y="1620560"/>
                  </a:lnTo>
                  <a:lnTo>
                    <a:pt x="2236039" y="1615927"/>
                  </a:lnTo>
                  <a:lnTo>
                    <a:pt x="2236226" y="1610298"/>
                  </a:lnTo>
                  <a:lnTo>
                    <a:pt x="2236413" y="1603715"/>
                  </a:lnTo>
                  <a:lnTo>
                    <a:pt x="2236600" y="1597514"/>
                  </a:lnTo>
                  <a:lnTo>
                    <a:pt x="2236787" y="1589251"/>
                  </a:lnTo>
                  <a:lnTo>
                    <a:pt x="2236974" y="1580654"/>
                  </a:lnTo>
                  <a:lnTo>
                    <a:pt x="2237160" y="1572863"/>
                  </a:lnTo>
                  <a:lnTo>
                    <a:pt x="2237347" y="1564433"/>
                  </a:lnTo>
                  <a:lnTo>
                    <a:pt x="2237534" y="1556071"/>
                  </a:lnTo>
                  <a:lnTo>
                    <a:pt x="2237721" y="1547264"/>
                  </a:lnTo>
                  <a:lnTo>
                    <a:pt x="2237908" y="1540404"/>
                  </a:lnTo>
                  <a:lnTo>
                    <a:pt x="2238095" y="1531675"/>
                  </a:lnTo>
                  <a:lnTo>
                    <a:pt x="2238282" y="1522419"/>
                  </a:lnTo>
                  <a:lnTo>
                    <a:pt x="2238469" y="1513280"/>
                  </a:lnTo>
                  <a:lnTo>
                    <a:pt x="2238656" y="1504037"/>
                  </a:lnTo>
                  <a:lnTo>
                    <a:pt x="2238843" y="1495659"/>
                  </a:lnTo>
                  <a:lnTo>
                    <a:pt x="2239030" y="1486443"/>
                  </a:lnTo>
                  <a:lnTo>
                    <a:pt x="2239217" y="1477090"/>
                  </a:lnTo>
                  <a:lnTo>
                    <a:pt x="2239404" y="1468603"/>
                  </a:lnTo>
                  <a:lnTo>
                    <a:pt x="2239590" y="1460002"/>
                  </a:lnTo>
                  <a:lnTo>
                    <a:pt x="2239777" y="1452106"/>
                  </a:lnTo>
                  <a:lnTo>
                    <a:pt x="2239964" y="1446273"/>
                  </a:lnTo>
                  <a:lnTo>
                    <a:pt x="2240151" y="1441744"/>
                  </a:lnTo>
                  <a:lnTo>
                    <a:pt x="2240338" y="1436307"/>
                  </a:lnTo>
                  <a:lnTo>
                    <a:pt x="2240525" y="1431089"/>
                  </a:lnTo>
                  <a:lnTo>
                    <a:pt x="2240712" y="1425893"/>
                  </a:lnTo>
                  <a:lnTo>
                    <a:pt x="2240899" y="1420966"/>
                  </a:lnTo>
                  <a:lnTo>
                    <a:pt x="2241086" y="1414458"/>
                  </a:lnTo>
                  <a:lnTo>
                    <a:pt x="2241273" y="1408287"/>
                  </a:lnTo>
                  <a:lnTo>
                    <a:pt x="2241460" y="1402264"/>
                  </a:lnTo>
                  <a:lnTo>
                    <a:pt x="2241647" y="1397928"/>
                  </a:lnTo>
                  <a:lnTo>
                    <a:pt x="2241833" y="1391845"/>
                  </a:lnTo>
                  <a:lnTo>
                    <a:pt x="2242020" y="1387285"/>
                  </a:lnTo>
                  <a:lnTo>
                    <a:pt x="2242207" y="1380304"/>
                  </a:lnTo>
                  <a:lnTo>
                    <a:pt x="2242394" y="1373644"/>
                  </a:lnTo>
                  <a:lnTo>
                    <a:pt x="2242581" y="1366449"/>
                  </a:lnTo>
                  <a:lnTo>
                    <a:pt x="2242768" y="1357628"/>
                  </a:lnTo>
                  <a:lnTo>
                    <a:pt x="2242955" y="1348468"/>
                  </a:lnTo>
                  <a:lnTo>
                    <a:pt x="2243142" y="1340596"/>
                  </a:lnTo>
                  <a:lnTo>
                    <a:pt x="2243329" y="1334184"/>
                  </a:lnTo>
                  <a:lnTo>
                    <a:pt x="2243516" y="1329736"/>
                  </a:lnTo>
                  <a:lnTo>
                    <a:pt x="2243703" y="1326205"/>
                  </a:lnTo>
                  <a:lnTo>
                    <a:pt x="2243890" y="1323498"/>
                  </a:lnTo>
                  <a:lnTo>
                    <a:pt x="2244077" y="1321782"/>
                  </a:lnTo>
                  <a:lnTo>
                    <a:pt x="2244263" y="1320445"/>
                  </a:lnTo>
                  <a:lnTo>
                    <a:pt x="2244450" y="1318011"/>
                  </a:lnTo>
                  <a:lnTo>
                    <a:pt x="2244637" y="1315048"/>
                  </a:lnTo>
                  <a:lnTo>
                    <a:pt x="2244824" y="1311434"/>
                  </a:lnTo>
                  <a:lnTo>
                    <a:pt x="2245011" y="1307011"/>
                  </a:lnTo>
                  <a:lnTo>
                    <a:pt x="2245198" y="1302167"/>
                  </a:lnTo>
                  <a:lnTo>
                    <a:pt x="2245385" y="1297744"/>
                  </a:lnTo>
                  <a:lnTo>
                    <a:pt x="2245572" y="1294171"/>
                  </a:lnTo>
                  <a:lnTo>
                    <a:pt x="2245759" y="1291093"/>
                  </a:lnTo>
                  <a:lnTo>
                    <a:pt x="2245946" y="1288287"/>
                  </a:lnTo>
                  <a:lnTo>
                    <a:pt x="2246133" y="1285507"/>
                  </a:lnTo>
                  <a:lnTo>
                    <a:pt x="2246320" y="1282140"/>
                  </a:lnTo>
                  <a:lnTo>
                    <a:pt x="2246507" y="1278757"/>
                  </a:lnTo>
                  <a:lnTo>
                    <a:pt x="2246693" y="1275604"/>
                  </a:lnTo>
                  <a:lnTo>
                    <a:pt x="2246880" y="1271866"/>
                  </a:lnTo>
                  <a:lnTo>
                    <a:pt x="2247067" y="1267806"/>
                  </a:lnTo>
                  <a:lnTo>
                    <a:pt x="2247254" y="1264167"/>
                  </a:lnTo>
                  <a:lnTo>
                    <a:pt x="2247441" y="1260429"/>
                  </a:lnTo>
                  <a:lnTo>
                    <a:pt x="2247628" y="1256427"/>
                  </a:lnTo>
                  <a:lnTo>
                    <a:pt x="2247815" y="1252631"/>
                  </a:lnTo>
                  <a:lnTo>
                    <a:pt x="2248002" y="1249677"/>
                  </a:lnTo>
                  <a:lnTo>
                    <a:pt x="2248189" y="1247185"/>
                  </a:lnTo>
                  <a:lnTo>
                    <a:pt x="2248376" y="1245353"/>
                  </a:lnTo>
                  <a:lnTo>
                    <a:pt x="2248563" y="1243620"/>
                  </a:lnTo>
                  <a:lnTo>
                    <a:pt x="2248750" y="1241912"/>
                  </a:lnTo>
                  <a:lnTo>
                    <a:pt x="2248936" y="1240245"/>
                  </a:lnTo>
                  <a:lnTo>
                    <a:pt x="2249123" y="1238595"/>
                  </a:lnTo>
                  <a:lnTo>
                    <a:pt x="2249310" y="1236705"/>
                  </a:lnTo>
                  <a:lnTo>
                    <a:pt x="2249497" y="1235047"/>
                  </a:lnTo>
                  <a:lnTo>
                    <a:pt x="2249684" y="1233500"/>
                  </a:lnTo>
                  <a:lnTo>
                    <a:pt x="2249871" y="1232764"/>
                  </a:lnTo>
                  <a:lnTo>
                    <a:pt x="2250058" y="1232446"/>
                  </a:lnTo>
                  <a:lnTo>
                    <a:pt x="2250245" y="1232811"/>
                  </a:lnTo>
                  <a:lnTo>
                    <a:pt x="2250432" y="1233777"/>
                  </a:lnTo>
                  <a:lnTo>
                    <a:pt x="2250619" y="1234924"/>
                  </a:lnTo>
                  <a:lnTo>
                    <a:pt x="2250806" y="1235935"/>
                  </a:lnTo>
                  <a:lnTo>
                    <a:pt x="2250993" y="1237081"/>
                  </a:lnTo>
                  <a:lnTo>
                    <a:pt x="2251180" y="1238106"/>
                  </a:lnTo>
                  <a:lnTo>
                    <a:pt x="2251366" y="1239010"/>
                  </a:lnTo>
                  <a:lnTo>
                    <a:pt x="2251553" y="1239238"/>
                  </a:lnTo>
                  <a:lnTo>
                    <a:pt x="2251740" y="1238466"/>
                  </a:lnTo>
                  <a:lnTo>
                    <a:pt x="2251927" y="1237062"/>
                  </a:lnTo>
                  <a:lnTo>
                    <a:pt x="2252114" y="1235809"/>
                  </a:lnTo>
                  <a:lnTo>
                    <a:pt x="2252301" y="1234293"/>
                  </a:lnTo>
                  <a:lnTo>
                    <a:pt x="2252488" y="1232838"/>
                  </a:lnTo>
                  <a:lnTo>
                    <a:pt x="2252675" y="1231011"/>
                  </a:lnTo>
                  <a:lnTo>
                    <a:pt x="2252862" y="1228825"/>
                  </a:lnTo>
                  <a:lnTo>
                    <a:pt x="2253049" y="1226845"/>
                  </a:lnTo>
                  <a:lnTo>
                    <a:pt x="2253236" y="1223008"/>
                  </a:lnTo>
                  <a:lnTo>
                    <a:pt x="2253423" y="1217611"/>
                  </a:lnTo>
                  <a:lnTo>
                    <a:pt x="2253609" y="1211075"/>
                  </a:lnTo>
                  <a:lnTo>
                    <a:pt x="2253796" y="1206409"/>
                  </a:lnTo>
                  <a:lnTo>
                    <a:pt x="2253983" y="1201300"/>
                  </a:lnTo>
                  <a:lnTo>
                    <a:pt x="2254170" y="1196031"/>
                  </a:lnTo>
                  <a:lnTo>
                    <a:pt x="2254357" y="1191039"/>
                  </a:lnTo>
                  <a:lnTo>
                    <a:pt x="2254544" y="1186898"/>
                  </a:lnTo>
                  <a:lnTo>
                    <a:pt x="2254731" y="1183705"/>
                  </a:lnTo>
                  <a:lnTo>
                    <a:pt x="2254918" y="1180309"/>
                  </a:lnTo>
                  <a:lnTo>
                    <a:pt x="2255105" y="1176428"/>
                  </a:lnTo>
                  <a:lnTo>
                    <a:pt x="2255292" y="1171570"/>
                  </a:lnTo>
                  <a:lnTo>
                    <a:pt x="2255479" y="1166167"/>
                  </a:lnTo>
                  <a:lnTo>
                    <a:pt x="2255666" y="1160836"/>
                  </a:lnTo>
                  <a:lnTo>
                    <a:pt x="2255853" y="1156852"/>
                  </a:lnTo>
                  <a:lnTo>
                    <a:pt x="2256039" y="1153950"/>
                  </a:lnTo>
                  <a:lnTo>
                    <a:pt x="2256226" y="1152435"/>
                  </a:lnTo>
                  <a:lnTo>
                    <a:pt x="2256413" y="1152103"/>
                  </a:lnTo>
                  <a:lnTo>
                    <a:pt x="2256600" y="1152370"/>
                  </a:lnTo>
                  <a:lnTo>
                    <a:pt x="2256787" y="1153434"/>
                  </a:lnTo>
                  <a:lnTo>
                    <a:pt x="2256974" y="1152898"/>
                  </a:lnTo>
                  <a:lnTo>
                    <a:pt x="2257161" y="1152229"/>
                  </a:lnTo>
                  <a:lnTo>
                    <a:pt x="2257348" y="1152271"/>
                  </a:lnTo>
                  <a:lnTo>
                    <a:pt x="2257535" y="1152163"/>
                  </a:lnTo>
                  <a:lnTo>
                    <a:pt x="2257722" y="1152659"/>
                  </a:lnTo>
                  <a:lnTo>
                    <a:pt x="2257909" y="1152247"/>
                  </a:lnTo>
                  <a:lnTo>
                    <a:pt x="2258096" y="1152678"/>
                  </a:lnTo>
                  <a:lnTo>
                    <a:pt x="2258283" y="1154075"/>
                  </a:lnTo>
                  <a:lnTo>
                    <a:pt x="2258469" y="1155182"/>
                  </a:lnTo>
                  <a:lnTo>
                    <a:pt x="2258656" y="1155321"/>
                  </a:lnTo>
                  <a:lnTo>
                    <a:pt x="2258843" y="1154857"/>
                  </a:lnTo>
                  <a:lnTo>
                    <a:pt x="2259030" y="1154605"/>
                  </a:lnTo>
                  <a:lnTo>
                    <a:pt x="2259217" y="1154378"/>
                  </a:lnTo>
                  <a:lnTo>
                    <a:pt x="2259404" y="1154492"/>
                  </a:lnTo>
                  <a:lnTo>
                    <a:pt x="2259591" y="1154309"/>
                  </a:lnTo>
                  <a:lnTo>
                    <a:pt x="2259778" y="1154105"/>
                  </a:lnTo>
                  <a:lnTo>
                    <a:pt x="2259965" y="1155176"/>
                  </a:lnTo>
                  <a:lnTo>
                    <a:pt x="2260152" y="1155041"/>
                  </a:lnTo>
                  <a:lnTo>
                    <a:pt x="2260339" y="1154846"/>
                  </a:lnTo>
                  <a:lnTo>
                    <a:pt x="2260526" y="1154261"/>
                  </a:lnTo>
                  <a:lnTo>
                    <a:pt x="2260712" y="1153544"/>
                  </a:lnTo>
                  <a:lnTo>
                    <a:pt x="2260899" y="1152367"/>
                  </a:lnTo>
                  <a:lnTo>
                    <a:pt x="2261086" y="1150565"/>
                  </a:lnTo>
                  <a:lnTo>
                    <a:pt x="2261273" y="1148782"/>
                  </a:lnTo>
                  <a:lnTo>
                    <a:pt x="2261460" y="1148159"/>
                  </a:lnTo>
                  <a:lnTo>
                    <a:pt x="2261647" y="1147231"/>
                  </a:lnTo>
                  <a:lnTo>
                    <a:pt x="2261834" y="1145131"/>
                  </a:lnTo>
                  <a:lnTo>
                    <a:pt x="2262021" y="1142063"/>
                  </a:lnTo>
                  <a:lnTo>
                    <a:pt x="2262208" y="1137826"/>
                  </a:lnTo>
                  <a:lnTo>
                    <a:pt x="2262395" y="1132748"/>
                  </a:lnTo>
                  <a:lnTo>
                    <a:pt x="2262582" y="1127283"/>
                  </a:lnTo>
                  <a:lnTo>
                    <a:pt x="2262769" y="1121755"/>
                  </a:lnTo>
                  <a:lnTo>
                    <a:pt x="2262956" y="1115567"/>
                  </a:lnTo>
                  <a:lnTo>
                    <a:pt x="2263142" y="1109789"/>
                  </a:lnTo>
                  <a:lnTo>
                    <a:pt x="2263329" y="1103899"/>
                  </a:lnTo>
                  <a:lnTo>
                    <a:pt x="2263516" y="1096181"/>
                  </a:lnTo>
                  <a:lnTo>
                    <a:pt x="2263703" y="1085041"/>
                  </a:lnTo>
                  <a:lnTo>
                    <a:pt x="2263890" y="1073422"/>
                  </a:lnTo>
                  <a:lnTo>
                    <a:pt x="2264077" y="1061342"/>
                  </a:lnTo>
                  <a:lnTo>
                    <a:pt x="2264264" y="1048980"/>
                  </a:lnTo>
                  <a:lnTo>
                    <a:pt x="2264451" y="1036198"/>
                  </a:lnTo>
                  <a:lnTo>
                    <a:pt x="2264638" y="1023284"/>
                  </a:lnTo>
                  <a:lnTo>
                    <a:pt x="2264825" y="1013060"/>
                  </a:lnTo>
                  <a:lnTo>
                    <a:pt x="2265012" y="1005402"/>
                  </a:lnTo>
                  <a:lnTo>
                    <a:pt x="2265199" y="1000253"/>
                  </a:lnTo>
                  <a:lnTo>
                    <a:pt x="2265386" y="996887"/>
                  </a:lnTo>
                  <a:lnTo>
                    <a:pt x="2265572" y="994444"/>
                  </a:lnTo>
                  <a:lnTo>
                    <a:pt x="2265759" y="992175"/>
                  </a:lnTo>
                  <a:lnTo>
                    <a:pt x="2265946" y="988232"/>
                  </a:lnTo>
                  <a:lnTo>
                    <a:pt x="2266133" y="983973"/>
                  </a:lnTo>
                  <a:lnTo>
                    <a:pt x="2266320" y="979993"/>
                  </a:lnTo>
                  <a:lnTo>
                    <a:pt x="2266507" y="976670"/>
                  </a:lnTo>
                  <a:lnTo>
                    <a:pt x="2266694" y="974966"/>
                  </a:lnTo>
                  <a:lnTo>
                    <a:pt x="2266881" y="974418"/>
                  </a:lnTo>
                  <a:lnTo>
                    <a:pt x="2267068" y="975093"/>
                  </a:lnTo>
                  <a:lnTo>
                    <a:pt x="2267255" y="977663"/>
                  </a:lnTo>
                  <a:lnTo>
                    <a:pt x="2267442" y="981642"/>
                  </a:lnTo>
                  <a:lnTo>
                    <a:pt x="2267629" y="985246"/>
                  </a:lnTo>
                  <a:lnTo>
                    <a:pt x="2267815" y="988276"/>
                  </a:lnTo>
                  <a:lnTo>
                    <a:pt x="2268002" y="991364"/>
                  </a:lnTo>
                  <a:lnTo>
                    <a:pt x="2268189" y="994560"/>
                  </a:lnTo>
                  <a:lnTo>
                    <a:pt x="2268376" y="998229"/>
                  </a:lnTo>
                  <a:lnTo>
                    <a:pt x="2268563" y="1002965"/>
                  </a:lnTo>
                  <a:lnTo>
                    <a:pt x="2268750" y="1008179"/>
                  </a:lnTo>
                  <a:lnTo>
                    <a:pt x="2268937" y="1014095"/>
                  </a:lnTo>
                  <a:lnTo>
                    <a:pt x="2269124" y="1023057"/>
                  </a:lnTo>
                  <a:lnTo>
                    <a:pt x="2269311" y="1032365"/>
                  </a:lnTo>
                  <a:lnTo>
                    <a:pt x="2269498" y="1039478"/>
                  </a:lnTo>
                  <a:lnTo>
                    <a:pt x="2269685" y="1045409"/>
                  </a:lnTo>
                  <a:lnTo>
                    <a:pt x="2269872" y="1051973"/>
                  </a:lnTo>
                  <a:lnTo>
                    <a:pt x="2270059" y="1057517"/>
                  </a:lnTo>
                  <a:lnTo>
                    <a:pt x="2270245" y="1063839"/>
                  </a:lnTo>
                  <a:lnTo>
                    <a:pt x="2270432" y="1069865"/>
                  </a:lnTo>
                  <a:lnTo>
                    <a:pt x="2270619" y="1076261"/>
                  </a:lnTo>
                  <a:lnTo>
                    <a:pt x="2270806" y="1081409"/>
                  </a:lnTo>
                  <a:lnTo>
                    <a:pt x="2270993" y="1086164"/>
                  </a:lnTo>
                  <a:lnTo>
                    <a:pt x="2271180" y="1091169"/>
                  </a:lnTo>
                  <a:lnTo>
                    <a:pt x="2271367" y="1095408"/>
                  </a:lnTo>
                  <a:lnTo>
                    <a:pt x="2271554" y="1099441"/>
                  </a:lnTo>
                  <a:lnTo>
                    <a:pt x="2271741" y="1103099"/>
                  </a:lnTo>
                  <a:lnTo>
                    <a:pt x="2271928" y="1106304"/>
                  </a:lnTo>
                  <a:lnTo>
                    <a:pt x="2272115" y="1109800"/>
                  </a:lnTo>
                  <a:lnTo>
                    <a:pt x="2272302" y="1112685"/>
                  </a:lnTo>
                  <a:lnTo>
                    <a:pt x="2272488" y="1115022"/>
                  </a:lnTo>
                  <a:lnTo>
                    <a:pt x="2272675" y="1116910"/>
                  </a:lnTo>
                  <a:lnTo>
                    <a:pt x="2272862" y="1118979"/>
                  </a:lnTo>
                  <a:lnTo>
                    <a:pt x="2273049" y="1120679"/>
                  </a:lnTo>
                  <a:lnTo>
                    <a:pt x="2273236" y="1121250"/>
                  </a:lnTo>
                  <a:lnTo>
                    <a:pt x="2273423" y="1121816"/>
                  </a:lnTo>
                  <a:lnTo>
                    <a:pt x="2273610" y="1122848"/>
                  </a:lnTo>
                  <a:lnTo>
                    <a:pt x="2273797" y="1124372"/>
                  </a:lnTo>
                  <a:lnTo>
                    <a:pt x="2273984" y="1124756"/>
                  </a:lnTo>
                  <a:lnTo>
                    <a:pt x="2274171" y="1126963"/>
                  </a:lnTo>
                  <a:lnTo>
                    <a:pt x="2274358" y="1129288"/>
                  </a:lnTo>
                  <a:lnTo>
                    <a:pt x="2274545" y="1130791"/>
                  </a:lnTo>
                  <a:lnTo>
                    <a:pt x="2274732" y="1132586"/>
                  </a:lnTo>
                  <a:lnTo>
                    <a:pt x="2274918" y="1133959"/>
                  </a:lnTo>
                  <a:lnTo>
                    <a:pt x="2275105" y="1135901"/>
                  </a:lnTo>
                  <a:lnTo>
                    <a:pt x="2275292" y="1136061"/>
                  </a:lnTo>
                  <a:lnTo>
                    <a:pt x="2275479" y="1137890"/>
                  </a:lnTo>
                  <a:lnTo>
                    <a:pt x="2275666" y="1139926"/>
                  </a:lnTo>
                  <a:lnTo>
                    <a:pt x="2275853" y="1142035"/>
                  </a:lnTo>
                  <a:lnTo>
                    <a:pt x="2276040" y="1144974"/>
                  </a:lnTo>
                  <a:lnTo>
                    <a:pt x="2276227" y="1147204"/>
                  </a:lnTo>
                  <a:lnTo>
                    <a:pt x="2276414" y="1149992"/>
                  </a:lnTo>
                  <a:lnTo>
                    <a:pt x="2276601" y="1152784"/>
                  </a:lnTo>
                  <a:lnTo>
                    <a:pt x="2276788" y="1155231"/>
                  </a:lnTo>
                  <a:lnTo>
                    <a:pt x="2276975" y="1158427"/>
                  </a:lnTo>
                  <a:lnTo>
                    <a:pt x="2277162" y="1161256"/>
                  </a:lnTo>
                  <a:lnTo>
                    <a:pt x="2277348" y="1162856"/>
                  </a:lnTo>
                  <a:lnTo>
                    <a:pt x="2277535" y="1163944"/>
                  </a:lnTo>
                  <a:lnTo>
                    <a:pt x="2277722" y="1166543"/>
                  </a:lnTo>
                  <a:lnTo>
                    <a:pt x="2277909" y="1169112"/>
                  </a:lnTo>
                  <a:lnTo>
                    <a:pt x="2278096" y="1172154"/>
                  </a:lnTo>
                  <a:lnTo>
                    <a:pt x="2278283" y="1175373"/>
                  </a:lnTo>
                  <a:lnTo>
                    <a:pt x="2278470" y="1180445"/>
                  </a:lnTo>
                  <a:lnTo>
                    <a:pt x="2278657" y="1185469"/>
                  </a:lnTo>
                  <a:lnTo>
                    <a:pt x="2278844" y="1190478"/>
                  </a:lnTo>
                  <a:lnTo>
                    <a:pt x="2279031" y="1194343"/>
                  </a:lnTo>
                  <a:lnTo>
                    <a:pt x="2279218" y="1200550"/>
                  </a:lnTo>
                  <a:lnTo>
                    <a:pt x="2279405" y="1205993"/>
                  </a:lnTo>
                  <a:lnTo>
                    <a:pt x="2279591" y="1215053"/>
                  </a:lnTo>
                  <a:lnTo>
                    <a:pt x="2279778" y="1223825"/>
                  </a:lnTo>
                  <a:lnTo>
                    <a:pt x="2279965" y="1232770"/>
                  </a:lnTo>
                  <a:lnTo>
                    <a:pt x="2280152" y="1242945"/>
                  </a:lnTo>
                  <a:lnTo>
                    <a:pt x="2280339" y="1253664"/>
                  </a:lnTo>
                  <a:lnTo>
                    <a:pt x="2280526" y="1262831"/>
                  </a:lnTo>
                  <a:lnTo>
                    <a:pt x="2280713" y="1270910"/>
                  </a:lnTo>
                  <a:lnTo>
                    <a:pt x="2280900" y="1277305"/>
                  </a:lnTo>
                  <a:lnTo>
                    <a:pt x="2281087" y="1282471"/>
                  </a:lnTo>
                  <a:lnTo>
                    <a:pt x="2281274" y="1286754"/>
                  </a:lnTo>
                  <a:lnTo>
                    <a:pt x="2281461" y="1290029"/>
                  </a:lnTo>
                  <a:lnTo>
                    <a:pt x="2281648" y="1293066"/>
                  </a:lnTo>
                  <a:lnTo>
                    <a:pt x="2281835" y="1296895"/>
                  </a:lnTo>
                  <a:lnTo>
                    <a:pt x="2282021" y="1301285"/>
                  </a:lnTo>
                  <a:lnTo>
                    <a:pt x="2282208" y="1306162"/>
                  </a:lnTo>
                  <a:lnTo>
                    <a:pt x="2282395" y="1310997"/>
                  </a:lnTo>
                  <a:lnTo>
                    <a:pt x="2282582" y="1315949"/>
                  </a:lnTo>
                  <a:lnTo>
                    <a:pt x="2282769" y="1320924"/>
                  </a:lnTo>
                  <a:lnTo>
                    <a:pt x="2282956" y="1324943"/>
                  </a:lnTo>
                  <a:lnTo>
                    <a:pt x="2283143" y="1328211"/>
                  </a:lnTo>
                  <a:lnTo>
                    <a:pt x="2283330" y="1331421"/>
                  </a:lnTo>
                  <a:lnTo>
                    <a:pt x="2283517" y="1334589"/>
                  </a:lnTo>
                  <a:lnTo>
                    <a:pt x="2283704" y="1338030"/>
                  </a:lnTo>
                  <a:lnTo>
                    <a:pt x="2283891" y="1341636"/>
                  </a:lnTo>
                  <a:lnTo>
                    <a:pt x="2284078" y="1345011"/>
                  </a:lnTo>
                  <a:lnTo>
                    <a:pt x="2284265" y="1348576"/>
                  </a:lnTo>
                  <a:lnTo>
                    <a:pt x="2284451" y="1352232"/>
                  </a:lnTo>
                  <a:lnTo>
                    <a:pt x="2284638" y="1355277"/>
                  </a:lnTo>
                  <a:lnTo>
                    <a:pt x="2284825" y="1358520"/>
                  </a:lnTo>
                  <a:lnTo>
                    <a:pt x="2285012" y="1361911"/>
                  </a:lnTo>
                  <a:lnTo>
                    <a:pt x="2285199" y="1365276"/>
                  </a:lnTo>
                  <a:lnTo>
                    <a:pt x="2285386" y="1367546"/>
                  </a:lnTo>
                  <a:lnTo>
                    <a:pt x="2285573" y="1368656"/>
                  </a:lnTo>
                  <a:lnTo>
                    <a:pt x="2285760" y="1368747"/>
                  </a:lnTo>
                  <a:lnTo>
                    <a:pt x="2285947" y="1368530"/>
                  </a:lnTo>
                  <a:lnTo>
                    <a:pt x="2286134" y="1368355"/>
                  </a:lnTo>
                  <a:lnTo>
                    <a:pt x="2286321" y="1368279"/>
                  </a:lnTo>
                  <a:lnTo>
                    <a:pt x="2286508" y="1367893"/>
                  </a:lnTo>
                  <a:lnTo>
                    <a:pt x="2286694" y="1367204"/>
                  </a:lnTo>
                  <a:lnTo>
                    <a:pt x="2286881" y="1367088"/>
                  </a:lnTo>
                  <a:lnTo>
                    <a:pt x="2287068" y="1365189"/>
                  </a:lnTo>
                  <a:lnTo>
                    <a:pt x="2287255" y="1362804"/>
                  </a:lnTo>
                  <a:lnTo>
                    <a:pt x="2287442" y="1359671"/>
                  </a:lnTo>
                  <a:lnTo>
                    <a:pt x="2287629" y="1355787"/>
                  </a:lnTo>
                  <a:lnTo>
                    <a:pt x="2287816" y="1351696"/>
                  </a:lnTo>
                  <a:lnTo>
                    <a:pt x="2288003" y="1347815"/>
                  </a:lnTo>
                  <a:lnTo>
                    <a:pt x="2288190" y="1344069"/>
                  </a:lnTo>
                  <a:lnTo>
                    <a:pt x="2288377" y="1340758"/>
                  </a:lnTo>
                  <a:lnTo>
                    <a:pt x="2288564" y="1336953"/>
                  </a:lnTo>
                  <a:lnTo>
                    <a:pt x="2288751" y="1333456"/>
                  </a:lnTo>
                  <a:lnTo>
                    <a:pt x="2288938" y="1330190"/>
                  </a:lnTo>
                  <a:lnTo>
                    <a:pt x="2289124" y="1327460"/>
                  </a:lnTo>
                  <a:lnTo>
                    <a:pt x="2289311" y="1325565"/>
                  </a:lnTo>
                  <a:lnTo>
                    <a:pt x="2289498" y="1323834"/>
                  </a:lnTo>
                  <a:lnTo>
                    <a:pt x="2289685" y="1322379"/>
                  </a:lnTo>
                  <a:lnTo>
                    <a:pt x="2289872" y="1321719"/>
                  </a:lnTo>
                  <a:lnTo>
                    <a:pt x="2290059" y="1320989"/>
                  </a:lnTo>
                  <a:lnTo>
                    <a:pt x="2290246" y="1321096"/>
                  </a:lnTo>
                  <a:lnTo>
                    <a:pt x="2290433" y="1322040"/>
                  </a:lnTo>
                  <a:lnTo>
                    <a:pt x="2290620" y="1324623"/>
                  </a:lnTo>
                  <a:lnTo>
                    <a:pt x="2290807" y="1328162"/>
                  </a:lnTo>
                  <a:lnTo>
                    <a:pt x="2290994" y="1332480"/>
                  </a:lnTo>
                  <a:lnTo>
                    <a:pt x="2291181" y="1333791"/>
                  </a:lnTo>
                  <a:lnTo>
                    <a:pt x="2291367" y="1334295"/>
                  </a:lnTo>
                  <a:lnTo>
                    <a:pt x="2291554" y="1334439"/>
                  </a:lnTo>
                  <a:lnTo>
                    <a:pt x="2291741" y="1334463"/>
                  </a:lnTo>
                  <a:lnTo>
                    <a:pt x="2291928" y="1334247"/>
                  </a:lnTo>
                  <a:lnTo>
                    <a:pt x="2292115" y="1333940"/>
                  </a:lnTo>
                  <a:lnTo>
                    <a:pt x="2292302" y="1333898"/>
                  </a:lnTo>
                  <a:lnTo>
                    <a:pt x="2292489" y="1333847"/>
                  </a:lnTo>
                  <a:lnTo>
                    <a:pt x="2292676" y="1333971"/>
                  </a:lnTo>
                  <a:lnTo>
                    <a:pt x="2292863" y="1333851"/>
                  </a:lnTo>
                  <a:lnTo>
                    <a:pt x="2293050" y="1331525"/>
                  </a:lnTo>
                  <a:lnTo>
                    <a:pt x="2293237" y="1328223"/>
                  </a:lnTo>
                  <a:lnTo>
                    <a:pt x="2293424" y="1322890"/>
                  </a:lnTo>
                  <a:lnTo>
                    <a:pt x="2293611" y="1316730"/>
                  </a:lnTo>
                  <a:lnTo>
                    <a:pt x="2293797" y="1309561"/>
                  </a:lnTo>
                  <a:lnTo>
                    <a:pt x="2293984" y="1302618"/>
                  </a:lnTo>
                  <a:lnTo>
                    <a:pt x="2294171" y="1296727"/>
                  </a:lnTo>
                  <a:lnTo>
                    <a:pt x="2294358" y="1293146"/>
                  </a:lnTo>
                  <a:lnTo>
                    <a:pt x="2294545" y="1289515"/>
                  </a:lnTo>
                  <a:lnTo>
                    <a:pt x="2294732" y="1285191"/>
                  </a:lnTo>
                  <a:lnTo>
                    <a:pt x="2294919" y="1279357"/>
                  </a:lnTo>
                  <a:lnTo>
                    <a:pt x="2295106" y="1272590"/>
                  </a:lnTo>
                  <a:lnTo>
                    <a:pt x="2295293" y="1265923"/>
                  </a:lnTo>
                  <a:lnTo>
                    <a:pt x="2295480" y="1259363"/>
                  </a:lnTo>
                  <a:lnTo>
                    <a:pt x="2295667" y="1252835"/>
                  </a:lnTo>
                  <a:lnTo>
                    <a:pt x="2295854" y="1246292"/>
                  </a:lnTo>
                  <a:lnTo>
                    <a:pt x="2296041" y="1241043"/>
                  </a:lnTo>
                  <a:lnTo>
                    <a:pt x="2296227" y="1237107"/>
                  </a:lnTo>
                  <a:lnTo>
                    <a:pt x="2296414" y="1233163"/>
                  </a:lnTo>
                  <a:lnTo>
                    <a:pt x="2296601" y="1230143"/>
                  </a:lnTo>
                  <a:lnTo>
                    <a:pt x="2296788" y="1227502"/>
                  </a:lnTo>
                  <a:lnTo>
                    <a:pt x="2296975" y="1225084"/>
                  </a:lnTo>
                  <a:lnTo>
                    <a:pt x="2297162" y="1222700"/>
                  </a:lnTo>
                  <a:lnTo>
                    <a:pt x="2297349" y="1219520"/>
                  </a:lnTo>
                  <a:lnTo>
                    <a:pt x="2297536" y="1217768"/>
                  </a:lnTo>
                  <a:lnTo>
                    <a:pt x="2297723" y="1216628"/>
                  </a:lnTo>
                  <a:lnTo>
                    <a:pt x="2297910" y="1216208"/>
                  </a:lnTo>
                  <a:lnTo>
                    <a:pt x="2298097" y="1216261"/>
                  </a:lnTo>
                  <a:lnTo>
                    <a:pt x="2298284" y="1216583"/>
                  </a:lnTo>
                  <a:lnTo>
                    <a:pt x="2298470" y="1217186"/>
                  </a:lnTo>
                  <a:lnTo>
                    <a:pt x="2298657" y="1218056"/>
                  </a:lnTo>
                  <a:lnTo>
                    <a:pt x="2298844" y="1218712"/>
                  </a:lnTo>
                  <a:lnTo>
                    <a:pt x="2299031" y="1219434"/>
                  </a:lnTo>
                  <a:lnTo>
                    <a:pt x="2299218" y="1220189"/>
                  </a:lnTo>
                  <a:lnTo>
                    <a:pt x="2299405" y="1221507"/>
                  </a:lnTo>
                  <a:lnTo>
                    <a:pt x="2299592" y="1223516"/>
                  </a:lnTo>
                  <a:lnTo>
                    <a:pt x="2299779" y="1225764"/>
                  </a:lnTo>
                  <a:lnTo>
                    <a:pt x="2299966" y="1228258"/>
                  </a:lnTo>
                  <a:lnTo>
                    <a:pt x="2300153" y="1230576"/>
                  </a:lnTo>
                  <a:lnTo>
                    <a:pt x="2300340" y="1232325"/>
                  </a:lnTo>
                  <a:lnTo>
                    <a:pt x="2300527" y="1233539"/>
                  </a:lnTo>
                  <a:lnTo>
                    <a:pt x="2300714" y="1234626"/>
                  </a:lnTo>
                  <a:lnTo>
                    <a:pt x="2300900" y="1237055"/>
                  </a:lnTo>
                  <a:lnTo>
                    <a:pt x="2301087" y="1242510"/>
                  </a:lnTo>
                  <a:lnTo>
                    <a:pt x="2301274" y="1249901"/>
                  </a:lnTo>
                  <a:lnTo>
                    <a:pt x="2301461" y="1257278"/>
                  </a:lnTo>
                  <a:lnTo>
                    <a:pt x="2301648" y="1264273"/>
                  </a:lnTo>
                  <a:lnTo>
                    <a:pt x="2301835" y="1271700"/>
                  </a:lnTo>
                  <a:lnTo>
                    <a:pt x="2302022" y="1279613"/>
                  </a:lnTo>
                  <a:lnTo>
                    <a:pt x="2302209" y="1285349"/>
                  </a:lnTo>
                  <a:lnTo>
                    <a:pt x="2302396" y="1289443"/>
                  </a:lnTo>
                  <a:lnTo>
                    <a:pt x="2302583" y="1292391"/>
                  </a:lnTo>
                  <a:lnTo>
                    <a:pt x="2302770" y="1293661"/>
                  </a:lnTo>
                  <a:lnTo>
                    <a:pt x="2302957" y="1293144"/>
                  </a:lnTo>
                  <a:lnTo>
                    <a:pt x="2303144" y="1292514"/>
                  </a:lnTo>
                  <a:lnTo>
                    <a:pt x="2303330" y="1290905"/>
                  </a:lnTo>
                  <a:lnTo>
                    <a:pt x="2303517" y="1289210"/>
                  </a:lnTo>
                  <a:lnTo>
                    <a:pt x="2303704" y="1287190"/>
                  </a:lnTo>
                  <a:lnTo>
                    <a:pt x="2303891" y="1284003"/>
                  </a:lnTo>
                  <a:lnTo>
                    <a:pt x="2304078" y="1278955"/>
                  </a:lnTo>
                  <a:lnTo>
                    <a:pt x="2304265" y="1272937"/>
                  </a:lnTo>
                  <a:lnTo>
                    <a:pt x="2304452" y="1265317"/>
                  </a:lnTo>
                  <a:lnTo>
                    <a:pt x="2304639" y="1251669"/>
                  </a:lnTo>
                  <a:lnTo>
                    <a:pt x="2304826" y="1237013"/>
                  </a:lnTo>
                  <a:lnTo>
                    <a:pt x="2305013" y="1223109"/>
                  </a:lnTo>
                  <a:lnTo>
                    <a:pt x="2305200" y="1209196"/>
                  </a:lnTo>
                  <a:lnTo>
                    <a:pt x="2305387" y="1193782"/>
                  </a:lnTo>
                  <a:lnTo>
                    <a:pt x="2305573" y="1178244"/>
                  </a:lnTo>
                  <a:lnTo>
                    <a:pt x="2305760" y="1163118"/>
                  </a:lnTo>
                  <a:lnTo>
                    <a:pt x="2305947" y="1147044"/>
                  </a:lnTo>
                  <a:lnTo>
                    <a:pt x="2306134" y="1131167"/>
                  </a:lnTo>
                  <a:lnTo>
                    <a:pt x="2306321" y="1115810"/>
                  </a:lnTo>
                  <a:lnTo>
                    <a:pt x="2306508" y="1101304"/>
                  </a:lnTo>
                  <a:lnTo>
                    <a:pt x="2306695" y="1088233"/>
                  </a:lnTo>
                  <a:lnTo>
                    <a:pt x="2306882" y="1076424"/>
                  </a:lnTo>
                  <a:lnTo>
                    <a:pt x="2307069" y="1064731"/>
                  </a:lnTo>
                  <a:lnTo>
                    <a:pt x="2307256" y="1053204"/>
                  </a:lnTo>
                  <a:lnTo>
                    <a:pt x="2307443" y="1041552"/>
                  </a:lnTo>
                  <a:lnTo>
                    <a:pt x="2307630" y="1029199"/>
                  </a:lnTo>
                  <a:lnTo>
                    <a:pt x="2307817" y="1019757"/>
                  </a:lnTo>
                  <a:lnTo>
                    <a:pt x="2308003" y="1010890"/>
                  </a:lnTo>
                  <a:lnTo>
                    <a:pt x="2308190" y="1002625"/>
                  </a:lnTo>
                  <a:lnTo>
                    <a:pt x="2308377" y="994844"/>
                  </a:lnTo>
                  <a:lnTo>
                    <a:pt x="2308564" y="987705"/>
                  </a:lnTo>
                  <a:lnTo>
                    <a:pt x="2308751" y="980985"/>
                  </a:lnTo>
                  <a:lnTo>
                    <a:pt x="2308938" y="975458"/>
                  </a:lnTo>
                  <a:lnTo>
                    <a:pt x="2309125" y="970150"/>
                  </a:lnTo>
                  <a:lnTo>
                    <a:pt x="2309312" y="964668"/>
                  </a:lnTo>
                  <a:lnTo>
                    <a:pt x="2309499" y="959146"/>
                  </a:lnTo>
                  <a:lnTo>
                    <a:pt x="2309686" y="954067"/>
                  </a:lnTo>
                  <a:lnTo>
                    <a:pt x="2309873" y="949479"/>
                  </a:lnTo>
                  <a:lnTo>
                    <a:pt x="2310060" y="944692"/>
                  </a:lnTo>
                  <a:lnTo>
                    <a:pt x="2310246" y="940129"/>
                  </a:lnTo>
                  <a:lnTo>
                    <a:pt x="2310433" y="935593"/>
                  </a:lnTo>
                  <a:lnTo>
                    <a:pt x="2310620" y="931047"/>
                  </a:lnTo>
                  <a:lnTo>
                    <a:pt x="2310807" y="925357"/>
                  </a:lnTo>
                  <a:lnTo>
                    <a:pt x="2310994" y="916057"/>
                  </a:lnTo>
                  <a:lnTo>
                    <a:pt x="2311181" y="906353"/>
                  </a:lnTo>
                  <a:lnTo>
                    <a:pt x="2311368" y="896822"/>
                  </a:lnTo>
                  <a:lnTo>
                    <a:pt x="2311555" y="888001"/>
                  </a:lnTo>
                  <a:lnTo>
                    <a:pt x="2311742" y="879015"/>
                  </a:lnTo>
                  <a:lnTo>
                    <a:pt x="2311929" y="870441"/>
                  </a:lnTo>
                  <a:lnTo>
                    <a:pt x="2312116" y="862816"/>
                  </a:lnTo>
                  <a:lnTo>
                    <a:pt x="2312303" y="855885"/>
                  </a:lnTo>
                  <a:lnTo>
                    <a:pt x="2312490" y="849036"/>
                  </a:lnTo>
                  <a:lnTo>
                    <a:pt x="2312676" y="842674"/>
                  </a:lnTo>
                  <a:lnTo>
                    <a:pt x="2312863" y="837954"/>
                  </a:lnTo>
                  <a:lnTo>
                    <a:pt x="2313050" y="833704"/>
                  </a:lnTo>
                  <a:lnTo>
                    <a:pt x="2313237" y="830832"/>
                  </a:lnTo>
                  <a:lnTo>
                    <a:pt x="2313424" y="828695"/>
                  </a:lnTo>
                  <a:lnTo>
                    <a:pt x="2313611" y="827647"/>
                  </a:lnTo>
                  <a:lnTo>
                    <a:pt x="2313798" y="829804"/>
                  </a:lnTo>
                  <a:lnTo>
                    <a:pt x="2313985" y="832266"/>
                  </a:lnTo>
                  <a:lnTo>
                    <a:pt x="2314172" y="835255"/>
                  </a:lnTo>
                  <a:lnTo>
                    <a:pt x="2314359" y="838462"/>
                  </a:lnTo>
                  <a:lnTo>
                    <a:pt x="2314546" y="841137"/>
                  </a:lnTo>
                  <a:lnTo>
                    <a:pt x="2314733" y="843088"/>
                  </a:lnTo>
                  <a:lnTo>
                    <a:pt x="2314920" y="844969"/>
                  </a:lnTo>
                  <a:lnTo>
                    <a:pt x="2315106" y="846042"/>
                  </a:lnTo>
                  <a:lnTo>
                    <a:pt x="2315293" y="846481"/>
                  </a:lnTo>
                  <a:lnTo>
                    <a:pt x="2315480" y="846258"/>
                  </a:lnTo>
                  <a:lnTo>
                    <a:pt x="2315667" y="845976"/>
                  </a:lnTo>
                  <a:lnTo>
                    <a:pt x="2315854" y="845694"/>
                  </a:lnTo>
                  <a:lnTo>
                    <a:pt x="2316041" y="844940"/>
                  </a:lnTo>
                  <a:lnTo>
                    <a:pt x="2316228" y="843982"/>
                  </a:lnTo>
                  <a:lnTo>
                    <a:pt x="2316415" y="842944"/>
                  </a:lnTo>
                  <a:lnTo>
                    <a:pt x="2316602" y="841390"/>
                  </a:lnTo>
                  <a:lnTo>
                    <a:pt x="2316789" y="839475"/>
                  </a:lnTo>
                  <a:lnTo>
                    <a:pt x="2316976" y="837385"/>
                  </a:lnTo>
                  <a:lnTo>
                    <a:pt x="2317163" y="835675"/>
                  </a:lnTo>
                  <a:lnTo>
                    <a:pt x="2317349" y="833632"/>
                  </a:lnTo>
                  <a:lnTo>
                    <a:pt x="2317536" y="832235"/>
                  </a:lnTo>
                  <a:lnTo>
                    <a:pt x="2317723" y="829868"/>
                  </a:lnTo>
                  <a:lnTo>
                    <a:pt x="2317910" y="825851"/>
                  </a:lnTo>
                  <a:lnTo>
                    <a:pt x="2318097" y="821844"/>
                  </a:lnTo>
                  <a:lnTo>
                    <a:pt x="2318284" y="817757"/>
                  </a:lnTo>
                  <a:lnTo>
                    <a:pt x="2318471" y="810586"/>
                  </a:lnTo>
                  <a:lnTo>
                    <a:pt x="2318658" y="803787"/>
                  </a:lnTo>
                  <a:lnTo>
                    <a:pt x="2318845" y="797812"/>
                  </a:lnTo>
                  <a:lnTo>
                    <a:pt x="2319032" y="792490"/>
                  </a:lnTo>
                  <a:lnTo>
                    <a:pt x="2319219" y="787118"/>
                  </a:lnTo>
                  <a:lnTo>
                    <a:pt x="2319406" y="782183"/>
                  </a:lnTo>
                  <a:lnTo>
                    <a:pt x="2319593" y="777331"/>
                  </a:lnTo>
                  <a:lnTo>
                    <a:pt x="2319779" y="770895"/>
                  </a:lnTo>
                  <a:lnTo>
                    <a:pt x="2319966" y="763534"/>
                  </a:lnTo>
                  <a:lnTo>
                    <a:pt x="2320153" y="755761"/>
                  </a:lnTo>
                  <a:lnTo>
                    <a:pt x="2320340" y="747344"/>
                  </a:lnTo>
                  <a:lnTo>
                    <a:pt x="2320527" y="741487"/>
                  </a:lnTo>
                  <a:lnTo>
                    <a:pt x="2320714" y="735519"/>
                  </a:lnTo>
                  <a:lnTo>
                    <a:pt x="2320901" y="729347"/>
                  </a:lnTo>
                  <a:lnTo>
                    <a:pt x="2321088" y="722831"/>
                  </a:lnTo>
                  <a:lnTo>
                    <a:pt x="2321275" y="715647"/>
                  </a:lnTo>
                  <a:lnTo>
                    <a:pt x="2321462" y="707718"/>
                  </a:lnTo>
                  <a:lnTo>
                    <a:pt x="2321649" y="699618"/>
                  </a:lnTo>
                  <a:lnTo>
                    <a:pt x="2321836" y="691604"/>
                  </a:lnTo>
                  <a:lnTo>
                    <a:pt x="2322023" y="684233"/>
                  </a:lnTo>
                  <a:lnTo>
                    <a:pt x="2322209" y="676758"/>
                  </a:lnTo>
                  <a:lnTo>
                    <a:pt x="2322396" y="668903"/>
                  </a:lnTo>
                  <a:lnTo>
                    <a:pt x="2322583" y="661357"/>
                  </a:lnTo>
                  <a:lnTo>
                    <a:pt x="2322770" y="654013"/>
                  </a:lnTo>
                  <a:lnTo>
                    <a:pt x="2322957" y="647145"/>
                  </a:lnTo>
                  <a:lnTo>
                    <a:pt x="2323144" y="641230"/>
                  </a:lnTo>
                  <a:lnTo>
                    <a:pt x="2323331" y="636109"/>
                  </a:lnTo>
                  <a:lnTo>
                    <a:pt x="2323518" y="631508"/>
                  </a:lnTo>
                  <a:lnTo>
                    <a:pt x="2323705" y="627299"/>
                  </a:lnTo>
                  <a:lnTo>
                    <a:pt x="2323892" y="621291"/>
                  </a:lnTo>
                  <a:lnTo>
                    <a:pt x="2324079" y="616500"/>
                  </a:lnTo>
                  <a:lnTo>
                    <a:pt x="2324266" y="612102"/>
                  </a:lnTo>
                  <a:lnTo>
                    <a:pt x="2324452" y="608572"/>
                  </a:lnTo>
                  <a:lnTo>
                    <a:pt x="2324639" y="606677"/>
                  </a:lnTo>
                  <a:lnTo>
                    <a:pt x="2324826" y="604833"/>
                  </a:lnTo>
                  <a:lnTo>
                    <a:pt x="2325013" y="603069"/>
                  </a:lnTo>
                  <a:lnTo>
                    <a:pt x="2325200" y="601192"/>
                  </a:lnTo>
                  <a:lnTo>
                    <a:pt x="2325387" y="599051"/>
                  </a:lnTo>
                  <a:lnTo>
                    <a:pt x="2325574" y="597476"/>
                  </a:lnTo>
                  <a:lnTo>
                    <a:pt x="2325761" y="597441"/>
                  </a:lnTo>
                  <a:lnTo>
                    <a:pt x="2325948" y="598263"/>
                  </a:lnTo>
                  <a:lnTo>
                    <a:pt x="2326135" y="598186"/>
                  </a:lnTo>
                  <a:lnTo>
                    <a:pt x="2326322" y="598062"/>
                  </a:lnTo>
                  <a:lnTo>
                    <a:pt x="2326509" y="598095"/>
                  </a:lnTo>
                  <a:lnTo>
                    <a:pt x="2326696" y="598977"/>
                  </a:lnTo>
                  <a:lnTo>
                    <a:pt x="2326882" y="599541"/>
                  </a:lnTo>
                  <a:lnTo>
                    <a:pt x="2327069" y="599984"/>
                  </a:lnTo>
                  <a:lnTo>
                    <a:pt x="2327256" y="600019"/>
                  </a:lnTo>
                  <a:lnTo>
                    <a:pt x="2327443" y="601215"/>
                  </a:lnTo>
                  <a:lnTo>
                    <a:pt x="2327630" y="601402"/>
                  </a:lnTo>
                  <a:lnTo>
                    <a:pt x="2327817" y="601996"/>
                  </a:lnTo>
                  <a:lnTo>
                    <a:pt x="2328004" y="602908"/>
                  </a:lnTo>
                  <a:lnTo>
                    <a:pt x="2328191" y="604179"/>
                  </a:lnTo>
                  <a:lnTo>
                    <a:pt x="2328378" y="605692"/>
                  </a:lnTo>
                  <a:lnTo>
                    <a:pt x="2328565" y="608627"/>
                  </a:lnTo>
                  <a:lnTo>
                    <a:pt x="2328752" y="612309"/>
                  </a:lnTo>
                  <a:lnTo>
                    <a:pt x="2328939" y="616761"/>
                  </a:lnTo>
                  <a:lnTo>
                    <a:pt x="2329125" y="621089"/>
                  </a:lnTo>
                  <a:lnTo>
                    <a:pt x="2329312" y="625244"/>
                  </a:lnTo>
                  <a:lnTo>
                    <a:pt x="2329499" y="629710"/>
                  </a:lnTo>
                  <a:lnTo>
                    <a:pt x="2329686" y="633777"/>
                  </a:lnTo>
                  <a:lnTo>
                    <a:pt x="2329873" y="638125"/>
                  </a:lnTo>
                  <a:lnTo>
                    <a:pt x="2330060" y="642865"/>
                  </a:lnTo>
                  <a:lnTo>
                    <a:pt x="2330247" y="647793"/>
                  </a:lnTo>
                  <a:lnTo>
                    <a:pt x="2330434" y="655010"/>
                  </a:lnTo>
                  <a:lnTo>
                    <a:pt x="2330621" y="662822"/>
                  </a:lnTo>
                  <a:lnTo>
                    <a:pt x="2330808" y="671708"/>
                  </a:lnTo>
                  <a:lnTo>
                    <a:pt x="2330995" y="680642"/>
                  </a:lnTo>
                  <a:lnTo>
                    <a:pt x="2331182" y="689641"/>
                  </a:lnTo>
                  <a:lnTo>
                    <a:pt x="2331369" y="698391"/>
                  </a:lnTo>
                  <a:lnTo>
                    <a:pt x="2331555" y="706296"/>
                  </a:lnTo>
                  <a:lnTo>
                    <a:pt x="2331742" y="713618"/>
                  </a:lnTo>
                  <a:lnTo>
                    <a:pt x="2331929" y="721426"/>
                  </a:lnTo>
                  <a:lnTo>
                    <a:pt x="2332116" y="729329"/>
                  </a:lnTo>
                  <a:lnTo>
                    <a:pt x="2332303" y="737811"/>
                  </a:lnTo>
                  <a:lnTo>
                    <a:pt x="2332490" y="746600"/>
                  </a:lnTo>
                  <a:lnTo>
                    <a:pt x="2332677" y="754589"/>
                  </a:lnTo>
                  <a:lnTo>
                    <a:pt x="2332864" y="761477"/>
                  </a:lnTo>
                  <a:lnTo>
                    <a:pt x="2333051" y="767844"/>
                  </a:lnTo>
                  <a:lnTo>
                    <a:pt x="2333238" y="774339"/>
                  </a:lnTo>
                  <a:lnTo>
                    <a:pt x="2333425" y="780801"/>
                  </a:lnTo>
                  <a:lnTo>
                    <a:pt x="2333612" y="786864"/>
                  </a:lnTo>
                  <a:lnTo>
                    <a:pt x="2333799" y="793017"/>
                  </a:lnTo>
                  <a:lnTo>
                    <a:pt x="2333985" y="797748"/>
                  </a:lnTo>
                  <a:lnTo>
                    <a:pt x="2334172" y="801561"/>
                  </a:lnTo>
                  <a:lnTo>
                    <a:pt x="2334359" y="804554"/>
                  </a:lnTo>
                  <a:lnTo>
                    <a:pt x="2334546" y="807326"/>
                  </a:lnTo>
                  <a:lnTo>
                    <a:pt x="2334733" y="809063"/>
                  </a:lnTo>
                  <a:lnTo>
                    <a:pt x="2334920" y="810507"/>
                  </a:lnTo>
                  <a:lnTo>
                    <a:pt x="2335107" y="811459"/>
                  </a:lnTo>
                  <a:lnTo>
                    <a:pt x="2335294" y="811917"/>
                  </a:lnTo>
                  <a:lnTo>
                    <a:pt x="2335481" y="812422"/>
                  </a:lnTo>
                  <a:lnTo>
                    <a:pt x="2335668" y="812855"/>
                  </a:lnTo>
                  <a:lnTo>
                    <a:pt x="2335855" y="813831"/>
                  </a:lnTo>
                  <a:lnTo>
                    <a:pt x="2336042" y="814399"/>
                  </a:lnTo>
                  <a:lnTo>
                    <a:pt x="2336228" y="814715"/>
                  </a:lnTo>
                  <a:lnTo>
                    <a:pt x="2336415" y="814851"/>
                  </a:lnTo>
                  <a:lnTo>
                    <a:pt x="2336602" y="815216"/>
                  </a:lnTo>
                  <a:lnTo>
                    <a:pt x="2336789" y="815558"/>
                  </a:lnTo>
                  <a:lnTo>
                    <a:pt x="2336976" y="816177"/>
                  </a:lnTo>
                  <a:lnTo>
                    <a:pt x="2337163" y="817587"/>
                  </a:lnTo>
                  <a:lnTo>
                    <a:pt x="2337350" y="819279"/>
                  </a:lnTo>
                  <a:lnTo>
                    <a:pt x="2337537" y="821908"/>
                  </a:lnTo>
                  <a:lnTo>
                    <a:pt x="2337724" y="825709"/>
                  </a:lnTo>
                  <a:lnTo>
                    <a:pt x="2337911" y="830389"/>
                  </a:lnTo>
                  <a:lnTo>
                    <a:pt x="2338098" y="835875"/>
                  </a:lnTo>
                  <a:lnTo>
                    <a:pt x="2338285" y="841327"/>
                  </a:lnTo>
                  <a:lnTo>
                    <a:pt x="2338472" y="847146"/>
                  </a:lnTo>
                  <a:lnTo>
                    <a:pt x="2338658" y="850769"/>
                  </a:lnTo>
                  <a:lnTo>
                    <a:pt x="2338845" y="854954"/>
                  </a:lnTo>
                  <a:lnTo>
                    <a:pt x="2339032" y="859303"/>
                  </a:lnTo>
                  <a:lnTo>
                    <a:pt x="2339219" y="863383"/>
                  </a:lnTo>
                  <a:lnTo>
                    <a:pt x="2339406" y="867180"/>
                  </a:lnTo>
                  <a:lnTo>
                    <a:pt x="2339593" y="871998"/>
                  </a:lnTo>
                  <a:lnTo>
                    <a:pt x="2339780" y="877109"/>
                  </a:lnTo>
                  <a:lnTo>
                    <a:pt x="2339967" y="882364"/>
                  </a:lnTo>
                  <a:lnTo>
                    <a:pt x="2340154" y="887581"/>
                  </a:lnTo>
                  <a:lnTo>
                    <a:pt x="2340341" y="893364"/>
                  </a:lnTo>
                  <a:lnTo>
                    <a:pt x="2340528" y="898850"/>
                  </a:lnTo>
                  <a:lnTo>
                    <a:pt x="2340715" y="904511"/>
                  </a:lnTo>
                  <a:lnTo>
                    <a:pt x="2340902" y="910578"/>
                  </a:lnTo>
                  <a:lnTo>
                    <a:pt x="2341088" y="917574"/>
                  </a:lnTo>
                  <a:lnTo>
                    <a:pt x="2341275" y="925247"/>
                  </a:lnTo>
                  <a:lnTo>
                    <a:pt x="2341462" y="933157"/>
                  </a:lnTo>
                  <a:lnTo>
                    <a:pt x="2341649" y="941199"/>
                  </a:lnTo>
                  <a:lnTo>
                    <a:pt x="2341836" y="949697"/>
                  </a:lnTo>
                  <a:lnTo>
                    <a:pt x="2342023" y="962630"/>
                  </a:lnTo>
                  <a:lnTo>
                    <a:pt x="2342210" y="975033"/>
                  </a:lnTo>
                  <a:lnTo>
                    <a:pt x="2342397" y="986155"/>
                  </a:lnTo>
                  <a:lnTo>
                    <a:pt x="2342584" y="997048"/>
                  </a:lnTo>
                  <a:lnTo>
                    <a:pt x="2342771" y="1009283"/>
                  </a:lnTo>
                  <a:lnTo>
                    <a:pt x="2342958" y="1021426"/>
                  </a:lnTo>
                  <a:lnTo>
                    <a:pt x="2343145" y="1033015"/>
                  </a:lnTo>
                  <a:lnTo>
                    <a:pt x="2343331" y="1044827"/>
                  </a:lnTo>
                  <a:lnTo>
                    <a:pt x="2343518" y="1056207"/>
                  </a:lnTo>
                  <a:lnTo>
                    <a:pt x="2343705" y="1066917"/>
                  </a:lnTo>
                  <a:lnTo>
                    <a:pt x="2343892" y="1076797"/>
                  </a:lnTo>
                  <a:lnTo>
                    <a:pt x="2344079" y="1085586"/>
                  </a:lnTo>
                  <a:lnTo>
                    <a:pt x="2344266" y="1093449"/>
                  </a:lnTo>
                  <a:lnTo>
                    <a:pt x="2344453" y="1101265"/>
                  </a:lnTo>
                  <a:lnTo>
                    <a:pt x="2344640" y="1109104"/>
                  </a:lnTo>
                  <a:lnTo>
                    <a:pt x="2344827" y="1117283"/>
                  </a:lnTo>
                  <a:lnTo>
                    <a:pt x="2345014" y="1126145"/>
                  </a:lnTo>
                  <a:lnTo>
                    <a:pt x="2345201" y="1132234"/>
                  </a:lnTo>
                  <a:lnTo>
                    <a:pt x="2345388" y="1138525"/>
                  </a:lnTo>
                  <a:lnTo>
                    <a:pt x="2345575" y="1144411"/>
                  </a:lnTo>
                  <a:lnTo>
                    <a:pt x="2345761" y="1150105"/>
                  </a:lnTo>
                  <a:lnTo>
                    <a:pt x="2345948" y="1155355"/>
                  </a:lnTo>
                  <a:lnTo>
                    <a:pt x="2346135" y="1160208"/>
                  </a:lnTo>
                  <a:lnTo>
                    <a:pt x="2346322" y="1164143"/>
                  </a:lnTo>
                  <a:lnTo>
                    <a:pt x="2346509" y="1168182"/>
                  </a:lnTo>
                  <a:lnTo>
                    <a:pt x="2346696" y="1172445"/>
                  </a:lnTo>
                  <a:lnTo>
                    <a:pt x="2346883" y="1176293"/>
                  </a:lnTo>
                  <a:lnTo>
                    <a:pt x="2347070" y="1180583"/>
                  </a:lnTo>
                  <a:lnTo>
                    <a:pt x="2347257" y="1185174"/>
                  </a:lnTo>
                  <a:lnTo>
                    <a:pt x="2347444" y="1190684"/>
                  </a:lnTo>
                  <a:lnTo>
                    <a:pt x="2347631" y="1196267"/>
                  </a:lnTo>
                  <a:lnTo>
                    <a:pt x="2347818" y="1202297"/>
                  </a:lnTo>
                  <a:lnTo>
                    <a:pt x="2348004" y="1207864"/>
                  </a:lnTo>
                  <a:lnTo>
                    <a:pt x="2348191" y="1213897"/>
                  </a:lnTo>
                  <a:lnTo>
                    <a:pt x="2348378" y="1223274"/>
                  </a:lnTo>
                  <a:lnTo>
                    <a:pt x="2348565" y="1232403"/>
                  </a:lnTo>
                  <a:lnTo>
                    <a:pt x="2348752" y="1240869"/>
                  </a:lnTo>
                  <a:lnTo>
                    <a:pt x="2348939" y="1250499"/>
                  </a:lnTo>
                  <a:lnTo>
                    <a:pt x="2349126" y="1261482"/>
                  </a:lnTo>
                  <a:lnTo>
                    <a:pt x="2349313" y="1273249"/>
                  </a:lnTo>
                  <a:lnTo>
                    <a:pt x="2349500" y="1284720"/>
                  </a:lnTo>
                  <a:lnTo>
                    <a:pt x="2349687" y="1296896"/>
                  </a:lnTo>
                  <a:lnTo>
                    <a:pt x="2349874" y="1309071"/>
                  </a:lnTo>
                  <a:lnTo>
                    <a:pt x="2350061" y="1320136"/>
                  </a:lnTo>
                  <a:lnTo>
                    <a:pt x="2350248" y="1328653"/>
                  </a:lnTo>
                  <a:lnTo>
                    <a:pt x="2350434" y="1336038"/>
                  </a:lnTo>
                  <a:lnTo>
                    <a:pt x="2350621" y="1341446"/>
                  </a:lnTo>
                  <a:lnTo>
                    <a:pt x="2350808" y="1345209"/>
                  </a:lnTo>
                  <a:lnTo>
                    <a:pt x="2350995" y="1347888"/>
                  </a:lnTo>
                  <a:lnTo>
                    <a:pt x="2351182" y="1347691"/>
                  </a:lnTo>
                  <a:lnTo>
                    <a:pt x="2351369" y="1347019"/>
                  </a:lnTo>
                  <a:lnTo>
                    <a:pt x="2351556" y="1345029"/>
                  </a:lnTo>
                  <a:lnTo>
                    <a:pt x="2351743" y="1341830"/>
                  </a:lnTo>
                  <a:lnTo>
                    <a:pt x="2351930" y="1338578"/>
                  </a:lnTo>
                  <a:lnTo>
                    <a:pt x="2352117" y="1335593"/>
                  </a:lnTo>
                  <a:lnTo>
                    <a:pt x="2352304" y="1332435"/>
                  </a:lnTo>
                  <a:lnTo>
                    <a:pt x="2352491" y="1330190"/>
                  </a:lnTo>
                  <a:lnTo>
                    <a:pt x="2352678" y="1326554"/>
                  </a:lnTo>
                  <a:lnTo>
                    <a:pt x="2352864" y="1323053"/>
                  </a:lnTo>
                  <a:lnTo>
                    <a:pt x="2353051" y="1319658"/>
                  </a:lnTo>
                  <a:lnTo>
                    <a:pt x="2353238" y="1314040"/>
                  </a:lnTo>
                  <a:lnTo>
                    <a:pt x="2353425" y="1309563"/>
                  </a:lnTo>
                  <a:lnTo>
                    <a:pt x="2353612" y="1305676"/>
                  </a:lnTo>
                  <a:lnTo>
                    <a:pt x="2353799" y="1301928"/>
                  </a:lnTo>
                  <a:lnTo>
                    <a:pt x="2353986" y="1297971"/>
                  </a:lnTo>
                  <a:lnTo>
                    <a:pt x="2354173" y="1294868"/>
                  </a:lnTo>
                  <a:lnTo>
                    <a:pt x="2354360" y="1292643"/>
                  </a:lnTo>
                  <a:lnTo>
                    <a:pt x="2354547" y="1290631"/>
                  </a:lnTo>
                  <a:lnTo>
                    <a:pt x="2354734" y="1290165"/>
                  </a:lnTo>
                  <a:lnTo>
                    <a:pt x="2354921" y="1289937"/>
                  </a:lnTo>
                  <a:lnTo>
                    <a:pt x="2355107" y="1290670"/>
                  </a:lnTo>
                  <a:lnTo>
                    <a:pt x="2355294" y="1293144"/>
                  </a:lnTo>
                  <a:lnTo>
                    <a:pt x="2355481" y="1295130"/>
                  </a:lnTo>
                  <a:lnTo>
                    <a:pt x="2355668" y="1298391"/>
                  </a:lnTo>
                  <a:lnTo>
                    <a:pt x="2355855" y="1305595"/>
                  </a:lnTo>
                  <a:lnTo>
                    <a:pt x="2356042" y="1312246"/>
                  </a:lnTo>
                  <a:lnTo>
                    <a:pt x="2356229" y="1317841"/>
                  </a:lnTo>
                  <a:lnTo>
                    <a:pt x="2356416" y="1322949"/>
                  </a:lnTo>
                  <a:lnTo>
                    <a:pt x="2356603" y="1328057"/>
                  </a:lnTo>
                  <a:lnTo>
                    <a:pt x="2356790" y="1332834"/>
                  </a:lnTo>
                  <a:lnTo>
                    <a:pt x="2356977" y="1336465"/>
                  </a:lnTo>
                  <a:lnTo>
                    <a:pt x="2357164" y="1341342"/>
                  </a:lnTo>
                  <a:lnTo>
                    <a:pt x="2357351" y="1346772"/>
                  </a:lnTo>
                  <a:lnTo>
                    <a:pt x="2357537" y="1352012"/>
                  </a:lnTo>
                  <a:lnTo>
                    <a:pt x="2357724" y="1357045"/>
                  </a:lnTo>
                  <a:lnTo>
                    <a:pt x="2357911" y="1358817"/>
                  </a:lnTo>
                  <a:lnTo>
                    <a:pt x="2358098" y="1361816"/>
                  </a:lnTo>
                  <a:lnTo>
                    <a:pt x="2358285" y="1365369"/>
                  </a:lnTo>
                  <a:lnTo>
                    <a:pt x="2358472" y="1368779"/>
                  </a:lnTo>
                  <a:lnTo>
                    <a:pt x="2358659" y="1372692"/>
                  </a:lnTo>
                  <a:lnTo>
                    <a:pt x="2358846" y="1378296"/>
                  </a:lnTo>
                  <a:lnTo>
                    <a:pt x="2359033" y="1383979"/>
                  </a:lnTo>
                  <a:lnTo>
                    <a:pt x="2359220" y="1389426"/>
                  </a:lnTo>
                  <a:lnTo>
                    <a:pt x="2359407" y="1394283"/>
                  </a:lnTo>
                  <a:lnTo>
                    <a:pt x="2359594" y="1399256"/>
                  </a:lnTo>
                  <a:lnTo>
                    <a:pt x="2359780" y="1404583"/>
                  </a:lnTo>
                  <a:lnTo>
                    <a:pt x="2359967" y="1409301"/>
                  </a:lnTo>
                  <a:lnTo>
                    <a:pt x="2360154" y="1414587"/>
                  </a:lnTo>
                  <a:lnTo>
                    <a:pt x="2360341" y="1420314"/>
                  </a:lnTo>
                  <a:lnTo>
                    <a:pt x="2360528" y="1426353"/>
                  </a:lnTo>
                  <a:lnTo>
                    <a:pt x="2360715" y="1432480"/>
                  </a:lnTo>
                  <a:lnTo>
                    <a:pt x="2360902" y="1438434"/>
                  </a:lnTo>
                  <a:lnTo>
                    <a:pt x="2361089" y="1444346"/>
                  </a:lnTo>
                  <a:lnTo>
                    <a:pt x="2361276" y="1452362"/>
                  </a:lnTo>
                  <a:lnTo>
                    <a:pt x="2361463" y="1458685"/>
                  </a:lnTo>
                  <a:lnTo>
                    <a:pt x="2361650" y="1464091"/>
                  </a:lnTo>
                  <a:lnTo>
                    <a:pt x="2361837" y="1468531"/>
                  </a:lnTo>
                  <a:lnTo>
                    <a:pt x="2362024" y="1470971"/>
                  </a:lnTo>
                  <a:lnTo>
                    <a:pt x="2362210" y="1473876"/>
                  </a:lnTo>
                  <a:lnTo>
                    <a:pt x="2362397" y="1476422"/>
                  </a:lnTo>
                  <a:lnTo>
                    <a:pt x="2362584" y="1479592"/>
                  </a:lnTo>
                  <a:lnTo>
                    <a:pt x="2362771" y="1483056"/>
                  </a:lnTo>
                  <a:lnTo>
                    <a:pt x="2362958" y="1485324"/>
                  </a:lnTo>
                  <a:lnTo>
                    <a:pt x="2363145" y="1485146"/>
                  </a:lnTo>
                  <a:lnTo>
                    <a:pt x="2363332" y="1483798"/>
                  </a:lnTo>
                  <a:lnTo>
                    <a:pt x="2363519" y="1482313"/>
                  </a:lnTo>
                  <a:lnTo>
                    <a:pt x="2363706" y="1480281"/>
                  </a:lnTo>
                  <a:lnTo>
                    <a:pt x="2363893" y="1477095"/>
                  </a:lnTo>
                  <a:lnTo>
                    <a:pt x="2364080" y="1472645"/>
                  </a:lnTo>
                  <a:lnTo>
                    <a:pt x="2364267" y="1468399"/>
                  </a:lnTo>
                  <a:lnTo>
                    <a:pt x="2364454" y="1464006"/>
                  </a:lnTo>
                  <a:lnTo>
                    <a:pt x="2364640" y="1459573"/>
                  </a:lnTo>
                  <a:lnTo>
                    <a:pt x="2364827" y="1454708"/>
                  </a:lnTo>
                  <a:lnTo>
                    <a:pt x="2365014" y="1450165"/>
                  </a:lnTo>
                  <a:lnTo>
                    <a:pt x="2365201" y="1445524"/>
                  </a:lnTo>
                  <a:lnTo>
                    <a:pt x="2365388" y="1439470"/>
                  </a:lnTo>
                  <a:lnTo>
                    <a:pt x="2365575" y="1432672"/>
                  </a:lnTo>
                  <a:lnTo>
                    <a:pt x="2365762" y="1426172"/>
                  </a:lnTo>
                  <a:lnTo>
                    <a:pt x="2365949" y="1419455"/>
                  </a:lnTo>
                  <a:lnTo>
                    <a:pt x="2366136" y="1413266"/>
                  </a:lnTo>
                  <a:lnTo>
                    <a:pt x="2366323" y="1407486"/>
                  </a:lnTo>
                  <a:lnTo>
                    <a:pt x="2366510" y="1402960"/>
                  </a:lnTo>
                  <a:lnTo>
                    <a:pt x="2366697" y="1399829"/>
                  </a:lnTo>
                  <a:lnTo>
                    <a:pt x="2366883" y="1396914"/>
                  </a:lnTo>
                  <a:lnTo>
                    <a:pt x="2367070" y="1394528"/>
                  </a:lnTo>
                  <a:lnTo>
                    <a:pt x="2367257" y="1392428"/>
                  </a:lnTo>
                  <a:lnTo>
                    <a:pt x="2367444" y="1390384"/>
                  </a:lnTo>
                  <a:lnTo>
                    <a:pt x="2367631" y="1388743"/>
                  </a:lnTo>
                  <a:lnTo>
                    <a:pt x="2367818" y="1386765"/>
                  </a:lnTo>
                  <a:lnTo>
                    <a:pt x="2368005" y="1383880"/>
                  </a:lnTo>
                  <a:lnTo>
                    <a:pt x="2368192" y="1381182"/>
                  </a:lnTo>
                  <a:lnTo>
                    <a:pt x="2368379" y="1377950"/>
                  </a:lnTo>
                  <a:lnTo>
                    <a:pt x="2368566" y="1374257"/>
                  </a:lnTo>
                  <a:lnTo>
                    <a:pt x="2368753" y="1370219"/>
                  </a:lnTo>
                  <a:lnTo>
                    <a:pt x="2368940" y="1366275"/>
                  </a:lnTo>
                  <a:lnTo>
                    <a:pt x="2369127" y="1362699"/>
                  </a:lnTo>
                  <a:lnTo>
                    <a:pt x="2369313" y="1358951"/>
                  </a:lnTo>
                  <a:lnTo>
                    <a:pt x="2369500" y="1354803"/>
                  </a:lnTo>
                  <a:lnTo>
                    <a:pt x="2369687" y="1350035"/>
                  </a:lnTo>
                  <a:lnTo>
                    <a:pt x="2369874" y="1344232"/>
                  </a:lnTo>
                  <a:lnTo>
                    <a:pt x="2370061" y="1340287"/>
                  </a:lnTo>
                  <a:lnTo>
                    <a:pt x="2370248" y="1337941"/>
                  </a:lnTo>
                  <a:lnTo>
                    <a:pt x="2370435" y="1336466"/>
                  </a:lnTo>
                  <a:lnTo>
                    <a:pt x="2370622" y="1334862"/>
                  </a:lnTo>
                  <a:lnTo>
                    <a:pt x="2370809" y="1332965"/>
                  </a:lnTo>
                  <a:lnTo>
                    <a:pt x="2370996" y="1331756"/>
                  </a:lnTo>
                  <a:lnTo>
                    <a:pt x="2371183" y="1330740"/>
                  </a:lnTo>
                  <a:lnTo>
                    <a:pt x="2371370" y="1330114"/>
                  </a:lnTo>
                  <a:lnTo>
                    <a:pt x="2371557" y="1329383"/>
                  </a:lnTo>
                  <a:lnTo>
                    <a:pt x="2371743" y="1328825"/>
                  </a:lnTo>
                  <a:lnTo>
                    <a:pt x="2371930" y="1328222"/>
                  </a:lnTo>
                  <a:lnTo>
                    <a:pt x="2372117" y="1327908"/>
                  </a:lnTo>
                  <a:lnTo>
                    <a:pt x="2372304" y="1327726"/>
                  </a:lnTo>
                  <a:lnTo>
                    <a:pt x="2372491" y="1327828"/>
                  </a:lnTo>
                  <a:lnTo>
                    <a:pt x="2372678" y="1328505"/>
                  </a:lnTo>
                  <a:lnTo>
                    <a:pt x="2372865" y="1329060"/>
                  </a:lnTo>
                  <a:lnTo>
                    <a:pt x="2373052" y="1330335"/>
                  </a:lnTo>
                  <a:lnTo>
                    <a:pt x="2373239" y="1330993"/>
                  </a:lnTo>
                  <a:lnTo>
                    <a:pt x="2373426" y="1331241"/>
                  </a:lnTo>
                  <a:lnTo>
                    <a:pt x="2373613" y="1332364"/>
                  </a:lnTo>
                  <a:lnTo>
                    <a:pt x="2373800" y="1332592"/>
                  </a:lnTo>
                  <a:lnTo>
                    <a:pt x="2373986" y="1333291"/>
                  </a:lnTo>
                  <a:lnTo>
                    <a:pt x="2374173" y="1334509"/>
                  </a:lnTo>
                  <a:lnTo>
                    <a:pt x="2374360" y="1336010"/>
                  </a:lnTo>
                  <a:lnTo>
                    <a:pt x="2374547" y="1337703"/>
                  </a:lnTo>
                  <a:lnTo>
                    <a:pt x="2374734" y="1339105"/>
                  </a:lnTo>
                  <a:lnTo>
                    <a:pt x="2374921" y="1340099"/>
                  </a:lnTo>
                  <a:lnTo>
                    <a:pt x="2375108" y="1341125"/>
                  </a:lnTo>
                  <a:lnTo>
                    <a:pt x="2375295" y="1342115"/>
                  </a:lnTo>
                  <a:lnTo>
                    <a:pt x="2375482" y="1343222"/>
                  </a:lnTo>
                  <a:lnTo>
                    <a:pt x="2375669" y="1344536"/>
                  </a:lnTo>
                  <a:lnTo>
                    <a:pt x="2375856" y="1345864"/>
                  </a:lnTo>
                  <a:lnTo>
                    <a:pt x="2376043" y="1347557"/>
                  </a:lnTo>
                  <a:lnTo>
                    <a:pt x="2376230" y="1349272"/>
                  </a:lnTo>
                  <a:lnTo>
                    <a:pt x="2376416" y="1351279"/>
                  </a:lnTo>
                  <a:lnTo>
                    <a:pt x="2376603" y="1353668"/>
                  </a:lnTo>
                  <a:lnTo>
                    <a:pt x="2376790" y="1356573"/>
                  </a:lnTo>
                  <a:lnTo>
                    <a:pt x="2376977" y="1359981"/>
                  </a:lnTo>
                  <a:lnTo>
                    <a:pt x="2377164" y="1363772"/>
                  </a:lnTo>
                  <a:lnTo>
                    <a:pt x="2377351" y="1367155"/>
                  </a:lnTo>
                  <a:lnTo>
                    <a:pt x="2377538" y="1371181"/>
                  </a:lnTo>
                  <a:lnTo>
                    <a:pt x="2377725" y="1375453"/>
                  </a:lnTo>
                  <a:lnTo>
                    <a:pt x="2377912" y="1379344"/>
                  </a:lnTo>
                  <a:lnTo>
                    <a:pt x="2378099" y="1383189"/>
                  </a:lnTo>
                  <a:lnTo>
                    <a:pt x="2378286" y="1386800"/>
                  </a:lnTo>
                  <a:lnTo>
                    <a:pt x="2378473" y="1389641"/>
                  </a:lnTo>
                  <a:lnTo>
                    <a:pt x="2378659" y="1391993"/>
                  </a:lnTo>
                  <a:lnTo>
                    <a:pt x="2378846" y="1394358"/>
                  </a:lnTo>
                  <a:lnTo>
                    <a:pt x="2379033" y="1395919"/>
                  </a:lnTo>
                  <a:lnTo>
                    <a:pt x="2379220" y="1396908"/>
                  </a:lnTo>
                  <a:lnTo>
                    <a:pt x="2379407" y="1397223"/>
                  </a:lnTo>
                  <a:lnTo>
                    <a:pt x="2379594" y="1397137"/>
                  </a:lnTo>
                  <a:lnTo>
                    <a:pt x="2379781" y="1396706"/>
                  </a:lnTo>
                  <a:lnTo>
                    <a:pt x="2379968" y="1395836"/>
                  </a:lnTo>
                  <a:lnTo>
                    <a:pt x="2380155" y="1394684"/>
                  </a:lnTo>
                  <a:lnTo>
                    <a:pt x="2380342" y="1393284"/>
                  </a:lnTo>
                  <a:lnTo>
                    <a:pt x="2380529" y="1392648"/>
                  </a:lnTo>
                  <a:lnTo>
                    <a:pt x="2380716" y="1392447"/>
                  </a:lnTo>
                  <a:lnTo>
                    <a:pt x="2380903" y="1392041"/>
                  </a:lnTo>
                  <a:lnTo>
                    <a:pt x="2381089" y="1391655"/>
                  </a:lnTo>
                  <a:lnTo>
                    <a:pt x="2381276" y="1391357"/>
                  </a:lnTo>
                  <a:lnTo>
                    <a:pt x="2381463" y="1390819"/>
                  </a:lnTo>
                  <a:lnTo>
                    <a:pt x="2381650" y="1387996"/>
                  </a:lnTo>
                  <a:lnTo>
                    <a:pt x="2381837" y="1385355"/>
                  </a:lnTo>
                  <a:lnTo>
                    <a:pt x="2382024" y="1383200"/>
                  </a:lnTo>
                  <a:lnTo>
                    <a:pt x="2382211" y="1381551"/>
                  </a:lnTo>
                  <a:lnTo>
                    <a:pt x="2382398" y="1379757"/>
                  </a:lnTo>
                  <a:lnTo>
                    <a:pt x="2382585" y="1378180"/>
                  </a:lnTo>
                  <a:lnTo>
                    <a:pt x="2382772" y="1376648"/>
                  </a:lnTo>
                  <a:lnTo>
                    <a:pt x="2382959" y="1375012"/>
                  </a:lnTo>
                  <a:lnTo>
                    <a:pt x="2383146" y="1373616"/>
                  </a:lnTo>
                  <a:lnTo>
                    <a:pt x="2383333" y="1371630"/>
                  </a:lnTo>
                  <a:lnTo>
                    <a:pt x="2383519" y="1369223"/>
                  </a:lnTo>
                  <a:lnTo>
                    <a:pt x="2383706" y="1366556"/>
                  </a:lnTo>
                  <a:lnTo>
                    <a:pt x="2383893" y="1364859"/>
                  </a:lnTo>
                  <a:lnTo>
                    <a:pt x="2384080" y="1363164"/>
                  </a:lnTo>
                  <a:lnTo>
                    <a:pt x="2384267" y="1361633"/>
                  </a:lnTo>
                  <a:lnTo>
                    <a:pt x="2384454" y="1359628"/>
                  </a:lnTo>
                  <a:lnTo>
                    <a:pt x="2384641" y="1357449"/>
                  </a:lnTo>
                  <a:lnTo>
                    <a:pt x="2384828" y="1354136"/>
                  </a:lnTo>
                  <a:lnTo>
                    <a:pt x="2385015" y="1350071"/>
                  </a:lnTo>
                  <a:lnTo>
                    <a:pt x="2385202" y="1345289"/>
                  </a:lnTo>
                  <a:lnTo>
                    <a:pt x="2385389" y="1340708"/>
                  </a:lnTo>
                  <a:lnTo>
                    <a:pt x="2385576" y="1337645"/>
                  </a:lnTo>
                  <a:lnTo>
                    <a:pt x="2385762" y="1334485"/>
                  </a:lnTo>
                  <a:lnTo>
                    <a:pt x="2385949" y="1333009"/>
                  </a:lnTo>
                  <a:lnTo>
                    <a:pt x="2386136" y="1333802"/>
                  </a:lnTo>
                  <a:lnTo>
                    <a:pt x="2386323" y="1333326"/>
                  </a:lnTo>
                  <a:lnTo>
                    <a:pt x="2386510" y="1331603"/>
                  </a:lnTo>
                  <a:lnTo>
                    <a:pt x="2386697" y="1328441"/>
                  </a:lnTo>
                  <a:lnTo>
                    <a:pt x="2386884" y="1324407"/>
                  </a:lnTo>
                  <a:lnTo>
                    <a:pt x="2387071" y="1319595"/>
                  </a:lnTo>
                  <a:lnTo>
                    <a:pt x="2387258" y="1314666"/>
                  </a:lnTo>
                  <a:lnTo>
                    <a:pt x="2387445" y="1310073"/>
                  </a:lnTo>
                  <a:lnTo>
                    <a:pt x="2387632" y="1306676"/>
                  </a:lnTo>
                  <a:lnTo>
                    <a:pt x="2387819" y="1304120"/>
                  </a:lnTo>
                  <a:lnTo>
                    <a:pt x="2388006" y="1302928"/>
                  </a:lnTo>
                  <a:lnTo>
                    <a:pt x="2388192" y="1302926"/>
                  </a:lnTo>
                  <a:lnTo>
                    <a:pt x="2388379" y="1303446"/>
                  </a:lnTo>
                  <a:lnTo>
                    <a:pt x="2388566" y="1304071"/>
                  </a:lnTo>
                  <a:lnTo>
                    <a:pt x="2388753" y="1304334"/>
                  </a:lnTo>
                  <a:lnTo>
                    <a:pt x="2388940" y="1303848"/>
                  </a:lnTo>
                  <a:lnTo>
                    <a:pt x="2389127" y="1304567"/>
                  </a:lnTo>
                  <a:lnTo>
                    <a:pt x="2389314" y="1307275"/>
                  </a:lnTo>
                  <a:lnTo>
                    <a:pt x="2389501" y="1310002"/>
                  </a:lnTo>
                  <a:lnTo>
                    <a:pt x="2389688" y="1312970"/>
                  </a:lnTo>
                  <a:lnTo>
                    <a:pt x="2389875" y="1316184"/>
                  </a:lnTo>
                  <a:lnTo>
                    <a:pt x="2390062" y="1321596"/>
                  </a:lnTo>
                  <a:lnTo>
                    <a:pt x="2390249" y="1326918"/>
                  </a:lnTo>
                  <a:lnTo>
                    <a:pt x="2390436" y="1332533"/>
                  </a:lnTo>
                  <a:lnTo>
                    <a:pt x="2390622" y="1340096"/>
                  </a:lnTo>
                  <a:lnTo>
                    <a:pt x="2390809" y="1347081"/>
                  </a:lnTo>
                  <a:lnTo>
                    <a:pt x="2390996" y="1353357"/>
                  </a:lnTo>
                  <a:lnTo>
                    <a:pt x="2391183" y="1360027"/>
                  </a:lnTo>
                  <a:lnTo>
                    <a:pt x="2391370" y="1366301"/>
                  </a:lnTo>
                  <a:lnTo>
                    <a:pt x="2391557" y="1371744"/>
                  </a:lnTo>
                  <a:lnTo>
                    <a:pt x="2391744" y="1376015"/>
                  </a:lnTo>
                  <a:lnTo>
                    <a:pt x="2391931" y="1379307"/>
                  </a:lnTo>
                  <a:lnTo>
                    <a:pt x="2392118" y="1381561"/>
                  </a:lnTo>
                  <a:lnTo>
                    <a:pt x="2392305" y="1382875"/>
                  </a:lnTo>
                  <a:lnTo>
                    <a:pt x="2392492" y="1383803"/>
                  </a:lnTo>
                  <a:lnTo>
                    <a:pt x="2392679" y="1384856"/>
                  </a:lnTo>
                  <a:lnTo>
                    <a:pt x="2392865" y="1385997"/>
                  </a:lnTo>
                  <a:lnTo>
                    <a:pt x="2393052" y="1385876"/>
                  </a:lnTo>
                  <a:lnTo>
                    <a:pt x="2393239" y="1384751"/>
                  </a:lnTo>
                  <a:lnTo>
                    <a:pt x="2393426" y="1383811"/>
                  </a:lnTo>
                  <a:lnTo>
                    <a:pt x="2393613" y="1382673"/>
                  </a:lnTo>
                  <a:lnTo>
                    <a:pt x="2393800" y="1381153"/>
                  </a:lnTo>
                  <a:lnTo>
                    <a:pt x="2393987" y="1379158"/>
                  </a:lnTo>
                  <a:lnTo>
                    <a:pt x="2394174" y="1377164"/>
                  </a:lnTo>
                  <a:lnTo>
                    <a:pt x="2394361" y="1376093"/>
                  </a:lnTo>
                  <a:lnTo>
                    <a:pt x="2394548" y="1374554"/>
                  </a:lnTo>
                  <a:lnTo>
                    <a:pt x="2394735" y="1372819"/>
                  </a:lnTo>
                  <a:lnTo>
                    <a:pt x="2394922" y="1370566"/>
                  </a:lnTo>
                  <a:lnTo>
                    <a:pt x="2395109" y="1368474"/>
                  </a:lnTo>
                  <a:lnTo>
                    <a:pt x="2395295" y="1366612"/>
                  </a:lnTo>
                  <a:lnTo>
                    <a:pt x="2395482" y="1363020"/>
                  </a:lnTo>
                  <a:lnTo>
                    <a:pt x="2395669" y="1358769"/>
                  </a:lnTo>
                  <a:lnTo>
                    <a:pt x="2395856" y="1354813"/>
                  </a:lnTo>
                  <a:lnTo>
                    <a:pt x="2396043" y="1350794"/>
                  </a:lnTo>
                  <a:lnTo>
                    <a:pt x="2396230" y="1345599"/>
                  </a:lnTo>
                  <a:lnTo>
                    <a:pt x="2396417" y="1340925"/>
                  </a:lnTo>
                  <a:lnTo>
                    <a:pt x="2396604" y="1335958"/>
                  </a:lnTo>
                  <a:lnTo>
                    <a:pt x="2396791" y="1331154"/>
                  </a:lnTo>
                  <a:lnTo>
                    <a:pt x="2396978" y="1326078"/>
                  </a:lnTo>
                  <a:lnTo>
                    <a:pt x="2397165" y="1320196"/>
                  </a:lnTo>
                  <a:lnTo>
                    <a:pt x="2397352" y="1314521"/>
                  </a:lnTo>
                  <a:lnTo>
                    <a:pt x="2397538" y="1308311"/>
                  </a:lnTo>
                  <a:lnTo>
                    <a:pt x="2397725" y="1303121"/>
                  </a:lnTo>
                  <a:lnTo>
                    <a:pt x="2397912" y="1297811"/>
                  </a:lnTo>
                  <a:lnTo>
                    <a:pt x="2398099" y="1292282"/>
                  </a:lnTo>
                  <a:lnTo>
                    <a:pt x="2398286" y="1286059"/>
                  </a:lnTo>
                  <a:lnTo>
                    <a:pt x="2398473" y="1280366"/>
                  </a:lnTo>
                  <a:lnTo>
                    <a:pt x="2398660" y="1275645"/>
                  </a:lnTo>
                  <a:lnTo>
                    <a:pt x="2398847" y="1272572"/>
                  </a:lnTo>
                  <a:lnTo>
                    <a:pt x="2399034" y="1269834"/>
                  </a:lnTo>
                  <a:lnTo>
                    <a:pt x="2399221" y="1268803"/>
                  </a:lnTo>
                  <a:lnTo>
                    <a:pt x="2399408" y="1268259"/>
                  </a:lnTo>
                  <a:lnTo>
                    <a:pt x="2399595" y="1267517"/>
                  </a:lnTo>
                  <a:lnTo>
                    <a:pt x="2399782" y="1267590"/>
                  </a:lnTo>
                  <a:lnTo>
                    <a:pt x="2399968" y="1266469"/>
                  </a:lnTo>
                  <a:lnTo>
                    <a:pt x="2400155" y="1266174"/>
                  </a:lnTo>
                  <a:lnTo>
                    <a:pt x="2400342" y="1266833"/>
                  </a:lnTo>
                  <a:lnTo>
                    <a:pt x="2400529" y="1268080"/>
                  </a:lnTo>
                  <a:lnTo>
                    <a:pt x="2400716" y="1270281"/>
                  </a:lnTo>
                  <a:lnTo>
                    <a:pt x="2400903" y="1272660"/>
                  </a:lnTo>
                  <a:lnTo>
                    <a:pt x="2401090" y="1275889"/>
                  </a:lnTo>
                  <a:lnTo>
                    <a:pt x="2401277" y="1280642"/>
                  </a:lnTo>
                  <a:lnTo>
                    <a:pt x="2401464" y="1285647"/>
                  </a:lnTo>
                  <a:lnTo>
                    <a:pt x="2401651" y="1290655"/>
                  </a:lnTo>
                  <a:lnTo>
                    <a:pt x="2401838" y="1296297"/>
                  </a:lnTo>
                  <a:lnTo>
                    <a:pt x="2402025" y="1301796"/>
                  </a:lnTo>
                  <a:lnTo>
                    <a:pt x="2402212" y="1307198"/>
                  </a:lnTo>
                  <a:lnTo>
                    <a:pt x="2402398" y="1312259"/>
                  </a:lnTo>
                  <a:lnTo>
                    <a:pt x="2402585" y="1316612"/>
                  </a:lnTo>
                  <a:lnTo>
                    <a:pt x="2402772" y="1321964"/>
                  </a:lnTo>
                  <a:lnTo>
                    <a:pt x="2402959" y="1327606"/>
                  </a:lnTo>
                  <a:lnTo>
                    <a:pt x="2403146" y="1332875"/>
                  </a:lnTo>
                  <a:lnTo>
                    <a:pt x="2403333" y="1337931"/>
                  </a:lnTo>
                  <a:lnTo>
                    <a:pt x="2403520" y="1342410"/>
                  </a:lnTo>
                  <a:lnTo>
                    <a:pt x="2403707" y="1346449"/>
                  </a:lnTo>
                  <a:lnTo>
                    <a:pt x="2403894" y="1349208"/>
                  </a:lnTo>
                  <a:lnTo>
                    <a:pt x="2404081" y="1349903"/>
                  </a:lnTo>
                  <a:lnTo>
                    <a:pt x="2404268" y="1349278"/>
                  </a:lnTo>
                  <a:lnTo>
                    <a:pt x="2404455" y="1347789"/>
                  </a:lnTo>
                  <a:lnTo>
                    <a:pt x="2404641" y="1345598"/>
                  </a:lnTo>
                  <a:lnTo>
                    <a:pt x="2404828" y="1342914"/>
                  </a:lnTo>
                  <a:lnTo>
                    <a:pt x="2405015" y="1339453"/>
                  </a:lnTo>
                  <a:lnTo>
                    <a:pt x="2405202" y="1336063"/>
                  </a:lnTo>
                  <a:lnTo>
                    <a:pt x="2405389" y="1331343"/>
                  </a:lnTo>
                  <a:lnTo>
                    <a:pt x="2405576" y="1326293"/>
                  </a:lnTo>
                  <a:lnTo>
                    <a:pt x="2405763" y="1322192"/>
                  </a:lnTo>
                  <a:lnTo>
                    <a:pt x="2405950" y="1318899"/>
                  </a:lnTo>
                  <a:lnTo>
                    <a:pt x="2406137" y="1316374"/>
                  </a:lnTo>
                  <a:lnTo>
                    <a:pt x="2406324" y="1314732"/>
                  </a:lnTo>
                  <a:lnTo>
                    <a:pt x="2406511" y="1313569"/>
                  </a:lnTo>
                  <a:lnTo>
                    <a:pt x="2406698" y="1313478"/>
                  </a:lnTo>
                  <a:lnTo>
                    <a:pt x="2406885" y="1315310"/>
                  </a:lnTo>
                  <a:lnTo>
                    <a:pt x="2407071" y="1319139"/>
                  </a:lnTo>
                  <a:lnTo>
                    <a:pt x="2407258" y="1324940"/>
                  </a:lnTo>
                  <a:lnTo>
                    <a:pt x="2407445" y="1328645"/>
                  </a:lnTo>
                  <a:lnTo>
                    <a:pt x="2407632" y="1330365"/>
                  </a:lnTo>
                  <a:lnTo>
                    <a:pt x="2407819" y="1331258"/>
                  </a:lnTo>
                  <a:lnTo>
                    <a:pt x="2408006" y="1332259"/>
                  </a:lnTo>
                  <a:lnTo>
                    <a:pt x="2408193" y="1333124"/>
                  </a:lnTo>
                  <a:lnTo>
                    <a:pt x="2408380" y="1332974"/>
                  </a:lnTo>
                  <a:lnTo>
                    <a:pt x="2408567" y="1332210"/>
                  </a:lnTo>
                  <a:lnTo>
                    <a:pt x="2408754" y="1331504"/>
                  </a:lnTo>
                  <a:lnTo>
                    <a:pt x="2408941" y="1330519"/>
                  </a:lnTo>
                  <a:lnTo>
                    <a:pt x="2409128" y="1328405"/>
                  </a:lnTo>
                  <a:lnTo>
                    <a:pt x="2409315" y="1325139"/>
                  </a:lnTo>
                  <a:lnTo>
                    <a:pt x="2409501" y="1321035"/>
                  </a:lnTo>
                  <a:lnTo>
                    <a:pt x="2409688" y="1316067"/>
                  </a:lnTo>
                  <a:lnTo>
                    <a:pt x="2409875" y="1309790"/>
                  </a:lnTo>
                  <a:lnTo>
                    <a:pt x="2410062" y="1301954"/>
                  </a:lnTo>
                  <a:lnTo>
                    <a:pt x="2410249" y="1292782"/>
                  </a:lnTo>
                  <a:lnTo>
                    <a:pt x="2410436" y="1282856"/>
                  </a:lnTo>
                  <a:lnTo>
                    <a:pt x="2410623" y="1272804"/>
                  </a:lnTo>
                  <a:lnTo>
                    <a:pt x="2410810" y="1262202"/>
                  </a:lnTo>
                  <a:lnTo>
                    <a:pt x="2410997" y="1249879"/>
                  </a:lnTo>
                  <a:lnTo>
                    <a:pt x="2411184" y="1238128"/>
                  </a:lnTo>
                  <a:lnTo>
                    <a:pt x="2411371" y="1225445"/>
                  </a:lnTo>
                  <a:lnTo>
                    <a:pt x="2411558" y="1215143"/>
                  </a:lnTo>
                  <a:lnTo>
                    <a:pt x="2411744" y="1203740"/>
                  </a:lnTo>
                  <a:lnTo>
                    <a:pt x="2411931" y="1194846"/>
                  </a:lnTo>
                  <a:lnTo>
                    <a:pt x="2412118" y="1186066"/>
                  </a:lnTo>
                  <a:lnTo>
                    <a:pt x="2412305" y="1176521"/>
                  </a:lnTo>
                  <a:lnTo>
                    <a:pt x="2412492" y="1166616"/>
                  </a:lnTo>
                  <a:lnTo>
                    <a:pt x="2412679" y="1156826"/>
                  </a:lnTo>
                  <a:lnTo>
                    <a:pt x="2412866" y="1147375"/>
                  </a:lnTo>
                  <a:lnTo>
                    <a:pt x="2413053" y="1139123"/>
                  </a:lnTo>
                  <a:lnTo>
                    <a:pt x="2413240" y="1131548"/>
                  </a:lnTo>
                  <a:lnTo>
                    <a:pt x="2413427" y="1124399"/>
                  </a:lnTo>
                  <a:lnTo>
                    <a:pt x="2413614" y="1118029"/>
                  </a:lnTo>
                  <a:lnTo>
                    <a:pt x="2413801" y="1112265"/>
                  </a:lnTo>
                  <a:lnTo>
                    <a:pt x="2413988" y="1106183"/>
                  </a:lnTo>
                  <a:lnTo>
                    <a:pt x="2414174" y="1100376"/>
                  </a:lnTo>
                  <a:lnTo>
                    <a:pt x="2414361" y="1095361"/>
                  </a:lnTo>
                  <a:lnTo>
                    <a:pt x="2414548" y="1089848"/>
                  </a:lnTo>
                  <a:lnTo>
                    <a:pt x="2414735" y="1084715"/>
                  </a:lnTo>
                  <a:lnTo>
                    <a:pt x="2414922" y="1078543"/>
                  </a:lnTo>
                  <a:lnTo>
                    <a:pt x="2415109" y="1073938"/>
                  </a:lnTo>
                  <a:lnTo>
                    <a:pt x="2415296" y="1070233"/>
                  </a:lnTo>
                  <a:lnTo>
                    <a:pt x="2415483" y="1066743"/>
                  </a:lnTo>
                  <a:lnTo>
                    <a:pt x="2415670" y="1063167"/>
                  </a:lnTo>
                  <a:lnTo>
                    <a:pt x="2415857" y="1059608"/>
                  </a:lnTo>
                  <a:lnTo>
                    <a:pt x="2416044" y="1056417"/>
                  </a:lnTo>
                  <a:lnTo>
                    <a:pt x="2416231" y="1053830"/>
                  </a:lnTo>
                  <a:lnTo>
                    <a:pt x="2416417" y="1052252"/>
                  </a:lnTo>
                  <a:lnTo>
                    <a:pt x="2416604" y="1051102"/>
                  </a:lnTo>
                  <a:lnTo>
                    <a:pt x="2416791" y="1051213"/>
                  </a:lnTo>
                  <a:lnTo>
                    <a:pt x="2416978" y="1051249"/>
                  </a:lnTo>
                  <a:lnTo>
                    <a:pt x="2417165" y="1050674"/>
                  </a:lnTo>
                  <a:lnTo>
                    <a:pt x="2417352" y="1049407"/>
                  </a:lnTo>
                  <a:lnTo>
                    <a:pt x="2417539" y="1047658"/>
                  </a:lnTo>
                  <a:lnTo>
                    <a:pt x="2417726" y="1045744"/>
                  </a:lnTo>
                  <a:lnTo>
                    <a:pt x="2417913" y="1042861"/>
                  </a:lnTo>
                  <a:lnTo>
                    <a:pt x="2418100" y="1040046"/>
                  </a:lnTo>
                  <a:lnTo>
                    <a:pt x="2418287" y="1038290"/>
                  </a:lnTo>
                  <a:lnTo>
                    <a:pt x="2418474" y="1036803"/>
                  </a:lnTo>
                  <a:lnTo>
                    <a:pt x="2418661" y="1035564"/>
                  </a:lnTo>
                  <a:lnTo>
                    <a:pt x="2418847" y="1034673"/>
                  </a:lnTo>
                  <a:lnTo>
                    <a:pt x="2419034" y="1035683"/>
                  </a:lnTo>
                  <a:lnTo>
                    <a:pt x="2419221" y="1036456"/>
                  </a:lnTo>
                  <a:lnTo>
                    <a:pt x="2419408" y="1037068"/>
                  </a:lnTo>
                  <a:lnTo>
                    <a:pt x="2419595" y="1036852"/>
                  </a:lnTo>
                  <a:lnTo>
                    <a:pt x="2419782" y="1037112"/>
                  </a:lnTo>
                  <a:lnTo>
                    <a:pt x="2419969" y="1037981"/>
                  </a:lnTo>
                  <a:lnTo>
                    <a:pt x="2420156" y="1039457"/>
                  </a:lnTo>
                  <a:lnTo>
                    <a:pt x="2420343" y="1041549"/>
                  </a:lnTo>
                  <a:lnTo>
                    <a:pt x="2420530" y="1043085"/>
                  </a:lnTo>
                  <a:lnTo>
                    <a:pt x="2420717" y="1044806"/>
                  </a:lnTo>
                  <a:lnTo>
                    <a:pt x="2420904" y="1046209"/>
                  </a:lnTo>
                  <a:lnTo>
                    <a:pt x="2421091" y="1046861"/>
                  </a:lnTo>
                  <a:lnTo>
                    <a:pt x="2421277" y="1045545"/>
                  </a:lnTo>
                  <a:lnTo>
                    <a:pt x="2421464" y="1043772"/>
                  </a:lnTo>
                  <a:lnTo>
                    <a:pt x="2421651" y="1041646"/>
                  </a:lnTo>
                  <a:lnTo>
                    <a:pt x="2421838" y="1039769"/>
                  </a:lnTo>
                  <a:lnTo>
                    <a:pt x="2422025" y="1038191"/>
                  </a:lnTo>
                  <a:lnTo>
                    <a:pt x="2422212" y="1036844"/>
                  </a:lnTo>
                  <a:lnTo>
                    <a:pt x="2422399" y="1035962"/>
                  </a:lnTo>
                  <a:lnTo>
                    <a:pt x="2422586" y="1035833"/>
                  </a:lnTo>
                  <a:lnTo>
                    <a:pt x="2422773" y="1035458"/>
                  </a:lnTo>
                  <a:lnTo>
                    <a:pt x="2422960" y="1033029"/>
                  </a:lnTo>
                  <a:lnTo>
                    <a:pt x="2423147" y="1030996"/>
                  </a:lnTo>
                  <a:lnTo>
                    <a:pt x="2423334" y="1028186"/>
                  </a:lnTo>
                  <a:lnTo>
                    <a:pt x="2423520" y="1024422"/>
                  </a:lnTo>
                  <a:lnTo>
                    <a:pt x="2423707" y="1021292"/>
                  </a:lnTo>
                  <a:lnTo>
                    <a:pt x="2423894" y="1018848"/>
                  </a:lnTo>
                  <a:lnTo>
                    <a:pt x="2424081" y="1017018"/>
                  </a:lnTo>
                  <a:lnTo>
                    <a:pt x="2424268" y="1015449"/>
                  </a:lnTo>
                  <a:lnTo>
                    <a:pt x="2424455" y="1013423"/>
                  </a:lnTo>
                  <a:lnTo>
                    <a:pt x="2424642" y="1011071"/>
                  </a:lnTo>
                  <a:lnTo>
                    <a:pt x="2424829" y="1007974"/>
                  </a:lnTo>
                  <a:lnTo>
                    <a:pt x="2425016" y="1004297"/>
                  </a:lnTo>
                  <a:lnTo>
                    <a:pt x="2425203" y="999303"/>
                  </a:lnTo>
                  <a:lnTo>
                    <a:pt x="2425390" y="992199"/>
                  </a:lnTo>
                  <a:lnTo>
                    <a:pt x="2425577" y="983917"/>
                  </a:lnTo>
                  <a:lnTo>
                    <a:pt x="2425764" y="974603"/>
                  </a:lnTo>
                  <a:lnTo>
                    <a:pt x="2425950" y="965020"/>
                  </a:lnTo>
                  <a:lnTo>
                    <a:pt x="2426137" y="956885"/>
                  </a:lnTo>
                  <a:lnTo>
                    <a:pt x="2426324" y="950208"/>
                  </a:lnTo>
                  <a:lnTo>
                    <a:pt x="2426511" y="943003"/>
                  </a:lnTo>
                  <a:lnTo>
                    <a:pt x="2426698" y="934889"/>
                  </a:lnTo>
                  <a:lnTo>
                    <a:pt x="2426885" y="927182"/>
                  </a:lnTo>
                  <a:lnTo>
                    <a:pt x="2427072" y="918542"/>
                  </a:lnTo>
                  <a:lnTo>
                    <a:pt x="2427259" y="908669"/>
                  </a:lnTo>
                  <a:lnTo>
                    <a:pt x="2427446" y="897848"/>
                  </a:lnTo>
                  <a:lnTo>
                    <a:pt x="2427633" y="887372"/>
                  </a:lnTo>
                  <a:lnTo>
                    <a:pt x="2427820" y="877569"/>
                  </a:lnTo>
                  <a:lnTo>
                    <a:pt x="2428007" y="872716"/>
                  </a:lnTo>
                  <a:lnTo>
                    <a:pt x="2428194" y="868854"/>
                  </a:lnTo>
                  <a:lnTo>
                    <a:pt x="2428380" y="866525"/>
                  </a:lnTo>
                  <a:lnTo>
                    <a:pt x="2428567" y="864632"/>
                  </a:lnTo>
                  <a:lnTo>
                    <a:pt x="2428754" y="863105"/>
                  </a:lnTo>
                  <a:lnTo>
                    <a:pt x="2428941" y="862977"/>
                  </a:lnTo>
                  <a:lnTo>
                    <a:pt x="2429128" y="863318"/>
                  </a:lnTo>
                  <a:lnTo>
                    <a:pt x="2429315" y="864034"/>
                  </a:lnTo>
                  <a:lnTo>
                    <a:pt x="2429502" y="864432"/>
                  </a:lnTo>
                  <a:lnTo>
                    <a:pt x="2429689" y="865210"/>
                  </a:lnTo>
                  <a:lnTo>
                    <a:pt x="2429876" y="866701"/>
                  </a:lnTo>
                  <a:lnTo>
                    <a:pt x="2430063" y="868592"/>
                  </a:lnTo>
                  <a:lnTo>
                    <a:pt x="2430250" y="871017"/>
                  </a:lnTo>
                  <a:lnTo>
                    <a:pt x="2430437" y="873893"/>
                  </a:lnTo>
                  <a:lnTo>
                    <a:pt x="2430623" y="876495"/>
                  </a:lnTo>
                  <a:lnTo>
                    <a:pt x="2430810" y="878770"/>
                  </a:lnTo>
                  <a:lnTo>
                    <a:pt x="2430997" y="881319"/>
                  </a:lnTo>
                  <a:lnTo>
                    <a:pt x="2431184" y="882358"/>
                  </a:lnTo>
                  <a:lnTo>
                    <a:pt x="2431371" y="883639"/>
                  </a:lnTo>
                  <a:lnTo>
                    <a:pt x="2431558" y="885034"/>
                  </a:lnTo>
                  <a:lnTo>
                    <a:pt x="2431745" y="885820"/>
                  </a:lnTo>
                  <a:lnTo>
                    <a:pt x="2431932" y="886595"/>
                  </a:lnTo>
                  <a:lnTo>
                    <a:pt x="2432119" y="887373"/>
                  </a:lnTo>
                  <a:lnTo>
                    <a:pt x="2432306" y="886383"/>
                  </a:lnTo>
                  <a:lnTo>
                    <a:pt x="2432493" y="884869"/>
                  </a:lnTo>
                  <a:lnTo>
                    <a:pt x="2432680" y="883595"/>
                  </a:lnTo>
                  <a:lnTo>
                    <a:pt x="2432867" y="884263"/>
                  </a:lnTo>
                  <a:lnTo>
                    <a:pt x="2433053" y="884472"/>
                  </a:lnTo>
                  <a:lnTo>
                    <a:pt x="2433240" y="883467"/>
                  </a:lnTo>
                  <a:lnTo>
                    <a:pt x="2433427" y="883988"/>
                  </a:lnTo>
                  <a:lnTo>
                    <a:pt x="2433614" y="883595"/>
                  </a:lnTo>
                  <a:lnTo>
                    <a:pt x="2433801" y="884125"/>
                  </a:lnTo>
                  <a:lnTo>
                    <a:pt x="2433988" y="885147"/>
                  </a:lnTo>
                  <a:lnTo>
                    <a:pt x="2434175" y="886032"/>
                  </a:lnTo>
                  <a:lnTo>
                    <a:pt x="2434362" y="887370"/>
                  </a:lnTo>
                  <a:lnTo>
                    <a:pt x="2434549" y="889463"/>
                  </a:lnTo>
                  <a:lnTo>
                    <a:pt x="2434736" y="891435"/>
                  </a:lnTo>
                  <a:lnTo>
                    <a:pt x="2434923" y="893652"/>
                  </a:lnTo>
                  <a:lnTo>
                    <a:pt x="2435110" y="894963"/>
                  </a:lnTo>
                  <a:lnTo>
                    <a:pt x="2435296" y="896879"/>
                  </a:lnTo>
                  <a:lnTo>
                    <a:pt x="2435483" y="899340"/>
                  </a:lnTo>
                  <a:lnTo>
                    <a:pt x="2435670" y="902525"/>
                  </a:lnTo>
                  <a:lnTo>
                    <a:pt x="2435857" y="905157"/>
                  </a:lnTo>
                  <a:lnTo>
                    <a:pt x="2436044" y="907808"/>
                  </a:lnTo>
                  <a:lnTo>
                    <a:pt x="2436231" y="909707"/>
                  </a:lnTo>
                  <a:lnTo>
                    <a:pt x="2436418" y="911542"/>
                  </a:lnTo>
                  <a:lnTo>
                    <a:pt x="2436605" y="912992"/>
                  </a:lnTo>
                  <a:lnTo>
                    <a:pt x="2436792" y="913986"/>
                  </a:lnTo>
                  <a:lnTo>
                    <a:pt x="2436979" y="915078"/>
                  </a:lnTo>
                  <a:lnTo>
                    <a:pt x="2437166" y="915479"/>
                  </a:lnTo>
                  <a:lnTo>
                    <a:pt x="2437353" y="916661"/>
                  </a:lnTo>
                  <a:lnTo>
                    <a:pt x="2437540" y="916630"/>
                  </a:lnTo>
                  <a:lnTo>
                    <a:pt x="2437726" y="916042"/>
                  </a:lnTo>
                  <a:lnTo>
                    <a:pt x="2437913" y="915408"/>
                  </a:lnTo>
                  <a:lnTo>
                    <a:pt x="2438100" y="914793"/>
                  </a:lnTo>
                  <a:lnTo>
                    <a:pt x="2438287" y="914561"/>
                  </a:lnTo>
                  <a:lnTo>
                    <a:pt x="2438474" y="914152"/>
                  </a:lnTo>
                  <a:lnTo>
                    <a:pt x="2438661" y="913539"/>
                  </a:lnTo>
                  <a:lnTo>
                    <a:pt x="2438848" y="912549"/>
                  </a:lnTo>
                  <a:lnTo>
                    <a:pt x="2439035" y="911230"/>
                  </a:lnTo>
                  <a:lnTo>
                    <a:pt x="2439222" y="908721"/>
                  </a:lnTo>
                  <a:lnTo>
                    <a:pt x="2439409" y="905388"/>
                  </a:lnTo>
                  <a:lnTo>
                    <a:pt x="2439596" y="901496"/>
                  </a:lnTo>
                  <a:lnTo>
                    <a:pt x="2439783" y="897594"/>
                  </a:lnTo>
                  <a:lnTo>
                    <a:pt x="2439970" y="894315"/>
                  </a:lnTo>
                  <a:lnTo>
                    <a:pt x="2440156" y="890418"/>
                  </a:lnTo>
                  <a:lnTo>
                    <a:pt x="2440343" y="887214"/>
                  </a:lnTo>
                  <a:lnTo>
                    <a:pt x="2440530" y="883658"/>
                  </a:lnTo>
                  <a:lnTo>
                    <a:pt x="2440717" y="877380"/>
                  </a:lnTo>
                  <a:lnTo>
                    <a:pt x="2440904" y="871314"/>
                  </a:lnTo>
                  <a:lnTo>
                    <a:pt x="2441091" y="862137"/>
                  </a:lnTo>
                  <a:lnTo>
                    <a:pt x="2441278" y="852985"/>
                  </a:lnTo>
                  <a:lnTo>
                    <a:pt x="2441465" y="844807"/>
                  </a:lnTo>
                  <a:lnTo>
                    <a:pt x="2441652" y="834359"/>
                  </a:lnTo>
                  <a:lnTo>
                    <a:pt x="2441839" y="825178"/>
                  </a:lnTo>
                  <a:lnTo>
                    <a:pt x="2442026" y="820024"/>
                  </a:lnTo>
                  <a:lnTo>
                    <a:pt x="2442213" y="815193"/>
                  </a:lnTo>
                  <a:lnTo>
                    <a:pt x="2442399" y="810860"/>
                  </a:lnTo>
                  <a:lnTo>
                    <a:pt x="2442586" y="806263"/>
                  </a:lnTo>
                  <a:lnTo>
                    <a:pt x="2442773" y="803581"/>
                  </a:lnTo>
                  <a:lnTo>
                    <a:pt x="2442960" y="801446"/>
                  </a:lnTo>
                  <a:lnTo>
                    <a:pt x="2443147" y="799946"/>
                  </a:lnTo>
                  <a:lnTo>
                    <a:pt x="2443334" y="799691"/>
                  </a:lnTo>
                  <a:lnTo>
                    <a:pt x="2443521" y="800016"/>
                  </a:lnTo>
                  <a:lnTo>
                    <a:pt x="2443708" y="799739"/>
                  </a:lnTo>
                  <a:lnTo>
                    <a:pt x="2443895" y="799324"/>
                  </a:lnTo>
                  <a:lnTo>
                    <a:pt x="2444082" y="798862"/>
                  </a:lnTo>
                  <a:lnTo>
                    <a:pt x="2444269" y="797262"/>
                  </a:lnTo>
                  <a:lnTo>
                    <a:pt x="2444456" y="794533"/>
                  </a:lnTo>
                  <a:lnTo>
                    <a:pt x="2444643" y="790549"/>
                  </a:lnTo>
                  <a:lnTo>
                    <a:pt x="2444829" y="787104"/>
                  </a:lnTo>
                  <a:lnTo>
                    <a:pt x="2445016" y="784586"/>
                  </a:lnTo>
                  <a:lnTo>
                    <a:pt x="2445203" y="779395"/>
                  </a:lnTo>
                  <a:lnTo>
                    <a:pt x="2445390" y="774832"/>
                  </a:lnTo>
                  <a:lnTo>
                    <a:pt x="2445577" y="769996"/>
                  </a:lnTo>
                  <a:lnTo>
                    <a:pt x="2445764" y="764633"/>
                  </a:lnTo>
                  <a:lnTo>
                    <a:pt x="2445951" y="758708"/>
                  </a:lnTo>
                  <a:lnTo>
                    <a:pt x="2446138" y="751950"/>
                  </a:lnTo>
                  <a:lnTo>
                    <a:pt x="2446325" y="744440"/>
                  </a:lnTo>
                  <a:lnTo>
                    <a:pt x="2446512" y="737756"/>
                  </a:lnTo>
                  <a:lnTo>
                    <a:pt x="2446699" y="731931"/>
                  </a:lnTo>
                  <a:lnTo>
                    <a:pt x="2446886" y="726303"/>
                  </a:lnTo>
                  <a:lnTo>
                    <a:pt x="2447073" y="721294"/>
                  </a:lnTo>
                  <a:lnTo>
                    <a:pt x="2447259" y="716417"/>
                  </a:lnTo>
                  <a:lnTo>
                    <a:pt x="2447446" y="712588"/>
                  </a:lnTo>
                  <a:lnTo>
                    <a:pt x="2447633" y="710344"/>
                  </a:lnTo>
                  <a:lnTo>
                    <a:pt x="2447820" y="708042"/>
                  </a:lnTo>
                  <a:lnTo>
                    <a:pt x="2448007" y="705492"/>
                  </a:lnTo>
                  <a:lnTo>
                    <a:pt x="2448194" y="703354"/>
                  </a:lnTo>
                  <a:lnTo>
                    <a:pt x="2448381" y="702678"/>
                  </a:lnTo>
                  <a:lnTo>
                    <a:pt x="2448568" y="702909"/>
                  </a:lnTo>
                  <a:lnTo>
                    <a:pt x="2448755" y="703503"/>
                  </a:lnTo>
                  <a:lnTo>
                    <a:pt x="2448942" y="701939"/>
                  </a:lnTo>
                  <a:lnTo>
                    <a:pt x="2449129" y="702152"/>
                  </a:lnTo>
                  <a:lnTo>
                    <a:pt x="2449316" y="699997"/>
                  </a:lnTo>
                  <a:lnTo>
                    <a:pt x="2449502" y="697257"/>
                  </a:lnTo>
                  <a:lnTo>
                    <a:pt x="2449689" y="695588"/>
                  </a:lnTo>
                  <a:lnTo>
                    <a:pt x="2449876" y="694213"/>
                  </a:lnTo>
                  <a:lnTo>
                    <a:pt x="2450063" y="693540"/>
                  </a:lnTo>
                  <a:lnTo>
                    <a:pt x="2450250" y="692445"/>
                  </a:lnTo>
                  <a:lnTo>
                    <a:pt x="2450437" y="689070"/>
                  </a:lnTo>
                  <a:lnTo>
                    <a:pt x="2450624" y="685068"/>
                  </a:lnTo>
                  <a:lnTo>
                    <a:pt x="2450811" y="680986"/>
                  </a:lnTo>
                  <a:lnTo>
                    <a:pt x="2450998" y="676901"/>
                  </a:lnTo>
                  <a:lnTo>
                    <a:pt x="2451185" y="672144"/>
                  </a:lnTo>
                  <a:lnTo>
                    <a:pt x="2451372" y="667737"/>
                  </a:lnTo>
                  <a:lnTo>
                    <a:pt x="2451559" y="662983"/>
                  </a:lnTo>
                  <a:lnTo>
                    <a:pt x="2451746" y="655546"/>
                  </a:lnTo>
                  <a:lnTo>
                    <a:pt x="2451932" y="650290"/>
                  </a:lnTo>
                  <a:lnTo>
                    <a:pt x="2452119" y="644023"/>
                  </a:lnTo>
                  <a:lnTo>
                    <a:pt x="2452306" y="639041"/>
                  </a:lnTo>
                  <a:lnTo>
                    <a:pt x="2452493" y="631919"/>
                  </a:lnTo>
                  <a:lnTo>
                    <a:pt x="2452680" y="624287"/>
                  </a:lnTo>
                  <a:lnTo>
                    <a:pt x="2452867" y="616876"/>
                  </a:lnTo>
                  <a:lnTo>
                    <a:pt x="2453054" y="609524"/>
                  </a:lnTo>
                  <a:lnTo>
                    <a:pt x="2453241" y="603018"/>
                  </a:lnTo>
                  <a:lnTo>
                    <a:pt x="2453428" y="596749"/>
                  </a:lnTo>
                  <a:lnTo>
                    <a:pt x="2453615" y="590180"/>
                  </a:lnTo>
                  <a:lnTo>
                    <a:pt x="2453802" y="582189"/>
                  </a:lnTo>
                  <a:lnTo>
                    <a:pt x="2453989" y="574292"/>
                  </a:lnTo>
                  <a:lnTo>
                    <a:pt x="2454175" y="565693"/>
                  </a:lnTo>
                  <a:lnTo>
                    <a:pt x="2454362" y="557488"/>
                  </a:lnTo>
                  <a:lnTo>
                    <a:pt x="2454549" y="550669"/>
                  </a:lnTo>
                  <a:lnTo>
                    <a:pt x="2454736" y="545904"/>
                  </a:lnTo>
                  <a:lnTo>
                    <a:pt x="2454923" y="542502"/>
                  </a:lnTo>
                  <a:lnTo>
                    <a:pt x="2455110" y="537072"/>
                  </a:lnTo>
                  <a:lnTo>
                    <a:pt x="2455297" y="532393"/>
                  </a:lnTo>
                  <a:lnTo>
                    <a:pt x="2455484" y="527533"/>
                  </a:lnTo>
                  <a:lnTo>
                    <a:pt x="2455671" y="521047"/>
                  </a:lnTo>
                  <a:lnTo>
                    <a:pt x="2455858" y="513818"/>
                  </a:lnTo>
                  <a:lnTo>
                    <a:pt x="2456045" y="506070"/>
                  </a:lnTo>
                  <a:lnTo>
                    <a:pt x="2456232" y="497306"/>
                  </a:lnTo>
                  <a:lnTo>
                    <a:pt x="2456419" y="488823"/>
                  </a:lnTo>
                  <a:lnTo>
                    <a:pt x="2456605" y="481166"/>
                  </a:lnTo>
                  <a:lnTo>
                    <a:pt x="2456792" y="473359"/>
                  </a:lnTo>
                  <a:lnTo>
                    <a:pt x="2456979" y="465817"/>
                  </a:lnTo>
                  <a:lnTo>
                    <a:pt x="2457166" y="458242"/>
                  </a:lnTo>
                  <a:lnTo>
                    <a:pt x="2457353" y="449685"/>
                  </a:lnTo>
                  <a:lnTo>
                    <a:pt x="2457540" y="439634"/>
                  </a:lnTo>
                  <a:lnTo>
                    <a:pt x="2457727" y="428197"/>
                  </a:lnTo>
                  <a:lnTo>
                    <a:pt x="2457914" y="416513"/>
                  </a:lnTo>
                  <a:lnTo>
                    <a:pt x="2458101" y="408866"/>
                  </a:lnTo>
                  <a:lnTo>
                    <a:pt x="2458288" y="402468"/>
                  </a:lnTo>
                  <a:lnTo>
                    <a:pt x="2458475" y="397023"/>
                  </a:lnTo>
                  <a:lnTo>
                    <a:pt x="2458662" y="392378"/>
                  </a:lnTo>
                  <a:lnTo>
                    <a:pt x="2458849" y="390128"/>
                  </a:lnTo>
                  <a:lnTo>
                    <a:pt x="2459035" y="390097"/>
                  </a:lnTo>
                  <a:lnTo>
                    <a:pt x="2459222" y="390195"/>
                  </a:lnTo>
                  <a:lnTo>
                    <a:pt x="2459409" y="389720"/>
                  </a:lnTo>
                  <a:lnTo>
                    <a:pt x="2459596" y="389686"/>
                  </a:lnTo>
                  <a:lnTo>
                    <a:pt x="2459783" y="389707"/>
                  </a:lnTo>
                  <a:lnTo>
                    <a:pt x="2459970" y="389276"/>
                  </a:lnTo>
                  <a:lnTo>
                    <a:pt x="2460157" y="389874"/>
                  </a:lnTo>
                  <a:lnTo>
                    <a:pt x="2460344" y="391245"/>
                  </a:lnTo>
                  <a:lnTo>
                    <a:pt x="2460531" y="393285"/>
                  </a:lnTo>
                  <a:lnTo>
                    <a:pt x="2460718" y="396368"/>
                  </a:lnTo>
                  <a:lnTo>
                    <a:pt x="2460905" y="399673"/>
                  </a:lnTo>
                  <a:lnTo>
                    <a:pt x="2461092" y="403576"/>
                  </a:lnTo>
                  <a:lnTo>
                    <a:pt x="2461278" y="407478"/>
                  </a:lnTo>
                  <a:lnTo>
                    <a:pt x="2461465" y="410914"/>
                  </a:lnTo>
                  <a:lnTo>
                    <a:pt x="2461652" y="415120"/>
                  </a:lnTo>
                  <a:lnTo>
                    <a:pt x="2461839" y="419850"/>
                  </a:lnTo>
                  <a:lnTo>
                    <a:pt x="2462026" y="424709"/>
                  </a:lnTo>
                  <a:lnTo>
                    <a:pt x="2462213" y="430825"/>
                  </a:lnTo>
                  <a:lnTo>
                    <a:pt x="2462400" y="437396"/>
                  </a:lnTo>
                  <a:lnTo>
                    <a:pt x="2462587" y="445336"/>
                  </a:lnTo>
                  <a:lnTo>
                    <a:pt x="2462774" y="454911"/>
                  </a:lnTo>
                  <a:lnTo>
                    <a:pt x="2462961" y="465270"/>
                  </a:lnTo>
                  <a:lnTo>
                    <a:pt x="2463148" y="476141"/>
                  </a:lnTo>
                  <a:lnTo>
                    <a:pt x="2463335" y="487236"/>
                  </a:lnTo>
                  <a:lnTo>
                    <a:pt x="2463522" y="497488"/>
                  </a:lnTo>
                  <a:lnTo>
                    <a:pt x="2463708" y="507122"/>
                  </a:lnTo>
                  <a:lnTo>
                    <a:pt x="2463895" y="515350"/>
                  </a:lnTo>
                  <a:lnTo>
                    <a:pt x="2464082" y="522576"/>
                  </a:lnTo>
                  <a:lnTo>
                    <a:pt x="2464269" y="529563"/>
                  </a:lnTo>
                  <a:lnTo>
                    <a:pt x="2464456" y="536926"/>
                  </a:lnTo>
                  <a:lnTo>
                    <a:pt x="2464643" y="544044"/>
                  </a:lnTo>
                  <a:lnTo>
                    <a:pt x="2464830" y="552914"/>
                  </a:lnTo>
                  <a:lnTo>
                    <a:pt x="2465017" y="560979"/>
                  </a:lnTo>
                  <a:lnTo>
                    <a:pt x="2465204" y="567691"/>
                  </a:lnTo>
                  <a:lnTo>
                    <a:pt x="2465391" y="569624"/>
                  </a:lnTo>
                  <a:lnTo>
                    <a:pt x="2465578" y="569808"/>
                  </a:lnTo>
                  <a:lnTo>
                    <a:pt x="2465765" y="569024"/>
                  </a:lnTo>
                  <a:lnTo>
                    <a:pt x="2465951" y="567630"/>
                  </a:lnTo>
                  <a:lnTo>
                    <a:pt x="2466138" y="566736"/>
                  </a:lnTo>
                  <a:lnTo>
                    <a:pt x="2466325" y="564957"/>
                  </a:lnTo>
                  <a:lnTo>
                    <a:pt x="2466512" y="563293"/>
                  </a:lnTo>
                  <a:lnTo>
                    <a:pt x="2466699" y="562023"/>
                  </a:lnTo>
                  <a:lnTo>
                    <a:pt x="2466886" y="560841"/>
                  </a:lnTo>
                  <a:lnTo>
                    <a:pt x="2467073" y="559310"/>
                  </a:lnTo>
                  <a:lnTo>
                    <a:pt x="2467260" y="556832"/>
                  </a:lnTo>
                  <a:lnTo>
                    <a:pt x="2467447" y="553968"/>
                  </a:lnTo>
                  <a:lnTo>
                    <a:pt x="2467634" y="550345"/>
                  </a:lnTo>
                  <a:lnTo>
                    <a:pt x="2467821" y="546393"/>
                  </a:lnTo>
                  <a:lnTo>
                    <a:pt x="2468008" y="542983"/>
                  </a:lnTo>
                  <a:lnTo>
                    <a:pt x="2468195" y="538852"/>
                  </a:lnTo>
                  <a:lnTo>
                    <a:pt x="2468381" y="535003"/>
                  </a:lnTo>
                  <a:lnTo>
                    <a:pt x="2468568" y="530878"/>
                  </a:lnTo>
                  <a:lnTo>
                    <a:pt x="2468755" y="526688"/>
                  </a:lnTo>
                  <a:lnTo>
                    <a:pt x="2468942" y="519837"/>
                  </a:lnTo>
                  <a:lnTo>
                    <a:pt x="2469129" y="513833"/>
                  </a:lnTo>
                  <a:lnTo>
                    <a:pt x="2469316" y="508508"/>
                  </a:lnTo>
                  <a:lnTo>
                    <a:pt x="2469503" y="503540"/>
                  </a:lnTo>
                  <a:lnTo>
                    <a:pt x="2469690" y="501890"/>
                  </a:lnTo>
                  <a:lnTo>
                    <a:pt x="2469877" y="501634"/>
                  </a:lnTo>
                  <a:lnTo>
                    <a:pt x="2470064" y="502187"/>
                  </a:lnTo>
                  <a:lnTo>
                    <a:pt x="2470251" y="501660"/>
                  </a:lnTo>
                  <a:lnTo>
                    <a:pt x="2470438" y="501456"/>
                  </a:lnTo>
                  <a:lnTo>
                    <a:pt x="2470625" y="501840"/>
                  </a:lnTo>
                  <a:lnTo>
                    <a:pt x="2470811" y="500027"/>
                  </a:lnTo>
                  <a:lnTo>
                    <a:pt x="2470998" y="499417"/>
                  </a:lnTo>
                  <a:lnTo>
                    <a:pt x="2471185" y="498781"/>
                  </a:lnTo>
                  <a:lnTo>
                    <a:pt x="2471372" y="498412"/>
                  </a:lnTo>
                  <a:lnTo>
                    <a:pt x="2471559" y="497921"/>
                  </a:lnTo>
                  <a:lnTo>
                    <a:pt x="2471746" y="498634"/>
                  </a:lnTo>
                  <a:lnTo>
                    <a:pt x="2471933" y="499077"/>
                  </a:lnTo>
                  <a:lnTo>
                    <a:pt x="2472120" y="499075"/>
                  </a:lnTo>
                  <a:lnTo>
                    <a:pt x="2472307" y="498798"/>
                  </a:lnTo>
                  <a:lnTo>
                    <a:pt x="2472494" y="497660"/>
                  </a:lnTo>
                  <a:lnTo>
                    <a:pt x="2472681" y="495328"/>
                  </a:lnTo>
                  <a:lnTo>
                    <a:pt x="2472868" y="492081"/>
                  </a:lnTo>
                  <a:lnTo>
                    <a:pt x="2473054" y="488434"/>
                  </a:lnTo>
                  <a:lnTo>
                    <a:pt x="2473241" y="484922"/>
                  </a:lnTo>
                  <a:lnTo>
                    <a:pt x="2473428" y="480597"/>
                  </a:lnTo>
                  <a:lnTo>
                    <a:pt x="2473615" y="475873"/>
                  </a:lnTo>
                  <a:lnTo>
                    <a:pt x="2473802" y="470984"/>
                  </a:lnTo>
                  <a:lnTo>
                    <a:pt x="2473989" y="465821"/>
                  </a:lnTo>
                  <a:lnTo>
                    <a:pt x="2474176" y="461978"/>
                  </a:lnTo>
                  <a:lnTo>
                    <a:pt x="2474363" y="458280"/>
                  </a:lnTo>
                  <a:lnTo>
                    <a:pt x="2474550" y="454626"/>
                  </a:lnTo>
                  <a:lnTo>
                    <a:pt x="2474737" y="450866"/>
                  </a:lnTo>
                  <a:lnTo>
                    <a:pt x="2474924" y="446827"/>
                  </a:lnTo>
                  <a:lnTo>
                    <a:pt x="2475111" y="441037"/>
                  </a:lnTo>
                  <a:lnTo>
                    <a:pt x="2475298" y="436063"/>
                  </a:lnTo>
                  <a:lnTo>
                    <a:pt x="2475484" y="431346"/>
                  </a:lnTo>
                  <a:lnTo>
                    <a:pt x="2475671" y="426891"/>
                  </a:lnTo>
                  <a:lnTo>
                    <a:pt x="2475858" y="422743"/>
                  </a:lnTo>
                  <a:lnTo>
                    <a:pt x="2476045" y="417985"/>
                  </a:lnTo>
                  <a:lnTo>
                    <a:pt x="2476232" y="415496"/>
                  </a:lnTo>
                  <a:lnTo>
                    <a:pt x="2476419" y="413104"/>
                  </a:lnTo>
                  <a:lnTo>
                    <a:pt x="2476606" y="411340"/>
                  </a:lnTo>
                  <a:lnTo>
                    <a:pt x="2476793" y="410088"/>
                  </a:lnTo>
                  <a:lnTo>
                    <a:pt x="2476980" y="410049"/>
                  </a:lnTo>
                  <a:lnTo>
                    <a:pt x="2477167" y="410811"/>
                  </a:lnTo>
                  <a:lnTo>
                    <a:pt x="2477354" y="410128"/>
                  </a:lnTo>
                  <a:lnTo>
                    <a:pt x="2477541" y="410851"/>
                  </a:lnTo>
                  <a:lnTo>
                    <a:pt x="2477728" y="412174"/>
                  </a:lnTo>
                  <a:lnTo>
                    <a:pt x="2477914" y="414173"/>
                  </a:lnTo>
                  <a:lnTo>
                    <a:pt x="2478101" y="418286"/>
                  </a:lnTo>
                  <a:lnTo>
                    <a:pt x="2478288" y="422447"/>
                  </a:lnTo>
                  <a:lnTo>
                    <a:pt x="2478475" y="429322"/>
                  </a:lnTo>
                  <a:lnTo>
                    <a:pt x="2478662" y="436484"/>
                  </a:lnTo>
                  <a:lnTo>
                    <a:pt x="2478849" y="444067"/>
                  </a:lnTo>
                  <a:lnTo>
                    <a:pt x="2479036" y="455362"/>
                  </a:lnTo>
                  <a:lnTo>
                    <a:pt x="2479223" y="465280"/>
                  </a:lnTo>
                  <a:lnTo>
                    <a:pt x="2479410" y="472370"/>
                  </a:lnTo>
                  <a:lnTo>
                    <a:pt x="2479597" y="479991"/>
                  </a:lnTo>
                  <a:lnTo>
                    <a:pt x="2479784" y="487662"/>
                  </a:lnTo>
                  <a:lnTo>
                    <a:pt x="2479971" y="495632"/>
                  </a:lnTo>
                  <a:lnTo>
                    <a:pt x="2480157" y="503520"/>
                  </a:lnTo>
                  <a:lnTo>
                    <a:pt x="2480344" y="509749"/>
                  </a:lnTo>
                  <a:lnTo>
                    <a:pt x="2480531" y="513502"/>
                  </a:lnTo>
                  <a:lnTo>
                    <a:pt x="2480718" y="517980"/>
                  </a:lnTo>
                  <a:lnTo>
                    <a:pt x="2480905" y="522320"/>
                  </a:lnTo>
                  <a:lnTo>
                    <a:pt x="2481092" y="526788"/>
                  </a:lnTo>
                  <a:lnTo>
                    <a:pt x="2481279" y="531083"/>
                  </a:lnTo>
                  <a:lnTo>
                    <a:pt x="2481466" y="534517"/>
                  </a:lnTo>
                  <a:lnTo>
                    <a:pt x="2481653" y="537552"/>
                  </a:lnTo>
                  <a:lnTo>
                    <a:pt x="2481840" y="540452"/>
                  </a:lnTo>
                  <a:lnTo>
                    <a:pt x="2482027" y="543807"/>
                  </a:lnTo>
                  <a:lnTo>
                    <a:pt x="2482214" y="546730"/>
                  </a:lnTo>
                  <a:lnTo>
                    <a:pt x="2482401" y="549549"/>
                  </a:lnTo>
                  <a:lnTo>
                    <a:pt x="2482587" y="554818"/>
                  </a:lnTo>
                  <a:lnTo>
                    <a:pt x="2482774" y="559252"/>
                  </a:lnTo>
                  <a:lnTo>
                    <a:pt x="2482961" y="563941"/>
                  </a:lnTo>
                  <a:lnTo>
                    <a:pt x="2483148" y="569839"/>
                  </a:lnTo>
                  <a:lnTo>
                    <a:pt x="2483335" y="576573"/>
                  </a:lnTo>
                  <a:lnTo>
                    <a:pt x="2483522" y="583547"/>
                  </a:lnTo>
                  <a:lnTo>
                    <a:pt x="2483709" y="591398"/>
                  </a:lnTo>
                  <a:lnTo>
                    <a:pt x="2483896" y="599171"/>
                  </a:lnTo>
                  <a:lnTo>
                    <a:pt x="2484083" y="605809"/>
                  </a:lnTo>
                  <a:lnTo>
                    <a:pt x="2484270" y="612933"/>
                  </a:lnTo>
                  <a:lnTo>
                    <a:pt x="2484457" y="620073"/>
                  </a:lnTo>
                  <a:lnTo>
                    <a:pt x="2484644" y="628966"/>
                  </a:lnTo>
                  <a:lnTo>
                    <a:pt x="2484830" y="637816"/>
                  </a:lnTo>
                  <a:lnTo>
                    <a:pt x="2485017" y="647223"/>
                  </a:lnTo>
                  <a:lnTo>
                    <a:pt x="2485204" y="656887"/>
                  </a:lnTo>
                  <a:lnTo>
                    <a:pt x="2485391" y="667511"/>
                  </a:lnTo>
                  <a:lnTo>
                    <a:pt x="2485578" y="678539"/>
                  </a:lnTo>
                  <a:lnTo>
                    <a:pt x="2485765" y="689029"/>
                  </a:lnTo>
                  <a:lnTo>
                    <a:pt x="2485952" y="699243"/>
                  </a:lnTo>
                  <a:lnTo>
                    <a:pt x="2486139" y="709942"/>
                  </a:lnTo>
                  <a:lnTo>
                    <a:pt x="2486326" y="720024"/>
                  </a:lnTo>
                  <a:lnTo>
                    <a:pt x="2486513" y="727980"/>
                  </a:lnTo>
                  <a:lnTo>
                    <a:pt x="2486700" y="735105"/>
                  </a:lnTo>
                  <a:lnTo>
                    <a:pt x="2486887" y="742422"/>
                  </a:lnTo>
                  <a:lnTo>
                    <a:pt x="2487074" y="748673"/>
                  </a:lnTo>
                  <a:lnTo>
                    <a:pt x="2487260" y="754573"/>
                  </a:lnTo>
                  <a:lnTo>
                    <a:pt x="2487447" y="759625"/>
                  </a:lnTo>
                  <a:lnTo>
                    <a:pt x="2487634" y="763993"/>
                  </a:lnTo>
                  <a:lnTo>
                    <a:pt x="2487821" y="767620"/>
                  </a:lnTo>
                  <a:lnTo>
                    <a:pt x="2488008" y="771861"/>
                  </a:lnTo>
                  <a:lnTo>
                    <a:pt x="2488195" y="775267"/>
                  </a:lnTo>
                  <a:lnTo>
                    <a:pt x="2488382" y="778303"/>
                  </a:lnTo>
                  <a:lnTo>
                    <a:pt x="2488569" y="781636"/>
                  </a:lnTo>
                  <a:lnTo>
                    <a:pt x="2488756" y="784856"/>
                  </a:lnTo>
                  <a:lnTo>
                    <a:pt x="2488943" y="787767"/>
                  </a:lnTo>
                  <a:lnTo>
                    <a:pt x="2489130" y="792530"/>
                  </a:lnTo>
                  <a:lnTo>
                    <a:pt x="2489317" y="795926"/>
                  </a:lnTo>
                  <a:lnTo>
                    <a:pt x="2489504" y="800400"/>
                  </a:lnTo>
                  <a:lnTo>
                    <a:pt x="2489690" y="805160"/>
                  </a:lnTo>
                  <a:lnTo>
                    <a:pt x="2489877" y="810486"/>
                  </a:lnTo>
                  <a:lnTo>
                    <a:pt x="2490064" y="816706"/>
                  </a:lnTo>
                  <a:lnTo>
                    <a:pt x="2490251" y="823026"/>
                  </a:lnTo>
                  <a:lnTo>
                    <a:pt x="2490438" y="829672"/>
                  </a:lnTo>
                  <a:lnTo>
                    <a:pt x="2490625" y="836486"/>
                  </a:lnTo>
                  <a:lnTo>
                    <a:pt x="2490812" y="843038"/>
                  </a:lnTo>
                  <a:lnTo>
                    <a:pt x="2490999" y="850050"/>
                  </a:lnTo>
                  <a:lnTo>
                    <a:pt x="2491186" y="858286"/>
                  </a:lnTo>
                  <a:lnTo>
                    <a:pt x="2491373" y="866526"/>
                  </a:lnTo>
                  <a:lnTo>
                    <a:pt x="2491560" y="874974"/>
                  </a:lnTo>
                  <a:lnTo>
                    <a:pt x="2491747" y="883724"/>
                  </a:lnTo>
                  <a:lnTo>
                    <a:pt x="2491933" y="892291"/>
                  </a:lnTo>
                  <a:lnTo>
                    <a:pt x="2492120" y="900230"/>
                  </a:lnTo>
                  <a:lnTo>
                    <a:pt x="2492307" y="907606"/>
                  </a:lnTo>
                  <a:lnTo>
                    <a:pt x="2492494" y="917773"/>
                  </a:lnTo>
                  <a:lnTo>
                    <a:pt x="2492681" y="927634"/>
                  </a:lnTo>
                  <a:lnTo>
                    <a:pt x="2492868" y="938185"/>
                  </a:lnTo>
                  <a:lnTo>
                    <a:pt x="2493055" y="949403"/>
                  </a:lnTo>
                  <a:lnTo>
                    <a:pt x="2493242" y="960165"/>
                  </a:lnTo>
                  <a:lnTo>
                    <a:pt x="2493429" y="970520"/>
                  </a:lnTo>
                  <a:lnTo>
                    <a:pt x="2493616" y="979861"/>
                  </a:lnTo>
                  <a:lnTo>
                    <a:pt x="2493803" y="988987"/>
                  </a:lnTo>
                  <a:lnTo>
                    <a:pt x="2493990" y="996752"/>
                  </a:lnTo>
                  <a:lnTo>
                    <a:pt x="2494177" y="1004955"/>
                  </a:lnTo>
                  <a:lnTo>
                    <a:pt x="2494363" y="1012414"/>
                  </a:lnTo>
                  <a:lnTo>
                    <a:pt x="2494550" y="1018810"/>
                  </a:lnTo>
                  <a:lnTo>
                    <a:pt x="2494737" y="1023777"/>
                  </a:lnTo>
                  <a:lnTo>
                    <a:pt x="2494924" y="1026962"/>
                  </a:lnTo>
                  <a:lnTo>
                    <a:pt x="2495111" y="1032826"/>
                  </a:lnTo>
                  <a:lnTo>
                    <a:pt x="2495298" y="1037643"/>
                  </a:lnTo>
                  <a:lnTo>
                    <a:pt x="2495485" y="1037802"/>
                  </a:lnTo>
                  <a:lnTo>
                    <a:pt x="2495672" y="1037139"/>
                  </a:lnTo>
                  <a:lnTo>
                    <a:pt x="2495859" y="1036254"/>
                  </a:lnTo>
                  <a:lnTo>
                    <a:pt x="2496046" y="1034722"/>
                  </a:lnTo>
                  <a:lnTo>
                    <a:pt x="2496233" y="1030939"/>
                  </a:lnTo>
                  <a:lnTo>
                    <a:pt x="2496420" y="1025210"/>
                  </a:lnTo>
                  <a:lnTo>
                    <a:pt x="2496607" y="1018939"/>
                  </a:lnTo>
                  <a:lnTo>
                    <a:pt x="2496793" y="1012985"/>
                  </a:lnTo>
                  <a:lnTo>
                    <a:pt x="2496980" y="1006872"/>
                  </a:lnTo>
                  <a:lnTo>
                    <a:pt x="2497167" y="1001382"/>
                  </a:lnTo>
                  <a:lnTo>
                    <a:pt x="2497354" y="995879"/>
                  </a:lnTo>
                  <a:lnTo>
                    <a:pt x="2497541" y="993256"/>
                  </a:lnTo>
                  <a:lnTo>
                    <a:pt x="2497728" y="993124"/>
                  </a:lnTo>
                  <a:lnTo>
                    <a:pt x="2497915" y="994272"/>
                  </a:lnTo>
                  <a:lnTo>
                    <a:pt x="2498102" y="995297"/>
                  </a:lnTo>
                  <a:lnTo>
                    <a:pt x="2498289" y="996325"/>
                  </a:lnTo>
                  <a:lnTo>
                    <a:pt x="2498476" y="996321"/>
                  </a:lnTo>
                  <a:lnTo>
                    <a:pt x="2498663" y="995639"/>
                  </a:lnTo>
                  <a:lnTo>
                    <a:pt x="2498850" y="995101"/>
                  </a:lnTo>
                  <a:lnTo>
                    <a:pt x="2499036" y="994055"/>
                  </a:lnTo>
                  <a:lnTo>
                    <a:pt x="2499223" y="992303"/>
                  </a:lnTo>
                  <a:lnTo>
                    <a:pt x="2499410" y="990378"/>
                  </a:lnTo>
                  <a:lnTo>
                    <a:pt x="2499597" y="987390"/>
                  </a:lnTo>
                  <a:lnTo>
                    <a:pt x="2499784" y="983713"/>
                  </a:lnTo>
                  <a:lnTo>
                    <a:pt x="2499971" y="979551"/>
                  </a:lnTo>
                  <a:lnTo>
                    <a:pt x="2500158" y="975023"/>
                  </a:lnTo>
                  <a:lnTo>
                    <a:pt x="2500345" y="970034"/>
                  </a:lnTo>
                  <a:lnTo>
                    <a:pt x="2500532" y="964329"/>
                  </a:lnTo>
                  <a:lnTo>
                    <a:pt x="2500719" y="957895"/>
                  </a:lnTo>
                  <a:lnTo>
                    <a:pt x="2500906" y="950579"/>
                  </a:lnTo>
                  <a:lnTo>
                    <a:pt x="2501093" y="942613"/>
                  </a:lnTo>
                  <a:lnTo>
                    <a:pt x="2501280" y="935473"/>
                  </a:lnTo>
                  <a:lnTo>
                    <a:pt x="2501466" y="928933"/>
                  </a:lnTo>
                  <a:lnTo>
                    <a:pt x="2501653" y="923836"/>
                  </a:lnTo>
                  <a:lnTo>
                    <a:pt x="2501840" y="918795"/>
                  </a:lnTo>
                  <a:lnTo>
                    <a:pt x="2502027" y="914783"/>
                  </a:lnTo>
                  <a:lnTo>
                    <a:pt x="2502214" y="910210"/>
                  </a:lnTo>
                  <a:lnTo>
                    <a:pt x="2502401" y="907563"/>
                  </a:lnTo>
                  <a:lnTo>
                    <a:pt x="2502588" y="905443"/>
                  </a:lnTo>
                  <a:lnTo>
                    <a:pt x="2502775" y="903263"/>
                  </a:lnTo>
                  <a:lnTo>
                    <a:pt x="2502962" y="902258"/>
                  </a:lnTo>
                  <a:lnTo>
                    <a:pt x="2503149" y="901391"/>
                  </a:lnTo>
                  <a:lnTo>
                    <a:pt x="2503336" y="900760"/>
                  </a:lnTo>
                  <a:lnTo>
                    <a:pt x="2503523" y="899965"/>
                  </a:lnTo>
                  <a:lnTo>
                    <a:pt x="2503709" y="899533"/>
                  </a:lnTo>
                  <a:lnTo>
                    <a:pt x="2503896" y="898945"/>
                  </a:lnTo>
                  <a:lnTo>
                    <a:pt x="2504083" y="898200"/>
                  </a:lnTo>
                  <a:lnTo>
                    <a:pt x="2504270" y="897731"/>
                  </a:lnTo>
                  <a:lnTo>
                    <a:pt x="2504457" y="896876"/>
                  </a:lnTo>
                  <a:lnTo>
                    <a:pt x="2504644" y="896849"/>
                  </a:lnTo>
                  <a:lnTo>
                    <a:pt x="2504831" y="896919"/>
                  </a:lnTo>
                  <a:lnTo>
                    <a:pt x="2505018" y="896142"/>
                  </a:lnTo>
                  <a:lnTo>
                    <a:pt x="2505205" y="895421"/>
                  </a:lnTo>
                  <a:lnTo>
                    <a:pt x="2505392" y="895128"/>
                  </a:lnTo>
                  <a:lnTo>
                    <a:pt x="2505579" y="895976"/>
                  </a:lnTo>
                  <a:lnTo>
                    <a:pt x="2505766" y="896291"/>
                  </a:lnTo>
                  <a:lnTo>
                    <a:pt x="2505953" y="898485"/>
                  </a:lnTo>
                  <a:lnTo>
                    <a:pt x="2506139" y="900606"/>
                  </a:lnTo>
                  <a:lnTo>
                    <a:pt x="2506326" y="904972"/>
                  </a:lnTo>
                  <a:lnTo>
                    <a:pt x="2506513" y="907466"/>
                  </a:lnTo>
                  <a:lnTo>
                    <a:pt x="2506700" y="909076"/>
                  </a:lnTo>
                  <a:lnTo>
                    <a:pt x="2506887" y="911775"/>
                  </a:lnTo>
                  <a:lnTo>
                    <a:pt x="2507074" y="913457"/>
                  </a:lnTo>
                  <a:lnTo>
                    <a:pt x="2507261" y="914195"/>
                  </a:lnTo>
                  <a:lnTo>
                    <a:pt x="2507448" y="914460"/>
                  </a:lnTo>
                  <a:lnTo>
                    <a:pt x="2507635" y="914602"/>
                  </a:lnTo>
                  <a:lnTo>
                    <a:pt x="2507822" y="915836"/>
                  </a:lnTo>
                  <a:lnTo>
                    <a:pt x="2508009" y="917975"/>
                  </a:lnTo>
                  <a:lnTo>
                    <a:pt x="2508196" y="920396"/>
                  </a:lnTo>
                  <a:lnTo>
                    <a:pt x="2508383" y="922647"/>
                  </a:lnTo>
                  <a:lnTo>
                    <a:pt x="2508569" y="923889"/>
                  </a:lnTo>
                  <a:lnTo>
                    <a:pt x="2508756" y="924686"/>
                  </a:lnTo>
                  <a:lnTo>
                    <a:pt x="2508943" y="925890"/>
                  </a:lnTo>
                  <a:lnTo>
                    <a:pt x="2509130" y="924910"/>
                  </a:lnTo>
                  <a:lnTo>
                    <a:pt x="2509317" y="924777"/>
                  </a:lnTo>
                  <a:lnTo>
                    <a:pt x="2509504" y="925510"/>
                  </a:lnTo>
                  <a:lnTo>
                    <a:pt x="2509691" y="927115"/>
                  </a:lnTo>
                  <a:lnTo>
                    <a:pt x="2509878" y="929582"/>
                  </a:lnTo>
                  <a:lnTo>
                    <a:pt x="2510065" y="932065"/>
                  </a:lnTo>
                  <a:lnTo>
                    <a:pt x="2510252" y="934590"/>
                  </a:lnTo>
                  <a:lnTo>
                    <a:pt x="2510439" y="937248"/>
                  </a:lnTo>
                  <a:lnTo>
                    <a:pt x="2510626" y="939149"/>
                  </a:lnTo>
                  <a:lnTo>
                    <a:pt x="2510812" y="941185"/>
                  </a:lnTo>
                  <a:lnTo>
                    <a:pt x="2510999" y="943480"/>
                  </a:lnTo>
                  <a:lnTo>
                    <a:pt x="2511186" y="945577"/>
                  </a:lnTo>
                  <a:lnTo>
                    <a:pt x="2511373" y="947630"/>
                  </a:lnTo>
                  <a:lnTo>
                    <a:pt x="2511560" y="948492"/>
                  </a:lnTo>
                  <a:lnTo>
                    <a:pt x="2511747" y="948689"/>
                  </a:lnTo>
                  <a:lnTo>
                    <a:pt x="2511934" y="948977"/>
                  </a:lnTo>
                  <a:lnTo>
                    <a:pt x="2512121" y="949472"/>
                  </a:lnTo>
                  <a:lnTo>
                    <a:pt x="2512308" y="950226"/>
                  </a:lnTo>
                  <a:lnTo>
                    <a:pt x="2512495" y="952901"/>
                  </a:lnTo>
                  <a:lnTo>
                    <a:pt x="2512682" y="954506"/>
                  </a:lnTo>
                  <a:lnTo>
                    <a:pt x="2512869" y="955382"/>
                  </a:lnTo>
                  <a:lnTo>
                    <a:pt x="2513056" y="956325"/>
                  </a:lnTo>
                  <a:lnTo>
                    <a:pt x="2513242" y="957281"/>
                  </a:lnTo>
                  <a:lnTo>
                    <a:pt x="2513429" y="958666"/>
                  </a:lnTo>
                  <a:lnTo>
                    <a:pt x="2513616" y="957834"/>
                  </a:lnTo>
                  <a:lnTo>
                    <a:pt x="2513803" y="957297"/>
                  </a:lnTo>
                  <a:lnTo>
                    <a:pt x="2513990" y="957243"/>
                  </a:lnTo>
                  <a:lnTo>
                    <a:pt x="2514177" y="957140"/>
                  </a:lnTo>
                  <a:lnTo>
                    <a:pt x="2514364" y="956476"/>
                  </a:lnTo>
                  <a:lnTo>
                    <a:pt x="2514551" y="955715"/>
                  </a:lnTo>
                  <a:lnTo>
                    <a:pt x="2514738" y="956600"/>
                  </a:lnTo>
                  <a:lnTo>
                    <a:pt x="2514925" y="956076"/>
                  </a:lnTo>
                  <a:lnTo>
                    <a:pt x="2515112" y="952579"/>
                  </a:lnTo>
                  <a:lnTo>
                    <a:pt x="2515299" y="946099"/>
                  </a:lnTo>
                  <a:lnTo>
                    <a:pt x="2515486" y="939011"/>
                  </a:lnTo>
                  <a:lnTo>
                    <a:pt x="2515672" y="927707"/>
                  </a:lnTo>
                  <a:lnTo>
                    <a:pt x="2515859" y="917876"/>
                  </a:lnTo>
                  <a:lnTo>
                    <a:pt x="2516046" y="908327"/>
                  </a:lnTo>
                  <a:lnTo>
                    <a:pt x="2516233" y="897772"/>
                  </a:lnTo>
                  <a:lnTo>
                    <a:pt x="2516420" y="886807"/>
                  </a:lnTo>
                  <a:lnTo>
                    <a:pt x="2516607" y="876757"/>
                  </a:lnTo>
                  <a:lnTo>
                    <a:pt x="2516794" y="865996"/>
                  </a:lnTo>
                  <a:lnTo>
                    <a:pt x="2516981" y="855021"/>
                  </a:lnTo>
                  <a:lnTo>
                    <a:pt x="2517168" y="844995"/>
                  </a:lnTo>
                  <a:lnTo>
                    <a:pt x="2517355" y="836240"/>
                  </a:lnTo>
                  <a:lnTo>
                    <a:pt x="2517542" y="828913"/>
                  </a:lnTo>
                  <a:lnTo>
                    <a:pt x="2517729" y="823260"/>
                  </a:lnTo>
                  <a:lnTo>
                    <a:pt x="2517915" y="818449"/>
                  </a:lnTo>
                  <a:lnTo>
                    <a:pt x="2518102" y="811370"/>
                  </a:lnTo>
                  <a:lnTo>
                    <a:pt x="2518289" y="803033"/>
                  </a:lnTo>
                  <a:lnTo>
                    <a:pt x="2518476" y="793676"/>
                  </a:lnTo>
                  <a:lnTo>
                    <a:pt x="2518663" y="784244"/>
                  </a:lnTo>
                  <a:lnTo>
                    <a:pt x="2518850" y="775314"/>
                  </a:lnTo>
                  <a:lnTo>
                    <a:pt x="2519037" y="768086"/>
                  </a:lnTo>
                  <a:lnTo>
                    <a:pt x="2519224" y="761891"/>
                  </a:lnTo>
                  <a:lnTo>
                    <a:pt x="2519411" y="756826"/>
                  </a:lnTo>
                  <a:lnTo>
                    <a:pt x="2519598" y="752652"/>
                  </a:lnTo>
                  <a:lnTo>
                    <a:pt x="2519785" y="748185"/>
                  </a:lnTo>
                  <a:lnTo>
                    <a:pt x="2519972" y="742891"/>
                  </a:lnTo>
                  <a:lnTo>
                    <a:pt x="2520159" y="737541"/>
                  </a:lnTo>
                  <a:lnTo>
                    <a:pt x="2520345" y="732201"/>
                  </a:lnTo>
                  <a:lnTo>
                    <a:pt x="2520532" y="726896"/>
                  </a:lnTo>
                  <a:lnTo>
                    <a:pt x="2520719" y="722861"/>
                  </a:lnTo>
                  <a:lnTo>
                    <a:pt x="2520906" y="720533"/>
                  </a:lnTo>
                  <a:lnTo>
                    <a:pt x="2521093" y="719985"/>
                  </a:lnTo>
                  <a:lnTo>
                    <a:pt x="2521280" y="721405"/>
                  </a:lnTo>
                  <a:lnTo>
                    <a:pt x="2521467" y="724338"/>
                  </a:lnTo>
                  <a:lnTo>
                    <a:pt x="2521654" y="727728"/>
                  </a:lnTo>
                  <a:lnTo>
                    <a:pt x="2521841" y="730770"/>
                  </a:lnTo>
                  <a:lnTo>
                    <a:pt x="2522028" y="731623"/>
                  </a:lnTo>
                  <a:lnTo>
                    <a:pt x="2522215" y="731825"/>
                  </a:lnTo>
                  <a:lnTo>
                    <a:pt x="2522402" y="731032"/>
                  </a:lnTo>
                  <a:lnTo>
                    <a:pt x="2522588" y="730504"/>
                  </a:lnTo>
                  <a:lnTo>
                    <a:pt x="2522775" y="730409"/>
                  </a:lnTo>
                  <a:lnTo>
                    <a:pt x="2522962" y="730975"/>
                  </a:lnTo>
                  <a:lnTo>
                    <a:pt x="2523149" y="730891"/>
                  </a:lnTo>
                  <a:lnTo>
                    <a:pt x="2523336" y="729934"/>
                  </a:lnTo>
                  <a:lnTo>
                    <a:pt x="2523523" y="728057"/>
                  </a:lnTo>
                  <a:lnTo>
                    <a:pt x="2523710" y="725030"/>
                  </a:lnTo>
                  <a:lnTo>
                    <a:pt x="2523897" y="722042"/>
                  </a:lnTo>
                  <a:lnTo>
                    <a:pt x="2524084" y="718597"/>
                  </a:lnTo>
                  <a:lnTo>
                    <a:pt x="2524271" y="715670"/>
                  </a:lnTo>
                  <a:lnTo>
                    <a:pt x="2524458" y="712927"/>
                  </a:lnTo>
                  <a:lnTo>
                    <a:pt x="2524645" y="710030"/>
                  </a:lnTo>
                  <a:lnTo>
                    <a:pt x="2524832" y="707676"/>
                  </a:lnTo>
                  <a:lnTo>
                    <a:pt x="2525018" y="708195"/>
                  </a:lnTo>
                  <a:lnTo>
                    <a:pt x="2525205" y="709663"/>
                  </a:lnTo>
                  <a:lnTo>
                    <a:pt x="2525392" y="711347"/>
                  </a:lnTo>
                  <a:lnTo>
                    <a:pt x="2525579" y="713015"/>
                  </a:lnTo>
                  <a:lnTo>
                    <a:pt x="2525766" y="713495"/>
                  </a:lnTo>
                  <a:lnTo>
                    <a:pt x="2525953" y="713780"/>
                  </a:lnTo>
                  <a:lnTo>
                    <a:pt x="2526140" y="713676"/>
                  </a:lnTo>
                  <a:lnTo>
                    <a:pt x="2526327" y="713682"/>
                  </a:lnTo>
                  <a:lnTo>
                    <a:pt x="2526514" y="713692"/>
                  </a:lnTo>
                  <a:lnTo>
                    <a:pt x="2526701" y="712785"/>
                  </a:lnTo>
                  <a:lnTo>
                    <a:pt x="2526888" y="711079"/>
                  </a:lnTo>
                  <a:lnTo>
                    <a:pt x="2527075" y="708531"/>
                  </a:lnTo>
                  <a:lnTo>
                    <a:pt x="2527262" y="705780"/>
                  </a:lnTo>
                  <a:lnTo>
                    <a:pt x="2527448" y="701860"/>
                  </a:lnTo>
                  <a:lnTo>
                    <a:pt x="2527635" y="697022"/>
                  </a:lnTo>
                  <a:lnTo>
                    <a:pt x="2527822" y="691969"/>
                  </a:lnTo>
                  <a:lnTo>
                    <a:pt x="2528009" y="684020"/>
                  </a:lnTo>
                  <a:lnTo>
                    <a:pt x="2528196" y="676493"/>
                  </a:lnTo>
                  <a:lnTo>
                    <a:pt x="2528383" y="668832"/>
                  </a:lnTo>
                  <a:lnTo>
                    <a:pt x="2528570" y="658470"/>
                  </a:lnTo>
                  <a:lnTo>
                    <a:pt x="2528757" y="648415"/>
                  </a:lnTo>
                  <a:lnTo>
                    <a:pt x="2528944" y="638391"/>
                  </a:lnTo>
                  <a:lnTo>
                    <a:pt x="2529131" y="628737"/>
                  </a:lnTo>
                  <a:lnTo>
                    <a:pt x="2529318" y="619348"/>
                  </a:lnTo>
                  <a:lnTo>
                    <a:pt x="2529505" y="610941"/>
                  </a:lnTo>
                  <a:lnTo>
                    <a:pt x="2529691" y="602834"/>
                  </a:lnTo>
                  <a:lnTo>
                    <a:pt x="2529878" y="594086"/>
                  </a:lnTo>
                  <a:lnTo>
                    <a:pt x="2530065" y="585611"/>
                  </a:lnTo>
                  <a:lnTo>
                    <a:pt x="2530252" y="576892"/>
                  </a:lnTo>
                  <a:lnTo>
                    <a:pt x="2530439" y="569792"/>
                  </a:lnTo>
                  <a:lnTo>
                    <a:pt x="2530626" y="564534"/>
                  </a:lnTo>
                  <a:lnTo>
                    <a:pt x="2530813" y="560071"/>
                  </a:lnTo>
                  <a:lnTo>
                    <a:pt x="2531000" y="558140"/>
                  </a:lnTo>
                  <a:lnTo>
                    <a:pt x="2531187" y="556564"/>
                  </a:lnTo>
                  <a:lnTo>
                    <a:pt x="2531374" y="555276"/>
                  </a:lnTo>
                  <a:lnTo>
                    <a:pt x="2531561" y="553849"/>
                  </a:lnTo>
                  <a:lnTo>
                    <a:pt x="2531748" y="554039"/>
                  </a:lnTo>
                  <a:lnTo>
                    <a:pt x="2531935" y="555252"/>
                  </a:lnTo>
                  <a:lnTo>
                    <a:pt x="2532121" y="558024"/>
                  </a:lnTo>
                  <a:lnTo>
                    <a:pt x="2532308" y="562992"/>
                  </a:lnTo>
                  <a:lnTo>
                    <a:pt x="2532495" y="567055"/>
                  </a:lnTo>
                  <a:lnTo>
                    <a:pt x="2532682" y="573362"/>
                  </a:lnTo>
                  <a:lnTo>
                    <a:pt x="2532869" y="580594"/>
                  </a:lnTo>
                  <a:lnTo>
                    <a:pt x="2533056" y="588612"/>
                  </a:lnTo>
                  <a:lnTo>
                    <a:pt x="2533243" y="596642"/>
                  </a:lnTo>
                  <a:lnTo>
                    <a:pt x="2533430" y="605137"/>
                  </a:lnTo>
                  <a:lnTo>
                    <a:pt x="2533617" y="614041"/>
                  </a:lnTo>
                  <a:lnTo>
                    <a:pt x="2533804" y="623432"/>
                  </a:lnTo>
                  <a:lnTo>
                    <a:pt x="2533991" y="632658"/>
                  </a:lnTo>
                  <a:lnTo>
                    <a:pt x="2534178" y="641597"/>
                  </a:lnTo>
                  <a:lnTo>
                    <a:pt x="2534365" y="651019"/>
                  </a:lnTo>
                  <a:lnTo>
                    <a:pt x="2534551" y="660036"/>
                  </a:lnTo>
                  <a:lnTo>
                    <a:pt x="2534738" y="669181"/>
                  </a:lnTo>
                  <a:lnTo>
                    <a:pt x="2534925" y="675060"/>
                  </a:lnTo>
                  <a:lnTo>
                    <a:pt x="2535112" y="678038"/>
                  </a:lnTo>
                  <a:lnTo>
                    <a:pt x="2535299" y="678645"/>
                  </a:lnTo>
                  <a:lnTo>
                    <a:pt x="2535486" y="677425"/>
                  </a:lnTo>
                  <a:lnTo>
                    <a:pt x="2535673" y="677353"/>
                  </a:lnTo>
                  <a:lnTo>
                    <a:pt x="2535860" y="676722"/>
                  </a:lnTo>
                  <a:lnTo>
                    <a:pt x="2536047" y="675847"/>
                  </a:lnTo>
                  <a:lnTo>
                    <a:pt x="2536234" y="674067"/>
                  </a:lnTo>
                  <a:lnTo>
                    <a:pt x="2536421" y="671900"/>
                  </a:lnTo>
                  <a:lnTo>
                    <a:pt x="2536608" y="669436"/>
                  </a:lnTo>
                  <a:lnTo>
                    <a:pt x="2536794" y="666735"/>
                  </a:lnTo>
                  <a:lnTo>
                    <a:pt x="2536981" y="666110"/>
                  </a:lnTo>
                  <a:lnTo>
                    <a:pt x="2537168" y="665393"/>
                  </a:lnTo>
                  <a:lnTo>
                    <a:pt x="2537355" y="663558"/>
                  </a:lnTo>
                  <a:lnTo>
                    <a:pt x="2537542" y="660808"/>
                  </a:lnTo>
                  <a:lnTo>
                    <a:pt x="2537729" y="657552"/>
                  </a:lnTo>
                  <a:lnTo>
                    <a:pt x="2537916" y="654827"/>
                  </a:lnTo>
                  <a:lnTo>
                    <a:pt x="2538103" y="654033"/>
                  </a:lnTo>
                  <a:lnTo>
                    <a:pt x="2538290" y="655086"/>
                  </a:lnTo>
                  <a:lnTo>
                    <a:pt x="2538477" y="658345"/>
                  </a:lnTo>
                  <a:lnTo>
                    <a:pt x="2538664" y="662404"/>
                  </a:lnTo>
                  <a:lnTo>
                    <a:pt x="2538851" y="667430"/>
                  </a:lnTo>
                  <a:lnTo>
                    <a:pt x="2539038" y="671807"/>
                  </a:lnTo>
                  <a:lnTo>
                    <a:pt x="2539224" y="676527"/>
                  </a:lnTo>
                  <a:lnTo>
                    <a:pt x="2539411" y="680650"/>
                  </a:lnTo>
                  <a:lnTo>
                    <a:pt x="2539598" y="684792"/>
                  </a:lnTo>
                  <a:lnTo>
                    <a:pt x="2539785" y="687739"/>
                  </a:lnTo>
                  <a:lnTo>
                    <a:pt x="2539972" y="690764"/>
                  </a:lnTo>
                  <a:lnTo>
                    <a:pt x="2540159" y="694289"/>
                  </a:lnTo>
                  <a:lnTo>
                    <a:pt x="2540346" y="697371"/>
                  </a:lnTo>
                  <a:lnTo>
                    <a:pt x="2540533" y="700654"/>
                  </a:lnTo>
                  <a:lnTo>
                    <a:pt x="2540720" y="703296"/>
                  </a:lnTo>
                  <a:lnTo>
                    <a:pt x="2540907" y="706396"/>
                  </a:lnTo>
                  <a:lnTo>
                    <a:pt x="2541094" y="709038"/>
                  </a:lnTo>
                  <a:lnTo>
                    <a:pt x="2541281" y="711544"/>
                  </a:lnTo>
                  <a:lnTo>
                    <a:pt x="2541467" y="713939"/>
                  </a:lnTo>
                  <a:lnTo>
                    <a:pt x="2541654" y="716669"/>
                  </a:lnTo>
                  <a:lnTo>
                    <a:pt x="2541841" y="719864"/>
                  </a:lnTo>
                  <a:lnTo>
                    <a:pt x="2542028" y="722835"/>
                  </a:lnTo>
                  <a:lnTo>
                    <a:pt x="2542215" y="725646"/>
                  </a:lnTo>
                  <a:lnTo>
                    <a:pt x="2542402" y="729399"/>
                  </a:lnTo>
                  <a:lnTo>
                    <a:pt x="2542589" y="733078"/>
                  </a:lnTo>
                  <a:lnTo>
                    <a:pt x="2542776" y="735977"/>
                  </a:lnTo>
                  <a:lnTo>
                    <a:pt x="2542963" y="738420"/>
                  </a:lnTo>
                  <a:lnTo>
                    <a:pt x="2543150" y="741068"/>
                  </a:lnTo>
                  <a:lnTo>
                    <a:pt x="2543337" y="743688"/>
                  </a:lnTo>
                  <a:lnTo>
                    <a:pt x="2543524" y="746506"/>
                  </a:lnTo>
                  <a:lnTo>
                    <a:pt x="2543711" y="749151"/>
                  </a:lnTo>
                  <a:lnTo>
                    <a:pt x="2543897" y="752711"/>
                  </a:lnTo>
                  <a:lnTo>
                    <a:pt x="2544084" y="757035"/>
                  </a:lnTo>
                  <a:lnTo>
                    <a:pt x="2544271" y="760056"/>
                  </a:lnTo>
                  <a:lnTo>
                    <a:pt x="2544458" y="762712"/>
                  </a:lnTo>
                  <a:lnTo>
                    <a:pt x="2544645" y="765155"/>
                  </a:lnTo>
                  <a:lnTo>
                    <a:pt x="2544832" y="766580"/>
                  </a:lnTo>
                  <a:lnTo>
                    <a:pt x="2545019" y="767169"/>
                  </a:lnTo>
                  <a:lnTo>
                    <a:pt x="2545206" y="766732"/>
                  </a:lnTo>
                  <a:lnTo>
                    <a:pt x="2545393" y="766222"/>
                  </a:lnTo>
                  <a:lnTo>
                    <a:pt x="2545580" y="766026"/>
                  </a:lnTo>
                  <a:lnTo>
                    <a:pt x="2545767" y="765981"/>
                  </a:lnTo>
                  <a:lnTo>
                    <a:pt x="2545954" y="766026"/>
                  </a:lnTo>
                  <a:lnTo>
                    <a:pt x="2546141" y="766184"/>
                  </a:lnTo>
                  <a:lnTo>
                    <a:pt x="2546327" y="765732"/>
                  </a:lnTo>
                  <a:lnTo>
                    <a:pt x="2546514" y="765408"/>
                  </a:lnTo>
                  <a:lnTo>
                    <a:pt x="2546701" y="765502"/>
                  </a:lnTo>
                  <a:lnTo>
                    <a:pt x="2546888" y="763673"/>
                  </a:lnTo>
                  <a:lnTo>
                    <a:pt x="2547075" y="760952"/>
                  </a:lnTo>
                  <a:lnTo>
                    <a:pt x="2547262" y="756192"/>
                  </a:lnTo>
                  <a:lnTo>
                    <a:pt x="2547449" y="752203"/>
                  </a:lnTo>
                  <a:lnTo>
                    <a:pt x="2547636" y="749323"/>
                  </a:lnTo>
                  <a:lnTo>
                    <a:pt x="2547823" y="746883"/>
                  </a:lnTo>
                  <a:lnTo>
                    <a:pt x="2548010" y="744941"/>
                  </a:lnTo>
                  <a:lnTo>
                    <a:pt x="2548197" y="743463"/>
                  </a:lnTo>
                  <a:lnTo>
                    <a:pt x="2548384" y="740843"/>
                  </a:lnTo>
                  <a:lnTo>
                    <a:pt x="2548570" y="738972"/>
                  </a:lnTo>
                  <a:lnTo>
                    <a:pt x="2548757" y="737103"/>
                  </a:lnTo>
                  <a:lnTo>
                    <a:pt x="2548944" y="733049"/>
                  </a:lnTo>
                  <a:lnTo>
                    <a:pt x="2549131" y="729592"/>
                  </a:lnTo>
                  <a:lnTo>
                    <a:pt x="2549318" y="726740"/>
                  </a:lnTo>
                  <a:lnTo>
                    <a:pt x="2549505" y="724258"/>
                  </a:lnTo>
                  <a:lnTo>
                    <a:pt x="2549692" y="722845"/>
                  </a:lnTo>
                  <a:lnTo>
                    <a:pt x="2549879" y="722530"/>
                  </a:lnTo>
                  <a:lnTo>
                    <a:pt x="2550066" y="723594"/>
                  </a:lnTo>
                  <a:lnTo>
                    <a:pt x="2550253" y="725940"/>
                  </a:lnTo>
                  <a:lnTo>
                    <a:pt x="2550440" y="728434"/>
                  </a:lnTo>
                  <a:lnTo>
                    <a:pt x="2550627" y="731233"/>
                  </a:lnTo>
                  <a:lnTo>
                    <a:pt x="2550814" y="734443"/>
                  </a:lnTo>
                  <a:lnTo>
                    <a:pt x="2551000" y="738205"/>
                  </a:lnTo>
                  <a:lnTo>
                    <a:pt x="2551187" y="741886"/>
                  </a:lnTo>
                  <a:lnTo>
                    <a:pt x="2551374" y="745430"/>
                  </a:lnTo>
                  <a:lnTo>
                    <a:pt x="2551561" y="750041"/>
                  </a:lnTo>
                  <a:lnTo>
                    <a:pt x="2551748" y="755267"/>
                  </a:lnTo>
                  <a:lnTo>
                    <a:pt x="2551935" y="761104"/>
                  </a:lnTo>
                  <a:lnTo>
                    <a:pt x="2552122" y="766693"/>
                  </a:lnTo>
                  <a:lnTo>
                    <a:pt x="2552309" y="772920"/>
                  </a:lnTo>
                  <a:lnTo>
                    <a:pt x="2552496" y="781098"/>
                  </a:lnTo>
                  <a:lnTo>
                    <a:pt x="2552683" y="792019"/>
                  </a:lnTo>
                  <a:lnTo>
                    <a:pt x="2552870" y="803830"/>
                  </a:lnTo>
                  <a:lnTo>
                    <a:pt x="2553057" y="819649"/>
                  </a:lnTo>
                  <a:lnTo>
                    <a:pt x="2553244" y="834717"/>
                  </a:lnTo>
                  <a:lnTo>
                    <a:pt x="2553430" y="849050"/>
                  </a:lnTo>
                  <a:lnTo>
                    <a:pt x="2553617" y="863491"/>
                  </a:lnTo>
                  <a:lnTo>
                    <a:pt x="2553804" y="877717"/>
                  </a:lnTo>
                  <a:lnTo>
                    <a:pt x="2553991" y="891918"/>
                  </a:lnTo>
                  <a:lnTo>
                    <a:pt x="2554178" y="906111"/>
                  </a:lnTo>
                  <a:lnTo>
                    <a:pt x="2554365" y="919611"/>
                  </a:lnTo>
                  <a:lnTo>
                    <a:pt x="2554552" y="931783"/>
                  </a:lnTo>
                  <a:lnTo>
                    <a:pt x="2554739" y="942073"/>
                  </a:lnTo>
                  <a:lnTo>
                    <a:pt x="2554926" y="950630"/>
                  </a:lnTo>
                  <a:lnTo>
                    <a:pt x="2555113" y="957991"/>
                  </a:lnTo>
                  <a:lnTo>
                    <a:pt x="2555300" y="965549"/>
                  </a:lnTo>
                  <a:lnTo>
                    <a:pt x="2555487" y="973430"/>
                  </a:lnTo>
                  <a:lnTo>
                    <a:pt x="2555673" y="982037"/>
                  </a:lnTo>
                  <a:lnTo>
                    <a:pt x="2555860" y="991584"/>
                  </a:lnTo>
                  <a:lnTo>
                    <a:pt x="2556047" y="1001082"/>
                  </a:lnTo>
                  <a:lnTo>
                    <a:pt x="2556234" y="1009821"/>
                  </a:lnTo>
                  <a:lnTo>
                    <a:pt x="2556421" y="1016373"/>
                  </a:lnTo>
                  <a:lnTo>
                    <a:pt x="2556608" y="1021645"/>
                  </a:lnTo>
                  <a:lnTo>
                    <a:pt x="2556795" y="1025367"/>
                  </a:lnTo>
                  <a:lnTo>
                    <a:pt x="2556982" y="1028338"/>
                  </a:lnTo>
                  <a:lnTo>
                    <a:pt x="2557169" y="1031911"/>
                  </a:lnTo>
                  <a:lnTo>
                    <a:pt x="2557356" y="1036565"/>
                  </a:lnTo>
                  <a:lnTo>
                    <a:pt x="2557543" y="1041772"/>
                  </a:lnTo>
                  <a:lnTo>
                    <a:pt x="2557730" y="1046772"/>
                  </a:lnTo>
                  <a:lnTo>
                    <a:pt x="2557917" y="1051080"/>
                  </a:lnTo>
                  <a:lnTo>
                    <a:pt x="2558103" y="1053432"/>
                  </a:lnTo>
                  <a:lnTo>
                    <a:pt x="2558290" y="1053943"/>
                  </a:lnTo>
                  <a:lnTo>
                    <a:pt x="2558477" y="1052697"/>
                  </a:lnTo>
                  <a:lnTo>
                    <a:pt x="2558664" y="1049702"/>
                  </a:lnTo>
                  <a:lnTo>
                    <a:pt x="2558851" y="1046533"/>
                  </a:lnTo>
                  <a:lnTo>
                    <a:pt x="2559038" y="1043620"/>
                  </a:lnTo>
                  <a:lnTo>
                    <a:pt x="2559225" y="1041788"/>
                  </a:lnTo>
                  <a:lnTo>
                    <a:pt x="2559412" y="1041260"/>
                  </a:lnTo>
                  <a:lnTo>
                    <a:pt x="2559599" y="1041813"/>
                  </a:lnTo>
                  <a:lnTo>
                    <a:pt x="2559786" y="1042349"/>
                  </a:lnTo>
                  <a:lnTo>
                    <a:pt x="2559973" y="1042085"/>
                  </a:lnTo>
                  <a:lnTo>
                    <a:pt x="2560160" y="1040847"/>
                  </a:lnTo>
                  <a:lnTo>
                    <a:pt x="2560346" y="1038801"/>
                  </a:lnTo>
                  <a:lnTo>
                    <a:pt x="2560533" y="1037704"/>
                  </a:lnTo>
                  <a:lnTo>
                    <a:pt x="2560720" y="1037043"/>
                  </a:lnTo>
                  <a:lnTo>
                    <a:pt x="2560907" y="1037481"/>
                  </a:lnTo>
                  <a:lnTo>
                    <a:pt x="2561094" y="1038281"/>
                  </a:lnTo>
                  <a:lnTo>
                    <a:pt x="2561281" y="1040914"/>
                  </a:lnTo>
                  <a:lnTo>
                    <a:pt x="2561468" y="1043725"/>
                  </a:lnTo>
                  <a:lnTo>
                    <a:pt x="2561655" y="1045070"/>
                  </a:lnTo>
                  <a:lnTo>
                    <a:pt x="2561842" y="1046072"/>
                  </a:lnTo>
                  <a:lnTo>
                    <a:pt x="2562029" y="1047078"/>
                  </a:lnTo>
                  <a:lnTo>
                    <a:pt x="2562216" y="1046731"/>
                  </a:lnTo>
                  <a:lnTo>
                    <a:pt x="2562403" y="1045603"/>
                  </a:lnTo>
                  <a:lnTo>
                    <a:pt x="2562590" y="1044969"/>
                  </a:lnTo>
                  <a:lnTo>
                    <a:pt x="2562776" y="1042506"/>
                  </a:lnTo>
                  <a:lnTo>
                    <a:pt x="2562963" y="1041665"/>
                  </a:lnTo>
                  <a:lnTo>
                    <a:pt x="2563150" y="1041197"/>
                  </a:lnTo>
                  <a:lnTo>
                    <a:pt x="2563337" y="1039902"/>
                  </a:lnTo>
                  <a:lnTo>
                    <a:pt x="2563524" y="1038705"/>
                  </a:lnTo>
                  <a:lnTo>
                    <a:pt x="2563711" y="1037636"/>
                  </a:lnTo>
                  <a:lnTo>
                    <a:pt x="2563898" y="1036940"/>
                  </a:lnTo>
                  <a:lnTo>
                    <a:pt x="2564085" y="1037436"/>
                  </a:lnTo>
                  <a:lnTo>
                    <a:pt x="2564272" y="1037163"/>
                  </a:lnTo>
                  <a:lnTo>
                    <a:pt x="2564459" y="1037627"/>
                  </a:lnTo>
                  <a:lnTo>
                    <a:pt x="2564646" y="1038316"/>
                  </a:lnTo>
                  <a:lnTo>
                    <a:pt x="2564833" y="1039015"/>
                  </a:lnTo>
                  <a:lnTo>
                    <a:pt x="2565020" y="1040966"/>
                  </a:lnTo>
                  <a:lnTo>
                    <a:pt x="2565206" y="1042982"/>
                  </a:lnTo>
                  <a:lnTo>
                    <a:pt x="2565393" y="1047028"/>
                  </a:lnTo>
                  <a:lnTo>
                    <a:pt x="2565580" y="1049313"/>
                  </a:lnTo>
                  <a:lnTo>
                    <a:pt x="2565767" y="1051948"/>
                  </a:lnTo>
                  <a:lnTo>
                    <a:pt x="2565954" y="1058045"/>
                  </a:lnTo>
                  <a:lnTo>
                    <a:pt x="2566141" y="1062913"/>
                  </a:lnTo>
                  <a:lnTo>
                    <a:pt x="2566328" y="1068483"/>
                  </a:lnTo>
                  <a:lnTo>
                    <a:pt x="2566515" y="1073624"/>
                  </a:lnTo>
                  <a:lnTo>
                    <a:pt x="2566702" y="1077857"/>
                  </a:lnTo>
                  <a:lnTo>
                    <a:pt x="2566889" y="1080944"/>
                  </a:lnTo>
                  <a:lnTo>
                    <a:pt x="2567076" y="1083444"/>
                  </a:lnTo>
                  <a:lnTo>
                    <a:pt x="2567263" y="1086959"/>
                  </a:lnTo>
                  <a:lnTo>
                    <a:pt x="2567449" y="1090838"/>
                  </a:lnTo>
                  <a:lnTo>
                    <a:pt x="2567636" y="1095450"/>
                  </a:lnTo>
                  <a:lnTo>
                    <a:pt x="2567823" y="1099139"/>
                  </a:lnTo>
                  <a:lnTo>
                    <a:pt x="2568010" y="1102547"/>
                  </a:lnTo>
                  <a:lnTo>
                    <a:pt x="2568197" y="1106442"/>
                  </a:lnTo>
                  <a:lnTo>
                    <a:pt x="2568384" y="1110048"/>
                  </a:lnTo>
                  <a:lnTo>
                    <a:pt x="2568571" y="1113728"/>
                  </a:lnTo>
                  <a:lnTo>
                    <a:pt x="2568758" y="1117359"/>
                  </a:lnTo>
                  <a:lnTo>
                    <a:pt x="2568945" y="1120561"/>
                  </a:lnTo>
                  <a:lnTo>
                    <a:pt x="2569132" y="1123333"/>
                  </a:lnTo>
                  <a:lnTo>
                    <a:pt x="2569319" y="1125982"/>
                  </a:lnTo>
                  <a:lnTo>
                    <a:pt x="2569506" y="1128309"/>
                  </a:lnTo>
                  <a:lnTo>
                    <a:pt x="2569693" y="1129481"/>
                  </a:lnTo>
                  <a:lnTo>
                    <a:pt x="2569879" y="1130435"/>
                  </a:lnTo>
                  <a:lnTo>
                    <a:pt x="2570066" y="1130092"/>
                  </a:lnTo>
                  <a:lnTo>
                    <a:pt x="2570253" y="1129046"/>
                  </a:lnTo>
                  <a:lnTo>
                    <a:pt x="2570440" y="1127017"/>
                  </a:lnTo>
                  <a:lnTo>
                    <a:pt x="2570627" y="1125158"/>
                  </a:lnTo>
                  <a:lnTo>
                    <a:pt x="2570814" y="1123352"/>
                  </a:lnTo>
                  <a:lnTo>
                    <a:pt x="2571001" y="1121363"/>
                  </a:lnTo>
                  <a:lnTo>
                    <a:pt x="2571188" y="1119188"/>
                  </a:lnTo>
                  <a:lnTo>
                    <a:pt x="2571375" y="1117374"/>
                  </a:lnTo>
                  <a:lnTo>
                    <a:pt x="2571562" y="1115522"/>
                  </a:lnTo>
                  <a:lnTo>
                    <a:pt x="2571749" y="1112556"/>
                  </a:lnTo>
                  <a:lnTo>
                    <a:pt x="2571936" y="1108691"/>
                  </a:lnTo>
                  <a:lnTo>
                    <a:pt x="2572122" y="1105155"/>
                  </a:lnTo>
                  <a:lnTo>
                    <a:pt x="2572309" y="1102412"/>
                  </a:lnTo>
                  <a:lnTo>
                    <a:pt x="2572496" y="1100898"/>
                  </a:lnTo>
                  <a:lnTo>
                    <a:pt x="2572683" y="1100918"/>
                  </a:lnTo>
                  <a:lnTo>
                    <a:pt x="2572870" y="1102574"/>
                  </a:lnTo>
                  <a:lnTo>
                    <a:pt x="2573057" y="1103465"/>
                  </a:lnTo>
                  <a:lnTo>
                    <a:pt x="2573244" y="1103613"/>
                  </a:lnTo>
                  <a:lnTo>
                    <a:pt x="2573431" y="1104329"/>
                  </a:lnTo>
                  <a:lnTo>
                    <a:pt x="2573618" y="1106240"/>
                  </a:lnTo>
                  <a:lnTo>
                    <a:pt x="2573805" y="1109052"/>
                  </a:lnTo>
                  <a:lnTo>
                    <a:pt x="2573992" y="1112977"/>
                  </a:lnTo>
                  <a:lnTo>
                    <a:pt x="2574179" y="1117390"/>
                  </a:lnTo>
                  <a:lnTo>
                    <a:pt x="2574366" y="1121282"/>
                  </a:lnTo>
                  <a:lnTo>
                    <a:pt x="2574552" y="1126590"/>
                  </a:lnTo>
                  <a:lnTo>
                    <a:pt x="2574739" y="1134028"/>
                  </a:lnTo>
                  <a:lnTo>
                    <a:pt x="2574926" y="1142137"/>
                  </a:lnTo>
                  <a:lnTo>
                    <a:pt x="2575113" y="1151139"/>
                  </a:lnTo>
                  <a:lnTo>
                    <a:pt x="2575300" y="1160712"/>
                  </a:lnTo>
                  <a:lnTo>
                    <a:pt x="2575487" y="1168719"/>
                  </a:lnTo>
                  <a:lnTo>
                    <a:pt x="2575674" y="1175541"/>
                  </a:lnTo>
                  <a:lnTo>
                    <a:pt x="2575861" y="1181677"/>
                  </a:lnTo>
                  <a:lnTo>
                    <a:pt x="2576048" y="1186801"/>
                  </a:lnTo>
                  <a:lnTo>
                    <a:pt x="2576235" y="1190519"/>
                  </a:lnTo>
                  <a:lnTo>
                    <a:pt x="2576422" y="1193241"/>
                  </a:lnTo>
                  <a:lnTo>
                    <a:pt x="2576609" y="1195597"/>
                  </a:lnTo>
                  <a:lnTo>
                    <a:pt x="2576796" y="1197670"/>
                  </a:lnTo>
                  <a:lnTo>
                    <a:pt x="2576982" y="1198887"/>
                  </a:lnTo>
                  <a:lnTo>
                    <a:pt x="2577169" y="1199626"/>
                  </a:lnTo>
                  <a:lnTo>
                    <a:pt x="2577356" y="1199978"/>
                  </a:lnTo>
                  <a:lnTo>
                    <a:pt x="2577543" y="1199662"/>
                  </a:lnTo>
                  <a:lnTo>
                    <a:pt x="2577730" y="1199372"/>
                  </a:lnTo>
                  <a:lnTo>
                    <a:pt x="2577917" y="1198449"/>
                  </a:lnTo>
                  <a:lnTo>
                    <a:pt x="2578104" y="1197669"/>
                  </a:lnTo>
                  <a:lnTo>
                    <a:pt x="2578291" y="1196789"/>
                  </a:lnTo>
                  <a:lnTo>
                    <a:pt x="2578478" y="1196250"/>
                  </a:lnTo>
                  <a:lnTo>
                    <a:pt x="2578665" y="1195332"/>
                  </a:lnTo>
                  <a:lnTo>
                    <a:pt x="2578852" y="1194088"/>
                  </a:lnTo>
                  <a:lnTo>
                    <a:pt x="2579039" y="1189887"/>
                  </a:lnTo>
                  <a:lnTo>
                    <a:pt x="2579225" y="1185526"/>
                  </a:lnTo>
                  <a:lnTo>
                    <a:pt x="2579412" y="1180322"/>
                  </a:lnTo>
                  <a:lnTo>
                    <a:pt x="2579599" y="1175586"/>
                  </a:lnTo>
                  <a:lnTo>
                    <a:pt x="2579786" y="1171636"/>
                  </a:lnTo>
                  <a:lnTo>
                    <a:pt x="2579973" y="1168521"/>
                  </a:lnTo>
                  <a:lnTo>
                    <a:pt x="2580160" y="1165992"/>
                  </a:lnTo>
                  <a:lnTo>
                    <a:pt x="2580347" y="1164020"/>
                  </a:lnTo>
                  <a:lnTo>
                    <a:pt x="2580534" y="1161176"/>
                  </a:lnTo>
                  <a:lnTo>
                    <a:pt x="2580721" y="1159683"/>
                  </a:lnTo>
                  <a:lnTo>
                    <a:pt x="2580908" y="1158636"/>
                  </a:lnTo>
                  <a:lnTo>
                    <a:pt x="2581095" y="1157481"/>
                  </a:lnTo>
                  <a:lnTo>
                    <a:pt x="2581282" y="1156246"/>
                  </a:lnTo>
                  <a:lnTo>
                    <a:pt x="2581469" y="1155596"/>
                  </a:lnTo>
                  <a:lnTo>
                    <a:pt x="2581655" y="1155258"/>
                  </a:lnTo>
                  <a:lnTo>
                    <a:pt x="2581842" y="1155038"/>
                  </a:lnTo>
                  <a:lnTo>
                    <a:pt x="2582029" y="1155201"/>
                  </a:lnTo>
                  <a:lnTo>
                    <a:pt x="2582216" y="1156262"/>
                  </a:lnTo>
                  <a:lnTo>
                    <a:pt x="2582403" y="1157659"/>
                  </a:lnTo>
                  <a:lnTo>
                    <a:pt x="2582590" y="1159025"/>
                  </a:lnTo>
                  <a:lnTo>
                    <a:pt x="2582777" y="1159856"/>
                  </a:lnTo>
                  <a:lnTo>
                    <a:pt x="2582964" y="1160547"/>
                  </a:lnTo>
                  <a:lnTo>
                    <a:pt x="2583151" y="1161285"/>
                  </a:lnTo>
                  <a:lnTo>
                    <a:pt x="2583338" y="1162295"/>
                  </a:lnTo>
                  <a:lnTo>
                    <a:pt x="2583525" y="1163072"/>
                  </a:lnTo>
                  <a:lnTo>
                    <a:pt x="2583712" y="1164638"/>
                  </a:lnTo>
                  <a:lnTo>
                    <a:pt x="2583899" y="1166315"/>
                  </a:lnTo>
                  <a:lnTo>
                    <a:pt x="2584085" y="1167187"/>
                  </a:lnTo>
                  <a:lnTo>
                    <a:pt x="2584272" y="1168610"/>
                  </a:lnTo>
                  <a:lnTo>
                    <a:pt x="2584459" y="1171079"/>
                  </a:lnTo>
                  <a:lnTo>
                    <a:pt x="2584646" y="1175566"/>
                  </a:lnTo>
                  <a:lnTo>
                    <a:pt x="2584833" y="1178756"/>
                  </a:lnTo>
                  <a:lnTo>
                    <a:pt x="2585020" y="1181354"/>
                  </a:lnTo>
                  <a:lnTo>
                    <a:pt x="2585207" y="1183744"/>
                  </a:lnTo>
                  <a:lnTo>
                    <a:pt x="2585394" y="1186682"/>
                  </a:lnTo>
                  <a:lnTo>
                    <a:pt x="2585581" y="1189371"/>
                  </a:lnTo>
                  <a:lnTo>
                    <a:pt x="2585768" y="1193945"/>
                  </a:lnTo>
                  <a:lnTo>
                    <a:pt x="2585955" y="1197405"/>
                  </a:lnTo>
                  <a:lnTo>
                    <a:pt x="2586142" y="1200294"/>
                  </a:lnTo>
                  <a:lnTo>
                    <a:pt x="2586328" y="1202200"/>
                  </a:lnTo>
                  <a:lnTo>
                    <a:pt x="2586515" y="1204527"/>
                  </a:lnTo>
                  <a:lnTo>
                    <a:pt x="2586702" y="1206697"/>
                  </a:lnTo>
                  <a:lnTo>
                    <a:pt x="2586889" y="1208017"/>
                  </a:lnTo>
                  <a:lnTo>
                    <a:pt x="2587076" y="1208215"/>
                  </a:lnTo>
                  <a:lnTo>
                    <a:pt x="2587263" y="1207044"/>
                  </a:lnTo>
                  <a:lnTo>
                    <a:pt x="2587450" y="1204081"/>
                  </a:lnTo>
                  <a:lnTo>
                    <a:pt x="2587637" y="1199567"/>
                  </a:lnTo>
                  <a:lnTo>
                    <a:pt x="2587824" y="1192578"/>
                  </a:lnTo>
                  <a:lnTo>
                    <a:pt x="2588011" y="1187903"/>
                  </a:lnTo>
                  <a:lnTo>
                    <a:pt x="2588198" y="1182039"/>
                  </a:lnTo>
                  <a:lnTo>
                    <a:pt x="2588385" y="1177715"/>
                  </a:lnTo>
                  <a:lnTo>
                    <a:pt x="2588572" y="1173206"/>
                  </a:lnTo>
                  <a:lnTo>
                    <a:pt x="2588758" y="1169668"/>
                  </a:lnTo>
                  <a:lnTo>
                    <a:pt x="2588945" y="1165178"/>
                  </a:lnTo>
                  <a:lnTo>
                    <a:pt x="2589132" y="1160859"/>
                  </a:lnTo>
                  <a:lnTo>
                    <a:pt x="2589319" y="1156069"/>
                  </a:lnTo>
                  <a:lnTo>
                    <a:pt x="2589506" y="1150535"/>
                  </a:lnTo>
                  <a:lnTo>
                    <a:pt x="2589693" y="1144379"/>
                  </a:lnTo>
                  <a:lnTo>
                    <a:pt x="2589880" y="1138054"/>
                  </a:lnTo>
                  <a:lnTo>
                    <a:pt x="2590067" y="1131502"/>
                  </a:lnTo>
                  <a:lnTo>
                    <a:pt x="2590254" y="1124700"/>
                  </a:lnTo>
                  <a:lnTo>
                    <a:pt x="2590441" y="1117888"/>
                  </a:lnTo>
                  <a:lnTo>
                    <a:pt x="2590628" y="1111717"/>
                  </a:lnTo>
                  <a:lnTo>
                    <a:pt x="2590815" y="1105014"/>
                  </a:lnTo>
                  <a:lnTo>
                    <a:pt x="2591001" y="1099238"/>
                  </a:lnTo>
                  <a:lnTo>
                    <a:pt x="2591188" y="1093389"/>
                  </a:lnTo>
                  <a:lnTo>
                    <a:pt x="2591375" y="1087510"/>
                  </a:lnTo>
                  <a:lnTo>
                    <a:pt x="2591562" y="1081217"/>
                  </a:lnTo>
                  <a:lnTo>
                    <a:pt x="2591749" y="1074909"/>
                  </a:lnTo>
                  <a:lnTo>
                    <a:pt x="2591936" y="1068479"/>
                  </a:lnTo>
                  <a:lnTo>
                    <a:pt x="2592123" y="1063232"/>
                  </a:lnTo>
                  <a:lnTo>
                    <a:pt x="2592310" y="1059123"/>
                  </a:lnTo>
                  <a:lnTo>
                    <a:pt x="2592497" y="1056465"/>
                  </a:lnTo>
                  <a:lnTo>
                    <a:pt x="2592684" y="1054645"/>
                  </a:lnTo>
                  <a:lnTo>
                    <a:pt x="2592871" y="1052958"/>
                  </a:lnTo>
                  <a:lnTo>
                    <a:pt x="2593058" y="1050244"/>
                  </a:lnTo>
                  <a:lnTo>
                    <a:pt x="2593245" y="1047608"/>
                  </a:lnTo>
                  <a:lnTo>
                    <a:pt x="2593431" y="1045429"/>
                  </a:lnTo>
                  <a:lnTo>
                    <a:pt x="2593618" y="1043795"/>
                  </a:lnTo>
                  <a:lnTo>
                    <a:pt x="2593805" y="1041840"/>
                  </a:lnTo>
                  <a:lnTo>
                    <a:pt x="2593992" y="1040292"/>
                  </a:lnTo>
                  <a:lnTo>
                    <a:pt x="2594179" y="1037437"/>
                  </a:lnTo>
                  <a:lnTo>
                    <a:pt x="2594366" y="1034681"/>
                  </a:lnTo>
                  <a:lnTo>
                    <a:pt x="2594553" y="1031389"/>
                  </a:lnTo>
                  <a:lnTo>
                    <a:pt x="2594740" y="1027989"/>
                  </a:lnTo>
                  <a:lnTo>
                    <a:pt x="2594927" y="1024102"/>
                  </a:lnTo>
                  <a:lnTo>
                    <a:pt x="2595114" y="1020471"/>
                  </a:lnTo>
                  <a:lnTo>
                    <a:pt x="2595301" y="1016519"/>
                  </a:lnTo>
                  <a:lnTo>
                    <a:pt x="2595488" y="1011691"/>
                  </a:lnTo>
                  <a:lnTo>
                    <a:pt x="2595675" y="1006435"/>
                  </a:lnTo>
                  <a:lnTo>
                    <a:pt x="2595861" y="1001129"/>
                  </a:lnTo>
                  <a:lnTo>
                    <a:pt x="2596048" y="995411"/>
                  </a:lnTo>
                  <a:lnTo>
                    <a:pt x="2596235" y="989337"/>
                  </a:lnTo>
                  <a:lnTo>
                    <a:pt x="2596422" y="982117"/>
                  </a:lnTo>
                  <a:lnTo>
                    <a:pt x="2596609" y="972916"/>
                  </a:lnTo>
                  <a:lnTo>
                    <a:pt x="2596796" y="962898"/>
                  </a:lnTo>
                  <a:lnTo>
                    <a:pt x="2596983" y="951569"/>
                  </a:lnTo>
                  <a:lnTo>
                    <a:pt x="2597170" y="939067"/>
                  </a:lnTo>
                  <a:lnTo>
                    <a:pt x="2597357" y="926079"/>
                  </a:lnTo>
                  <a:lnTo>
                    <a:pt x="2597544" y="912686"/>
                  </a:lnTo>
                  <a:lnTo>
                    <a:pt x="2597731" y="900044"/>
                  </a:lnTo>
                  <a:lnTo>
                    <a:pt x="2597918" y="887369"/>
                  </a:lnTo>
                  <a:lnTo>
                    <a:pt x="2598104" y="874810"/>
                  </a:lnTo>
                  <a:lnTo>
                    <a:pt x="2598291" y="862350"/>
                  </a:lnTo>
                  <a:lnTo>
                    <a:pt x="2598478" y="850327"/>
                  </a:lnTo>
                  <a:lnTo>
                    <a:pt x="2598665" y="836884"/>
                  </a:lnTo>
                  <a:lnTo>
                    <a:pt x="2598852" y="823807"/>
                  </a:lnTo>
                  <a:lnTo>
                    <a:pt x="2599039" y="811728"/>
                  </a:lnTo>
                  <a:lnTo>
                    <a:pt x="2599226" y="800187"/>
                  </a:lnTo>
                  <a:lnTo>
                    <a:pt x="2599413" y="789569"/>
                  </a:lnTo>
                  <a:lnTo>
                    <a:pt x="2599600" y="779782"/>
                  </a:lnTo>
                  <a:lnTo>
                    <a:pt x="2599787" y="769051"/>
                  </a:lnTo>
                  <a:lnTo>
                    <a:pt x="2599974" y="759407"/>
                  </a:lnTo>
                  <a:lnTo>
                    <a:pt x="2600161" y="751341"/>
                  </a:lnTo>
                  <a:lnTo>
                    <a:pt x="2600348" y="743179"/>
                  </a:lnTo>
                  <a:lnTo>
                    <a:pt x="2600534" y="734768"/>
                  </a:lnTo>
                  <a:lnTo>
                    <a:pt x="2600721" y="726982"/>
                  </a:lnTo>
                  <a:lnTo>
                    <a:pt x="2600908" y="719626"/>
                  </a:lnTo>
                  <a:lnTo>
                    <a:pt x="2601095" y="712059"/>
                  </a:lnTo>
                  <a:lnTo>
                    <a:pt x="2601282" y="705160"/>
                  </a:lnTo>
                  <a:lnTo>
                    <a:pt x="2601469" y="697940"/>
                  </a:lnTo>
                  <a:lnTo>
                    <a:pt x="2601656" y="691175"/>
                  </a:lnTo>
                  <a:lnTo>
                    <a:pt x="2601843" y="683250"/>
                  </a:lnTo>
                  <a:lnTo>
                    <a:pt x="2602030" y="679759"/>
                  </a:lnTo>
                  <a:lnTo>
                    <a:pt x="2602217" y="677111"/>
                  </a:lnTo>
                  <a:lnTo>
                    <a:pt x="2602404" y="676539"/>
                  </a:lnTo>
                  <a:lnTo>
                    <a:pt x="2602591" y="676440"/>
                  </a:lnTo>
                  <a:lnTo>
                    <a:pt x="2602778" y="676455"/>
                  </a:lnTo>
                  <a:lnTo>
                    <a:pt x="2602964" y="678431"/>
                  </a:lnTo>
                  <a:lnTo>
                    <a:pt x="2603151" y="680068"/>
                  </a:lnTo>
                  <a:lnTo>
                    <a:pt x="2603338" y="680667"/>
                  </a:lnTo>
                  <a:lnTo>
                    <a:pt x="2603525" y="682176"/>
                  </a:lnTo>
                  <a:lnTo>
                    <a:pt x="2603712" y="682770"/>
                  </a:lnTo>
                  <a:lnTo>
                    <a:pt x="2603899" y="683451"/>
                  </a:lnTo>
                  <a:lnTo>
                    <a:pt x="2604086" y="684476"/>
                  </a:lnTo>
                  <a:lnTo>
                    <a:pt x="2604273" y="684702"/>
                  </a:lnTo>
                  <a:lnTo>
                    <a:pt x="2604460" y="684722"/>
                  </a:lnTo>
                  <a:lnTo>
                    <a:pt x="2604647" y="683904"/>
                  </a:lnTo>
                  <a:lnTo>
                    <a:pt x="2604834" y="681679"/>
                  </a:lnTo>
                  <a:lnTo>
                    <a:pt x="2605021" y="677959"/>
                  </a:lnTo>
                  <a:lnTo>
                    <a:pt x="2605207" y="672992"/>
                  </a:lnTo>
                  <a:lnTo>
                    <a:pt x="2605394" y="666663"/>
                  </a:lnTo>
                  <a:lnTo>
                    <a:pt x="2605581" y="659211"/>
                  </a:lnTo>
                  <a:lnTo>
                    <a:pt x="2605768" y="649449"/>
                  </a:lnTo>
                  <a:lnTo>
                    <a:pt x="2605955" y="639561"/>
                  </a:lnTo>
                  <a:lnTo>
                    <a:pt x="2606142" y="629524"/>
                  </a:lnTo>
                  <a:lnTo>
                    <a:pt x="2606329" y="619306"/>
                  </a:lnTo>
                  <a:lnTo>
                    <a:pt x="2606516" y="608143"/>
                  </a:lnTo>
                  <a:lnTo>
                    <a:pt x="2606703" y="599201"/>
                  </a:lnTo>
                  <a:lnTo>
                    <a:pt x="2606890" y="590731"/>
                  </a:lnTo>
                  <a:lnTo>
                    <a:pt x="2607077" y="582534"/>
                  </a:lnTo>
                  <a:lnTo>
                    <a:pt x="2607264" y="574985"/>
                  </a:lnTo>
                  <a:lnTo>
                    <a:pt x="2607451" y="569256"/>
                  </a:lnTo>
                  <a:lnTo>
                    <a:pt x="2607637" y="565153"/>
                  </a:lnTo>
                  <a:lnTo>
                    <a:pt x="2607824" y="562318"/>
                  </a:lnTo>
                  <a:lnTo>
                    <a:pt x="2608011" y="559723"/>
                  </a:lnTo>
                  <a:lnTo>
                    <a:pt x="2608198" y="558090"/>
                  </a:lnTo>
                  <a:lnTo>
                    <a:pt x="2608385" y="556739"/>
                  </a:lnTo>
                  <a:lnTo>
                    <a:pt x="2608572" y="553409"/>
                  </a:lnTo>
                  <a:lnTo>
                    <a:pt x="2608759" y="550529"/>
                  </a:lnTo>
                  <a:lnTo>
                    <a:pt x="2608946" y="548672"/>
                  </a:lnTo>
                  <a:lnTo>
                    <a:pt x="2609133" y="548004"/>
                  </a:lnTo>
                  <a:lnTo>
                    <a:pt x="2609320" y="548645"/>
                  </a:lnTo>
                  <a:lnTo>
                    <a:pt x="2609507" y="549494"/>
                  </a:lnTo>
                  <a:lnTo>
                    <a:pt x="2609694" y="550444"/>
                  </a:lnTo>
                  <a:lnTo>
                    <a:pt x="2609880" y="550318"/>
                  </a:lnTo>
                  <a:lnTo>
                    <a:pt x="2610067" y="548794"/>
                  </a:lnTo>
                  <a:lnTo>
                    <a:pt x="2610254" y="546080"/>
                  </a:lnTo>
                  <a:lnTo>
                    <a:pt x="2610441" y="542971"/>
                  </a:lnTo>
                  <a:lnTo>
                    <a:pt x="2610628" y="541065"/>
                  </a:lnTo>
                  <a:lnTo>
                    <a:pt x="2610815" y="539604"/>
                  </a:lnTo>
                  <a:lnTo>
                    <a:pt x="2611002" y="537844"/>
                  </a:lnTo>
                  <a:lnTo>
                    <a:pt x="2611189" y="535806"/>
                  </a:lnTo>
                  <a:lnTo>
                    <a:pt x="2611376" y="533306"/>
                  </a:lnTo>
                  <a:lnTo>
                    <a:pt x="2611563" y="531034"/>
                  </a:lnTo>
                  <a:lnTo>
                    <a:pt x="2611750" y="528261"/>
                  </a:lnTo>
                  <a:lnTo>
                    <a:pt x="2611937" y="524411"/>
                  </a:lnTo>
                  <a:lnTo>
                    <a:pt x="2612124" y="519596"/>
                  </a:lnTo>
                  <a:lnTo>
                    <a:pt x="2612310" y="514748"/>
                  </a:lnTo>
                  <a:lnTo>
                    <a:pt x="2612497" y="508977"/>
                  </a:lnTo>
                  <a:lnTo>
                    <a:pt x="2612684" y="499471"/>
                  </a:lnTo>
                  <a:lnTo>
                    <a:pt x="2612871" y="493145"/>
                  </a:lnTo>
                  <a:lnTo>
                    <a:pt x="2613058" y="487149"/>
                  </a:lnTo>
                  <a:lnTo>
                    <a:pt x="2613245" y="480238"/>
                  </a:lnTo>
                  <a:lnTo>
                    <a:pt x="2613432" y="473274"/>
                  </a:lnTo>
                  <a:lnTo>
                    <a:pt x="2613619" y="466175"/>
                  </a:lnTo>
                  <a:lnTo>
                    <a:pt x="2613806" y="459034"/>
                  </a:lnTo>
                  <a:lnTo>
                    <a:pt x="2613993" y="451147"/>
                  </a:lnTo>
                  <a:lnTo>
                    <a:pt x="2614180" y="442978"/>
                  </a:lnTo>
                  <a:lnTo>
                    <a:pt x="2614367" y="434959"/>
                  </a:lnTo>
                  <a:lnTo>
                    <a:pt x="2614554" y="427421"/>
                  </a:lnTo>
                  <a:lnTo>
                    <a:pt x="2614740" y="420280"/>
                  </a:lnTo>
                  <a:lnTo>
                    <a:pt x="2614927" y="413337"/>
                  </a:lnTo>
                  <a:lnTo>
                    <a:pt x="2615114" y="406646"/>
                  </a:lnTo>
                  <a:lnTo>
                    <a:pt x="2615301" y="400623"/>
                  </a:lnTo>
                  <a:lnTo>
                    <a:pt x="2615488" y="395032"/>
                  </a:lnTo>
                  <a:lnTo>
                    <a:pt x="2615675" y="388527"/>
                  </a:lnTo>
                  <a:lnTo>
                    <a:pt x="2615862" y="381174"/>
                  </a:lnTo>
                  <a:lnTo>
                    <a:pt x="2616049" y="370345"/>
                  </a:lnTo>
                  <a:lnTo>
                    <a:pt x="2616236" y="360746"/>
                  </a:lnTo>
                  <a:lnTo>
                    <a:pt x="2616423" y="353699"/>
                  </a:lnTo>
                  <a:lnTo>
                    <a:pt x="2616610" y="347403"/>
                  </a:lnTo>
                  <a:lnTo>
                    <a:pt x="2616797" y="342757"/>
                  </a:lnTo>
                  <a:lnTo>
                    <a:pt x="2616983" y="338433"/>
                  </a:lnTo>
                  <a:lnTo>
                    <a:pt x="2617170" y="333177"/>
                  </a:lnTo>
                  <a:lnTo>
                    <a:pt x="2617357" y="326683"/>
                  </a:lnTo>
                  <a:lnTo>
                    <a:pt x="2617544" y="318959"/>
                  </a:lnTo>
                  <a:lnTo>
                    <a:pt x="2617731" y="310476"/>
                  </a:lnTo>
                  <a:lnTo>
                    <a:pt x="2617918" y="301713"/>
                  </a:lnTo>
                  <a:lnTo>
                    <a:pt x="2618105" y="290449"/>
                  </a:lnTo>
                  <a:lnTo>
                    <a:pt x="2618292" y="282450"/>
                  </a:lnTo>
                  <a:lnTo>
                    <a:pt x="2618479" y="275441"/>
                  </a:lnTo>
                  <a:lnTo>
                    <a:pt x="2618666" y="268394"/>
                  </a:lnTo>
                  <a:lnTo>
                    <a:pt x="2618853" y="260158"/>
                  </a:lnTo>
                  <a:lnTo>
                    <a:pt x="2619040" y="251469"/>
                  </a:lnTo>
                  <a:lnTo>
                    <a:pt x="2619227" y="242983"/>
                  </a:lnTo>
                  <a:lnTo>
                    <a:pt x="2619413" y="234326"/>
                  </a:lnTo>
                  <a:lnTo>
                    <a:pt x="2619600" y="225525"/>
                  </a:lnTo>
                  <a:lnTo>
                    <a:pt x="2619787" y="216616"/>
                  </a:lnTo>
                  <a:lnTo>
                    <a:pt x="2619974" y="207842"/>
                  </a:lnTo>
                  <a:lnTo>
                    <a:pt x="2620161" y="198884"/>
                  </a:lnTo>
                  <a:lnTo>
                    <a:pt x="2620348" y="190110"/>
                  </a:lnTo>
                  <a:lnTo>
                    <a:pt x="2620535" y="181636"/>
                  </a:lnTo>
                  <a:lnTo>
                    <a:pt x="2620722" y="173458"/>
                  </a:lnTo>
                  <a:lnTo>
                    <a:pt x="2620909" y="166121"/>
                  </a:lnTo>
                  <a:lnTo>
                    <a:pt x="2621096" y="159146"/>
                  </a:lnTo>
                  <a:lnTo>
                    <a:pt x="2621283" y="153125"/>
                  </a:lnTo>
                  <a:lnTo>
                    <a:pt x="2621470" y="147721"/>
                  </a:lnTo>
                  <a:lnTo>
                    <a:pt x="2621657" y="139842"/>
                  </a:lnTo>
                  <a:lnTo>
                    <a:pt x="2621843" y="131377"/>
                  </a:lnTo>
                  <a:lnTo>
                    <a:pt x="2622030" y="123107"/>
                  </a:lnTo>
                  <a:lnTo>
                    <a:pt x="2622217" y="116563"/>
                  </a:lnTo>
                  <a:lnTo>
                    <a:pt x="2622404" y="110224"/>
                  </a:lnTo>
                  <a:lnTo>
                    <a:pt x="2622591" y="104490"/>
                  </a:lnTo>
                  <a:lnTo>
                    <a:pt x="2622778" y="99226"/>
                  </a:lnTo>
                  <a:lnTo>
                    <a:pt x="2622965" y="95086"/>
                  </a:lnTo>
                  <a:lnTo>
                    <a:pt x="2623152" y="91705"/>
                  </a:lnTo>
                  <a:lnTo>
                    <a:pt x="2623339" y="89999"/>
                  </a:lnTo>
                  <a:lnTo>
                    <a:pt x="2623526" y="89796"/>
                  </a:lnTo>
                  <a:lnTo>
                    <a:pt x="2623713" y="92701"/>
                  </a:lnTo>
                  <a:lnTo>
                    <a:pt x="2623900" y="94483"/>
                  </a:lnTo>
                  <a:lnTo>
                    <a:pt x="2624086" y="95085"/>
                  </a:lnTo>
                  <a:lnTo>
                    <a:pt x="2624273" y="95605"/>
                  </a:lnTo>
                  <a:lnTo>
                    <a:pt x="2624460" y="97124"/>
                  </a:lnTo>
                  <a:lnTo>
                    <a:pt x="2624647" y="98650"/>
                  </a:lnTo>
                  <a:lnTo>
                    <a:pt x="2624834" y="101225"/>
                  </a:lnTo>
                  <a:lnTo>
                    <a:pt x="2625021" y="104435"/>
                  </a:lnTo>
                  <a:lnTo>
                    <a:pt x="2625208" y="108503"/>
                  </a:lnTo>
                  <a:lnTo>
                    <a:pt x="2625395" y="111284"/>
                  </a:lnTo>
                  <a:lnTo>
                    <a:pt x="2625582" y="113694"/>
                  </a:lnTo>
                  <a:lnTo>
                    <a:pt x="2625769" y="113172"/>
                  </a:lnTo>
                  <a:lnTo>
                    <a:pt x="2625956" y="111666"/>
                  </a:lnTo>
                  <a:lnTo>
                    <a:pt x="2626143" y="108099"/>
                  </a:lnTo>
                  <a:lnTo>
                    <a:pt x="2626330" y="104701"/>
                  </a:lnTo>
                  <a:lnTo>
                    <a:pt x="2626516" y="100638"/>
                  </a:lnTo>
                  <a:lnTo>
                    <a:pt x="2626703" y="96150"/>
                  </a:lnTo>
                  <a:lnTo>
                    <a:pt x="2626890" y="92271"/>
                  </a:lnTo>
                  <a:lnTo>
                    <a:pt x="2627077" y="88720"/>
                  </a:lnTo>
                  <a:lnTo>
                    <a:pt x="2627264" y="85495"/>
                  </a:lnTo>
                  <a:lnTo>
                    <a:pt x="2627451" y="82792"/>
                  </a:lnTo>
                  <a:lnTo>
                    <a:pt x="2627638" y="80097"/>
                  </a:lnTo>
                  <a:lnTo>
                    <a:pt x="2627825" y="76648"/>
                  </a:lnTo>
                  <a:lnTo>
                    <a:pt x="2628012" y="72311"/>
                  </a:lnTo>
                  <a:lnTo>
                    <a:pt x="2628199" y="69006"/>
                  </a:lnTo>
                  <a:lnTo>
                    <a:pt x="2628386" y="65665"/>
                  </a:lnTo>
                  <a:lnTo>
                    <a:pt x="2628573" y="59639"/>
                  </a:lnTo>
                  <a:lnTo>
                    <a:pt x="2628759" y="54288"/>
                  </a:lnTo>
                  <a:lnTo>
                    <a:pt x="2628946" y="49763"/>
                  </a:lnTo>
                  <a:lnTo>
                    <a:pt x="2629133" y="44980"/>
                  </a:lnTo>
                  <a:lnTo>
                    <a:pt x="2629320" y="40699"/>
                  </a:lnTo>
                  <a:lnTo>
                    <a:pt x="2629507" y="36630"/>
                  </a:lnTo>
                  <a:lnTo>
                    <a:pt x="2629694" y="33007"/>
                  </a:lnTo>
                  <a:lnTo>
                    <a:pt x="2629881" y="29212"/>
                  </a:lnTo>
                  <a:lnTo>
                    <a:pt x="2630068" y="24991"/>
                  </a:lnTo>
                  <a:lnTo>
                    <a:pt x="2630255" y="20456"/>
                  </a:lnTo>
                  <a:lnTo>
                    <a:pt x="2630442" y="16528"/>
                  </a:lnTo>
                  <a:lnTo>
                    <a:pt x="2630629" y="12728"/>
                  </a:lnTo>
                  <a:lnTo>
                    <a:pt x="2630816" y="8668"/>
                  </a:lnTo>
                  <a:lnTo>
                    <a:pt x="2631003" y="4360"/>
                  </a:lnTo>
                  <a:lnTo>
                    <a:pt x="2631189" y="1727"/>
                  </a:lnTo>
                  <a:lnTo>
                    <a:pt x="2631376" y="0"/>
                  </a:lnTo>
                  <a:lnTo>
                    <a:pt x="2631563" y="825"/>
                  </a:lnTo>
                  <a:lnTo>
                    <a:pt x="2631750" y="2227"/>
                  </a:lnTo>
                  <a:lnTo>
                    <a:pt x="2631937" y="3894"/>
                  </a:lnTo>
                  <a:lnTo>
                    <a:pt x="2632124" y="5594"/>
                  </a:lnTo>
                  <a:lnTo>
                    <a:pt x="2632311" y="8243"/>
                  </a:lnTo>
                  <a:lnTo>
                    <a:pt x="2632498" y="10950"/>
                  </a:lnTo>
                  <a:lnTo>
                    <a:pt x="2632685" y="14044"/>
                  </a:lnTo>
                  <a:lnTo>
                    <a:pt x="2632872" y="18442"/>
                  </a:lnTo>
                  <a:lnTo>
                    <a:pt x="2633059" y="23790"/>
                  </a:lnTo>
                  <a:lnTo>
                    <a:pt x="2633246" y="28889"/>
                  </a:lnTo>
                  <a:lnTo>
                    <a:pt x="2633433" y="34121"/>
                  </a:lnTo>
                  <a:lnTo>
                    <a:pt x="2633619" y="39328"/>
                  </a:lnTo>
                  <a:lnTo>
                    <a:pt x="2633806" y="44559"/>
                  </a:lnTo>
                  <a:lnTo>
                    <a:pt x="2633993" y="50674"/>
                  </a:lnTo>
                  <a:lnTo>
                    <a:pt x="2634180" y="56516"/>
                  </a:lnTo>
                  <a:lnTo>
                    <a:pt x="2634367" y="62656"/>
                  </a:lnTo>
                  <a:lnTo>
                    <a:pt x="2634554" y="68655"/>
                  </a:lnTo>
                  <a:lnTo>
                    <a:pt x="2634741" y="75198"/>
                  </a:lnTo>
                  <a:lnTo>
                    <a:pt x="2634928" y="81610"/>
                  </a:lnTo>
                  <a:lnTo>
                    <a:pt x="2635115" y="85967"/>
                  </a:lnTo>
                  <a:lnTo>
                    <a:pt x="2635302" y="89235"/>
                  </a:lnTo>
                  <a:lnTo>
                    <a:pt x="2635489" y="92214"/>
                  </a:lnTo>
                  <a:lnTo>
                    <a:pt x="2635676" y="94219"/>
                  </a:lnTo>
                  <a:lnTo>
                    <a:pt x="2635862" y="95688"/>
                  </a:lnTo>
                  <a:lnTo>
                    <a:pt x="2636049" y="97643"/>
                  </a:lnTo>
                  <a:lnTo>
                    <a:pt x="2636236" y="100061"/>
                  </a:lnTo>
                  <a:lnTo>
                    <a:pt x="2636423" y="102479"/>
                  </a:lnTo>
                  <a:lnTo>
                    <a:pt x="2636610" y="105103"/>
                  </a:lnTo>
                  <a:lnTo>
                    <a:pt x="2636797" y="107628"/>
                  </a:lnTo>
                  <a:lnTo>
                    <a:pt x="2636984" y="110219"/>
                  </a:lnTo>
                  <a:lnTo>
                    <a:pt x="2637171" y="111309"/>
                  </a:lnTo>
                  <a:lnTo>
                    <a:pt x="2637358" y="111721"/>
                  </a:lnTo>
                  <a:lnTo>
                    <a:pt x="2637545" y="110937"/>
                  </a:lnTo>
                  <a:lnTo>
                    <a:pt x="2637732" y="108998"/>
                  </a:lnTo>
                  <a:lnTo>
                    <a:pt x="2637919" y="108783"/>
                  </a:lnTo>
                  <a:lnTo>
                    <a:pt x="2638106" y="109856"/>
                  </a:lnTo>
                  <a:lnTo>
                    <a:pt x="2638292" y="111861"/>
                  </a:lnTo>
                  <a:lnTo>
                    <a:pt x="2638479" y="114972"/>
                  </a:lnTo>
                  <a:lnTo>
                    <a:pt x="2638666" y="117993"/>
                  </a:lnTo>
                  <a:lnTo>
                    <a:pt x="2638853" y="121260"/>
                  </a:lnTo>
                  <a:lnTo>
                    <a:pt x="2639040" y="125097"/>
                  </a:lnTo>
                  <a:lnTo>
                    <a:pt x="2639227" y="130279"/>
                  </a:lnTo>
                  <a:lnTo>
                    <a:pt x="2639414" y="130861"/>
                  </a:lnTo>
                  <a:lnTo>
                    <a:pt x="2639601" y="133194"/>
                  </a:lnTo>
                  <a:lnTo>
                    <a:pt x="2639788" y="135418"/>
                  </a:lnTo>
                  <a:lnTo>
                    <a:pt x="2639975" y="138453"/>
                  </a:lnTo>
                  <a:lnTo>
                    <a:pt x="2640162" y="141054"/>
                  </a:lnTo>
                  <a:lnTo>
                    <a:pt x="2640349" y="144420"/>
                  </a:lnTo>
                  <a:lnTo>
                    <a:pt x="2640536" y="147665"/>
                  </a:lnTo>
                  <a:lnTo>
                    <a:pt x="2640722" y="151002"/>
                  </a:lnTo>
                  <a:lnTo>
                    <a:pt x="2640909" y="154300"/>
                  </a:lnTo>
                  <a:lnTo>
                    <a:pt x="2641096" y="157278"/>
                  </a:lnTo>
                  <a:lnTo>
                    <a:pt x="2641283" y="159858"/>
                  </a:lnTo>
                  <a:lnTo>
                    <a:pt x="2641470" y="162178"/>
                  </a:lnTo>
                  <a:lnTo>
                    <a:pt x="2641657" y="165064"/>
                  </a:lnTo>
                  <a:lnTo>
                    <a:pt x="2641844" y="168374"/>
                  </a:lnTo>
                  <a:lnTo>
                    <a:pt x="2642031" y="171996"/>
                  </a:lnTo>
                  <a:lnTo>
                    <a:pt x="2642218" y="176337"/>
                  </a:lnTo>
                  <a:lnTo>
                    <a:pt x="2642405" y="181074"/>
                  </a:lnTo>
                  <a:lnTo>
                    <a:pt x="2642592" y="186487"/>
                  </a:lnTo>
                  <a:lnTo>
                    <a:pt x="2642779" y="192439"/>
                  </a:lnTo>
                  <a:lnTo>
                    <a:pt x="2642965" y="199013"/>
                  </a:lnTo>
                  <a:lnTo>
                    <a:pt x="2643152" y="206581"/>
                  </a:lnTo>
                  <a:lnTo>
                    <a:pt x="2643339" y="213200"/>
                  </a:lnTo>
                  <a:lnTo>
                    <a:pt x="2643526" y="218593"/>
                  </a:lnTo>
                  <a:lnTo>
                    <a:pt x="2643713" y="223927"/>
                  </a:lnTo>
                  <a:lnTo>
                    <a:pt x="2643900" y="226558"/>
                  </a:lnTo>
                  <a:lnTo>
                    <a:pt x="2644087" y="229261"/>
                  </a:lnTo>
                  <a:lnTo>
                    <a:pt x="2644274" y="232174"/>
                  </a:lnTo>
                  <a:lnTo>
                    <a:pt x="2644461" y="236201"/>
                  </a:lnTo>
                  <a:lnTo>
                    <a:pt x="2644648" y="238818"/>
                  </a:lnTo>
                  <a:lnTo>
                    <a:pt x="2644835" y="240519"/>
                  </a:lnTo>
                  <a:lnTo>
                    <a:pt x="2645022" y="241696"/>
                  </a:lnTo>
                  <a:lnTo>
                    <a:pt x="2645209" y="243798"/>
                  </a:lnTo>
                  <a:lnTo>
                    <a:pt x="2645395" y="245894"/>
                  </a:lnTo>
                  <a:lnTo>
                    <a:pt x="2645582" y="246729"/>
                  </a:lnTo>
                  <a:lnTo>
                    <a:pt x="2645769" y="247378"/>
                  </a:lnTo>
                  <a:lnTo>
                    <a:pt x="2645956" y="249641"/>
                  </a:lnTo>
                  <a:lnTo>
                    <a:pt x="2646143" y="251723"/>
                  </a:lnTo>
                  <a:lnTo>
                    <a:pt x="2646330" y="252718"/>
                  </a:lnTo>
                  <a:lnTo>
                    <a:pt x="2646517" y="253236"/>
                  </a:lnTo>
                  <a:lnTo>
                    <a:pt x="2646704" y="253732"/>
                  </a:lnTo>
                  <a:lnTo>
                    <a:pt x="2646891" y="254663"/>
                  </a:lnTo>
                  <a:lnTo>
                    <a:pt x="2647078" y="256374"/>
                  </a:lnTo>
                  <a:lnTo>
                    <a:pt x="2647265" y="258607"/>
                  </a:lnTo>
                  <a:lnTo>
                    <a:pt x="2647452" y="262671"/>
                  </a:lnTo>
                  <a:lnTo>
                    <a:pt x="2647638" y="267442"/>
                  </a:lnTo>
                  <a:lnTo>
                    <a:pt x="2647825" y="272395"/>
                  </a:lnTo>
                  <a:lnTo>
                    <a:pt x="2648012" y="277369"/>
                  </a:lnTo>
                  <a:lnTo>
                    <a:pt x="2648199" y="281813"/>
                  </a:lnTo>
                  <a:lnTo>
                    <a:pt x="2648386" y="286388"/>
                  </a:lnTo>
                  <a:lnTo>
                    <a:pt x="2648573" y="290752"/>
                  </a:lnTo>
                  <a:lnTo>
                    <a:pt x="2648760" y="295333"/>
                  </a:lnTo>
                  <a:lnTo>
                    <a:pt x="2648947" y="299479"/>
                  </a:lnTo>
                  <a:lnTo>
                    <a:pt x="2649134" y="303349"/>
                  </a:lnTo>
                  <a:lnTo>
                    <a:pt x="2649321" y="307498"/>
                  </a:lnTo>
                  <a:lnTo>
                    <a:pt x="2649508" y="311777"/>
                  </a:lnTo>
                  <a:lnTo>
                    <a:pt x="2649695" y="316354"/>
                  </a:lnTo>
                  <a:lnTo>
                    <a:pt x="2649882" y="321559"/>
                  </a:lnTo>
                  <a:lnTo>
                    <a:pt x="2650068" y="329855"/>
                  </a:lnTo>
                  <a:lnTo>
                    <a:pt x="2650255" y="335112"/>
                  </a:lnTo>
                  <a:lnTo>
                    <a:pt x="2650442" y="340480"/>
                  </a:lnTo>
                  <a:lnTo>
                    <a:pt x="2650629" y="346163"/>
                  </a:lnTo>
                  <a:lnTo>
                    <a:pt x="2650816" y="352553"/>
                  </a:lnTo>
                  <a:lnTo>
                    <a:pt x="2651003" y="359517"/>
                  </a:lnTo>
                  <a:lnTo>
                    <a:pt x="2651190" y="367324"/>
                  </a:lnTo>
                  <a:lnTo>
                    <a:pt x="2651377" y="376132"/>
                  </a:lnTo>
                  <a:lnTo>
                    <a:pt x="2651564" y="385764"/>
                  </a:lnTo>
                  <a:lnTo>
                    <a:pt x="2651751" y="395629"/>
                  </a:lnTo>
                  <a:lnTo>
                    <a:pt x="2651938" y="405176"/>
                  </a:lnTo>
                  <a:lnTo>
                    <a:pt x="2652125" y="414578"/>
                  </a:lnTo>
                  <a:lnTo>
                    <a:pt x="2652312" y="423825"/>
                  </a:lnTo>
                  <a:lnTo>
                    <a:pt x="2652498" y="432811"/>
                  </a:lnTo>
                  <a:lnTo>
                    <a:pt x="2652685" y="441193"/>
                  </a:lnTo>
                  <a:lnTo>
                    <a:pt x="2652872" y="449363"/>
                  </a:lnTo>
                  <a:lnTo>
                    <a:pt x="2653059" y="458071"/>
                  </a:lnTo>
                  <a:lnTo>
                    <a:pt x="2653246" y="467412"/>
                  </a:lnTo>
                  <a:lnTo>
                    <a:pt x="2653433" y="480921"/>
                  </a:lnTo>
                  <a:lnTo>
                    <a:pt x="2653620" y="493434"/>
                  </a:lnTo>
                  <a:lnTo>
                    <a:pt x="2653807" y="505898"/>
                  </a:lnTo>
                  <a:lnTo>
                    <a:pt x="2653994" y="517639"/>
                  </a:lnTo>
                  <a:lnTo>
                    <a:pt x="2654181" y="528368"/>
                  </a:lnTo>
                  <a:lnTo>
                    <a:pt x="2654368" y="538190"/>
                  </a:lnTo>
                  <a:lnTo>
                    <a:pt x="2654555" y="548358"/>
                  </a:lnTo>
                  <a:lnTo>
                    <a:pt x="2654741" y="559291"/>
                  </a:lnTo>
                  <a:lnTo>
                    <a:pt x="2654928" y="570990"/>
                  </a:lnTo>
                  <a:lnTo>
                    <a:pt x="2655115" y="583175"/>
                  </a:lnTo>
                  <a:lnTo>
                    <a:pt x="2655302" y="596754"/>
                  </a:lnTo>
                  <a:lnTo>
                    <a:pt x="2655489" y="611599"/>
                  </a:lnTo>
                  <a:lnTo>
                    <a:pt x="2655676" y="622374"/>
                  </a:lnTo>
                  <a:lnTo>
                    <a:pt x="2655863" y="632136"/>
                  </a:lnTo>
                  <a:lnTo>
                    <a:pt x="2656050" y="642113"/>
                  </a:lnTo>
                  <a:lnTo>
                    <a:pt x="2656237" y="652166"/>
                  </a:lnTo>
                  <a:lnTo>
                    <a:pt x="2656424" y="662577"/>
                  </a:lnTo>
                  <a:lnTo>
                    <a:pt x="2656611" y="672047"/>
                  </a:lnTo>
                  <a:lnTo>
                    <a:pt x="2656798" y="680895"/>
                  </a:lnTo>
                  <a:lnTo>
                    <a:pt x="2656985" y="687170"/>
                  </a:lnTo>
                  <a:lnTo>
                    <a:pt x="2657171" y="693566"/>
                  </a:lnTo>
                  <a:lnTo>
                    <a:pt x="2657358" y="700817"/>
                  </a:lnTo>
                  <a:lnTo>
                    <a:pt x="2657545" y="708845"/>
                  </a:lnTo>
                  <a:lnTo>
                    <a:pt x="2657732" y="716911"/>
                  </a:lnTo>
                  <a:lnTo>
                    <a:pt x="2657919" y="725580"/>
                  </a:lnTo>
                  <a:lnTo>
                    <a:pt x="2658106" y="733633"/>
                  </a:lnTo>
                  <a:lnTo>
                    <a:pt x="2658293" y="741417"/>
                  </a:lnTo>
                  <a:lnTo>
                    <a:pt x="2658480" y="748670"/>
                  </a:lnTo>
                  <a:lnTo>
                    <a:pt x="2658667" y="755679"/>
                  </a:lnTo>
                  <a:lnTo>
                    <a:pt x="2658854" y="762301"/>
                  </a:lnTo>
                  <a:lnTo>
                    <a:pt x="2659041" y="772146"/>
                  </a:lnTo>
                  <a:lnTo>
                    <a:pt x="2659228" y="781278"/>
                  </a:lnTo>
                  <a:lnTo>
                    <a:pt x="2659415" y="789761"/>
                  </a:lnTo>
                  <a:lnTo>
                    <a:pt x="2659601" y="797554"/>
                  </a:lnTo>
                  <a:lnTo>
                    <a:pt x="2659788" y="804966"/>
                  </a:lnTo>
                  <a:lnTo>
                    <a:pt x="2659975" y="811783"/>
                  </a:lnTo>
                  <a:lnTo>
                    <a:pt x="2660162" y="818406"/>
                  </a:lnTo>
                  <a:lnTo>
                    <a:pt x="2660349" y="823931"/>
                  </a:lnTo>
                  <a:lnTo>
                    <a:pt x="2660536" y="828286"/>
                  </a:lnTo>
                  <a:lnTo>
                    <a:pt x="2660723" y="831491"/>
                  </a:lnTo>
                  <a:lnTo>
                    <a:pt x="2660910" y="833714"/>
                  </a:lnTo>
                  <a:lnTo>
                    <a:pt x="2661097" y="836089"/>
                  </a:lnTo>
                  <a:lnTo>
                    <a:pt x="2661284" y="838872"/>
                  </a:lnTo>
                  <a:lnTo>
                    <a:pt x="2661471" y="842179"/>
                  </a:lnTo>
                  <a:lnTo>
                    <a:pt x="2661658" y="845489"/>
                  </a:lnTo>
                  <a:lnTo>
                    <a:pt x="2661844" y="847936"/>
                  </a:lnTo>
                  <a:lnTo>
                    <a:pt x="2662031" y="850662"/>
                  </a:lnTo>
                  <a:lnTo>
                    <a:pt x="2662218" y="853315"/>
                  </a:lnTo>
                  <a:lnTo>
                    <a:pt x="2662405" y="856029"/>
                  </a:lnTo>
                  <a:lnTo>
                    <a:pt x="2662592" y="860313"/>
                  </a:lnTo>
                  <a:lnTo>
                    <a:pt x="2662779" y="863254"/>
                  </a:lnTo>
                  <a:lnTo>
                    <a:pt x="2662966" y="867480"/>
                  </a:lnTo>
                  <a:lnTo>
                    <a:pt x="2663153" y="872623"/>
                  </a:lnTo>
                  <a:lnTo>
                    <a:pt x="2663340" y="878819"/>
                  </a:lnTo>
                  <a:lnTo>
                    <a:pt x="2663527" y="885937"/>
                  </a:lnTo>
                  <a:lnTo>
                    <a:pt x="2663714" y="893169"/>
                  </a:lnTo>
                  <a:lnTo>
                    <a:pt x="2663901" y="900199"/>
                  </a:lnTo>
                  <a:lnTo>
                    <a:pt x="2664088" y="907765"/>
                  </a:lnTo>
                  <a:lnTo>
                    <a:pt x="2664274" y="915347"/>
                  </a:lnTo>
                  <a:lnTo>
                    <a:pt x="2664461" y="923599"/>
                  </a:lnTo>
                  <a:lnTo>
                    <a:pt x="2664648" y="931860"/>
                  </a:lnTo>
                  <a:lnTo>
                    <a:pt x="2664835" y="939710"/>
                  </a:lnTo>
                  <a:lnTo>
                    <a:pt x="2665022" y="947657"/>
                  </a:lnTo>
                  <a:lnTo>
                    <a:pt x="2665209" y="956040"/>
                  </a:lnTo>
                  <a:lnTo>
                    <a:pt x="2665396" y="964301"/>
                  </a:lnTo>
                  <a:lnTo>
                    <a:pt x="2665583" y="972089"/>
                  </a:lnTo>
                  <a:lnTo>
                    <a:pt x="2665770" y="979412"/>
                  </a:lnTo>
                  <a:lnTo>
                    <a:pt x="2665957" y="989609"/>
                  </a:lnTo>
                  <a:lnTo>
                    <a:pt x="2666144" y="999104"/>
                  </a:lnTo>
                  <a:lnTo>
                    <a:pt x="2666331" y="1008217"/>
                  </a:lnTo>
                  <a:lnTo>
                    <a:pt x="2666517" y="1017849"/>
                  </a:lnTo>
                  <a:lnTo>
                    <a:pt x="2666704" y="1027438"/>
                  </a:lnTo>
                  <a:lnTo>
                    <a:pt x="2666891" y="1036013"/>
                  </a:lnTo>
                  <a:lnTo>
                    <a:pt x="2667078" y="1043193"/>
                  </a:lnTo>
                  <a:lnTo>
                    <a:pt x="2667265" y="1048980"/>
                  </a:lnTo>
                  <a:lnTo>
                    <a:pt x="2667452" y="1054404"/>
                  </a:lnTo>
                  <a:lnTo>
                    <a:pt x="2667639" y="1060173"/>
                  </a:lnTo>
                  <a:lnTo>
                    <a:pt x="2667826" y="1066349"/>
                  </a:lnTo>
                  <a:lnTo>
                    <a:pt x="2668013" y="1072697"/>
                  </a:lnTo>
                  <a:lnTo>
                    <a:pt x="2668200" y="1078978"/>
                  </a:lnTo>
                  <a:lnTo>
                    <a:pt x="2668387" y="1085629"/>
                  </a:lnTo>
                  <a:lnTo>
                    <a:pt x="2668574" y="1091921"/>
                  </a:lnTo>
                  <a:lnTo>
                    <a:pt x="2668761" y="1097947"/>
                  </a:lnTo>
                  <a:lnTo>
                    <a:pt x="2668947" y="1103259"/>
                  </a:lnTo>
                  <a:lnTo>
                    <a:pt x="2669134" y="1108487"/>
                  </a:lnTo>
                  <a:lnTo>
                    <a:pt x="2669321" y="1113734"/>
                  </a:lnTo>
                  <a:lnTo>
                    <a:pt x="2669508" y="1118514"/>
                  </a:lnTo>
                  <a:lnTo>
                    <a:pt x="2669695" y="1122290"/>
                  </a:lnTo>
                  <a:lnTo>
                    <a:pt x="2669882" y="1125978"/>
                  </a:lnTo>
                  <a:lnTo>
                    <a:pt x="2670069" y="1129564"/>
                  </a:lnTo>
                  <a:lnTo>
                    <a:pt x="2670256" y="1133812"/>
                  </a:lnTo>
                  <a:lnTo>
                    <a:pt x="2670443" y="1137900"/>
                  </a:lnTo>
                  <a:lnTo>
                    <a:pt x="2670630" y="1142035"/>
                  </a:lnTo>
                  <a:lnTo>
                    <a:pt x="2670817" y="1146222"/>
                  </a:lnTo>
                  <a:lnTo>
                    <a:pt x="2671004" y="1150685"/>
                  </a:lnTo>
                  <a:lnTo>
                    <a:pt x="2671191" y="1155100"/>
                  </a:lnTo>
                  <a:lnTo>
                    <a:pt x="2671377" y="1159263"/>
                  </a:lnTo>
                  <a:lnTo>
                    <a:pt x="2671564" y="1164023"/>
                  </a:lnTo>
                  <a:lnTo>
                    <a:pt x="2671751" y="1168662"/>
                  </a:lnTo>
                  <a:lnTo>
                    <a:pt x="2671938" y="1174412"/>
                  </a:lnTo>
                  <a:lnTo>
                    <a:pt x="2672125" y="1180279"/>
                  </a:lnTo>
                  <a:lnTo>
                    <a:pt x="2672312" y="1187652"/>
                  </a:lnTo>
                  <a:lnTo>
                    <a:pt x="2672499" y="1196470"/>
                  </a:lnTo>
                  <a:lnTo>
                    <a:pt x="2672686" y="1206362"/>
                  </a:lnTo>
                  <a:lnTo>
                    <a:pt x="2672873" y="1216541"/>
                  </a:lnTo>
                  <a:lnTo>
                    <a:pt x="2673060" y="1225817"/>
                  </a:lnTo>
                  <a:lnTo>
                    <a:pt x="2673247" y="1235872"/>
                  </a:lnTo>
                  <a:lnTo>
                    <a:pt x="2673434" y="1246162"/>
                  </a:lnTo>
                  <a:lnTo>
                    <a:pt x="2673620" y="1255711"/>
                  </a:lnTo>
                  <a:lnTo>
                    <a:pt x="2673807" y="1265426"/>
                  </a:lnTo>
                  <a:lnTo>
                    <a:pt x="2673994" y="1274088"/>
                  </a:lnTo>
                  <a:lnTo>
                    <a:pt x="2674181" y="1282586"/>
                  </a:lnTo>
                  <a:lnTo>
                    <a:pt x="2674368" y="1291226"/>
                  </a:lnTo>
                  <a:lnTo>
                    <a:pt x="2674555" y="1300704"/>
                  </a:lnTo>
                  <a:lnTo>
                    <a:pt x="2674742" y="1310716"/>
                  </a:lnTo>
                  <a:lnTo>
                    <a:pt x="2674929" y="1319405"/>
                  </a:lnTo>
                  <a:lnTo>
                    <a:pt x="2675116" y="1326637"/>
                  </a:lnTo>
                  <a:lnTo>
                    <a:pt x="2675303" y="1333554"/>
                  </a:lnTo>
                  <a:lnTo>
                    <a:pt x="2675490" y="1336213"/>
                  </a:lnTo>
                  <a:lnTo>
                    <a:pt x="2675677" y="1337712"/>
                  </a:lnTo>
                  <a:lnTo>
                    <a:pt x="2675864" y="1338873"/>
                  </a:lnTo>
                  <a:lnTo>
                    <a:pt x="2676050" y="1338785"/>
                  </a:lnTo>
                  <a:lnTo>
                    <a:pt x="2676237" y="1337402"/>
                  </a:lnTo>
                  <a:lnTo>
                    <a:pt x="2676424" y="1335927"/>
                  </a:lnTo>
                  <a:lnTo>
                    <a:pt x="2676611" y="1334690"/>
                  </a:lnTo>
                  <a:lnTo>
                    <a:pt x="2676798" y="1335044"/>
                  </a:lnTo>
                  <a:lnTo>
                    <a:pt x="2676985" y="1333630"/>
                  </a:lnTo>
                  <a:lnTo>
                    <a:pt x="2677172" y="1330144"/>
                  </a:lnTo>
                  <a:lnTo>
                    <a:pt x="2677359" y="1324945"/>
                  </a:lnTo>
                  <a:lnTo>
                    <a:pt x="2677546" y="1319803"/>
                  </a:lnTo>
                  <a:lnTo>
                    <a:pt x="2677733" y="1313241"/>
                  </a:lnTo>
                  <a:lnTo>
                    <a:pt x="2677920" y="1305340"/>
                  </a:lnTo>
                  <a:lnTo>
                    <a:pt x="2678107" y="1296175"/>
                  </a:lnTo>
                  <a:lnTo>
                    <a:pt x="2678293" y="1286728"/>
                  </a:lnTo>
                  <a:lnTo>
                    <a:pt x="2678480" y="1277118"/>
                  </a:lnTo>
                  <a:lnTo>
                    <a:pt x="2678667" y="1267697"/>
                  </a:lnTo>
                  <a:lnTo>
                    <a:pt x="2678854" y="1259299"/>
                  </a:lnTo>
                  <a:lnTo>
                    <a:pt x="2679041" y="1246870"/>
                  </a:lnTo>
                  <a:lnTo>
                    <a:pt x="2679228" y="1239142"/>
                  </a:lnTo>
                  <a:lnTo>
                    <a:pt x="2679415" y="1233826"/>
                  </a:lnTo>
                  <a:lnTo>
                    <a:pt x="2679602" y="1229457"/>
                  </a:lnTo>
                  <a:lnTo>
                    <a:pt x="2679789" y="1225643"/>
                  </a:lnTo>
                  <a:lnTo>
                    <a:pt x="2679976" y="1221949"/>
                  </a:lnTo>
                  <a:lnTo>
                    <a:pt x="2680163" y="1218832"/>
                  </a:lnTo>
                  <a:lnTo>
                    <a:pt x="2680350" y="1215837"/>
                  </a:lnTo>
                  <a:lnTo>
                    <a:pt x="2680537" y="1214266"/>
                  </a:lnTo>
                  <a:lnTo>
                    <a:pt x="2680723" y="1214062"/>
                  </a:lnTo>
                  <a:lnTo>
                    <a:pt x="2680910" y="1216089"/>
                  </a:lnTo>
                  <a:lnTo>
                    <a:pt x="2681097" y="1218889"/>
                  </a:lnTo>
                  <a:lnTo>
                    <a:pt x="2681284" y="1225538"/>
                  </a:lnTo>
                  <a:lnTo>
                    <a:pt x="2681471" y="1230017"/>
                  </a:lnTo>
                  <a:lnTo>
                    <a:pt x="2681658" y="1233859"/>
                  </a:lnTo>
                  <a:lnTo>
                    <a:pt x="2681845" y="1237891"/>
                  </a:lnTo>
                  <a:lnTo>
                    <a:pt x="2682032" y="1241716"/>
                  </a:lnTo>
                  <a:lnTo>
                    <a:pt x="2682219" y="1245707"/>
                  </a:lnTo>
                  <a:lnTo>
                    <a:pt x="2682406" y="1249352"/>
                  </a:lnTo>
                  <a:lnTo>
                    <a:pt x="2682593" y="1251222"/>
                  </a:lnTo>
                  <a:lnTo>
                    <a:pt x="2682780" y="1252461"/>
                  </a:lnTo>
                  <a:lnTo>
                    <a:pt x="2682967" y="1254824"/>
                  </a:lnTo>
                  <a:lnTo>
                    <a:pt x="2683153" y="1257113"/>
                  </a:lnTo>
                  <a:lnTo>
                    <a:pt x="2683340" y="1258114"/>
                  </a:lnTo>
                  <a:lnTo>
                    <a:pt x="2683527" y="1260270"/>
                  </a:lnTo>
                  <a:lnTo>
                    <a:pt x="2683714" y="1262922"/>
                  </a:lnTo>
                  <a:lnTo>
                    <a:pt x="2683901" y="1265376"/>
                  </a:lnTo>
                  <a:lnTo>
                    <a:pt x="2684088" y="1266912"/>
                  </a:lnTo>
                  <a:lnTo>
                    <a:pt x="2684275" y="1267840"/>
                  </a:lnTo>
                  <a:lnTo>
                    <a:pt x="2684462" y="1268257"/>
                  </a:lnTo>
                  <a:lnTo>
                    <a:pt x="2684649" y="1269372"/>
                  </a:lnTo>
                  <a:lnTo>
                    <a:pt x="2684836" y="1268980"/>
                  </a:lnTo>
                  <a:lnTo>
                    <a:pt x="2685023" y="1266175"/>
                  </a:lnTo>
                  <a:lnTo>
                    <a:pt x="2685210" y="1263134"/>
                  </a:lnTo>
                  <a:lnTo>
                    <a:pt x="2685396" y="1259945"/>
                  </a:lnTo>
                  <a:lnTo>
                    <a:pt x="2685583" y="1256685"/>
                  </a:lnTo>
                  <a:lnTo>
                    <a:pt x="2685770" y="1253577"/>
                  </a:lnTo>
                  <a:lnTo>
                    <a:pt x="2685957" y="1251353"/>
                  </a:lnTo>
                  <a:lnTo>
                    <a:pt x="2686144" y="1249549"/>
                  </a:lnTo>
                  <a:lnTo>
                    <a:pt x="2686331" y="1248162"/>
                  </a:lnTo>
                  <a:lnTo>
                    <a:pt x="2686518" y="1246953"/>
                  </a:lnTo>
                  <a:lnTo>
                    <a:pt x="2686705" y="1244683"/>
                  </a:lnTo>
                  <a:lnTo>
                    <a:pt x="2686892" y="1242940"/>
                  </a:lnTo>
                  <a:lnTo>
                    <a:pt x="2687079" y="1241116"/>
                  </a:lnTo>
                  <a:lnTo>
                    <a:pt x="2687266" y="1238868"/>
                  </a:lnTo>
                  <a:lnTo>
                    <a:pt x="2687453" y="1236414"/>
                  </a:lnTo>
                  <a:lnTo>
                    <a:pt x="2687640" y="1235057"/>
                  </a:lnTo>
                  <a:lnTo>
                    <a:pt x="2687826" y="1234720"/>
                  </a:lnTo>
                  <a:lnTo>
                    <a:pt x="2688013" y="1234646"/>
                  </a:lnTo>
                  <a:lnTo>
                    <a:pt x="2688200" y="1234421"/>
                  </a:lnTo>
                  <a:lnTo>
                    <a:pt x="2688387" y="1234196"/>
                  </a:lnTo>
                  <a:lnTo>
                    <a:pt x="2688574" y="1233725"/>
                  </a:lnTo>
                  <a:lnTo>
                    <a:pt x="2688761" y="1232797"/>
                  </a:lnTo>
                  <a:lnTo>
                    <a:pt x="2688948" y="1231893"/>
                  </a:lnTo>
                  <a:lnTo>
                    <a:pt x="2689135" y="1230772"/>
                  </a:lnTo>
                  <a:lnTo>
                    <a:pt x="2689322" y="1229551"/>
                  </a:lnTo>
                  <a:lnTo>
                    <a:pt x="2689509" y="1228004"/>
                  </a:lnTo>
                  <a:lnTo>
                    <a:pt x="2689696" y="1226636"/>
                  </a:lnTo>
                  <a:lnTo>
                    <a:pt x="2689883" y="1225336"/>
                  </a:lnTo>
                  <a:lnTo>
                    <a:pt x="2690070" y="1224412"/>
                  </a:lnTo>
                  <a:lnTo>
                    <a:pt x="2690256" y="1223926"/>
                  </a:lnTo>
                  <a:lnTo>
                    <a:pt x="2690443" y="1223653"/>
                  </a:lnTo>
                  <a:lnTo>
                    <a:pt x="2690630" y="1223346"/>
                  </a:lnTo>
                  <a:lnTo>
                    <a:pt x="2690817" y="1223221"/>
                  </a:lnTo>
                  <a:lnTo>
                    <a:pt x="2691004" y="1223574"/>
                  </a:lnTo>
                  <a:lnTo>
                    <a:pt x="2691191" y="1224205"/>
                  </a:lnTo>
                  <a:lnTo>
                    <a:pt x="2691378" y="1225271"/>
                  </a:lnTo>
                  <a:lnTo>
                    <a:pt x="2691565" y="1226779"/>
                  </a:lnTo>
                  <a:lnTo>
                    <a:pt x="2691752" y="1228394"/>
                  </a:lnTo>
                  <a:lnTo>
                    <a:pt x="2691939" y="1230298"/>
                  </a:lnTo>
                  <a:lnTo>
                    <a:pt x="2692126" y="1232247"/>
                  </a:lnTo>
                  <a:lnTo>
                    <a:pt x="2692313" y="1234600"/>
                  </a:lnTo>
                  <a:lnTo>
                    <a:pt x="2692499" y="1237253"/>
                  </a:lnTo>
                  <a:lnTo>
                    <a:pt x="2692686" y="1239954"/>
                  </a:lnTo>
                  <a:lnTo>
                    <a:pt x="2692873" y="1242669"/>
                  </a:lnTo>
                  <a:lnTo>
                    <a:pt x="2693060" y="1245598"/>
                  </a:lnTo>
                  <a:lnTo>
                    <a:pt x="2693247" y="1248187"/>
                  </a:lnTo>
                  <a:lnTo>
                    <a:pt x="2693434" y="1250572"/>
                  </a:lnTo>
                  <a:lnTo>
                    <a:pt x="2693621" y="1252811"/>
                  </a:lnTo>
                  <a:lnTo>
                    <a:pt x="2693808" y="1253843"/>
                  </a:lnTo>
                  <a:lnTo>
                    <a:pt x="2693995" y="1254585"/>
                  </a:lnTo>
                  <a:lnTo>
                    <a:pt x="2694182" y="1254383"/>
                  </a:lnTo>
                  <a:lnTo>
                    <a:pt x="2694369" y="1255354"/>
                  </a:lnTo>
                  <a:lnTo>
                    <a:pt x="2694556" y="1254922"/>
                  </a:lnTo>
                  <a:lnTo>
                    <a:pt x="2694743" y="1252360"/>
                  </a:lnTo>
                  <a:lnTo>
                    <a:pt x="2694929" y="1248320"/>
                  </a:lnTo>
                  <a:lnTo>
                    <a:pt x="2695116" y="1246173"/>
                  </a:lnTo>
                  <a:lnTo>
                    <a:pt x="2695303" y="1242509"/>
                  </a:lnTo>
                  <a:lnTo>
                    <a:pt x="2695490" y="1240029"/>
                  </a:lnTo>
                  <a:lnTo>
                    <a:pt x="2695677" y="1235423"/>
                  </a:lnTo>
                  <a:lnTo>
                    <a:pt x="2695864" y="1231307"/>
                  </a:lnTo>
                  <a:lnTo>
                    <a:pt x="2696051" y="1226242"/>
                  </a:lnTo>
                  <a:lnTo>
                    <a:pt x="2696238" y="1222106"/>
                  </a:lnTo>
                  <a:lnTo>
                    <a:pt x="2696425" y="1218513"/>
                  </a:lnTo>
                  <a:lnTo>
                    <a:pt x="2696612" y="1215246"/>
                  </a:lnTo>
                  <a:lnTo>
                    <a:pt x="2696799" y="1212807"/>
                  </a:lnTo>
                  <a:lnTo>
                    <a:pt x="2696986" y="1210480"/>
                  </a:lnTo>
                  <a:lnTo>
                    <a:pt x="2697172" y="1207990"/>
                  </a:lnTo>
                  <a:lnTo>
                    <a:pt x="2697359" y="1205216"/>
                  </a:lnTo>
                  <a:lnTo>
                    <a:pt x="2697546" y="1201528"/>
                  </a:lnTo>
                  <a:lnTo>
                    <a:pt x="2697733" y="1197516"/>
                  </a:lnTo>
                  <a:lnTo>
                    <a:pt x="2697920" y="1193302"/>
                  </a:lnTo>
                  <a:lnTo>
                    <a:pt x="2698107" y="1188938"/>
                  </a:lnTo>
                  <a:lnTo>
                    <a:pt x="2698294" y="1184493"/>
                  </a:lnTo>
                  <a:lnTo>
                    <a:pt x="2698481" y="1179788"/>
                  </a:lnTo>
                  <a:lnTo>
                    <a:pt x="2698668" y="1175731"/>
                  </a:lnTo>
                  <a:lnTo>
                    <a:pt x="2698855" y="1171649"/>
                  </a:lnTo>
                  <a:lnTo>
                    <a:pt x="2699042" y="1165821"/>
                  </a:lnTo>
                  <a:lnTo>
                    <a:pt x="2699229" y="1160155"/>
                  </a:lnTo>
                  <a:lnTo>
                    <a:pt x="2699416" y="1154537"/>
                  </a:lnTo>
                  <a:lnTo>
                    <a:pt x="2699602" y="1145685"/>
                  </a:lnTo>
                  <a:lnTo>
                    <a:pt x="2699789" y="1136650"/>
                  </a:lnTo>
                  <a:lnTo>
                    <a:pt x="2699976" y="1127389"/>
                  </a:lnTo>
                  <a:lnTo>
                    <a:pt x="2700163" y="1118758"/>
                  </a:lnTo>
                  <a:lnTo>
                    <a:pt x="2700350" y="1110541"/>
                  </a:lnTo>
                  <a:lnTo>
                    <a:pt x="2700537" y="1102399"/>
                  </a:lnTo>
                  <a:lnTo>
                    <a:pt x="2700724" y="1094183"/>
                  </a:lnTo>
                  <a:lnTo>
                    <a:pt x="2700911" y="1087984"/>
                  </a:lnTo>
                  <a:lnTo>
                    <a:pt x="2701098" y="1081383"/>
                  </a:lnTo>
                  <a:lnTo>
                    <a:pt x="2701285" y="1076188"/>
                  </a:lnTo>
                  <a:lnTo>
                    <a:pt x="2701472" y="1071507"/>
                  </a:lnTo>
                  <a:lnTo>
                    <a:pt x="2701659" y="1067938"/>
                  </a:lnTo>
                  <a:lnTo>
                    <a:pt x="2701846" y="1064683"/>
                  </a:lnTo>
                  <a:lnTo>
                    <a:pt x="2702032" y="1061990"/>
                  </a:lnTo>
                  <a:lnTo>
                    <a:pt x="2702219" y="1060426"/>
                  </a:lnTo>
                  <a:lnTo>
                    <a:pt x="2702406" y="1059085"/>
                  </a:lnTo>
                  <a:lnTo>
                    <a:pt x="2702593" y="1057729"/>
                  </a:lnTo>
                  <a:lnTo>
                    <a:pt x="2702780" y="1056501"/>
                  </a:lnTo>
                  <a:lnTo>
                    <a:pt x="2702967" y="1055234"/>
                  </a:lnTo>
                  <a:lnTo>
                    <a:pt x="2703154" y="1053876"/>
                  </a:lnTo>
                  <a:lnTo>
                    <a:pt x="2703341" y="1052323"/>
                  </a:lnTo>
                  <a:lnTo>
                    <a:pt x="2703528" y="1050753"/>
                  </a:lnTo>
                  <a:lnTo>
                    <a:pt x="2703715" y="1048940"/>
                  </a:lnTo>
                  <a:lnTo>
                    <a:pt x="2703902" y="1046788"/>
                  </a:lnTo>
                  <a:lnTo>
                    <a:pt x="2704089" y="1044662"/>
                  </a:lnTo>
                  <a:lnTo>
                    <a:pt x="2704275" y="1042857"/>
                  </a:lnTo>
                  <a:lnTo>
                    <a:pt x="2704462" y="1041279"/>
                  </a:lnTo>
                  <a:lnTo>
                    <a:pt x="2704649" y="1039929"/>
                  </a:lnTo>
                  <a:lnTo>
                    <a:pt x="2704836" y="1038524"/>
                  </a:lnTo>
                  <a:lnTo>
                    <a:pt x="2705023" y="1036515"/>
                  </a:lnTo>
                  <a:lnTo>
                    <a:pt x="2705210" y="1033263"/>
                  </a:lnTo>
                  <a:lnTo>
                    <a:pt x="2705397" y="1028973"/>
                  </a:lnTo>
                  <a:lnTo>
                    <a:pt x="2705584" y="1022911"/>
                  </a:lnTo>
                  <a:lnTo>
                    <a:pt x="2705771" y="1015561"/>
                  </a:lnTo>
                  <a:lnTo>
                    <a:pt x="2705958" y="1006075"/>
                  </a:lnTo>
                  <a:lnTo>
                    <a:pt x="2706145" y="997236"/>
                  </a:lnTo>
                  <a:lnTo>
                    <a:pt x="2706332" y="989036"/>
                  </a:lnTo>
                  <a:lnTo>
                    <a:pt x="2706519" y="979559"/>
                  </a:lnTo>
                  <a:lnTo>
                    <a:pt x="2706705" y="971655"/>
                  </a:lnTo>
                  <a:lnTo>
                    <a:pt x="2706892" y="965183"/>
                  </a:lnTo>
                  <a:lnTo>
                    <a:pt x="2707079" y="959888"/>
                  </a:lnTo>
                  <a:lnTo>
                    <a:pt x="2707266" y="956019"/>
                  </a:lnTo>
                  <a:lnTo>
                    <a:pt x="2707453" y="953522"/>
                  </a:lnTo>
                  <a:lnTo>
                    <a:pt x="2707640" y="951420"/>
                  </a:lnTo>
                  <a:lnTo>
                    <a:pt x="2707827" y="949856"/>
                  </a:lnTo>
                  <a:lnTo>
                    <a:pt x="2708014" y="949435"/>
                  </a:lnTo>
                  <a:lnTo>
                    <a:pt x="2708201" y="949860"/>
                  </a:lnTo>
                  <a:lnTo>
                    <a:pt x="2708388" y="949895"/>
                  </a:lnTo>
                  <a:lnTo>
                    <a:pt x="2708575" y="949622"/>
                  </a:lnTo>
                  <a:lnTo>
                    <a:pt x="2708762" y="949396"/>
                  </a:lnTo>
                  <a:lnTo>
                    <a:pt x="2708949" y="948918"/>
                  </a:lnTo>
                  <a:lnTo>
                    <a:pt x="2709135" y="947671"/>
                  </a:lnTo>
                  <a:lnTo>
                    <a:pt x="2709322" y="945304"/>
                  </a:lnTo>
                  <a:lnTo>
                    <a:pt x="2709509" y="942045"/>
                  </a:lnTo>
                  <a:lnTo>
                    <a:pt x="2709696" y="937180"/>
                  </a:lnTo>
                  <a:lnTo>
                    <a:pt x="2709883" y="931597"/>
                  </a:lnTo>
                  <a:lnTo>
                    <a:pt x="2710070" y="925947"/>
                  </a:lnTo>
                  <a:lnTo>
                    <a:pt x="2710257" y="920050"/>
                  </a:lnTo>
                  <a:lnTo>
                    <a:pt x="2710444" y="914323"/>
                  </a:lnTo>
                  <a:lnTo>
                    <a:pt x="2710631" y="908393"/>
                  </a:lnTo>
                  <a:lnTo>
                    <a:pt x="2710818" y="901833"/>
                  </a:lnTo>
                  <a:lnTo>
                    <a:pt x="2711005" y="894174"/>
                  </a:lnTo>
                  <a:lnTo>
                    <a:pt x="2711192" y="885127"/>
                  </a:lnTo>
                  <a:lnTo>
                    <a:pt x="2711378" y="877538"/>
                  </a:lnTo>
                  <a:lnTo>
                    <a:pt x="2711565" y="869733"/>
                  </a:lnTo>
                  <a:lnTo>
                    <a:pt x="2711752" y="861770"/>
                  </a:lnTo>
                  <a:lnTo>
                    <a:pt x="2711939" y="854446"/>
                  </a:lnTo>
                  <a:lnTo>
                    <a:pt x="2712126" y="847148"/>
                  </a:lnTo>
                  <a:lnTo>
                    <a:pt x="2712313" y="842312"/>
                  </a:lnTo>
                  <a:lnTo>
                    <a:pt x="2712500" y="839859"/>
                  </a:lnTo>
                  <a:lnTo>
                    <a:pt x="2712687" y="836605"/>
                  </a:lnTo>
                  <a:lnTo>
                    <a:pt x="2712874" y="835572"/>
                  </a:lnTo>
                  <a:lnTo>
                    <a:pt x="2713061" y="833091"/>
                  </a:lnTo>
                  <a:lnTo>
                    <a:pt x="2713248" y="834272"/>
                  </a:lnTo>
                  <a:lnTo>
                    <a:pt x="2713435" y="835982"/>
                  </a:lnTo>
                  <a:lnTo>
                    <a:pt x="2713622" y="838124"/>
                  </a:lnTo>
                  <a:lnTo>
                    <a:pt x="2713808" y="841384"/>
                  </a:lnTo>
                  <a:lnTo>
                    <a:pt x="2713995" y="845940"/>
                  </a:lnTo>
                  <a:lnTo>
                    <a:pt x="2714182" y="848754"/>
                  </a:lnTo>
                  <a:lnTo>
                    <a:pt x="2714369" y="850096"/>
                  </a:lnTo>
                  <a:lnTo>
                    <a:pt x="2714556" y="850376"/>
                  </a:lnTo>
                  <a:lnTo>
                    <a:pt x="2714743" y="850265"/>
                  </a:lnTo>
                  <a:lnTo>
                    <a:pt x="2714930" y="850476"/>
                  </a:lnTo>
                  <a:lnTo>
                    <a:pt x="2715117" y="850670"/>
                  </a:lnTo>
                  <a:lnTo>
                    <a:pt x="2715304" y="851662"/>
                  </a:lnTo>
                  <a:lnTo>
                    <a:pt x="2715491" y="853805"/>
                  </a:lnTo>
                  <a:lnTo>
                    <a:pt x="2715678" y="856389"/>
                  </a:lnTo>
                  <a:lnTo>
                    <a:pt x="2715865" y="861647"/>
                  </a:lnTo>
                  <a:lnTo>
                    <a:pt x="2716051" y="866605"/>
                  </a:lnTo>
                  <a:lnTo>
                    <a:pt x="2716238" y="869958"/>
                  </a:lnTo>
                  <a:lnTo>
                    <a:pt x="2716425" y="878296"/>
                  </a:lnTo>
                  <a:lnTo>
                    <a:pt x="2716612" y="882331"/>
                  </a:lnTo>
                  <a:lnTo>
                    <a:pt x="2716799" y="884091"/>
                  </a:lnTo>
                  <a:lnTo>
                    <a:pt x="2716986" y="886550"/>
                  </a:lnTo>
                  <a:lnTo>
                    <a:pt x="2717173" y="888323"/>
                  </a:lnTo>
                  <a:lnTo>
                    <a:pt x="2717360" y="890751"/>
                  </a:lnTo>
                  <a:lnTo>
                    <a:pt x="2717547" y="893185"/>
                  </a:lnTo>
                  <a:lnTo>
                    <a:pt x="2717734" y="895563"/>
                  </a:lnTo>
                  <a:lnTo>
                    <a:pt x="2717921" y="897642"/>
                  </a:lnTo>
                  <a:lnTo>
                    <a:pt x="2718108" y="899331"/>
                  </a:lnTo>
                  <a:lnTo>
                    <a:pt x="2718295" y="900710"/>
                  </a:lnTo>
                  <a:lnTo>
                    <a:pt x="2718481" y="901926"/>
                  </a:lnTo>
                  <a:lnTo>
                    <a:pt x="2718668" y="902979"/>
                  </a:lnTo>
                  <a:lnTo>
                    <a:pt x="2718855" y="904066"/>
                  </a:lnTo>
                  <a:lnTo>
                    <a:pt x="2719042" y="905970"/>
                  </a:lnTo>
                  <a:lnTo>
                    <a:pt x="2719229" y="908386"/>
                  </a:lnTo>
                  <a:lnTo>
                    <a:pt x="2719416" y="911680"/>
                  </a:lnTo>
                  <a:lnTo>
                    <a:pt x="2719603" y="914970"/>
                  </a:lnTo>
                  <a:lnTo>
                    <a:pt x="2719790" y="917764"/>
                  </a:lnTo>
                  <a:lnTo>
                    <a:pt x="2719977" y="921029"/>
                  </a:lnTo>
                  <a:lnTo>
                    <a:pt x="2720164" y="924581"/>
                  </a:lnTo>
                  <a:lnTo>
                    <a:pt x="2720351" y="927752"/>
                  </a:lnTo>
                  <a:lnTo>
                    <a:pt x="2720538" y="931290"/>
                  </a:lnTo>
                  <a:lnTo>
                    <a:pt x="2720725" y="936766"/>
                  </a:lnTo>
                  <a:lnTo>
                    <a:pt x="2720911" y="940150"/>
                  </a:lnTo>
                  <a:lnTo>
                    <a:pt x="2721098" y="942375"/>
                  </a:lnTo>
                  <a:lnTo>
                    <a:pt x="2721285" y="943944"/>
                  </a:lnTo>
                  <a:lnTo>
                    <a:pt x="2721472" y="945104"/>
                  </a:lnTo>
                  <a:lnTo>
                    <a:pt x="2721659" y="945114"/>
                  </a:lnTo>
                  <a:lnTo>
                    <a:pt x="2721846" y="944919"/>
                  </a:lnTo>
                  <a:lnTo>
                    <a:pt x="2722033" y="943531"/>
                  </a:lnTo>
                  <a:lnTo>
                    <a:pt x="2722220" y="941307"/>
                  </a:lnTo>
                  <a:lnTo>
                    <a:pt x="2722407" y="940664"/>
                  </a:lnTo>
                  <a:lnTo>
                    <a:pt x="2722594" y="939456"/>
                  </a:lnTo>
                  <a:lnTo>
                    <a:pt x="2722781" y="937665"/>
                  </a:lnTo>
                  <a:lnTo>
                    <a:pt x="2722968" y="935164"/>
                  </a:lnTo>
                  <a:lnTo>
                    <a:pt x="2723154" y="932261"/>
                  </a:lnTo>
                  <a:lnTo>
                    <a:pt x="2723341" y="928113"/>
                  </a:lnTo>
                  <a:lnTo>
                    <a:pt x="2723528" y="922979"/>
                  </a:lnTo>
                  <a:lnTo>
                    <a:pt x="2723715" y="917539"/>
                  </a:lnTo>
                  <a:lnTo>
                    <a:pt x="2723902" y="913842"/>
                  </a:lnTo>
                  <a:lnTo>
                    <a:pt x="2724089" y="912110"/>
                  </a:lnTo>
                  <a:lnTo>
                    <a:pt x="2724276" y="909209"/>
                  </a:lnTo>
                  <a:lnTo>
                    <a:pt x="2724463" y="907613"/>
                  </a:lnTo>
                  <a:lnTo>
                    <a:pt x="2724650" y="907519"/>
                  </a:lnTo>
                  <a:lnTo>
                    <a:pt x="2724837" y="907641"/>
                  </a:lnTo>
                  <a:lnTo>
                    <a:pt x="2725024" y="907150"/>
                  </a:lnTo>
                  <a:lnTo>
                    <a:pt x="2725211" y="905269"/>
                  </a:lnTo>
                  <a:lnTo>
                    <a:pt x="2725398" y="902712"/>
                  </a:lnTo>
                  <a:lnTo>
                    <a:pt x="2725584" y="900251"/>
                  </a:lnTo>
                  <a:lnTo>
                    <a:pt x="2725771" y="897905"/>
                  </a:lnTo>
                  <a:lnTo>
                    <a:pt x="2725958" y="895349"/>
                  </a:lnTo>
                  <a:lnTo>
                    <a:pt x="2726145" y="892907"/>
                  </a:lnTo>
                  <a:lnTo>
                    <a:pt x="2726332" y="890503"/>
                  </a:lnTo>
                  <a:lnTo>
                    <a:pt x="2726519" y="888592"/>
                  </a:lnTo>
                  <a:lnTo>
                    <a:pt x="2726706" y="887471"/>
                  </a:lnTo>
                  <a:lnTo>
                    <a:pt x="2726893" y="887046"/>
                  </a:lnTo>
                  <a:lnTo>
                    <a:pt x="2727080" y="887364"/>
                  </a:lnTo>
                  <a:lnTo>
                    <a:pt x="2727267" y="887239"/>
                  </a:lnTo>
                  <a:lnTo>
                    <a:pt x="2727454" y="886555"/>
                  </a:lnTo>
                  <a:lnTo>
                    <a:pt x="2727641" y="886089"/>
                  </a:lnTo>
                  <a:lnTo>
                    <a:pt x="2727828" y="883886"/>
                  </a:lnTo>
                  <a:lnTo>
                    <a:pt x="2728014" y="882377"/>
                  </a:lnTo>
                  <a:lnTo>
                    <a:pt x="2728201" y="879555"/>
                  </a:lnTo>
                  <a:lnTo>
                    <a:pt x="2728388" y="876419"/>
                  </a:lnTo>
                  <a:lnTo>
                    <a:pt x="2728575" y="873473"/>
                  </a:lnTo>
                  <a:lnTo>
                    <a:pt x="2728762" y="872327"/>
                  </a:lnTo>
                  <a:lnTo>
                    <a:pt x="2728949" y="871272"/>
                  </a:lnTo>
                  <a:lnTo>
                    <a:pt x="2729136" y="869923"/>
                  </a:lnTo>
                  <a:lnTo>
                    <a:pt x="2729323" y="867576"/>
                  </a:lnTo>
                  <a:lnTo>
                    <a:pt x="2729510" y="864157"/>
                  </a:lnTo>
                  <a:lnTo>
                    <a:pt x="2729697" y="860719"/>
                  </a:lnTo>
                  <a:lnTo>
                    <a:pt x="2729884" y="856716"/>
                  </a:lnTo>
                  <a:lnTo>
                    <a:pt x="2730071" y="852579"/>
                  </a:lnTo>
                  <a:lnTo>
                    <a:pt x="2730257" y="847733"/>
                  </a:lnTo>
                  <a:lnTo>
                    <a:pt x="2730444" y="842415"/>
                  </a:lnTo>
                  <a:lnTo>
                    <a:pt x="2730631" y="836810"/>
                  </a:lnTo>
                  <a:lnTo>
                    <a:pt x="2730818" y="830774"/>
                  </a:lnTo>
                  <a:lnTo>
                    <a:pt x="2731005" y="825058"/>
                  </a:lnTo>
                  <a:lnTo>
                    <a:pt x="2731192" y="820184"/>
                  </a:lnTo>
                  <a:lnTo>
                    <a:pt x="2731379" y="815976"/>
                  </a:lnTo>
                  <a:lnTo>
                    <a:pt x="2731566" y="813176"/>
                  </a:lnTo>
                  <a:lnTo>
                    <a:pt x="2731753" y="811852"/>
                  </a:lnTo>
                  <a:lnTo>
                    <a:pt x="2731940" y="810289"/>
                  </a:lnTo>
                  <a:lnTo>
                    <a:pt x="2732127" y="811405"/>
                  </a:lnTo>
                  <a:lnTo>
                    <a:pt x="2732314" y="813452"/>
                  </a:lnTo>
                  <a:lnTo>
                    <a:pt x="2732501" y="813902"/>
                  </a:lnTo>
                  <a:lnTo>
                    <a:pt x="2732687" y="815230"/>
                  </a:lnTo>
                  <a:lnTo>
                    <a:pt x="2732874" y="816130"/>
                  </a:lnTo>
                  <a:lnTo>
                    <a:pt x="2733061" y="819166"/>
                  </a:lnTo>
                  <a:lnTo>
                    <a:pt x="2733248" y="821399"/>
                  </a:lnTo>
                  <a:lnTo>
                    <a:pt x="2733435" y="822903"/>
                  </a:lnTo>
                  <a:lnTo>
                    <a:pt x="2733622" y="824675"/>
                  </a:lnTo>
                  <a:lnTo>
                    <a:pt x="2733809" y="827137"/>
                  </a:lnTo>
                  <a:lnTo>
                    <a:pt x="2733996" y="830271"/>
                  </a:lnTo>
                  <a:lnTo>
                    <a:pt x="2734183" y="834054"/>
                  </a:lnTo>
                  <a:lnTo>
                    <a:pt x="2734370" y="837884"/>
                  </a:lnTo>
                  <a:lnTo>
                    <a:pt x="2734557" y="842252"/>
                  </a:lnTo>
                  <a:lnTo>
                    <a:pt x="2734744" y="847104"/>
                  </a:lnTo>
                  <a:lnTo>
                    <a:pt x="2734930" y="852159"/>
                  </a:lnTo>
                  <a:lnTo>
                    <a:pt x="2735117" y="857005"/>
                  </a:lnTo>
                  <a:lnTo>
                    <a:pt x="2735304" y="861710"/>
                  </a:lnTo>
                  <a:lnTo>
                    <a:pt x="2735491" y="866344"/>
                  </a:lnTo>
                  <a:lnTo>
                    <a:pt x="2735678" y="871297"/>
                  </a:lnTo>
                  <a:lnTo>
                    <a:pt x="2735865" y="876213"/>
                  </a:lnTo>
                  <a:lnTo>
                    <a:pt x="2736052" y="880813"/>
                  </a:lnTo>
                  <a:lnTo>
                    <a:pt x="2736239" y="885819"/>
                  </a:lnTo>
                  <a:lnTo>
                    <a:pt x="2736426" y="892948"/>
                  </a:lnTo>
                  <a:lnTo>
                    <a:pt x="2736613" y="900184"/>
                  </a:lnTo>
                  <a:lnTo>
                    <a:pt x="2736800" y="907564"/>
                  </a:lnTo>
                  <a:lnTo>
                    <a:pt x="2736987" y="918064"/>
                  </a:lnTo>
                  <a:lnTo>
                    <a:pt x="2737174" y="928654"/>
                  </a:lnTo>
                  <a:lnTo>
                    <a:pt x="2737360" y="939288"/>
                  </a:lnTo>
                  <a:lnTo>
                    <a:pt x="2737547" y="948668"/>
                  </a:lnTo>
                  <a:lnTo>
                    <a:pt x="2737734" y="957340"/>
                  </a:lnTo>
                  <a:lnTo>
                    <a:pt x="2737921" y="964695"/>
                  </a:lnTo>
                  <a:lnTo>
                    <a:pt x="2738108" y="971529"/>
                  </a:lnTo>
                  <a:lnTo>
                    <a:pt x="2738295" y="976288"/>
                  </a:lnTo>
                  <a:lnTo>
                    <a:pt x="2738482" y="981069"/>
                  </a:lnTo>
                  <a:lnTo>
                    <a:pt x="2738669" y="983028"/>
                  </a:lnTo>
                  <a:lnTo>
                    <a:pt x="2738856" y="984288"/>
                  </a:lnTo>
                  <a:lnTo>
                    <a:pt x="2739043" y="984705"/>
                  </a:lnTo>
                  <a:lnTo>
                    <a:pt x="2739230" y="986593"/>
                  </a:lnTo>
                  <a:lnTo>
                    <a:pt x="2739417" y="988336"/>
                  </a:lnTo>
                  <a:lnTo>
                    <a:pt x="2739604" y="989015"/>
                  </a:lnTo>
                  <a:lnTo>
                    <a:pt x="2739790" y="989274"/>
                  </a:lnTo>
                  <a:lnTo>
                    <a:pt x="2739977" y="989767"/>
                  </a:lnTo>
                  <a:lnTo>
                    <a:pt x="2740164" y="989989"/>
                  </a:lnTo>
                  <a:lnTo>
                    <a:pt x="2740351" y="990124"/>
                  </a:lnTo>
                  <a:lnTo>
                    <a:pt x="2740538" y="989359"/>
                  </a:lnTo>
                  <a:lnTo>
                    <a:pt x="2740725" y="988409"/>
                  </a:lnTo>
                  <a:lnTo>
                    <a:pt x="2740912" y="987308"/>
                  </a:lnTo>
                  <a:lnTo>
                    <a:pt x="2741099" y="986191"/>
                  </a:lnTo>
                  <a:lnTo>
                    <a:pt x="2741286" y="985172"/>
                  </a:lnTo>
                  <a:lnTo>
                    <a:pt x="2741473" y="983540"/>
                  </a:lnTo>
                  <a:lnTo>
                    <a:pt x="2741660" y="981486"/>
                  </a:lnTo>
                  <a:lnTo>
                    <a:pt x="2741847" y="979205"/>
                  </a:lnTo>
                  <a:lnTo>
                    <a:pt x="2742033" y="977295"/>
                  </a:lnTo>
                  <a:lnTo>
                    <a:pt x="2742220" y="975273"/>
                  </a:lnTo>
                  <a:lnTo>
                    <a:pt x="2742407" y="973382"/>
                  </a:lnTo>
                  <a:lnTo>
                    <a:pt x="2742594" y="969427"/>
                  </a:lnTo>
                  <a:lnTo>
                    <a:pt x="2742781" y="965710"/>
                  </a:lnTo>
                  <a:lnTo>
                    <a:pt x="2742968" y="963189"/>
                  </a:lnTo>
                  <a:lnTo>
                    <a:pt x="2743155" y="961346"/>
                  </a:lnTo>
                  <a:lnTo>
                    <a:pt x="2743342" y="961966"/>
                  </a:lnTo>
                  <a:lnTo>
                    <a:pt x="2743529" y="962022"/>
                  </a:lnTo>
                  <a:lnTo>
                    <a:pt x="2743716" y="962088"/>
                  </a:lnTo>
                  <a:lnTo>
                    <a:pt x="2743903" y="964085"/>
                  </a:lnTo>
                  <a:lnTo>
                    <a:pt x="2744090" y="965175"/>
                  </a:lnTo>
                  <a:lnTo>
                    <a:pt x="2744277" y="966107"/>
                  </a:lnTo>
                  <a:lnTo>
                    <a:pt x="2744463" y="966883"/>
                  </a:lnTo>
                  <a:lnTo>
                    <a:pt x="2744650" y="966363"/>
                  </a:lnTo>
                  <a:lnTo>
                    <a:pt x="2744837" y="964795"/>
                  </a:lnTo>
                  <a:lnTo>
                    <a:pt x="2745024" y="962749"/>
                  </a:lnTo>
                  <a:lnTo>
                    <a:pt x="2745211" y="959761"/>
                  </a:lnTo>
                  <a:lnTo>
                    <a:pt x="2745398" y="955825"/>
                  </a:lnTo>
                  <a:lnTo>
                    <a:pt x="2745585" y="952944"/>
                  </a:lnTo>
                  <a:lnTo>
                    <a:pt x="2745772" y="951833"/>
                  </a:lnTo>
                  <a:lnTo>
                    <a:pt x="2745959" y="951554"/>
                  </a:lnTo>
                  <a:lnTo>
                    <a:pt x="2746146" y="951060"/>
                  </a:lnTo>
                  <a:lnTo>
                    <a:pt x="2746333" y="950225"/>
                  </a:lnTo>
                  <a:lnTo>
                    <a:pt x="2746520" y="950367"/>
                  </a:lnTo>
                  <a:lnTo>
                    <a:pt x="2746707" y="951578"/>
                  </a:lnTo>
                  <a:lnTo>
                    <a:pt x="2746893" y="953206"/>
                  </a:lnTo>
                  <a:lnTo>
                    <a:pt x="2747080" y="954995"/>
                  </a:lnTo>
                  <a:lnTo>
                    <a:pt x="2747267" y="957162"/>
                  </a:lnTo>
                  <a:lnTo>
                    <a:pt x="2747454" y="959426"/>
                  </a:lnTo>
                  <a:lnTo>
                    <a:pt x="2747641" y="962162"/>
                  </a:lnTo>
                  <a:lnTo>
                    <a:pt x="2747828" y="965608"/>
                  </a:lnTo>
                  <a:lnTo>
                    <a:pt x="2748015" y="971038"/>
                  </a:lnTo>
                  <a:lnTo>
                    <a:pt x="2748202" y="976974"/>
                  </a:lnTo>
                  <a:lnTo>
                    <a:pt x="2748389" y="984005"/>
                  </a:lnTo>
                  <a:lnTo>
                    <a:pt x="2748576" y="992569"/>
                  </a:lnTo>
                  <a:lnTo>
                    <a:pt x="2748763" y="1000671"/>
                  </a:lnTo>
                  <a:lnTo>
                    <a:pt x="2748950" y="1008957"/>
                  </a:lnTo>
                  <a:lnTo>
                    <a:pt x="2749136" y="1017210"/>
                  </a:lnTo>
                  <a:lnTo>
                    <a:pt x="2749323" y="1025198"/>
                  </a:lnTo>
                  <a:lnTo>
                    <a:pt x="2749510" y="1032745"/>
                  </a:lnTo>
                  <a:lnTo>
                    <a:pt x="2749697" y="1039894"/>
                  </a:lnTo>
                  <a:lnTo>
                    <a:pt x="2749884" y="1046600"/>
                  </a:lnTo>
                  <a:lnTo>
                    <a:pt x="2750071" y="1053833"/>
                  </a:lnTo>
                  <a:lnTo>
                    <a:pt x="2750258" y="1061867"/>
                  </a:lnTo>
                  <a:lnTo>
                    <a:pt x="2750445" y="1071052"/>
                  </a:lnTo>
                  <a:lnTo>
                    <a:pt x="2750632" y="1077141"/>
                  </a:lnTo>
                  <a:lnTo>
                    <a:pt x="2750819" y="1082358"/>
                  </a:lnTo>
                  <a:lnTo>
                    <a:pt x="2751006" y="1088030"/>
                  </a:lnTo>
                  <a:lnTo>
                    <a:pt x="2751193" y="1093624"/>
                  </a:lnTo>
                  <a:lnTo>
                    <a:pt x="2751380" y="1096410"/>
                  </a:lnTo>
                  <a:lnTo>
                    <a:pt x="2751566" y="1099616"/>
                  </a:lnTo>
                  <a:lnTo>
                    <a:pt x="2751753" y="1102548"/>
                  </a:lnTo>
                  <a:lnTo>
                    <a:pt x="2751940" y="1106073"/>
                  </a:lnTo>
                  <a:lnTo>
                    <a:pt x="2752127" y="1110007"/>
                  </a:lnTo>
                  <a:lnTo>
                    <a:pt x="2752314" y="1114094"/>
                  </a:lnTo>
                  <a:lnTo>
                    <a:pt x="2752501" y="1118769"/>
                  </a:lnTo>
                  <a:lnTo>
                    <a:pt x="2752688" y="1125293"/>
                  </a:lnTo>
                  <a:lnTo>
                    <a:pt x="2752875" y="1132484"/>
                  </a:lnTo>
                  <a:lnTo>
                    <a:pt x="2753062" y="1139676"/>
                  </a:lnTo>
                  <a:lnTo>
                    <a:pt x="2753249" y="1144716"/>
                  </a:lnTo>
                  <a:lnTo>
                    <a:pt x="2753436" y="1149388"/>
                  </a:lnTo>
                  <a:lnTo>
                    <a:pt x="2753623" y="1155076"/>
                  </a:lnTo>
                  <a:lnTo>
                    <a:pt x="2753809" y="1159588"/>
                  </a:lnTo>
                  <a:lnTo>
                    <a:pt x="2753996" y="1163073"/>
                  </a:lnTo>
                  <a:lnTo>
                    <a:pt x="2754183" y="1165801"/>
                  </a:lnTo>
                  <a:lnTo>
                    <a:pt x="2754370" y="1166728"/>
                  </a:lnTo>
                  <a:lnTo>
                    <a:pt x="2754557" y="1167474"/>
                  </a:lnTo>
                  <a:lnTo>
                    <a:pt x="2754744" y="1167582"/>
                  </a:lnTo>
                  <a:lnTo>
                    <a:pt x="2754931" y="1167131"/>
                  </a:lnTo>
                  <a:lnTo>
                    <a:pt x="2755118" y="1166445"/>
                  </a:lnTo>
                  <a:lnTo>
                    <a:pt x="2755305" y="1165293"/>
                  </a:lnTo>
                  <a:lnTo>
                    <a:pt x="2755492" y="1163419"/>
                  </a:lnTo>
                  <a:lnTo>
                    <a:pt x="2755679" y="1160040"/>
                  </a:lnTo>
                  <a:lnTo>
                    <a:pt x="2755866" y="1156508"/>
                  </a:lnTo>
                  <a:lnTo>
                    <a:pt x="2756053" y="1152812"/>
                  </a:lnTo>
                  <a:lnTo>
                    <a:pt x="2756239" y="1149343"/>
                  </a:lnTo>
                  <a:lnTo>
                    <a:pt x="2756426" y="1144307"/>
                  </a:lnTo>
                  <a:lnTo>
                    <a:pt x="2756613" y="1138881"/>
                  </a:lnTo>
                  <a:lnTo>
                    <a:pt x="2756800" y="1133231"/>
                  </a:lnTo>
                  <a:lnTo>
                    <a:pt x="2756987" y="1125457"/>
                  </a:lnTo>
                  <a:lnTo>
                    <a:pt x="2757174" y="1117719"/>
                  </a:lnTo>
                  <a:lnTo>
                    <a:pt x="2757361" y="1109405"/>
                  </a:lnTo>
                  <a:lnTo>
                    <a:pt x="2757548" y="1101054"/>
                  </a:lnTo>
                  <a:lnTo>
                    <a:pt x="2757735" y="1092592"/>
                  </a:lnTo>
                  <a:lnTo>
                    <a:pt x="2757922" y="1085521"/>
                  </a:lnTo>
                  <a:lnTo>
                    <a:pt x="2758109" y="1078484"/>
                  </a:lnTo>
                  <a:lnTo>
                    <a:pt x="2758296" y="1072344"/>
                  </a:lnTo>
                  <a:lnTo>
                    <a:pt x="2758483" y="1068038"/>
                  </a:lnTo>
                  <a:lnTo>
                    <a:pt x="2758669" y="1064496"/>
                  </a:lnTo>
                  <a:lnTo>
                    <a:pt x="2758856" y="1062039"/>
                  </a:lnTo>
                  <a:lnTo>
                    <a:pt x="2759043" y="1061902"/>
                  </a:lnTo>
                  <a:lnTo>
                    <a:pt x="2759230" y="1061508"/>
                  </a:lnTo>
                  <a:lnTo>
                    <a:pt x="2759417" y="1061957"/>
                  </a:lnTo>
                  <a:lnTo>
                    <a:pt x="2759604" y="1064255"/>
                  </a:lnTo>
                  <a:lnTo>
                    <a:pt x="2759791" y="1067326"/>
                  </a:lnTo>
                  <a:lnTo>
                    <a:pt x="2759978" y="1070469"/>
                  </a:lnTo>
                  <a:lnTo>
                    <a:pt x="2760165" y="1074540"/>
                  </a:lnTo>
                  <a:lnTo>
                    <a:pt x="2760352" y="1079738"/>
                  </a:lnTo>
                  <a:lnTo>
                    <a:pt x="2760539" y="1085129"/>
                  </a:lnTo>
                  <a:lnTo>
                    <a:pt x="2760726" y="1090815"/>
                  </a:lnTo>
                  <a:lnTo>
                    <a:pt x="2760912" y="1096689"/>
                  </a:lnTo>
                  <a:lnTo>
                    <a:pt x="2761099" y="1102570"/>
                  </a:lnTo>
                  <a:lnTo>
                    <a:pt x="2761286" y="1106060"/>
                  </a:lnTo>
                  <a:lnTo>
                    <a:pt x="2761473" y="1108644"/>
                  </a:lnTo>
                  <a:lnTo>
                    <a:pt x="2761660" y="1112223"/>
                  </a:lnTo>
                  <a:lnTo>
                    <a:pt x="2761847" y="1114939"/>
                  </a:lnTo>
                  <a:lnTo>
                    <a:pt x="2762034" y="1116798"/>
                  </a:lnTo>
                  <a:lnTo>
                    <a:pt x="2762221" y="1119168"/>
                  </a:lnTo>
                  <a:lnTo>
                    <a:pt x="2762408" y="1121163"/>
                  </a:lnTo>
                  <a:lnTo>
                    <a:pt x="2762595" y="1123367"/>
                  </a:lnTo>
                  <a:lnTo>
                    <a:pt x="2762782" y="1126249"/>
                  </a:lnTo>
                  <a:lnTo>
                    <a:pt x="2762969" y="1128420"/>
                  </a:lnTo>
                  <a:lnTo>
                    <a:pt x="2763156" y="1129486"/>
                  </a:lnTo>
                  <a:lnTo>
                    <a:pt x="2763342" y="1130254"/>
                  </a:lnTo>
                  <a:lnTo>
                    <a:pt x="2763529" y="1130880"/>
                  </a:lnTo>
                  <a:lnTo>
                    <a:pt x="2763716" y="1130915"/>
                  </a:lnTo>
                  <a:lnTo>
                    <a:pt x="2763903" y="1130508"/>
                  </a:lnTo>
                  <a:lnTo>
                    <a:pt x="2764090" y="1130223"/>
                  </a:lnTo>
                  <a:lnTo>
                    <a:pt x="2764277" y="1129088"/>
                  </a:lnTo>
                  <a:lnTo>
                    <a:pt x="2764464" y="1127524"/>
                  </a:lnTo>
                  <a:lnTo>
                    <a:pt x="2764651" y="1125996"/>
                  </a:lnTo>
                  <a:lnTo>
                    <a:pt x="2764838" y="1125034"/>
                  </a:lnTo>
                  <a:lnTo>
                    <a:pt x="2765025" y="1123115"/>
                  </a:lnTo>
                  <a:lnTo>
                    <a:pt x="2765212" y="1122782"/>
                  </a:lnTo>
                  <a:lnTo>
                    <a:pt x="2765399" y="1121428"/>
                  </a:lnTo>
                  <a:lnTo>
                    <a:pt x="2765586" y="1121382"/>
                  </a:lnTo>
                  <a:lnTo>
                    <a:pt x="2765772" y="1121618"/>
                  </a:lnTo>
                  <a:lnTo>
                    <a:pt x="2765959" y="1121524"/>
                  </a:lnTo>
                  <a:lnTo>
                    <a:pt x="2766146" y="1119093"/>
                  </a:lnTo>
                  <a:lnTo>
                    <a:pt x="2766333" y="1116079"/>
                  </a:lnTo>
                  <a:lnTo>
                    <a:pt x="2766520" y="1113159"/>
                  </a:lnTo>
                  <a:lnTo>
                    <a:pt x="2766707" y="1110828"/>
                  </a:lnTo>
                  <a:lnTo>
                    <a:pt x="2766894" y="1109263"/>
                  </a:lnTo>
                  <a:lnTo>
                    <a:pt x="2767081" y="1106587"/>
                  </a:lnTo>
                  <a:lnTo>
                    <a:pt x="2767268" y="1104180"/>
                  </a:lnTo>
                  <a:lnTo>
                    <a:pt x="2767455" y="1101012"/>
                  </a:lnTo>
                  <a:lnTo>
                    <a:pt x="2767642" y="1098454"/>
                  </a:lnTo>
                  <a:lnTo>
                    <a:pt x="2767829" y="1095631"/>
                  </a:lnTo>
                  <a:lnTo>
                    <a:pt x="2768015" y="1093305"/>
                  </a:lnTo>
                  <a:lnTo>
                    <a:pt x="2768202" y="1092007"/>
                  </a:lnTo>
                  <a:lnTo>
                    <a:pt x="2768389" y="1090771"/>
                  </a:lnTo>
                  <a:lnTo>
                    <a:pt x="2768576" y="1089401"/>
                  </a:lnTo>
                  <a:lnTo>
                    <a:pt x="2768763" y="1088470"/>
                  </a:lnTo>
                  <a:lnTo>
                    <a:pt x="2768950" y="1085298"/>
                  </a:lnTo>
                  <a:lnTo>
                    <a:pt x="2769137" y="1082350"/>
                  </a:lnTo>
                  <a:lnTo>
                    <a:pt x="2769324" y="1079580"/>
                  </a:lnTo>
                  <a:lnTo>
                    <a:pt x="2769511" y="1075737"/>
                  </a:lnTo>
                  <a:lnTo>
                    <a:pt x="2769698" y="1074065"/>
                  </a:lnTo>
                  <a:lnTo>
                    <a:pt x="2769885" y="1072125"/>
                  </a:lnTo>
                  <a:lnTo>
                    <a:pt x="2770072" y="1069836"/>
                  </a:lnTo>
                  <a:lnTo>
                    <a:pt x="2770259" y="1066434"/>
                  </a:lnTo>
                  <a:lnTo>
                    <a:pt x="2770445" y="1063383"/>
                  </a:lnTo>
                  <a:lnTo>
                    <a:pt x="2770632" y="1060499"/>
                  </a:lnTo>
                  <a:lnTo>
                    <a:pt x="2770819" y="1060527"/>
                  </a:lnTo>
                  <a:lnTo>
                    <a:pt x="2771006" y="1059604"/>
                  </a:lnTo>
                  <a:lnTo>
                    <a:pt x="2771193" y="1057834"/>
                  </a:lnTo>
                  <a:lnTo>
                    <a:pt x="2771380" y="1055167"/>
                  </a:lnTo>
                  <a:lnTo>
                    <a:pt x="2771567" y="1052029"/>
                  </a:lnTo>
                  <a:lnTo>
                    <a:pt x="2771754" y="1049138"/>
                  </a:lnTo>
                  <a:lnTo>
                    <a:pt x="2771941" y="1045471"/>
                  </a:lnTo>
                  <a:lnTo>
                    <a:pt x="2772128" y="1041149"/>
                  </a:lnTo>
                  <a:lnTo>
                    <a:pt x="2772315" y="1036738"/>
                  </a:lnTo>
                  <a:lnTo>
                    <a:pt x="2772502" y="1032875"/>
                  </a:lnTo>
                  <a:lnTo>
                    <a:pt x="2772688" y="1029577"/>
                  </a:lnTo>
                  <a:lnTo>
                    <a:pt x="2772875" y="1026465"/>
                  </a:lnTo>
                  <a:lnTo>
                    <a:pt x="2773062" y="1023683"/>
                  </a:lnTo>
                  <a:lnTo>
                    <a:pt x="2773249" y="1021346"/>
                  </a:lnTo>
                  <a:lnTo>
                    <a:pt x="2773436" y="1018218"/>
                  </a:lnTo>
                  <a:lnTo>
                    <a:pt x="2773623" y="1014275"/>
                  </a:lnTo>
                  <a:lnTo>
                    <a:pt x="2773810" y="1010392"/>
                  </a:lnTo>
                  <a:lnTo>
                    <a:pt x="2773997" y="1006585"/>
                  </a:lnTo>
                  <a:lnTo>
                    <a:pt x="2774184" y="1002668"/>
                  </a:lnTo>
                  <a:lnTo>
                    <a:pt x="2774371" y="999319"/>
                  </a:lnTo>
                  <a:lnTo>
                    <a:pt x="2774558" y="995331"/>
                  </a:lnTo>
                  <a:lnTo>
                    <a:pt x="2774745" y="991381"/>
                  </a:lnTo>
                  <a:lnTo>
                    <a:pt x="2774932" y="986910"/>
                  </a:lnTo>
                  <a:lnTo>
                    <a:pt x="2775118" y="982263"/>
                  </a:lnTo>
                  <a:lnTo>
                    <a:pt x="2775305" y="979550"/>
                  </a:lnTo>
                  <a:lnTo>
                    <a:pt x="2775492" y="977151"/>
                  </a:lnTo>
                  <a:lnTo>
                    <a:pt x="2775679" y="975772"/>
                  </a:lnTo>
                  <a:lnTo>
                    <a:pt x="2775866" y="974905"/>
                  </a:lnTo>
                  <a:lnTo>
                    <a:pt x="2776053" y="975846"/>
                  </a:lnTo>
                  <a:lnTo>
                    <a:pt x="2776240" y="977420"/>
                  </a:lnTo>
                  <a:lnTo>
                    <a:pt x="2776427" y="979521"/>
                  </a:lnTo>
                  <a:lnTo>
                    <a:pt x="2776614" y="980178"/>
                  </a:lnTo>
                  <a:lnTo>
                    <a:pt x="2776801" y="980549"/>
                  </a:lnTo>
                  <a:lnTo>
                    <a:pt x="2776988" y="981180"/>
                  </a:lnTo>
                  <a:lnTo>
                    <a:pt x="2777175" y="981603"/>
                  </a:lnTo>
                  <a:lnTo>
                    <a:pt x="2777362" y="982396"/>
                  </a:lnTo>
                  <a:lnTo>
                    <a:pt x="2777548" y="983720"/>
                  </a:lnTo>
                  <a:lnTo>
                    <a:pt x="2777735" y="986138"/>
                  </a:lnTo>
                  <a:lnTo>
                    <a:pt x="2777922" y="989582"/>
                  </a:lnTo>
                  <a:lnTo>
                    <a:pt x="2778109" y="993574"/>
                  </a:lnTo>
                  <a:lnTo>
                    <a:pt x="2778296" y="998328"/>
                  </a:lnTo>
                  <a:lnTo>
                    <a:pt x="2778483" y="1002583"/>
                  </a:lnTo>
                  <a:lnTo>
                    <a:pt x="2778670" y="1006601"/>
                  </a:lnTo>
                  <a:lnTo>
                    <a:pt x="2778857" y="1011012"/>
                  </a:lnTo>
                  <a:lnTo>
                    <a:pt x="2779044" y="1015521"/>
                  </a:lnTo>
                  <a:lnTo>
                    <a:pt x="2779231" y="1019833"/>
                  </a:lnTo>
                  <a:lnTo>
                    <a:pt x="2779418" y="1023842"/>
                  </a:lnTo>
                  <a:lnTo>
                    <a:pt x="2779605" y="1027101"/>
                  </a:lnTo>
                  <a:lnTo>
                    <a:pt x="2779791" y="1029580"/>
                  </a:lnTo>
                  <a:lnTo>
                    <a:pt x="2779978" y="1034366"/>
                  </a:lnTo>
                  <a:lnTo>
                    <a:pt x="2780165" y="1038913"/>
                  </a:lnTo>
                  <a:lnTo>
                    <a:pt x="2780352" y="1043476"/>
                  </a:lnTo>
                  <a:lnTo>
                    <a:pt x="2780539" y="1048246"/>
                  </a:lnTo>
                  <a:lnTo>
                    <a:pt x="2780726" y="1052372"/>
                  </a:lnTo>
                  <a:lnTo>
                    <a:pt x="2780913" y="1055400"/>
                  </a:lnTo>
                  <a:lnTo>
                    <a:pt x="2781100" y="1056003"/>
                  </a:lnTo>
                  <a:lnTo>
                    <a:pt x="2781287" y="1054558"/>
                  </a:lnTo>
                  <a:lnTo>
                    <a:pt x="2781474" y="1051604"/>
                  </a:lnTo>
                  <a:lnTo>
                    <a:pt x="2781661" y="1046307"/>
                  </a:lnTo>
                  <a:lnTo>
                    <a:pt x="2781848" y="1042943"/>
                  </a:lnTo>
                  <a:lnTo>
                    <a:pt x="2782035" y="1039350"/>
                  </a:lnTo>
                  <a:lnTo>
                    <a:pt x="2782221" y="1034580"/>
                  </a:lnTo>
                  <a:lnTo>
                    <a:pt x="2782408" y="1029524"/>
                  </a:lnTo>
                  <a:lnTo>
                    <a:pt x="2782595" y="1024581"/>
                  </a:lnTo>
                  <a:lnTo>
                    <a:pt x="2782782" y="1018892"/>
                  </a:lnTo>
                  <a:lnTo>
                    <a:pt x="2782969" y="1011024"/>
                  </a:lnTo>
                  <a:lnTo>
                    <a:pt x="2783156" y="1001321"/>
                  </a:lnTo>
                  <a:lnTo>
                    <a:pt x="2783343" y="991096"/>
                  </a:lnTo>
                  <a:lnTo>
                    <a:pt x="2783530" y="981238"/>
                  </a:lnTo>
                  <a:lnTo>
                    <a:pt x="2783717" y="971969"/>
                  </a:lnTo>
                  <a:lnTo>
                    <a:pt x="2783904" y="963407"/>
                  </a:lnTo>
                  <a:lnTo>
                    <a:pt x="2784091" y="954665"/>
                  </a:lnTo>
                  <a:lnTo>
                    <a:pt x="2784278" y="946661"/>
                  </a:lnTo>
                  <a:lnTo>
                    <a:pt x="2784464" y="940121"/>
                  </a:lnTo>
                  <a:lnTo>
                    <a:pt x="2784651" y="934521"/>
                  </a:lnTo>
                  <a:lnTo>
                    <a:pt x="2784838" y="929348"/>
                  </a:lnTo>
                  <a:lnTo>
                    <a:pt x="2785025" y="924768"/>
                  </a:lnTo>
                  <a:lnTo>
                    <a:pt x="2785212" y="916082"/>
                  </a:lnTo>
                  <a:lnTo>
                    <a:pt x="2785399" y="907187"/>
                  </a:lnTo>
                  <a:lnTo>
                    <a:pt x="2785586" y="900053"/>
                  </a:lnTo>
                  <a:lnTo>
                    <a:pt x="2785773" y="894269"/>
                  </a:lnTo>
                  <a:lnTo>
                    <a:pt x="2785960" y="888973"/>
                  </a:lnTo>
                  <a:lnTo>
                    <a:pt x="2786147" y="884436"/>
                  </a:lnTo>
                  <a:lnTo>
                    <a:pt x="2786334" y="880333"/>
                  </a:lnTo>
                  <a:lnTo>
                    <a:pt x="2786521" y="877064"/>
                  </a:lnTo>
                  <a:lnTo>
                    <a:pt x="2786708" y="874786"/>
                  </a:lnTo>
                  <a:lnTo>
                    <a:pt x="2786894" y="874403"/>
                  </a:lnTo>
                  <a:lnTo>
                    <a:pt x="2787081" y="874960"/>
                  </a:lnTo>
                  <a:lnTo>
                    <a:pt x="2787268" y="875813"/>
                  </a:lnTo>
                  <a:lnTo>
                    <a:pt x="2787455" y="876601"/>
                  </a:lnTo>
                  <a:lnTo>
                    <a:pt x="2787642" y="877561"/>
                  </a:lnTo>
                  <a:lnTo>
                    <a:pt x="2787829" y="879706"/>
                  </a:lnTo>
                  <a:lnTo>
                    <a:pt x="2788016" y="881325"/>
                  </a:lnTo>
                  <a:lnTo>
                    <a:pt x="2788203" y="883077"/>
                  </a:lnTo>
                  <a:lnTo>
                    <a:pt x="2788390" y="883891"/>
                  </a:lnTo>
                  <a:lnTo>
                    <a:pt x="2788577" y="883709"/>
                  </a:lnTo>
                  <a:lnTo>
                    <a:pt x="2788764" y="884311"/>
                  </a:lnTo>
                  <a:lnTo>
                    <a:pt x="2788951" y="885125"/>
                  </a:lnTo>
                  <a:lnTo>
                    <a:pt x="2789138" y="887272"/>
                  </a:lnTo>
                  <a:lnTo>
                    <a:pt x="2789324" y="889460"/>
                  </a:lnTo>
                  <a:lnTo>
                    <a:pt x="2789511" y="891222"/>
                  </a:lnTo>
                  <a:lnTo>
                    <a:pt x="2789698" y="893209"/>
                  </a:lnTo>
                  <a:lnTo>
                    <a:pt x="2789885" y="894552"/>
                  </a:lnTo>
                  <a:lnTo>
                    <a:pt x="2790072" y="893805"/>
                  </a:lnTo>
                  <a:lnTo>
                    <a:pt x="2790259" y="892256"/>
                  </a:lnTo>
                  <a:lnTo>
                    <a:pt x="2790446" y="890540"/>
                  </a:lnTo>
                  <a:lnTo>
                    <a:pt x="2790633" y="888917"/>
                  </a:lnTo>
                  <a:lnTo>
                    <a:pt x="2790820" y="887860"/>
                  </a:lnTo>
                  <a:lnTo>
                    <a:pt x="2791007" y="886597"/>
                  </a:lnTo>
                  <a:lnTo>
                    <a:pt x="2791194" y="886212"/>
                  </a:lnTo>
                  <a:lnTo>
                    <a:pt x="2791381" y="886576"/>
                  </a:lnTo>
                  <a:lnTo>
                    <a:pt x="2791567" y="887724"/>
                  </a:lnTo>
                  <a:lnTo>
                    <a:pt x="2791754" y="888917"/>
                  </a:lnTo>
                  <a:lnTo>
                    <a:pt x="2791941" y="890188"/>
                  </a:lnTo>
                  <a:lnTo>
                    <a:pt x="2792128" y="891341"/>
                  </a:lnTo>
                  <a:lnTo>
                    <a:pt x="2792315" y="892760"/>
                  </a:lnTo>
                  <a:lnTo>
                    <a:pt x="2792502" y="894500"/>
                  </a:lnTo>
                  <a:lnTo>
                    <a:pt x="2792689" y="896301"/>
                  </a:lnTo>
                  <a:lnTo>
                    <a:pt x="2792876" y="898434"/>
                  </a:lnTo>
                  <a:lnTo>
                    <a:pt x="2793063" y="899149"/>
                  </a:lnTo>
                  <a:lnTo>
                    <a:pt x="2793250" y="899325"/>
                  </a:lnTo>
                  <a:lnTo>
                    <a:pt x="2793437" y="900701"/>
                  </a:lnTo>
                  <a:lnTo>
                    <a:pt x="2793624" y="900947"/>
                  </a:lnTo>
                  <a:lnTo>
                    <a:pt x="2793811" y="901111"/>
                  </a:lnTo>
                  <a:lnTo>
                    <a:pt x="2793997" y="900336"/>
                  </a:lnTo>
                  <a:lnTo>
                    <a:pt x="2794184" y="898525"/>
                  </a:lnTo>
                  <a:lnTo>
                    <a:pt x="2794371" y="897401"/>
                  </a:lnTo>
                  <a:lnTo>
                    <a:pt x="2794558" y="895693"/>
                  </a:lnTo>
                  <a:lnTo>
                    <a:pt x="2794745" y="893830"/>
                  </a:lnTo>
                  <a:lnTo>
                    <a:pt x="2794932" y="892069"/>
                  </a:lnTo>
                  <a:lnTo>
                    <a:pt x="2795119" y="890416"/>
                  </a:lnTo>
                  <a:lnTo>
                    <a:pt x="2795306" y="887618"/>
                  </a:lnTo>
                  <a:lnTo>
                    <a:pt x="2795493" y="885007"/>
                  </a:lnTo>
                  <a:lnTo>
                    <a:pt x="2795680" y="882671"/>
                  </a:lnTo>
                  <a:lnTo>
                    <a:pt x="2795867" y="879778"/>
                  </a:lnTo>
                  <a:lnTo>
                    <a:pt x="2796054" y="877060"/>
                  </a:lnTo>
                  <a:lnTo>
                    <a:pt x="2796241" y="874342"/>
                  </a:lnTo>
                  <a:lnTo>
                    <a:pt x="2796427" y="871112"/>
                  </a:lnTo>
                  <a:lnTo>
                    <a:pt x="2796614" y="868337"/>
                  </a:lnTo>
                  <a:lnTo>
                    <a:pt x="2796801" y="863128"/>
                  </a:lnTo>
                  <a:lnTo>
                    <a:pt x="2796988" y="860741"/>
                  </a:lnTo>
                  <a:lnTo>
                    <a:pt x="2797175" y="859377"/>
                  </a:lnTo>
                  <a:lnTo>
                    <a:pt x="2797362" y="859260"/>
                  </a:lnTo>
                  <a:lnTo>
                    <a:pt x="2797549" y="859345"/>
                  </a:lnTo>
                  <a:lnTo>
                    <a:pt x="2797736" y="859635"/>
                  </a:lnTo>
                  <a:lnTo>
                    <a:pt x="2797923" y="860068"/>
                  </a:lnTo>
                  <a:lnTo>
                    <a:pt x="2798110" y="860214"/>
                  </a:lnTo>
                  <a:lnTo>
                    <a:pt x="2798297" y="860086"/>
                  </a:lnTo>
                  <a:lnTo>
                    <a:pt x="2798484" y="859567"/>
                  </a:lnTo>
                  <a:lnTo>
                    <a:pt x="2798670" y="859319"/>
                  </a:lnTo>
                  <a:lnTo>
                    <a:pt x="2798857" y="858759"/>
                  </a:lnTo>
                  <a:lnTo>
                    <a:pt x="2799044" y="857823"/>
                  </a:lnTo>
                  <a:lnTo>
                    <a:pt x="2799231" y="856685"/>
                  </a:lnTo>
                  <a:lnTo>
                    <a:pt x="2799418" y="855584"/>
                  </a:lnTo>
                  <a:lnTo>
                    <a:pt x="2799605" y="854320"/>
                  </a:lnTo>
                  <a:lnTo>
                    <a:pt x="2799792" y="852638"/>
                  </a:lnTo>
                  <a:lnTo>
                    <a:pt x="2799979" y="850356"/>
                  </a:lnTo>
                  <a:lnTo>
                    <a:pt x="2800166" y="847508"/>
                  </a:lnTo>
                  <a:lnTo>
                    <a:pt x="2800353" y="844741"/>
                  </a:lnTo>
                  <a:lnTo>
                    <a:pt x="2800540" y="839857"/>
                  </a:lnTo>
                  <a:lnTo>
                    <a:pt x="2800727" y="834565"/>
                  </a:lnTo>
                  <a:lnTo>
                    <a:pt x="2800914" y="829656"/>
                  </a:lnTo>
                  <a:lnTo>
                    <a:pt x="2801100" y="825951"/>
                  </a:lnTo>
                  <a:lnTo>
                    <a:pt x="2801287" y="823236"/>
                  </a:lnTo>
                  <a:lnTo>
                    <a:pt x="2801474" y="821085"/>
                  </a:lnTo>
                  <a:lnTo>
                    <a:pt x="2801661" y="820384"/>
                  </a:lnTo>
                  <a:lnTo>
                    <a:pt x="2801848" y="821288"/>
                  </a:lnTo>
                  <a:lnTo>
                    <a:pt x="2802035" y="822384"/>
                  </a:lnTo>
                  <a:lnTo>
                    <a:pt x="2802222" y="823059"/>
                  </a:lnTo>
                  <a:lnTo>
                    <a:pt x="2802409" y="823295"/>
                  </a:lnTo>
                  <a:lnTo>
                    <a:pt x="2802596" y="823758"/>
                  </a:lnTo>
                  <a:lnTo>
                    <a:pt x="2802783" y="824729"/>
                  </a:lnTo>
                  <a:lnTo>
                    <a:pt x="2802970" y="825382"/>
                  </a:lnTo>
                  <a:lnTo>
                    <a:pt x="2803157" y="825699"/>
                  </a:lnTo>
                  <a:lnTo>
                    <a:pt x="2803343" y="826345"/>
                  </a:lnTo>
                  <a:lnTo>
                    <a:pt x="2803530" y="827566"/>
                  </a:lnTo>
                  <a:lnTo>
                    <a:pt x="2803717" y="829143"/>
                  </a:lnTo>
                  <a:lnTo>
                    <a:pt x="2803904" y="830561"/>
                  </a:lnTo>
                  <a:lnTo>
                    <a:pt x="2804091" y="830782"/>
                  </a:lnTo>
                  <a:lnTo>
                    <a:pt x="2804278" y="830027"/>
                  </a:lnTo>
                  <a:lnTo>
                    <a:pt x="2804465" y="830938"/>
                  </a:lnTo>
                  <a:lnTo>
                    <a:pt x="2804652" y="830772"/>
                  </a:lnTo>
                  <a:lnTo>
                    <a:pt x="2804839" y="831008"/>
                  </a:lnTo>
                  <a:lnTo>
                    <a:pt x="2805026" y="831156"/>
                  </a:lnTo>
                  <a:lnTo>
                    <a:pt x="2805213" y="832109"/>
                  </a:lnTo>
                  <a:lnTo>
                    <a:pt x="2805400" y="832848"/>
                  </a:lnTo>
                  <a:lnTo>
                    <a:pt x="2805587" y="832915"/>
                  </a:lnTo>
                  <a:lnTo>
                    <a:pt x="2805773" y="832697"/>
                  </a:lnTo>
                  <a:lnTo>
                    <a:pt x="2805960" y="832704"/>
                  </a:lnTo>
                  <a:lnTo>
                    <a:pt x="2806147" y="832716"/>
                  </a:lnTo>
                  <a:lnTo>
                    <a:pt x="2806334" y="835330"/>
                  </a:lnTo>
                  <a:lnTo>
                    <a:pt x="2806521" y="837421"/>
                  </a:lnTo>
                  <a:lnTo>
                    <a:pt x="2806708" y="840818"/>
                  </a:lnTo>
                  <a:lnTo>
                    <a:pt x="2806895" y="844291"/>
                  </a:lnTo>
                  <a:lnTo>
                    <a:pt x="2807082" y="846362"/>
                  </a:lnTo>
                  <a:lnTo>
                    <a:pt x="2807269" y="849150"/>
                  </a:lnTo>
                  <a:lnTo>
                    <a:pt x="2807456" y="850530"/>
                  </a:lnTo>
                  <a:lnTo>
                    <a:pt x="2807643" y="852300"/>
                  </a:lnTo>
                  <a:lnTo>
                    <a:pt x="2807830" y="853802"/>
                  </a:lnTo>
                  <a:lnTo>
                    <a:pt x="2808017" y="853109"/>
                  </a:lnTo>
                  <a:lnTo>
                    <a:pt x="2808203" y="852201"/>
                  </a:lnTo>
                  <a:lnTo>
                    <a:pt x="2808390" y="852050"/>
                  </a:lnTo>
                  <a:lnTo>
                    <a:pt x="2808577" y="852648"/>
                  </a:lnTo>
                  <a:lnTo>
                    <a:pt x="2808764" y="854444"/>
                  </a:lnTo>
                  <a:lnTo>
                    <a:pt x="2808951" y="855711"/>
                  </a:lnTo>
                  <a:lnTo>
                    <a:pt x="2809138" y="856831"/>
                  </a:lnTo>
                  <a:lnTo>
                    <a:pt x="2809325" y="859038"/>
                  </a:lnTo>
                  <a:lnTo>
                    <a:pt x="2809512" y="862627"/>
                  </a:lnTo>
                  <a:lnTo>
                    <a:pt x="2809699" y="867613"/>
                  </a:lnTo>
                  <a:lnTo>
                    <a:pt x="2809886" y="872825"/>
                  </a:lnTo>
                  <a:lnTo>
                    <a:pt x="2810073" y="877910"/>
                  </a:lnTo>
                  <a:lnTo>
                    <a:pt x="2810260" y="882821"/>
                  </a:lnTo>
                  <a:lnTo>
                    <a:pt x="2810446" y="886964"/>
                  </a:lnTo>
                  <a:lnTo>
                    <a:pt x="2810633" y="890297"/>
                  </a:lnTo>
                  <a:lnTo>
                    <a:pt x="2810820" y="893886"/>
                  </a:lnTo>
                  <a:lnTo>
                    <a:pt x="2811007" y="897649"/>
                  </a:lnTo>
                  <a:lnTo>
                    <a:pt x="2811194" y="900949"/>
                  </a:lnTo>
                  <a:lnTo>
                    <a:pt x="2811381" y="903932"/>
                  </a:lnTo>
                  <a:lnTo>
                    <a:pt x="2811568" y="906307"/>
                  </a:lnTo>
                  <a:lnTo>
                    <a:pt x="2811755" y="907601"/>
                  </a:lnTo>
                  <a:lnTo>
                    <a:pt x="2811942" y="909547"/>
                  </a:lnTo>
                  <a:lnTo>
                    <a:pt x="2812129" y="911058"/>
                  </a:lnTo>
                  <a:lnTo>
                    <a:pt x="2812316" y="912726"/>
                  </a:lnTo>
                  <a:lnTo>
                    <a:pt x="2812503" y="913687"/>
                  </a:lnTo>
                  <a:lnTo>
                    <a:pt x="2812690" y="912485"/>
                  </a:lnTo>
                  <a:lnTo>
                    <a:pt x="2812876" y="910290"/>
                  </a:lnTo>
                  <a:lnTo>
                    <a:pt x="2813063" y="905877"/>
                  </a:lnTo>
                  <a:lnTo>
                    <a:pt x="2813250" y="899920"/>
                  </a:lnTo>
                  <a:lnTo>
                    <a:pt x="2813437" y="892337"/>
                  </a:lnTo>
                  <a:lnTo>
                    <a:pt x="2813624" y="883279"/>
                  </a:lnTo>
                  <a:lnTo>
                    <a:pt x="2813811" y="873289"/>
                  </a:lnTo>
                  <a:lnTo>
                    <a:pt x="2813998" y="862340"/>
                  </a:lnTo>
                  <a:lnTo>
                    <a:pt x="2814185" y="849742"/>
                  </a:lnTo>
                  <a:lnTo>
                    <a:pt x="2814372" y="841034"/>
                  </a:lnTo>
                  <a:lnTo>
                    <a:pt x="2814559" y="835023"/>
                  </a:lnTo>
                  <a:lnTo>
                    <a:pt x="2814746" y="829252"/>
                  </a:lnTo>
                  <a:lnTo>
                    <a:pt x="2814933" y="823409"/>
                  </a:lnTo>
                  <a:lnTo>
                    <a:pt x="2815120" y="817753"/>
                  </a:lnTo>
                  <a:lnTo>
                    <a:pt x="2815306" y="811139"/>
                  </a:lnTo>
                  <a:lnTo>
                    <a:pt x="2815493" y="804433"/>
                  </a:lnTo>
                  <a:lnTo>
                    <a:pt x="2815680" y="796645"/>
                  </a:lnTo>
                  <a:lnTo>
                    <a:pt x="2815867" y="789502"/>
                  </a:lnTo>
                  <a:lnTo>
                    <a:pt x="2816054" y="783231"/>
                  </a:lnTo>
                  <a:lnTo>
                    <a:pt x="2816241" y="777087"/>
                  </a:lnTo>
                  <a:lnTo>
                    <a:pt x="2816428" y="770661"/>
                  </a:lnTo>
                  <a:lnTo>
                    <a:pt x="2816615" y="764038"/>
                  </a:lnTo>
                  <a:lnTo>
                    <a:pt x="2816802" y="757327"/>
                  </a:lnTo>
                  <a:lnTo>
                    <a:pt x="2816989" y="752053"/>
                  </a:lnTo>
                  <a:lnTo>
                    <a:pt x="2817176" y="747225"/>
                  </a:lnTo>
                  <a:lnTo>
                    <a:pt x="2817363" y="742332"/>
                  </a:lnTo>
                  <a:lnTo>
                    <a:pt x="2817549" y="736780"/>
                  </a:lnTo>
                  <a:lnTo>
                    <a:pt x="2817736" y="729802"/>
                  </a:lnTo>
                  <a:lnTo>
                    <a:pt x="2817923" y="720809"/>
                  </a:lnTo>
                  <a:lnTo>
                    <a:pt x="2818110" y="707896"/>
                  </a:lnTo>
                  <a:lnTo>
                    <a:pt x="2818297" y="696303"/>
                  </a:lnTo>
                  <a:lnTo>
                    <a:pt x="2818484" y="686213"/>
                  </a:lnTo>
                  <a:lnTo>
                    <a:pt x="2818671" y="677508"/>
                  </a:lnTo>
                  <a:lnTo>
                    <a:pt x="2818858" y="669063"/>
                  </a:lnTo>
                  <a:lnTo>
                    <a:pt x="2819045" y="661709"/>
                  </a:lnTo>
                  <a:lnTo>
                    <a:pt x="2819232" y="651893"/>
                  </a:lnTo>
                  <a:lnTo>
                    <a:pt x="2819419" y="646863"/>
                  </a:lnTo>
                  <a:lnTo>
                    <a:pt x="2819606" y="643695"/>
                  </a:lnTo>
                  <a:lnTo>
                    <a:pt x="2819793" y="639804"/>
                  </a:lnTo>
                  <a:lnTo>
                    <a:pt x="2819979" y="635795"/>
                  </a:lnTo>
                  <a:lnTo>
                    <a:pt x="2820166" y="635391"/>
                  </a:lnTo>
                  <a:lnTo>
                    <a:pt x="2820353" y="635772"/>
                  </a:lnTo>
                  <a:lnTo>
                    <a:pt x="2820540" y="638250"/>
                  </a:lnTo>
                  <a:lnTo>
                    <a:pt x="2820727" y="640903"/>
                  </a:lnTo>
                  <a:lnTo>
                    <a:pt x="2820914" y="643746"/>
                  </a:lnTo>
                  <a:lnTo>
                    <a:pt x="2821101" y="647290"/>
                  </a:lnTo>
                  <a:lnTo>
                    <a:pt x="2821288" y="649562"/>
                  </a:lnTo>
                  <a:lnTo>
                    <a:pt x="2821475" y="652659"/>
                  </a:lnTo>
                  <a:lnTo>
                    <a:pt x="2821662" y="655815"/>
                  </a:lnTo>
                  <a:lnTo>
                    <a:pt x="2821849" y="659904"/>
                  </a:lnTo>
                  <a:lnTo>
                    <a:pt x="2822036" y="664835"/>
                  </a:lnTo>
                  <a:lnTo>
                    <a:pt x="2822222" y="669255"/>
                  </a:lnTo>
                  <a:lnTo>
                    <a:pt x="2822409" y="674209"/>
                  </a:lnTo>
                  <a:lnTo>
                    <a:pt x="2822596" y="684032"/>
                  </a:lnTo>
                  <a:lnTo>
                    <a:pt x="2822783" y="692741"/>
                  </a:lnTo>
                  <a:lnTo>
                    <a:pt x="2822970" y="698994"/>
                  </a:lnTo>
                  <a:lnTo>
                    <a:pt x="2823157" y="704270"/>
                  </a:lnTo>
                  <a:lnTo>
                    <a:pt x="2823344" y="708417"/>
                  </a:lnTo>
                  <a:lnTo>
                    <a:pt x="2823531" y="712707"/>
                  </a:lnTo>
                  <a:lnTo>
                    <a:pt x="2823718" y="716851"/>
                  </a:lnTo>
                  <a:lnTo>
                    <a:pt x="2823905" y="719911"/>
                  </a:lnTo>
                  <a:lnTo>
                    <a:pt x="2824092" y="721809"/>
                  </a:lnTo>
                  <a:lnTo>
                    <a:pt x="2824279" y="722022"/>
                  </a:lnTo>
                  <a:lnTo>
                    <a:pt x="2824466" y="721772"/>
                  </a:lnTo>
                  <a:lnTo>
                    <a:pt x="2824652" y="720984"/>
                  </a:lnTo>
                  <a:lnTo>
                    <a:pt x="2824839" y="720030"/>
                  </a:lnTo>
                  <a:lnTo>
                    <a:pt x="2825026" y="718498"/>
                  </a:lnTo>
                  <a:lnTo>
                    <a:pt x="2825213" y="715367"/>
                  </a:lnTo>
                  <a:lnTo>
                    <a:pt x="2825400" y="711494"/>
                  </a:lnTo>
                  <a:lnTo>
                    <a:pt x="2825587" y="707568"/>
                  </a:lnTo>
                  <a:lnTo>
                    <a:pt x="2825774" y="704206"/>
                  </a:lnTo>
                  <a:lnTo>
                    <a:pt x="2825961" y="700661"/>
                  </a:lnTo>
                  <a:lnTo>
                    <a:pt x="2826148" y="696484"/>
                  </a:lnTo>
                  <a:lnTo>
                    <a:pt x="2826335" y="691803"/>
                  </a:lnTo>
                  <a:lnTo>
                    <a:pt x="2826522" y="687023"/>
                  </a:lnTo>
                  <a:lnTo>
                    <a:pt x="2826709" y="682290"/>
                  </a:lnTo>
                  <a:lnTo>
                    <a:pt x="2826896" y="676890"/>
                  </a:lnTo>
                  <a:lnTo>
                    <a:pt x="2827082" y="669314"/>
                  </a:lnTo>
                  <a:lnTo>
                    <a:pt x="2827269" y="661851"/>
                  </a:lnTo>
                  <a:lnTo>
                    <a:pt x="2827456" y="651765"/>
                  </a:lnTo>
                  <a:lnTo>
                    <a:pt x="2827643" y="640591"/>
                  </a:lnTo>
                  <a:lnTo>
                    <a:pt x="2827830" y="628840"/>
                  </a:lnTo>
                  <a:lnTo>
                    <a:pt x="2828017" y="616583"/>
                  </a:lnTo>
                  <a:lnTo>
                    <a:pt x="2828204" y="604144"/>
                  </a:lnTo>
                  <a:lnTo>
                    <a:pt x="2828391" y="592464"/>
                  </a:lnTo>
                  <a:lnTo>
                    <a:pt x="2828578" y="579330"/>
                  </a:lnTo>
                  <a:lnTo>
                    <a:pt x="2828765" y="570285"/>
                  </a:lnTo>
                  <a:lnTo>
                    <a:pt x="2828952" y="561422"/>
                  </a:lnTo>
                  <a:lnTo>
                    <a:pt x="2829139" y="552012"/>
                  </a:lnTo>
                  <a:lnTo>
                    <a:pt x="2829325" y="541992"/>
                  </a:lnTo>
                  <a:lnTo>
                    <a:pt x="2829512" y="531247"/>
                  </a:lnTo>
                  <a:lnTo>
                    <a:pt x="2829699" y="520148"/>
                  </a:lnTo>
                  <a:lnTo>
                    <a:pt x="2829886" y="508522"/>
                  </a:lnTo>
                  <a:lnTo>
                    <a:pt x="2830073" y="496737"/>
                  </a:lnTo>
                  <a:lnTo>
                    <a:pt x="2830260" y="489285"/>
                  </a:lnTo>
                  <a:lnTo>
                    <a:pt x="2830447" y="484575"/>
                  </a:lnTo>
                  <a:lnTo>
                    <a:pt x="2830634" y="480725"/>
                  </a:lnTo>
                  <a:lnTo>
                    <a:pt x="2830821" y="477002"/>
                  </a:lnTo>
                  <a:lnTo>
                    <a:pt x="2831008" y="473868"/>
                  </a:lnTo>
                  <a:lnTo>
                    <a:pt x="2831195" y="471579"/>
                  </a:lnTo>
                  <a:lnTo>
                    <a:pt x="2831382" y="469915"/>
                  </a:lnTo>
                  <a:lnTo>
                    <a:pt x="2831569" y="469280"/>
                  </a:lnTo>
                  <a:lnTo>
                    <a:pt x="2831755" y="469721"/>
                  </a:lnTo>
                  <a:lnTo>
                    <a:pt x="2831942" y="471210"/>
                  </a:lnTo>
                  <a:lnTo>
                    <a:pt x="2832129" y="473659"/>
                  </a:lnTo>
                  <a:lnTo>
                    <a:pt x="2832316" y="477208"/>
                  </a:lnTo>
                  <a:lnTo>
                    <a:pt x="2832503" y="481276"/>
                  </a:lnTo>
                  <a:lnTo>
                    <a:pt x="2832690" y="485836"/>
                  </a:lnTo>
                  <a:lnTo>
                    <a:pt x="2832877" y="490400"/>
                  </a:lnTo>
                  <a:lnTo>
                    <a:pt x="2833064" y="493163"/>
                  </a:lnTo>
                  <a:lnTo>
                    <a:pt x="2833251" y="496186"/>
                  </a:lnTo>
                  <a:lnTo>
                    <a:pt x="2833438" y="499281"/>
                  </a:lnTo>
                  <a:lnTo>
                    <a:pt x="2833625" y="500806"/>
                  </a:lnTo>
                  <a:lnTo>
                    <a:pt x="2833812" y="502467"/>
                  </a:lnTo>
                  <a:lnTo>
                    <a:pt x="2833999" y="502430"/>
                  </a:lnTo>
                  <a:lnTo>
                    <a:pt x="2834185" y="506017"/>
                  </a:lnTo>
                  <a:lnTo>
                    <a:pt x="2834372" y="506887"/>
                  </a:lnTo>
                  <a:lnTo>
                    <a:pt x="2834559" y="507203"/>
                  </a:lnTo>
                  <a:lnTo>
                    <a:pt x="2834746" y="505656"/>
                  </a:lnTo>
                  <a:lnTo>
                    <a:pt x="2834933" y="503412"/>
                  </a:lnTo>
                  <a:lnTo>
                    <a:pt x="2835120" y="500479"/>
                  </a:lnTo>
                  <a:lnTo>
                    <a:pt x="2835307" y="497124"/>
                  </a:lnTo>
                  <a:lnTo>
                    <a:pt x="2835494" y="493721"/>
                  </a:lnTo>
                  <a:lnTo>
                    <a:pt x="2835681" y="490817"/>
                  </a:lnTo>
                  <a:lnTo>
                    <a:pt x="2835868" y="489114"/>
                  </a:lnTo>
                  <a:lnTo>
                    <a:pt x="2836055" y="487832"/>
                  </a:lnTo>
                  <a:lnTo>
                    <a:pt x="2836242" y="487631"/>
                  </a:lnTo>
                  <a:lnTo>
                    <a:pt x="2836428" y="487864"/>
                  </a:lnTo>
                  <a:lnTo>
                    <a:pt x="2836615" y="486908"/>
                  </a:lnTo>
                  <a:lnTo>
                    <a:pt x="2836802" y="484487"/>
                  </a:lnTo>
                  <a:lnTo>
                    <a:pt x="2836989" y="480486"/>
                  </a:lnTo>
                  <a:lnTo>
                    <a:pt x="2837176" y="476175"/>
                  </a:lnTo>
                  <a:lnTo>
                    <a:pt x="2837363" y="471820"/>
                  </a:lnTo>
                  <a:lnTo>
                    <a:pt x="2837550" y="467339"/>
                  </a:lnTo>
                  <a:lnTo>
                    <a:pt x="2837737" y="463992"/>
                  </a:lnTo>
                  <a:lnTo>
                    <a:pt x="2837924" y="463134"/>
                  </a:lnTo>
                  <a:lnTo>
                    <a:pt x="2838111" y="465151"/>
                  </a:lnTo>
                  <a:lnTo>
                    <a:pt x="2838298" y="466358"/>
                  </a:lnTo>
                  <a:lnTo>
                    <a:pt x="2838485" y="466210"/>
                  </a:lnTo>
                  <a:lnTo>
                    <a:pt x="2838672" y="463600"/>
                  </a:lnTo>
                  <a:lnTo>
                    <a:pt x="2838858" y="461371"/>
                  </a:lnTo>
                  <a:lnTo>
                    <a:pt x="2839045" y="458016"/>
                  </a:lnTo>
                  <a:lnTo>
                    <a:pt x="2839232" y="452512"/>
                  </a:lnTo>
                  <a:lnTo>
                    <a:pt x="2839419" y="446844"/>
                  </a:lnTo>
                  <a:lnTo>
                    <a:pt x="2839606" y="441413"/>
                  </a:lnTo>
                  <a:lnTo>
                    <a:pt x="2839793" y="437137"/>
                  </a:lnTo>
                  <a:lnTo>
                    <a:pt x="2839980" y="432295"/>
                  </a:lnTo>
                  <a:lnTo>
                    <a:pt x="2840167" y="428660"/>
                  </a:lnTo>
                  <a:lnTo>
                    <a:pt x="2840354" y="424584"/>
                  </a:lnTo>
                  <a:lnTo>
                    <a:pt x="2840541" y="419844"/>
                  </a:lnTo>
                  <a:lnTo>
                    <a:pt x="2840728" y="414282"/>
                  </a:lnTo>
                  <a:lnTo>
                    <a:pt x="2840915" y="408032"/>
                  </a:lnTo>
                  <a:lnTo>
                    <a:pt x="2841101" y="402998"/>
                  </a:lnTo>
                  <a:lnTo>
                    <a:pt x="2841288" y="397904"/>
                  </a:lnTo>
                  <a:lnTo>
                    <a:pt x="2841475" y="395133"/>
                  </a:lnTo>
                  <a:lnTo>
                    <a:pt x="2841662" y="394092"/>
                  </a:lnTo>
                  <a:lnTo>
                    <a:pt x="2841849" y="392525"/>
                  </a:lnTo>
                  <a:lnTo>
                    <a:pt x="2842036" y="392171"/>
                  </a:lnTo>
                  <a:lnTo>
                    <a:pt x="2842223" y="391181"/>
                  </a:lnTo>
                  <a:lnTo>
                    <a:pt x="2842410" y="390792"/>
                  </a:lnTo>
                  <a:lnTo>
                    <a:pt x="2842597" y="390146"/>
                  </a:lnTo>
                  <a:lnTo>
                    <a:pt x="2842784" y="390639"/>
                  </a:lnTo>
                  <a:lnTo>
                    <a:pt x="2842971" y="392372"/>
                  </a:lnTo>
                  <a:lnTo>
                    <a:pt x="2843158" y="395032"/>
                  </a:lnTo>
                  <a:lnTo>
                    <a:pt x="2843345" y="397051"/>
                  </a:lnTo>
                  <a:lnTo>
                    <a:pt x="2843531" y="400039"/>
                  </a:lnTo>
                  <a:lnTo>
                    <a:pt x="2843718" y="403615"/>
                  </a:lnTo>
                  <a:lnTo>
                    <a:pt x="2843905" y="405771"/>
                  </a:lnTo>
                  <a:lnTo>
                    <a:pt x="2844092" y="409825"/>
                  </a:lnTo>
                  <a:lnTo>
                    <a:pt x="2844279" y="413254"/>
                  </a:lnTo>
                  <a:lnTo>
                    <a:pt x="2844466" y="417209"/>
                  </a:lnTo>
                  <a:lnTo>
                    <a:pt x="2844653" y="420671"/>
                  </a:lnTo>
                  <a:lnTo>
                    <a:pt x="2844840" y="425658"/>
                  </a:lnTo>
                  <a:lnTo>
                    <a:pt x="2845027" y="429937"/>
                  </a:lnTo>
                  <a:lnTo>
                    <a:pt x="2845214" y="433828"/>
                  </a:lnTo>
                  <a:lnTo>
                    <a:pt x="2845401" y="439941"/>
                  </a:lnTo>
                  <a:lnTo>
                    <a:pt x="2845588" y="444434"/>
                  </a:lnTo>
                  <a:lnTo>
                    <a:pt x="2845775" y="447608"/>
                  </a:lnTo>
                  <a:lnTo>
                    <a:pt x="2845961" y="449347"/>
                  </a:lnTo>
                  <a:lnTo>
                    <a:pt x="2846148" y="449769"/>
                  </a:lnTo>
                  <a:lnTo>
                    <a:pt x="2846335" y="449985"/>
                  </a:lnTo>
                  <a:lnTo>
                    <a:pt x="2846522" y="449928"/>
                  </a:lnTo>
                  <a:lnTo>
                    <a:pt x="2846709" y="448681"/>
                  </a:lnTo>
                  <a:lnTo>
                    <a:pt x="2846896" y="446482"/>
                  </a:lnTo>
                  <a:lnTo>
                    <a:pt x="2847083" y="442613"/>
                  </a:lnTo>
                  <a:lnTo>
                    <a:pt x="2847270" y="438145"/>
                  </a:lnTo>
                  <a:lnTo>
                    <a:pt x="2847457" y="433509"/>
                  </a:lnTo>
                  <a:lnTo>
                    <a:pt x="2847644" y="429065"/>
                  </a:lnTo>
                  <a:lnTo>
                    <a:pt x="2847831" y="425230"/>
                  </a:lnTo>
                  <a:lnTo>
                    <a:pt x="2848018" y="421269"/>
                  </a:lnTo>
                  <a:lnTo>
                    <a:pt x="2848204" y="417616"/>
                  </a:lnTo>
                  <a:lnTo>
                    <a:pt x="2848391" y="414397"/>
                  </a:lnTo>
                  <a:lnTo>
                    <a:pt x="2848578" y="411534"/>
                  </a:lnTo>
                  <a:lnTo>
                    <a:pt x="2848765" y="409161"/>
                  </a:lnTo>
                  <a:lnTo>
                    <a:pt x="2848952" y="407912"/>
                  </a:lnTo>
                  <a:lnTo>
                    <a:pt x="2849139" y="407244"/>
                  </a:lnTo>
                  <a:lnTo>
                    <a:pt x="2849326" y="406163"/>
                  </a:lnTo>
                  <a:lnTo>
                    <a:pt x="2849513" y="405664"/>
                  </a:lnTo>
                  <a:lnTo>
                    <a:pt x="2849700" y="405657"/>
                  </a:lnTo>
                  <a:lnTo>
                    <a:pt x="2849887" y="407151"/>
                  </a:lnTo>
                  <a:lnTo>
                    <a:pt x="2850074" y="410327"/>
                  </a:lnTo>
                  <a:lnTo>
                    <a:pt x="2850261" y="414997"/>
                  </a:lnTo>
                  <a:lnTo>
                    <a:pt x="2850448" y="420888"/>
                  </a:lnTo>
                  <a:lnTo>
                    <a:pt x="2850634" y="428568"/>
                  </a:lnTo>
                  <a:lnTo>
                    <a:pt x="2850821" y="437822"/>
                  </a:lnTo>
                  <a:lnTo>
                    <a:pt x="2851008" y="448038"/>
                  </a:lnTo>
                  <a:lnTo>
                    <a:pt x="2851195" y="458191"/>
                  </a:lnTo>
                  <a:lnTo>
                    <a:pt x="2851382" y="468571"/>
                  </a:lnTo>
                  <a:lnTo>
                    <a:pt x="2851569" y="479901"/>
                  </a:lnTo>
                  <a:lnTo>
                    <a:pt x="2851756" y="487072"/>
                  </a:lnTo>
                  <a:lnTo>
                    <a:pt x="2851943" y="491937"/>
                  </a:lnTo>
                  <a:lnTo>
                    <a:pt x="2852130" y="497255"/>
                  </a:lnTo>
                  <a:lnTo>
                    <a:pt x="2852317" y="502244"/>
                  </a:lnTo>
                  <a:lnTo>
                    <a:pt x="2852504" y="506233"/>
                  </a:lnTo>
                  <a:lnTo>
                    <a:pt x="2852691" y="511088"/>
                  </a:lnTo>
                  <a:lnTo>
                    <a:pt x="2852878" y="515990"/>
                  </a:lnTo>
                  <a:lnTo>
                    <a:pt x="2853064" y="521010"/>
                  </a:lnTo>
                  <a:lnTo>
                    <a:pt x="2853251" y="525665"/>
                  </a:lnTo>
                  <a:lnTo>
                    <a:pt x="2853438" y="529637"/>
                  </a:lnTo>
                  <a:lnTo>
                    <a:pt x="2853625" y="533405"/>
                  </a:lnTo>
                  <a:lnTo>
                    <a:pt x="2853812" y="537591"/>
                  </a:lnTo>
                  <a:lnTo>
                    <a:pt x="2853999" y="542293"/>
                  </a:lnTo>
                  <a:lnTo>
                    <a:pt x="2854186" y="547764"/>
                  </a:lnTo>
                  <a:lnTo>
                    <a:pt x="2854373" y="553332"/>
                  </a:lnTo>
                  <a:lnTo>
                    <a:pt x="2854560" y="559603"/>
                  </a:lnTo>
                  <a:lnTo>
                    <a:pt x="2854747" y="566924"/>
                  </a:lnTo>
                  <a:lnTo>
                    <a:pt x="2854934" y="575435"/>
                  </a:lnTo>
                  <a:lnTo>
                    <a:pt x="2855121" y="585717"/>
                  </a:lnTo>
                  <a:lnTo>
                    <a:pt x="2855307" y="597860"/>
                  </a:lnTo>
                  <a:lnTo>
                    <a:pt x="2855494" y="613666"/>
                  </a:lnTo>
                  <a:lnTo>
                    <a:pt x="2855681" y="628275"/>
                  </a:lnTo>
                  <a:lnTo>
                    <a:pt x="2855868" y="643529"/>
                  </a:lnTo>
                  <a:lnTo>
                    <a:pt x="2856055" y="658292"/>
                  </a:lnTo>
                  <a:lnTo>
                    <a:pt x="2856242" y="673677"/>
                  </a:lnTo>
                  <a:lnTo>
                    <a:pt x="2856429" y="689773"/>
                  </a:lnTo>
                  <a:lnTo>
                    <a:pt x="2856616" y="706573"/>
                  </a:lnTo>
                  <a:lnTo>
                    <a:pt x="2856803" y="718873"/>
                  </a:lnTo>
                  <a:lnTo>
                    <a:pt x="2856990" y="729890"/>
                  </a:lnTo>
                  <a:lnTo>
                    <a:pt x="2857177" y="741500"/>
                  </a:lnTo>
                  <a:lnTo>
                    <a:pt x="2857364" y="753196"/>
                  </a:lnTo>
                  <a:lnTo>
                    <a:pt x="2857551" y="762374"/>
                  </a:lnTo>
                  <a:lnTo>
                    <a:pt x="2857737" y="771319"/>
                  </a:lnTo>
                  <a:lnTo>
                    <a:pt x="2857924" y="779007"/>
                  </a:lnTo>
                  <a:lnTo>
                    <a:pt x="2858111" y="787227"/>
                  </a:lnTo>
                  <a:lnTo>
                    <a:pt x="2858298" y="796304"/>
                  </a:lnTo>
                  <a:lnTo>
                    <a:pt x="2858485" y="804379"/>
                  </a:lnTo>
                  <a:lnTo>
                    <a:pt x="2858672" y="813513"/>
                  </a:lnTo>
                  <a:lnTo>
                    <a:pt x="2858859" y="822361"/>
                  </a:lnTo>
                  <a:lnTo>
                    <a:pt x="2859046" y="831232"/>
                  </a:lnTo>
                  <a:lnTo>
                    <a:pt x="2859233" y="838942"/>
                  </a:lnTo>
                  <a:lnTo>
                    <a:pt x="2859420" y="845362"/>
                  </a:lnTo>
                  <a:lnTo>
                    <a:pt x="2859607" y="851938"/>
                  </a:lnTo>
                  <a:lnTo>
                    <a:pt x="2859794" y="858137"/>
                  </a:lnTo>
                  <a:lnTo>
                    <a:pt x="2859980" y="864380"/>
                  </a:lnTo>
                  <a:lnTo>
                    <a:pt x="2860167" y="870225"/>
                  </a:lnTo>
                  <a:lnTo>
                    <a:pt x="2860354" y="876531"/>
                  </a:lnTo>
                  <a:lnTo>
                    <a:pt x="2860541" y="882867"/>
                  </a:lnTo>
                  <a:lnTo>
                    <a:pt x="2860728" y="889367"/>
                  </a:lnTo>
                  <a:lnTo>
                    <a:pt x="2860915" y="894598"/>
                  </a:lnTo>
                  <a:lnTo>
                    <a:pt x="2861102" y="899444"/>
                  </a:lnTo>
                  <a:lnTo>
                    <a:pt x="2861289" y="904544"/>
                  </a:lnTo>
                  <a:lnTo>
                    <a:pt x="2861476" y="909879"/>
                  </a:lnTo>
                  <a:lnTo>
                    <a:pt x="2861663" y="914816"/>
                  </a:lnTo>
                  <a:lnTo>
                    <a:pt x="2861850" y="918974"/>
                  </a:lnTo>
                  <a:lnTo>
                    <a:pt x="2862037" y="922625"/>
                  </a:lnTo>
                  <a:lnTo>
                    <a:pt x="2862224" y="925929"/>
                  </a:lnTo>
                  <a:lnTo>
                    <a:pt x="2862410" y="929710"/>
                  </a:lnTo>
                  <a:lnTo>
                    <a:pt x="2862597" y="933848"/>
                  </a:lnTo>
                  <a:lnTo>
                    <a:pt x="2862784" y="938137"/>
                  </a:lnTo>
                  <a:lnTo>
                    <a:pt x="2862971" y="942461"/>
                  </a:lnTo>
                  <a:lnTo>
                    <a:pt x="2863158" y="946950"/>
                  </a:lnTo>
                  <a:lnTo>
                    <a:pt x="2863345" y="951710"/>
                  </a:lnTo>
                  <a:lnTo>
                    <a:pt x="2863532" y="957084"/>
                  </a:lnTo>
                  <a:lnTo>
                    <a:pt x="2863719" y="962720"/>
                  </a:lnTo>
                  <a:lnTo>
                    <a:pt x="2863906" y="968369"/>
                  </a:lnTo>
                  <a:lnTo>
                    <a:pt x="2864093" y="973817"/>
                  </a:lnTo>
                  <a:lnTo>
                    <a:pt x="2864280" y="980506"/>
                  </a:lnTo>
                  <a:lnTo>
                    <a:pt x="2864467" y="989237"/>
                  </a:lnTo>
                  <a:lnTo>
                    <a:pt x="2864654" y="998130"/>
                  </a:lnTo>
                  <a:lnTo>
                    <a:pt x="2864840" y="1010018"/>
                  </a:lnTo>
                  <a:lnTo>
                    <a:pt x="2865027" y="1022983"/>
                  </a:lnTo>
                  <a:lnTo>
                    <a:pt x="2865214" y="1036763"/>
                  </a:lnTo>
                  <a:lnTo>
                    <a:pt x="2865401" y="1050853"/>
                  </a:lnTo>
                  <a:lnTo>
                    <a:pt x="2865588" y="1065323"/>
                  </a:lnTo>
                  <a:lnTo>
                    <a:pt x="2865775" y="1078512"/>
                  </a:lnTo>
                  <a:lnTo>
                    <a:pt x="2865962" y="1091889"/>
                  </a:lnTo>
                  <a:lnTo>
                    <a:pt x="2866149" y="1100441"/>
                  </a:lnTo>
                  <a:lnTo>
                    <a:pt x="2866336" y="1107567"/>
                  </a:lnTo>
                  <a:lnTo>
                    <a:pt x="2866523" y="1113823"/>
                  </a:lnTo>
                  <a:lnTo>
                    <a:pt x="2866710" y="1120870"/>
                  </a:lnTo>
                  <a:lnTo>
                    <a:pt x="2866897" y="1128679"/>
                  </a:lnTo>
                  <a:lnTo>
                    <a:pt x="2867083" y="1136820"/>
                  </a:lnTo>
                  <a:lnTo>
                    <a:pt x="2867270" y="1145013"/>
                  </a:lnTo>
                  <a:lnTo>
                    <a:pt x="2867457" y="1154012"/>
                  </a:lnTo>
                  <a:lnTo>
                    <a:pt x="2867644" y="1160073"/>
                  </a:lnTo>
                  <a:lnTo>
                    <a:pt x="2867831" y="1166255"/>
                  </a:lnTo>
                  <a:lnTo>
                    <a:pt x="2868018" y="1170807"/>
                  </a:lnTo>
                  <a:lnTo>
                    <a:pt x="2868205" y="1173785"/>
                  </a:lnTo>
                  <a:lnTo>
                    <a:pt x="2868392" y="1174501"/>
                  </a:lnTo>
                  <a:lnTo>
                    <a:pt x="2868579" y="1176322"/>
                  </a:lnTo>
                  <a:lnTo>
                    <a:pt x="2868766" y="1178347"/>
                  </a:lnTo>
                  <a:lnTo>
                    <a:pt x="2868953" y="1180026"/>
                  </a:lnTo>
                  <a:lnTo>
                    <a:pt x="2869140" y="1181580"/>
                  </a:lnTo>
                  <a:lnTo>
                    <a:pt x="2869327" y="1179063"/>
                  </a:lnTo>
                  <a:lnTo>
                    <a:pt x="2869513" y="1175822"/>
                  </a:lnTo>
                  <a:lnTo>
                    <a:pt x="2869700" y="1171196"/>
                  </a:lnTo>
                  <a:lnTo>
                    <a:pt x="2869887" y="1165698"/>
                  </a:lnTo>
                  <a:lnTo>
                    <a:pt x="2870074" y="1162899"/>
                  </a:lnTo>
                  <a:lnTo>
                    <a:pt x="2870261" y="1159723"/>
                  </a:lnTo>
                  <a:lnTo>
                    <a:pt x="2870448" y="1159548"/>
                  </a:lnTo>
                  <a:lnTo>
                    <a:pt x="2870635" y="1158374"/>
                  </a:lnTo>
                  <a:lnTo>
                    <a:pt x="2870822" y="1156593"/>
                  </a:lnTo>
                  <a:lnTo>
                    <a:pt x="2871009" y="1156111"/>
                  </a:lnTo>
                  <a:lnTo>
                    <a:pt x="2871196" y="1154621"/>
                  </a:lnTo>
                  <a:lnTo>
                    <a:pt x="2871383" y="1153760"/>
                  </a:lnTo>
                  <a:lnTo>
                    <a:pt x="2871570" y="1150758"/>
                  </a:lnTo>
                  <a:lnTo>
                    <a:pt x="2871757" y="1146047"/>
                  </a:lnTo>
                  <a:lnTo>
                    <a:pt x="2871943" y="1142449"/>
                  </a:lnTo>
                  <a:lnTo>
                    <a:pt x="2872130" y="1140892"/>
                  </a:lnTo>
                  <a:lnTo>
                    <a:pt x="2872317" y="1139340"/>
                  </a:lnTo>
                  <a:lnTo>
                    <a:pt x="2872504" y="1138036"/>
                  </a:lnTo>
                  <a:lnTo>
                    <a:pt x="2872691" y="1136419"/>
                  </a:lnTo>
                  <a:lnTo>
                    <a:pt x="2872878" y="1135156"/>
                  </a:lnTo>
                  <a:lnTo>
                    <a:pt x="2873065" y="1133305"/>
                  </a:lnTo>
                  <a:lnTo>
                    <a:pt x="2873252" y="1131088"/>
                  </a:lnTo>
                  <a:lnTo>
                    <a:pt x="2873439" y="1126781"/>
                  </a:lnTo>
                  <a:lnTo>
                    <a:pt x="2873626" y="1121423"/>
                  </a:lnTo>
                  <a:lnTo>
                    <a:pt x="2873813" y="1115191"/>
                  </a:lnTo>
                  <a:lnTo>
                    <a:pt x="2874000" y="1110014"/>
                  </a:lnTo>
                  <a:lnTo>
                    <a:pt x="2874186" y="1106191"/>
                  </a:lnTo>
                  <a:lnTo>
                    <a:pt x="2874373" y="1104092"/>
                  </a:lnTo>
                  <a:lnTo>
                    <a:pt x="2874560" y="1102932"/>
                  </a:lnTo>
                  <a:lnTo>
                    <a:pt x="2874747" y="1102487"/>
                  </a:lnTo>
                  <a:lnTo>
                    <a:pt x="2874934" y="1101768"/>
                  </a:lnTo>
                  <a:lnTo>
                    <a:pt x="2875121" y="1102572"/>
                  </a:lnTo>
                  <a:lnTo>
                    <a:pt x="2875308" y="1103413"/>
                  </a:lnTo>
                  <a:lnTo>
                    <a:pt x="2875495" y="1103200"/>
                  </a:lnTo>
                  <a:lnTo>
                    <a:pt x="2875682" y="1103376"/>
                  </a:lnTo>
                  <a:lnTo>
                    <a:pt x="2875869" y="1104511"/>
                  </a:lnTo>
                  <a:lnTo>
                    <a:pt x="2876056" y="1108458"/>
                  </a:lnTo>
                  <a:lnTo>
                    <a:pt x="2876243" y="1111989"/>
                  </a:lnTo>
                  <a:lnTo>
                    <a:pt x="2876430" y="1116295"/>
                  </a:lnTo>
                  <a:lnTo>
                    <a:pt x="2876616" y="1120935"/>
                  </a:lnTo>
                  <a:lnTo>
                    <a:pt x="2876803" y="1125727"/>
                  </a:lnTo>
                  <a:lnTo>
                    <a:pt x="2876990" y="1130299"/>
                  </a:lnTo>
                  <a:lnTo>
                    <a:pt x="2877177" y="1134328"/>
                  </a:lnTo>
                  <a:lnTo>
                    <a:pt x="2877364" y="1139093"/>
                  </a:lnTo>
                  <a:lnTo>
                    <a:pt x="2877551" y="1142712"/>
                  </a:lnTo>
                  <a:lnTo>
                    <a:pt x="2877738" y="1147027"/>
                  </a:lnTo>
                  <a:lnTo>
                    <a:pt x="2877925" y="1151822"/>
                  </a:lnTo>
                  <a:lnTo>
                    <a:pt x="2878112" y="1156658"/>
                  </a:lnTo>
                  <a:lnTo>
                    <a:pt x="2878299" y="1161887"/>
                  </a:lnTo>
                  <a:lnTo>
                    <a:pt x="2878486" y="1165678"/>
                  </a:lnTo>
                  <a:lnTo>
                    <a:pt x="2878673" y="1169580"/>
                  </a:lnTo>
                  <a:lnTo>
                    <a:pt x="2878859" y="1171538"/>
                  </a:lnTo>
                  <a:lnTo>
                    <a:pt x="2879046" y="1171375"/>
                  </a:lnTo>
                  <a:lnTo>
                    <a:pt x="2879233" y="1166735"/>
                  </a:lnTo>
                  <a:lnTo>
                    <a:pt x="2879420" y="1161610"/>
                  </a:lnTo>
                  <a:lnTo>
                    <a:pt x="2879607" y="1156648"/>
                  </a:lnTo>
                  <a:lnTo>
                    <a:pt x="2879794" y="1146915"/>
                  </a:lnTo>
                  <a:lnTo>
                    <a:pt x="2879981" y="1137889"/>
                  </a:lnTo>
                  <a:lnTo>
                    <a:pt x="2880168" y="1128332"/>
                  </a:lnTo>
                  <a:lnTo>
                    <a:pt x="2880355" y="1118551"/>
                  </a:lnTo>
                  <a:lnTo>
                    <a:pt x="2880542" y="1108431"/>
                  </a:lnTo>
                  <a:lnTo>
                    <a:pt x="2880729" y="1098861"/>
                  </a:lnTo>
                  <a:lnTo>
                    <a:pt x="2880916" y="1089471"/>
                  </a:lnTo>
                  <a:lnTo>
                    <a:pt x="2881103" y="1081009"/>
                  </a:lnTo>
                  <a:lnTo>
                    <a:pt x="2881289" y="1074795"/>
                  </a:lnTo>
                  <a:lnTo>
                    <a:pt x="2881476" y="1067016"/>
                  </a:lnTo>
                  <a:lnTo>
                    <a:pt x="2881663" y="1060340"/>
                  </a:lnTo>
                  <a:lnTo>
                    <a:pt x="2881850" y="1053255"/>
                  </a:lnTo>
                  <a:lnTo>
                    <a:pt x="2882037" y="1046314"/>
                  </a:lnTo>
                  <a:lnTo>
                    <a:pt x="2882224" y="1039420"/>
                  </a:lnTo>
                  <a:lnTo>
                    <a:pt x="2882411" y="1033962"/>
                  </a:lnTo>
                  <a:lnTo>
                    <a:pt x="2882598" y="1031302"/>
                  </a:lnTo>
                  <a:lnTo>
                    <a:pt x="2882785" y="1027970"/>
                  </a:lnTo>
                  <a:lnTo>
                    <a:pt x="2882972" y="1024110"/>
                  </a:lnTo>
                  <a:lnTo>
                    <a:pt x="2883159" y="1019482"/>
                  </a:lnTo>
                  <a:lnTo>
                    <a:pt x="2883346" y="1015056"/>
                  </a:lnTo>
                  <a:lnTo>
                    <a:pt x="2883533" y="1010844"/>
                  </a:lnTo>
                  <a:lnTo>
                    <a:pt x="2883719" y="1005201"/>
                  </a:lnTo>
                  <a:lnTo>
                    <a:pt x="2883906" y="998656"/>
                  </a:lnTo>
                  <a:lnTo>
                    <a:pt x="2884093" y="992580"/>
                  </a:lnTo>
                  <a:lnTo>
                    <a:pt x="2884280" y="986580"/>
                  </a:lnTo>
                  <a:lnTo>
                    <a:pt x="2884467" y="980380"/>
                  </a:lnTo>
                  <a:lnTo>
                    <a:pt x="2884654" y="973357"/>
                  </a:lnTo>
                  <a:lnTo>
                    <a:pt x="2884841" y="965315"/>
                  </a:lnTo>
                  <a:lnTo>
                    <a:pt x="2885028" y="956855"/>
                  </a:lnTo>
                  <a:lnTo>
                    <a:pt x="2885215" y="950901"/>
                  </a:lnTo>
                  <a:lnTo>
                    <a:pt x="2885402" y="944766"/>
                  </a:lnTo>
                  <a:lnTo>
                    <a:pt x="2885589" y="938942"/>
                  </a:lnTo>
                  <a:lnTo>
                    <a:pt x="2885776" y="933115"/>
                  </a:lnTo>
                  <a:lnTo>
                    <a:pt x="2885962" y="926849"/>
                  </a:lnTo>
                  <a:lnTo>
                    <a:pt x="2886149" y="919830"/>
                  </a:lnTo>
                  <a:lnTo>
                    <a:pt x="2886336" y="914371"/>
                  </a:lnTo>
                  <a:lnTo>
                    <a:pt x="2886523" y="908731"/>
                  </a:lnTo>
                  <a:lnTo>
                    <a:pt x="2886710" y="903406"/>
                  </a:lnTo>
                  <a:lnTo>
                    <a:pt x="2886897" y="897721"/>
                  </a:lnTo>
                  <a:lnTo>
                    <a:pt x="2887084" y="892494"/>
                  </a:lnTo>
                  <a:lnTo>
                    <a:pt x="2887271" y="886749"/>
                  </a:lnTo>
                  <a:lnTo>
                    <a:pt x="2887458" y="881299"/>
                  </a:lnTo>
                  <a:lnTo>
                    <a:pt x="2887645" y="876465"/>
                  </a:lnTo>
                  <a:lnTo>
                    <a:pt x="2887832" y="872215"/>
                  </a:lnTo>
                  <a:lnTo>
                    <a:pt x="2888019" y="866472"/>
                  </a:lnTo>
                  <a:lnTo>
                    <a:pt x="2888206" y="861232"/>
                  </a:lnTo>
                  <a:lnTo>
                    <a:pt x="2888392" y="856620"/>
                  </a:lnTo>
                  <a:lnTo>
                    <a:pt x="2888579" y="850246"/>
                  </a:lnTo>
                  <a:lnTo>
                    <a:pt x="2888766" y="845123"/>
                  </a:lnTo>
                  <a:lnTo>
                    <a:pt x="2888953" y="841573"/>
                  </a:lnTo>
                  <a:lnTo>
                    <a:pt x="2889140" y="838654"/>
                  </a:lnTo>
                  <a:lnTo>
                    <a:pt x="2889327" y="834493"/>
                  </a:lnTo>
                  <a:lnTo>
                    <a:pt x="2889514" y="830995"/>
                  </a:lnTo>
                  <a:lnTo>
                    <a:pt x="2889701" y="828247"/>
                  </a:lnTo>
                  <a:lnTo>
                    <a:pt x="2889888" y="825857"/>
                  </a:lnTo>
                  <a:lnTo>
                    <a:pt x="2890075" y="823987"/>
                  </a:lnTo>
                  <a:lnTo>
                    <a:pt x="2890262" y="822134"/>
                  </a:lnTo>
                  <a:lnTo>
                    <a:pt x="2890449" y="820446"/>
                  </a:lnTo>
                  <a:lnTo>
                    <a:pt x="2890635" y="818915"/>
                  </a:lnTo>
                  <a:lnTo>
                    <a:pt x="2890822" y="817559"/>
                  </a:lnTo>
                  <a:lnTo>
                    <a:pt x="2891009" y="816139"/>
                  </a:lnTo>
                  <a:lnTo>
                    <a:pt x="2891196" y="813519"/>
                  </a:lnTo>
                  <a:lnTo>
                    <a:pt x="2891383" y="811099"/>
                  </a:lnTo>
                  <a:lnTo>
                    <a:pt x="2891570" y="807462"/>
                  </a:lnTo>
                  <a:lnTo>
                    <a:pt x="2891757" y="802357"/>
                  </a:lnTo>
                  <a:lnTo>
                    <a:pt x="2891944" y="796153"/>
                  </a:lnTo>
                  <a:lnTo>
                    <a:pt x="2892131" y="789501"/>
                  </a:lnTo>
                  <a:lnTo>
                    <a:pt x="2892318" y="782474"/>
                  </a:lnTo>
                  <a:lnTo>
                    <a:pt x="2892505" y="774895"/>
                  </a:lnTo>
                  <a:lnTo>
                    <a:pt x="2892692" y="766876"/>
                  </a:lnTo>
                  <a:lnTo>
                    <a:pt x="2892879" y="758373"/>
                  </a:lnTo>
                  <a:lnTo>
                    <a:pt x="2893065" y="749555"/>
                  </a:lnTo>
                  <a:lnTo>
                    <a:pt x="2893252" y="739992"/>
                  </a:lnTo>
                  <a:lnTo>
                    <a:pt x="2893439" y="730411"/>
                  </a:lnTo>
                  <a:lnTo>
                    <a:pt x="2893626" y="720459"/>
                  </a:lnTo>
                  <a:lnTo>
                    <a:pt x="2893813" y="713329"/>
                  </a:lnTo>
                  <a:lnTo>
                    <a:pt x="2894000" y="705698"/>
                  </a:lnTo>
                  <a:lnTo>
                    <a:pt x="2894187" y="697248"/>
                  </a:lnTo>
                  <a:lnTo>
                    <a:pt x="2894374" y="688625"/>
                  </a:lnTo>
                  <a:lnTo>
                    <a:pt x="2894561" y="680745"/>
                  </a:lnTo>
                  <a:lnTo>
                    <a:pt x="2894748" y="673491"/>
                  </a:lnTo>
                  <a:lnTo>
                    <a:pt x="2894935" y="665853"/>
                  </a:lnTo>
                  <a:lnTo>
                    <a:pt x="2895122" y="658384"/>
                  </a:lnTo>
                  <a:lnTo>
                    <a:pt x="2895309" y="650815"/>
                  </a:lnTo>
                  <a:lnTo>
                    <a:pt x="2895495" y="645302"/>
                  </a:lnTo>
                  <a:lnTo>
                    <a:pt x="2895682" y="639375"/>
                  </a:lnTo>
                  <a:lnTo>
                    <a:pt x="2895869" y="633767"/>
                  </a:lnTo>
                  <a:lnTo>
                    <a:pt x="2896056" y="629649"/>
                  </a:lnTo>
                  <a:lnTo>
                    <a:pt x="2896243" y="625983"/>
                  </a:lnTo>
                  <a:lnTo>
                    <a:pt x="2896430" y="622053"/>
                  </a:lnTo>
                  <a:lnTo>
                    <a:pt x="2896617" y="618093"/>
                  </a:lnTo>
                  <a:lnTo>
                    <a:pt x="2896804" y="614149"/>
                  </a:lnTo>
                  <a:lnTo>
                    <a:pt x="2896991" y="611094"/>
                  </a:lnTo>
                  <a:lnTo>
                    <a:pt x="2897178" y="608391"/>
                  </a:lnTo>
                  <a:lnTo>
                    <a:pt x="2897365" y="605364"/>
                  </a:lnTo>
                  <a:lnTo>
                    <a:pt x="2897552" y="602237"/>
                  </a:lnTo>
                  <a:lnTo>
                    <a:pt x="2897738" y="599061"/>
                  </a:lnTo>
                  <a:lnTo>
                    <a:pt x="2897925" y="595638"/>
                  </a:lnTo>
                  <a:lnTo>
                    <a:pt x="2898112" y="592688"/>
                  </a:lnTo>
                  <a:lnTo>
                    <a:pt x="2898299" y="590714"/>
                  </a:lnTo>
                  <a:lnTo>
                    <a:pt x="2898486" y="589249"/>
                  </a:lnTo>
                  <a:lnTo>
                    <a:pt x="2898673" y="586868"/>
                  </a:lnTo>
                  <a:lnTo>
                    <a:pt x="2898860" y="584993"/>
                  </a:lnTo>
                  <a:lnTo>
                    <a:pt x="2899047" y="581873"/>
                  </a:lnTo>
                  <a:lnTo>
                    <a:pt x="2899234" y="578878"/>
                  </a:lnTo>
                  <a:lnTo>
                    <a:pt x="2899421" y="575977"/>
                  </a:lnTo>
                  <a:lnTo>
                    <a:pt x="2899608" y="574432"/>
                  </a:lnTo>
                  <a:lnTo>
                    <a:pt x="2899795" y="572340"/>
                  </a:lnTo>
                  <a:lnTo>
                    <a:pt x="2899982" y="569930"/>
                  </a:lnTo>
                  <a:lnTo>
                    <a:pt x="2900168" y="567146"/>
                  </a:lnTo>
                  <a:lnTo>
                    <a:pt x="2900355" y="565078"/>
                  </a:lnTo>
                  <a:lnTo>
                    <a:pt x="2900542" y="563126"/>
                  </a:lnTo>
                  <a:lnTo>
                    <a:pt x="2900729" y="561245"/>
                  </a:lnTo>
                  <a:lnTo>
                    <a:pt x="2900916" y="559055"/>
                  </a:lnTo>
                  <a:lnTo>
                    <a:pt x="2901103" y="556523"/>
                  </a:lnTo>
                  <a:lnTo>
                    <a:pt x="2901290" y="554570"/>
                  </a:lnTo>
                  <a:lnTo>
                    <a:pt x="2901477" y="552502"/>
                  </a:lnTo>
                  <a:lnTo>
                    <a:pt x="2901664" y="550520"/>
                  </a:lnTo>
                  <a:lnTo>
                    <a:pt x="2901851" y="547800"/>
                  </a:lnTo>
                  <a:lnTo>
                    <a:pt x="2902038" y="545004"/>
                  </a:lnTo>
                  <a:lnTo>
                    <a:pt x="2902225" y="542234"/>
                  </a:lnTo>
                  <a:lnTo>
                    <a:pt x="2902412" y="539599"/>
                  </a:lnTo>
                  <a:lnTo>
                    <a:pt x="2902598" y="537570"/>
                  </a:lnTo>
                  <a:lnTo>
                    <a:pt x="2902785" y="535548"/>
                  </a:lnTo>
                  <a:lnTo>
                    <a:pt x="2902972" y="533506"/>
                  </a:lnTo>
                  <a:lnTo>
                    <a:pt x="2903159" y="531955"/>
                  </a:lnTo>
                  <a:lnTo>
                    <a:pt x="2903346" y="531018"/>
                  </a:lnTo>
                  <a:lnTo>
                    <a:pt x="2903533" y="530799"/>
                  </a:lnTo>
                  <a:lnTo>
                    <a:pt x="2903720" y="531225"/>
                  </a:lnTo>
                  <a:lnTo>
                    <a:pt x="2903907" y="533301"/>
                  </a:lnTo>
                  <a:lnTo>
                    <a:pt x="2904094" y="534763"/>
                  </a:lnTo>
                  <a:lnTo>
                    <a:pt x="2904281" y="536823"/>
                  </a:lnTo>
                  <a:lnTo>
                    <a:pt x="2904468" y="538832"/>
                  </a:lnTo>
                  <a:lnTo>
                    <a:pt x="2904655" y="541089"/>
                  </a:lnTo>
                  <a:lnTo>
                    <a:pt x="2904841" y="542923"/>
                  </a:lnTo>
                  <a:lnTo>
                    <a:pt x="2905028" y="543512"/>
                  </a:lnTo>
                  <a:lnTo>
                    <a:pt x="2905215" y="543693"/>
                  </a:lnTo>
                  <a:lnTo>
                    <a:pt x="2905402" y="544901"/>
                  </a:lnTo>
                  <a:lnTo>
                    <a:pt x="2905589" y="545024"/>
                  </a:lnTo>
                  <a:lnTo>
                    <a:pt x="2905776" y="547483"/>
                  </a:lnTo>
                  <a:lnTo>
                    <a:pt x="2905963" y="549414"/>
                  </a:lnTo>
                  <a:lnTo>
                    <a:pt x="2906150" y="550641"/>
                  </a:lnTo>
                  <a:lnTo>
                    <a:pt x="2906337" y="551804"/>
                  </a:lnTo>
                  <a:lnTo>
                    <a:pt x="2906524" y="552782"/>
                  </a:lnTo>
                  <a:lnTo>
                    <a:pt x="2906711" y="557796"/>
                  </a:lnTo>
                  <a:lnTo>
                    <a:pt x="2906898" y="563322"/>
                  </a:lnTo>
                  <a:lnTo>
                    <a:pt x="2907085" y="568699"/>
                  </a:lnTo>
                  <a:lnTo>
                    <a:pt x="2907271" y="573894"/>
                  </a:lnTo>
                  <a:lnTo>
                    <a:pt x="2907458" y="575713"/>
                  </a:lnTo>
                  <a:lnTo>
                    <a:pt x="2907645" y="577430"/>
                  </a:lnTo>
                  <a:lnTo>
                    <a:pt x="2907832" y="577467"/>
                  </a:lnTo>
                  <a:lnTo>
                    <a:pt x="2908019" y="578379"/>
                  </a:lnTo>
                  <a:lnTo>
                    <a:pt x="2908206" y="579768"/>
                  </a:lnTo>
                  <a:lnTo>
                    <a:pt x="2908393" y="581769"/>
                  </a:lnTo>
                  <a:lnTo>
                    <a:pt x="2908580" y="584513"/>
                  </a:lnTo>
                  <a:lnTo>
                    <a:pt x="2908767" y="587943"/>
                  </a:lnTo>
                  <a:lnTo>
                    <a:pt x="2908954" y="591523"/>
                  </a:lnTo>
                  <a:lnTo>
                    <a:pt x="2909141" y="596256"/>
                  </a:lnTo>
                  <a:lnTo>
                    <a:pt x="2909328" y="598556"/>
                  </a:lnTo>
                  <a:lnTo>
                    <a:pt x="2909514" y="599542"/>
                  </a:lnTo>
                  <a:lnTo>
                    <a:pt x="2909701" y="597390"/>
                  </a:lnTo>
                  <a:lnTo>
                    <a:pt x="2909888" y="595352"/>
                  </a:lnTo>
                  <a:lnTo>
                    <a:pt x="2910075" y="593777"/>
                  </a:lnTo>
                  <a:lnTo>
                    <a:pt x="2910262" y="594651"/>
                  </a:lnTo>
                  <a:lnTo>
                    <a:pt x="2910449" y="594458"/>
                  </a:lnTo>
                  <a:lnTo>
                    <a:pt x="2910636" y="594525"/>
                  </a:lnTo>
                  <a:lnTo>
                    <a:pt x="2910823" y="597192"/>
                  </a:lnTo>
                  <a:lnTo>
                    <a:pt x="2911010" y="600565"/>
                  </a:lnTo>
                  <a:lnTo>
                    <a:pt x="2911197" y="604047"/>
                  </a:lnTo>
                  <a:lnTo>
                    <a:pt x="2911384" y="606740"/>
                  </a:lnTo>
                  <a:lnTo>
                    <a:pt x="2911571" y="608886"/>
                  </a:lnTo>
                  <a:lnTo>
                    <a:pt x="2911758" y="610877"/>
                  </a:lnTo>
                  <a:lnTo>
                    <a:pt x="2911944" y="612855"/>
                  </a:lnTo>
                  <a:lnTo>
                    <a:pt x="2912131" y="615140"/>
                  </a:lnTo>
                  <a:lnTo>
                    <a:pt x="2912318" y="617864"/>
                  </a:lnTo>
                  <a:lnTo>
                    <a:pt x="2912505" y="619070"/>
                  </a:lnTo>
                  <a:lnTo>
                    <a:pt x="2912692" y="621244"/>
                  </a:lnTo>
                  <a:lnTo>
                    <a:pt x="2912879" y="623251"/>
                  </a:lnTo>
                  <a:lnTo>
                    <a:pt x="2913066" y="625539"/>
                  </a:lnTo>
                  <a:lnTo>
                    <a:pt x="2913253" y="625444"/>
                  </a:lnTo>
                  <a:lnTo>
                    <a:pt x="2913440" y="624050"/>
                  </a:lnTo>
                  <a:lnTo>
                    <a:pt x="2913627" y="623081"/>
                  </a:lnTo>
                  <a:lnTo>
                    <a:pt x="2913814" y="623096"/>
                  </a:lnTo>
                  <a:lnTo>
                    <a:pt x="2914001" y="623480"/>
                  </a:lnTo>
                  <a:lnTo>
                    <a:pt x="2914188" y="623582"/>
                  </a:lnTo>
                  <a:lnTo>
                    <a:pt x="2914374" y="624753"/>
                  </a:lnTo>
                  <a:lnTo>
                    <a:pt x="2914561" y="625835"/>
                  </a:lnTo>
                  <a:lnTo>
                    <a:pt x="2914748" y="626931"/>
                  </a:lnTo>
                  <a:lnTo>
                    <a:pt x="2914935" y="627292"/>
                  </a:lnTo>
                  <a:lnTo>
                    <a:pt x="2915122" y="627029"/>
                  </a:lnTo>
                  <a:lnTo>
                    <a:pt x="2915309" y="625960"/>
                  </a:lnTo>
                  <a:lnTo>
                    <a:pt x="2915496" y="624692"/>
                  </a:lnTo>
                  <a:lnTo>
                    <a:pt x="2915683" y="622919"/>
                  </a:lnTo>
                  <a:lnTo>
                    <a:pt x="2915870" y="620896"/>
                  </a:lnTo>
                  <a:lnTo>
                    <a:pt x="2916057" y="619277"/>
                  </a:lnTo>
                  <a:lnTo>
                    <a:pt x="2916244" y="618037"/>
                  </a:lnTo>
                  <a:lnTo>
                    <a:pt x="2916431" y="617500"/>
                  </a:lnTo>
                  <a:lnTo>
                    <a:pt x="2916617" y="620831"/>
                  </a:lnTo>
                  <a:lnTo>
                    <a:pt x="2916804" y="623467"/>
                  </a:lnTo>
                  <a:lnTo>
                    <a:pt x="2916991" y="626981"/>
                  </a:lnTo>
                  <a:lnTo>
                    <a:pt x="2917178" y="634022"/>
                  </a:lnTo>
                  <a:lnTo>
                    <a:pt x="2917365" y="639747"/>
                  </a:lnTo>
                  <a:lnTo>
                    <a:pt x="2917552" y="644979"/>
                  </a:lnTo>
                  <a:lnTo>
                    <a:pt x="2917739" y="650261"/>
                  </a:lnTo>
                  <a:lnTo>
                    <a:pt x="2917926" y="654695"/>
                  </a:lnTo>
                  <a:lnTo>
                    <a:pt x="2918113" y="660613"/>
                  </a:lnTo>
                  <a:lnTo>
                    <a:pt x="2918300" y="665723"/>
                  </a:lnTo>
                  <a:lnTo>
                    <a:pt x="2918487" y="669817"/>
                  </a:lnTo>
                  <a:lnTo>
                    <a:pt x="2918674" y="673518"/>
                  </a:lnTo>
                  <a:lnTo>
                    <a:pt x="2918861" y="677659"/>
                  </a:lnTo>
                  <a:lnTo>
                    <a:pt x="2919047" y="681983"/>
                  </a:lnTo>
                  <a:lnTo>
                    <a:pt x="2919234" y="685524"/>
                  </a:lnTo>
                  <a:lnTo>
                    <a:pt x="2919421" y="688856"/>
                  </a:lnTo>
                  <a:lnTo>
                    <a:pt x="2919608" y="692214"/>
                  </a:lnTo>
                  <a:lnTo>
                    <a:pt x="2919795" y="694991"/>
                  </a:lnTo>
                  <a:lnTo>
                    <a:pt x="2919982" y="694881"/>
                  </a:lnTo>
                  <a:lnTo>
                    <a:pt x="2920169" y="695319"/>
                  </a:lnTo>
                  <a:lnTo>
                    <a:pt x="2920356" y="696319"/>
                  </a:lnTo>
                  <a:lnTo>
                    <a:pt x="2920543" y="699004"/>
                  </a:lnTo>
                  <a:lnTo>
                    <a:pt x="2920730" y="701676"/>
                  </a:lnTo>
                  <a:lnTo>
                    <a:pt x="2920917" y="703463"/>
                  </a:lnTo>
                  <a:lnTo>
                    <a:pt x="2921104" y="706052"/>
                  </a:lnTo>
                  <a:lnTo>
                    <a:pt x="2921291" y="708495"/>
                  </a:lnTo>
                  <a:lnTo>
                    <a:pt x="2921477" y="710555"/>
                  </a:lnTo>
                  <a:lnTo>
                    <a:pt x="2921664" y="714001"/>
                  </a:lnTo>
                  <a:lnTo>
                    <a:pt x="2921851" y="717291"/>
                  </a:lnTo>
                  <a:lnTo>
                    <a:pt x="2922038" y="722354"/>
                  </a:lnTo>
                  <a:lnTo>
                    <a:pt x="2922225" y="728743"/>
                  </a:lnTo>
                  <a:lnTo>
                    <a:pt x="2922412" y="736170"/>
                  </a:lnTo>
                  <a:lnTo>
                    <a:pt x="2922599" y="740923"/>
                  </a:lnTo>
                  <a:lnTo>
                    <a:pt x="2922786" y="746586"/>
                  </a:lnTo>
                  <a:lnTo>
                    <a:pt x="2922973" y="752254"/>
                  </a:lnTo>
                  <a:lnTo>
                    <a:pt x="2923160" y="758169"/>
                  </a:lnTo>
                  <a:lnTo>
                    <a:pt x="2923347" y="765331"/>
                  </a:lnTo>
                  <a:lnTo>
                    <a:pt x="2923534" y="772867"/>
                  </a:lnTo>
                  <a:lnTo>
                    <a:pt x="2923720" y="778413"/>
                  </a:lnTo>
                  <a:lnTo>
                    <a:pt x="2923907" y="784322"/>
                  </a:lnTo>
                  <a:lnTo>
                    <a:pt x="2924094" y="790299"/>
                  </a:lnTo>
                  <a:lnTo>
                    <a:pt x="2924281" y="796528"/>
                  </a:lnTo>
                  <a:lnTo>
                    <a:pt x="2924468" y="802629"/>
                  </a:lnTo>
                  <a:lnTo>
                    <a:pt x="2924655" y="808726"/>
                  </a:lnTo>
                  <a:lnTo>
                    <a:pt x="2924842" y="814343"/>
                  </a:lnTo>
                  <a:lnTo>
                    <a:pt x="2925029" y="818969"/>
                  </a:lnTo>
                  <a:lnTo>
                    <a:pt x="2925216" y="821981"/>
                  </a:lnTo>
                  <a:lnTo>
                    <a:pt x="2925403" y="826493"/>
                  </a:lnTo>
                  <a:lnTo>
                    <a:pt x="2925590" y="830684"/>
                  </a:lnTo>
                  <a:lnTo>
                    <a:pt x="2925777" y="833884"/>
                  </a:lnTo>
                  <a:lnTo>
                    <a:pt x="2925964" y="839144"/>
                  </a:lnTo>
                  <a:lnTo>
                    <a:pt x="2926150" y="840554"/>
                  </a:lnTo>
                  <a:lnTo>
                    <a:pt x="2926337" y="840200"/>
                  </a:lnTo>
                  <a:lnTo>
                    <a:pt x="2926524" y="839071"/>
                  </a:lnTo>
                  <a:lnTo>
                    <a:pt x="2926711" y="839788"/>
                  </a:lnTo>
                  <a:lnTo>
                    <a:pt x="2926898" y="840564"/>
                  </a:lnTo>
                  <a:lnTo>
                    <a:pt x="2927085" y="841233"/>
                  </a:lnTo>
                  <a:lnTo>
                    <a:pt x="2927272" y="841563"/>
                  </a:lnTo>
                  <a:lnTo>
                    <a:pt x="2927459" y="841497"/>
                  </a:lnTo>
                  <a:lnTo>
                    <a:pt x="2927646" y="840399"/>
                  </a:lnTo>
                  <a:lnTo>
                    <a:pt x="2927833" y="838245"/>
                  </a:lnTo>
                  <a:lnTo>
                    <a:pt x="2928020" y="835522"/>
                  </a:lnTo>
                  <a:lnTo>
                    <a:pt x="2928207" y="831388"/>
                  </a:lnTo>
                  <a:lnTo>
                    <a:pt x="2928393" y="825868"/>
                  </a:lnTo>
                  <a:lnTo>
                    <a:pt x="2928580" y="821065"/>
                  </a:lnTo>
                  <a:lnTo>
                    <a:pt x="2928767" y="815553"/>
                  </a:lnTo>
                  <a:lnTo>
                    <a:pt x="2928954" y="810420"/>
                  </a:lnTo>
                  <a:lnTo>
                    <a:pt x="2929141" y="809596"/>
                  </a:lnTo>
                  <a:lnTo>
                    <a:pt x="2929328" y="812745"/>
                  </a:lnTo>
                  <a:lnTo>
                    <a:pt x="2929515" y="816740"/>
                  </a:lnTo>
                  <a:lnTo>
                    <a:pt x="2929702" y="820837"/>
                  </a:lnTo>
                  <a:lnTo>
                    <a:pt x="2929889" y="824744"/>
                  </a:lnTo>
                  <a:lnTo>
                    <a:pt x="2930076" y="828605"/>
                  </a:lnTo>
                  <a:lnTo>
                    <a:pt x="2930263" y="832736"/>
                  </a:lnTo>
                  <a:lnTo>
                    <a:pt x="2930450" y="837439"/>
                  </a:lnTo>
                  <a:lnTo>
                    <a:pt x="2930637" y="842828"/>
                  </a:lnTo>
                  <a:lnTo>
                    <a:pt x="2930823" y="848549"/>
                  </a:lnTo>
                  <a:lnTo>
                    <a:pt x="2931010" y="855050"/>
                  </a:lnTo>
                  <a:lnTo>
                    <a:pt x="2931197" y="859141"/>
                  </a:lnTo>
                  <a:lnTo>
                    <a:pt x="2931384" y="864112"/>
                  </a:lnTo>
                  <a:lnTo>
                    <a:pt x="2931571" y="869628"/>
                  </a:lnTo>
                  <a:lnTo>
                    <a:pt x="2931758" y="875927"/>
                  </a:lnTo>
                  <a:lnTo>
                    <a:pt x="2931945" y="881590"/>
                  </a:lnTo>
                  <a:lnTo>
                    <a:pt x="2932132" y="887444"/>
                  </a:lnTo>
                  <a:lnTo>
                    <a:pt x="2932319" y="893711"/>
                  </a:lnTo>
                  <a:lnTo>
                    <a:pt x="2932506" y="900374"/>
                  </a:lnTo>
                  <a:lnTo>
                    <a:pt x="2932693" y="906623"/>
                  </a:lnTo>
                  <a:lnTo>
                    <a:pt x="2932880" y="911846"/>
                  </a:lnTo>
                  <a:lnTo>
                    <a:pt x="2933067" y="916865"/>
                  </a:lnTo>
                  <a:lnTo>
                    <a:pt x="2933253" y="922720"/>
                  </a:lnTo>
                  <a:lnTo>
                    <a:pt x="2933440" y="926624"/>
                  </a:lnTo>
                  <a:lnTo>
                    <a:pt x="2933627" y="929853"/>
                  </a:lnTo>
                  <a:lnTo>
                    <a:pt x="2933814" y="933241"/>
                  </a:lnTo>
                  <a:lnTo>
                    <a:pt x="2934001" y="936122"/>
                  </a:lnTo>
                  <a:lnTo>
                    <a:pt x="2934188" y="939111"/>
                  </a:lnTo>
                  <a:lnTo>
                    <a:pt x="2934375" y="941463"/>
                  </a:lnTo>
                  <a:lnTo>
                    <a:pt x="2934562" y="942816"/>
                  </a:lnTo>
                  <a:lnTo>
                    <a:pt x="2934749" y="943919"/>
                  </a:lnTo>
                  <a:lnTo>
                    <a:pt x="2934936" y="944458"/>
                  </a:lnTo>
                  <a:lnTo>
                    <a:pt x="2935123" y="945109"/>
                  </a:lnTo>
                  <a:lnTo>
                    <a:pt x="2935310" y="945075"/>
                  </a:lnTo>
                  <a:lnTo>
                    <a:pt x="2935496" y="945508"/>
                  </a:lnTo>
                  <a:lnTo>
                    <a:pt x="2935683" y="944883"/>
                  </a:lnTo>
                  <a:lnTo>
                    <a:pt x="2935870" y="942817"/>
                  </a:lnTo>
                  <a:lnTo>
                    <a:pt x="2936057" y="940016"/>
                  </a:lnTo>
                  <a:lnTo>
                    <a:pt x="2936244" y="935377"/>
                  </a:lnTo>
                  <a:lnTo>
                    <a:pt x="2936431" y="932347"/>
                  </a:lnTo>
                  <a:lnTo>
                    <a:pt x="2936618" y="929083"/>
                  </a:lnTo>
                  <a:lnTo>
                    <a:pt x="2936805" y="926348"/>
                  </a:lnTo>
                  <a:lnTo>
                    <a:pt x="2936992" y="922375"/>
                  </a:lnTo>
                  <a:lnTo>
                    <a:pt x="2937179" y="919825"/>
                  </a:lnTo>
                  <a:lnTo>
                    <a:pt x="2937366" y="918496"/>
                  </a:lnTo>
                  <a:lnTo>
                    <a:pt x="2937553" y="917919"/>
                  </a:lnTo>
                  <a:lnTo>
                    <a:pt x="2937740" y="917988"/>
                  </a:lnTo>
                  <a:lnTo>
                    <a:pt x="2937926" y="917912"/>
                  </a:lnTo>
                  <a:lnTo>
                    <a:pt x="2938113" y="917571"/>
                  </a:lnTo>
                  <a:lnTo>
                    <a:pt x="2938300" y="916981"/>
                  </a:lnTo>
                  <a:lnTo>
                    <a:pt x="2938487" y="916016"/>
                  </a:lnTo>
                  <a:lnTo>
                    <a:pt x="2938674" y="913065"/>
                  </a:lnTo>
                  <a:lnTo>
                    <a:pt x="2938861" y="910972"/>
                  </a:lnTo>
                  <a:lnTo>
                    <a:pt x="2939048" y="907925"/>
                  </a:lnTo>
                  <a:lnTo>
                    <a:pt x="2939235" y="906280"/>
                  </a:lnTo>
                  <a:lnTo>
                    <a:pt x="2939422" y="904014"/>
                  </a:lnTo>
                  <a:lnTo>
                    <a:pt x="2939609" y="900999"/>
                  </a:lnTo>
                  <a:lnTo>
                    <a:pt x="2939796" y="897558"/>
                  </a:lnTo>
                  <a:lnTo>
                    <a:pt x="2939983" y="892801"/>
                  </a:lnTo>
                  <a:lnTo>
                    <a:pt x="2940170" y="887173"/>
                  </a:lnTo>
                  <a:lnTo>
                    <a:pt x="2940356" y="880533"/>
                  </a:lnTo>
                  <a:lnTo>
                    <a:pt x="2940543" y="873784"/>
                  </a:lnTo>
                  <a:lnTo>
                    <a:pt x="2940730" y="867546"/>
                  </a:lnTo>
                  <a:lnTo>
                    <a:pt x="2940917" y="861914"/>
                  </a:lnTo>
                  <a:lnTo>
                    <a:pt x="2941104" y="857133"/>
                  </a:lnTo>
                  <a:lnTo>
                    <a:pt x="2941291" y="851734"/>
                  </a:lnTo>
                  <a:lnTo>
                    <a:pt x="2941478" y="846919"/>
                  </a:lnTo>
                  <a:lnTo>
                    <a:pt x="2941665" y="842549"/>
                  </a:lnTo>
                  <a:lnTo>
                    <a:pt x="2941852" y="835532"/>
                  </a:lnTo>
                  <a:lnTo>
                    <a:pt x="2942039" y="828606"/>
                  </a:lnTo>
                  <a:lnTo>
                    <a:pt x="2942226" y="822114"/>
                  </a:lnTo>
                  <a:lnTo>
                    <a:pt x="2942413" y="816251"/>
                  </a:lnTo>
                  <a:lnTo>
                    <a:pt x="2942599" y="811003"/>
                  </a:lnTo>
                  <a:lnTo>
                    <a:pt x="2942786" y="806329"/>
                  </a:lnTo>
                  <a:lnTo>
                    <a:pt x="2942973" y="803779"/>
                  </a:lnTo>
                  <a:lnTo>
                    <a:pt x="2943160" y="799300"/>
                  </a:lnTo>
                  <a:lnTo>
                    <a:pt x="2943347" y="794565"/>
                  </a:lnTo>
                  <a:lnTo>
                    <a:pt x="2943534" y="789136"/>
                  </a:lnTo>
                  <a:lnTo>
                    <a:pt x="2943721" y="782974"/>
                  </a:lnTo>
                  <a:lnTo>
                    <a:pt x="2943908" y="775947"/>
                  </a:lnTo>
                  <a:lnTo>
                    <a:pt x="2944095" y="769108"/>
                  </a:lnTo>
                  <a:lnTo>
                    <a:pt x="2944282" y="763228"/>
                  </a:lnTo>
                  <a:lnTo>
                    <a:pt x="2944469" y="758544"/>
                  </a:lnTo>
                  <a:lnTo>
                    <a:pt x="2944656" y="754975"/>
                  </a:lnTo>
                  <a:lnTo>
                    <a:pt x="2944843" y="752294"/>
                  </a:lnTo>
                  <a:lnTo>
                    <a:pt x="2945029" y="749923"/>
                  </a:lnTo>
                  <a:lnTo>
                    <a:pt x="2945216" y="747614"/>
                  </a:lnTo>
                  <a:lnTo>
                    <a:pt x="2945403" y="744230"/>
                  </a:lnTo>
                  <a:lnTo>
                    <a:pt x="2945590" y="740708"/>
                  </a:lnTo>
                  <a:lnTo>
                    <a:pt x="2945777" y="736030"/>
                  </a:lnTo>
                  <a:lnTo>
                    <a:pt x="2945964" y="729253"/>
                  </a:lnTo>
                  <a:lnTo>
                    <a:pt x="2946151" y="724848"/>
                  </a:lnTo>
                  <a:lnTo>
                    <a:pt x="2946338" y="721593"/>
                  </a:lnTo>
                  <a:lnTo>
                    <a:pt x="2946525" y="717808"/>
                  </a:lnTo>
                  <a:lnTo>
                    <a:pt x="2946712" y="714715"/>
                  </a:lnTo>
                  <a:lnTo>
                    <a:pt x="2946899" y="712264"/>
                  </a:lnTo>
                  <a:lnTo>
                    <a:pt x="2947086" y="712684"/>
                  </a:lnTo>
                  <a:lnTo>
                    <a:pt x="2947272" y="712444"/>
                  </a:lnTo>
                  <a:lnTo>
                    <a:pt x="2947459" y="711837"/>
                  </a:lnTo>
                  <a:lnTo>
                    <a:pt x="2947646" y="709089"/>
                  </a:lnTo>
                  <a:lnTo>
                    <a:pt x="2947833" y="708421"/>
                  </a:lnTo>
                  <a:lnTo>
                    <a:pt x="2948020" y="707725"/>
                  </a:lnTo>
                  <a:lnTo>
                    <a:pt x="2948207" y="706903"/>
                  </a:lnTo>
                  <a:lnTo>
                    <a:pt x="2948394" y="705211"/>
                  </a:lnTo>
                  <a:lnTo>
                    <a:pt x="2948581" y="703934"/>
                  </a:lnTo>
                  <a:lnTo>
                    <a:pt x="2948768" y="703943"/>
                  </a:lnTo>
                  <a:lnTo>
                    <a:pt x="2948955" y="704091"/>
                  </a:lnTo>
                  <a:lnTo>
                    <a:pt x="2949142" y="703314"/>
                  </a:lnTo>
                  <a:lnTo>
                    <a:pt x="2949329" y="699360"/>
                  </a:lnTo>
                  <a:lnTo>
                    <a:pt x="2949516" y="695615"/>
                  </a:lnTo>
                  <a:lnTo>
                    <a:pt x="2949702" y="692100"/>
                  </a:lnTo>
                  <a:lnTo>
                    <a:pt x="2949889" y="688480"/>
                  </a:lnTo>
                  <a:lnTo>
                    <a:pt x="2950076" y="684079"/>
                  </a:lnTo>
                  <a:lnTo>
                    <a:pt x="2950263" y="678717"/>
                  </a:lnTo>
                  <a:lnTo>
                    <a:pt x="2950450" y="671818"/>
                  </a:lnTo>
                  <a:lnTo>
                    <a:pt x="2950637" y="665753"/>
                  </a:lnTo>
                  <a:lnTo>
                    <a:pt x="2950824" y="659391"/>
                  </a:lnTo>
                  <a:lnTo>
                    <a:pt x="2951011" y="651506"/>
                  </a:lnTo>
                  <a:lnTo>
                    <a:pt x="2951198" y="643064"/>
                  </a:lnTo>
                  <a:lnTo>
                    <a:pt x="2951385" y="634660"/>
                  </a:lnTo>
                  <a:lnTo>
                    <a:pt x="2951572" y="627270"/>
                  </a:lnTo>
                  <a:lnTo>
                    <a:pt x="2951759" y="619448"/>
                  </a:lnTo>
                  <a:lnTo>
                    <a:pt x="2951946" y="611963"/>
                  </a:lnTo>
                  <a:lnTo>
                    <a:pt x="2952132" y="603288"/>
                  </a:lnTo>
                  <a:lnTo>
                    <a:pt x="2952319" y="594677"/>
                  </a:lnTo>
                  <a:lnTo>
                    <a:pt x="2952506" y="585603"/>
                  </a:lnTo>
                  <a:lnTo>
                    <a:pt x="2952693" y="576979"/>
                  </a:lnTo>
                  <a:lnTo>
                    <a:pt x="2952880" y="569171"/>
                  </a:lnTo>
                  <a:lnTo>
                    <a:pt x="2953067" y="565914"/>
                  </a:lnTo>
                  <a:lnTo>
                    <a:pt x="2953254" y="563846"/>
                  </a:lnTo>
                  <a:lnTo>
                    <a:pt x="2953441" y="561536"/>
                  </a:lnTo>
                  <a:lnTo>
                    <a:pt x="2953628" y="559213"/>
                  </a:lnTo>
                  <a:lnTo>
                    <a:pt x="2953815" y="557058"/>
                  </a:lnTo>
                  <a:lnTo>
                    <a:pt x="2954002" y="553919"/>
                  </a:lnTo>
                  <a:lnTo>
                    <a:pt x="2954189" y="551631"/>
                  </a:lnTo>
                  <a:lnTo>
                    <a:pt x="2954375" y="549259"/>
                  </a:lnTo>
                  <a:lnTo>
                    <a:pt x="2954562" y="547692"/>
                  </a:lnTo>
                  <a:lnTo>
                    <a:pt x="2954749" y="547592"/>
                  </a:lnTo>
                  <a:lnTo>
                    <a:pt x="2954936" y="549052"/>
                  </a:lnTo>
                  <a:lnTo>
                    <a:pt x="2955123" y="552145"/>
                  </a:lnTo>
                  <a:lnTo>
                    <a:pt x="2955310" y="556035"/>
                  </a:lnTo>
                  <a:lnTo>
                    <a:pt x="2955497" y="560364"/>
                  </a:lnTo>
                  <a:lnTo>
                    <a:pt x="2955684" y="564876"/>
                  </a:lnTo>
                  <a:lnTo>
                    <a:pt x="2955871" y="569102"/>
                  </a:lnTo>
                  <a:lnTo>
                    <a:pt x="2956058" y="573844"/>
                  </a:lnTo>
                  <a:lnTo>
                    <a:pt x="2956245" y="577582"/>
                  </a:lnTo>
                  <a:lnTo>
                    <a:pt x="2956432" y="580467"/>
                  </a:lnTo>
                  <a:lnTo>
                    <a:pt x="2956619" y="583501"/>
                  </a:lnTo>
                  <a:lnTo>
                    <a:pt x="2956805" y="586777"/>
                  </a:lnTo>
                  <a:lnTo>
                    <a:pt x="2956992" y="590063"/>
                  </a:lnTo>
                  <a:lnTo>
                    <a:pt x="2957179" y="592871"/>
                  </a:lnTo>
                  <a:lnTo>
                    <a:pt x="2957366" y="595458"/>
                  </a:lnTo>
                  <a:lnTo>
                    <a:pt x="2957553" y="597839"/>
                  </a:lnTo>
                  <a:lnTo>
                    <a:pt x="2957740" y="600435"/>
                  </a:lnTo>
                  <a:lnTo>
                    <a:pt x="2957927" y="602287"/>
                  </a:lnTo>
                  <a:lnTo>
                    <a:pt x="2958114" y="604618"/>
                  </a:lnTo>
                  <a:lnTo>
                    <a:pt x="2958301" y="608115"/>
                  </a:lnTo>
                  <a:lnTo>
                    <a:pt x="2958488" y="612703"/>
                  </a:lnTo>
                  <a:lnTo>
                    <a:pt x="2958675" y="618171"/>
                  </a:lnTo>
                  <a:lnTo>
                    <a:pt x="2958862" y="623721"/>
                  </a:lnTo>
                  <a:lnTo>
                    <a:pt x="2959049" y="627873"/>
                  </a:lnTo>
                  <a:lnTo>
                    <a:pt x="2959235" y="633308"/>
                  </a:lnTo>
                  <a:lnTo>
                    <a:pt x="2959422" y="637891"/>
                  </a:lnTo>
                  <a:lnTo>
                    <a:pt x="2959609" y="641519"/>
                  </a:lnTo>
                  <a:lnTo>
                    <a:pt x="2959796" y="642486"/>
                  </a:lnTo>
                  <a:lnTo>
                    <a:pt x="2959983" y="643474"/>
                  </a:lnTo>
                  <a:lnTo>
                    <a:pt x="2960170" y="644948"/>
                  </a:lnTo>
                  <a:lnTo>
                    <a:pt x="2960357" y="645008"/>
                  </a:lnTo>
                  <a:lnTo>
                    <a:pt x="2960544" y="645378"/>
                  </a:lnTo>
                  <a:lnTo>
                    <a:pt x="2960731" y="644991"/>
                  </a:lnTo>
                  <a:lnTo>
                    <a:pt x="2960918" y="645344"/>
                  </a:lnTo>
                  <a:lnTo>
                    <a:pt x="2961105" y="645932"/>
                  </a:lnTo>
                  <a:lnTo>
                    <a:pt x="2961292" y="646355"/>
                  </a:lnTo>
                  <a:lnTo>
                    <a:pt x="2961478" y="647038"/>
                  </a:lnTo>
                  <a:lnTo>
                    <a:pt x="2961665" y="647831"/>
                  </a:lnTo>
                  <a:lnTo>
                    <a:pt x="2961852" y="648791"/>
                  </a:lnTo>
                  <a:lnTo>
                    <a:pt x="2962039" y="649433"/>
                  </a:lnTo>
                  <a:lnTo>
                    <a:pt x="2962226" y="649936"/>
                  </a:lnTo>
                  <a:lnTo>
                    <a:pt x="2962413" y="650630"/>
                  </a:lnTo>
                  <a:lnTo>
                    <a:pt x="2962600" y="651291"/>
                  </a:lnTo>
                  <a:lnTo>
                    <a:pt x="2962787" y="651452"/>
                  </a:lnTo>
                  <a:lnTo>
                    <a:pt x="2962974" y="651028"/>
                  </a:lnTo>
                  <a:lnTo>
                    <a:pt x="2963161" y="650757"/>
                  </a:lnTo>
                  <a:lnTo>
                    <a:pt x="2963348" y="651971"/>
                  </a:lnTo>
                  <a:lnTo>
                    <a:pt x="2963535" y="655502"/>
                  </a:lnTo>
                  <a:lnTo>
                    <a:pt x="2963722" y="659327"/>
                  </a:lnTo>
                  <a:lnTo>
                    <a:pt x="2963908" y="662648"/>
                  </a:lnTo>
                  <a:lnTo>
                    <a:pt x="2964095" y="666542"/>
                  </a:lnTo>
                  <a:lnTo>
                    <a:pt x="2964282" y="668479"/>
                  </a:lnTo>
                  <a:lnTo>
                    <a:pt x="2964469" y="669242"/>
                  </a:lnTo>
                  <a:lnTo>
                    <a:pt x="2964656" y="669543"/>
                  </a:lnTo>
                  <a:lnTo>
                    <a:pt x="2964843" y="669388"/>
                  </a:lnTo>
                  <a:lnTo>
                    <a:pt x="2965030" y="669808"/>
                  </a:lnTo>
                  <a:lnTo>
                    <a:pt x="2965217" y="671316"/>
                  </a:lnTo>
                  <a:lnTo>
                    <a:pt x="2965404" y="672983"/>
                  </a:lnTo>
                  <a:lnTo>
                    <a:pt x="2965591" y="675288"/>
                  </a:lnTo>
                  <a:lnTo>
                    <a:pt x="2965778" y="678495"/>
                  </a:lnTo>
                  <a:lnTo>
                    <a:pt x="2965965" y="681891"/>
                  </a:lnTo>
                  <a:lnTo>
                    <a:pt x="2966151" y="685602"/>
                  </a:lnTo>
                  <a:lnTo>
                    <a:pt x="2966338" y="687533"/>
                  </a:lnTo>
                  <a:lnTo>
                    <a:pt x="2966525" y="686260"/>
                  </a:lnTo>
                  <a:lnTo>
                    <a:pt x="2966712" y="682693"/>
                  </a:lnTo>
                  <a:lnTo>
                    <a:pt x="2966899" y="678442"/>
                  </a:lnTo>
                  <a:lnTo>
                    <a:pt x="2967086" y="674150"/>
                  </a:lnTo>
                  <a:lnTo>
                    <a:pt x="2967273" y="667488"/>
                  </a:lnTo>
                  <a:lnTo>
                    <a:pt x="2967460" y="662322"/>
                  </a:lnTo>
                  <a:lnTo>
                    <a:pt x="2967647" y="658901"/>
                  </a:lnTo>
                  <a:lnTo>
                    <a:pt x="2967834" y="656137"/>
                  </a:lnTo>
                  <a:lnTo>
                    <a:pt x="2968021" y="653917"/>
                  </a:lnTo>
                  <a:lnTo>
                    <a:pt x="2968208" y="652165"/>
                  </a:lnTo>
                  <a:lnTo>
                    <a:pt x="2968395" y="650821"/>
                  </a:lnTo>
                  <a:lnTo>
                    <a:pt x="2968581" y="649913"/>
                  </a:lnTo>
                  <a:lnTo>
                    <a:pt x="2968768" y="648508"/>
                  </a:lnTo>
                  <a:lnTo>
                    <a:pt x="2968955" y="646955"/>
                  </a:lnTo>
                  <a:lnTo>
                    <a:pt x="2969142" y="644929"/>
                  </a:lnTo>
                  <a:lnTo>
                    <a:pt x="2969329" y="642900"/>
                  </a:lnTo>
                  <a:lnTo>
                    <a:pt x="2969516" y="640640"/>
                  </a:lnTo>
                  <a:lnTo>
                    <a:pt x="2969703" y="638951"/>
                  </a:lnTo>
                  <a:lnTo>
                    <a:pt x="2969890" y="637235"/>
                  </a:lnTo>
                  <a:lnTo>
                    <a:pt x="2970077" y="637817"/>
                  </a:lnTo>
                  <a:lnTo>
                    <a:pt x="2970264" y="636607"/>
                  </a:lnTo>
                  <a:lnTo>
                    <a:pt x="2970451" y="634833"/>
                  </a:lnTo>
                  <a:lnTo>
                    <a:pt x="2970638" y="632213"/>
                  </a:lnTo>
                  <a:lnTo>
                    <a:pt x="2970825" y="629966"/>
                  </a:lnTo>
                  <a:lnTo>
                    <a:pt x="2971011" y="627872"/>
                  </a:lnTo>
                  <a:lnTo>
                    <a:pt x="2971198" y="625482"/>
                  </a:lnTo>
                  <a:lnTo>
                    <a:pt x="2971385" y="622763"/>
                  </a:lnTo>
                  <a:lnTo>
                    <a:pt x="2971572" y="619635"/>
                  </a:lnTo>
                  <a:lnTo>
                    <a:pt x="2971759" y="616362"/>
                  </a:lnTo>
                  <a:lnTo>
                    <a:pt x="2971946" y="613130"/>
                  </a:lnTo>
                  <a:lnTo>
                    <a:pt x="2972133" y="609961"/>
                  </a:lnTo>
                  <a:lnTo>
                    <a:pt x="2972320" y="607383"/>
                  </a:lnTo>
                  <a:lnTo>
                    <a:pt x="2972507" y="604322"/>
                  </a:lnTo>
                  <a:lnTo>
                    <a:pt x="2972694" y="601874"/>
                  </a:lnTo>
                  <a:lnTo>
                    <a:pt x="2972881" y="599055"/>
                  </a:lnTo>
                  <a:lnTo>
                    <a:pt x="2973068" y="597264"/>
                  </a:lnTo>
                  <a:lnTo>
                    <a:pt x="2973254" y="596119"/>
                  </a:lnTo>
                  <a:lnTo>
                    <a:pt x="2973441" y="596764"/>
                  </a:lnTo>
                  <a:lnTo>
                    <a:pt x="2973628" y="598545"/>
                  </a:lnTo>
                  <a:lnTo>
                    <a:pt x="2973815" y="597374"/>
                  </a:lnTo>
                  <a:lnTo>
                    <a:pt x="2974002" y="596763"/>
                  </a:lnTo>
                  <a:lnTo>
                    <a:pt x="2974189" y="596680"/>
                  </a:lnTo>
                  <a:lnTo>
                    <a:pt x="2974376" y="597349"/>
                  </a:lnTo>
                  <a:lnTo>
                    <a:pt x="2974563" y="597151"/>
                  </a:lnTo>
                  <a:lnTo>
                    <a:pt x="2974750" y="595797"/>
                  </a:lnTo>
                  <a:lnTo>
                    <a:pt x="2974937" y="596194"/>
                  </a:lnTo>
                  <a:lnTo>
                    <a:pt x="2975124" y="594742"/>
                  </a:lnTo>
                  <a:lnTo>
                    <a:pt x="2975311" y="593001"/>
                  </a:lnTo>
                  <a:lnTo>
                    <a:pt x="2975498" y="591444"/>
                  </a:lnTo>
                  <a:lnTo>
                    <a:pt x="2975684" y="589165"/>
                  </a:lnTo>
                  <a:lnTo>
                    <a:pt x="2975871" y="587349"/>
                  </a:lnTo>
                  <a:lnTo>
                    <a:pt x="2976058" y="587266"/>
                  </a:lnTo>
                  <a:lnTo>
                    <a:pt x="2976245" y="586565"/>
                  </a:lnTo>
                  <a:lnTo>
                    <a:pt x="2976432" y="586276"/>
                  </a:lnTo>
                  <a:lnTo>
                    <a:pt x="2976619" y="584727"/>
                  </a:lnTo>
                  <a:lnTo>
                    <a:pt x="2976806" y="583194"/>
                  </a:lnTo>
                  <a:lnTo>
                    <a:pt x="2976993" y="581551"/>
                  </a:lnTo>
                  <a:lnTo>
                    <a:pt x="2977180" y="579409"/>
                  </a:lnTo>
                  <a:lnTo>
                    <a:pt x="2977367" y="577434"/>
                  </a:lnTo>
                  <a:lnTo>
                    <a:pt x="2977554" y="576537"/>
                  </a:lnTo>
                  <a:lnTo>
                    <a:pt x="2977741" y="576366"/>
                  </a:lnTo>
                  <a:lnTo>
                    <a:pt x="2977928" y="572418"/>
                  </a:lnTo>
                  <a:lnTo>
                    <a:pt x="2978114" y="567761"/>
                  </a:lnTo>
                  <a:lnTo>
                    <a:pt x="2978301" y="561550"/>
                  </a:lnTo>
                  <a:lnTo>
                    <a:pt x="2978488" y="554622"/>
                  </a:lnTo>
                  <a:lnTo>
                    <a:pt x="2978675" y="546760"/>
                  </a:lnTo>
                  <a:lnTo>
                    <a:pt x="2978862" y="542088"/>
                  </a:lnTo>
                  <a:lnTo>
                    <a:pt x="2979049" y="536360"/>
                  </a:lnTo>
                  <a:lnTo>
                    <a:pt x="2979236" y="532655"/>
                  </a:lnTo>
                  <a:lnTo>
                    <a:pt x="2979423" y="528934"/>
                  </a:lnTo>
                  <a:lnTo>
                    <a:pt x="2979610" y="528570"/>
                  </a:lnTo>
                  <a:lnTo>
                    <a:pt x="2979797" y="527656"/>
                  </a:lnTo>
                  <a:lnTo>
                    <a:pt x="2979984" y="526214"/>
                  </a:lnTo>
                  <a:lnTo>
                    <a:pt x="2980171" y="524455"/>
                  </a:lnTo>
                  <a:lnTo>
                    <a:pt x="2980357" y="521679"/>
                  </a:lnTo>
                  <a:lnTo>
                    <a:pt x="2980544" y="520433"/>
                  </a:lnTo>
                  <a:lnTo>
                    <a:pt x="2980731" y="521089"/>
                  </a:lnTo>
                  <a:lnTo>
                    <a:pt x="2980918" y="522111"/>
                  </a:lnTo>
                  <a:lnTo>
                    <a:pt x="2981105" y="524775"/>
                  </a:lnTo>
                  <a:lnTo>
                    <a:pt x="2981292" y="528103"/>
                  </a:lnTo>
                  <a:lnTo>
                    <a:pt x="2981479" y="532044"/>
                  </a:lnTo>
                  <a:lnTo>
                    <a:pt x="2981666" y="534883"/>
                  </a:lnTo>
                  <a:lnTo>
                    <a:pt x="2981853" y="537190"/>
                  </a:lnTo>
                  <a:lnTo>
                    <a:pt x="2982040" y="538747"/>
                  </a:lnTo>
                  <a:lnTo>
                    <a:pt x="2982227" y="538258"/>
                  </a:lnTo>
                  <a:lnTo>
                    <a:pt x="2982414" y="537296"/>
                  </a:lnTo>
                  <a:lnTo>
                    <a:pt x="2982601" y="535058"/>
                  </a:lnTo>
                  <a:lnTo>
                    <a:pt x="2982787" y="533871"/>
                  </a:lnTo>
                  <a:lnTo>
                    <a:pt x="2982974" y="533059"/>
                  </a:lnTo>
                  <a:lnTo>
                    <a:pt x="2983161" y="532528"/>
                  </a:lnTo>
                  <a:lnTo>
                    <a:pt x="2983348" y="533635"/>
                  </a:lnTo>
                  <a:lnTo>
                    <a:pt x="2983535" y="532317"/>
                  </a:lnTo>
                  <a:lnTo>
                    <a:pt x="2983722" y="532753"/>
                  </a:lnTo>
                  <a:lnTo>
                    <a:pt x="2983909" y="534241"/>
                  </a:lnTo>
                  <a:lnTo>
                    <a:pt x="2984096" y="536550"/>
                  </a:lnTo>
                  <a:lnTo>
                    <a:pt x="2984283" y="540222"/>
                  </a:lnTo>
                  <a:lnTo>
                    <a:pt x="2984470" y="544818"/>
                  </a:lnTo>
                  <a:lnTo>
                    <a:pt x="2984657" y="550426"/>
                  </a:lnTo>
                  <a:lnTo>
                    <a:pt x="2984844" y="556784"/>
                  </a:lnTo>
                  <a:lnTo>
                    <a:pt x="2985030" y="562863"/>
                  </a:lnTo>
                  <a:lnTo>
                    <a:pt x="2985217" y="568624"/>
                  </a:lnTo>
                  <a:lnTo>
                    <a:pt x="2985404" y="573677"/>
                  </a:lnTo>
                  <a:lnTo>
                    <a:pt x="2985591" y="577697"/>
                  </a:lnTo>
                  <a:lnTo>
                    <a:pt x="2985778" y="581850"/>
                  </a:lnTo>
                  <a:lnTo>
                    <a:pt x="2985965" y="586036"/>
                  </a:lnTo>
                  <a:lnTo>
                    <a:pt x="2986152" y="589511"/>
                  </a:lnTo>
                  <a:lnTo>
                    <a:pt x="2986339" y="593131"/>
                  </a:lnTo>
                  <a:lnTo>
                    <a:pt x="2986526" y="597421"/>
                  </a:lnTo>
                  <a:lnTo>
                    <a:pt x="2986713" y="604206"/>
                  </a:lnTo>
                  <a:lnTo>
                    <a:pt x="2986900" y="610518"/>
                  </a:lnTo>
                  <a:lnTo>
                    <a:pt x="2987087" y="615567"/>
                  </a:lnTo>
                  <a:lnTo>
                    <a:pt x="2987274" y="619622"/>
                  </a:lnTo>
                  <a:lnTo>
                    <a:pt x="2987460" y="621876"/>
                  </a:lnTo>
                  <a:lnTo>
                    <a:pt x="2987647" y="624407"/>
                  </a:lnTo>
                  <a:lnTo>
                    <a:pt x="2987834" y="627396"/>
                  </a:lnTo>
                  <a:lnTo>
                    <a:pt x="2988021" y="632217"/>
                  </a:lnTo>
                  <a:lnTo>
                    <a:pt x="2988208" y="638052"/>
                  </a:lnTo>
                  <a:lnTo>
                    <a:pt x="2988395" y="643871"/>
                  </a:lnTo>
                  <a:lnTo>
                    <a:pt x="2988582" y="649389"/>
                  </a:lnTo>
                  <a:lnTo>
                    <a:pt x="2988769" y="655017"/>
                  </a:lnTo>
                  <a:lnTo>
                    <a:pt x="2988956" y="659080"/>
                  </a:lnTo>
                  <a:lnTo>
                    <a:pt x="2989143" y="662636"/>
                  </a:lnTo>
                  <a:lnTo>
                    <a:pt x="2989330" y="666069"/>
                  </a:lnTo>
                  <a:lnTo>
                    <a:pt x="2989517" y="670478"/>
                  </a:lnTo>
                  <a:lnTo>
                    <a:pt x="2989704" y="675630"/>
                  </a:lnTo>
                  <a:lnTo>
                    <a:pt x="2989890" y="682206"/>
                  </a:lnTo>
                  <a:lnTo>
                    <a:pt x="2990077" y="689392"/>
                  </a:lnTo>
                  <a:lnTo>
                    <a:pt x="2990264" y="696307"/>
                  </a:lnTo>
                  <a:lnTo>
                    <a:pt x="2990451" y="699064"/>
                  </a:lnTo>
                  <a:lnTo>
                    <a:pt x="2990638" y="701031"/>
                  </a:lnTo>
                  <a:lnTo>
                    <a:pt x="2990825" y="702906"/>
                  </a:lnTo>
                  <a:lnTo>
                    <a:pt x="2991012" y="705184"/>
                  </a:lnTo>
                  <a:lnTo>
                    <a:pt x="2991199" y="708395"/>
                  </a:lnTo>
                  <a:lnTo>
                    <a:pt x="2991386" y="711235"/>
                  </a:lnTo>
                  <a:lnTo>
                    <a:pt x="2991573" y="713909"/>
                  </a:lnTo>
                  <a:lnTo>
                    <a:pt x="2991760" y="716947"/>
                  </a:lnTo>
                  <a:lnTo>
                    <a:pt x="2991947" y="720075"/>
                  </a:lnTo>
                  <a:lnTo>
                    <a:pt x="2992133" y="722897"/>
                  </a:lnTo>
                  <a:lnTo>
                    <a:pt x="2992320" y="725004"/>
                  </a:lnTo>
                  <a:lnTo>
                    <a:pt x="2992507" y="725320"/>
                  </a:lnTo>
                  <a:lnTo>
                    <a:pt x="2992694" y="724354"/>
                  </a:lnTo>
                  <a:lnTo>
                    <a:pt x="2992881" y="722009"/>
                  </a:lnTo>
                  <a:lnTo>
                    <a:pt x="2993068" y="716354"/>
                  </a:lnTo>
                  <a:lnTo>
                    <a:pt x="2993255" y="710435"/>
                  </a:lnTo>
                  <a:lnTo>
                    <a:pt x="2993442" y="703998"/>
                  </a:lnTo>
                  <a:lnTo>
                    <a:pt x="2993629" y="697703"/>
                  </a:lnTo>
                  <a:lnTo>
                    <a:pt x="2993816" y="691682"/>
                  </a:lnTo>
                  <a:lnTo>
                    <a:pt x="2994003" y="685326"/>
                  </a:lnTo>
                  <a:lnTo>
                    <a:pt x="2994190" y="677950"/>
                  </a:lnTo>
                  <a:lnTo>
                    <a:pt x="2994377" y="669815"/>
                  </a:lnTo>
                  <a:lnTo>
                    <a:pt x="2994563" y="661644"/>
                  </a:lnTo>
                  <a:lnTo>
                    <a:pt x="2994750" y="653497"/>
                  </a:lnTo>
                  <a:lnTo>
                    <a:pt x="2994937" y="644886"/>
                  </a:lnTo>
                  <a:lnTo>
                    <a:pt x="2995124" y="635790"/>
                  </a:lnTo>
                  <a:lnTo>
                    <a:pt x="2995311" y="625573"/>
                  </a:lnTo>
                  <a:lnTo>
                    <a:pt x="2995498" y="614829"/>
                  </a:lnTo>
                  <a:lnTo>
                    <a:pt x="2995685" y="604502"/>
                  </a:lnTo>
                  <a:lnTo>
                    <a:pt x="2995872" y="594061"/>
                  </a:lnTo>
                  <a:lnTo>
                    <a:pt x="2996059" y="583565"/>
                  </a:lnTo>
                  <a:lnTo>
                    <a:pt x="2996246" y="572756"/>
                  </a:lnTo>
                  <a:lnTo>
                    <a:pt x="2996433" y="560635"/>
                  </a:lnTo>
                  <a:lnTo>
                    <a:pt x="2996620" y="546786"/>
                  </a:lnTo>
                  <a:lnTo>
                    <a:pt x="2996806" y="527357"/>
                  </a:lnTo>
                  <a:lnTo>
                    <a:pt x="2996993" y="509076"/>
                  </a:lnTo>
                  <a:lnTo>
                    <a:pt x="2997180" y="493640"/>
                  </a:lnTo>
                  <a:lnTo>
                    <a:pt x="2997367" y="478676"/>
                  </a:lnTo>
                  <a:lnTo>
                    <a:pt x="2997554" y="463795"/>
                  </a:lnTo>
                  <a:lnTo>
                    <a:pt x="2997741" y="451255"/>
                  </a:lnTo>
                  <a:lnTo>
                    <a:pt x="2997928" y="439493"/>
                  </a:lnTo>
                  <a:lnTo>
                    <a:pt x="2998115" y="428520"/>
                  </a:lnTo>
                  <a:lnTo>
                    <a:pt x="2998302" y="416564"/>
                  </a:lnTo>
                  <a:lnTo>
                    <a:pt x="2998489" y="404630"/>
                  </a:lnTo>
                  <a:lnTo>
                    <a:pt x="2998676" y="393449"/>
                  </a:lnTo>
                  <a:lnTo>
                    <a:pt x="2998863" y="383243"/>
                  </a:lnTo>
                  <a:lnTo>
                    <a:pt x="2999050" y="374077"/>
                  </a:lnTo>
                  <a:lnTo>
                    <a:pt x="2999236" y="365757"/>
                  </a:lnTo>
                  <a:lnTo>
                    <a:pt x="2999423" y="359351"/>
                  </a:lnTo>
                  <a:lnTo>
                    <a:pt x="2999610" y="353837"/>
                  </a:lnTo>
                  <a:lnTo>
                    <a:pt x="2999797" y="348276"/>
                  </a:lnTo>
                  <a:lnTo>
                    <a:pt x="2999984" y="343746"/>
                  </a:lnTo>
                  <a:lnTo>
                    <a:pt x="3000171" y="338754"/>
                  </a:lnTo>
                  <a:lnTo>
                    <a:pt x="3000358" y="333250"/>
                  </a:lnTo>
                  <a:lnTo>
                    <a:pt x="3000545" y="330856"/>
                  </a:lnTo>
                  <a:lnTo>
                    <a:pt x="3000732" y="326545"/>
                  </a:lnTo>
                  <a:lnTo>
                    <a:pt x="3000919" y="321977"/>
                  </a:lnTo>
                  <a:lnTo>
                    <a:pt x="3001106" y="318118"/>
                  </a:lnTo>
                  <a:lnTo>
                    <a:pt x="3001293" y="314643"/>
                  </a:lnTo>
                  <a:lnTo>
                    <a:pt x="3001480" y="311344"/>
                  </a:lnTo>
                  <a:lnTo>
                    <a:pt x="3001666" y="308193"/>
                  </a:lnTo>
                  <a:lnTo>
                    <a:pt x="3001853" y="304758"/>
                  </a:lnTo>
                  <a:lnTo>
                    <a:pt x="3002040" y="301462"/>
                  </a:lnTo>
                  <a:lnTo>
                    <a:pt x="3002227" y="297252"/>
                  </a:lnTo>
                  <a:lnTo>
                    <a:pt x="3002414" y="292626"/>
                  </a:lnTo>
                  <a:lnTo>
                    <a:pt x="3002601" y="287780"/>
                  </a:lnTo>
                  <a:lnTo>
                    <a:pt x="3002788" y="285252"/>
                  </a:lnTo>
                  <a:lnTo>
                    <a:pt x="3002975" y="283699"/>
                  </a:lnTo>
                  <a:lnTo>
                    <a:pt x="3003162" y="283030"/>
                  </a:lnTo>
                  <a:lnTo>
                    <a:pt x="3003349" y="282809"/>
                  </a:lnTo>
                  <a:lnTo>
                    <a:pt x="3003536" y="283280"/>
                  </a:lnTo>
                  <a:lnTo>
                    <a:pt x="3003723" y="286455"/>
                  </a:lnTo>
                  <a:lnTo>
                    <a:pt x="3003909" y="289235"/>
                  </a:lnTo>
                  <a:lnTo>
                    <a:pt x="3004096" y="291261"/>
                  </a:lnTo>
                  <a:lnTo>
                    <a:pt x="3004283" y="294007"/>
                  </a:lnTo>
                  <a:lnTo>
                    <a:pt x="3004470" y="295655"/>
                  </a:lnTo>
                  <a:lnTo>
                    <a:pt x="3004657" y="301095"/>
                  </a:lnTo>
                  <a:lnTo>
                    <a:pt x="3004844" y="306369"/>
                  </a:lnTo>
                  <a:lnTo>
                    <a:pt x="3005031" y="311622"/>
                  </a:lnTo>
                  <a:lnTo>
                    <a:pt x="3005218" y="317411"/>
                  </a:lnTo>
                  <a:lnTo>
                    <a:pt x="3005405" y="323543"/>
                  </a:lnTo>
                  <a:lnTo>
                    <a:pt x="3005592" y="329450"/>
                  </a:lnTo>
                  <a:lnTo>
                    <a:pt x="3005779" y="333334"/>
                  </a:lnTo>
                  <a:lnTo>
                    <a:pt x="3005966" y="336538"/>
                  </a:lnTo>
                  <a:lnTo>
                    <a:pt x="3006153" y="339601"/>
                  </a:lnTo>
                  <a:lnTo>
                    <a:pt x="3006339" y="343083"/>
                  </a:lnTo>
                  <a:lnTo>
                    <a:pt x="3006526" y="347071"/>
                  </a:lnTo>
                  <a:lnTo>
                    <a:pt x="3006713" y="349712"/>
                  </a:lnTo>
                  <a:lnTo>
                    <a:pt x="3006900" y="352402"/>
                  </a:lnTo>
                  <a:lnTo>
                    <a:pt x="3007087" y="354275"/>
                  </a:lnTo>
                  <a:lnTo>
                    <a:pt x="3007274" y="355340"/>
                  </a:lnTo>
                  <a:lnTo>
                    <a:pt x="3007461" y="353566"/>
                  </a:lnTo>
                  <a:lnTo>
                    <a:pt x="3007648" y="352115"/>
                  </a:lnTo>
                  <a:lnTo>
                    <a:pt x="3007835" y="352065"/>
                  </a:lnTo>
                  <a:lnTo>
                    <a:pt x="3008022" y="351217"/>
                  </a:lnTo>
                  <a:lnTo>
                    <a:pt x="3008209" y="351662"/>
                  </a:lnTo>
                  <a:lnTo>
                    <a:pt x="3008396" y="351530"/>
                  </a:lnTo>
                  <a:lnTo>
                    <a:pt x="3008583" y="351640"/>
                  </a:lnTo>
                  <a:lnTo>
                    <a:pt x="3008769" y="352122"/>
                  </a:lnTo>
                  <a:lnTo>
                    <a:pt x="3008956" y="352375"/>
                  </a:lnTo>
                  <a:lnTo>
                    <a:pt x="3009143" y="351999"/>
                  </a:lnTo>
                  <a:lnTo>
                    <a:pt x="3009330" y="351604"/>
                  </a:lnTo>
                  <a:lnTo>
                    <a:pt x="3009517" y="351408"/>
                  </a:lnTo>
                  <a:lnTo>
                    <a:pt x="3009704" y="351486"/>
                  </a:lnTo>
                  <a:lnTo>
                    <a:pt x="3009891" y="352250"/>
                  </a:lnTo>
                  <a:lnTo>
                    <a:pt x="3010078" y="353794"/>
                  </a:lnTo>
                  <a:lnTo>
                    <a:pt x="3010265" y="355964"/>
                  </a:lnTo>
                  <a:lnTo>
                    <a:pt x="3010452" y="357846"/>
                  </a:lnTo>
                  <a:lnTo>
                    <a:pt x="3010639" y="360853"/>
                  </a:lnTo>
                  <a:lnTo>
                    <a:pt x="3010826" y="363514"/>
                  </a:lnTo>
                  <a:lnTo>
                    <a:pt x="3011012" y="366277"/>
                  </a:lnTo>
                  <a:lnTo>
                    <a:pt x="3011199" y="370205"/>
                  </a:lnTo>
                  <a:lnTo>
                    <a:pt x="3011386" y="374125"/>
                  </a:lnTo>
                  <a:lnTo>
                    <a:pt x="3011573" y="377269"/>
                  </a:lnTo>
                  <a:lnTo>
                    <a:pt x="3011760" y="380148"/>
                  </a:lnTo>
                  <a:lnTo>
                    <a:pt x="3011947" y="383424"/>
                  </a:lnTo>
                  <a:lnTo>
                    <a:pt x="3012134" y="388880"/>
                  </a:lnTo>
                  <a:lnTo>
                    <a:pt x="3012321" y="392342"/>
                  </a:lnTo>
                  <a:lnTo>
                    <a:pt x="3012508" y="396141"/>
                  </a:lnTo>
                  <a:lnTo>
                    <a:pt x="3012695" y="399140"/>
                  </a:lnTo>
                  <a:lnTo>
                    <a:pt x="3012882" y="401635"/>
                  </a:lnTo>
                  <a:lnTo>
                    <a:pt x="3013069" y="404695"/>
                  </a:lnTo>
                  <a:lnTo>
                    <a:pt x="3013256" y="407532"/>
                  </a:lnTo>
                  <a:lnTo>
                    <a:pt x="3013442" y="409828"/>
                  </a:lnTo>
                  <a:lnTo>
                    <a:pt x="3013629" y="412088"/>
                  </a:lnTo>
                  <a:lnTo>
                    <a:pt x="3013816" y="415004"/>
                  </a:lnTo>
                  <a:lnTo>
                    <a:pt x="3014003" y="418761"/>
                  </a:lnTo>
                  <a:lnTo>
                    <a:pt x="3014190" y="423564"/>
                  </a:lnTo>
                  <a:lnTo>
                    <a:pt x="3014377" y="429743"/>
                  </a:lnTo>
                  <a:lnTo>
                    <a:pt x="3014564" y="437408"/>
                  </a:lnTo>
                  <a:lnTo>
                    <a:pt x="3014751" y="446100"/>
                  </a:lnTo>
                  <a:lnTo>
                    <a:pt x="3014938" y="454672"/>
                  </a:lnTo>
                  <a:lnTo>
                    <a:pt x="3015125" y="463788"/>
                  </a:lnTo>
                  <a:lnTo>
                    <a:pt x="3015312" y="476282"/>
                  </a:lnTo>
                  <a:lnTo>
                    <a:pt x="3015499" y="490656"/>
                  </a:lnTo>
                  <a:lnTo>
                    <a:pt x="3015685" y="506657"/>
                  </a:lnTo>
                  <a:lnTo>
                    <a:pt x="3015872" y="523639"/>
                  </a:lnTo>
                  <a:lnTo>
                    <a:pt x="3016059" y="542131"/>
                  </a:lnTo>
                  <a:lnTo>
                    <a:pt x="3016246" y="556568"/>
                  </a:lnTo>
                  <a:lnTo>
                    <a:pt x="3016433" y="570609"/>
                  </a:lnTo>
                  <a:lnTo>
                    <a:pt x="3016620" y="584854"/>
                  </a:lnTo>
                  <a:lnTo>
                    <a:pt x="3016807" y="598585"/>
                  </a:lnTo>
                  <a:lnTo>
                    <a:pt x="3016994" y="608587"/>
                  </a:lnTo>
                  <a:lnTo>
                    <a:pt x="3017181" y="618556"/>
                  </a:lnTo>
                  <a:lnTo>
                    <a:pt x="3017368" y="628645"/>
                  </a:lnTo>
                  <a:lnTo>
                    <a:pt x="3017555" y="638505"/>
                  </a:lnTo>
                  <a:lnTo>
                    <a:pt x="3017742" y="648212"/>
                  </a:lnTo>
                  <a:lnTo>
                    <a:pt x="3017929" y="658304"/>
                  </a:lnTo>
                  <a:lnTo>
                    <a:pt x="3018115" y="666197"/>
                  </a:lnTo>
                  <a:lnTo>
                    <a:pt x="3018302" y="674458"/>
                  </a:lnTo>
                  <a:lnTo>
                    <a:pt x="3018489" y="681754"/>
                  </a:lnTo>
                  <a:lnTo>
                    <a:pt x="3018676" y="689327"/>
                  </a:lnTo>
                  <a:lnTo>
                    <a:pt x="3018863" y="696138"/>
                  </a:lnTo>
                  <a:lnTo>
                    <a:pt x="3019050" y="703317"/>
                  </a:lnTo>
                  <a:lnTo>
                    <a:pt x="3019237" y="710458"/>
                  </a:lnTo>
                  <a:lnTo>
                    <a:pt x="3019424" y="717310"/>
                  </a:lnTo>
                  <a:lnTo>
                    <a:pt x="3019611" y="724474"/>
                  </a:lnTo>
                  <a:lnTo>
                    <a:pt x="3019798" y="730652"/>
                  </a:lnTo>
                  <a:lnTo>
                    <a:pt x="3019985" y="737173"/>
                  </a:lnTo>
                  <a:lnTo>
                    <a:pt x="3020172" y="742015"/>
                  </a:lnTo>
                  <a:lnTo>
                    <a:pt x="3020359" y="745542"/>
                  </a:lnTo>
                  <a:lnTo>
                    <a:pt x="3020545" y="748903"/>
                  </a:lnTo>
                  <a:lnTo>
                    <a:pt x="3020732" y="751047"/>
                  </a:lnTo>
                  <a:lnTo>
                    <a:pt x="3020919" y="751766"/>
                  </a:lnTo>
                  <a:lnTo>
                    <a:pt x="3021106" y="749181"/>
                  </a:lnTo>
                  <a:lnTo>
                    <a:pt x="3021293" y="744409"/>
                  </a:lnTo>
                  <a:lnTo>
                    <a:pt x="3021480" y="737966"/>
                  </a:lnTo>
                  <a:lnTo>
                    <a:pt x="3021667" y="728505"/>
                  </a:lnTo>
                  <a:lnTo>
                    <a:pt x="3021854" y="717132"/>
                  </a:lnTo>
                  <a:lnTo>
                    <a:pt x="3022041" y="703760"/>
                  </a:lnTo>
                  <a:lnTo>
                    <a:pt x="3022228" y="688791"/>
                  </a:lnTo>
                  <a:lnTo>
                    <a:pt x="3022415" y="673107"/>
                  </a:lnTo>
                  <a:lnTo>
                    <a:pt x="3022602" y="657391"/>
                  </a:lnTo>
                  <a:lnTo>
                    <a:pt x="3022788" y="641479"/>
                  </a:lnTo>
                  <a:lnTo>
                    <a:pt x="3022975" y="626669"/>
                  </a:lnTo>
                  <a:lnTo>
                    <a:pt x="3023162" y="612436"/>
                  </a:lnTo>
                  <a:lnTo>
                    <a:pt x="3023349" y="596252"/>
                  </a:lnTo>
                  <a:lnTo>
                    <a:pt x="3023536" y="579467"/>
                  </a:lnTo>
                  <a:lnTo>
                    <a:pt x="3023723" y="568361"/>
                  </a:lnTo>
                  <a:lnTo>
                    <a:pt x="3023910" y="558204"/>
                  </a:lnTo>
                  <a:lnTo>
                    <a:pt x="3024097" y="552300"/>
                  </a:lnTo>
                  <a:lnTo>
                    <a:pt x="3024284" y="548255"/>
                  </a:lnTo>
                  <a:lnTo>
                    <a:pt x="3024471" y="545313"/>
                  </a:lnTo>
                  <a:lnTo>
                    <a:pt x="3024658" y="543241"/>
                  </a:lnTo>
                  <a:lnTo>
                    <a:pt x="3024845" y="543682"/>
                  </a:lnTo>
                  <a:lnTo>
                    <a:pt x="3025032" y="544435"/>
                  </a:lnTo>
                  <a:lnTo>
                    <a:pt x="3025218" y="546753"/>
                  </a:lnTo>
                  <a:lnTo>
                    <a:pt x="3025405" y="548079"/>
                  </a:lnTo>
                  <a:lnTo>
                    <a:pt x="3025592" y="548911"/>
                  </a:lnTo>
                  <a:lnTo>
                    <a:pt x="3025779" y="549811"/>
                  </a:lnTo>
                  <a:lnTo>
                    <a:pt x="3025966" y="549821"/>
                  </a:lnTo>
                  <a:lnTo>
                    <a:pt x="3026153" y="550184"/>
                  </a:lnTo>
                  <a:lnTo>
                    <a:pt x="3026340" y="551847"/>
                  </a:lnTo>
                  <a:lnTo>
                    <a:pt x="3026527" y="553642"/>
                  </a:lnTo>
                  <a:lnTo>
                    <a:pt x="3026714" y="553377"/>
                  </a:lnTo>
                  <a:lnTo>
                    <a:pt x="3026901" y="548864"/>
                  </a:lnTo>
                  <a:lnTo>
                    <a:pt x="3027088" y="543224"/>
                  </a:lnTo>
                  <a:lnTo>
                    <a:pt x="3027275" y="533224"/>
                  </a:lnTo>
                  <a:lnTo>
                    <a:pt x="3027462" y="523661"/>
                  </a:lnTo>
                  <a:lnTo>
                    <a:pt x="3027648" y="514832"/>
                  </a:lnTo>
                  <a:lnTo>
                    <a:pt x="3027835" y="507303"/>
                  </a:lnTo>
                  <a:lnTo>
                    <a:pt x="3028022" y="500066"/>
                  </a:lnTo>
                  <a:lnTo>
                    <a:pt x="3028209" y="494034"/>
                  </a:lnTo>
                  <a:lnTo>
                    <a:pt x="3028396" y="487643"/>
                  </a:lnTo>
                  <a:lnTo>
                    <a:pt x="3028583" y="479319"/>
                  </a:lnTo>
                  <a:lnTo>
                    <a:pt x="3028770" y="472654"/>
                  </a:lnTo>
                  <a:lnTo>
                    <a:pt x="3028957" y="466290"/>
                  </a:lnTo>
                  <a:lnTo>
                    <a:pt x="3029144" y="460319"/>
                  </a:lnTo>
                  <a:lnTo>
                    <a:pt x="3029331" y="454984"/>
                  </a:lnTo>
                  <a:lnTo>
                    <a:pt x="3029518" y="450333"/>
                  </a:lnTo>
                  <a:lnTo>
                    <a:pt x="3029705" y="446683"/>
                  </a:lnTo>
                  <a:lnTo>
                    <a:pt x="3029891" y="442647"/>
                  </a:lnTo>
                  <a:lnTo>
                    <a:pt x="3030078" y="440264"/>
                  </a:lnTo>
                  <a:lnTo>
                    <a:pt x="3030265" y="437701"/>
                  </a:lnTo>
                  <a:lnTo>
                    <a:pt x="3030452" y="436968"/>
                  </a:lnTo>
                  <a:lnTo>
                    <a:pt x="3030639" y="435418"/>
                  </a:lnTo>
                  <a:lnTo>
                    <a:pt x="3030826" y="433370"/>
                  </a:lnTo>
                  <a:lnTo>
                    <a:pt x="3031013" y="431390"/>
                  </a:lnTo>
                  <a:lnTo>
                    <a:pt x="3031200" y="429732"/>
                  </a:lnTo>
                  <a:lnTo>
                    <a:pt x="3031387" y="429943"/>
                  </a:lnTo>
                  <a:lnTo>
                    <a:pt x="3031574" y="431024"/>
                  </a:lnTo>
                  <a:lnTo>
                    <a:pt x="3031761" y="432821"/>
                  </a:lnTo>
                  <a:lnTo>
                    <a:pt x="3031948" y="433202"/>
                  </a:lnTo>
                  <a:lnTo>
                    <a:pt x="3032135" y="433059"/>
                  </a:lnTo>
                  <a:lnTo>
                    <a:pt x="3032321" y="434453"/>
                  </a:lnTo>
                  <a:lnTo>
                    <a:pt x="3032508" y="437175"/>
                  </a:lnTo>
                  <a:lnTo>
                    <a:pt x="3032695" y="441074"/>
                  </a:lnTo>
                  <a:lnTo>
                    <a:pt x="3032882" y="444806"/>
                  </a:lnTo>
                  <a:lnTo>
                    <a:pt x="3033069" y="448219"/>
                  </a:lnTo>
                  <a:lnTo>
                    <a:pt x="3033256" y="451365"/>
                  </a:lnTo>
                  <a:lnTo>
                    <a:pt x="3033443" y="456858"/>
                  </a:lnTo>
                  <a:lnTo>
                    <a:pt x="3033630" y="464955"/>
                  </a:lnTo>
                  <a:lnTo>
                    <a:pt x="3033817" y="474812"/>
                  </a:lnTo>
                  <a:lnTo>
                    <a:pt x="3034004" y="486474"/>
                  </a:lnTo>
                  <a:lnTo>
                    <a:pt x="3034191" y="503621"/>
                  </a:lnTo>
                  <a:lnTo>
                    <a:pt x="3034378" y="520597"/>
                  </a:lnTo>
                  <a:lnTo>
                    <a:pt x="3034564" y="536750"/>
                  </a:lnTo>
                  <a:lnTo>
                    <a:pt x="3034751" y="552521"/>
                  </a:lnTo>
                  <a:lnTo>
                    <a:pt x="3034938" y="567502"/>
                  </a:lnTo>
                  <a:lnTo>
                    <a:pt x="3035125" y="581051"/>
                  </a:lnTo>
                  <a:lnTo>
                    <a:pt x="3035312" y="593215"/>
                  </a:lnTo>
                  <a:lnTo>
                    <a:pt x="3035499" y="604485"/>
                  </a:lnTo>
                  <a:lnTo>
                    <a:pt x="3035686" y="615894"/>
                  </a:lnTo>
                  <a:lnTo>
                    <a:pt x="3035873" y="626722"/>
                  </a:lnTo>
                  <a:lnTo>
                    <a:pt x="3036060" y="636946"/>
                  </a:lnTo>
                  <a:lnTo>
                    <a:pt x="3036247" y="646345"/>
                  </a:lnTo>
                  <a:lnTo>
                    <a:pt x="3036434" y="654499"/>
                  </a:lnTo>
                  <a:lnTo>
                    <a:pt x="3036621" y="661698"/>
                  </a:lnTo>
                  <a:lnTo>
                    <a:pt x="3036808" y="667115"/>
                  </a:lnTo>
                  <a:lnTo>
                    <a:pt x="3036994" y="671913"/>
                  </a:lnTo>
                  <a:lnTo>
                    <a:pt x="3037181" y="676175"/>
                  </a:lnTo>
                  <a:lnTo>
                    <a:pt x="3037368" y="679620"/>
                  </a:lnTo>
                  <a:lnTo>
                    <a:pt x="3037555" y="681790"/>
                  </a:lnTo>
                  <a:lnTo>
                    <a:pt x="3037742" y="685454"/>
                  </a:lnTo>
                  <a:lnTo>
                    <a:pt x="3037929" y="686890"/>
                  </a:lnTo>
                  <a:lnTo>
                    <a:pt x="3038116" y="689109"/>
                  </a:lnTo>
                  <a:lnTo>
                    <a:pt x="3038303" y="692382"/>
                  </a:lnTo>
                  <a:lnTo>
                    <a:pt x="3038490" y="696320"/>
                  </a:lnTo>
                  <a:lnTo>
                    <a:pt x="3038677" y="701194"/>
                  </a:lnTo>
                  <a:lnTo>
                    <a:pt x="3038864" y="704437"/>
                  </a:lnTo>
                  <a:lnTo>
                    <a:pt x="3039051" y="708242"/>
                  </a:lnTo>
                  <a:lnTo>
                    <a:pt x="3039238" y="712695"/>
                  </a:lnTo>
                  <a:lnTo>
                    <a:pt x="3039424" y="716441"/>
                  </a:lnTo>
                  <a:lnTo>
                    <a:pt x="3039611" y="719899"/>
                  </a:lnTo>
                  <a:lnTo>
                    <a:pt x="3039798" y="723247"/>
                  </a:lnTo>
                  <a:lnTo>
                    <a:pt x="3039985" y="726478"/>
                  </a:lnTo>
                  <a:lnTo>
                    <a:pt x="3040172" y="727430"/>
                  </a:lnTo>
                  <a:lnTo>
                    <a:pt x="3040359" y="728534"/>
                  </a:lnTo>
                  <a:lnTo>
                    <a:pt x="3040546" y="729486"/>
                  </a:lnTo>
                  <a:lnTo>
                    <a:pt x="3040733" y="731630"/>
                  </a:lnTo>
                  <a:lnTo>
                    <a:pt x="3040920" y="733209"/>
                  </a:lnTo>
                  <a:lnTo>
                    <a:pt x="3041107" y="733509"/>
                  </a:lnTo>
                  <a:lnTo>
                    <a:pt x="3041294" y="733272"/>
                  </a:lnTo>
                  <a:lnTo>
                    <a:pt x="3041481" y="732784"/>
                  </a:lnTo>
                  <a:lnTo>
                    <a:pt x="3041667" y="732155"/>
                  </a:lnTo>
                  <a:lnTo>
                    <a:pt x="3041854" y="733280"/>
                  </a:lnTo>
                  <a:lnTo>
                    <a:pt x="3042041" y="734175"/>
                  </a:lnTo>
                  <a:lnTo>
                    <a:pt x="3042228" y="735093"/>
                  </a:lnTo>
                  <a:lnTo>
                    <a:pt x="3042415" y="735407"/>
                  </a:lnTo>
                  <a:lnTo>
                    <a:pt x="3042602" y="734523"/>
                  </a:lnTo>
                  <a:lnTo>
                    <a:pt x="3042789" y="731758"/>
                  </a:lnTo>
                  <a:lnTo>
                    <a:pt x="3042976" y="727430"/>
                  </a:lnTo>
                  <a:lnTo>
                    <a:pt x="3043163" y="723210"/>
                  </a:lnTo>
                  <a:lnTo>
                    <a:pt x="3043350" y="718305"/>
                  </a:lnTo>
                  <a:lnTo>
                    <a:pt x="3043537" y="713082"/>
                  </a:lnTo>
                  <a:lnTo>
                    <a:pt x="3043724" y="707827"/>
                  </a:lnTo>
                  <a:lnTo>
                    <a:pt x="3043911" y="702119"/>
                  </a:lnTo>
                  <a:lnTo>
                    <a:pt x="3044097" y="695204"/>
                  </a:lnTo>
                  <a:lnTo>
                    <a:pt x="3044284" y="688033"/>
                  </a:lnTo>
                  <a:lnTo>
                    <a:pt x="3044471" y="680441"/>
                  </a:lnTo>
                  <a:lnTo>
                    <a:pt x="3044658" y="672536"/>
                  </a:lnTo>
                  <a:lnTo>
                    <a:pt x="3044845" y="664375"/>
                  </a:lnTo>
                  <a:lnTo>
                    <a:pt x="3045032" y="656396"/>
                  </a:lnTo>
                  <a:lnTo>
                    <a:pt x="3045219" y="650878"/>
                  </a:lnTo>
                  <a:lnTo>
                    <a:pt x="3045406" y="647193"/>
                  </a:lnTo>
                  <a:lnTo>
                    <a:pt x="3045593" y="642738"/>
                  </a:lnTo>
                  <a:lnTo>
                    <a:pt x="3045780" y="639101"/>
                  </a:lnTo>
                  <a:lnTo>
                    <a:pt x="3045967" y="636376"/>
                  </a:lnTo>
                  <a:lnTo>
                    <a:pt x="3046154" y="633922"/>
                  </a:lnTo>
                  <a:lnTo>
                    <a:pt x="3046341" y="632311"/>
                  </a:lnTo>
                  <a:lnTo>
                    <a:pt x="3046527" y="631851"/>
                  </a:lnTo>
                  <a:lnTo>
                    <a:pt x="3046714" y="632318"/>
                  </a:lnTo>
                  <a:lnTo>
                    <a:pt x="3046901" y="633242"/>
                  </a:lnTo>
                  <a:lnTo>
                    <a:pt x="3047088" y="634601"/>
                  </a:lnTo>
                  <a:lnTo>
                    <a:pt x="3047275" y="636289"/>
                  </a:lnTo>
                  <a:lnTo>
                    <a:pt x="3047462" y="637913"/>
                  </a:lnTo>
                  <a:lnTo>
                    <a:pt x="3047649" y="639553"/>
                  </a:lnTo>
                  <a:lnTo>
                    <a:pt x="3047836" y="641383"/>
                  </a:lnTo>
                  <a:lnTo>
                    <a:pt x="3048023" y="643137"/>
                  </a:lnTo>
                  <a:lnTo>
                    <a:pt x="3048210" y="644755"/>
                  </a:lnTo>
                  <a:lnTo>
                    <a:pt x="3048397" y="644856"/>
                  </a:lnTo>
                  <a:lnTo>
                    <a:pt x="3048584" y="647563"/>
                  </a:lnTo>
                  <a:lnTo>
                    <a:pt x="3048770" y="649865"/>
                  </a:lnTo>
                  <a:lnTo>
                    <a:pt x="3048957" y="651961"/>
                  </a:lnTo>
                  <a:lnTo>
                    <a:pt x="3049144" y="654020"/>
                  </a:lnTo>
                  <a:lnTo>
                    <a:pt x="3049331" y="655136"/>
                  </a:lnTo>
                  <a:lnTo>
                    <a:pt x="3049518" y="655031"/>
                  </a:lnTo>
                  <a:lnTo>
                    <a:pt x="3049705" y="653869"/>
                  </a:lnTo>
                  <a:lnTo>
                    <a:pt x="3049892" y="652208"/>
                  </a:lnTo>
                  <a:lnTo>
                    <a:pt x="3050079" y="650814"/>
                  </a:lnTo>
                  <a:lnTo>
                    <a:pt x="3050266" y="650556"/>
                  </a:lnTo>
                  <a:lnTo>
                    <a:pt x="3050453" y="649934"/>
                  </a:lnTo>
                  <a:lnTo>
                    <a:pt x="3050640" y="649135"/>
                  </a:lnTo>
                  <a:lnTo>
                    <a:pt x="3050827" y="648243"/>
                  </a:lnTo>
                  <a:lnTo>
                    <a:pt x="3051014" y="647281"/>
                  </a:lnTo>
                  <a:lnTo>
                    <a:pt x="3051200" y="646351"/>
                  </a:lnTo>
                  <a:lnTo>
                    <a:pt x="3051387" y="644759"/>
                  </a:lnTo>
                  <a:lnTo>
                    <a:pt x="3051574" y="642245"/>
                  </a:lnTo>
                  <a:lnTo>
                    <a:pt x="3051761" y="639434"/>
                  </a:lnTo>
                  <a:lnTo>
                    <a:pt x="3051948" y="636579"/>
                  </a:lnTo>
                  <a:lnTo>
                    <a:pt x="3052135" y="632099"/>
                  </a:lnTo>
                  <a:lnTo>
                    <a:pt x="3052322" y="628166"/>
                  </a:lnTo>
                  <a:lnTo>
                    <a:pt x="3052509" y="624037"/>
                  </a:lnTo>
                  <a:lnTo>
                    <a:pt x="3052696" y="620467"/>
                  </a:lnTo>
                  <a:lnTo>
                    <a:pt x="3052883" y="616258"/>
                  </a:lnTo>
                  <a:lnTo>
                    <a:pt x="3053070" y="610916"/>
                  </a:lnTo>
                  <a:lnTo>
                    <a:pt x="3053257" y="606312"/>
                  </a:lnTo>
                  <a:lnTo>
                    <a:pt x="3053443" y="601613"/>
                  </a:lnTo>
                  <a:lnTo>
                    <a:pt x="3053630" y="597679"/>
                  </a:lnTo>
                  <a:lnTo>
                    <a:pt x="3053817" y="594288"/>
                  </a:lnTo>
                  <a:lnTo>
                    <a:pt x="3054004" y="591537"/>
                  </a:lnTo>
                  <a:lnTo>
                    <a:pt x="3054191" y="589138"/>
                  </a:lnTo>
                  <a:lnTo>
                    <a:pt x="3054378" y="587546"/>
                  </a:lnTo>
                  <a:lnTo>
                    <a:pt x="3054565" y="586002"/>
                  </a:lnTo>
                  <a:lnTo>
                    <a:pt x="3054752" y="584617"/>
                  </a:lnTo>
                  <a:lnTo>
                    <a:pt x="3054939" y="583150"/>
                  </a:lnTo>
                  <a:lnTo>
                    <a:pt x="3055126" y="581690"/>
                  </a:lnTo>
                  <a:lnTo>
                    <a:pt x="3055313" y="580377"/>
                  </a:lnTo>
                  <a:lnTo>
                    <a:pt x="3055500" y="579610"/>
                  </a:lnTo>
                  <a:lnTo>
                    <a:pt x="3055687" y="579160"/>
                  </a:lnTo>
                  <a:lnTo>
                    <a:pt x="3055873" y="579063"/>
                  </a:lnTo>
                  <a:lnTo>
                    <a:pt x="3056060" y="578882"/>
                  </a:lnTo>
                  <a:lnTo>
                    <a:pt x="3056247" y="578802"/>
                  </a:lnTo>
                  <a:lnTo>
                    <a:pt x="3056434" y="578585"/>
                  </a:lnTo>
                  <a:lnTo>
                    <a:pt x="3056621" y="578384"/>
                  </a:lnTo>
                  <a:lnTo>
                    <a:pt x="3056808" y="578445"/>
                  </a:lnTo>
                  <a:lnTo>
                    <a:pt x="3056995" y="579059"/>
                  </a:lnTo>
                  <a:lnTo>
                    <a:pt x="3057182" y="580814"/>
                  </a:lnTo>
                  <a:lnTo>
                    <a:pt x="3057369" y="583314"/>
                  </a:lnTo>
                  <a:lnTo>
                    <a:pt x="3057556" y="587714"/>
                  </a:lnTo>
                  <a:lnTo>
                    <a:pt x="3057743" y="593366"/>
                  </a:lnTo>
                  <a:lnTo>
                    <a:pt x="3057930" y="599261"/>
                  </a:lnTo>
                  <a:lnTo>
                    <a:pt x="3058117" y="606005"/>
                  </a:lnTo>
                  <a:lnTo>
                    <a:pt x="3058303" y="614090"/>
                  </a:lnTo>
                  <a:lnTo>
                    <a:pt x="3058490" y="622875"/>
                  </a:lnTo>
                  <a:lnTo>
                    <a:pt x="3058677" y="632703"/>
                  </a:lnTo>
                  <a:lnTo>
                    <a:pt x="3058864" y="643872"/>
                  </a:lnTo>
                  <a:lnTo>
                    <a:pt x="3059051" y="656609"/>
                  </a:lnTo>
                  <a:lnTo>
                    <a:pt x="3059238" y="670864"/>
                  </a:lnTo>
                  <a:lnTo>
                    <a:pt x="3059425" y="686512"/>
                  </a:lnTo>
                  <a:lnTo>
                    <a:pt x="3059612" y="703413"/>
                  </a:lnTo>
                  <a:lnTo>
                    <a:pt x="3059799" y="720677"/>
                  </a:lnTo>
                  <a:lnTo>
                    <a:pt x="3059986" y="737865"/>
                  </a:lnTo>
                  <a:lnTo>
                    <a:pt x="3060173" y="755157"/>
                  </a:lnTo>
                  <a:lnTo>
                    <a:pt x="3060360" y="770930"/>
                  </a:lnTo>
                  <a:lnTo>
                    <a:pt x="3060546" y="786227"/>
                  </a:lnTo>
                  <a:lnTo>
                    <a:pt x="3060733" y="803398"/>
                  </a:lnTo>
                  <a:lnTo>
                    <a:pt x="3060920" y="820952"/>
                  </a:lnTo>
                  <a:lnTo>
                    <a:pt x="3061107" y="833600"/>
                  </a:lnTo>
                  <a:lnTo>
                    <a:pt x="3061294" y="845570"/>
                  </a:lnTo>
                  <a:lnTo>
                    <a:pt x="3061481" y="853972"/>
                  </a:lnTo>
                  <a:lnTo>
                    <a:pt x="3061668" y="860235"/>
                  </a:lnTo>
                  <a:lnTo>
                    <a:pt x="3061855" y="865818"/>
                  </a:lnTo>
                  <a:lnTo>
                    <a:pt x="3062042" y="870549"/>
                  </a:lnTo>
                  <a:lnTo>
                    <a:pt x="3062229" y="874514"/>
                  </a:lnTo>
                  <a:lnTo>
                    <a:pt x="3062416" y="878168"/>
                  </a:lnTo>
                  <a:lnTo>
                    <a:pt x="3062603" y="881447"/>
                  </a:lnTo>
                  <a:lnTo>
                    <a:pt x="3062790" y="885282"/>
                  </a:lnTo>
                  <a:lnTo>
                    <a:pt x="3062976" y="889501"/>
                  </a:lnTo>
                  <a:lnTo>
                    <a:pt x="3063163" y="893831"/>
                  </a:lnTo>
                  <a:lnTo>
                    <a:pt x="3063350" y="898789"/>
                  </a:lnTo>
                  <a:lnTo>
                    <a:pt x="3063537" y="903153"/>
                  </a:lnTo>
                  <a:lnTo>
                    <a:pt x="3063724" y="906859"/>
                  </a:lnTo>
                  <a:lnTo>
                    <a:pt x="3063911" y="910105"/>
                  </a:lnTo>
                  <a:lnTo>
                    <a:pt x="3064098" y="915150"/>
                  </a:lnTo>
                  <a:lnTo>
                    <a:pt x="3064285" y="924364"/>
                  </a:lnTo>
                  <a:lnTo>
                    <a:pt x="3064472" y="934600"/>
                  </a:lnTo>
                  <a:lnTo>
                    <a:pt x="3064659" y="948715"/>
                  </a:lnTo>
                  <a:lnTo>
                    <a:pt x="3064846" y="962445"/>
                  </a:lnTo>
                  <a:lnTo>
                    <a:pt x="3065033" y="975655"/>
                  </a:lnTo>
                  <a:lnTo>
                    <a:pt x="3065220" y="987193"/>
                  </a:lnTo>
                  <a:lnTo>
                    <a:pt x="3065406" y="998346"/>
                  </a:lnTo>
                  <a:lnTo>
                    <a:pt x="3065593" y="1008539"/>
                  </a:lnTo>
                  <a:lnTo>
                    <a:pt x="3065780" y="1018785"/>
                  </a:lnTo>
                  <a:lnTo>
                    <a:pt x="3065967" y="1030718"/>
                  </a:lnTo>
                  <a:lnTo>
                    <a:pt x="3066154" y="1042742"/>
                  </a:lnTo>
                  <a:lnTo>
                    <a:pt x="3066341" y="1054785"/>
                  </a:lnTo>
                  <a:lnTo>
                    <a:pt x="3066528" y="1065946"/>
                  </a:lnTo>
                  <a:lnTo>
                    <a:pt x="3066715" y="1076363"/>
                  </a:lnTo>
                  <a:lnTo>
                    <a:pt x="3066902" y="1085812"/>
                  </a:lnTo>
                  <a:lnTo>
                    <a:pt x="3067089" y="1093801"/>
                  </a:lnTo>
                  <a:lnTo>
                    <a:pt x="3067276" y="1101419"/>
                  </a:lnTo>
                  <a:lnTo>
                    <a:pt x="3067463" y="1108576"/>
                  </a:lnTo>
                  <a:lnTo>
                    <a:pt x="3067649" y="1115479"/>
                  </a:lnTo>
                  <a:lnTo>
                    <a:pt x="3067836" y="1123279"/>
                  </a:lnTo>
                  <a:lnTo>
                    <a:pt x="3068023" y="1132222"/>
                  </a:lnTo>
                  <a:lnTo>
                    <a:pt x="3068210" y="1141275"/>
                  </a:lnTo>
                  <a:lnTo>
                    <a:pt x="3068397" y="1150929"/>
                  </a:lnTo>
                  <a:lnTo>
                    <a:pt x="3068584" y="1160257"/>
                  </a:lnTo>
                  <a:lnTo>
                    <a:pt x="3068771" y="1167649"/>
                  </a:lnTo>
                  <a:lnTo>
                    <a:pt x="3068958" y="1174567"/>
                  </a:lnTo>
                  <a:lnTo>
                    <a:pt x="3069145" y="1180918"/>
                  </a:lnTo>
                  <a:lnTo>
                    <a:pt x="3069332" y="1188981"/>
                  </a:lnTo>
                  <a:lnTo>
                    <a:pt x="3069519" y="1197024"/>
                  </a:lnTo>
                  <a:lnTo>
                    <a:pt x="3069706" y="1203633"/>
                  </a:lnTo>
                  <a:lnTo>
                    <a:pt x="3069893" y="1208460"/>
                  </a:lnTo>
                  <a:lnTo>
                    <a:pt x="3070079" y="1213600"/>
                  </a:lnTo>
                  <a:lnTo>
                    <a:pt x="3070266" y="1219794"/>
                  </a:lnTo>
                  <a:lnTo>
                    <a:pt x="3070453" y="1225899"/>
                  </a:lnTo>
                  <a:lnTo>
                    <a:pt x="3070640" y="1231906"/>
                  </a:lnTo>
                  <a:lnTo>
                    <a:pt x="3070827" y="1235690"/>
                  </a:lnTo>
                  <a:lnTo>
                    <a:pt x="3071014" y="1237659"/>
                  </a:lnTo>
                  <a:lnTo>
                    <a:pt x="3071201" y="1238089"/>
                  </a:lnTo>
                  <a:lnTo>
                    <a:pt x="3071388" y="1237690"/>
                  </a:lnTo>
                  <a:lnTo>
                    <a:pt x="3071575" y="1237460"/>
                  </a:lnTo>
                  <a:lnTo>
                    <a:pt x="3071762" y="1236342"/>
                  </a:lnTo>
                  <a:lnTo>
                    <a:pt x="3071949" y="1235476"/>
                  </a:lnTo>
                  <a:lnTo>
                    <a:pt x="3072136" y="1234813"/>
                  </a:lnTo>
                  <a:lnTo>
                    <a:pt x="3072322" y="1233246"/>
                  </a:lnTo>
                  <a:lnTo>
                    <a:pt x="3072509" y="1232324"/>
                  </a:lnTo>
                  <a:lnTo>
                    <a:pt x="3072696" y="1229956"/>
                  </a:lnTo>
                  <a:lnTo>
                    <a:pt x="3072883" y="1226979"/>
                  </a:lnTo>
                  <a:lnTo>
                    <a:pt x="3073070" y="1226884"/>
                  </a:lnTo>
                  <a:lnTo>
                    <a:pt x="3073257" y="1226842"/>
                  </a:lnTo>
                  <a:lnTo>
                    <a:pt x="3073444" y="1226657"/>
                  </a:lnTo>
                  <a:lnTo>
                    <a:pt x="3073631" y="1226365"/>
                  </a:lnTo>
                  <a:lnTo>
                    <a:pt x="3073818" y="1226239"/>
                  </a:lnTo>
                  <a:lnTo>
                    <a:pt x="3074005" y="1226069"/>
                  </a:lnTo>
                  <a:lnTo>
                    <a:pt x="3074192" y="1226320"/>
                  </a:lnTo>
                  <a:lnTo>
                    <a:pt x="3074379" y="1226351"/>
                  </a:lnTo>
                  <a:lnTo>
                    <a:pt x="3074566" y="1227312"/>
                  </a:lnTo>
                  <a:lnTo>
                    <a:pt x="3074752" y="1229185"/>
                  </a:lnTo>
                  <a:lnTo>
                    <a:pt x="3074939" y="1232842"/>
                  </a:lnTo>
                  <a:lnTo>
                    <a:pt x="3075126" y="1235860"/>
                  </a:lnTo>
                  <a:lnTo>
                    <a:pt x="3075313" y="1238299"/>
                  </a:lnTo>
                  <a:lnTo>
                    <a:pt x="3075500" y="1240728"/>
                  </a:lnTo>
                  <a:lnTo>
                    <a:pt x="3075687" y="1242802"/>
                  </a:lnTo>
                  <a:lnTo>
                    <a:pt x="3075874" y="1243817"/>
                  </a:lnTo>
                  <a:lnTo>
                    <a:pt x="3076061" y="1244130"/>
                  </a:lnTo>
                  <a:lnTo>
                    <a:pt x="3076248" y="1244283"/>
                  </a:lnTo>
                  <a:lnTo>
                    <a:pt x="3076435" y="1243717"/>
                  </a:lnTo>
                  <a:lnTo>
                    <a:pt x="3076622" y="1243507"/>
                  </a:lnTo>
                  <a:lnTo>
                    <a:pt x="3076809" y="1243709"/>
                  </a:lnTo>
                  <a:lnTo>
                    <a:pt x="3076996" y="1245259"/>
                  </a:lnTo>
                  <a:lnTo>
                    <a:pt x="3077182" y="1247517"/>
                  </a:lnTo>
                  <a:lnTo>
                    <a:pt x="3077369" y="1249730"/>
                  </a:lnTo>
                  <a:lnTo>
                    <a:pt x="3077556" y="1251725"/>
                  </a:lnTo>
                  <a:lnTo>
                    <a:pt x="3077743" y="1253664"/>
                  </a:lnTo>
                  <a:lnTo>
                    <a:pt x="3077930" y="1254850"/>
                  </a:lnTo>
                  <a:lnTo>
                    <a:pt x="3078117" y="1255543"/>
                  </a:lnTo>
                  <a:lnTo>
                    <a:pt x="3078304" y="1255757"/>
                  </a:lnTo>
                  <a:lnTo>
                    <a:pt x="3078491" y="1257553"/>
                  </a:lnTo>
                  <a:lnTo>
                    <a:pt x="3078678" y="1259914"/>
                  </a:lnTo>
                  <a:lnTo>
                    <a:pt x="3078865" y="1263058"/>
                  </a:lnTo>
                  <a:lnTo>
                    <a:pt x="3079052" y="1266107"/>
                  </a:lnTo>
                  <a:lnTo>
                    <a:pt x="3079239" y="1268253"/>
                  </a:lnTo>
                  <a:lnTo>
                    <a:pt x="3079425" y="1270018"/>
                  </a:lnTo>
                  <a:lnTo>
                    <a:pt x="3079612" y="1271233"/>
                  </a:lnTo>
                  <a:lnTo>
                    <a:pt x="3079799" y="1271352"/>
                  </a:lnTo>
                  <a:lnTo>
                    <a:pt x="3079986" y="1271705"/>
                  </a:lnTo>
                  <a:lnTo>
                    <a:pt x="3080173" y="1272905"/>
                  </a:lnTo>
                  <a:lnTo>
                    <a:pt x="3080360" y="1274683"/>
                  </a:lnTo>
                  <a:lnTo>
                    <a:pt x="3080547" y="1277159"/>
                  </a:lnTo>
                  <a:lnTo>
                    <a:pt x="3080734" y="1279966"/>
                  </a:lnTo>
                  <a:lnTo>
                    <a:pt x="3080921" y="1282774"/>
                  </a:lnTo>
                  <a:lnTo>
                    <a:pt x="3081108" y="1284947"/>
                  </a:lnTo>
                  <a:lnTo>
                    <a:pt x="3081295" y="1287786"/>
                  </a:lnTo>
                  <a:lnTo>
                    <a:pt x="3081482" y="1292566"/>
                  </a:lnTo>
                  <a:lnTo>
                    <a:pt x="3081669" y="1297481"/>
                  </a:lnTo>
                  <a:lnTo>
                    <a:pt x="3081855" y="1302783"/>
                  </a:lnTo>
                  <a:lnTo>
                    <a:pt x="3082042" y="1309482"/>
                  </a:lnTo>
                  <a:lnTo>
                    <a:pt x="3082229" y="1317322"/>
                  </a:lnTo>
                  <a:lnTo>
                    <a:pt x="3082416" y="1323754"/>
                  </a:lnTo>
                  <a:lnTo>
                    <a:pt x="3082603" y="1327306"/>
                  </a:lnTo>
                  <a:lnTo>
                    <a:pt x="3082790" y="1331462"/>
                  </a:lnTo>
                  <a:lnTo>
                    <a:pt x="3082977" y="1335259"/>
                  </a:lnTo>
                  <a:lnTo>
                    <a:pt x="3083164" y="1339296"/>
                  </a:lnTo>
                  <a:lnTo>
                    <a:pt x="3083351" y="1343027"/>
                  </a:lnTo>
                  <a:lnTo>
                    <a:pt x="3083538" y="1346450"/>
                  </a:lnTo>
                  <a:lnTo>
                    <a:pt x="3083725" y="1349687"/>
                  </a:lnTo>
                  <a:lnTo>
                    <a:pt x="3083912" y="1352065"/>
                  </a:lnTo>
                  <a:lnTo>
                    <a:pt x="3084099" y="1353511"/>
                  </a:lnTo>
                  <a:lnTo>
                    <a:pt x="3084285" y="1354912"/>
                  </a:lnTo>
                  <a:lnTo>
                    <a:pt x="3084472" y="1356237"/>
                  </a:lnTo>
                  <a:lnTo>
                    <a:pt x="3084659" y="1357205"/>
                  </a:lnTo>
                  <a:lnTo>
                    <a:pt x="3084846" y="1357734"/>
                  </a:lnTo>
                  <a:lnTo>
                    <a:pt x="3085033" y="1356768"/>
                  </a:lnTo>
                  <a:lnTo>
                    <a:pt x="3085220" y="1355929"/>
                  </a:lnTo>
                  <a:lnTo>
                    <a:pt x="3085407" y="1354839"/>
                  </a:lnTo>
                  <a:lnTo>
                    <a:pt x="3085594" y="1352410"/>
                  </a:lnTo>
                  <a:lnTo>
                    <a:pt x="3085781" y="1351148"/>
                  </a:lnTo>
                  <a:lnTo>
                    <a:pt x="3085968" y="1348576"/>
                  </a:lnTo>
                  <a:lnTo>
                    <a:pt x="3086155" y="1345731"/>
                  </a:lnTo>
                  <a:lnTo>
                    <a:pt x="3086342" y="1341398"/>
                  </a:lnTo>
                  <a:lnTo>
                    <a:pt x="3086528" y="1337194"/>
                  </a:lnTo>
                  <a:lnTo>
                    <a:pt x="3086715" y="1334229"/>
                  </a:lnTo>
                  <a:lnTo>
                    <a:pt x="3086902" y="1330496"/>
                  </a:lnTo>
                  <a:lnTo>
                    <a:pt x="3087089" y="1326067"/>
                  </a:lnTo>
                  <a:lnTo>
                    <a:pt x="3087276" y="1323873"/>
                  </a:lnTo>
                  <a:lnTo>
                    <a:pt x="3087463" y="1321958"/>
                  </a:lnTo>
                  <a:lnTo>
                    <a:pt x="3087650" y="1319126"/>
                  </a:lnTo>
                  <a:lnTo>
                    <a:pt x="3087837" y="1317302"/>
                  </a:lnTo>
                  <a:lnTo>
                    <a:pt x="3088024" y="1318042"/>
                  </a:lnTo>
                  <a:lnTo>
                    <a:pt x="3088211" y="1318614"/>
                  </a:lnTo>
                  <a:lnTo>
                    <a:pt x="3088398" y="1319468"/>
                  </a:lnTo>
                  <a:lnTo>
                    <a:pt x="3088585" y="1320115"/>
                  </a:lnTo>
                  <a:lnTo>
                    <a:pt x="3088772" y="1320777"/>
                  </a:lnTo>
                  <a:lnTo>
                    <a:pt x="3088958" y="1321727"/>
                  </a:lnTo>
                  <a:lnTo>
                    <a:pt x="3089145" y="1322681"/>
                  </a:lnTo>
                  <a:lnTo>
                    <a:pt x="3089332" y="1323435"/>
                  </a:lnTo>
                  <a:lnTo>
                    <a:pt x="3089519" y="1325325"/>
                  </a:lnTo>
                  <a:lnTo>
                    <a:pt x="3089706" y="1326932"/>
                  </a:lnTo>
                  <a:lnTo>
                    <a:pt x="3089893" y="1329282"/>
                  </a:lnTo>
                  <a:lnTo>
                    <a:pt x="3090080" y="1332290"/>
                  </a:lnTo>
                  <a:lnTo>
                    <a:pt x="3090267" y="1334663"/>
                  </a:lnTo>
                  <a:lnTo>
                    <a:pt x="3090454" y="1336529"/>
                  </a:lnTo>
                  <a:lnTo>
                    <a:pt x="3090641" y="1337374"/>
                  </a:lnTo>
                  <a:lnTo>
                    <a:pt x="3090828" y="1338069"/>
                  </a:lnTo>
                  <a:lnTo>
                    <a:pt x="3091015" y="1337711"/>
                  </a:lnTo>
                  <a:lnTo>
                    <a:pt x="3091201" y="1337835"/>
                  </a:lnTo>
                  <a:lnTo>
                    <a:pt x="3091388" y="1337689"/>
                  </a:lnTo>
                  <a:lnTo>
                    <a:pt x="3091575" y="1337365"/>
                  </a:lnTo>
                  <a:lnTo>
                    <a:pt x="3091762" y="1336242"/>
                  </a:lnTo>
                  <a:lnTo>
                    <a:pt x="3091949" y="1334659"/>
                  </a:lnTo>
                  <a:lnTo>
                    <a:pt x="3092136" y="1332521"/>
                  </a:lnTo>
                  <a:lnTo>
                    <a:pt x="3092323" y="1330803"/>
                  </a:lnTo>
                  <a:lnTo>
                    <a:pt x="3092510" y="1328508"/>
                  </a:lnTo>
                  <a:lnTo>
                    <a:pt x="3092697" y="1324688"/>
                  </a:lnTo>
                  <a:lnTo>
                    <a:pt x="3092884" y="1321706"/>
                  </a:lnTo>
                  <a:lnTo>
                    <a:pt x="3093071" y="1318039"/>
                  </a:lnTo>
                  <a:lnTo>
                    <a:pt x="3093258" y="1313978"/>
                  </a:lnTo>
                  <a:lnTo>
                    <a:pt x="3093445" y="1311242"/>
                  </a:lnTo>
                  <a:lnTo>
                    <a:pt x="3093631" y="1308532"/>
                  </a:lnTo>
                  <a:lnTo>
                    <a:pt x="3093818" y="1306184"/>
                  </a:lnTo>
                  <a:lnTo>
                    <a:pt x="3094005" y="1303309"/>
                  </a:lnTo>
                  <a:lnTo>
                    <a:pt x="3094192" y="1299779"/>
                  </a:lnTo>
                  <a:lnTo>
                    <a:pt x="3094379" y="1296658"/>
                  </a:lnTo>
                  <a:lnTo>
                    <a:pt x="3094566" y="1293868"/>
                  </a:lnTo>
                  <a:lnTo>
                    <a:pt x="3094753" y="1291162"/>
                  </a:lnTo>
                  <a:lnTo>
                    <a:pt x="3094940" y="1288028"/>
                  </a:lnTo>
                  <a:lnTo>
                    <a:pt x="3095127" y="1284293"/>
                  </a:lnTo>
                  <a:lnTo>
                    <a:pt x="3095314" y="1280805"/>
                  </a:lnTo>
                  <a:lnTo>
                    <a:pt x="3095501" y="1277555"/>
                  </a:lnTo>
                  <a:lnTo>
                    <a:pt x="3095688" y="1274362"/>
                  </a:lnTo>
                  <a:lnTo>
                    <a:pt x="3095875" y="1271338"/>
                  </a:lnTo>
                  <a:lnTo>
                    <a:pt x="3096061" y="1267936"/>
                  </a:lnTo>
                  <a:lnTo>
                    <a:pt x="3096248" y="1264138"/>
                  </a:lnTo>
                  <a:lnTo>
                    <a:pt x="3096435" y="1259701"/>
                  </a:lnTo>
                  <a:lnTo>
                    <a:pt x="3096622" y="1254599"/>
                  </a:lnTo>
                  <a:lnTo>
                    <a:pt x="3096809" y="1248803"/>
                  </a:lnTo>
                  <a:lnTo>
                    <a:pt x="3096996" y="1243567"/>
                  </a:lnTo>
                  <a:lnTo>
                    <a:pt x="3097183" y="1237834"/>
                  </a:lnTo>
                  <a:lnTo>
                    <a:pt x="3097370" y="1232639"/>
                  </a:lnTo>
                  <a:lnTo>
                    <a:pt x="3097557" y="1227683"/>
                  </a:lnTo>
                  <a:lnTo>
                    <a:pt x="3097744" y="1221823"/>
                  </a:lnTo>
                  <a:lnTo>
                    <a:pt x="3097931" y="1215870"/>
                  </a:lnTo>
                  <a:lnTo>
                    <a:pt x="3098118" y="1209564"/>
                  </a:lnTo>
                  <a:lnTo>
                    <a:pt x="3098304" y="1200369"/>
                  </a:lnTo>
                  <a:lnTo>
                    <a:pt x="3098491" y="1190422"/>
                  </a:lnTo>
                  <a:lnTo>
                    <a:pt x="3098678" y="1180716"/>
                  </a:lnTo>
                  <a:lnTo>
                    <a:pt x="3098865" y="1170542"/>
                  </a:lnTo>
                  <a:lnTo>
                    <a:pt x="3099052" y="1159940"/>
                  </a:lnTo>
                  <a:lnTo>
                    <a:pt x="3099239" y="1149707"/>
                  </a:lnTo>
                  <a:lnTo>
                    <a:pt x="3099426" y="1139033"/>
                  </a:lnTo>
                  <a:lnTo>
                    <a:pt x="3099613" y="1127967"/>
                  </a:lnTo>
                  <a:lnTo>
                    <a:pt x="3099800" y="1116045"/>
                  </a:lnTo>
                  <a:lnTo>
                    <a:pt x="3099987" y="1102796"/>
                  </a:lnTo>
                  <a:lnTo>
                    <a:pt x="3100174" y="1088721"/>
                  </a:lnTo>
                  <a:lnTo>
                    <a:pt x="3100361" y="1073314"/>
                  </a:lnTo>
                  <a:lnTo>
                    <a:pt x="3100548" y="1057471"/>
                  </a:lnTo>
                  <a:lnTo>
                    <a:pt x="3100734" y="1040672"/>
                  </a:lnTo>
                  <a:lnTo>
                    <a:pt x="3100921" y="1023475"/>
                  </a:lnTo>
                  <a:lnTo>
                    <a:pt x="3101108" y="1005586"/>
                  </a:lnTo>
                  <a:lnTo>
                    <a:pt x="3101295" y="988291"/>
                  </a:lnTo>
                  <a:lnTo>
                    <a:pt x="3101482" y="970827"/>
                  </a:lnTo>
                  <a:lnTo>
                    <a:pt x="3101669" y="953548"/>
                  </a:lnTo>
                  <a:lnTo>
                    <a:pt x="3101856" y="941708"/>
                  </a:lnTo>
                  <a:lnTo>
                    <a:pt x="3102043" y="929712"/>
                  </a:lnTo>
                  <a:lnTo>
                    <a:pt x="3102230" y="917440"/>
                  </a:lnTo>
                  <a:lnTo>
                    <a:pt x="3102417" y="905319"/>
                  </a:lnTo>
                  <a:lnTo>
                    <a:pt x="3102604" y="894089"/>
                  </a:lnTo>
                  <a:lnTo>
                    <a:pt x="3102791" y="883521"/>
                  </a:lnTo>
                  <a:lnTo>
                    <a:pt x="3102977" y="873463"/>
                  </a:lnTo>
                  <a:lnTo>
                    <a:pt x="3103164" y="864385"/>
                  </a:lnTo>
                  <a:lnTo>
                    <a:pt x="3103351" y="855959"/>
                  </a:lnTo>
                  <a:lnTo>
                    <a:pt x="3103538" y="847658"/>
                  </a:lnTo>
                  <a:lnTo>
                    <a:pt x="3103725" y="839438"/>
                  </a:lnTo>
                  <a:lnTo>
                    <a:pt x="3103912" y="832003"/>
                  </a:lnTo>
                  <a:lnTo>
                    <a:pt x="3104099" y="824803"/>
                  </a:lnTo>
                  <a:lnTo>
                    <a:pt x="3104286" y="817766"/>
                  </a:lnTo>
                  <a:lnTo>
                    <a:pt x="3104473" y="810887"/>
                  </a:lnTo>
                  <a:lnTo>
                    <a:pt x="3104660" y="804674"/>
                  </a:lnTo>
                  <a:lnTo>
                    <a:pt x="3104847" y="799447"/>
                  </a:lnTo>
                  <a:lnTo>
                    <a:pt x="3105034" y="795178"/>
                  </a:lnTo>
                  <a:lnTo>
                    <a:pt x="3105221" y="789614"/>
                  </a:lnTo>
                  <a:lnTo>
                    <a:pt x="3105407" y="784162"/>
                  </a:lnTo>
                  <a:lnTo>
                    <a:pt x="3105594" y="779491"/>
                  </a:lnTo>
                  <a:lnTo>
                    <a:pt x="3105781" y="774813"/>
                  </a:lnTo>
                  <a:lnTo>
                    <a:pt x="3105968" y="770114"/>
                  </a:lnTo>
                  <a:lnTo>
                    <a:pt x="3106155" y="766088"/>
                  </a:lnTo>
                  <a:lnTo>
                    <a:pt x="3106342" y="763519"/>
                  </a:lnTo>
                  <a:lnTo>
                    <a:pt x="3106529" y="762507"/>
                  </a:lnTo>
                  <a:lnTo>
                    <a:pt x="3106716" y="761458"/>
                  </a:lnTo>
                  <a:lnTo>
                    <a:pt x="3106903" y="761164"/>
                  </a:lnTo>
                  <a:lnTo>
                    <a:pt x="3107090" y="762344"/>
                  </a:lnTo>
                  <a:lnTo>
                    <a:pt x="3107277" y="765150"/>
                  </a:lnTo>
                  <a:lnTo>
                    <a:pt x="3107464" y="767685"/>
                  </a:lnTo>
                  <a:lnTo>
                    <a:pt x="3107651" y="770238"/>
                  </a:lnTo>
                  <a:lnTo>
                    <a:pt x="3107837" y="773044"/>
                  </a:lnTo>
                  <a:lnTo>
                    <a:pt x="3108024" y="775917"/>
                  </a:lnTo>
                  <a:lnTo>
                    <a:pt x="3108211" y="778937"/>
                  </a:lnTo>
                  <a:lnTo>
                    <a:pt x="3108398" y="781522"/>
                  </a:lnTo>
                  <a:lnTo>
                    <a:pt x="3108585" y="785112"/>
                  </a:lnTo>
                  <a:lnTo>
                    <a:pt x="3108772" y="789058"/>
                  </a:lnTo>
                  <a:lnTo>
                    <a:pt x="3108959" y="792862"/>
                  </a:lnTo>
                  <a:lnTo>
                    <a:pt x="3109146" y="796990"/>
                  </a:lnTo>
                  <a:lnTo>
                    <a:pt x="3109333" y="800954"/>
                  </a:lnTo>
                  <a:lnTo>
                    <a:pt x="3109520" y="804899"/>
                  </a:lnTo>
                  <a:lnTo>
                    <a:pt x="3109707" y="810061"/>
                  </a:lnTo>
                  <a:lnTo>
                    <a:pt x="3109894" y="814820"/>
                  </a:lnTo>
                  <a:lnTo>
                    <a:pt x="3110080" y="821082"/>
                  </a:lnTo>
                  <a:lnTo>
                    <a:pt x="3110267" y="827701"/>
                  </a:lnTo>
                  <a:lnTo>
                    <a:pt x="3110454" y="831132"/>
                  </a:lnTo>
                  <a:lnTo>
                    <a:pt x="3110641" y="834713"/>
                  </a:lnTo>
                  <a:lnTo>
                    <a:pt x="3110828" y="838240"/>
                  </a:lnTo>
                  <a:lnTo>
                    <a:pt x="3111015" y="841387"/>
                  </a:lnTo>
                  <a:lnTo>
                    <a:pt x="3111202" y="844302"/>
                  </a:lnTo>
                  <a:lnTo>
                    <a:pt x="3111389" y="846662"/>
                  </a:lnTo>
                  <a:lnTo>
                    <a:pt x="3111576" y="848355"/>
                  </a:lnTo>
                  <a:lnTo>
                    <a:pt x="3111763" y="849236"/>
                  </a:lnTo>
                  <a:lnTo>
                    <a:pt x="3111950" y="849196"/>
                  </a:lnTo>
                  <a:lnTo>
                    <a:pt x="3112137" y="848697"/>
                  </a:lnTo>
                  <a:lnTo>
                    <a:pt x="3112324" y="848151"/>
                  </a:lnTo>
                  <a:lnTo>
                    <a:pt x="3112510" y="847509"/>
                  </a:lnTo>
                  <a:lnTo>
                    <a:pt x="3112697" y="846300"/>
                  </a:lnTo>
                  <a:lnTo>
                    <a:pt x="3112884" y="844499"/>
                  </a:lnTo>
                  <a:lnTo>
                    <a:pt x="3113071" y="842614"/>
                  </a:lnTo>
                  <a:lnTo>
                    <a:pt x="3113258" y="840865"/>
                  </a:lnTo>
                  <a:lnTo>
                    <a:pt x="3113445" y="838373"/>
                  </a:lnTo>
                  <a:lnTo>
                    <a:pt x="3113632" y="836133"/>
                  </a:lnTo>
                  <a:lnTo>
                    <a:pt x="3113819" y="833794"/>
                  </a:lnTo>
                  <a:lnTo>
                    <a:pt x="3114006" y="830497"/>
                  </a:lnTo>
                  <a:lnTo>
                    <a:pt x="3114193" y="828314"/>
                  </a:lnTo>
                  <a:lnTo>
                    <a:pt x="3114380" y="826112"/>
                  </a:lnTo>
                  <a:lnTo>
                    <a:pt x="3114567" y="824572"/>
                  </a:lnTo>
                  <a:lnTo>
                    <a:pt x="3114754" y="824200"/>
                  </a:lnTo>
                  <a:lnTo>
                    <a:pt x="3114940" y="824622"/>
                  </a:lnTo>
                  <a:lnTo>
                    <a:pt x="3115127" y="824458"/>
                  </a:lnTo>
                  <a:lnTo>
                    <a:pt x="3115314" y="824402"/>
                  </a:lnTo>
                  <a:lnTo>
                    <a:pt x="3115501" y="823036"/>
                  </a:lnTo>
                  <a:lnTo>
                    <a:pt x="3115688" y="821946"/>
                  </a:lnTo>
                  <a:lnTo>
                    <a:pt x="3115875" y="819894"/>
                  </a:lnTo>
                  <a:lnTo>
                    <a:pt x="3116062" y="818151"/>
                  </a:lnTo>
                  <a:lnTo>
                    <a:pt x="3116249" y="815926"/>
                  </a:lnTo>
                  <a:lnTo>
                    <a:pt x="3116436" y="812823"/>
                  </a:lnTo>
                  <a:lnTo>
                    <a:pt x="3116623" y="810078"/>
                  </a:lnTo>
                  <a:lnTo>
                    <a:pt x="3116810" y="808060"/>
                  </a:lnTo>
                  <a:lnTo>
                    <a:pt x="3116997" y="805596"/>
                  </a:lnTo>
                  <a:lnTo>
                    <a:pt x="3117183" y="803433"/>
                  </a:lnTo>
                  <a:lnTo>
                    <a:pt x="3117370" y="800592"/>
                  </a:lnTo>
                  <a:lnTo>
                    <a:pt x="3117557" y="796315"/>
                  </a:lnTo>
                  <a:lnTo>
                    <a:pt x="3117744" y="791637"/>
                  </a:lnTo>
                  <a:lnTo>
                    <a:pt x="3117931" y="787095"/>
                  </a:lnTo>
                  <a:lnTo>
                    <a:pt x="3118118" y="782664"/>
                  </a:lnTo>
                  <a:lnTo>
                    <a:pt x="3118305" y="778550"/>
                  </a:lnTo>
                  <a:lnTo>
                    <a:pt x="3118492" y="775502"/>
                  </a:lnTo>
                  <a:lnTo>
                    <a:pt x="3118679" y="772443"/>
                  </a:lnTo>
                  <a:lnTo>
                    <a:pt x="3118866" y="769875"/>
                  </a:lnTo>
                  <a:lnTo>
                    <a:pt x="3119053" y="768021"/>
                  </a:lnTo>
                  <a:lnTo>
                    <a:pt x="3119240" y="767142"/>
                  </a:lnTo>
                  <a:lnTo>
                    <a:pt x="3119427" y="766377"/>
                  </a:lnTo>
                  <a:lnTo>
                    <a:pt x="3119613" y="765584"/>
                  </a:lnTo>
                  <a:lnTo>
                    <a:pt x="3119800" y="766529"/>
                  </a:lnTo>
                  <a:lnTo>
                    <a:pt x="3119987" y="767305"/>
                  </a:lnTo>
                  <a:lnTo>
                    <a:pt x="3120174" y="766800"/>
                  </a:lnTo>
                  <a:lnTo>
                    <a:pt x="3120361" y="766685"/>
                  </a:lnTo>
                  <a:lnTo>
                    <a:pt x="3120548" y="766977"/>
                  </a:lnTo>
                  <a:lnTo>
                    <a:pt x="3120735" y="766889"/>
                  </a:lnTo>
                  <a:lnTo>
                    <a:pt x="3120922" y="767031"/>
                  </a:lnTo>
                  <a:lnTo>
                    <a:pt x="3121109" y="767522"/>
                  </a:lnTo>
                  <a:lnTo>
                    <a:pt x="3121296" y="768571"/>
                  </a:lnTo>
                  <a:lnTo>
                    <a:pt x="3121483" y="769891"/>
                  </a:lnTo>
                  <a:lnTo>
                    <a:pt x="3121670" y="770751"/>
                  </a:lnTo>
                  <a:lnTo>
                    <a:pt x="3121856" y="770032"/>
                  </a:lnTo>
                  <a:lnTo>
                    <a:pt x="3122043" y="768136"/>
                  </a:lnTo>
                  <a:lnTo>
                    <a:pt x="3122230" y="765128"/>
                  </a:lnTo>
                  <a:lnTo>
                    <a:pt x="3122417" y="761874"/>
                  </a:lnTo>
                  <a:lnTo>
                    <a:pt x="3122604" y="757560"/>
                  </a:lnTo>
                  <a:lnTo>
                    <a:pt x="3122791" y="751579"/>
                  </a:lnTo>
                  <a:lnTo>
                    <a:pt x="3122978" y="746668"/>
                  </a:lnTo>
                  <a:lnTo>
                    <a:pt x="3123165" y="741196"/>
                  </a:lnTo>
                  <a:lnTo>
                    <a:pt x="3123352" y="735186"/>
                  </a:lnTo>
                  <a:lnTo>
                    <a:pt x="3123539" y="732294"/>
                  </a:lnTo>
                  <a:lnTo>
                    <a:pt x="3123726" y="732572"/>
                  </a:lnTo>
                  <a:lnTo>
                    <a:pt x="3123913" y="734242"/>
                  </a:lnTo>
                  <a:lnTo>
                    <a:pt x="3124100" y="735777"/>
                  </a:lnTo>
                  <a:lnTo>
                    <a:pt x="3124286" y="737946"/>
                  </a:lnTo>
                  <a:lnTo>
                    <a:pt x="3124473" y="742645"/>
                  </a:lnTo>
                  <a:lnTo>
                    <a:pt x="3124660" y="746144"/>
                  </a:lnTo>
                  <a:lnTo>
                    <a:pt x="3124847" y="749641"/>
                  </a:lnTo>
                  <a:lnTo>
                    <a:pt x="3125034" y="753491"/>
                  </a:lnTo>
                  <a:lnTo>
                    <a:pt x="3125221" y="757130"/>
                  </a:lnTo>
                  <a:lnTo>
                    <a:pt x="3125408" y="758667"/>
                  </a:lnTo>
                  <a:lnTo>
                    <a:pt x="3125595" y="760820"/>
                  </a:lnTo>
                  <a:lnTo>
                    <a:pt x="3125782" y="762996"/>
                  </a:lnTo>
                  <a:lnTo>
                    <a:pt x="3125969" y="765310"/>
                  </a:lnTo>
                  <a:lnTo>
                    <a:pt x="3126156" y="767714"/>
                  </a:lnTo>
                  <a:lnTo>
                    <a:pt x="3126343" y="770626"/>
                  </a:lnTo>
                  <a:lnTo>
                    <a:pt x="3126530" y="773718"/>
                  </a:lnTo>
                  <a:lnTo>
                    <a:pt x="3126716" y="776394"/>
                  </a:lnTo>
                  <a:lnTo>
                    <a:pt x="3126903" y="779001"/>
                  </a:lnTo>
                  <a:lnTo>
                    <a:pt x="3127090" y="781327"/>
                  </a:lnTo>
                  <a:lnTo>
                    <a:pt x="3127277" y="781891"/>
                  </a:lnTo>
                  <a:lnTo>
                    <a:pt x="3127464" y="780869"/>
                  </a:lnTo>
                  <a:lnTo>
                    <a:pt x="3127651" y="779018"/>
                  </a:lnTo>
                  <a:lnTo>
                    <a:pt x="3127838" y="774564"/>
                  </a:lnTo>
                  <a:lnTo>
                    <a:pt x="3128025" y="769845"/>
                  </a:lnTo>
                  <a:lnTo>
                    <a:pt x="3128212" y="765070"/>
                  </a:lnTo>
                  <a:lnTo>
                    <a:pt x="3128399" y="760878"/>
                  </a:lnTo>
                  <a:lnTo>
                    <a:pt x="3128586" y="755849"/>
                  </a:lnTo>
                  <a:lnTo>
                    <a:pt x="3128773" y="750742"/>
                  </a:lnTo>
                  <a:lnTo>
                    <a:pt x="3128959" y="746370"/>
                  </a:lnTo>
                  <a:lnTo>
                    <a:pt x="3129146" y="742129"/>
                  </a:lnTo>
                  <a:lnTo>
                    <a:pt x="3129333" y="737897"/>
                  </a:lnTo>
                  <a:lnTo>
                    <a:pt x="3129520" y="734339"/>
                  </a:lnTo>
                  <a:lnTo>
                    <a:pt x="3129707" y="731037"/>
                  </a:lnTo>
                  <a:lnTo>
                    <a:pt x="3129894" y="729005"/>
                  </a:lnTo>
                  <a:lnTo>
                    <a:pt x="3130081" y="729043"/>
                  </a:lnTo>
                  <a:lnTo>
                    <a:pt x="3130268" y="728346"/>
                  </a:lnTo>
                  <a:lnTo>
                    <a:pt x="3130455" y="728685"/>
                  </a:lnTo>
                  <a:lnTo>
                    <a:pt x="3130642" y="729599"/>
                  </a:lnTo>
                  <a:lnTo>
                    <a:pt x="3130829" y="729300"/>
                  </a:lnTo>
                  <a:lnTo>
                    <a:pt x="3131016" y="728542"/>
                  </a:lnTo>
                  <a:lnTo>
                    <a:pt x="3131203" y="727375"/>
                  </a:lnTo>
                  <a:lnTo>
                    <a:pt x="3131389" y="725210"/>
                  </a:lnTo>
                  <a:lnTo>
                    <a:pt x="3131576" y="724059"/>
                  </a:lnTo>
                  <a:lnTo>
                    <a:pt x="3131763" y="723025"/>
                  </a:lnTo>
                  <a:lnTo>
                    <a:pt x="3131950" y="721543"/>
                  </a:lnTo>
                  <a:lnTo>
                    <a:pt x="3132137" y="720652"/>
                  </a:lnTo>
                  <a:lnTo>
                    <a:pt x="3132324" y="720797"/>
                  </a:lnTo>
                  <a:lnTo>
                    <a:pt x="3132511" y="721685"/>
                  </a:lnTo>
                  <a:lnTo>
                    <a:pt x="3132698" y="722447"/>
                  </a:lnTo>
                  <a:lnTo>
                    <a:pt x="3132885" y="722980"/>
                  </a:lnTo>
                  <a:lnTo>
                    <a:pt x="3133072" y="723568"/>
                  </a:lnTo>
                  <a:lnTo>
                    <a:pt x="3133259" y="724564"/>
                  </a:lnTo>
                  <a:lnTo>
                    <a:pt x="3133446" y="726225"/>
                  </a:lnTo>
                  <a:lnTo>
                    <a:pt x="3133633" y="728930"/>
                  </a:lnTo>
                  <a:lnTo>
                    <a:pt x="3133819" y="732983"/>
                  </a:lnTo>
                  <a:lnTo>
                    <a:pt x="3134006" y="738287"/>
                  </a:lnTo>
                  <a:lnTo>
                    <a:pt x="3134193" y="744320"/>
                  </a:lnTo>
                  <a:lnTo>
                    <a:pt x="3134380" y="749522"/>
                  </a:lnTo>
                  <a:lnTo>
                    <a:pt x="3134567" y="755518"/>
                  </a:lnTo>
                  <a:lnTo>
                    <a:pt x="3134754" y="761349"/>
                  </a:lnTo>
                  <a:lnTo>
                    <a:pt x="3134941" y="767521"/>
                  </a:lnTo>
                  <a:lnTo>
                    <a:pt x="3135128" y="775086"/>
                  </a:lnTo>
                  <a:lnTo>
                    <a:pt x="3135315" y="782453"/>
                  </a:lnTo>
                  <a:lnTo>
                    <a:pt x="3135502" y="790120"/>
                  </a:lnTo>
                  <a:lnTo>
                    <a:pt x="3135689" y="800972"/>
                  </a:lnTo>
                  <a:lnTo>
                    <a:pt x="3135876" y="811567"/>
                  </a:lnTo>
                  <a:lnTo>
                    <a:pt x="3136062" y="821246"/>
                  </a:lnTo>
                  <a:lnTo>
                    <a:pt x="3136249" y="831066"/>
                  </a:lnTo>
                  <a:lnTo>
                    <a:pt x="3136436" y="841505"/>
                  </a:lnTo>
                  <a:lnTo>
                    <a:pt x="3136623" y="852083"/>
                  </a:lnTo>
                  <a:lnTo>
                    <a:pt x="3136810" y="863133"/>
                  </a:lnTo>
                  <a:lnTo>
                    <a:pt x="3136997" y="874999"/>
                  </a:lnTo>
                  <a:lnTo>
                    <a:pt x="3137184" y="887492"/>
                  </a:lnTo>
                  <a:lnTo>
                    <a:pt x="3137371" y="900687"/>
                  </a:lnTo>
                  <a:lnTo>
                    <a:pt x="3137558" y="913997"/>
                  </a:lnTo>
                  <a:lnTo>
                    <a:pt x="3137745" y="927538"/>
                  </a:lnTo>
                  <a:lnTo>
                    <a:pt x="3137932" y="942682"/>
                  </a:lnTo>
                  <a:lnTo>
                    <a:pt x="3138119" y="958344"/>
                  </a:lnTo>
                  <a:lnTo>
                    <a:pt x="3138306" y="974112"/>
                  </a:lnTo>
                  <a:lnTo>
                    <a:pt x="3138492" y="990608"/>
                  </a:lnTo>
                  <a:lnTo>
                    <a:pt x="3138679" y="1006871"/>
                  </a:lnTo>
                  <a:lnTo>
                    <a:pt x="3138866" y="1023714"/>
                  </a:lnTo>
                  <a:lnTo>
                    <a:pt x="3139053" y="1040501"/>
                  </a:lnTo>
                  <a:lnTo>
                    <a:pt x="3139240" y="1051430"/>
                  </a:lnTo>
                  <a:lnTo>
                    <a:pt x="3139427" y="1062472"/>
                  </a:lnTo>
                  <a:lnTo>
                    <a:pt x="3139614" y="1073881"/>
                  </a:lnTo>
                  <a:lnTo>
                    <a:pt x="3139801" y="1085140"/>
                  </a:lnTo>
                  <a:lnTo>
                    <a:pt x="3139988" y="1096087"/>
                  </a:lnTo>
                  <a:lnTo>
                    <a:pt x="3140175" y="1106270"/>
                  </a:lnTo>
                  <a:lnTo>
                    <a:pt x="3140362" y="1115972"/>
                  </a:lnTo>
                  <a:lnTo>
                    <a:pt x="3140549" y="1125055"/>
                  </a:lnTo>
                  <a:lnTo>
                    <a:pt x="3140735" y="1133330"/>
                  </a:lnTo>
                  <a:lnTo>
                    <a:pt x="3140922" y="1140794"/>
                  </a:lnTo>
                  <a:lnTo>
                    <a:pt x="3141109" y="1145331"/>
                  </a:lnTo>
                  <a:lnTo>
                    <a:pt x="3141296" y="1149139"/>
                  </a:lnTo>
                  <a:lnTo>
                    <a:pt x="3141483" y="1151698"/>
                  </a:lnTo>
                  <a:lnTo>
                    <a:pt x="3141670" y="1153008"/>
                  </a:lnTo>
                  <a:lnTo>
                    <a:pt x="3141857" y="1152954"/>
                  </a:lnTo>
                  <a:lnTo>
                    <a:pt x="3142044" y="1154588"/>
                  </a:lnTo>
                  <a:lnTo>
                    <a:pt x="3142231" y="1156503"/>
                  </a:lnTo>
                  <a:lnTo>
                    <a:pt x="3142418" y="1157971"/>
                  </a:lnTo>
                  <a:lnTo>
                    <a:pt x="3142605" y="1160755"/>
                  </a:lnTo>
                  <a:lnTo>
                    <a:pt x="3142792" y="1162626"/>
                  </a:lnTo>
                  <a:lnTo>
                    <a:pt x="3142979" y="1163775"/>
                  </a:lnTo>
                  <a:lnTo>
                    <a:pt x="3143165" y="1164312"/>
                  </a:lnTo>
                  <a:lnTo>
                    <a:pt x="3143352" y="1164511"/>
                  </a:lnTo>
                  <a:lnTo>
                    <a:pt x="3143539" y="1164480"/>
                  </a:lnTo>
                  <a:lnTo>
                    <a:pt x="3143726" y="1163675"/>
                  </a:lnTo>
                  <a:lnTo>
                    <a:pt x="3143913" y="1162091"/>
                  </a:lnTo>
                  <a:lnTo>
                    <a:pt x="3144100" y="1160393"/>
                  </a:lnTo>
                  <a:lnTo>
                    <a:pt x="3144287" y="1158990"/>
                  </a:lnTo>
                  <a:lnTo>
                    <a:pt x="3144474" y="1156940"/>
                  </a:lnTo>
                  <a:lnTo>
                    <a:pt x="3144661" y="1154672"/>
                  </a:lnTo>
                  <a:lnTo>
                    <a:pt x="3144848" y="1152494"/>
                  </a:lnTo>
                  <a:lnTo>
                    <a:pt x="3145035" y="1150259"/>
                  </a:lnTo>
                  <a:lnTo>
                    <a:pt x="3145222" y="1145767"/>
                  </a:lnTo>
                  <a:lnTo>
                    <a:pt x="3145409" y="1141788"/>
                  </a:lnTo>
                  <a:lnTo>
                    <a:pt x="3145595" y="1135814"/>
                  </a:lnTo>
                  <a:lnTo>
                    <a:pt x="3145782" y="1130219"/>
                  </a:lnTo>
                  <a:lnTo>
                    <a:pt x="3145969" y="1125020"/>
                  </a:lnTo>
                  <a:lnTo>
                    <a:pt x="3146156" y="1119104"/>
                  </a:lnTo>
                  <a:lnTo>
                    <a:pt x="3146343" y="1112865"/>
                  </a:lnTo>
                  <a:lnTo>
                    <a:pt x="3146530" y="1105892"/>
                  </a:lnTo>
                  <a:lnTo>
                    <a:pt x="3146717" y="1098268"/>
                  </a:lnTo>
                  <a:lnTo>
                    <a:pt x="3146904" y="1090602"/>
                  </a:lnTo>
                  <a:lnTo>
                    <a:pt x="3147091" y="1083084"/>
                  </a:lnTo>
                  <a:lnTo>
                    <a:pt x="3147278" y="1076029"/>
                  </a:lnTo>
                  <a:lnTo>
                    <a:pt x="3147465" y="1069131"/>
                  </a:lnTo>
                  <a:lnTo>
                    <a:pt x="3147652" y="1062372"/>
                  </a:lnTo>
                  <a:lnTo>
                    <a:pt x="3147838" y="1056183"/>
                  </a:lnTo>
                  <a:lnTo>
                    <a:pt x="3148025" y="1049937"/>
                  </a:lnTo>
                  <a:lnTo>
                    <a:pt x="3148212" y="1044004"/>
                  </a:lnTo>
                  <a:lnTo>
                    <a:pt x="3148399" y="1039086"/>
                  </a:lnTo>
                  <a:lnTo>
                    <a:pt x="3148586" y="1034522"/>
                  </a:lnTo>
                  <a:lnTo>
                    <a:pt x="3148773" y="1030669"/>
                  </a:lnTo>
                  <a:lnTo>
                    <a:pt x="3148960" y="1028086"/>
                  </a:lnTo>
                  <a:lnTo>
                    <a:pt x="3149147" y="1026980"/>
                  </a:lnTo>
                  <a:lnTo>
                    <a:pt x="3149334" y="1026889"/>
                  </a:lnTo>
                  <a:lnTo>
                    <a:pt x="3149521" y="1028887"/>
                  </a:lnTo>
                  <a:lnTo>
                    <a:pt x="3149708" y="1030282"/>
                  </a:lnTo>
                  <a:lnTo>
                    <a:pt x="3149895" y="1031107"/>
                  </a:lnTo>
                  <a:lnTo>
                    <a:pt x="3150082" y="1032098"/>
                  </a:lnTo>
                  <a:lnTo>
                    <a:pt x="3150268" y="1034462"/>
                  </a:lnTo>
                  <a:lnTo>
                    <a:pt x="3150455" y="1037048"/>
                  </a:lnTo>
                  <a:lnTo>
                    <a:pt x="3150642" y="1039385"/>
                  </a:lnTo>
                  <a:lnTo>
                    <a:pt x="3150829" y="1042219"/>
                  </a:lnTo>
                  <a:lnTo>
                    <a:pt x="3151016" y="1044623"/>
                  </a:lnTo>
                  <a:lnTo>
                    <a:pt x="3151203" y="1046923"/>
                  </a:lnTo>
                  <a:lnTo>
                    <a:pt x="3151390" y="1050478"/>
                  </a:lnTo>
                  <a:lnTo>
                    <a:pt x="3151577" y="1053023"/>
                  </a:lnTo>
                  <a:lnTo>
                    <a:pt x="3151764" y="1054965"/>
                  </a:lnTo>
                  <a:lnTo>
                    <a:pt x="3151951" y="1055684"/>
                  </a:lnTo>
                  <a:lnTo>
                    <a:pt x="3152138" y="1055653"/>
                  </a:lnTo>
                  <a:lnTo>
                    <a:pt x="3152325" y="1055848"/>
                  </a:lnTo>
                  <a:lnTo>
                    <a:pt x="3152512" y="1055619"/>
                  </a:lnTo>
                  <a:lnTo>
                    <a:pt x="3152698" y="1056243"/>
                  </a:lnTo>
                  <a:lnTo>
                    <a:pt x="3152885" y="1056973"/>
                  </a:lnTo>
                  <a:lnTo>
                    <a:pt x="3153072" y="1058135"/>
                  </a:lnTo>
                  <a:lnTo>
                    <a:pt x="3153259" y="1059373"/>
                  </a:lnTo>
                  <a:lnTo>
                    <a:pt x="3153446" y="1060890"/>
                  </a:lnTo>
                  <a:lnTo>
                    <a:pt x="3153633" y="1062494"/>
                  </a:lnTo>
                  <a:lnTo>
                    <a:pt x="3153820" y="1063383"/>
                  </a:lnTo>
                  <a:lnTo>
                    <a:pt x="3154007" y="1064649"/>
                  </a:lnTo>
                  <a:lnTo>
                    <a:pt x="3154194" y="1065282"/>
                  </a:lnTo>
                  <a:lnTo>
                    <a:pt x="3154381" y="1067369"/>
                  </a:lnTo>
                  <a:lnTo>
                    <a:pt x="3154568" y="1068409"/>
                  </a:lnTo>
                  <a:lnTo>
                    <a:pt x="3154755" y="1071231"/>
                  </a:lnTo>
                  <a:lnTo>
                    <a:pt x="3154941" y="1075612"/>
                  </a:lnTo>
                  <a:lnTo>
                    <a:pt x="3155128" y="1080522"/>
                  </a:lnTo>
                  <a:lnTo>
                    <a:pt x="3155315" y="1085110"/>
                  </a:lnTo>
                  <a:lnTo>
                    <a:pt x="3155502" y="1088287"/>
                  </a:lnTo>
                  <a:lnTo>
                    <a:pt x="3155689" y="1091043"/>
                  </a:lnTo>
                  <a:lnTo>
                    <a:pt x="3155876" y="1093197"/>
                  </a:lnTo>
                  <a:lnTo>
                    <a:pt x="3156063" y="1095202"/>
                  </a:lnTo>
                  <a:lnTo>
                    <a:pt x="3156250" y="1097628"/>
                  </a:lnTo>
                  <a:lnTo>
                    <a:pt x="3156437" y="1099617"/>
                  </a:lnTo>
                  <a:lnTo>
                    <a:pt x="3156624" y="1100962"/>
                  </a:lnTo>
                  <a:lnTo>
                    <a:pt x="3156811" y="1101804"/>
                  </a:lnTo>
                  <a:lnTo>
                    <a:pt x="3156998" y="1103083"/>
                  </a:lnTo>
                  <a:lnTo>
                    <a:pt x="3157185" y="1104378"/>
                  </a:lnTo>
                  <a:lnTo>
                    <a:pt x="3157371" y="1105261"/>
                  </a:lnTo>
                  <a:lnTo>
                    <a:pt x="3157558" y="1106136"/>
                  </a:lnTo>
                  <a:lnTo>
                    <a:pt x="3157745" y="1106895"/>
                  </a:lnTo>
                  <a:lnTo>
                    <a:pt x="3157932" y="1107877"/>
                  </a:lnTo>
                  <a:lnTo>
                    <a:pt x="3158119" y="1109263"/>
                  </a:lnTo>
                  <a:lnTo>
                    <a:pt x="3158306" y="1112736"/>
                  </a:lnTo>
                  <a:lnTo>
                    <a:pt x="3158493" y="1116480"/>
                  </a:lnTo>
                  <a:lnTo>
                    <a:pt x="3158680" y="1119578"/>
                  </a:lnTo>
                  <a:lnTo>
                    <a:pt x="3158867" y="1121861"/>
                  </a:lnTo>
                  <a:lnTo>
                    <a:pt x="3159054" y="1123369"/>
                  </a:lnTo>
                  <a:lnTo>
                    <a:pt x="3159241" y="1125336"/>
                  </a:lnTo>
                  <a:lnTo>
                    <a:pt x="3159428" y="1128049"/>
                  </a:lnTo>
                  <a:lnTo>
                    <a:pt x="3159614" y="1131994"/>
                  </a:lnTo>
                  <a:lnTo>
                    <a:pt x="3159801" y="1136870"/>
                  </a:lnTo>
                  <a:lnTo>
                    <a:pt x="3159988" y="1141704"/>
                  </a:lnTo>
                  <a:lnTo>
                    <a:pt x="3160175" y="1147304"/>
                  </a:lnTo>
                  <a:lnTo>
                    <a:pt x="3160362" y="1153183"/>
                  </a:lnTo>
                  <a:lnTo>
                    <a:pt x="3160549" y="1159089"/>
                  </a:lnTo>
                  <a:lnTo>
                    <a:pt x="3160736" y="1166167"/>
                  </a:lnTo>
                  <a:lnTo>
                    <a:pt x="3160923" y="1170179"/>
                  </a:lnTo>
                  <a:lnTo>
                    <a:pt x="3161110" y="1172006"/>
                  </a:lnTo>
                  <a:lnTo>
                    <a:pt x="3161297" y="1171240"/>
                  </a:lnTo>
                  <a:lnTo>
                    <a:pt x="3161484" y="1170123"/>
                  </a:lnTo>
                  <a:lnTo>
                    <a:pt x="3161671" y="1167725"/>
                  </a:lnTo>
                  <a:lnTo>
                    <a:pt x="3161858" y="1165018"/>
                  </a:lnTo>
                  <a:lnTo>
                    <a:pt x="3162044" y="1162092"/>
                  </a:lnTo>
                  <a:lnTo>
                    <a:pt x="3162231" y="1160353"/>
                  </a:lnTo>
                  <a:lnTo>
                    <a:pt x="3162418" y="1159230"/>
                  </a:lnTo>
                  <a:lnTo>
                    <a:pt x="3162605" y="1157353"/>
                  </a:lnTo>
                  <a:lnTo>
                    <a:pt x="3162792" y="1155849"/>
                  </a:lnTo>
                  <a:lnTo>
                    <a:pt x="3162979" y="1153827"/>
                  </a:lnTo>
                  <a:lnTo>
                    <a:pt x="3163166" y="1151082"/>
                  </a:lnTo>
                  <a:lnTo>
                    <a:pt x="3163353" y="1147855"/>
                  </a:lnTo>
                  <a:lnTo>
                    <a:pt x="3163540" y="1144799"/>
                  </a:lnTo>
                  <a:lnTo>
                    <a:pt x="3163727" y="1142023"/>
                  </a:lnTo>
                  <a:lnTo>
                    <a:pt x="3163914" y="1138557"/>
                  </a:lnTo>
                  <a:lnTo>
                    <a:pt x="3164101" y="1135348"/>
                  </a:lnTo>
                  <a:lnTo>
                    <a:pt x="3164288" y="1132631"/>
                  </a:lnTo>
                  <a:lnTo>
                    <a:pt x="3164474" y="1129580"/>
                  </a:lnTo>
                  <a:lnTo>
                    <a:pt x="3164661" y="1127484"/>
                  </a:lnTo>
                  <a:lnTo>
                    <a:pt x="3164848" y="1126361"/>
                  </a:lnTo>
                  <a:lnTo>
                    <a:pt x="3165035" y="1125914"/>
                  </a:lnTo>
                  <a:lnTo>
                    <a:pt x="3165222" y="1128423"/>
                  </a:lnTo>
                  <a:lnTo>
                    <a:pt x="3165409" y="1130378"/>
                  </a:lnTo>
                  <a:lnTo>
                    <a:pt x="3165596" y="1132760"/>
                  </a:lnTo>
                  <a:lnTo>
                    <a:pt x="3165783" y="1135703"/>
                  </a:lnTo>
                  <a:lnTo>
                    <a:pt x="3165970" y="1139600"/>
                  </a:lnTo>
                  <a:lnTo>
                    <a:pt x="3166157" y="1144042"/>
                  </a:lnTo>
                  <a:lnTo>
                    <a:pt x="3166344" y="1148171"/>
                  </a:lnTo>
                  <a:lnTo>
                    <a:pt x="3166531" y="1152124"/>
                  </a:lnTo>
                  <a:lnTo>
                    <a:pt x="3166717" y="1156968"/>
                  </a:lnTo>
                  <a:lnTo>
                    <a:pt x="3166904" y="1161774"/>
                  </a:lnTo>
                  <a:lnTo>
                    <a:pt x="3167091" y="1165385"/>
                  </a:lnTo>
                  <a:lnTo>
                    <a:pt x="3167278" y="1168678"/>
                  </a:lnTo>
                  <a:lnTo>
                    <a:pt x="3167465" y="1171623"/>
                  </a:lnTo>
                  <a:lnTo>
                    <a:pt x="3167652" y="1173989"/>
                  </a:lnTo>
                  <a:lnTo>
                    <a:pt x="3167839" y="1176005"/>
                  </a:lnTo>
                  <a:lnTo>
                    <a:pt x="3168026" y="1177421"/>
                  </a:lnTo>
                  <a:lnTo>
                    <a:pt x="3168213" y="1179267"/>
                  </a:lnTo>
                  <a:lnTo>
                    <a:pt x="3168400" y="1180915"/>
                  </a:lnTo>
                  <a:lnTo>
                    <a:pt x="3168587" y="1182098"/>
                  </a:lnTo>
                  <a:lnTo>
                    <a:pt x="3168774" y="1184169"/>
                  </a:lnTo>
                  <a:lnTo>
                    <a:pt x="3168961" y="1185769"/>
                  </a:lnTo>
                  <a:lnTo>
                    <a:pt x="3169147" y="1186873"/>
                  </a:lnTo>
                  <a:lnTo>
                    <a:pt x="3169334" y="1187433"/>
                  </a:lnTo>
                  <a:lnTo>
                    <a:pt x="3169521" y="1187049"/>
                  </a:lnTo>
                  <a:lnTo>
                    <a:pt x="3169708" y="1185557"/>
                  </a:lnTo>
                  <a:lnTo>
                    <a:pt x="3169895" y="1183821"/>
                  </a:lnTo>
                  <a:lnTo>
                    <a:pt x="3170082" y="1182005"/>
                  </a:lnTo>
                  <a:lnTo>
                    <a:pt x="3170269" y="1179036"/>
                  </a:lnTo>
                  <a:lnTo>
                    <a:pt x="3170456" y="1176098"/>
                  </a:lnTo>
                  <a:lnTo>
                    <a:pt x="3170643" y="1172885"/>
                  </a:lnTo>
                  <a:lnTo>
                    <a:pt x="3170830" y="1169962"/>
                  </a:lnTo>
                  <a:lnTo>
                    <a:pt x="3171017" y="1165935"/>
                  </a:lnTo>
                  <a:lnTo>
                    <a:pt x="3171204" y="1158560"/>
                  </a:lnTo>
                  <a:lnTo>
                    <a:pt x="3171391" y="1150777"/>
                  </a:lnTo>
                  <a:lnTo>
                    <a:pt x="3171577" y="1142765"/>
                  </a:lnTo>
                  <a:lnTo>
                    <a:pt x="3171764" y="1135057"/>
                  </a:lnTo>
                  <a:lnTo>
                    <a:pt x="3171951" y="1127491"/>
                  </a:lnTo>
                  <a:lnTo>
                    <a:pt x="3172138" y="1122228"/>
                  </a:lnTo>
                  <a:lnTo>
                    <a:pt x="3172325" y="1116983"/>
                  </a:lnTo>
                  <a:lnTo>
                    <a:pt x="3172512" y="1111235"/>
                  </a:lnTo>
                  <a:lnTo>
                    <a:pt x="3172699" y="1107112"/>
                  </a:lnTo>
                  <a:lnTo>
                    <a:pt x="3172886" y="1103179"/>
                  </a:lnTo>
                  <a:lnTo>
                    <a:pt x="3173073" y="1098929"/>
                  </a:lnTo>
                  <a:lnTo>
                    <a:pt x="3173260" y="1095667"/>
                  </a:lnTo>
                  <a:lnTo>
                    <a:pt x="3173447" y="1092804"/>
                  </a:lnTo>
                  <a:lnTo>
                    <a:pt x="3173634" y="1090414"/>
                  </a:lnTo>
                  <a:lnTo>
                    <a:pt x="3173820" y="1088173"/>
                  </a:lnTo>
                  <a:lnTo>
                    <a:pt x="3174007" y="1086381"/>
                  </a:lnTo>
                  <a:lnTo>
                    <a:pt x="3174194" y="1085236"/>
                  </a:lnTo>
                  <a:lnTo>
                    <a:pt x="3174381" y="1083990"/>
                  </a:lnTo>
                  <a:lnTo>
                    <a:pt x="3174568" y="1083205"/>
                  </a:lnTo>
                  <a:lnTo>
                    <a:pt x="3174755" y="1082961"/>
                  </a:lnTo>
                  <a:lnTo>
                    <a:pt x="3174942" y="1082829"/>
                  </a:lnTo>
                  <a:lnTo>
                    <a:pt x="3175129" y="1083586"/>
                  </a:lnTo>
                  <a:lnTo>
                    <a:pt x="3175316" y="1082814"/>
                  </a:lnTo>
                  <a:lnTo>
                    <a:pt x="3175503" y="1081434"/>
                  </a:lnTo>
                  <a:lnTo>
                    <a:pt x="3175690" y="1079818"/>
                  </a:lnTo>
                  <a:lnTo>
                    <a:pt x="3175877" y="1077480"/>
                  </a:lnTo>
                  <a:lnTo>
                    <a:pt x="3176064" y="1074875"/>
                  </a:lnTo>
                  <a:lnTo>
                    <a:pt x="3176250" y="1072167"/>
                  </a:lnTo>
                  <a:lnTo>
                    <a:pt x="3176437" y="1068826"/>
                  </a:lnTo>
                  <a:lnTo>
                    <a:pt x="3176624" y="1065858"/>
                  </a:lnTo>
                  <a:lnTo>
                    <a:pt x="3176811" y="1062513"/>
                  </a:lnTo>
                  <a:lnTo>
                    <a:pt x="3176998" y="1058801"/>
                  </a:lnTo>
                  <a:lnTo>
                    <a:pt x="3177185" y="1055633"/>
                  </a:lnTo>
                  <a:lnTo>
                    <a:pt x="3177372" y="1053367"/>
                  </a:lnTo>
                  <a:lnTo>
                    <a:pt x="3177559" y="1052048"/>
                  </a:lnTo>
                  <a:lnTo>
                    <a:pt x="3177746" y="1051752"/>
                  </a:lnTo>
                  <a:lnTo>
                    <a:pt x="3177933" y="1051480"/>
                  </a:lnTo>
                  <a:lnTo>
                    <a:pt x="3178120" y="1051415"/>
                  </a:lnTo>
                  <a:lnTo>
                    <a:pt x="3178307" y="1051985"/>
                  </a:lnTo>
                  <a:lnTo>
                    <a:pt x="3178493" y="1055237"/>
                  </a:lnTo>
                  <a:lnTo>
                    <a:pt x="3178680" y="1058802"/>
                  </a:lnTo>
                  <a:lnTo>
                    <a:pt x="3178867" y="1063089"/>
                  </a:lnTo>
                  <a:lnTo>
                    <a:pt x="3179054" y="1068152"/>
                  </a:lnTo>
                  <a:lnTo>
                    <a:pt x="3179241" y="1074342"/>
                  </a:lnTo>
                  <a:lnTo>
                    <a:pt x="3179428" y="1078570"/>
                  </a:lnTo>
                  <a:lnTo>
                    <a:pt x="3179615" y="1081531"/>
                  </a:lnTo>
                  <a:lnTo>
                    <a:pt x="3179802" y="1084332"/>
                  </a:lnTo>
                  <a:lnTo>
                    <a:pt x="3179989" y="1087076"/>
                  </a:lnTo>
                  <a:lnTo>
                    <a:pt x="3180176" y="1090625"/>
                  </a:lnTo>
                  <a:lnTo>
                    <a:pt x="3180363" y="1094609"/>
                  </a:lnTo>
                  <a:lnTo>
                    <a:pt x="3180550" y="1098740"/>
                  </a:lnTo>
                  <a:lnTo>
                    <a:pt x="3180737" y="1103048"/>
                  </a:lnTo>
                  <a:lnTo>
                    <a:pt x="3180923" y="1107400"/>
                  </a:lnTo>
                  <a:lnTo>
                    <a:pt x="3181110" y="1111371"/>
                  </a:lnTo>
                  <a:lnTo>
                    <a:pt x="3181297" y="1115120"/>
                  </a:lnTo>
                  <a:lnTo>
                    <a:pt x="3181484" y="1118929"/>
                  </a:lnTo>
                  <a:lnTo>
                    <a:pt x="3181671" y="1122329"/>
                  </a:lnTo>
                  <a:lnTo>
                    <a:pt x="3181858" y="1125810"/>
                  </a:lnTo>
                  <a:lnTo>
                    <a:pt x="3182045" y="1128897"/>
                  </a:lnTo>
                  <a:lnTo>
                    <a:pt x="3182232" y="1131164"/>
                  </a:lnTo>
                  <a:lnTo>
                    <a:pt x="3182419" y="1133287"/>
                  </a:lnTo>
                  <a:lnTo>
                    <a:pt x="3182606" y="1136766"/>
                  </a:lnTo>
                  <a:lnTo>
                    <a:pt x="3182793" y="1139367"/>
                  </a:lnTo>
                  <a:lnTo>
                    <a:pt x="3182980" y="1144582"/>
                  </a:lnTo>
                  <a:lnTo>
                    <a:pt x="3183167" y="1149872"/>
                  </a:lnTo>
                  <a:lnTo>
                    <a:pt x="3183353" y="1155079"/>
                  </a:lnTo>
                  <a:lnTo>
                    <a:pt x="3183540" y="1160558"/>
                  </a:lnTo>
                  <a:lnTo>
                    <a:pt x="3183727" y="1166829"/>
                  </a:lnTo>
                  <a:lnTo>
                    <a:pt x="3183914" y="1174235"/>
                  </a:lnTo>
                  <a:lnTo>
                    <a:pt x="3184101" y="1182013"/>
                  </a:lnTo>
                  <a:lnTo>
                    <a:pt x="3184288" y="1189519"/>
                  </a:lnTo>
                  <a:lnTo>
                    <a:pt x="3184475" y="1196437"/>
                  </a:lnTo>
                  <a:lnTo>
                    <a:pt x="3184662" y="1202330"/>
                  </a:lnTo>
                  <a:lnTo>
                    <a:pt x="3184849" y="1207431"/>
                  </a:lnTo>
                  <a:lnTo>
                    <a:pt x="3185036" y="1212442"/>
                  </a:lnTo>
                  <a:lnTo>
                    <a:pt x="3185223" y="1216864"/>
                  </a:lnTo>
                  <a:lnTo>
                    <a:pt x="3185410" y="1221214"/>
                  </a:lnTo>
                  <a:lnTo>
                    <a:pt x="3185596" y="1225271"/>
                  </a:lnTo>
                  <a:lnTo>
                    <a:pt x="3185783" y="1227862"/>
                  </a:lnTo>
                  <a:lnTo>
                    <a:pt x="3185970" y="1229539"/>
                  </a:lnTo>
                  <a:lnTo>
                    <a:pt x="3186157" y="1230698"/>
                  </a:lnTo>
                  <a:lnTo>
                    <a:pt x="3186344" y="1230974"/>
                  </a:lnTo>
                  <a:lnTo>
                    <a:pt x="3186531" y="1230075"/>
                  </a:lnTo>
                  <a:lnTo>
                    <a:pt x="3186718" y="1228607"/>
                  </a:lnTo>
                  <a:lnTo>
                    <a:pt x="3186905" y="1224558"/>
                  </a:lnTo>
                  <a:lnTo>
                    <a:pt x="3187092" y="1220733"/>
                  </a:lnTo>
                  <a:lnTo>
                    <a:pt x="3187279" y="1215882"/>
                  </a:lnTo>
                  <a:lnTo>
                    <a:pt x="3187466" y="1210483"/>
                  </a:lnTo>
                  <a:lnTo>
                    <a:pt x="3187653" y="1204921"/>
                  </a:lnTo>
                  <a:lnTo>
                    <a:pt x="3187840" y="1199924"/>
                  </a:lnTo>
                  <a:lnTo>
                    <a:pt x="3188026" y="1194155"/>
                  </a:lnTo>
                  <a:lnTo>
                    <a:pt x="3188213" y="1188227"/>
                  </a:lnTo>
                  <a:lnTo>
                    <a:pt x="3188400" y="1182146"/>
                  </a:lnTo>
                  <a:lnTo>
                    <a:pt x="3188587" y="1177110"/>
                  </a:lnTo>
                  <a:lnTo>
                    <a:pt x="3188774" y="1171870"/>
                  </a:lnTo>
                  <a:lnTo>
                    <a:pt x="3188961" y="1167434"/>
                  </a:lnTo>
                  <a:lnTo>
                    <a:pt x="3189148" y="1163095"/>
                  </a:lnTo>
                  <a:lnTo>
                    <a:pt x="3189335" y="1159070"/>
                  </a:lnTo>
                  <a:lnTo>
                    <a:pt x="3189522" y="1155095"/>
                  </a:lnTo>
                  <a:lnTo>
                    <a:pt x="3189709" y="1151126"/>
                  </a:lnTo>
                  <a:lnTo>
                    <a:pt x="3189896" y="1147603"/>
                  </a:lnTo>
                  <a:lnTo>
                    <a:pt x="3190083" y="1144249"/>
                  </a:lnTo>
                  <a:lnTo>
                    <a:pt x="3190269" y="1139169"/>
                  </a:lnTo>
                  <a:lnTo>
                    <a:pt x="3190456" y="1130818"/>
                  </a:lnTo>
                  <a:lnTo>
                    <a:pt x="3190643" y="1122696"/>
                  </a:lnTo>
                  <a:lnTo>
                    <a:pt x="3190830" y="1110402"/>
                  </a:lnTo>
                  <a:lnTo>
                    <a:pt x="3191017" y="1098178"/>
                  </a:lnTo>
                  <a:lnTo>
                    <a:pt x="3191204" y="1091033"/>
                  </a:lnTo>
                  <a:lnTo>
                    <a:pt x="3191391" y="1083371"/>
                  </a:lnTo>
                  <a:lnTo>
                    <a:pt x="3191578" y="1075747"/>
                  </a:lnTo>
                  <a:lnTo>
                    <a:pt x="3191765" y="1066855"/>
                  </a:lnTo>
                  <a:lnTo>
                    <a:pt x="3191952" y="1060207"/>
                  </a:lnTo>
                  <a:lnTo>
                    <a:pt x="3192139" y="1052671"/>
                  </a:lnTo>
                  <a:lnTo>
                    <a:pt x="3192326" y="1045109"/>
                  </a:lnTo>
                  <a:lnTo>
                    <a:pt x="3192513" y="1037857"/>
                  </a:lnTo>
                  <a:lnTo>
                    <a:pt x="3192699" y="1030123"/>
                  </a:lnTo>
                  <a:lnTo>
                    <a:pt x="3192886" y="1022914"/>
                  </a:lnTo>
                  <a:lnTo>
                    <a:pt x="3193073" y="1016221"/>
                  </a:lnTo>
                  <a:lnTo>
                    <a:pt x="3193260" y="1010006"/>
                  </a:lnTo>
                  <a:lnTo>
                    <a:pt x="3193447" y="1004002"/>
                  </a:lnTo>
                  <a:lnTo>
                    <a:pt x="3193634" y="998436"/>
                  </a:lnTo>
                  <a:lnTo>
                    <a:pt x="3193821" y="993497"/>
                  </a:lnTo>
                  <a:lnTo>
                    <a:pt x="3194008" y="988476"/>
                  </a:lnTo>
                  <a:lnTo>
                    <a:pt x="3194195" y="983543"/>
                  </a:lnTo>
                  <a:lnTo>
                    <a:pt x="3194382" y="974631"/>
                  </a:lnTo>
                  <a:lnTo>
                    <a:pt x="3194569" y="968974"/>
                  </a:lnTo>
                  <a:lnTo>
                    <a:pt x="3194756" y="963545"/>
                  </a:lnTo>
                  <a:lnTo>
                    <a:pt x="3194943" y="957967"/>
                  </a:lnTo>
                  <a:lnTo>
                    <a:pt x="3195129" y="952809"/>
                  </a:lnTo>
                  <a:lnTo>
                    <a:pt x="3195316" y="947180"/>
                  </a:lnTo>
                  <a:lnTo>
                    <a:pt x="3195503" y="941718"/>
                  </a:lnTo>
                  <a:lnTo>
                    <a:pt x="3195690" y="934813"/>
                  </a:lnTo>
                  <a:lnTo>
                    <a:pt x="3195877" y="926704"/>
                  </a:lnTo>
                  <a:lnTo>
                    <a:pt x="3196064" y="918267"/>
                  </a:lnTo>
                  <a:lnTo>
                    <a:pt x="3196251" y="909238"/>
                  </a:lnTo>
                  <a:lnTo>
                    <a:pt x="3196438" y="899758"/>
                  </a:lnTo>
                  <a:lnTo>
                    <a:pt x="3196625" y="890008"/>
                  </a:lnTo>
                  <a:lnTo>
                    <a:pt x="3196812" y="881124"/>
                  </a:lnTo>
                  <a:lnTo>
                    <a:pt x="3196999" y="872558"/>
                  </a:lnTo>
                  <a:lnTo>
                    <a:pt x="3197186" y="864316"/>
                  </a:lnTo>
                  <a:lnTo>
                    <a:pt x="3197372" y="857551"/>
                  </a:lnTo>
                  <a:lnTo>
                    <a:pt x="3197559" y="851394"/>
                  </a:lnTo>
                  <a:lnTo>
                    <a:pt x="3197746" y="845609"/>
                  </a:lnTo>
                  <a:lnTo>
                    <a:pt x="3197933" y="839654"/>
                  </a:lnTo>
                  <a:lnTo>
                    <a:pt x="3198120" y="828821"/>
                  </a:lnTo>
                  <a:lnTo>
                    <a:pt x="3198307" y="818540"/>
                  </a:lnTo>
                  <a:lnTo>
                    <a:pt x="3198494" y="809653"/>
                  </a:lnTo>
                  <a:lnTo>
                    <a:pt x="3198681" y="802964"/>
                  </a:lnTo>
                  <a:lnTo>
                    <a:pt x="3198868" y="797941"/>
                  </a:lnTo>
                  <a:lnTo>
                    <a:pt x="3199055" y="795472"/>
                  </a:lnTo>
                  <a:lnTo>
                    <a:pt x="3199242" y="794008"/>
                  </a:lnTo>
                  <a:lnTo>
                    <a:pt x="3199429" y="793210"/>
                  </a:lnTo>
                  <a:lnTo>
                    <a:pt x="3199616" y="790912"/>
                  </a:lnTo>
                  <a:lnTo>
                    <a:pt x="3199802" y="789479"/>
                  </a:lnTo>
                  <a:lnTo>
                    <a:pt x="3199989" y="787424"/>
                  </a:lnTo>
                  <a:lnTo>
                    <a:pt x="3200176" y="784336"/>
                  </a:lnTo>
                  <a:lnTo>
                    <a:pt x="3200363" y="783005"/>
                  </a:lnTo>
                  <a:lnTo>
                    <a:pt x="3200550" y="782493"/>
                  </a:lnTo>
                  <a:lnTo>
                    <a:pt x="3200737" y="782646"/>
                  </a:lnTo>
                  <a:lnTo>
                    <a:pt x="3200924" y="783398"/>
                  </a:lnTo>
                  <a:lnTo>
                    <a:pt x="3201111" y="783707"/>
                  </a:lnTo>
                  <a:lnTo>
                    <a:pt x="3201298" y="784674"/>
                  </a:lnTo>
                  <a:lnTo>
                    <a:pt x="3201485" y="785514"/>
                  </a:lnTo>
                  <a:lnTo>
                    <a:pt x="3201672" y="785828"/>
                  </a:lnTo>
                  <a:lnTo>
                    <a:pt x="3201859" y="786252"/>
                  </a:lnTo>
                  <a:lnTo>
                    <a:pt x="3202046" y="786569"/>
                  </a:lnTo>
                  <a:lnTo>
                    <a:pt x="3202232" y="788180"/>
                  </a:lnTo>
                  <a:lnTo>
                    <a:pt x="3202419" y="789662"/>
                  </a:lnTo>
                  <a:lnTo>
                    <a:pt x="3202606" y="792311"/>
                  </a:lnTo>
                  <a:lnTo>
                    <a:pt x="3202793" y="796310"/>
                  </a:lnTo>
                  <a:lnTo>
                    <a:pt x="3202980" y="800091"/>
                  </a:lnTo>
                  <a:lnTo>
                    <a:pt x="3203167" y="804674"/>
                  </a:lnTo>
                  <a:lnTo>
                    <a:pt x="3203354" y="808176"/>
                  </a:lnTo>
                  <a:lnTo>
                    <a:pt x="3203541" y="811470"/>
                  </a:lnTo>
                  <a:lnTo>
                    <a:pt x="3203728" y="814513"/>
                  </a:lnTo>
                  <a:lnTo>
                    <a:pt x="3203915" y="817443"/>
                  </a:lnTo>
                  <a:lnTo>
                    <a:pt x="3204102" y="819584"/>
                  </a:lnTo>
                  <a:lnTo>
                    <a:pt x="3204289" y="820326"/>
                  </a:lnTo>
                  <a:lnTo>
                    <a:pt x="3204475" y="820652"/>
                  </a:lnTo>
                  <a:lnTo>
                    <a:pt x="3204662" y="820167"/>
                  </a:lnTo>
                  <a:lnTo>
                    <a:pt x="3204849" y="818409"/>
                  </a:lnTo>
                  <a:lnTo>
                    <a:pt x="3205036" y="818151"/>
                  </a:lnTo>
                  <a:lnTo>
                    <a:pt x="3205223" y="817858"/>
                  </a:lnTo>
                  <a:lnTo>
                    <a:pt x="3205410" y="817427"/>
                  </a:lnTo>
                  <a:lnTo>
                    <a:pt x="3205597" y="817670"/>
                  </a:lnTo>
                  <a:lnTo>
                    <a:pt x="3205784" y="818950"/>
                  </a:lnTo>
                  <a:lnTo>
                    <a:pt x="3205971" y="820704"/>
                  </a:lnTo>
                  <a:lnTo>
                    <a:pt x="3206158" y="823423"/>
                  </a:lnTo>
                  <a:lnTo>
                    <a:pt x="3206345" y="826371"/>
                  </a:lnTo>
                  <a:lnTo>
                    <a:pt x="3206532" y="829762"/>
                  </a:lnTo>
                  <a:lnTo>
                    <a:pt x="3206719" y="833817"/>
                  </a:lnTo>
                  <a:lnTo>
                    <a:pt x="3206905" y="838364"/>
                  </a:lnTo>
                  <a:lnTo>
                    <a:pt x="3207092" y="842923"/>
                  </a:lnTo>
                  <a:lnTo>
                    <a:pt x="3207279" y="847610"/>
                  </a:lnTo>
                  <a:lnTo>
                    <a:pt x="3207466" y="852290"/>
                  </a:lnTo>
                  <a:lnTo>
                    <a:pt x="3207653" y="858297"/>
                  </a:lnTo>
                  <a:lnTo>
                    <a:pt x="3207840" y="864004"/>
                  </a:lnTo>
                  <a:lnTo>
                    <a:pt x="3208027" y="869523"/>
                  </a:lnTo>
                  <a:lnTo>
                    <a:pt x="3208214" y="874876"/>
                  </a:lnTo>
                  <a:lnTo>
                    <a:pt x="3208401" y="880442"/>
                  </a:lnTo>
                  <a:lnTo>
                    <a:pt x="3208588" y="888501"/>
                  </a:lnTo>
                  <a:lnTo>
                    <a:pt x="3208775" y="896590"/>
                  </a:lnTo>
                  <a:lnTo>
                    <a:pt x="3208962" y="905054"/>
                  </a:lnTo>
                  <a:lnTo>
                    <a:pt x="3209148" y="913546"/>
                  </a:lnTo>
                  <a:lnTo>
                    <a:pt x="3209335" y="921678"/>
                  </a:lnTo>
                  <a:lnTo>
                    <a:pt x="3209522" y="927000"/>
                  </a:lnTo>
                  <a:lnTo>
                    <a:pt x="3209709" y="931409"/>
                  </a:lnTo>
                  <a:lnTo>
                    <a:pt x="3209896" y="936476"/>
                  </a:lnTo>
                  <a:lnTo>
                    <a:pt x="3210083" y="939984"/>
                  </a:lnTo>
                  <a:lnTo>
                    <a:pt x="3210270" y="943105"/>
                  </a:lnTo>
                  <a:lnTo>
                    <a:pt x="3210457" y="945950"/>
                  </a:lnTo>
                  <a:lnTo>
                    <a:pt x="3210644" y="948885"/>
                  </a:lnTo>
                  <a:lnTo>
                    <a:pt x="3210831" y="951325"/>
                  </a:lnTo>
                  <a:lnTo>
                    <a:pt x="3211018" y="952045"/>
                  </a:lnTo>
                  <a:lnTo>
                    <a:pt x="3211205" y="952897"/>
                  </a:lnTo>
                  <a:lnTo>
                    <a:pt x="3211392" y="953883"/>
                  </a:lnTo>
                  <a:lnTo>
                    <a:pt x="3211578" y="954770"/>
                  </a:lnTo>
                  <a:lnTo>
                    <a:pt x="3211765" y="955613"/>
                  </a:lnTo>
                  <a:lnTo>
                    <a:pt x="3211952" y="955879"/>
                  </a:lnTo>
                  <a:lnTo>
                    <a:pt x="3212139" y="956059"/>
                  </a:lnTo>
                  <a:lnTo>
                    <a:pt x="3212326" y="955962"/>
                  </a:lnTo>
                  <a:lnTo>
                    <a:pt x="3212513" y="955378"/>
                  </a:lnTo>
                  <a:lnTo>
                    <a:pt x="3212700" y="954688"/>
                  </a:lnTo>
                  <a:lnTo>
                    <a:pt x="3212887" y="954244"/>
                  </a:lnTo>
                  <a:lnTo>
                    <a:pt x="3213074" y="954382"/>
                  </a:lnTo>
                  <a:lnTo>
                    <a:pt x="3213261" y="955020"/>
                  </a:lnTo>
                  <a:lnTo>
                    <a:pt x="3213448" y="956576"/>
                  </a:lnTo>
                  <a:lnTo>
                    <a:pt x="3213635" y="958662"/>
                  </a:lnTo>
                  <a:lnTo>
                    <a:pt x="3213822" y="961293"/>
                  </a:lnTo>
                  <a:lnTo>
                    <a:pt x="3214008" y="963751"/>
                  </a:lnTo>
                  <a:lnTo>
                    <a:pt x="3214195" y="966360"/>
                  </a:lnTo>
                  <a:lnTo>
                    <a:pt x="3214382" y="968387"/>
                  </a:lnTo>
                  <a:lnTo>
                    <a:pt x="3214569" y="970126"/>
                  </a:lnTo>
                  <a:lnTo>
                    <a:pt x="3214756" y="970919"/>
                  </a:lnTo>
                  <a:lnTo>
                    <a:pt x="3214943" y="970920"/>
                  </a:lnTo>
                  <a:lnTo>
                    <a:pt x="3215130" y="969790"/>
                  </a:lnTo>
                  <a:lnTo>
                    <a:pt x="3215317" y="968971"/>
                  </a:lnTo>
                  <a:lnTo>
                    <a:pt x="3215504" y="967835"/>
                  </a:lnTo>
                  <a:lnTo>
                    <a:pt x="3215691" y="966491"/>
                  </a:lnTo>
                  <a:lnTo>
                    <a:pt x="3215878" y="964812"/>
                  </a:lnTo>
                  <a:lnTo>
                    <a:pt x="3216065" y="962738"/>
                  </a:lnTo>
                  <a:lnTo>
                    <a:pt x="3216251" y="960665"/>
                  </a:lnTo>
                  <a:lnTo>
                    <a:pt x="3216438" y="957862"/>
                  </a:lnTo>
                  <a:lnTo>
                    <a:pt x="3216625" y="954866"/>
                  </a:lnTo>
                  <a:lnTo>
                    <a:pt x="3216812" y="951360"/>
                  </a:lnTo>
                  <a:lnTo>
                    <a:pt x="3216999" y="948000"/>
                  </a:lnTo>
                  <a:lnTo>
                    <a:pt x="3217186" y="944764"/>
                  </a:lnTo>
                  <a:lnTo>
                    <a:pt x="3217373" y="942012"/>
                  </a:lnTo>
                  <a:lnTo>
                    <a:pt x="3217560" y="939293"/>
                  </a:lnTo>
                  <a:lnTo>
                    <a:pt x="3217747" y="936880"/>
                  </a:lnTo>
                  <a:lnTo>
                    <a:pt x="3217934" y="934962"/>
                  </a:lnTo>
                  <a:lnTo>
                    <a:pt x="3218121" y="933536"/>
                  </a:lnTo>
                  <a:lnTo>
                    <a:pt x="3218308" y="932217"/>
                  </a:lnTo>
                  <a:lnTo>
                    <a:pt x="3218495" y="931336"/>
                  </a:lnTo>
                  <a:lnTo>
                    <a:pt x="3218681" y="930103"/>
                  </a:lnTo>
                  <a:lnTo>
                    <a:pt x="3218868" y="928899"/>
                  </a:lnTo>
                  <a:lnTo>
                    <a:pt x="3219055" y="927736"/>
                  </a:lnTo>
                  <a:lnTo>
                    <a:pt x="3219242" y="926186"/>
                  </a:lnTo>
                  <a:lnTo>
                    <a:pt x="3219429" y="924442"/>
                  </a:lnTo>
                  <a:lnTo>
                    <a:pt x="3219616" y="923103"/>
                  </a:lnTo>
                  <a:lnTo>
                    <a:pt x="3219803" y="921200"/>
                  </a:lnTo>
                  <a:lnTo>
                    <a:pt x="3219990" y="919753"/>
                  </a:lnTo>
                  <a:lnTo>
                    <a:pt x="3220177" y="918517"/>
                  </a:lnTo>
                  <a:lnTo>
                    <a:pt x="3220364" y="916418"/>
                  </a:lnTo>
                  <a:lnTo>
                    <a:pt x="3220551" y="914009"/>
                  </a:lnTo>
                  <a:lnTo>
                    <a:pt x="3220738" y="911122"/>
                  </a:lnTo>
                  <a:lnTo>
                    <a:pt x="3220925" y="908542"/>
                  </a:lnTo>
                  <a:lnTo>
                    <a:pt x="3221111" y="905482"/>
                  </a:lnTo>
                  <a:lnTo>
                    <a:pt x="3221298" y="902190"/>
                  </a:lnTo>
                  <a:lnTo>
                    <a:pt x="3221485" y="899256"/>
                  </a:lnTo>
                  <a:lnTo>
                    <a:pt x="3221672" y="896000"/>
                  </a:lnTo>
                  <a:lnTo>
                    <a:pt x="3221859" y="891897"/>
                  </a:lnTo>
                  <a:lnTo>
                    <a:pt x="3222046" y="887988"/>
                  </a:lnTo>
                  <a:lnTo>
                    <a:pt x="3222233" y="883909"/>
                  </a:lnTo>
                  <a:lnTo>
                    <a:pt x="3222420" y="878211"/>
                  </a:lnTo>
                  <a:lnTo>
                    <a:pt x="3222607" y="872708"/>
                  </a:lnTo>
                  <a:lnTo>
                    <a:pt x="3222794" y="867876"/>
                  </a:lnTo>
                  <a:lnTo>
                    <a:pt x="3222981" y="861982"/>
                  </a:lnTo>
                  <a:lnTo>
                    <a:pt x="3223168" y="854375"/>
                  </a:lnTo>
                  <a:lnTo>
                    <a:pt x="3223354" y="847441"/>
                  </a:lnTo>
                  <a:lnTo>
                    <a:pt x="3223541" y="840756"/>
                  </a:lnTo>
                  <a:lnTo>
                    <a:pt x="3223728" y="831222"/>
                  </a:lnTo>
                  <a:lnTo>
                    <a:pt x="3223915" y="822573"/>
                  </a:lnTo>
                  <a:lnTo>
                    <a:pt x="3224102" y="814411"/>
                  </a:lnTo>
                  <a:lnTo>
                    <a:pt x="3224289" y="808731"/>
                  </a:lnTo>
                  <a:lnTo>
                    <a:pt x="3224476" y="805162"/>
                  </a:lnTo>
                  <a:lnTo>
                    <a:pt x="3224663" y="805045"/>
                  </a:lnTo>
                  <a:lnTo>
                    <a:pt x="3224850" y="806516"/>
                  </a:lnTo>
                  <a:lnTo>
                    <a:pt x="3225037" y="807774"/>
                  </a:lnTo>
                  <a:lnTo>
                    <a:pt x="3225224" y="808841"/>
                  </a:lnTo>
                  <a:lnTo>
                    <a:pt x="3225411" y="811761"/>
                  </a:lnTo>
                  <a:lnTo>
                    <a:pt x="3225598" y="816043"/>
                  </a:lnTo>
                  <a:lnTo>
                    <a:pt x="3225784" y="821585"/>
                  </a:lnTo>
                  <a:lnTo>
                    <a:pt x="3225971" y="826606"/>
                  </a:lnTo>
                  <a:lnTo>
                    <a:pt x="3226158" y="831758"/>
                  </a:lnTo>
                  <a:lnTo>
                    <a:pt x="3226345" y="835555"/>
                  </a:lnTo>
                  <a:lnTo>
                    <a:pt x="3226532" y="838249"/>
                  </a:lnTo>
                  <a:lnTo>
                    <a:pt x="3226719" y="840440"/>
                  </a:lnTo>
                  <a:lnTo>
                    <a:pt x="3226906" y="841385"/>
                  </a:lnTo>
                  <a:lnTo>
                    <a:pt x="3227093" y="841503"/>
                  </a:lnTo>
                  <a:lnTo>
                    <a:pt x="3227280" y="841782"/>
                  </a:lnTo>
                  <a:lnTo>
                    <a:pt x="3227467" y="841194"/>
                  </a:lnTo>
                  <a:lnTo>
                    <a:pt x="3227654" y="842400"/>
                  </a:lnTo>
                  <a:lnTo>
                    <a:pt x="3227841" y="846701"/>
                  </a:lnTo>
                  <a:lnTo>
                    <a:pt x="3228027" y="850606"/>
                  </a:lnTo>
                  <a:lnTo>
                    <a:pt x="3228214" y="857191"/>
                  </a:lnTo>
                  <a:lnTo>
                    <a:pt x="3228401" y="862324"/>
                  </a:lnTo>
                  <a:lnTo>
                    <a:pt x="3228588" y="862820"/>
                  </a:lnTo>
                  <a:lnTo>
                    <a:pt x="3228775" y="862928"/>
                  </a:lnTo>
                  <a:lnTo>
                    <a:pt x="3228962" y="862079"/>
                  </a:lnTo>
                  <a:lnTo>
                    <a:pt x="3229149" y="861747"/>
                  </a:lnTo>
                  <a:lnTo>
                    <a:pt x="3229336" y="861117"/>
                  </a:lnTo>
                  <a:lnTo>
                    <a:pt x="3229523" y="860311"/>
                  </a:lnTo>
                  <a:lnTo>
                    <a:pt x="3229710" y="859439"/>
                  </a:lnTo>
                  <a:lnTo>
                    <a:pt x="3229897" y="862208"/>
                  </a:lnTo>
                  <a:lnTo>
                    <a:pt x="3230084" y="865336"/>
                  </a:lnTo>
                  <a:lnTo>
                    <a:pt x="3230271" y="868856"/>
                  </a:lnTo>
                  <a:lnTo>
                    <a:pt x="3230457" y="874572"/>
                  </a:lnTo>
                  <a:lnTo>
                    <a:pt x="3230644" y="879533"/>
                  </a:lnTo>
                  <a:lnTo>
                    <a:pt x="3230831" y="885921"/>
                  </a:lnTo>
                  <a:lnTo>
                    <a:pt x="3231018" y="891456"/>
                  </a:lnTo>
                  <a:lnTo>
                    <a:pt x="3231205" y="895930"/>
                  </a:lnTo>
                  <a:lnTo>
                    <a:pt x="3231392" y="900618"/>
                  </a:lnTo>
                  <a:lnTo>
                    <a:pt x="3231579" y="905040"/>
                  </a:lnTo>
                  <a:lnTo>
                    <a:pt x="3231766" y="912286"/>
                  </a:lnTo>
                  <a:lnTo>
                    <a:pt x="3231953" y="916676"/>
                  </a:lnTo>
                  <a:lnTo>
                    <a:pt x="3232140" y="921110"/>
                  </a:lnTo>
                  <a:lnTo>
                    <a:pt x="3232327" y="925955"/>
                  </a:lnTo>
                  <a:lnTo>
                    <a:pt x="3232514" y="930433"/>
                  </a:lnTo>
                  <a:lnTo>
                    <a:pt x="3232701" y="934206"/>
                  </a:lnTo>
                  <a:lnTo>
                    <a:pt x="3232887" y="937071"/>
                  </a:lnTo>
                  <a:lnTo>
                    <a:pt x="3233074" y="939256"/>
                  </a:lnTo>
                  <a:lnTo>
                    <a:pt x="3233261" y="941328"/>
                  </a:lnTo>
                  <a:lnTo>
                    <a:pt x="3233448" y="944038"/>
                  </a:lnTo>
                  <a:lnTo>
                    <a:pt x="3233635" y="947501"/>
                  </a:lnTo>
                  <a:lnTo>
                    <a:pt x="3233822" y="952409"/>
                  </a:lnTo>
                  <a:lnTo>
                    <a:pt x="3234009" y="958901"/>
                  </a:lnTo>
                  <a:lnTo>
                    <a:pt x="3234196" y="964569"/>
                  </a:lnTo>
                  <a:lnTo>
                    <a:pt x="3234383" y="969552"/>
                  </a:lnTo>
                  <a:lnTo>
                    <a:pt x="3234570" y="974815"/>
                  </a:lnTo>
                  <a:lnTo>
                    <a:pt x="3234757" y="979614"/>
                  </a:lnTo>
                  <a:lnTo>
                    <a:pt x="3234944" y="983602"/>
                  </a:lnTo>
                  <a:lnTo>
                    <a:pt x="3235130" y="988055"/>
                  </a:lnTo>
                  <a:lnTo>
                    <a:pt x="3235317" y="992278"/>
                  </a:lnTo>
                  <a:lnTo>
                    <a:pt x="3235504" y="1001348"/>
                  </a:lnTo>
                  <a:lnTo>
                    <a:pt x="3235691" y="1010223"/>
                  </a:lnTo>
                  <a:lnTo>
                    <a:pt x="3235878" y="1018265"/>
                  </a:lnTo>
                  <a:lnTo>
                    <a:pt x="3236065" y="1024853"/>
                  </a:lnTo>
                  <a:lnTo>
                    <a:pt x="3236252" y="1029503"/>
                  </a:lnTo>
                  <a:lnTo>
                    <a:pt x="3236439" y="1031443"/>
                  </a:lnTo>
                  <a:lnTo>
                    <a:pt x="3236626" y="1031734"/>
                  </a:lnTo>
                  <a:lnTo>
                    <a:pt x="3236813" y="1031073"/>
                  </a:lnTo>
                  <a:lnTo>
                    <a:pt x="3237000" y="1028556"/>
                  </a:lnTo>
                  <a:lnTo>
                    <a:pt x="3237187" y="1024846"/>
                  </a:lnTo>
                  <a:lnTo>
                    <a:pt x="3237374" y="1022018"/>
                  </a:lnTo>
                  <a:lnTo>
                    <a:pt x="3237560" y="1016477"/>
                  </a:lnTo>
                  <a:lnTo>
                    <a:pt x="3237747" y="1009570"/>
                  </a:lnTo>
                  <a:lnTo>
                    <a:pt x="3237934" y="1002571"/>
                  </a:lnTo>
                  <a:lnTo>
                    <a:pt x="3238121" y="995873"/>
                  </a:lnTo>
                  <a:lnTo>
                    <a:pt x="3238308" y="988966"/>
                  </a:lnTo>
                  <a:lnTo>
                    <a:pt x="3238495" y="983014"/>
                  </a:lnTo>
                  <a:lnTo>
                    <a:pt x="3238682" y="977272"/>
                  </a:lnTo>
                  <a:lnTo>
                    <a:pt x="3238869" y="972138"/>
                  </a:lnTo>
                  <a:lnTo>
                    <a:pt x="3239056" y="967830"/>
                  </a:lnTo>
                  <a:lnTo>
                    <a:pt x="3239243" y="963736"/>
                  </a:lnTo>
                  <a:lnTo>
                    <a:pt x="3239430" y="960117"/>
                  </a:lnTo>
                  <a:lnTo>
                    <a:pt x="3239617" y="955569"/>
                  </a:lnTo>
                  <a:lnTo>
                    <a:pt x="3239804" y="950579"/>
                  </a:lnTo>
                  <a:lnTo>
                    <a:pt x="3239990" y="946815"/>
                  </a:lnTo>
                  <a:lnTo>
                    <a:pt x="3240177" y="941862"/>
                  </a:lnTo>
                  <a:lnTo>
                    <a:pt x="3240364" y="935848"/>
                  </a:lnTo>
                  <a:lnTo>
                    <a:pt x="3240551" y="928619"/>
                  </a:lnTo>
                  <a:lnTo>
                    <a:pt x="3240738" y="921682"/>
                  </a:lnTo>
                  <a:lnTo>
                    <a:pt x="3240925" y="914438"/>
                  </a:lnTo>
                  <a:lnTo>
                    <a:pt x="3241112" y="906558"/>
                  </a:lnTo>
                  <a:lnTo>
                    <a:pt x="3241299" y="900584"/>
                  </a:lnTo>
                  <a:lnTo>
                    <a:pt x="3241486" y="894552"/>
                  </a:lnTo>
                  <a:lnTo>
                    <a:pt x="3241673" y="890868"/>
                  </a:lnTo>
                  <a:lnTo>
                    <a:pt x="3241860" y="887763"/>
                  </a:lnTo>
                  <a:lnTo>
                    <a:pt x="3242047" y="885233"/>
                  </a:lnTo>
                  <a:lnTo>
                    <a:pt x="3242233" y="883223"/>
                  </a:lnTo>
                  <a:lnTo>
                    <a:pt x="3242420" y="879757"/>
                  </a:lnTo>
                  <a:lnTo>
                    <a:pt x="3242607" y="876464"/>
                  </a:lnTo>
                  <a:lnTo>
                    <a:pt x="3242794" y="874241"/>
                  </a:lnTo>
                  <a:lnTo>
                    <a:pt x="3242981" y="871541"/>
                  </a:lnTo>
                  <a:lnTo>
                    <a:pt x="3243168" y="868569"/>
                  </a:lnTo>
                  <a:lnTo>
                    <a:pt x="3243355" y="863670"/>
                  </a:lnTo>
                  <a:lnTo>
                    <a:pt x="3243542" y="858524"/>
                  </a:lnTo>
                  <a:lnTo>
                    <a:pt x="3243729" y="852971"/>
                  </a:lnTo>
                  <a:lnTo>
                    <a:pt x="3243916" y="847215"/>
                  </a:lnTo>
                  <a:lnTo>
                    <a:pt x="3244103" y="841821"/>
                  </a:lnTo>
                  <a:lnTo>
                    <a:pt x="3244290" y="834654"/>
                  </a:lnTo>
                  <a:lnTo>
                    <a:pt x="3244477" y="824211"/>
                  </a:lnTo>
                  <a:lnTo>
                    <a:pt x="3244663" y="814798"/>
                  </a:lnTo>
                  <a:lnTo>
                    <a:pt x="3244850" y="806356"/>
                  </a:lnTo>
                  <a:lnTo>
                    <a:pt x="3245037" y="799225"/>
                  </a:lnTo>
                  <a:lnTo>
                    <a:pt x="3245224" y="792379"/>
                  </a:lnTo>
                  <a:lnTo>
                    <a:pt x="3245411" y="786137"/>
                  </a:lnTo>
                  <a:lnTo>
                    <a:pt x="3245598" y="779978"/>
                  </a:lnTo>
                  <a:lnTo>
                    <a:pt x="3245785" y="773801"/>
                  </a:lnTo>
                  <a:lnTo>
                    <a:pt x="3245972" y="768034"/>
                  </a:lnTo>
                  <a:lnTo>
                    <a:pt x="3246159" y="763330"/>
                  </a:lnTo>
                  <a:lnTo>
                    <a:pt x="3246346" y="758776"/>
                  </a:lnTo>
                  <a:lnTo>
                    <a:pt x="3246533" y="754163"/>
                  </a:lnTo>
                  <a:lnTo>
                    <a:pt x="3246720" y="749842"/>
                  </a:lnTo>
                  <a:lnTo>
                    <a:pt x="3246906" y="745369"/>
                  </a:lnTo>
                  <a:lnTo>
                    <a:pt x="3247093" y="741592"/>
                  </a:lnTo>
                  <a:lnTo>
                    <a:pt x="3247280" y="738006"/>
                  </a:lnTo>
                  <a:lnTo>
                    <a:pt x="3247467" y="734809"/>
                  </a:lnTo>
                  <a:lnTo>
                    <a:pt x="3247654" y="731925"/>
                  </a:lnTo>
                  <a:lnTo>
                    <a:pt x="3247841" y="729534"/>
                  </a:lnTo>
                  <a:lnTo>
                    <a:pt x="3248028" y="726510"/>
                  </a:lnTo>
                  <a:lnTo>
                    <a:pt x="3248215" y="724375"/>
                  </a:lnTo>
                  <a:lnTo>
                    <a:pt x="3248402" y="723512"/>
                  </a:lnTo>
                  <a:lnTo>
                    <a:pt x="3248589" y="721955"/>
                  </a:lnTo>
                  <a:lnTo>
                    <a:pt x="3248776" y="720261"/>
                  </a:lnTo>
                  <a:lnTo>
                    <a:pt x="3248963" y="720121"/>
                  </a:lnTo>
                  <a:lnTo>
                    <a:pt x="3249150" y="719998"/>
                  </a:lnTo>
                  <a:lnTo>
                    <a:pt x="3249336" y="721300"/>
                  </a:lnTo>
                  <a:lnTo>
                    <a:pt x="3249523" y="722430"/>
                  </a:lnTo>
                  <a:lnTo>
                    <a:pt x="3249710" y="723832"/>
                  </a:lnTo>
                  <a:lnTo>
                    <a:pt x="3249897" y="724781"/>
                  </a:lnTo>
                  <a:lnTo>
                    <a:pt x="3250084" y="725751"/>
                  </a:lnTo>
                  <a:lnTo>
                    <a:pt x="3250271" y="726929"/>
                  </a:lnTo>
                  <a:lnTo>
                    <a:pt x="3250458" y="727584"/>
                  </a:lnTo>
                  <a:lnTo>
                    <a:pt x="3250645" y="728511"/>
                  </a:lnTo>
                  <a:lnTo>
                    <a:pt x="3250832" y="729255"/>
                  </a:lnTo>
                  <a:lnTo>
                    <a:pt x="3251019" y="729475"/>
                  </a:lnTo>
                  <a:lnTo>
                    <a:pt x="3251206" y="729505"/>
                  </a:lnTo>
                  <a:lnTo>
                    <a:pt x="3251393" y="729091"/>
                  </a:lnTo>
                  <a:lnTo>
                    <a:pt x="3251580" y="728053"/>
                  </a:lnTo>
                  <a:lnTo>
                    <a:pt x="3251766" y="727308"/>
                  </a:lnTo>
                  <a:lnTo>
                    <a:pt x="3251953" y="725263"/>
                  </a:lnTo>
                  <a:lnTo>
                    <a:pt x="3252140" y="720302"/>
                  </a:lnTo>
                  <a:lnTo>
                    <a:pt x="3252327" y="715245"/>
                  </a:lnTo>
                  <a:lnTo>
                    <a:pt x="3252514" y="706348"/>
                  </a:lnTo>
                  <a:lnTo>
                    <a:pt x="3252701" y="697022"/>
                  </a:lnTo>
                  <a:lnTo>
                    <a:pt x="3252888" y="687315"/>
                  </a:lnTo>
                  <a:lnTo>
                    <a:pt x="3253075" y="676481"/>
                  </a:lnTo>
                  <a:lnTo>
                    <a:pt x="3253262" y="665682"/>
                  </a:lnTo>
                  <a:lnTo>
                    <a:pt x="3253449" y="655147"/>
                  </a:lnTo>
                  <a:lnTo>
                    <a:pt x="3253636" y="643758"/>
                  </a:lnTo>
                  <a:lnTo>
                    <a:pt x="3253823" y="632759"/>
                  </a:lnTo>
                  <a:lnTo>
                    <a:pt x="3254009" y="621214"/>
                  </a:lnTo>
                  <a:lnTo>
                    <a:pt x="3254196" y="609975"/>
                  </a:lnTo>
                  <a:lnTo>
                    <a:pt x="3254383" y="598518"/>
                  </a:lnTo>
                  <a:lnTo>
                    <a:pt x="3254570" y="586558"/>
                  </a:lnTo>
                  <a:lnTo>
                    <a:pt x="3254757" y="574737"/>
                  </a:lnTo>
                  <a:lnTo>
                    <a:pt x="3254944" y="563248"/>
                  </a:lnTo>
                  <a:lnTo>
                    <a:pt x="3255131" y="555292"/>
                  </a:lnTo>
                  <a:lnTo>
                    <a:pt x="3255318" y="547616"/>
                  </a:lnTo>
                  <a:lnTo>
                    <a:pt x="3255505" y="541911"/>
                  </a:lnTo>
                  <a:lnTo>
                    <a:pt x="3255692" y="535770"/>
                  </a:lnTo>
                  <a:lnTo>
                    <a:pt x="3255879" y="529080"/>
                  </a:lnTo>
                  <a:lnTo>
                    <a:pt x="3256066" y="522357"/>
                  </a:lnTo>
                  <a:lnTo>
                    <a:pt x="3256253" y="514917"/>
                  </a:lnTo>
                  <a:lnTo>
                    <a:pt x="3256439" y="506948"/>
                  </a:lnTo>
                  <a:lnTo>
                    <a:pt x="3256626" y="498222"/>
                  </a:lnTo>
                  <a:lnTo>
                    <a:pt x="3256813" y="492144"/>
                  </a:lnTo>
                  <a:lnTo>
                    <a:pt x="3257000" y="486310"/>
                  </a:lnTo>
                  <a:lnTo>
                    <a:pt x="3257187" y="480640"/>
                  </a:lnTo>
                  <a:lnTo>
                    <a:pt x="3257374" y="475160"/>
                  </a:lnTo>
                  <a:lnTo>
                    <a:pt x="3257561" y="469285"/>
                  </a:lnTo>
                  <a:lnTo>
                    <a:pt x="3257748" y="463323"/>
                  </a:lnTo>
                  <a:lnTo>
                    <a:pt x="3257935" y="457971"/>
                  </a:lnTo>
                  <a:lnTo>
                    <a:pt x="3258122" y="450624"/>
                  </a:lnTo>
                  <a:lnTo>
                    <a:pt x="3258309" y="443712"/>
                  </a:lnTo>
                  <a:lnTo>
                    <a:pt x="3258496" y="433458"/>
                  </a:lnTo>
                  <a:lnTo>
                    <a:pt x="3258683" y="422805"/>
                  </a:lnTo>
                  <a:lnTo>
                    <a:pt x="3258869" y="412305"/>
                  </a:lnTo>
                  <a:lnTo>
                    <a:pt x="3259056" y="402381"/>
                  </a:lnTo>
                  <a:lnTo>
                    <a:pt x="3259243" y="394293"/>
                  </a:lnTo>
                  <a:lnTo>
                    <a:pt x="3259430" y="387556"/>
                  </a:lnTo>
                  <a:lnTo>
                    <a:pt x="3259617" y="381608"/>
                  </a:lnTo>
                  <a:lnTo>
                    <a:pt x="3259804" y="377484"/>
                  </a:lnTo>
                  <a:lnTo>
                    <a:pt x="3259991" y="368622"/>
                  </a:lnTo>
                  <a:lnTo>
                    <a:pt x="3260178" y="358772"/>
                  </a:lnTo>
                  <a:lnTo>
                    <a:pt x="3260365" y="350162"/>
                  </a:lnTo>
                  <a:lnTo>
                    <a:pt x="3260552" y="344409"/>
                  </a:lnTo>
                  <a:lnTo>
                    <a:pt x="3260739" y="337851"/>
                  </a:lnTo>
                  <a:lnTo>
                    <a:pt x="3260926" y="331559"/>
                  </a:lnTo>
                  <a:lnTo>
                    <a:pt x="3261112" y="328787"/>
                  </a:lnTo>
                  <a:lnTo>
                    <a:pt x="3261299" y="326864"/>
                  </a:lnTo>
                  <a:lnTo>
                    <a:pt x="3261486" y="325989"/>
                  </a:lnTo>
                  <a:lnTo>
                    <a:pt x="3261673" y="322689"/>
                  </a:lnTo>
                  <a:lnTo>
                    <a:pt x="3261860" y="317705"/>
                  </a:lnTo>
                  <a:lnTo>
                    <a:pt x="3262047" y="311120"/>
                  </a:lnTo>
                  <a:lnTo>
                    <a:pt x="3262234" y="303627"/>
                  </a:lnTo>
                  <a:lnTo>
                    <a:pt x="3262421" y="294847"/>
                  </a:lnTo>
                  <a:lnTo>
                    <a:pt x="3262608" y="285060"/>
                  </a:lnTo>
                  <a:lnTo>
                    <a:pt x="3262795" y="275010"/>
                  </a:lnTo>
                  <a:lnTo>
                    <a:pt x="3262982" y="268786"/>
                  </a:lnTo>
                  <a:lnTo>
                    <a:pt x="3263169" y="263494"/>
                  </a:lnTo>
                  <a:lnTo>
                    <a:pt x="3263356" y="258286"/>
                  </a:lnTo>
                  <a:lnTo>
                    <a:pt x="3263542" y="252749"/>
                  </a:lnTo>
                  <a:lnTo>
                    <a:pt x="3263729" y="248343"/>
                  </a:lnTo>
                  <a:lnTo>
                    <a:pt x="3263916" y="245589"/>
                  </a:lnTo>
                  <a:lnTo>
                    <a:pt x="3264103" y="243705"/>
                  </a:lnTo>
                  <a:lnTo>
                    <a:pt x="3264290" y="243235"/>
                  </a:lnTo>
                  <a:lnTo>
                    <a:pt x="3264477" y="243947"/>
                  </a:lnTo>
                  <a:lnTo>
                    <a:pt x="3264664" y="245133"/>
                  </a:lnTo>
                  <a:lnTo>
                    <a:pt x="3264851" y="246744"/>
                  </a:lnTo>
                  <a:lnTo>
                    <a:pt x="3265038" y="248209"/>
                  </a:lnTo>
                  <a:lnTo>
                    <a:pt x="3265225" y="249811"/>
                  </a:lnTo>
                  <a:lnTo>
                    <a:pt x="3265412" y="251999"/>
                  </a:lnTo>
                  <a:lnTo>
                    <a:pt x="3265599" y="255146"/>
                  </a:lnTo>
                  <a:lnTo>
                    <a:pt x="3265785" y="259924"/>
                  </a:lnTo>
                  <a:lnTo>
                    <a:pt x="3265972" y="265380"/>
                  </a:lnTo>
                  <a:lnTo>
                    <a:pt x="3266159" y="271785"/>
                  </a:lnTo>
                  <a:lnTo>
                    <a:pt x="3266346" y="277611"/>
                  </a:lnTo>
                  <a:lnTo>
                    <a:pt x="3266533" y="284245"/>
                  </a:lnTo>
                  <a:lnTo>
                    <a:pt x="3266720" y="290756"/>
                  </a:lnTo>
                  <a:lnTo>
                    <a:pt x="3266907" y="297679"/>
                  </a:lnTo>
                  <a:lnTo>
                    <a:pt x="3267094" y="305081"/>
                  </a:lnTo>
                  <a:lnTo>
                    <a:pt x="3267281" y="309656"/>
                  </a:lnTo>
                  <a:lnTo>
                    <a:pt x="3267468" y="315713"/>
                  </a:lnTo>
                  <a:lnTo>
                    <a:pt x="3267655" y="322960"/>
                  </a:lnTo>
                  <a:lnTo>
                    <a:pt x="3267842" y="329052"/>
                  </a:lnTo>
                  <a:lnTo>
                    <a:pt x="3268029" y="336676"/>
                  </a:lnTo>
                  <a:lnTo>
                    <a:pt x="3268215" y="343175"/>
                  </a:lnTo>
                  <a:lnTo>
                    <a:pt x="3268402" y="350517"/>
                  </a:lnTo>
                  <a:lnTo>
                    <a:pt x="3268589" y="358318"/>
                  </a:lnTo>
                  <a:lnTo>
                    <a:pt x="3268776" y="366225"/>
                  </a:lnTo>
                  <a:lnTo>
                    <a:pt x="3268963" y="374229"/>
                  </a:lnTo>
                  <a:lnTo>
                    <a:pt x="3269150" y="382910"/>
                  </a:lnTo>
                  <a:lnTo>
                    <a:pt x="3269337" y="390910"/>
                  </a:lnTo>
                  <a:lnTo>
                    <a:pt x="3269524" y="398417"/>
                  </a:lnTo>
                  <a:lnTo>
                    <a:pt x="3269711" y="405206"/>
                  </a:lnTo>
                  <a:lnTo>
                    <a:pt x="3269898" y="410886"/>
                  </a:lnTo>
                  <a:lnTo>
                    <a:pt x="3270085" y="416945"/>
                  </a:lnTo>
                  <a:lnTo>
                    <a:pt x="3270272" y="422622"/>
                  </a:lnTo>
                  <a:lnTo>
                    <a:pt x="3270459" y="428230"/>
                  </a:lnTo>
                  <a:lnTo>
                    <a:pt x="3270645" y="434521"/>
                  </a:lnTo>
                  <a:lnTo>
                    <a:pt x="3270832" y="440543"/>
                  </a:lnTo>
                  <a:lnTo>
                    <a:pt x="3271019" y="446735"/>
                  </a:lnTo>
                  <a:lnTo>
                    <a:pt x="3271206" y="452536"/>
                  </a:lnTo>
                  <a:lnTo>
                    <a:pt x="3271393" y="457349"/>
                  </a:lnTo>
                  <a:lnTo>
                    <a:pt x="3271580" y="462028"/>
                  </a:lnTo>
                  <a:lnTo>
                    <a:pt x="3271767" y="466657"/>
                  </a:lnTo>
                  <a:lnTo>
                    <a:pt x="3271954" y="470372"/>
                  </a:lnTo>
                  <a:lnTo>
                    <a:pt x="3272141" y="473392"/>
                  </a:lnTo>
                  <a:lnTo>
                    <a:pt x="3272328" y="476920"/>
                  </a:lnTo>
                  <a:lnTo>
                    <a:pt x="3272515" y="479854"/>
                  </a:lnTo>
                  <a:lnTo>
                    <a:pt x="3272702" y="484194"/>
                  </a:lnTo>
                  <a:lnTo>
                    <a:pt x="3272888" y="488328"/>
                  </a:lnTo>
                  <a:lnTo>
                    <a:pt x="3273075" y="492411"/>
                  </a:lnTo>
                  <a:lnTo>
                    <a:pt x="3273262" y="496616"/>
                  </a:lnTo>
                  <a:lnTo>
                    <a:pt x="3273449" y="500222"/>
                  </a:lnTo>
                  <a:lnTo>
                    <a:pt x="3273636" y="504535"/>
                  </a:lnTo>
                  <a:lnTo>
                    <a:pt x="3273823" y="509595"/>
                  </a:lnTo>
                  <a:lnTo>
                    <a:pt x="3274010" y="513001"/>
                  </a:lnTo>
                  <a:lnTo>
                    <a:pt x="3274197" y="517144"/>
                  </a:lnTo>
                  <a:lnTo>
                    <a:pt x="3274384" y="524076"/>
                  </a:lnTo>
                  <a:lnTo>
                    <a:pt x="3274571" y="531069"/>
                  </a:lnTo>
                  <a:lnTo>
                    <a:pt x="3274758" y="539001"/>
                  </a:lnTo>
                  <a:lnTo>
                    <a:pt x="3274945" y="550487"/>
                  </a:lnTo>
                  <a:lnTo>
                    <a:pt x="3275132" y="562097"/>
                  </a:lnTo>
                  <a:lnTo>
                    <a:pt x="3275318" y="573634"/>
                  </a:lnTo>
                  <a:lnTo>
                    <a:pt x="3275505" y="584262"/>
                  </a:lnTo>
                  <a:lnTo>
                    <a:pt x="3275692" y="594247"/>
                  </a:lnTo>
                  <a:lnTo>
                    <a:pt x="3275879" y="603159"/>
                  </a:lnTo>
                  <a:lnTo>
                    <a:pt x="3276066" y="611369"/>
                  </a:lnTo>
                  <a:lnTo>
                    <a:pt x="3276253" y="619093"/>
                  </a:lnTo>
                  <a:lnTo>
                    <a:pt x="3276440" y="625670"/>
                  </a:lnTo>
                  <a:lnTo>
                    <a:pt x="3276627" y="632321"/>
                  </a:lnTo>
                  <a:lnTo>
                    <a:pt x="3276814" y="638939"/>
                  </a:lnTo>
                  <a:lnTo>
                    <a:pt x="3277001" y="645309"/>
                  </a:lnTo>
                  <a:lnTo>
                    <a:pt x="3277188" y="652653"/>
                  </a:lnTo>
                  <a:lnTo>
                    <a:pt x="3277375" y="658159"/>
                  </a:lnTo>
                  <a:lnTo>
                    <a:pt x="3277562" y="663416"/>
                  </a:lnTo>
                  <a:lnTo>
                    <a:pt x="3277748" y="669092"/>
                  </a:lnTo>
                  <a:lnTo>
                    <a:pt x="3277935" y="674746"/>
                  </a:lnTo>
                  <a:lnTo>
                    <a:pt x="3278122" y="679947"/>
                  </a:lnTo>
                  <a:lnTo>
                    <a:pt x="3278309" y="684859"/>
                  </a:lnTo>
                  <a:lnTo>
                    <a:pt x="3278496" y="690699"/>
                  </a:lnTo>
                  <a:lnTo>
                    <a:pt x="3278683" y="694625"/>
                  </a:lnTo>
                  <a:lnTo>
                    <a:pt x="3278870" y="698745"/>
                  </a:lnTo>
                  <a:lnTo>
                    <a:pt x="3279057" y="701331"/>
                  </a:lnTo>
                  <a:lnTo>
                    <a:pt x="3279244" y="704237"/>
                  </a:lnTo>
                  <a:lnTo>
                    <a:pt x="3279431" y="706108"/>
                  </a:lnTo>
                  <a:lnTo>
                    <a:pt x="3279618" y="707849"/>
                  </a:lnTo>
                  <a:lnTo>
                    <a:pt x="3279805" y="708678"/>
                  </a:lnTo>
                  <a:lnTo>
                    <a:pt x="3279991" y="708769"/>
                  </a:lnTo>
                  <a:lnTo>
                    <a:pt x="3280178" y="707334"/>
                  </a:lnTo>
                  <a:lnTo>
                    <a:pt x="3280365" y="705617"/>
                  </a:lnTo>
                  <a:lnTo>
                    <a:pt x="3280552" y="703424"/>
                  </a:lnTo>
                  <a:lnTo>
                    <a:pt x="3280739" y="702542"/>
                  </a:lnTo>
                  <a:lnTo>
                    <a:pt x="3280926" y="701471"/>
                  </a:lnTo>
                  <a:lnTo>
                    <a:pt x="3281113" y="700875"/>
                  </a:lnTo>
                  <a:lnTo>
                    <a:pt x="3281300" y="699454"/>
                  </a:lnTo>
                  <a:lnTo>
                    <a:pt x="3281487" y="696560"/>
                  </a:lnTo>
                  <a:lnTo>
                    <a:pt x="3281674" y="695092"/>
                  </a:lnTo>
                  <a:lnTo>
                    <a:pt x="3281861" y="696379"/>
                  </a:lnTo>
                  <a:lnTo>
                    <a:pt x="3282048" y="695538"/>
                  </a:lnTo>
                  <a:lnTo>
                    <a:pt x="3282235" y="693722"/>
                  </a:lnTo>
                  <a:lnTo>
                    <a:pt x="3282421" y="690405"/>
                  </a:lnTo>
                  <a:lnTo>
                    <a:pt x="3282608" y="687360"/>
                  </a:lnTo>
                  <a:lnTo>
                    <a:pt x="3282795" y="684158"/>
                  </a:lnTo>
                  <a:lnTo>
                    <a:pt x="3282982" y="681303"/>
                  </a:lnTo>
                  <a:lnTo>
                    <a:pt x="3283169" y="678093"/>
                  </a:lnTo>
                  <a:lnTo>
                    <a:pt x="3283356" y="673728"/>
                  </a:lnTo>
                  <a:lnTo>
                    <a:pt x="3283543" y="668142"/>
                  </a:lnTo>
                  <a:lnTo>
                    <a:pt x="3283730" y="662646"/>
                  </a:lnTo>
                  <a:lnTo>
                    <a:pt x="3283917" y="656581"/>
                  </a:lnTo>
                  <a:lnTo>
                    <a:pt x="3284104" y="650722"/>
                  </a:lnTo>
                  <a:lnTo>
                    <a:pt x="3284291" y="646051"/>
                  </a:lnTo>
                  <a:lnTo>
                    <a:pt x="3284478" y="641241"/>
                  </a:lnTo>
                  <a:lnTo>
                    <a:pt x="3284664" y="636661"/>
                  </a:lnTo>
                  <a:lnTo>
                    <a:pt x="3284851" y="633154"/>
                  </a:lnTo>
                  <a:lnTo>
                    <a:pt x="3285038" y="630728"/>
                  </a:lnTo>
                  <a:lnTo>
                    <a:pt x="3285225" y="628904"/>
                  </a:lnTo>
                  <a:lnTo>
                    <a:pt x="3285412" y="627023"/>
                  </a:lnTo>
                  <a:lnTo>
                    <a:pt x="3285599" y="624069"/>
                  </a:lnTo>
                  <a:lnTo>
                    <a:pt x="3285786" y="620892"/>
                  </a:lnTo>
                  <a:lnTo>
                    <a:pt x="3285973" y="618284"/>
                  </a:lnTo>
                  <a:lnTo>
                    <a:pt x="3286160" y="616749"/>
                  </a:lnTo>
                  <a:lnTo>
                    <a:pt x="3286347" y="613697"/>
                  </a:lnTo>
                  <a:lnTo>
                    <a:pt x="3286534" y="610568"/>
                  </a:lnTo>
                  <a:lnTo>
                    <a:pt x="3286721" y="606922"/>
                  </a:lnTo>
                  <a:lnTo>
                    <a:pt x="3286908" y="603669"/>
                  </a:lnTo>
                  <a:lnTo>
                    <a:pt x="3287094" y="600640"/>
                  </a:lnTo>
                  <a:lnTo>
                    <a:pt x="3287281" y="598915"/>
                  </a:lnTo>
                  <a:lnTo>
                    <a:pt x="3287468" y="597747"/>
                  </a:lnTo>
                  <a:lnTo>
                    <a:pt x="3287655" y="597006"/>
                  </a:lnTo>
                  <a:lnTo>
                    <a:pt x="3287842" y="595859"/>
                  </a:lnTo>
                  <a:lnTo>
                    <a:pt x="3288029" y="594568"/>
                  </a:lnTo>
                  <a:lnTo>
                    <a:pt x="3288216" y="592976"/>
                  </a:lnTo>
                  <a:lnTo>
                    <a:pt x="3288403" y="591950"/>
                  </a:lnTo>
                  <a:lnTo>
                    <a:pt x="3288590" y="590985"/>
                  </a:lnTo>
                  <a:lnTo>
                    <a:pt x="3288777" y="590541"/>
                  </a:lnTo>
                  <a:lnTo>
                    <a:pt x="3288964" y="590905"/>
                  </a:lnTo>
                  <a:lnTo>
                    <a:pt x="3289151" y="591813"/>
                  </a:lnTo>
                  <a:lnTo>
                    <a:pt x="3289338" y="594021"/>
                  </a:lnTo>
                  <a:lnTo>
                    <a:pt x="3289524" y="599102"/>
                  </a:lnTo>
                  <a:lnTo>
                    <a:pt x="3289711" y="604398"/>
                  </a:lnTo>
                  <a:lnTo>
                    <a:pt x="3289898" y="613772"/>
                  </a:lnTo>
                  <a:lnTo>
                    <a:pt x="3290085" y="623287"/>
                  </a:lnTo>
                  <a:lnTo>
                    <a:pt x="3290272" y="633610"/>
                  </a:lnTo>
                  <a:lnTo>
                    <a:pt x="3290459" y="644758"/>
                  </a:lnTo>
                  <a:lnTo>
                    <a:pt x="3290646" y="656558"/>
                  </a:lnTo>
                  <a:lnTo>
                    <a:pt x="3290833" y="668457"/>
                  </a:lnTo>
                  <a:lnTo>
                    <a:pt x="3291020" y="682349"/>
                  </a:lnTo>
                  <a:lnTo>
                    <a:pt x="3291207" y="696861"/>
                  </a:lnTo>
                  <a:lnTo>
                    <a:pt x="3291394" y="712449"/>
                  </a:lnTo>
                  <a:lnTo>
                    <a:pt x="3291581" y="728188"/>
                  </a:lnTo>
                  <a:lnTo>
                    <a:pt x="3291767" y="744029"/>
                  </a:lnTo>
                  <a:lnTo>
                    <a:pt x="3291954" y="760268"/>
                  </a:lnTo>
                  <a:lnTo>
                    <a:pt x="3292141" y="775863"/>
                  </a:lnTo>
                  <a:lnTo>
                    <a:pt x="3292328" y="790531"/>
                  </a:lnTo>
                  <a:lnTo>
                    <a:pt x="3292515" y="800944"/>
                  </a:lnTo>
                  <a:lnTo>
                    <a:pt x="3292702" y="810357"/>
                  </a:lnTo>
                  <a:lnTo>
                    <a:pt x="3292889" y="817058"/>
                  </a:lnTo>
                  <a:lnTo>
                    <a:pt x="3293076" y="823990"/>
                  </a:lnTo>
                  <a:lnTo>
                    <a:pt x="3293263" y="830887"/>
                  </a:lnTo>
                  <a:lnTo>
                    <a:pt x="3293450" y="838403"/>
                  </a:lnTo>
                  <a:lnTo>
                    <a:pt x="3293637" y="847433"/>
                  </a:lnTo>
                  <a:lnTo>
                    <a:pt x="3293824" y="857294"/>
                  </a:lnTo>
                  <a:lnTo>
                    <a:pt x="3294011" y="867670"/>
                  </a:lnTo>
                  <a:lnTo>
                    <a:pt x="3294197" y="875246"/>
                  </a:lnTo>
                  <a:lnTo>
                    <a:pt x="3294384" y="882404"/>
                  </a:lnTo>
                  <a:lnTo>
                    <a:pt x="3294571" y="889454"/>
                  </a:lnTo>
                  <a:lnTo>
                    <a:pt x="3294758" y="896217"/>
                  </a:lnTo>
                  <a:lnTo>
                    <a:pt x="3294945" y="903459"/>
                  </a:lnTo>
                  <a:lnTo>
                    <a:pt x="3295132" y="910966"/>
                  </a:lnTo>
                  <a:lnTo>
                    <a:pt x="3295319" y="917742"/>
                  </a:lnTo>
                  <a:lnTo>
                    <a:pt x="3295506" y="926487"/>
                  </a:lnTo>
                  <a:lnTo>
                    <a:pt x="3295693" y="934517"/>
                  </a:lnTo>
                  <a:lnTo>
                    <a:pt x="3295880" y="945801"/>
                  </a:lnTo>
                  <a:lnTo>
                    <a:pt x="3296067" y="957539"/>
                  </a:lnTo>
                  <a:lnTo>
                    <a:pt x="3296254" y="969081"/>
                  </a:lnTo>
                  <a:lnTo>
                    <a:pt x="3296440" y="980851"/>
                  </a:lnTo>
                  <a:lnTo>
                    <a:pt x="3296627" y="991046"/>
                  </a:lnTo>
                  <a:lnTo>
                    <a:pt x="3296814" y="1000628"/>
                  </a:lnTo>
                  <a:lnTo>
                    <a:pt x="3297001" y="1009375"/>
                  </a:lnTo>
                  <a:lnTo>
                    <a:pt x="3297188" y="1018403"/>
                  </a:lnTo>
                  <a:lnTo>
                    <a:pt x="3297375" y="1031936"/>
                  </a:lnTo>
                  <a:lnTo>
                    <a:pt x="3297562" y="1045213"/>
                  </a:lnTo>
                  <a:lnTo>
                    <a:pt x="3297749" y="1058003"/>
                  </a:lnTo>
                  <a:lnTo>
                    <a:pt x="3297936" y="1070637"/>
                  </a:lnTo>
                  <a:lnTo>
                    <a:pt x="3298123" y="1084583"/>
                  </a:lnTo>
                  <a:lnTo>
                    <a:pt x="3298310" y="1099188"/>
                  </a:lnTo>
                  <a:lnTo>
                    <a:pt x="3298497" y="1114751"/>
                  </a:lnTo>
                  <a:lnTo>
                    <a:pt x="3298684" y="1129274"/>
                  </a:lnTo>
                  <a:lnTo>
                    <a:pt x="3298870" y="1142281"/>
                  </a:lnTo>
                  <a:lnTo>
                    <a:pt x="3299057" y="1155357"/>
                  </a:lnTo>
                  <a:lnTo>
                    <a:pt x="3299244" y="1167917"/>
                  </a:lnTo>
                  <a:lnTo>
                    <a:pt x="3299431" y="1179571"/>
                  </a:lnTo>
                  <a:lnTo>
                    <a:pt x="3299618" y="1190451"/>
                  </a:lnTo>
                  <a:lnTo>
                    <a:pt x="3299805" y="1201703"/>
                  </a:lnTo>
                  <a:lnTo>
                    <a:pt x="3299992" y="1213213"/>
                  </a:lnTo>
                  <a:lnTo>
                    <a:pt x="3300179" y="1224521"/>
                  </a:lnTo>
                  <a:lnTo>
                    <a:pt x="3300366" y="1231448"/>
                  </a:lnTo>
                  <a:lnTo>
                    <a:pt x="3300553" y="1236908"/>
                  </a:lnTo>
                  <a:lnTo>
                    <a:pt x="3300740" y="1241541"/>
                  </a:lnTo>
                  <a:lnTo>
                    <a:pt x="3300927" y="1245467"/>
                  </a:lnTo>
                  <a:lnTo>
                    <a:pt x="3301114" y="1249170"/>
                  </a:lnTo>
                  <a:lnTo>
                    <a:pt x="3301300" y="1252406"/>
                  </a:lnTo>
                  <a:lnTo>
                    <a:pt x="3301487" y="1255025"/>
                  </a:lnTo>
                  <a:lnTo>
                    <a:pt x="3301674" y="1254712"/>
                  </a:lnTo>
                  <a:lnTo>
                    <a:pt x="3301861" y="1254321"/>
                  </a:lnTo>
                  <a:lnTo>
                    <a:pt x="3302048" y="1254184"/>
                  </a:lnTo>
                  <a:lnTo>
                    <a:pt x="3302235" y="1254676"/>
                  </a:lnTo>
                  <a:lnTo>
                    <a:pt x="3302422" y="1256471"/>
                  </a:lnTo>
                  <a:lnTo>
                    <a:pt x="3302609" y="1258516"/>
                  </a:lnTo>
                  <a:lnTo>
                    <a:pt x="3302796" y="1260718"/>
                  </a:lnTo>
                  <a:lnTo>
                    <a:pt x="3302983" y="1263611"/>
                  </a:lnTo>
                  <a:lnTo>
                    <a:pt x="3303170" y="1266466"/>
                  </a:lnTo>
                  <a:lnTo>
                    <a:pt x="3303357" y="1269502"/>
                  </a:lnTo>
                  <a:lnTo>
                    <a:pt x="3303543" y="1273073"/>
                  </a:lnTo>
                  <a:lnTo>
                    <a:pt x="3303730" y="1278461"/>
                  </a:lnTo>
                  <a:lnTo>
                    <a:pt x="3303917" y="1282331"/>
                  </a:lnTo>
                  <a:lnTo>
                    <a:pt x="3304104" y="1285789"/>
                  </a:lnTo>
                  <a:lnTo>
                    <a:pt x="3304291" y="1288504"/>
                  </a:lnTo>
                  <a:lnTo>
                    <a:pt x="3304478" y="1290476"/>
                  </a:lnTo>
                  <a:lnTo>
                    <a:pt x="3304665" y="1291491"/>
                  </a:lnTo>
                  <a:lnTo>
                    <a:pt x="3304852" y="1290856"/>
                  </a:lnTo>
                  <a:lnTo>
                    <a:pt x="3305039" y="1289205"/>
                  </a:lnTo>
                  <a:lnTo>
                    <a:pt x="3305226" y="1286127"/>
                  </a:lnTo>
                  <a:lnTo>
                    <a:pt x="3305413" y="1282051"/>
                  </a:lnTo>
                  <a:lnTo>
                    <a:pt x="3305600" y="1277149"/>
                  </a:lnTo>
                  <a:lnTo>
                    <a:pt x="3305787" y="1270721"/>
                  </a:lnTo>
                  <a:lnTo>
                    <a:pt x="3305973" y="1263179"/>
                  </a:lnTo>
                  <a:lnTo>
                    <a:pt x="3306160" y="1254845"/>
                  </a:lnTo>
                  <a:lnTo>
                    <a:pt x="3306347" y="1245297"/>
                  </a:lnTo>
                  <a:lnTo>
                    <a:pt x="3306534" y="1234991"/>
                  </a:lnTo>
                  <a:lnTo>
                    <a:pt x="3306721" y="1224222"/>
                  </a:lnTo>
                  <a:lnTo>
                    <a:pt x="3306908" y="1213354"/>
                  </a:lnTo>
                  <a:lnTo>
                    <a:pt x="3307095" y="1203015"/>
                  </a:lnTo>
                  <a:lnTo>
                    <a:pt x="3307282" y="1193418"/>
                  </a:lnTo>
                  <a:lnTo>
                    <a:pt x="3307469" y="1183141"/>
                  </a:lnTo>
                  <a:lnTo>
                    <a:pt x="3307656" y="1173345"/>
                  </a:lnTo>
                  <a:lnTo>
                    <a:pt x="3307843" y="1162986"/>
                  </a:lnTo>
                  <a:lnTo>
                    <a:pt x="3308030" y="1152130"/>
                  </a:lnTo>
                  <a:lnTo>
                    <a:pt x="3308217" y="1141229"/>
                  </a:lnTo>
                  <a:lnTo>
                    <a:pt x="3308403" y="1130372"/>
                  </a:lnTo>
                  <a:lnTo>
                    <a:pt x="3308590" y="1119812"/>
                  </a:lnTo>
                  <a:lnTo>
                    <a:pt x="3308777" y="1110596"/>
                  </a:lnTo>
                  <a:lnTo>
                    <a:pt x="3308964" y="1102386"/>
                  </a:lnTo>
                  <a:lnTo>
                    <a:pt x="3309151" y="1095125"/>
                  </a:lnTo>
                  <a:lnTo>
                    <a:pt x="3309338" y="1089100"/>
                  </a:lnTo>
                  <a:lnTo>
                    <a:pt x="3309525" y="1084294"/>
                  </a:lnTo>
                  <a:lnTo>
                    <a:pt x="3309712" y="1079885"/>
                  </a:lnTo>
                  <a:lnTo>
                    <a:pt x="3309899" y="1075795"/>
                  </a:lnTo>
                  <a:lnTo>
                    <a:pt x="3310086" y="1071894"/>
                  </a:lnTo>
                  <a:lnTo>
                    <a:pt x="3310273" y="1068493"/>
                  </a:lnTo>
                  <a:lnTo>
                    <a:pt x="3310460" y="1065791"/>
                  </a:lnTo>
                  <a:lnTo>
                    <a:pt x="3310646" y="1063728"/>
                  </a:lnTo>
                  <a:lnTo>
                    <a:pt x="3310833" y="1062562"/>
                  </a:lnTo>
                  <a:lnTo>
                    <a:pt x="3311020" y="1060901"/>
                  </a:lnTo>
                  <a:lnTo>
                    <a:pt x="3311207" y="1059454"/>
                  </a:lnTo>
                  <a:lnTo>
                    <a:pt x="3311394" y="1060280"/>
                  </a:lnTo>
                  <a:lnTo>
                    <a:pt x="3311581" y="1060940"/>
                  </a:lnTo>
                  <a:lnTo>
                    <a:pt x="3311768" y="1061484"/>
                  </a:lnTo>
                  <a:lnTo>
                    <a:pt x="3311955" y="1061988"/>
                  </a:lnTo>
                  <a:lnTo>
                    <a:pt x="3312142" y="1062021"/>
                  </a:lnTo>
                  <a:lnTo>
                    <a:pt x="3312329" y="1061913"/>
                  </a:lnTo>
                  <a:lnTo>
                    <a:pt x="3312516" y="1061616"/>
                  </a:lnTo>
                  <a:lnTo>
                    <a:pt x="3312703" y="1061567"/>
                  </a:lnTo>
                  <a:lnTo>
                    <a:pt x="3312890" y="1062045"/>
                  </a:lnTo>
                  <a:lnTo>
                    <a:pt x="3313076" y="1062730"/>
                  </a:lnTo>
                  <a:lnTo>
                    <a:pt x="3313263" y="1063514"/>
                  </a:lnTo>
                  <a:lnTo>
                    <a:pt x="3313450" y="1064711"/>
                  </a:lnTo>
                  <a:lnTo>
                    <a:pt x="3313637" y="1065907"/>
                  </a:lnTo>
                  <a:lnTo>
                    <a:pt x="3313824" y="1067805"/>
                  </a:lnTo>
                  <a:lnTo>
                    <a:pt x="3314011" y="1070140"/>
                  </a:lnTo>
                  <a:lnTo>
                    <a:pt x="3314198" y="1072104"/>
                  </a:lnTo>
                  <a:lnTo>
                    <a:pt x="3314385" y="1074002"/>
                  </a:lnTo>
                  <a:lnTo>
                    <a:pt x="3314572" y="1075727"/>
                  </a:lnTo>
                  <a:lnTo>
                    <a:pt x="3314759" y="1077584"/>
                  </a:lnTo>
                  <a:lnTo>
                    <a:pt x="3314946" y="1079696"/>
                  </a:lnTo>
                  <a:lnTo>
                    <a:pt x="3315133" y="1082188"/>
                  </a:lnTo>
                  <a:lnTo>
                    <a:pt x="3315319" y="1085192"/>
                  </a:lnTo>
                  <a:lnTo>
                    <a:pt x="3315506" y="1088633"/>
                  </a:lnTo>
                  <a:lnTo>
                    <a:pt x="3315693" y="1092264"/>
                  </a:lnTo>
                  <a:lnTo>
                    <a:pt x="3315880" y="1095267"/>
                  </a:lnTo>
                  <a:lnTo>
                    <a:pt x="3316067" y="1098304"/>
                  </a:lnTo>
                  <a:lnTo>
                    <a:pt x="3316254" y="1101275"/>
                  </a:lnTo>
                  <a:lnTo>
                    <a:pt x="3316441" y="1103924"/>
                  </a:lnTo>
                  <a:lnTo>
                    <a:pt x="3316628" y="1106325"/>
                  </a:lnTo>
                  <a:lnTo>
                    <a:pt x="3316815" y="1109304"/>
                  </a:lnTo>
                  <a:lnTo>
                    <a:pt x="3317002" y="1112307"/>
                  </a:lnTo>
                  <a:lnTo>
                    <a:pt x="3317189" y="1115476"/>
                  </a:lnTo>
                  <a:lnTo>
                    <a:pt x="3317376" y="1117795"/>
                  </a:lnTo>
                  <a:lnTo>
                    <a:pt x="3317563" y="1119561"/>
                  </a:lnTo>
                  <a:lnTo>
                    <a:pt x="3317749" y="1120840"/>
                  </a:lnTo>
                  <a:lnTo>
                    <a:pt x="3317936" y="1122424"/>
                  </a:lnTo>
                  <a:lnTo>
                    <a:pt x="3318123" y="1124405"/>
                  </a:lnTo>
                  <a:lnTo>
                    <a:pt x="3318310" y="1126179"/>
                  </a:lnTo>
                  <a:lnTo>
                    <a:pt x="3318497" y="1126822"/>
                  </a:lnTo>
                  <a:lnTo>
                    <a:pt x="3318684" y="1127251"/>
                  </a:lnTo>
                  <a:lnTo>
                    <a:pt x="3318871" y="1127449"/>
                  </a:lnTo>
                  <a:lnTo>
                    <a:pt x="3319058" y="1126938"/>
                  </a:lnTo>
                  <a:lnTo>
                    <a:pt x="3319245" y="1126302"/>
                  </a:lnTo>
                  <a:lnTo>
                    <a:pt x="3319432" y="1125543"/>
                  </a:lnTo>
                  <a:lnTo>
                    <a:pt x="3319619" y="1124198"/>
                  </a:lnTo>
                  <a:lnTo>
                    <a:pt x="3319806" y="1122597"/>
                  </a:lnTo>
                  <a:lnTo>
                    <a:pt x="3319993" y="1119883"/>
                  </a:lnTo>
                  <a:lnTo>
                    <a:pt x="3320179" y="1116681"/>
                  </a:lnTo>
                  <a:lnTo>
                    <a:pt x="3320366" y="1112497"/>
                  </a:lnTo>
                  <a:lnTo>
                    <a:pt x="3320553" y="1107546"/>
                  </a:lnTo>
                  <a:lnTo>
                    <a:pt x="3320740" y="1102125"/>
                  </a:lnTo>
                  <a:lnTo>
                    <a:pt x="3320927" y="1095688"/>
                  </a:lnTo>
                  <a:lnTo>
                    <a:pt x="3321114" y="1088039"/>
                  </a:lnTo>
                  <a:lnTo>
                    <a:pt x="3321301" y="1081256"/>
                  </a:lnTo>
                  <a:lnTo>
                    <a:pt x="3321488" y="1074217"/>
                  </a:lnTo>
                  <a:lnTo>
                    <a:pt x="3321675" y="1066485"/>
                  </a:lnTo>
                  <a:lnTo>
                    <a:pt x="3321862" y="1058712"/>
                  </a:lnTo>
                  <a:lnTo>
                    <a:pt x="3322049" y="1050542"/>
                  </a:lnTo>
                  <a:lnTo>
                    <a:pt x="3322236" y="1042324"/>
                  </a:lnTo>
                  <a:lnTo>
                    <a:pt x="3322422" y="1034088"/>
                  </a:lnTo>
                  <a:lnTo>
                    <a:pt x="3322609" y="1026076"/>
                  </a:lnTo>
                  <a:lnTo>
                    <a:pt x="3322796" y="1019235"/>
                  </a:lnTo>
                  <a:lnTo>
                    <a:pt x="3322983" y="1014465"/>
                  </a:lnTo>
                  <a:lnTo>
                    <a:pt x="3323170" y="1011495"/>
                  </a:lnTo>
                  <a:lnTo>
                    <a:pt x="3323357" y="1009085"/>
                  </a:lnTo>
                  <a:lnTo>
                    <a:pt x="3323544" y="1006337"/>
                  </a:lnTo>
                  <a:lnTo>
                    <a:pt x="3323731" y="1003647"/>
                  </a:lnTo>
                  <a:lnTo>
                    <a:pt x="3323918" y="1000875"/>
                  </a:lnTo>
                  <a:lnTo>
                    <a:pt x="3324105" y="997095"/>
                  </a:lnTo>
                  <a:lnTo>
                    <a:pt x="3324292" y="992862"/>
                  </a:lnTo>
                  <a:lnTo>
                    <a:pt x="3324479" y="988769"/>
                  </a:lnTo>
                  <a:lnTo>
                    <a:pt x="3324666" y="986895"/>
                  </a:lnTo>
                  <a:lnTo>
                    <a:pt x="3324852" y="984678"/>
                  </a:lnTo>
                  <a:lnTo>
                    <a:pt x="3325039" y="980794"/>
                  </a:lnTo>
                  <a:lnTo>
                    <a:pt x="3325226" y="978984"/>
                  </a:lnTo>
                  <a:lnTo>
                    <a:pt x="3325413" y="977618"/>
                  </a:lnTo>
                  <a:lnTo>
                    <a:pt x="3325600" y="975459"/>
                  </a:lnTo>
                  <a:lnTo>
                    <a:pt x="3325787" y="973738"/>
                  </a:lnTo>
                  <a:lnTo>
                    <a:pt x="3325974" y="971098"/>
                  </a:lnTo>
                  <a:lnTo>
                    <a:pt x="3326161" y="967936"/>
                  </a:lnTo>
                  <a:lnTo>
                    <a:pt x="3326348" y="964203"/>
                  </a:lnTo>
                  <a:lnTo>
                    <a:pt x="3326535" y="959770"/>
                  </a:lnTo>
                  <a:lnTo>
                    <a:pt x="3326722" y="955306"/>
                  </a:lnTo>
                  <a:lnTo>
                    <a:pt x="3326909" y="950765"/>
                  </a:lnTo>
                  <a:lnTo>
                    <a:pt x="3327096" y="946062"/>
                  </a:lnTo>
                  <a:lnTo>
                    <a:pt x="3327282" y="940808"/>
                  </a:lnTo>
                  <a:lnTo>
                    <a:pt x="3327469" y="936493"/>
                  </a:lnTo>
                  <a:lnTo>
                    <a:pt x="3327656" y="932772"/>
                  </a:lnTo>
                  <a:lnTo>
                    <a:pt x="3327843" y="929695"/>
                  </a:lnTo>
                  <a:lnTo>
                    <a:pt x="3328030" y="925944"/>
                  </a:lnTo>
                  <a:lnTo>
                    <a:pt x="3328217" y="921909"/>
                  </a:lnTo>
                  <a:lnTo>
                    <a:pt x="3328404" y="915947"/>
                  </a:lnTo>
                  <a:lnTo>
                    <a:pt x="3328591" y="909968"/>
                  </a:lnTo>
                  <a:lnTo>
                    <a:pt x="3328778" y="903891"/>
                  </a:lnTo>
                  <a:lnTo>
                    <a:pt x="3328965" y="897735"/>
                  </a:lnTo>
                  <a:lnTo>
                    <a:pt x="3329152" y="891650"/>
                  </a:lnTo>
                  <a:lnTo>
                    <a:pt x="3329339" y="886466"/>
                  </a:lnTo>
                  <a:lnTo>
                    <a:pt x="3329525" y="881065"/>
                  </a:lnTo>
                  <a:lnTo>
                    <a:pt x="3329712" y="876651"/>
                  </a:lnTo>
                  <a:lnTo>
                    <a:pt x="3329899" y="873113"/>
                  </a:lnTo>
                  <a:lnTo>
                    <a:pt x="3330086" y="870281"/>
                  </a:lnTo>
                  <a:lnTo>
                    <a:pt x="3330273" y="867254"/>
                  </a:lnTo>
                  <a:lnTo>
                    <a:pt x="3330460" y="864006"/>
                  </a:lnTo>
                  <a:lnTo>
                    <a:pt x="3330647" y="860891"/>
                  </a:lnTo>
                  <a:lnTo>
                    <a:pt x="3330834" y="857376"/>
                  </a:lnTo>
                  <a:lnTo>
                    <a:pt x="3331021" y="852912"/>
                  </a:lnTo>
                  <a:lnTo>
                    <a:pt x="3331208" y="847987"/>
                  </a:lnTo>
                  <a:lnTo>
                    <a:pt x="3331395" y="843580"/>
                  </a:lnTo>
                  <a:lnTo>
                    <a:pt x="3331582" y="839130"/>
                  </a:lnTo>
                  <a:lnTo>
                    <a:pt x="3331769" y="834741"/>
                  </a:lnTo>
                  <a:lnTo>
                    <a:pt x="3331955" y="831345"/>
                  </a:lnTo>
                  <a:lnTo>
                    <a:pt x="3332142" y="829890"/>
                  </a:lnTo>
                  <a:lnTo>
                    <a:pt x="3332329" y="828615"/>
                  </a:lnTo>
                  <a:lnTo>
                    <a:pt x="3332516" y="827124"/>
                  </a:lnTo>
                  <a:lnTo>
                    <a:pt x="3332703" y="825995"/>
                  </a:lnTo>
                  <a:lnTo>
                    <a:pt x="3332890" y="825054"/>
                  </a:lnTo>
                  <a:lnTo>
                    <a:pt x="3333077" y="824615"/>
                  </a:lnTo>
                  <a:lnTo>
                    <a:pt x="3333264" y="824086"/>
                  </a:lnTo>
                  <a:lnTo>
                    <a:pt x="3333451" y="823827"/>
                  </a:lnTo>
                  <a:lnTo>
                    <a:pt x="3333638" y="823289"/>
                  </a:lnTo>
                  <a:lnTo>
                    <a:pt x="3333825" y="822243"/>
                  </a:lnTo>
                  <a:lnTo>
                    <a:pt x="3334012" y="822124"/>
                  </a:lnTo>
                  <a:lnTo>
                    <a:pt x="3334198" y="821699"/>
                  </a:lnTo>
                  <a:lnTo>
                    <a:pt x="3334385" y="822194"/>
                  </a:lnTo>
                  <a:lnTo>
                    <a:pt x="3334572" y="822267"/>
                  </a:lnTo>
                  <a:lnTo>
                    <a:pt x="3334759" y="822824"/>
                  </a:lnTo>
                  <a:lnTo>
                    <a:pt x="3334946" y="823229"/>
                  </a:lnTo>
                  <a:lnTo>
                    <a:pt x="3335133" y="823348"/>
                  </a:lnTo>
                  <a:lnTo>
                    <a:pt x="3335320" y="823164"/>
                  </a:lnTo>
                  <a:lnTo>
                    <a:pt x="3335507" y="822054"/>
                  </a:lnTo>
                  <a:lnTo>
                    <a:pt x="3335694" y="819069"/>
                  </a:lnTo>
                  <a:lnTo>
                    <a:pt x="3335881" y="813743"/>
                  </a:lnTo>
                  <a:lnTo>
                    <a:pt x="3336068" y="806818"/>
                  </a:lnTo>
                  <a:lnTo>
                    <a:pt x="3336255" y="800449"/>
                  </a:lnTo>
                  <a:lnTo>
                    <a:pt x="3336442" y="795336"/>
                  </a:lnTo>
                  <a:lnTo>
                    <a:pt x="3336628" y="791109"/>
                  </a:lnTo>
                  <a:lnTo>
                    <a:pt x="3336815" y="787605"/>
                  </a:lnTo>
                  <a:lnTo>
                    <a:pt x="3337002" y="784844"/>
                  </a:lnTo>
                  <a:lnTo>
                    <a:pt x="3337189" y="781937"/>
                  </a:lnTo>
                  <a:lnTo>
                    <a:pt x="3337376" y="778508"/>
                  </a:lnTo>
                  <a:lnTo>
                    <a:pt x="3337563" y="774731"/>
                  </a:lnTo>
                  <a:lnTo>
                    <a:pt x="3337750" y="770920"/>
                  </a:lnTo>
                  <a:lnTo>
                    <a:pt x="3337937" y="767946"/>
                  </a:lnTo>
                  <a:lnTo>
                    <a:pt x="3338124" y="765828"/>
                  </a:lnTo>
                  <a:lnTo>
                    <a:pt x="3338311" y="762612"/>
                  </a:lnTo>
                  <a:lnTo>
                    <a:pt x="3338498" y="759913"/>
                  </a:lnTo>
                  <a:lnTo>
                    <a:pt x="3338685" y="757768"/>
                  </a:lnTo>
                  <a:lnTo>
                    <a:pt x="3338872" y="755361"/>
                  </a:lnTo>
                  <a:lnTo>
                    <a:pt x="3339058" y="754336"/>
                  </a:lnTo>
                  <a:lnTo>
                    <a:pt x="3339245" y="748073"/>
                  </a:lnTo>
                  <a:lnTo>
                    <a:pt x="3339432" y="740407"/>
                  </a:lnTo>
                  <a:lnTo>
                    <a:pt x="3339619" y="732287"/>
                  </a:lnTo>
                  <a:lnTo>
                    <a:pt x="3339806" y="723837"/>
                  </a:lnTo>
                  <a:lnTo>
                    <a:pt x="3339993" y="715231"/>
                  </a:lnTo>
                  <a:lnTo>
                    <a:pt x="3340180" y="706682"/>
                  </a:lnTo>
                  <a:lnTo>
                    <a:pt x="3340367" y="697902"/>
                  </a:lnTo>
                  <a:lnTo>
                    <a:pt x="3340554" y="689114"/>
                  </a:lnTo>
                  <a:lnTo>
                    <a:pt x="3340741" y="679269"/>
                  </a:lnTo>
                  <a:lnTo>
                    <a:pt x="3340928" y="671899"/>
                  </a:lnTo>
                  <a:lnTo>
                    <a:pt x="3341115" y="664289"/>
                  </a:lnTo>
                  <a:lnTo>
                    <a:pt x="3341301" y="657345"/>
                  </a:lnTo>
                  <a:lnTo>
                    <a:pt x="3341488" y="650459"/>
                  </a:lnTo>
                  <a:lnTo>
                    <a:pt x="3341675" y="644741"/>
                  </a:lnTo>
                  <a:lnTo>
                    <a:pt x="3341862" y="640134"/>
                  </a:lnTo>
                  <a:lnTo>
                    <a:pt x="3342049" y="636369"/>
                  </a:lnTo>
                  <a:lnTo>
                    <a:pt x="3342236" y="634244"/>
                  </a:lnTo>
                  <a:lnTo>
                    <a:pt x="3342423" y="632510"/>
                  </a:lnTo>
                  <a:lnTo>
                    <a:pt x="3342610" y="631107"/>
                  </a:lnTo>
                  <a:lnTo>
                    <a:pt x="3342797" y="630503"/>
                  </a:lnTo>
                  <a:lnTo>
                    <a:pt x="3342984" y="630795"/>
                  </a:lnTo>
                  <a:lnTo>
                    <a:pt x="3343171" y="633762"/>
                  </a:lnTo>
                  <a:lnTo>
                    <a:pt x="3343358" y="638015"/>
                  </a:lnTo>
                  <a:lnTo>
                    <a:pt x="3343545" y="643211"/>
                  </a:lnTo>
                  <a:lnTo>
                    <a:pt x="3343731" y="649792"/>
                  </a:lnTo>
                  <a:lnTo>
                    <a:pt x="3343918" y="657361"/>
                  </a:lnTo>
                  <a:lnTo>
                    <a:pt x="3344105" y="665928"/>
                  </a:lnTo>
                  <a:lnTo>
                    <a:pt x="3344292" y="675205"/>
                  </a:lnTo>
                  <a:lnTo>
                    <a:pt x="3344479" y="684456"/>
                  </a:lnTo>
                  <a:lnTo>
                    <a:pt x="3344666" y="693710"/>
                  </a:lnTo>
                  <a:lnTo>
                    <a:pt x="3344853" y="703627"/>
                  </a:lnTo>
                  <a:lnTo>
                    <a:pt x="3345040" y="713608"/>
                  </a:lnTo>
                  <a:lnTo>
                    <a:pt x="3345227" y="723992"/>
                  </a:lnTo>
                  <a:lnTo>
                    <a:pt x="3345414" y="734689"/>
                  </a:lnTo>
                  <a:lnTo>
                    <a:pt x="3345601" y="745478"/>
                  </a:lnTo>
                  <a:lnTo>
                    <a:pt x="3345788" y="756320"/>
                  </a:lnTo>
                  <a:lnTo>
                    <a:pt x="3345975" y="767079"/>
                  </a:lnTo>
                  <a:lnTo>
                    <a:pt x="3346161" y="776763"/>
                  </a:lnTo>
                  <a:lnTo>
                    <a:pt x="3346348" y="785537"/>
                  </a:lnTo>
                  <a:lnTo>
                    <a:pt x="3346535" y="793206"/>
                  </a:lnTo>
                  <a:lnTo>
                    <a:pt x="3346722" y="800064"/>
                  </a:lnTo>
                  <a:lnTo>
                    <a:pt x="3346909" y="805930"/>
                  </a:lnTo>
                  <a:lnTo>
                    <a:pt x="3347096" y="811587"/>
                  </a:lnTo>
                  <a:lnTo>
                    <a:pt x="3347283" y="815811"/>
                  </a:lnTo>
                  <a:lnTo>
                    <a:pt x="3347470" y="819797"/>
                  </a:lnTo>
                  <a:lnTo>
                    <a:pt x="3347657" y="823114"/>
                  </a:lnTo>
                  <a:lnTo>
                    <a:pt x="3347844" y="825301"/>
                  </a:lnTo>
                  <a:lnTo>
                    <a:pt x="3348031" y="827191"/>
                  </a:lnTo>
                  <a:lnTo>
                    <a:pt x="3348218" y="828825"/>
                  </a:lnTo>
                  <a:lnTo>
                    <a:pt x="3348404" y="830681"/>
                  </a:lnTo>
                  <a:lnTo>
                    <a:pt x="3348591" y="832926"/>
                  </a:lnTo>
                  <a:lnTo>
                    <a:pt x="3348778" y="834758"/>
                  </a:lnTo>
                  <a:lnTo>
                    <a:pt x="3348965" y="836499"/>
                  </a:lnTo>
                  <a:lnTo>
                    <a:pt x="3349152" y="838455"/>
                  </a:lnTo>
                  <a:lnTo>
                    <a:pt x="3349339" y="840212"/>
                  </a:lnTo>
                  <a:lnTo>
                    <a:pt x="3349526" y="842349"/>
                  </a:lnTo>
                  <a:lnTo>
                    <a:pt x="3349713" y="844561"/>
                  </a:lnTo>
                  <a:lnTo>
                    <a:pt x="3349900" y="846772"/>
                  </a:lnTo>
                  <a:lnTo>
                    <a:pt x="3350087" y="848695"/>
                  </a:lnTo>
                  <a:lnTo>
                    <a:pt x="3350274" y="850486"/>
                  </a:lnTo>
                  <a:lnTo>
                    <a:pt x="3350461" y="852177"/>
                  </a:lnTo>
                  <a:lnTo>
                    <a:pt x="3350648" y="854315"/>
                  </a:lnTo>
                  <a:lnTo>
                    <a:pt x="3350834" y="856163"/>
                  </a:lnTo>
                  <a:lnTo>
                    <a:pt x="3351021" y="857929"/>
                  </a:lnTo>
                  <a:lnTo>
                    <a:pt x="3351208" y="859381"/>
                  </a:lnTo>
                  <a:lnTo>
                    <a:pt x="3351395" y="860404"/>
                  </a:lnTo>
                  <a:lnTo>
                    <a:pt x="3351582" y="861353"/>
                  </a:lnTo>
                  <a:lnTo>
                    <a:pt x="3351769" y="862344"/>
                  </a:lnTo>
                  <a:lnTo>
                    <a:pt x="3351956" y="863078"/>
                  </a:lnTo>
                  <a:lnTo>
                    <a:pt x="3352143" y="863532"/>
                  </a:lnTo>
                  <a:lnTo>
                    <a:pt x="3352330" y="864250"/>
                  </a:lnTo>
                  <a:lnTo>
                    <a:pt x="3352517" y="865116"/>
                  </a:lnTo>
                  <a:lnTo>
                    <a:pt x="3352704" y="865776"/>
                  </a:lnTo>
                  <a:lnTo>
                    <a:pt x="3352891" y="866436"/>
                  </a:lnTo>
                  <a:lnTo>
                    <a:pt x="3353077" y="866692"/>
                  </a:lnTo>
                  <a:lnTo>
                    <a:pt x="3353264" y="867212"/>
                  </a:lnTo>
                  <a:lnTo>
                    <a:pt x="3353451" y="867839"/>
                  </a:lnTo>
                  <a:lnTo>
                    <a:pt x="3353638" y="868805"/>
                  </a:lnTo>
                  <a:lnTo>
                    <a:pt x="3353825" y="870439"/>
                  </a:lnTo>
                  <a:lnTo>
                    <a:pt x="3354012" y="872312"/>
                  </a:lnTo>
                  <a:lnTo>
                    <a:pt x="3354199" y="873888"/>
                  </a:lnTo>
                  <a:lnTo>
                    <a:pt x="3354386" y="875258"/>
                  </a:lnTo>
                  <a:lnTo>
                    <a:pt x="3354573" y="877288"/>
                  </a:lnTo>
                  <a:lnTo>
                    <a:pt x="3354760" y="880473"/>
                  </a:lnTo>
                  <a:lnTo>
                    <a:pt x="3354947" y="884095"/>
                  </a:lnTo>
                  <a:lnTo>
                    <a:pt x="3355134" y="886926"/>
                  </a:lnTo>
                  <a:lnTo>
                    <a:pt x="3355321" y="888914"/>
                  </a:lnTo>
                  <a:lnTo>
                    <a:pt x="3355507" y="890680"/>
                  </a:lnTo>
                  <a:lnTo>
                    <a:pt x="3355694" y="892265"/>
                  </a:lnTo>
                  <a:lnTo>
                    <a:pt x="3355881" y="894856"/>
                  </a:lnTo>
                  <a:lnTo>
                    <a:pt x="3356068" y="898643"/>
                  </a:lnTo>
                  <a:lnTo>
                    <a:pt x="3356255" y="903396"/>
                  </a:lnTo>
                  <a:lnTo>
                    <a:pt x="3356442" y="909610"/>
                  </a:lnTo>
                  <a:lnTo>
                    <a:pt x="3356629" y="915801"/>
                  </a:lnTo>
                  <a:lnTo>
                    <a:pt x="3356816" y="922784"/>
                  </a:lnTo>
                  <a:lnTo>
                    <a:pt x="3357003" y="930362"/>
                  </a:lnTo>
                  <a:lnTo>
                    <a:pt x="3357190" y="938186"/>
                  </a:lnTo>
                  <a:lnTo>
                    <a:pt x="3357377" y="945863"/>
                  </a:lnTo>
                  <a:lnTo>
                    <a:pt x="3357564" y="953013"/>
                  </a:lnTo>
                  <a:lnTo>
                    <a:pt x="3357751" y="960782"/>
                  </a:lnTo>
                  <a:lnTo>
                    <a:pt x="3357937" y="969876"/>
                  </a:lnTo>
                  <a:lnTo>
                    <a:pt x="3358124" y="979997"/>
                  </a:lnTo>
                  <a:lnTo>
                    <a:pt x="3358311" y="990553"/>
                  </a:lnTo>
                  <a:lnTo>
                    <a:pt x="3358498" y="1002089"/>
                  </a:lnTo>
                  <a:lnTo>
                    <a:pt x="3358685" y="1013468"/>
                  </a:lnTo>
                  <a:lnTo>
                    <a:pt x="3358872" y="1024566"/>
                  </a:lnTo>
                  <a:lnTo>
                    <a:pt x="3359059" y="1035529"/>
                  </a:lnTo>
                  <a:lnTo>
                    <a:pt x="3359246" y="1047246"/>
                  </a:lnTo>
                  <a:lnTo>
                    <a:pt x="3359433" y="1059716"/>
                  </a:lnTo>
                  <a:lnTo>
                    <a:pt x="3359620" y="1071312"/>
                  </a:lnTo>
                  <a:lnTo>
                    <a:pt x="3359807" y="1080505"/>
                  </a:lnTo>
                  <a:lnTo>
                    <a:pt x="3359994" y="1090011"/>
                  </a:lnTo>
                  <a:lnTo>
                    <a:pt x="3360180" y="1099591"/>
                  </a:lnTo>
                  <a:lnTo>
                    <a:pt x="3360367" y="1109006"/>
                  </a:lnTo>
                  <a:lnTo>
                    <a:pt x="3360554" y="1117531"/>
                  </a:lnTo>
                  <a:lnTo>
                    <a:pt x="3360741" y="1125716"/>
                  </a:lnTo>
                  <a:lnTo>
                    <a:pt x="3360928" y="1133721"/>
                  </a:lnTo>
                  <a:lnTo>
                    <a:pt x="3361115" y="1142385"/>
                  </a:lnTo>
                  <a:lnTo>
                    <a:pt x="3361302" y="1151776"/>
                  </a:lnTo>
                  <a:lnTo>
                    <a:pt x="3361489" y="1161851"/>
                  </a:lnTo>
                  <a:lnTo>
                    <a:pt x="3361676" y="1172752"/>
                  </a:lnTo>
                  <a:lnTo>
                    <a:pt x="3361863" y="1183842"/>
                  </a:lnTo>
                  <a:lnTo>
                    <a:pt x="3362050" y="1192401"/>
                  </a:lnTo>
                  <a:lnTo>
                    <a:pt x="3362237" y="1201062"/>
                  </a:lnTo>
                  <a:lnTo>
                    <a:pt x="3362424" y="1210756"/>
                  </a:lnTo>
                  <a:lnTo>
                    <a:pt x="3362610" y="1218531"/>
                  </a:lnTo>
                  <a:lnTo>
                    <a:pt x="3362797" y="1225682"/>
                  </a:lnTo>
                  <a:lnTo>
                    <a:pt x="3362984" y="1232833"/>
                  </a:lnTo>
                  <a:lnTo>
                    <a:pt x="3363171" y="1237558"/>
                  </a:lnTo>
                  <a:lnTo>
                    <a:pt x="3363358" y="1242145"/>
                  </a:lnTo>
                  <a:lnTo>
                    <a:pt x="3363545" y="1246751"/>
                  </a:lnTo>
                  <a:lnTo>
                    <a:pt x="3363732" y="1251607"/>
                  </a:lnTo>
                  <a:lnTo>
                    <a:pt x="3363919" y="1256420"/>
                  </a:lnTo>
                  <a:lnTo>
                    <a:pt x="3364106" y="1259827"/>
                  </a:lnTo>
                  <a:lnTo>
                    <a:pt x="3364293" y="1264436"/>
                  </a:lnTo>
                  <a:lnTo>
                    <a:pt x="3364480" y="1268803"/>
                  </a:lnTo>
                  <a:lnTo>
                    <a:pt x="3364667" y="1273138"/>
                  </a:lnTo>
                  <a:lnTo>
                    <a:pt x="3364854" y="1277368"/>
                  </a:lnTo>
                  <a:lnTo>
                    <a:pt x="3365040" y="1279803"/>
                  </a:lnTo>
                  <a:lnTo>
                    <a:pt x="3365227" y="1281579"/>
                  </a:lnTo>
                  <a:lnTo>
                    <a:pt x="3365414" y="1283490"/>
                  </a:lnTo>
                  <a:lnTo>
                    <a:pt x="3365601" y="1285042"/>
                  </a:lnTo>
                  <a:lnTo>
                    <a:pt x="3365788" y="1287174"/>
                  </a:lnTo>
                  <a:lnTo>
                    <a:pt x="3365975" y="1289666"/>
                  </a:lnTo>
                  <a:lnTo>
                    <a:pt x="3366162" y="1292251"/>
                  </a:lnTo>
                  <a:lnTo>
                    <a:pt x="3366349" y="1294299"/>
                  </a:lnTo>
                  <a:lnTo>
                    <a:pt x="3366536" y="1295914"/>
                  </a:lnTo>
                  <a:lnTo>
                    <a:pt x="3366723" y="1296135"/>
                  </a:lnTo>
                  <a:lnTo>
                    <a:pt x="3366910" y="1296327"/>
                  </a:lnTo>
                  <a:lnTo>
                    <a:pt x="3367097" y="1295597"/>
                  </a:lnTo>
                  <a:lnTo>
                    <a:pt x="3367283" y="1293806"/>
                  </a:lnTo>
                  <a:lnTo>
                    <a:pt x="3367470" y="1288594"/>
                  </a:lnTo>
                  <a:lnTo>
                    <a:pt x="3367657" y="1283081"/>
                  </a:lnTo>
                  <a:lnTo>
                    <a:pt x="3367844" y="1273832"/>
                  </a:lnTo>
                  <a:lnTo>
                    <a:pt x="3368031" y="1265303"/>
                  </a:lnTo>
                  <a:lnTo>
                    <a:pt x="3368218" y="1257322"/>
                  </a:lnTo>
                  <a:lnTo>
                    <a:pt x="3368405" y="1249428"/>
                  </a:lnTo>
                  <a:lnTo>
                    <a:pt x="3368592" y="1241835"/>
                  </a:lnTo>
                  <a:lnTo>
                    <a:pt x="3368779" y="1233809"/>
                  </a:lnTo>
                  <a:lnTo>
                    <a:pt x="3368966" y="1226478"/>
                  </a:lnTo>
                  <a:lnTo>
                    <a:pt x="3369153" y="1220166"/>
                  </a:lnTo>
                  <a:lnTo>
                    <a:pt x="3369340" y="1213493"/>
                  </a:lnTo>
                  <a:lnTo>
                    <a:pt x="3369527" y="1205422"/>
                  </a:lnTo>
                  <a:lnTo>
                    <a:pt x="3369713" y="1198036"/>
                  </a:lnTo>
                  <a:lnTo>
                    <a:pt x="3369900" y="1191629"/>
                  </a:lnTo>
                  <a:lnTo>
                    <a:pt x="3370087" y="1185055"/>
                  </a:lnTo>
                  <a:lnTo>
                    <a:pt x="3370274" y="1178442"/>
                  </a:lnTo>
                  <a:lnTo>
                    <a:pt x="3370461" y="1172402"/>
                  </a:lnTo>
                  <a:lnTo>
                    <a:pt x="3370648" y="1166281"/>
                  </a:lnTo>
                  <a:lnTo>
                    <a:pt x="3370835" y="1158652"/>
                  </a:lnTo>
                  <a:lnTo>
                    <a:pt x="3371022" y="1150020"/>
                  </a:lnTo>
                  <a:lnTo>
                    <a:pt x="3371209" y="1141265"/>
                  </a:lnTo>
                  <a:lnTo>
                    <a:pt x="3371396" y="1132707"/>
                  </a:lnTo>
                  <a:lnTo>
                    <a:pt x="3371583" y="1124234"/>
                  </a:lnTo>
                  <a:lnTo>
                    <a:pt x="3371770" y="1115842"/>
                  </a:lnTo>
                  <a:lnTo>
                    <a:pt x="3371956" y="1107682"/>
                  </a:lnTo>
                  <a:lnTo>
                    <a:pt x="3372143" y="1098956"/>
                  </a:lnTo>
                  <a:lnTo>
                    <a:pt x="3372330" y="1090440"/>
                  </a:lnTo>
                  <a:lnTo>
                    <a:pt x="3372517" y="1081384"/>
                  </a:lnTo>
                  <a:lnTo>
                    <a:pt x="3372704" y="1071105"/>
                  </a:lnTo>
                  <a:lnTo>
                    <a:pt x="3372891" y="1061074"/>
                  </a:lnTo>
                  <a:lnTo>
                    <a:pt x="3373078" y="1052524"/>
                  </a:lnTo>
                  <a:lnTo>
                    <a:pt x="3373265" y="1044514"/>
                  </a:lnTo>
                  <a:lnTo>
                    <a:pt x="3373452" y="1038056"/>
                  </a:lnTo>
                  <a:lnTo>
                    <a:pt x="3373639" y="1031401"/>
                  </a:lnTo>
                  <a:lnTo>
                    <a:pt x="3373826" y="1025104"/>
                  </a:lnTo>
                  <a:lnTo>
                    <a:pt x="3374013" y="1019058"/>
                  </a:lnTo>
                  <a:lnTo>
                    <a:pt x="3374200" y="1012508"/>
                  </a:lnTo>
                  <a:lnTo>
                    <a:pt x="3374386" y="1009059"/>
                  </a:lnTo>
                  <a:lnTo>
                    <a:pt x="3374573" y="1005239"/>
                  </a:lnTo>
                  <a:lnTo>
                    <a:pt x="3374760" y="1001347"/>
                  </a:lnTo>
                  <a:lnTo>
                    <a:pt x="3374947" y="996948"/>
                  </a:lnTo>
                  <a:lnTo>
                    <a:pt x="3375134" y="992350"/>
                  </a:lnTo>
                  <a:lnTo>
                    <a:pt x="3375321" y="987473"/>
                  </a:lnTo>
                  <a:lnTo>
                    <a:pt x="3375508" y="983394"/>
                  </a:lnTo>
                  <a:lnTo>
                    <a:pt x="3375695" y="980923"/>
                  </a:lnTo>
                  <a:lnTo>
                    <a:pt x="3375882" y="978128"/>
                  </a:lnTo>
                  <a:lnTo>
                    <a:pt x="3376069" y="975334"/>
                  </a:lnTo>
                  <a:lnTo>
                    <a:pt x="3376256" y="973542"/>
                  </a:lnTo>
                  <a:lnTo>
                    <a:pt x="3376443" y="973750"/>
                  </a:lnTo>
                  <a:lnTo>
                    <a:pt x="3376630" y="978979"/>
                  </a:lnTo>
                  <a:lnTo>
                    <a:pt x="3376816" y="985599"/>
                  </a:lnTo>
                  <a:lnTo>
                    <a:pt x="3377003" y="992853"/>
                  </a:lnTo>
                  <a:lnTo>
                    <a:pt x="3377190" y="1000523"/>
                  </a:lnTo>
                  <a:lnTo>
                    <a:pt x="3377377" y="1006728"/>
                  </a:lnTo>
                  <a:lnTo>
                    <a:pt x="3377564" y="1013627"/>
                  </a:lnTo>
                  <a:lnTo>
                    <a:pt x="3377751" y="1021763"/>
                  </a:lnTo>
                  <a:lnTo>
                    <a:pt x="3377938" y="1030436"/>
                  </a:lnTo>
                  <a:lnTo>
                    <a:pt x="3378125" y="1040701"/>
                  </a:lnTo>
                  <a:lnTo>
                    <a:pt x="3378312" y="1048080"/>
                  </a:lnTo>
                  <a:lnTo>
                    <a:pt x="3378499" y="1056184"/>
                  </a:lnTo>
                  <a:lnTo>
                    <a:pt x="3378686" y="1064738"/>
                  </a:lnTo>
                  <a:lnTo>
                    <a:pt x="3378873" y="1073703"/>
                  </a:lnTo>
                  <a:lnTo>
                    <a:pt x="3379059" y="1081822"/>
                  </a:lnTo>
                  <a:lnTo>
                    <a:pt x="3379246" y="1088641"/>
                  </a:lnTo>
                  <a:lnTo>
                    <a:pt x="3379433" y="1093776"/>
                  </a:lnTo>
                  <a:lnTo>
                    <a:pt x="3379620" y="1096982"/>
                  </a:lnTo>
                  <a:lnTo>
                    <a:pt x="3379807" y="1099417"/>
                  </a:lnTo>
                  <a:lnTo>
                    <a:pt x="3379994" y="1101315"/>
                  </a:lnTo>
                  <a:lnTo>
                    <a:pt x="3380181" y="1102052"/>
                  </a:lnTo>
                  <a:lnTo>
                    <a:pt x="3380368" y="1102304"/>
                  </a:lnTo>
                  <a:lnTo>
                    <a:pt x="3380555" y="1100855"/>
                  </a:lnTo>
                  <a:lnTo>
                    <a:pt x="3380742" y="1099317"/>
                  </a:lnTo>
                  <a:lnTo>
                    <a:pt x="3380929" y="1097702"/>
                  </a:lnTo>
                  <a:lnTo>
                    <a:pt x="3381116" y="1095421"/>
                  </a:lnTo>
                  <a:lnTo>
                    <a:pt x="3381303" y="1093009"/>
                  </a:lnTo>
                  <a:lnTo>
                    <a:pt x="3381489" y="1089740"/>
                  </a:lnTo>
                  <a:lnTo>
                    <a:pt x="3381676" y="1085051"/>
                  </a:lnTo>
                  <a:lnTo>
                    <a:pt x="3381863" y="1079620"/>
                  </a:lnTo>
                  <a:lnTo>
                    <a:pt x="3382050" y="1073502"/>
                  </a:lnTo>
                  <a:lnTo>
                    <a:pt x="3382237" y="1067719"/>
                  </a:lnTo>
                  <a:lnTo>
                    <a:pt x="3382424" y="1062037"/>
                  </a:lnTo>
                  <a:lnTo>
                    <a:pt x="3382611" y="1056349"/>
                  </a:lnTo>
                  <a:lnTo>
                    <a:pt x="3382798" y="1050734"/>
                  </a:lnTo>
                  <a:lnTo>
                    <a:pt x="3382985" y="1046367"/>
                  </a:lnTo>
                  <a:lnTo>
                    <a:pt x="3383172" y="1041252"/>
                  </a:lnTo>
                  <a:lnTo>
                    <a:pt x="3383359" y="1034752"/>
                  </a:lnTo>
                  <a:lnTo>
                    <a:pt x="3383546" y="1029242"/>
                  </a:lnTo>
                  <a:lnTo>
                    <a:pt x="3383733" y="1023368"/>
                  </a:lnTo>
                  <a:lnTo>
                    <a:pt x="3383919" y="1017144"/>
                  </a:lnTo>
                  <a:lnTo>
                    <a:pt x="3384106" y="1010322"/>
                  </a:lnTo>
                  <a:lnTo>
                    <a:pt x="3384293" y="1003100"/>
                  </a:lnTo>
                  <a:lnTo>
                    <a:pt x="3384480" y="995692"/>
                  </a:lnTo>
                  <a:lnTo>
                    <a:pt x="3384667" y="989542"/>
                  </a:lnTo>
                  <a:lnTo>
                    <a:pt x="3384854" y="983356"/>
                  </a:lnTo>
                  <a:lnTo>
                    <a:pt x="3385041" y="978230"/>
                  </a:lnTo>
                  <a:lnTo>
                    <a:pt x="3385228" y="972870"/>
                  </a:lnTo>
                  <a:lnTo>
                    <a:pt x="3385415" y="967225"/>
                  </a:lnTo>
                  <a:lnTo>
                    <a:pt x="3385602" y="960980"/>
                  </a:lnTo>
                  <a:lnTo>
                    <a:pt x="3385789" y="954889"/>
                  </a:lnTo>
                  <a:lnTo>
                    <a:pt x="3385976" y="949202"/>
                  </a:lnTo>
                  <a:lnTo>
                    <a:pt x="3386162" y="944188"/>
                  </a:lnTo>
                  <a:lnTo>
                    <a:pt x="3386349" y="938697"/>
                  </a:lnTo>
                  <a:lnTo>
                    <a:pt x="3386536" y="933452"/>
                  </a:lnTo>
                  <a:lnTo>
                    <a:pt x="3386723" y="926895"/>
                  </a:lnTo>
                  <a:lnTo>
                    <a:pt x="3386910" y="920180"/>
                  </a:lnTo>
                  <a:lnTo>
                    <a:pt x="3387097" y="913536"/>
                  </a:lnTo>
                  <a:lnTo>
                    <a:pt x="3387284" y="907506"/>
                  </a:lnTo>
                  <a:lnTo>
                    <a:pt x="3387471" y="901558"/>
                  </a:lnTo>
                  <a:lnTo>
                    <a:pt x="3387658" y="895866"/>
                  </a:lnTo>
                  <a:lnTo>
                    <a:pt x="3387845" y="890733"/>
                  </a:lnTo>
                  <a:lnTo>
                    <a:pt x="3388032" y="884445"/>
                  </a:lnTo>
                  <a:lnTo>
                    <a:pt x="3388219" y="878347"/>
                  </a:lnTo>
                  <a:lnTo>
                    <a:pt x="3388406" y="872406"/>
                  </a:lnTo>
                  <a:lnTo>
                    <a:pt x="3388592" y="867354"/>
                  </a:lnTo>
                  <a:lnTo>
                    <a:pt x="3388779" y="861656"/>
                  </a:lnTo>
                  <a:lnTo>
                    <a:pt x="3388966" y="856385"/>
                  </a:lnTo>
                  <a:lnTo>
                    <a:pt x="3389153" y="850464"/>
                  </a:lnTo>
                  <a:lnTo>
                    <a:pt x="3389340" y="844526"/>
                  </a:lnTo>
                  <a:lnTo>
                    <a:pt x="3389527" y="838825"/>
                  </a:lnTo>
                  <a:lnTo>
                    <a:pt x="3389714" y="832728"/>
                  </a:lnTo>
                  <a:lnTo>
                    <a:pt x="3389901" y="827808"/>
                  </a:lnTo>
                  <a:lnTo>
                    <a:pt x="3390088" y="822760"/>
                  </a:lnTo>
                  <a:lnTo>
                    <a:pt x="3390275" y="817569"/>
                  </a:lnTo>
                  <a:lnTo>
                    <a:pt x="3390462" y="812245"/>
                  </a:lnTo>
                  <a:lnTo>
                    <a:pt x="3390649" y="807316"/>
                  </a:lnTo>
                  <a:lnTo>
                    <a:pt x="3390835" y="801558"/>
                  </a:lnTo>
                  <a:lnTo>
                    <a:pt x="3391022" y="796086"/>
                  </a:lnTo>
                  <a:lnTo>
                    <a:pt x="3391209" y="791803"/>
                  </a:lnTo>
                  <a:lnTo>
                    <a:pt x="3391396" y="787899"/>
                  </a:lnTo>
                  <a:lnTo>
                    <a:pt x="3391583" y="784907"/>
                  </a:lnTo>
                  <a:lnTo>
                    <a:pt x="3391770" y="782891"/>
                  </a:lnTo>
                  <a:lnTo>
                    <a:pt x="3391957" y="780785"/>
                  </a:lnTo>
                  <a:lnTo>
                    <a:pt x="3392144" y="778514"/>
                  </a:lnTo>
                  <a:lnTo>
                    <a:pt x="3392331" y="776751"/>
                  </a:lnTo>
                  <a:lnTo>
                    <a:pt x="3392518" y="775893"/>
                  </a:lnTo>
                  <a:lnTo>
                    <a:pt x="3392705" y="775623"/>
                  </a:lnTo>
                  <a:lnTo>
                    <a:pt x="3392892" y="775246"/>
                  </a:lnTo>
                  <a:lnTo>
                    <a:pt x="3393079" y="775136"/>
                  </a:lnTo>
                  <a:lnTo>
                    <a:pt x="3393265" y="775581"/>
                  </a:lnTo>
                  <a:lnTo>
                    <a:pt x="3393452" y="775626"/>
                  </a:lnTo>
                  <a:lnTo>
                    <a:pt x="3393639" y="776226"/>
                  </a:lnTo>
                  <a:lnTo>
                    <a:pt x="3393826" y="775836"/>
                  </a:lnTo>
                  <a:lnTo>
                    <a:pt x="3394013" y="776282"/>
                  </a:lnTo>
                  <a:lnTo>
                    <a:pt x="3394200" y="775811"/>
                  </a:lnTo>
                  <a:lnTo>
                    <a:pt x="3394387" y="775406"/>
                  </a:lnTo>
                  <a:lnTo>
                    <a:pt x="3394574" y="775166"/>
                  </a:lnTo>
                  <a:lnTo>
                    <a:pt x="3394761" y="774773"/>
                  </a:lnTo>
                  <a:lnTo>
                    <a:pt x="3394948" y="775671"/>
                  </a:lnTo>
                  <a:lnTo>
                    <a:pt x="3395135" y="776937"/>
                  </a:lnTo>
                  <a:lnTo>
                    <a:pt x="3395322" y="778051"/>
                  </a:lnTo>
                  <a:lnTo>
                    <a:pt x="3395509" y="779116"/>
                  </a:lnTo>
                  <a:lnTo>
                    <a:pt x="3395695" y="781924"/>
                  </a:lnTo>
                  <a:lnTo>
                    <a:pt x="3395882" y="784112"/>
                  </a:lnTo>
                  <a:lnTo>
                    <a:pt x="3396069" y="786005"/>
                  </a:lnTo>
                  <a:lnTo>
                    <a:pt x="3396256" y="789157"/>
                  </a:lnTo>
                  <a:lnTo>
                    <a:pt x="3396443" y="792185"/>
                  </a:lnTo>
                  <a:lnTo>
                    <a:pt x="3396630" y="794838"/>
                  </a:lnTo>
                  <a:lnTo>
                    <a:pt x="3396817" y="796953"/>
                  </a:lnTo>
                  <a:lnTo>
                    <a:pt x="3397004" y="798885"/>
                  </a:lnTo>
                  <a:lnTo>
                    <a:pt x="3397191" y="802785"/>
                  </a:lnTo>
                  <a:lnTo>
                    <a:pt x="3397378" y="806005"/>
                  </a:lnTo>
                  <a:lnTo>
                    <a:pt x="3397565" y="807909"/>
                  </a:lnTo>
                  <a:lnTo>
                    <a:pt x="3397752" y="808246"/>
                  </a:lnTo>
                  <a:lnTo>
                    <a:pt x="3397938" y="808207"/>
                  </a:lnTo>
                  <a:lnTo>
                    <a:pt x="3398125" y="807944"/>
                  </a:lnTo>
                  <a:lnTo>
                    <a:pt x="3398312" y="806989"/>
                  </a:lnTo>
                  <a:lnTo>
                    <a:pt x="3398499" y="805358"/>
                  </a:lnTo>
                  <a:lnTo>
                    <a:pt x="3398686" y="803299"/>
                  </a:lnTo>
                  <a:lnTo>
                    <a:pt x="3398873" y="801348"/>
                  </a:lnTo>
                  <a:lnTo>
                    <a:pt x="3399060" y="798723"/>
                  </a:lnTo>
                  <a:lnTo>
                    <a:pt x="3399247" y="795867"/>
                  </a:lnTo>
                  <a:lnTo>
                    <a:pt x="3399434" y="792653"/>
                  </a:lnTo>
                  <a:lnTo>
                    <a:pt x="3399621" y="789673"/>
                  </a:lnTo>
                  <a:lnTo>
                    <a:pt x="3399808" y="786856"/>
                  </a:lnTo>
                  <a:lnTo>
                    <a:pt x="3399995" y="784395"/>
                  </a:lnTo>
                  <a:lnTo>
                    <a:pt x="3400182" y="781930"/>
                  </a:lnTo>
                  <a:lnTo>
                    <a:pt x="3400368" y="780360"/>
                  </a:lnTo>
                  <a:lnTo>
                    <a:pt x="3400555" y="780022"/>
                  </a:lnTo>
                  <a:lnTo>
                    <a:pt x="3400742" y="780782"/>
                  </a:lnTo>
                  <a:lnTo>
                    <a:pt x="3400929" y="782139"/>
                  </a:lnTo>
                  <a:lnTo>
                    <a:pt x="3401116" y="783290"/>
                  </a:lnTo>
                  <a:lnTo>
                    <a:pt x="3401303" y="784772"/>
                  </a:lnTo>
                  <a:lnTo>
                    <a:pt x="3401490" y="787196"/>
                  </a:lnTo>
                  <a:lnTo>
                    <a:pt x="3401677" y="788376"/>
                  </a:lnTo>
                  <a:lnTo>
                    <a:pt x="3401864" y="789311"/>
                  </a:lnTo>
                  <a:lnTo>
                    <a:pt x="3402051" y="790649"/>
                  </a:lnTo>
                  <a:lnTo>
                    <a:pt x="3402238" y="790629"/>
                  </a:lnTo>
                  <a:lnTo>
                    <a:pt x="3402425" y="791360"/>
                  </a:lnTo>
                  <a:lnTo>
                    <a:pt x="3402611" y="792199"/>
                  </a:lnTo>
                  <a:lnTo>
                    <a:pt x="3402798" y="792536"/>
                  </a:lnTo>
                  <a:lnTo>
                    <a:pt x="3402985" y="791566"/>
                  </a:lnTo>
                  <a:lnTo>
                    <a:pt x="3403172" y="789844"/>
                  </a:lnTo>
                  <a:lnTo>
                    <a:pt x="3403359" y="785417"/>
                  </a:lnTo>
                  <a:lnTo>
                    <a:pt x="3403546" y="781011"/>
                  </a:lnTo>
                  <a:lnTo>
                    <a:pt x="3403733" y="777111"/>
                  </a:lnTo>
                  <a:lnTo>
                    <a:pt x="3403920" y="773570"/>
                  </a:lnTo>
                  <a:lnTo>
                    <a:pt x="3404107" y="771102"/>
                  </a:lnTo>
                  <a:lnTo>
                    <a:pt x="3404294" y="766104"/>
                  </a:lnTo>
                  <a:lnTo>
                    <a:pt x="3404481" y="760797"/>
                  </a:lnTo>
                  <a:lnTo>
                    <a:pt x="3404668" y="755966"/>
                  </a:lnTo>
                  <a:lnTo>
                    <a:pt x="3404855" y="754487"/>
                  </a:lnTo>
                  <a:lnTo>
                    <a:pt x="3405041" y="753744"/>
                  </a:lnTo>
                  <a:lnTo>
                    <a:pt x="3405228" y="756385"/>
                  </a:lnTo>
                  <a:lnTo>
                    <a:pt x="3405415" y="758613"/>
                  </a:lnTo>
                  <a:lnTo>
                    <a:pt x="3405602" y="763697"/>
                  </a:lnTo>
                  <a:lnTo>
                    <a:pt x="3405789" y="769028"/>
                  </a:lnTo>
                  <a:lnTo>
                    <a:pt x="3405976" y="774542"/>
                  </a:lnTo>
                  <a:lnTo>
                    <a:pt x="3406163" y="781655"/>
                  </a:lnTo>
                  <a:lnTo>
                    <a:pt x="3406350" y="787584"/>
                  </a:lnTo>
                  <a:lnTo>
                    <a:pt x="3406537" y="793592"/>
                  </a:lnTo>
                  <a:lnTo>
                    <a:pt x="3406724" y="799027"/>
                  </a:lnTo>
                  <a:lnTo>
                    <a:pt x="3406911" y="804548"/>
                  </a:lnTo>
                  <a:lnTo>
                    <a:pt x="3407098" y="809646"/>
                  </a:lnTo>
                  <a:lnTo>
                    <a:pt x="3407285" y="814099"/>
                  </a:lnTo>
                  <a:lnTo>
                    <a:pt x="3407471" y="819453"/>
                  </a:lnTo>
                  <a:lnTo>
                    <a:pt x="3407658" y="824941"/>
                  </a:lnTo>
                  <a:lnTo>
                    <a:pt x="3407845" y="829550"/>
                  </a:lnTo>
                  <a:lnTo>
                    <a:pt x="3408032" y="834564"/>
                  </a:lnTo>
                  <a:lnTo>
                    <a:pt x="3408219" y="840583"/>
                  </a:lnTo>
                  <a:lnTo>
                    <a:pt x="3408406" y="847817"/>
                  </a:lnTo>
                  <a:lnTo>
                    <a:pt x="3408593" y="855397"/>
                  </a:lnTo>
                  <a:lnTo>
                    <a:pt x="3408780" y="862239"/>
                  </a:lnTo>
                  <a:lnTo>
                    <a:pt x="3408967" y="869539"/>
                  </a:lnTo>
                  <a:lnTo>
                    <a:pt x="3409154" y="877062"/>
                  </a:lnTo>
                  <a:lnTo>
                    <a:pt x="3409341" y="884653"/>
                  </a:lnTo>
                  <a:lnTo>
                    <a:pt x="3409528" y="893164"/>
                  </a:lnTo>
                  <a:lnTo>
                    <a:pt x="3409714" y="902219"/>
                  </a:lnTo>
                  <a:lnTo>
                    <a:pt x="3409901" y="912333"/>
                  </a:lnTo>
                  <a:lnTo>
                    <a:pt x="3410088" y="924053"/>
                  </a:lnTo>
                  <a:lnTo>
                    <a:pt x="3410275" y="935822"/>
                  </a:lnTo>
                  <a:lnTo>
                    <a:pt x="3410462" y="947219"/>
                  </a:lnTo>
                  <a:lnTo>
                    <a:pt x="3410649" y="959890"/>
                  </a:lnTo>
                  <a:lnTo>
                    <a:pt x="3410836" y="972691"/>
                  </a:lnTo>
                  <a:lnTo>
                    <a:pt x="3411023" y="985966"/>
                  </a:lnTo>
                  <a:lnTo>
                    <a:pt x="3411210" y="998385"/>
                  </a:lnTo>
                  <a:lnTo>
                    <a:pt x="3411397" y="1010755"/>
                  </a:lnTo>
                  <a:lnTo>
                    <a:pt x="3411584" y="1023826"/>
                  </a:lnTo>
                  <a:lnTo>
                    <a:pt x="3411771" y="1034133"/>
                  </a:lnTo>
                  <a:lnTo>
                    <a:pt x="3411958" y="1045427"/>
                  </a:lnTo>
                  <a:lnTo>
                    <a:pt x="3412144" y="1057660"/>
                  </a:lnTo>
                  <a:lnTo>
                    <a:pt x="3412331" y="1070428"/>
                  </a:lnTo>
                  <a:lnTo>
                    <a:pt x="3412518" y="1083152"/>
                  </a:lnTo>
                  <a:lnTo>
                    <a:pt x="3412705" y="1095562"/>
                  </a:lnTo>
                  <a:lnTo>
                    <a:pt x="3412892" y="1106799"/>
                  </a:lnTo>
                  <a:lnTo>
                    <a:pt x="3413079" y="1117662"/>
                  </a:lnTo>
                  <a:lnTo>
                    <a:pt x="3413266" y="1128282"/>
                  </a:lnTo>
                  <a:lnTo>
                    <a:pt x="3413453" y="1138126"/>
                  </a:lnTo>
                  <a:lnTo>
                    <a:pt x="3413640" y="1147293"/>
                  </a:lnTo>
                  <a:lnTo>
                    <a:pt x="3413827" y="1155883"/>
                  </a:lnTo>
                  <a:lnTo>
                    <a:pt x="3414014" y="1164005"/>
                  </a:lnTo>
                  <a:lnTo>
                    <a:pt x="3414201" y="1171760"/>
                  </a:lnTo>
                  <a:lnTo>
                    <a:pt x="3414388" y="1178880"/>
                  </a:lnTo>
                  <a:lnTo>
                    <a:pt x="3414574" y="1184637"/>
                  </a:lnTo>
                  <a:lnTo>
                    <a:pt x="3414761" y="1191453"/>
                  </a:lnTo>
                  <a:lnTo>
                    <a:pt x="3414948" y="1196981"/>
                  </a:lnTo>
                  <a:lnTo>
                    <a:pt x="3415135" y="1200719"/>
                  </a:lnTo>
                  <a:lnTo>
                    <a:pt x="3415322" y="1202873"/>
                  </a:lnTo>
                  <a:lnTo>
                    <a:pt x="3415509" y="1204020"/>
                  </a:lnTo>
                  <a:lnTo>
                    <a:pt x="3415696" y="1204779"/>
                  </a:lnTo>
                  <a:lnTo>
                    <a:pt x="3415883" y="1204854"/>
                  </a:lnTo>
                  <a:lnTo>
                    <a:pt x="3416070" y="1204358"/>
                  </a:lnTo>
                  <a:lnTo>
                    <a:pt x="3416257" y="1203789"/>
                  </a:lnTo>
                  <a:lnTo>
                    <a:pt x="3416444" y="1203591"/>
                  </a:lnTo>
                  <a:lnTo>
                    <a:pt x="3416631" y="1203731"/>
                  </a:lnTo>
                  <a:lnTo>
                    <a:pt x="3416817" y="1204887"/>
                  </a:lnTo>
                  <a:lnTo>
                    <a:pt x="3417004" y="1206454"/>
                  </a:lnTo>
                  <a:lnTo>
                    <a:pt x="3417191" y="1207997"/>
                  </a:lnTo>
                  <a:lnTo>
                    <a:pt x="3417378" y="1209145"/>
                  </a:lnTo>
                  <a:lnTo>
                    <a:pt x="3417565" y="1211435"/>
                  </a:lnTo>
                  <a:lnTo>
                    <a:pt x="3417752" y="1212652"/>
                  </a:lnTo>
                  <a:lnTo>
                    <a:pt x="3417939" y="1213485"/>
                  </a:lnTo>
                  <a:lnTo>
                    <a:pt x="3418126" y="1213774"/>
                  </a:lnTo>
                  <a:lnTo>
                    <a:pt x="3418313" y="1213610"/>
                  </a:lnTo>
                  <a:lnTo>
                    <a:pt x="3418500" y="1213487"/>
                  </a:lnTo>
                  <a:lnTo>
                    <a:pt x="3418687" y="1212869"/>
                  </a:lnTo>
                  <a:lnTo>
                    <a:pt x="3418874" y="1212092"/>
                  </a:lnTo>
                  <a:lnTo>
                    <a:pt x="3419061" y="1211995"/>
                  </a:lnTo>
                  <a:lnTo>
                    <a:pt x="3419247" y="1212465"/>
                  </a:lnTo>
                  <a:lnTo>
                    <a:pt x="3419434" y="1212838"/>
                  </a:lnTo>
                  <a:lnTo>
                    <a:pt x="3419621" y="1212328"/>
                  </a:lnTo>
                  <a:lnTo>
                    <a:pt x="3419808" y="1212097"/>
                  </a:lnTo>
                  <a:lnTo>
                    <a:pt x="3419995" y="1212174"/>
                  </a:lnTo>
                  <a:lnTo>
                    <a:pt x="3420182" y="1212823"/>
                  </a:lnTo>
                  <a:lnTo>
                    <a:pt x="3420369" y="1212327"/>
                  </a:lnTo>
                  <a:lnTo>
                    <a:pt x="3420556" y="1212993"/>
                  </a:lnTo>
                  <a:lnTo>
                    <a:pt x="3420743" y="1213454"/>
                  </a:lnTo>
                  <a:lnTo>
                    <a:pt x="3420930" y="1213629"/>
                  </a:lnTo>
                  <a:lnTo>
                    <a:pt x="3421117" y="1214731"/>
                  </a:lnTo>
                  <a:lnTo>
                    <a:pt x="3421304" y="1216892"/>
                  </a:lnTo>
                  <a:lnTo>
                    <a:pt x="3421490" y="1219670"/>
                  </a:lnTo>
                  <a:lnTo>
                    <a:pt x="3421677" y="1222213"/>
                  </a:lnTo>
                  <a:lnTo>
                    <a:pt x="3421864" y="1224956"/>
                  </a:lnTo>
                  <a:lnTo>
                    <a:pt x="3422051" y="1227269"/>
                  </a:lnTo>
                  <a:lnTo>
                    <a:pt x="3422238" y="1229964"/>
                  </a:lnTo>
                  <a:lnTo>
                    <a:pt x="3422425" y="1231979"/>
                  </a:lnTo>
                  <a:lnTo>
                    <a:pt x="3422612" y="1234707"/>
                  </a:lnTo>
                  <a:lnTo>
                    <a:pt x="3422799" y="1237736"/>
                  </a:lnTo>
                  <a:lnTo>
                    <a:pt x="3422986" y="1241291"/>
                  </a:lnTo>
                  <a:lnTo>
                    <a:pt x="3423173" y="1245104"/>
                  </a:lnTo>
                  <a:lnTo>
                    <a:pt x="3423360" y="1247953"/>
                  </a:lnTo>
                  <a:lnTo>
                    <a:pt x="3423547" y="1248989"/>
                  </a:lnTo>
                  <a:lnTo>
                    <a:pt x="3423734" y="1249776"/>
                  </a:lnTo>
                  <a:lnTo>
                    <a:pt x="3423920" y="1250129"/>
                  </a:lnTo>
                  <a:lnTo>
                    <a:pt x="3424107" y="1251874"/>
                  </a:lnTo>
                  <a:lnTo>
                    <a:pt x="3424294" y="1254043"/>
                  </a:lnTo>
                  <a:lnTo>
                    <a:pt x="3424481" y="1257477"/>
                  </a:lnTo>
                  <a:lnTo>
                    <a:pt x="3424668" y="1260751"/>
                  </a:lnTo>
                  <a:lnTo>
                    <a:pt x="3424855" y="1263762"/>
                  </a:lnTo>
                  <a:lnTo>
                    <a:pt x="3425042" y="1265781"/>
                  </a:lnTo>
                  <a:lnTo>
                    <a:pt x="3425229" y="1266706"/>
                  </a:lnTo>
                  <a:lnTo>
                    <a:pt x="3425416" y="1268373"/>
                  </a:lnTo>
                  <a:lnTo>
                    <a:pt x="3425603" y="1269850"/>
                  </a:lnTo>
                  <a:lnTo>
                    <a:pt x="3425790" y="1271079"/>
                  </a:lnTo>
                  <a:lnTo>
                    <a:pt x="3425977" y="1271386"/>
                  </a:lnTo>
                  <a:lnTo>
                    <a:pt x="3426164" y="1272628"/>
                  </a:lnTo>
                  <a:lnTo>
                    <a:pt x="3426350" y="1273608"/>
                  </a:lnTo>
                  <a:lnTo>
                    <a:pt x="3426537" y="1275610"/>
                  </a:lnTo>
                  <a:lnTo>
                    <a:pt x="3426724" y="1277273"/>
                  </a:lnTo>
                  <a:lnTo>
                    <a:pt x="3426911" y="1278493"/>
                  </a:lnTo>
                  <a:lnTo>
                    <a:pt x="3427098" y="1279969"/>
                  </a:lnTo>
                  <a:lnTo>
                    <a:pt x="3427285" y="1280292"/>
                  </a:lnTo>
                  <a:lnTo>
                    <a:pt x="3427472" y="1280786"/>
                  </a:lnTo>
                  <a:lnTo>
                    <a:pt x="3427659" y="1281769"/>
                  </a:lnTo>
                  <a:lnTo>
                    <a:pt x="3427846" y="1283734"/>
                  </a:lnTo>
                  <a:lnTo>
                    <a:pt x="3428033" y="1285585"/>
                  </a:lnTo>
                  <a:lnTo>
                    <a:pt x="3428220" y="1287737"/>
                  </a:lnTo>
                  <a:lnTo>
                    <a:pt x="3428407" y="1290709"/>
                  </a:lnTo>
                  <a:lnTo>
                    <a:pt x="3428593" y="1292430"/>
                  </a:lnTo>
                  <a:lnTo>
                    <a:pt x="3428780" y="1294115"/>
                  </a:lnTo>
                  <a:lnTo>
                    <a:pt x="3428967" y="1295785"/>
                  </a:lnTo>
                  <a:lnTo>
                    <a:pt x="3429154" y="1297684"/>
                  </a:lnTo>
                  <a:lnTo>
                    <a:pt x="3429341" y="1300193"/>
                  </a:lnTo>
                  <a:lnTo>
                    <a:pt x="3429528" y="1303093"/>
                  </a:lnTo>
                  <a:lnTo>
                    <a:pt x="3429715" y="1306533"/>
                  </a:lnTo>
                  <a:lnTo>
                    <a:pt x="3429902" y="1309777"/>
                  </a:lnTo>
                  <a:lnTo>
                    <a:pt x="3430089" y="1312749"/>
                  </a:lnTo>
                  <a:lnTo>
                    <a:pt x="3430276" y="1315568"/>
                  </a:lnTo>
                  <a:lnTo>
                    <a:pt x="3430463" y="1318441"/>
                  </a:lnTo>
                  <a:lnTo>
                    <a:pt x="3430650" y="1320823"/>
                  </a:lnTo>
                  <a:lnTo>
                    <a:pt x="3430837" y="1323535"/>
                  </a:lnTo>
                  <a:lnTo>
                    <a:pt x="3431023" y="1326013"/>
                  </a:lnTo>
                  <a:lnTo>
                    <a:pt x="3431210" y="1328993"/>
                  </a:lnTo>
                  <a:lnTo>
                    <a:pt x="3431397" y="1332034"/>
                  </a:lnTo>
                  <a:lnTo>
                    <a:pt x="3431584" y="1334591"/>
                  </a:lnTo>
                  <a:lnTo>
                    <a:pt x="3431771" y="1337113"/>
                  </a:lnTo>
                  <a:lnTo>
                    <a:pt x="3431958" y="1339308"/>
                  </a:lnTo>
                  <a:lnTo>
                    <a:pt x="3432145" y="1342215"/>
                  </a:lnTo>
                  <a:lnTo>
                    <a:pt x="3432332" y="1344961"/>
                  </a:lnTo>
                  <a:lnTo>
                    <a:pt x="3432519" y="1347189"/>
                  </a:lnTo>
                  <a:lnTo>
                    <a:pt x="3432706" y="1349326"/>
                  </a:lnTo>
                  <a:lnTo>
                    <a:pt x="3432893" y="1351813"/>
                  </a:lnTo>
                  <a:lnTo>
                    <a:pt x="3433080" y="1353740"/>
                  </a:lnTo>
                  <a:lnTo>
                    <a:pt x="3433267" y="1356652"/>
                  </a:lnTo>
                  <a:lnTo>
                    <a:pt x="3433453" y="1360065"/>
                  </a:lnTo>
                  <a:lnTo>
                    <a:pt x="3433640" y="1362591"/>
                  </a:lnTo>
                  <a:lnTo>
                    <a:pt x="3433827" y="1365318"/>
                  </a:lnTo>
                  <a:lnTo>
                    <a:pt x="3434014" y="1367913"/>
                  </a:lnTo>
                  <a:lnTo>
                    <a:pt x="3434201" y="1369634"/>
                  </a:lnTo>
                  <a:lnTo>
                    <a:pt x="3434388" y="1370762"/>
                  </a:lnTo>
                  <a:lnTo>
                    <a:pt x="3434575" y="1370583"/>
                  </a:lnTo>
                  <a:lnTo>
                    <a:pt x="3434762" y="1369715"/>
                  </a:lnTo>
                  <a:lnTo>
                    <a:pt x="3434949" y="1367654"/>
                  </a:lnTo>
                  <a:lnTo>
                    <a:pt x="3435136" y="1365213"/>
                  </a:lnTo>
                  <a:lnTo>
                    <a:pt x="3435323" y="1362265"/>
                  </a:lnTo>
                  <a:lnTo>
                    <a:pt x="3435510" y="1358765"/>
                  </a:lnTo>
                  <a:lnTo>
                    <a:pt x="3435696" y="1354827"/>
                  </a:lnTo>
                  <a:lnTo>
                    <a:pt x="3435883" y="1349650"/>
                  </a:lnTo>
                  <a:lnTo>
                    <a:pt x="3436070" y="1343324"/>
                  </a:lnTo>
                  <a:lnTo>
                    <a:pt x="3436257" y="1335457"/>
                  </a:lnTo>
                  <a:lnTo>
                    <a:pt x="3436444" y="1326925"/>
                  </a:lnTo>
                  <a:lnTo>
                    <a:pt x="3436631" y="1317287"/>
                  </a:lnTo>
                  <a:lnTo>
                    <a:pt x="3436818" y="1306242"/>
                  </a:lnTo>
                  <a:lnTo>
                    <a:pt x="3437005" y="1294246"/>
                  </a:lnTo>
                  <a:lnTo>
                    <a:pt x="3437192" y="1282168"/>
                  </a:lnTo>
                  <a:lnTo>
                    <a:pt x="3437379" y="1270584"/>
                  </a:lnTo>
                  <a:lnTo>
                    <a:pt x="3437566" y="1260044"/>
                  </a:lnTo>
                  <a:lnTo>
                    <a:pt x="3437753" y="1249888"/>
                  </a:lnTo>
                  <a:lnTo>
                    <a:pt x="3437940" y="1239952"/>
                  </a:lnTo>
                  <a:lnTo>
                    <a:pt x="3438126" y="1229414"/>
                  </a:lnTo>
                  <a:lnTo>
                    <a:pt x="3438313" y="1219055"/>
                  </a:lnTo>
                  <a:lnTo>
                    <a:pt x="3438500" y="1209132"/>
                  </a:lnTo>
                  <a:lnTo>
                    <a:pt x="3438687" y="1199761"/>
                  </a:lnTo>
                  <a:lnTo>
                    <a:pt x="3438874" y="1191297"/>
                  </a:lnTo>
                  <a:lnTo>
                    <a:pt x="3439061" y="1183580"/>
                  </a:lnTo>
                  <a:lnTo>
                    <a:pt x="3439248" y="1177047"/>
                  </a:lnTo>
                  <a:lnTo>
                    <a:pt x="3439435" y="1171925"/>
                  </a:lnTo>
                  <a:lnTo>
                    <a:pt x="3439622" y="1168713"/>
                  </a:lnTo>
                  <a:lnTo>
                    <a:pt x="3439809" y="1166858"/>
                  </a:lnTo>
                  <a:lnTo>
                    <a:pt x="3439996" y="1166099"/>
                  </a:lnTo>
                  <a:lnTo>
                    <a:pt x="3440183" y="1166414"/>
                  </a:lnTo>
                  <a:lnTo>
                    <a:pt x="3440369" y="1168331"/>
                  </a:lnTo>
                  <a:lnTo>
                    <a:pt x="3440556" y="1171488"/>
                  </a:lnTo>
                  <a:lnTo>
                    <a:pt x="3440743" y="1176598"/>
                  </a:lnTo>
                  <a:lnTo>
                    <a:pt x="3440930" y="1182169"/>
                  </a:lnTo>
                  <a:lnTo>
                    <a:pt x="3441117" y="1187476"/>
                  </a:lnTo>
                  <a:lnTo>
                    <a:pt x="3441304" y="1192675"/>
                  </a:lnTo>
                  <a:lnTo>
                    <a:pt x="3441491" y="1197285"/>
                  </a:lnTo>
                  <a:lnTo>
                    <a:pt x="3441678" y="1204736"/>
                  </a:lnTo>
                  <a:lnTo>
                    <a:pt x="3441865" y="1213054"/>
                  </a:lnTo>
                  <a:lnTo>
                    <a:pt x="3442052" y="1221339"/>
                  </a:lnTo>
                  <a:lnTo>
                    <a:pt x="3442239" y="1228823"/>
                  </a:lnTo>
                  <a:lnTo>
                    <a:pt x="3442426" y="1234905"/>
                  </a:lnTo>
                  <a:lnTo>
                    <a:pt x="3442613" y="1240607"/>
                  </a:lnTo>
                  <a:lnTo>
                    <a:pt x="3442799" y="1245228"/>
                  </a:lnTo>
                  <a:lnTo>
                    <a:pt x="3442986" y="1245722"/>
                  </a:lnTo>
                  <a:lnTo>
                    <a:pt x="3443173" y="1245953"/>
                  </a:lnTo>
                  <a:lnTo>
                    <a:pt x="3443360" y="1246273"/>
                  </a:lnTo>
                  <a:lnTo>
                    <a:pt x="3443547" y="1245340"/>
                  </a:lnTo>
                  <a:lnTo>
                    <a:pt x="3443734" y="1244576"/>
                  </a:lnTo>
                  <a:lnTo>
                    <a:pt x="3443921" y="1242224"/>
                  </a:lnTo>
                  <a:lnTo>
                    <a:pt x="3444108" y="1242956"/>
                  </a:lnTo>
                  <a:lnTo>
                    <a:pt x="3444295" y="1243913"/>
                  </a:lnTo>
                  <a:lnTo>
                    <a:pt x="3444482" y="1244425"/>
                  </a:lnTo>
                  <a:lnTo>
                    <a:pt x="3444669" y="1244415"/>
                  </a:lnTo>
                  <a:lnTo>
                    <a:pt x="3444856" y="1243052"/>
                  </a:lnTo>
                  <a:lnTo>
                    <a:pt x="3445043" y="1241779"/>
                  </a:lnTo>
                  <a:lnTo>
                    <a:pt x="3445229" y="1241217"/>
                  </a:lnTo>
                  <a:lnTo>
                    <a:pt x="3445416" y="1241170"/>
                  </a:lnTo>
                  <a:lnTo>
                    <a:pt x="3445603" y="1241838"/>
                  </a:lnTo>
                  <a:lnTo>
                    <a:pt x="3445790" y="1242843"/>
                  </a:lnTo>
                  <a:lnTo>
                    <a:pt x="3445977" y="1243958"/>
                  </a:lnTo>
                  <a:lnTo>
                    <a:pt x="3446164" y="1245594"/>
                  </a:lnTo>
                  <a:lnTo>
                    <a:pt x="3446351" y="1247300"/>
                  </a:lnTo>
                  <a:lnTo>
                    <a:pt x="3446538" y="1249419"/>
                  </a:lnTo>
                  <a:lnTo>
                    <a:pt x="3446725" y="1252276"/>
                  </a:lnTo>
                  <a:lnTo>
                    <a:pt x="3446912" y="1254807"/>
                  </a:lnTo>
                  <a:lnTo>
                    <a:pt x="3447099" y="1257594"/>
                  </a:lnTo>
                  <a:lnTo>
                    <a:pt x="3447286" y="1259743"/>
                  </a:lnTo>
                  <a:lnTo>
                    <a:pt x="3447472" y="1261713"/>
                  </a:lnTo>
                  <a:lnTo>
                    <a:pt x="3447659" y="1263542"/>
                  </a:lnTo>
                  <a:lnTo>
                    <a:pt x="3447846" y="1264853"/>
                  </a:lnTo>
                  <a:lnTo>
                    <a:pt x="3448033" y="1265468"/>
                  </a:lnTo>
                  <a:lnTo>
                    <a:pt x="3448220" y="1265721"/>
                  </a:lnTo>
                  <a:lnTo>
                    <a:pt x="3448407" y="1265236"/>
                  </a:lnTo>
                  <a:lnTo>
                    <a:pt x="3448594" y="1265203"/>
                  </a:lnTo>
                  <a:lnTo>
                    <a:pt x="3448781" y="1264213"/>
                  </a:lnTo>
                  <a:lnTo>
                    <a:pt x="3448968" y="1262513"/>
                  </a:lnTo>
                  <a:lnTo>
                    <a:pt x="3449155" y="1259732"/>
                  </a:lnTo>
                  <a:lnTo>
                    <a:pt x="3449342" y="1256217"/>
                  </a:lnTo>
                  <a:lnTo>
                    <a:pt x="3449529" y="1252074"/>
                  </a:lnTo>
                  <a:lnTo>
                    <a:pt x="3449716" y="1247651"/>
                  </a:lnTo>
                  <a:lnTo>
                    <a:pt x="3449902" y="1242634"/>
                  </a:lnTo>
                  <a:lnTo>
                    <a:pt x="3450089" y="1237155"/>
                  </a:lnTo>
                  <a:lnTo>
                    <a:pt x="3450276" y="1231568"/>
                  </a:lnTo>
                  <a:lnTo>
                    <a:pt x="3450463" y="1226551"/>
                  </a:lnTo>
                  <a:lnTo>
                    <a:pt x="3450650" y="1221534"/>
                  </a:lnTo>
                  <a:lnTo>
                    <a:pt x="3450837" y="1216113"/>
                  </a:lnTo>
                  <a:lnTo>
                    <a:pt x="3451024" y="1210972"/>
                  </a:lnTo>
                  <a:lnTo>
                    <a:pt x="3451211" y="1205295"/>
                  </a:lnTo>
                  <a:lnTo>
                    <a:pt x="3451398" y="1199263"/>
                  </a:lnTo>
                  <a:lnTo>
                    <a:pt x="3451585" y="1192851"/>
                  </a:lnTo>
                  <a:lnTo>
                    <a:pt x="3451772" y="1186183"/>
                  </a:lnTo>
                  <a:lnTo>
                    <a:pt x="3451959" y="1179590"/>
                  </a:lnTo>
                  <a:lnTo>
                    <a:pt x="3452146" y="1173203"/>
                  </a:lnTo>
                  <a:lnTo>
                    <a:pt x="3452332" y="1166470"/>
                  </a:lnTo>
                  <a:lnTo>
                    <a:pt x="3452519" y="1159431"/>
                  </a:lnTo>
                  <a:lnTo>
                    <a:pt x="3452706" y="1153440"/>
                  </a:lnTo>
                  <a:lnTo>
                    <a:pt x="3452893" y="1148134"/>
                  </a:lnTo>
                  <a:lnTo>
                    <a:pt x="3453080" y="1143365"/>
                  </a:lnTo>
                  <a:lnTo>
                    <a:pt x="3453267" y="1138488"/>
                  </a:lnTo>
                  <a:lnTo>
                    <a:pt x="3453454" y="1135167"/>
                  </a:lnTo>
                  <a:lnTo>
                    <a:pt x="3453641" y="1131024"/>
                  </a:lnTo>
                  <a:lnTo>
                    <a:pt x="3453828" y="1126148"/>
                  </a:lnTo>
                  <a:lnTo>
                    <a:pt x="3454015" y="1121341"/>
                  </a:lnTo>
                  <a:lnTo>
                    <a:pt x="3454202" y="1116734"/>
                  </a:lnTo>
                  <a:lnTo>
                    <a:pt x="3454389" y="1113253"/>
                  </a:lnTo>
                  <a:lnTo>
                    <a:pt x="3454575" y="1110663"/>
                  </a:lnTo>
                  <a:lnTo>
                    <a:pt x="3454762" y="1108874"/>
                  </a:lnTo>
                  <a:lnTo>
                    <a:pt x="3454949" y="1105643"/>
                  </a:lnTo>
                  <a:lnTo>
                    <a:pt x="3455136" y="1103261"/>
                  </a:lnTo>
                  <a:lnTo>
                    <a:pt x="3455323" y="1100964"/>
                  </a:lnTo>
                  <a:lnTo>
                    <a:pt x="3455510" y="1098247"/>
                  </a:lnTo>
                  <a:lnTo>
                    <a:pt x="3455697" y="1095254"/>
                  </a:lnTo>
                  <a:lnTo>
                    <a:pt x="3455884" y="1092392"/>
                  </a:lnTo>
                  <a:lnTo>
                    <a:pt x="3456071" y="1091134"/>
                  </a:lnTo>
                  <a:lnTo>
                    <a:pt x="3456258" y="1090810"/>
                  </a:lnTo>
                  <a:lnTo>
                    <a:pt x="3456445" y="1091235"/>
                  </a:lnTo>
                  <a:lnTo>
                    <a:pt x="3456632" y="1090273"/>
                  </a:lnTo>
                  <a:lnTo>
                    <a:pt x="3456819" y="1089714"/>
                  </a:lnTo>
                  <a:lnTo>
                    <a:pt x="3457005" y="1088753"/>
                  </a:lnTo>
                  <a:lnTo>
                    <a:pt x="3457192" y="1089067"/>
                  </a:lnTo>
                  <a:lnTo>
                    <a:pt x="3457379" y="1088489"/>
                  </a:lnTo>
                  <a:lnTo>
                    <a:pt x="3457566" y="1086599"/>
                  </a:lnTo>
                  <a:lnTo>
                    <a:pt x="3457753" y="1084856"/>
                  </a:lnTo>
                  <a:lnTo>
                    <a:pt x="3457940" y="1084447"/>
                  </a:lnTo>
                  <a:lnTo>
                    <a:pt x="3458127" y="1085275"/>
                  </a:lnTo>
                  <a:lnTo>
                    <a:pt x="3458314" y="1085175"/>
                  </a:lnTo>
                  <a:lnTo>
                    <a:pt x="3458501" y="1084831"/>
                  </a:lnTo>
                  <a:lnTo>
                    <a:pt x="3458688" y="1083866"/>
                  </a:lnTo>
                  <a:lnTo>
                    <a:pt x="3458875" y="1083006"/>
                  </a:lnTo>
                  <a:lnTo>
                    <a:pt x="3459062" y="1082308"/>
                  </a:lnTo>
                  <a:lnTo>
                    <a:pt x="3459248" y="1081934"/>
                  </a:lnTo>
                  <a:lnTo>
                    <a:pt x="3459435" y="1081573"/>
                  </a:lnTo>
                  <a:lnTo>
                    <a:pt x="3459622" y="1081075"/>
                  </a:lnTo>
                  <a:lnTo>
                    <a:pt x="3459809" y="1080649"/>
                  </a:lnTo>
                  <a:lnTo>
                    <a:pt x="3459996" y="1080776"/>
                  </a:lnTo>
                  <a:lnTo>
                    <a:pt x="3460183" y="1080956"/>
                  </a:lnTo>
                  <a:lnTo>
                    <a:pt x="3460370" y="1080518"/>
                  </a:lnTo>
                  <a:lnTo>
                    <a:pt x="3460557" y="1079753"/>
                  </a:lnTo>
                  <a:lnTo>
                    <a:pt x="3460744" y="1079456"/>
                  </a:lnTo>
                  <a:lnTo>
                    <a:pt x="3460931" y="1079156"/>
                  </a:lnTo>
                  <a:lnTo>
                    <a:pt x="3461118" y="1080162"/>
                  </a:lnTo>
                  <a:lnTo>
                    <a:pt x="3461305" y="1080790"/>
                  </a:lnTo>
                  <a:lnTo>
                    <a:pt x="3461492" y="1081813"/>
                  </a:lnTo>
                  <a:lnTo>
                    <a:pt x="3461678" y="1082902"/>
                  </a:lnTo>
                  <a:lnTo>
                    <a:pt x="3461865" y="1082910"/>
                  </a:lnTo>
                  <a:lnTo>
                    <a:pt x="3462052" y="1082877"/>
                  </a:lnTo>
                  <a:lnTo>
                    <a:pt x="3462239" y="1083447"/>
                  </a:lnTo>
                  <a:lnTo>
                    <a:pt x="3462426" y="1084024"/>
                  </a:lnTo>
                  <a:lnTo>
                    <a:pt x="3462613" y="1085981"/>
                  </a:lnTo>
                  <a:lnTo>
                    <a:pt x="3462800" y="1087727"/>
                  </a:lnTo>
                  <a:lnTo>
                    <a:pt x="3462987" y="1089209"/>
                  </a:lnTo>
                  <a:lnTo>
                    <a:pt x="3463174" y="1090496"/>
                  </a:lnTo>
                  <a:lnTo>
                    <a:pt x="3463361" y="1092013"/>
                  </a:lnTo>
                  <a:lnTo>
                    <a:pt x="3463548" y="1093433"/>
                  </a:lnTo>
                  <a:lnTo>
                    <a:pt x="3463735" y="1094796"/>
                  </a:lnTo>
                  <a:lnTo>
                    <a:pt x="3463922" y="1095625"/>
                  </a:lnTo>
                  <a:lnTo>
                    <a:pt x="3464108" y="1096443"/>
                  </a:lnTo>
                  <a:lnTo>
                    <a:pt x="3464295" y="1097582"/>
                  </a:lnTo>
                  <a:lnTo>
                    <a:pt x="3464482" y="1098866"/>
                  </a:lnTo>
                  <a:lnTo>
                    <a:pt x="3464669" y="1099778"/>
                  </a:lnTo>
                  <a:lnTo>
                    <a:pt x="3464856" y="1100059"/>
                  </a:lnTo>
                  <a:lnTo>
                    <a:pt x="3465043" y="1099575"/>
                  </a:lnTo>
                  <a:lnTo>
                    <a:pt x="3465230" y="1100126"/>
                  </a:lnTo>
                  <a:lnTo>
                    <a:pt x="3465417" y="1100356"/>
                  </a:lnTo>
                  <a:lnTo>
                    <a:pt x="3465604" y="1101070"/>
                  </a:lnTo>
                  <a:lnTo>
                    <a:pt x="3465791" y="1100889"/>
                  </a:lnTo>
                  <a:lnTo>
                    <a:pt x="3465978" y="1100972"/>
                  </a:lnTo>
                  <a:lnTo>
                    <a:pt x="3466165" y="1101040"/>
                  </a:lnTo>
                  <a:lnTo>
                    <a:pt x="3466351" y="1100926"/>
                  </a:lnTo>
                  <a:lnTo>
                    <a:pt x="3466538" y="1100148"/>
                  </a:lnTo>
                  <a:lnTo>
                    <a:pt x="3466725" y="1098928"/>
                  </a:lnTo>
                  <a:lnTo>
                    <a:pt x="3466912" y="1097703"/>
                  </a:lnTo>
                  <a:lnTo>
                    <a:pt x="3467099" y="1096212"/>
                  </a:lnTo>
                  <a:lnTo>
                    <a:pt x="3467286" y="1094733"/>
                  </a:lnTo>
                  <a:lnTo>
                    <a:pt x="3467473" y="1093815"/>
                  </a:lnTo>
                  <a:lnTo>
                    <a:pt x="3467660" y="1093479"/>
                  </a:lnTo>
                  <a:lnTo>
                    <a:pt x="3467847" y="1093716"/>
                  </a:lnTo>
                  <a:lnTo>
                    <a:pt x="3468034" y="1094392"/>
                  </a:lnTo>
                  <a:lnTo>
                    <a:pt x="3468221" y="1094019"/>
                  </a:lnTo>
                  <a:lnTo>
                    <a:pt x="3468408" y="1093586"/>
                  </a:lnTo>
                  <a:lnTo>
                    <a:pt x="3468595" y="1093047"/>
                  </a:lnTo>
                  <a:lnTo>
                    <a:pt x="3468781" y="1091902"/>
                  </a:lnTo>
                  <a:lnTo>
                    <a:pt x="3468968" y="1091642"/>
                  </a:lnTo>
                  <a:lnTo>
                    <a:pt x="3469155" y="1090883"/>
                  </a:lnTo>
                  <a:lnTo>
                    <a:pt x="3469342" y="1088234"/>
                  </a:lnTo>
                  <a:lnTo>
                    <a:pt x="3469529" y="1085940"/>
                  </a:lnTo>
                  <a:lnTo>
                    <a:pt x="3469716" y="1083036"/>
                  </a:lnTo>
                  <a:lnTo>
                    <a:pt x="3469903" y="1079850"/>
                  </a:lnTo>
                  <a:lnTo>
                    <a:pt x="3470090" y="1076624"/>
                  </a:lnTo>
                  <a:lnTo>
                    <a:pt x="3470277" y="1072671"/>
                  </a:lnTo>
                  <a:lnTo>
                    <a:pt x="3470464" y="1068042"/>
                  </a:lnTo>
                  <a:lnTo>
                    <a:pt x="3470651" y="1062753"/>
                  </a:lnTo>
                  <a:lnTo>
                    <a:pt x="3470838" y="1056828"/>
                  </a:lnTo>
                  <a:lnTo>
                    <a:pt x="3471025" y="1050309"/>
                  </a:lnTo>
                  <a:lnTo>
                    <a:pt x="3471211" y="1043311"/>
                  </a:lnTo>
                  <a:lnTo>
                    <a:pt x="3471398" y="1036256"/>
                  </a:lnTo>
                  <a:lnTo>
                    <a:pt x="3471585" y="1030537"/>
                  </a:lnTo>
                  <a:lnTo>
                    <a:pt x="3471772" y="1026313"/>
                  </a:lnTo>
                  <a:lnTo>
                    <a:pt x="3471959" y="1023243"/>
                  </a:lnTo>
                  <a:lnTo>
                    <a:pt x="3472146" y="1020825"/>
                  </a:lnTo>
                  <a:lnTo>
                    <a:pt x="3472333" y="1019860"/>
                  </a:lnTo>
                  <a:lnTo>
                    <a:pt x="3472520" y="1020099"/>
                  </a:lnTo>
                  <a:lnTo>
                    <a:pt x="3472707" y="1020932"/>
                  </a:lnTo>
                  <a:lnTo>
                    <a:pt x="3472894" y="1022583"/>
                  </a:lnTo>
                  <a:lnTo>
                    <a:pt x="3473081" y="1025364"/>
                  </a:lnTo>
                  <a:lnTo>
                    <a:pt x="3473268" y="1029374"/>
                  </a:lnTo>
                  <a:lnTo>
                    <a:pt x="3473454" y="1034680"/>
                  </a:lnTo>
                  <a:lnTo>
                    <a:pt x="3473641" y="1041067"/>
                  </a:lnTo>
                  <a:lnTo>
                    <a:pt x="3473828" y="1049154"/>
                  </a:lnTo>
                  <a:lnTo>
                    <a:pt x="3474015" y="1058899"/>
                  </a:lnTo>
                  <a:lnTo>
                    <a:pt x="3474202" y="1070130"/>
                  </a:lnTo>
                  <a:lnTo>
                    <a:pt x="3474389" y="1082285"/>
                  </a:lnTo>
                  <a:lnTo>
                    <a:pt x="3474576" y="1094852"/>
                  </a:lnTo>
                  <a:lnTo>
                    <a:pt x="3474763" y="1107313"/>
                  </a:lnTo>
                  <a:lnTo>
                    <a:pt x="3474950" y="1119575"/>
                  </a:lnTo>
                  <a:lnTo>
                    <a:pt x="3475137" y="1131383"/>
                  </a:lnTo>
                  <a:lnTo>
                    <a:pt x="3475324" y="1143307"/>
                  </a:lnTo>
                  <a:lnTo>
                    <a:pt x="3475511" y="1156040"/>
                  </a:lnTo>
                  <a:lnTo>
                    <a:pt x="3475698" y="1168401"/>
                  </a:lnTo>
                  <a:lnTo>
                    <a:pt x="3475884" y="1180630"/>
                  </a:lnTo>
                  <a:lnTo>
                    <a:pt x="3476071" y="1192876"/>
                  </a:lnTo>
                  <a:lnTo>
                    <a:pt x="3476258" y="1204602"/>
                  </a:lnTo>
                  <a:lnTo>
                    <a:pt x="3476445" y="1215948"/>
                  </a:lnTo>
                  <a:lnTo>
                    <a:pt x="3476632" y="1226774"/>
                  </a:lnTo>
                  <a:lnTo>
                    <a:pt x="3476819" y="1236611"/>
                  </a:lnTo>
                  <a:lnTo>
                    <a:pt x="3477006" y="1245275"/>
                  </a:lnTo>
                  <a:lnTo>
                    <a:pt x="3477193" y="1252594"/>
                  </a:lnTo>
                  <a:lnTo>
                    <a:pt x="3477380" y="1258519"/>
                  </a:lnTo>
                  <a:lnTo>
                    <a:pt x="3477567" y="1263784"/>
                  </a:lnTo>
                  <a:lnTo>
                    <a:pt x="3477754" y="1268900"/>
                  </a:lnTo>
                  <a:lnTo>
                    <a:pt x="3477941" y="1273529"/>
                  </a:lnTo>
                  <a:lnTo>
                    <a:pt x="3478127" y="1277960"/>
                  </a:lnTo>
                  <a:lnTo>
                    <a:pt x="3478314" y="1281715"/>
                  </a:lnTo>
                  <a:lnTo>
                    <a:pt x="3478501" y="1285742"/>
                  </a:lnTo>
                  <a:lnTo>
                    <a:pt x="3478688" y="1289761"/>
                  </a:lnTo>
                  <a:lnTo>
                    <a:pt x="3478875" y="1293391"/>
                  </a:lnTo>
                  <a:lnTo>
                    <a:pt x="3479062" y="1297047"/>
                  </a:lnTo>
                  <a:lnTo>
                    <a:pt x="3479249" y="1299960"/>
                  </a:lnTo>
                  <a:lnTo>
                    <a:pt x="3479436" y="1301676"/>
                  </a:lnTo>
                  <a:lnTo>
                    <a:pt x="3479623" y="1303516"/>
                  </a:lnTo>
                  <a:lnTo>
                    <a:pt x="3479810" y="1306372"/>
                  </a:lnTo>
                  <a:lnTo>
                    <a:pt x="3479997" y="1309788"/>
                  </a:lnTo>
                  <a:lnTo>
                    <a:pt x="3480184" y="1315484"/>
                  </a:lnTo>
                  <a:lnTo>
                    <a:pt x="3480371" y="1322239"/>
                  </a:lnTo>
                  <a:lnTo>
                    <a:pt x="3480557" y="1329169"/>
                  </a:lnTo>
                  <a:lnTo>
                    <a:pt x="3480744" y="1335407"/>
                  </a:lnTo>
                  <a:lnTo>
                    <a:pt x="3480931" y="1341355"/>
                  </a:lnTo>
                  <a:lnTo>
                    <a:pt x="3481118" y="1347854"/>
                  </a:lnTo>
                  <a:lnTo>
                    <a:pt x="3481305" y="1354621"/>
                  </a:lnTo>
                  <a:lnTo>
                    <a:pt x="3481492" y="1358153"/>
                  </a:lnTo>
                  <a:lnTo>
                    <a:pt x="3481679" y="1361318"/>
                  </a:lnTo>
                  <a:lnTo>
                    <a:pt x="3481866" y="1364528"/>
                  </a:lnTo>
                  <a:lnTo>
                    <a:pt x="3482053" y="1368141"/>
                  </a:lnTo>
                  <a:lnTo>
                    <a:pt x="3482240" y="1372812"/>
                  </a:lnTo>
                  <a:lnTo>
                    <a:pt x="3482427" y="1377362"/>
                  </a:lnTo>
                  <a:lnTo>
                    <a:pt x="3482614" y="1381275"/>
                  </a:lnTo>
                  <a:lnTo>
                    <a:pt x="3482801" y="1384774"/>
                  </a:lnTo>
                  <a:lnTo>
                    <a:pt x="3482987" y="1387887"/>
                  </a:lnTo>
                  <a:lnTo>
                    <a:pt x="3483174" y="1390459"/>
                  </a:lnTo>
                  <a:lnTo>
                    <a:pt x="3483361" y="1391798"/>
                  </a:lnTo>
                  <a:lnTo>
                    <a:pt x="3483548" y="1393824"/>
                  </a:lnTo>
                  <a:lnTo>
                    <a:pt x="3483735" y="1395942"/>
                  </a:lnTo>
                  <a:lnTo>
                    <a:pt x="3483922" y="1397456"/>
                  </a:lnTo>
                  <a:lnTo>
                    <a:pt x="3484109" y="1398264"/>
                  </a:lnTo>
                  <a:lnTo>
                    <a:pt x="3484296" y="1399328"/>
                  </a:lnTo>
                  <a:lnTo>
                    <a:pt x="3484483" y="1399772"/>
                  </a:lnTo>
                  <a:lnTo>
                    <a:pt x="3484670" y="1400317"/>
                  </a:lnTo>
                  <a:lnTo>
                    <a:pt x="3484857" y="1400713"/>
                  </a:lnTo>
                  <a:lnTo>
                    <a:pt x="3485044" y="1401175"/>
                  </a:lnTo>
                  <a:lnTo>
                    <a:pt x="3485230" y="1402206"/>
                  </a:lnTo>
                  <a:lnTo>
                    <a:pt x="3485417" y="1403188"/>
                  </a:lnTo>
                  <a:lnTo>
                    <a:pt x="3485604" y="1404550"/>
                  </a:lnTo>
                  <a:lnTo>
                    <a:pt x="3485791" y="1405763"/>
                  </a:lnTo>
                  <a:lnTo>
                    <a:pt x="3485978" y="1406472"/>
                  </a:lnTo>
                  <a:lnTo>
                    <a:pt x="3486165" y="1407446"/>
                  </a:lnTo>
                  <a:lnTo>
                    <a:pt x="3486352" y="1408461"/>
                  </a:lnTo>
                  <a:lnTo>
                    <a:pt x="3486539" y="1410211"/>
                  </a:lnTo>
                  <a:lnTo>
                    <a:pt x="3486726" y="1412480"/>
                  </a:lnTo>
                  <a:lnTo>
                    <a:pt x="3486913" y="1415517"/>
                  </a:lnTo>
                  <a:lnTo>
                    <a:pt x="3487100" y="1419106"/>
                  </a:lnTo>
                  <a:lnTo>
                    <a:pt x="3487287" y="1423678"/>
                  </a:lnTo>
                  <a:lnTo>
                    <a:pt x="3487474" y="1429050"/>
                  </a:lnTo>
                  <a:lnTo>
                    <a:pt x="3487660" y="1434859"/>
                  </a:lnTo>
                  <a:lnTo>
                    <a:pt x="3487847" y="1440330"/>
                  </a:lnTo>
                  <a:lnTo>
                    <a:pt x="3488034" y="1445751"/>
                  </a:lnTo>
                  <a:lnTo>
                    <a:pt x="3488221" y="1451874"/>
                  </a:lnTo>
                  <a:lnTo>
                    <a:pt x="3488408" y="1458195"/>
                  </a:lnTo>
                  <a:lnTo>
                    <a:pt x="3488595" y="1465193"/>
                  </a:lnTo>
                  <a:lnTo>
                    <a:pt x="3488782" y="1472685"/>
                  </a:lnTo>
                  <a:lnTo>
                    <a:pt x="3488969" y="1480458"/>
                  </a:lnTo>
                  <a:lnTo>
                    <a:pt x="3489156" y="1488611"/>
                  </a:lnTo>
                  <a:lnTo>
                    <a:pt x="3489343" y="1496913"/>
                  </a:lnTo>
                  <a:lnTo>
                    <a:pt x="3489530" y="1504950"/>
                  </a:lnTo>
                  <a:lnTo>
                    <a:pt x="3489717" y="1513185"/>
                  </a:lnTo>
                  <a:lnTo>
                    <a:pt x="3489904" y="1521998"/>
                  </a:lnTo>
                  <a:lnTo>
                    <a:pt x="3490090" y="1530407"/>
                  </a:lnTo>
                  <a:lnTo>
                    <a:pt x="3490277" y="1538312"/>
                  </a:lnTo>
                  <a:lnTo>
                    <a:pt x="3490464" y="1545285"/>
                  </a:lnTo>
                  <a:lnTo>
                    <a:pt x="3490651" y="1552084"/>
                  </a:lnTo>
                  <a:lnTo>
                    <a:pt x="3490838" y="1557278"/>
                  </a:lnTo>
                  <a:lnTo>
                    <a:pt x="3491025" y="1562956"/>
                  </a:lnTo>
                  <a:lnTo>
                    <a:pt x="3491212" y="1568649"/>
                  </a:lnTo>
                  <a:lnTo>
                    <a:pt x="3491399" y="1574116"/>
                  </a:lnTo>
                  <a:lnTo>
                    <a:pt x="3491586" y="1579400"/>
                  </a:lnTo>
                  <a:lnTo>
                    <a:pt x="3491773" y="1583929"/>
                  </a:lnTo>
                  <a:lnTo>
                    <a:pt x="3491960" y="1588153"/>
                  </a:lnTo>
                  <a:lnTo>
                    <a:pt x="3492147" y="1592087"/>
                  </a:lnTo>
                  <a:lnTo>
                    <a:pt x="3492333" y="1596716"/>
                  </a:lnTo>
                  <a:lnTo>
                    <a:pt x="3492520" y="1601604"/>
                  </a:lnTo>
                  <a:lnTo>
                    <a:pt x="3492707" y="1606755"/>
                  </a:lnTo>
                  <a:lnTo>
                    <a:pt x="3492894" y="1612624"/>
                  </a:lnTo>
                  <a:lnTo>
                    <a:pt x="3493081" y="1619041"/>
                  </a:lnTo>
                  <a:lnTo>
                    <a:pt x="3493268" y="1625714"/>
                  </a:lnTo>
                  <a:lnTo>
                    <a:pt x="3493455" y="1631337"/>
                  </a:lnTo>
                  <a:lnTo>
                    <a:pt x="3493642" y="1636571"/>
                  </a:lnTo>
                  <a:lnTo>
                    <a:pt x="3493829" y="1641121"/>
                  </a:lnTo>
                  <a:lnTo>
                    <a:pt x="3494016" y="1646861"/>
                  </a:lnTo>
                  <a:lnTo>
                    <a:pt x="3494203" y="1652708"/>
                  </a:lnTo>
                  <a:lnTo>
                    <a:pt x="3494390" y="1658800"/>
                  </a:lnTo>
                  <a:lnTo>
                    <a:pt x="3494577" y="1663395"/>
                  </a:lnTo>
                  <a:lnTo>
                    <a:pt x="3494763" y="1668633"/>
                  </a:lnTo>
                  <a:lnTo>
                    <a:pt x="3494950" y="1674817"/>
                  </a:lnTo>
                  <a:lnTo>
                    <a:pt x="3495137" y="1681221"/>
                  </a:lnTo>
                  <a:lnTo>
                    <a:pt x="3495324" y="1685817"/>
                  </a:lnTo>
                  <a:lnTo>
                    <a:pt x="3495511" y="1690617"/>
                  </a:lnTo>
                  <a:lnTo>
                    <a:pt x="3495698" y="1695271"/>
                  </a:lnTo>
                  <a:lnTo>
                    <a:pt x="3495885" y="1699518"/>
                  </a:lnTo>
                  <a:lnTo>
                    <a:pt x="3496072" y="1704081"/>
                  </a:lnTo>
                  <a:lnTo>
                    <a:pt x="3496259" y="1708094"/>
                  </a:lnTo>
                  <a:lnTo>
                    <a:pt x="3496446" y="1712489"/>
                  </a:lnTo>
                  <a:lnTo>
                    <a:pt x="3496633" y="1716774"/>
                  </a:lnTo>
                  <a:lnTo>
                    <a:pt x="3496820" y="1721814"/>
                  </a:lnTo>
                  <a:lnTo>
                    <a:pt x="3497006" y="1726743"/>
                  </a:lnTo>
                  <a:lnTo>
                    <a:pt x="3497193" y="1731741"/>
                  </a:lnTo>
                  <a:lnTo>
                    <a:pt x="3497380" y="1736251"/>
                  </a:lnTo>
                  <a:lnTo>
                    <a:pt x="3497567" y="1740370"/>
                  </a:lnTo>
                  <a:lnTo>
                    <a:pt x="3497754" y="1745066"/>
                  </a:lnTo>
                  <a:lnTo>
                    <a:pt x="3497941" y="1749330"/>
                  </a:lnTo>
                  <a:lnTo>
                    <a:pt x="3498128" y="1753530"/>
                  </a:lnTo>
                  <a:lnTo>
                    <a:pt x="3498315" y="1758731"/>
                  </a:lnTo>
                  <a:lnTo>
                    <a:pt x="3498502" y="1763303"/>
                  </a:lnTo>
                  <a:lnTo>
                    <a:pt x="3498689" y="1768123"/>
                  </a:lnTo>
                  <a:lnTo>
                    <a:pt x="3498876" y="1772356"/>
                  </a:lnTo>
                  <a:lnTo>
                    <a:pt x="3499063" y="1776176"/>
                  </a:lnTo>
                  <a:lnTo>
                    <a:pt x="3499250" y="1779749"/>
                  </a:lnTo>
                  <a:lnTo>
                    <a:pt x="3499436" y="1783034"/>
                  </a:lnTo>
                  <a:lnTo>
                    <a:pt x="3499623" y="1785823"/>
                  </a:lnTo>
                  <a:lnTo>
                    <a:pt x="3499810" y="1789090"/>
                  </a:lnTo>
                  <a:lnTo>
                    <a:pt x="3499997" y="1791499"/>
                  </a:lnTo>
                  <a:lnTo>
                    <a:pt x="3500184" y="1794011"/>
                  </a:lnTo>
                  <a:lnTo>
                    <a:pt x="3500371" y="1796820"/>
                  </a:lnTo>
                  <a:lnTo>
                    <a:pt x="3500558" y="1799915"/>
                  </a:lnTo>
                  <a:lnTo>
                    <a:pt x="3500745" y="1802813"/>
                  </a:lnTo>
                  <a:lnTo>
                    <a:pt x="3500932" y="1805452"/>
                  </a:lnTo>
                  <a:lnTo>
                    <a:pt x="3501119" y="1807687"/>
                  </a:lnTo>
                  <a:lnTo>
                    <a:pt x="3501306" y="1810184"/>
                  </a:lnTo>
                  <a:lnTo>
                    <a:pt x="3501493" y="1813244"/>
                  </a:lnTo>
                  <a:lnTo>
                    <a:pt x="3501680" y="1816413"/>
                  </a:lnTo>
                  <a:lnTo>
                    <a:pt x="3501866" y="1819790"/>
                  </a:lnTo>
                  <a:lnTo>
                    <a:pt x="3502053" y="1823640"/>
                  </a:lnTo>
                  <a:lnTo>
                    <a:pt x="3502240" y="1828079"/>
                  </a:lnTo>
                  <a:lnTo>
                    <a:pt x="3502427" y="1832994"/>
                  </a:lnTo>
                  <a:lnTo>
                    <a:pt x="3502614" y="1836355"/>
                  </a:lnTo>
                  <a:lnTo>
                    <a:pt x="3502801" y="1839929"/>
                  </a:lnTo>
                  <a:lnTo>
                    <a:pt x="3502988" y="1843629"/>
                  </a:lnTo>
                  <a:lnTo>
                    <a:pt x="3503175" y="1847136"/>
                  </a:lnTo>
                  <a:lnTo>
                    <a:pt x="3503362" y="1850440"/>
                  </a:lnTo>
                  <a:lnTo>
                    <a:pt x="3503549" y="1853540"/>
                  </a:lnTo>
                  <a:lnTo>
                    <a:pt x="3503736" y="1856594"/>
                  </a:lnTo>
                  <a:lnTo>
                    <a:pt x="3503923" y="1860030"/>
                  </a:lnTo>
                  <a:lnTo>
                    <a:pt x="3504109" y="1863619"/>
                  </a:lnTo>
                  <a:lnTo>
                    <a:pt x="3504296" y="1867111"/>
                  </a:lnTo>
                  <a:lnTo>
                    <a:pt x="3504483" y="1870515"/>
                  </a:lnTo>
                  <a:lnTo>
                    <a:pt x="3504670" y="1873948"/>
                  </a:lnTo>
                  <a:lnTo>
                    <a:pt x="3504857" y="1877000"/>
                  </a:lnTo>
                  <a:lnTo>
                    <a:pt x="3505044" y="1879565"/>
                  </a:lnTo>
                  <a:lnTo>
                    <a:pt x="3505231" y="1881772"/>
                  </a:lnTo>
                  <a:lnTo>
                    <a:pt x="3505418" y="1883558"/>
                  </a:lnTo>
                  <a:lnTo>
                    <a:pt x="3505605" y="1886150"/>
                  </a:lnTo>
                  <a:lnTo>
                    <a:pt x="3505792" y="1888778"/>
                  </a:lnTo>
                  <a:lnTo>
                    <a:pt x="3505979" y="1891604"/>
                  </a:lnTo>
                  <a:lnTo>
                    <a:pt x="3506166" y="1894887"/>
                  </a:lnTo>
                  <a:lnTo>
                    <a:pt x="3506353" y="1898927"/>
                  </a:lnTo>
                  <a:lnTo>
                    <a:pt x="3506539" y="1903515"/>
                  </a:lnTo>
                  <a:lnTo>
                    <a:pt x="3506726" y="1910091"/>
                  </a:lnTo>
                  <a:lnTo>
                    <a:pt x="3506913" y="1916412"/>
                  </a:lnTo>
                  <a:lnTo>
                    <a:pt x="3507100" y="1922807"/>
                  </a:lnTo>
                  <a:lnTo>
                    <a:pt x="3507287" y="1929442"/>
                  </a:lnTo>
                  <a:lnTo>
                    <a:pt x="3507474" y="1936175"/>
                  </a:lnTo>
                  <a:lnTo>
                    <a:pt x="3507661" y="1943000"/>
                  </a:lnTo>
                  <a:lnTo>
                    <a:pt x="3507848" y="1950022"/>
                  </a:lnTo>
                  <a:lnTo>
                    <a:pt x="3508035" y="1956756"/>
                  </a:lnTo>
                  <a:lnTo>
                    <a:pt x="3508222" y="1963588"/>
                  </a:lnTo>
                  <a:lnTo>
                    <a:pt x="3508409" y="1970866"/>
                  </a:lnTo>
                  <a:lnTo>
                    <a:pt x="3508596" y="1978450"/>
                  </a:lnTo>
                  <a:lnTo>
                    <a:pt x="3508782" y="1985744"/>
                  </a:lnTo>
                  <a:lnTo>
                    <a:pt x="3508969" y="1992247"/>
                  </a:lnTo>
                  <a:lnTo>
                    <a:pt x="3509156" y="1997577"/>
                  </a:lnTo>
                  <a:lnTo>
                    <a:pt x="3509343" y="2001745"/>
                  </a:lnTo>
                  <a:lnTo>
                    <a:pt x="3509530" y="2005755"/>
                  </a:lnTo>
                  <a:lnTo>
                    <a:pt x="3509717" y="2009633"/>
                  </a:lnTo>
                  <a:lnTo>
                    <a:pt x="3509904" y="2013248"/>
                  </a:lnTo>
                  <a:lnTo>
                    <a:pt x="3510091" y="2016746"/>
                  </a:lnTo>
                  <a:lnTo>
                    <a:pt x="3510278" y="2019841"/>
                  </a:lnTo>
                  <a:lnTo>
                    <a:pt x="3510465" y="2022762"/>
                  </a:lnTo>
                  <a:lnTo>
                    <a:pt x="3510652" y="2025460"/>
                  </a:lnTo>
                  <a:lnTo>
                    <a:pt x="3510839" y="2028307"/>
                  </a:lnTo>
                  <a:lnTo>
                    <a:pt x="3511026" y="2031402"/>
                  </a:lnTo>
                  <a:lnTo>
                    <a:pt x="3511212" y="2033605"/>
                  </a:lnTo>
                  <a:lnTo>
                    <a:pt x="3511399" y="2034925"/>
                  </a:lnTo>
                  <a:lnTo>
                    <a:pt x="3511586" y="2036171"/>
                  </a:lnTo>
                  <a:lnTo>
                    <a:pt x="3511773" y="2037145"/>
                  </a:lnTo>
                  <a:lnTo>
                    <a:pt x="3511960" y="2038152"/>
                  </a:lnTo>
                  <a:lnTo>
                    <a:pt x="3512147" y="2039736"/>
                  </a:lnTo>
                  <a:lnTo>
                    <a:pt x="3512334" y="2041254"/>
                  </a:lnTo>
                  <a:lnTo>
                    <a:pt x="3512521" y="2042591"/>
                  </a:lnTo>
                  <a:lnTo>
                    <a:pt x="3512708" y="2043482"/>
                  </a:lnTo>
                  <a:lnTo>
                    <a:pt x="3512895" y="2043713"/>
                  </a:lnTo>
                  <a:lnTo>
                    <a:pt x="3513082" y="2043845"/>
                  </a:lnTo>
                  <a:lnTo>
                    <a:pt x="3513269" y="2044010"/>
                  </a:lnTo>
                  <a:lnTo>
                    <a:pt x="3513456" y="2043986"/>
                  </a:lnTo>
                  <a:lnTo>
                    <a:pt x="3513642" y="2043812"/>
                  </a:lnTo>
                  <a:lnTo>
                    <a:pt x="3513829" y="2043449"/>
                  </a:lnTo>
                  <a:lnTo>
                    <a:pt x="3514016" y="2043070"/>
                  </a:lnTo>
                  <a:lnTo>
                    <a:pt x="3514203" y="2042641"/>
                  </a:lnTo>
                  <a:lnTo>
                    <a:pt x="3514390" y="2042022"/>
                  </a:lnTo>
                  <a:lnTo>
                    <a:pt x="3514577" y="2041617"/>
                  </a:lnTo>
                  <a:lnTo>
                    <a:pt x="3514764" y="2041758"/>
                  </a:lnTo>
                  <a:lnTo>
                    <a:pt x="3514951" y="2042154"/>
                  </a:lnTo>
                  <a:lnTo>
                    <a:pt x="3515138" y="2042814"/>
                  </a:lnTo>
                  <a:lnTo>
                    <a:pt x="3515325" y="2043862"/>
                  </a:lnTo>
                  <a:lnTo>
                    <a:pt x="3515512" y="2045677"/>
                  </a:lnTo>
                  <a:lnTo>
                    <a:pt x="3515699" y="2047922"/>
                  </a:lnTo>
                  <a:lnTo>
                    <a:pt x="3515885" y="2050274"/>
                  </a:lnTo>
                  <a:lnTo>
                    <a:pt x="3516072" y="2052873"/>
                  </a:lnTo>
                  <a:lnTo>
                    <a:pt x="3516259" y="2055654"/>
                  </a:lnTo>
                  <a:lnTo>
                    <a:pt x="3516446" y="2058311"/>
                  </a:lnTo>
                  <a:lnTo>
                    <a:pt x="3516633" y="2061315"/>
                  </a:lnTo>
                  <a:lnTo>
                    <a:pt x="3516820" y="2065209"/>
                  </a:lnTo>
                  <a:lnTo>
                    <a:pt x="3517007" y="2069360"/>
                  </a:lnTo>
                  <a:lnTo>
                    <a:pt x="3517194" y="2073692"/>
                  </a:lnTo>
                  <a:lnTo>
                    <a:pt x="3517381" y="2078239"/>
                  </a:lnTo>
                  <a:lnTo>
                    <a:pt x="3517568" y="2081125"/>
                  </a:lnTo>
                  <a:lnTo>
                    <a:pt x="3517755" y="2083604"/>
                  </a:lnTo>
                  <a:lnTo>
                    <a:pt x="3517942" y="2085759"/>
                  </a:lnTo>
                  <a:lnTo>
                    <a:pt x="3518129" y="2088111"/>
                  </a:lnTo>
                  <a:lnTo>
                    <a:pt x="3518315" y="2090432"/>
                  </a:lnTo>
                  <a:lnTo>
                    <a:pt x="3518502" y="2092927"/>
                  </a:lnTo>
                  <a:lnTo>
                    <a:pt x="3518689" y="2095650"/>
                  </a:lnTo>
                  <a:lnTo>
                    <a:pt x="3518876" y="2098493"/>
                  </a:lnTo>
                  <a:lnTo>
                    <a:pt x="3519063" y="2100824"/>
                  </a:lnTo>
                  <a:lnTo>
                    <a:pt x="3519250" y="2102897"/>
                  </a:lnTo>
                  <a:lnTo>
                    <a:pt x="3519437" y="2104891"/>
                  </a:lnTo>
                  <a:lnTo>
                    <a:pt x="3519624" y="2106297"/>
                  </a:lnTo>
                  <a:lnTo>
                    <a:pt x="3519811" y="2107434"/>
                  </a:lnTo>
                  <a:lnTo>
                    <a:pt x="3519998" y="2108335"/>
                  </a:lnTo>
                  <a:lnTo>
                    <a:pt x="3520185" y="2108766"/>
                  </a:lnTo>
                  <a:lnTo>
                    <a:pt x="3520372" y="2108662"/>
                  </a:lnTo>
                  <a:lnTo>
                    <a:pt x="3520559" y="2108554"/>
                  </a:lnTo>
                  <a:lnTo>
                    <a:pt x="3520745" y="2109478"/>
                  </a:lnTo>
                  <a:lnTo>
                    <a:pt x="3520932" y="2109569"/>
                  </a:lnTo>
                  <a:lnTo>
                    <a:pt x="3521119" y="2109065"/>
                  </a:lnTo>
                  <a:lnTo>
                    <a:pt x="3521306" y="2108488"/>
                  </a:lnTo>
                  <a:lnTo>
                    <a:pt x="3521493" y="2107597"/>
                  </a:lnTo>
                  <a:lnTo>
                    <a:pt x="3521680" y="2106367"/>
                  </a:lnTo>
                  <a:lnTo>
                    <a:pt x="3521867" y="2105847"/>
                  </a:lnTo>
                  <a:lnTo>
                    <a:pt x="3522054" y="2106235"/>
                  </a:lnTo>
                  <a:lnTo>
                    <a:pt x="3522241" y="2106499"/>
                  </a:lnTo>
                  <a:lnTo>
                    <a:pt x="3522428" y="2106829"/>
                  </a:lnTo>
                  <a:lnTo>
                    <a:pt x="3522615" y="2107275"/>
                  </a:lnTo>
                  <a:lnTo>
                    <a:pt x="3522802" y="2107712"/>
                  </a:lnTo>
                  <a:lnTo>
                    <a:pt x="3522988" y="2108314"/>
                  </a:lnTo>
                  <a:lnTo>
                    <a:pt x="3523175" y="2109536"/>
                  </a:lnTo>
                  <a:lnTo>
                    <a:pt x="3523362" y="2111137"/>
                  </a:lnTo>
                  <a:lnTo>
                    <a:pt x="3523549" y="2112853"/>
                  </a:lnTo>
                  <a:lnTo>
                    <a:pt x="3523736" y="2114982"/>
                  </a:lnTo>
                  <a:lnTo>
                    <a:pt x="3523923" y="2117127"/>
                  </a:lnTo>
                  <a:lnTo>
                    <a:pt x="3524110" y="2119149"/>
                  </a:lnTo>
                  <a:lnTo>
                    <a:pt x="3524297" y="2121047"/>
                  </a:lnTo>
                  <a:lnTo>
                    <a:pt x="3524484" y="2122788"/>
                  </a:lnTo>
                  <a:lnTo>
                    <a:pt x="3524671" y="2124191"/>
                  </a:lnTo>
                  <a:lnTo>
                    <a:pt x="3524858" y="2125057"/>
                  </a:lnTo>
                  <a:lnTo>
                    <a:pt x="3525045" y="2125841"/>
                  </a:lnTo>
                  <a:lnTo>
                    <a:pt x="3525232" y="2126708"/>
                  </a:lnTo>
                  <a:lnTo>
                    <a:pt x="3525418" y="2127789"/>
                  </a:lnTo>
                  <a:lnTo>
                    <a:pt x="3525605" y="2129109"/>
                  </a:lnTo>
                  <a:lnTo>
                    <a:pt x="3525792" y="2130388"/>
                  </a:lnTo>
                  <a:lnTo>
                    <a:pt x="3525979" y="2131378"/>
                  </a:lnTo>
                  <a:lnTo>
                    <a:pt x="3526166" y="2132311"/>
                  </a:lnTo>
                  <a:lnTo>
                    <a:pt x="3526353" y="2133235"/>
                  </a:lnTo>
                  <a:lnTo>
                    <a:pt x="3526540" y="2133870"/>
                  </a:lnTo>
                  <a:lnTo>
                    <a:pt x="3526727" y="2134564"/>
                  </a:lnTo>
                  <a:lnTo>
                    <a:pt x="3526914" y="2135595"/>
                  </a:lnTo>
                  <a:lnTo>
                    <a:pt x="3527101" y="2136849"/>
                  </a:lnTo>
                  <a:lnTo>
                    <a:pt x="3527288" y="2138170"/>
                  </a:lnTo>
                  <a:lnTo>
                    <a:pt x="3527475" y="2139630"/>
                  </a:lnTo>
                  <a:lnTo>
                    <a:pt x="3527661" y="2141157"/>
                  </a:lnTo>
                  <a:lnTo>
                    <a:pt x="3527848" y="2142956"/>
                  </a:lnTo>
                  <a:lnTo>
                    <a:pt x="3528035" y="2144581"/>
                  </a:lnTo>
                  <a:lnTo>
                    <a:pt x="3528222" y="2146050"/>
                  </a:lnTo>
                  <a:lnTo>
                    <a:pt x="3528409" y="2147403"/>
                  </a:lnTo>
                  <a:lnTo>
                    <a:pt x="3528596" y="2148748"/>
                  </a:lnTo>
                  <a:lnTo>
                    <a:pt x="3528783" y="2150316"/>
                  </a:lnTo>
                  <a:lnTo>
                    <a:pt x="3528970" y="2151793"/>
                  </a:lnTo>
                  <a:lnTo>
                    <a:pt x="3529157" y="2153567"/>
                  </a:lnTo>
                  <a:lnTo>
                    <a:pt x="3529344" y="2155317"/>
                  </a:lnTo>
                  <a:lnTo>
                    <a:pt x="3529531" y="2157453"/>
                  </a:lnTo>
                  <a:lnTo>
                    <a:pt x="3529718" y="2159411"/>
                  </a:lnTo>
                  <a:lnTo>
                    <a:pt x="3529905" y="2161149"/>
                  </a:lnTo>
                  <a:lnTo>
                    <a:pt x="3530091" y="2162610"/>
                  </a:lnTo>
                  <a:lnTo>
                    <a:pt x="3530278" y="2163654"/>
                  </a:lnTo>
                  <a:lnTo>
                    <a:pt x="3530465" y="2164523"/>
                  </a:lnTo>
                  <a:lnTo>
                    <a:pt x="3530652" y="2165244"/>
                  </a:lnTo>
                  <a:lnTo>
                    <a:pt x="3530839" y="2165892"/>
                  </a:lnTo>
                  <a:lnTo>
                    <a:pt x="3531026" y="2166548"/>
                  </a:lnTo>
                  <a:lnTo>
                    <a:pt x="3531213" y="2167621"/>
                  </a:lnTo>
                  <a:lnTo>
                    <a:pt x="3531400" y="2169178"/>
                  </a:lnTo>
                  <a:lnTo>
                    <a:pt x="3531587" y="2170774"/>
                  </a:lnTo>
                  <a:lnTo>
                    <a:pt x="3531774" y="2172700"/>
                  </a:lnTo>
                  <a:lnTo>
                    <a:pt x="3531961" y="2174282"/>
                  </a:lnTo>
                  <a:lnTo>
                    <a:pt x="3532148" y="2175862"/>
                  </a:lnTo>
                  <a:lnTo>
                    <a:pt x="3532335" y="2177168"/>
                  </a:lnTo>
                  <a:lnTo>
                    <a:pt x="3532521" y="2178105"/>
                  </a:lnTo>
                  <a:lnTo>
                    <a:pt x="3532708" y="2179031"/>
                  </a:lnTo>
                  <a:lnTo>
                    <a:pt x="3532895" y="2179476"/>
                  </a:lnTo>
                  <a:lnTo>
                    <a:pt x="3533082" y="2180656"/>
                  </a:lnTo>
                  <a:lnTo>
                    <a:pt x="3533269" y="2182125"/>
                  </a:lnTo>
                  <a:lnTo>
                    <a:pt x="3533456" y="2183644"/>
                  </a:lnTo>
                  <a:lnTo>
                    <a:pt x="3533643" y="2185220"/>
                  </a:lnTo>
                  <a:lnTo>
                    <a:pt x="3533830" y="2186631"/>
                  </a:lnTo>
                  <a:lnTo>
                    <a:pt x="3534017" y="2187472"/>
                  </a:lnTo>
                  <a:lnTo>
                    <a:pt x="3534204" y="2187637"/>
                  </a:lnTo>
                  <a:lnTo>
                    <a:pt x="3534391" y="2187646"/>
                  </a:lnTo>
                  <a:lnTo>
                    <a:pt x="3534578" y="2187109"/>
                  </a:lnTo>
                  <a:lnTo>
                    <a:pt x="3534764" y="2186581"/>
                  </a:lnTo>
                  <a:lnTo>
                    <a:pt x="3534951" y="2186103"/>
                  </a:lnTo>
                  <a:lnTo>
                    <a:pt x="3535138" y="2185739"/>
                  </a:lnTo>
                  <a:lnTo>
                    <a:pt x="3535325" y="2185401"/>
                  </a:lnTo>
                  <a:lnTo>
                    <a:pt x="3535512" y="2185071"/>
                  </a:lnTo>
                  <a:lnTo>
                    <a:pt x="3535699" y="2184609"/>
                  </a:lnTo>
                  <a:lnTo>
                    <a:pt x="3535886" y="2183809"/>
                  </a:lnTo>
                  <a:lnTo>
                    <a:pt x="3536073" y="2182670"/>
                  </a:lnTo>
                  <a:lnTo>
                    <a:pt x="3536260" y="2181531"/>
                  </a:lnTo>
                  <a:lnTo>
                    <a:pt x="3536447" y="2180607"/>
                  </a:lnTo>
                  <a:lnTo>
                    <a:pt x="3536634" y="2179947"/>
                  </a:lnTo>
                  <a:lnTo>
                    <a:pt x="3536821" y="2179900"/>
                  </a:lnTo>
                  <a:lnTo>
                    <a:pt x="3537008" y="2179917"/>
                  </a:lnTo>
                  <a:lnTo>
                    <a:pt x="3537194" y="2179988"/>
                  </a:lnTo>
                  <a:lnTo>
                    <a:pt x="3537381" y="2180141"/>
                  </a:lnTo>
                  <a:lnTo>
                    <a:pt x="3537568" y="2180359"/>
                  </a:lnTo>
                  <a:lnTo>
                    <a:pt x="3537755" y="2180701"/>
                  </a:lnTo>
                  <a:lnTo>
                    <a:pt x="3537942" y="2181205"/>
                  </a:lnTo>
                  <a:lnTo>
                    <a:pt x="3538129" y="2181890"/>
                  </a:lnTo>
                  <a:lnTo>
                    <a:pt x="3538316" y="2182659"/>
                  </a:lnTo>
                  <a:lnTo>
                    <a:pt x="3538503" y="2183790"/>
                  </a:lnTo>
                  <a:lnTo>
                    <a:pt x="3538690" y="2184648"/>
                  </a:lnTo>
                  <a:lnTo>
                    <a:pt x="3538877" y="2185351"/>
                  </a:lnTo>
                  <a:lnTo>
                    <a:pt x="3539064" y="2185897"/>
                  </a:lnTo>
                  <a:lnTo>
                    <a:pt x="3539251" y="2186228"/>
                  </a:lnTo>
                  <a:lnTo>
                    <a:pt x="3539438" y="2186436"/>
                  </a:lnTo>
                  <a:lnTo>
                    <a:pt x="3539624" y="2186563"/>
                  </a:lnTo>
                  <a:lnTo>
                    <a:pt x="3539811" y="2186848"/>
                  </a:lnTo>
                  <a:lnTo>
                    <a:pt x="3539998" y="2187237"/>
                  </a:lnTo>
                  <a:lnTo>
                    <a:pt x="3540185" y="2187654"/>
                  </a:lnTo>
                  <a:lnTo>
                    <a:pt x="3540372" y="2188030"/>
                  </a:lnTo>
                  <a:lnTo>
                    <a:pt x="3540559" y="2188271"/>
                  </a:lnTo>
                  <a:lnTo>
                    <a:pt x="3540746" y="2188337"/>
                  </a:lnTo>
                  <a:lnTo>
                    <a:pt x="3540933" y="2188349"/>
                  </a:lnTo>
                  <a:lnTo>
                    <a:pt x="3541120" y="2188336"/>
                  </a:lnTo>
                  <a:lnTo>
                    <a:pt x="3541307" y="2188041"/>
                  </a:lnTo>
                  <a:lnTo>
                    <a:pt x="3541494" y="2187986"/>
                  </a:lnTo>
                  <a:lnTo>
                    <a:pt x="3541681" y="2188201"/>
                  </a:lnTo>
                  <a:lnTo>
                    <a:pt x="3541867" y="2188573"/>
                  </a:lnTo>
                  <a:lnTo>
                    <a:pt x="3542054" y="2189101"/>
                  </a:lnTo>
                  <a:lnTo>
                    <a:pt x="3542241" y="2189786"/>
                  </a:lnTo>
                  <a:lnTo>
                    <a:pt x="3542428" y="2190740"/>
                  </a:lnTo>
                  <a:lnTo>
                    <a:pt x="3542615" y="2191552"/>
                  </a:lnTo>
                  <a:lnTo>
                    <a:pt x="3542802" y="2192367"/>
                  </a:lnTo>
                  <a:lnTo>
                    <a:pt x="3542989" y="2192615"/>
                  </a:lnTo>
                  <a:lnTo>
                    <a:pt x="3543176" y="2192367"/>
                  </a:lnTo>
                  <a:lnTo>
                    <a:pt x="3543363" y="2191484"/>
                  </a:lnTo>
                  <a:lnTo>
                    <a:pt x="3543550" y="2190750"/>
                  </a:lnTo>
                  <a:lnTo>
                    <a:pt x="3543737" y="2190090"/>
                  </a:lnTo>
                  <a:lnTo>
                    <a:pt x="3543924" y="2189372"/>
                  </a:lnTo>
                  <a:lnTo>
                    <a:pt x="3544111" y="2188810"/>
                  </a:lnTo>
                  <a:lnTo>
                    <a:pt x="3544297" y="2188208"/>
                  </a:lnTo>
                  <a:lnTo>
                    <a:pt x="3544484" y="2187424"/>
                  </a:lnTo>
                  <a:lnTo>
                    <a:pt x="3544671" y="2186483"/>
                  </a:lnTo>
                  <a:lnTo>
                    <a:pt x="3544858" y="2184701"/>
                  </a:lnTo>
                  <a:lnTo>
                    <a:pt x="3545045" y="2182712"/>
                  </a:lnTo>
                  <a:lnTo>
                    <a:pt x="3545232" y="2180187"/>
                  </a:lnTo>
                  <a:lnTo>
                    <a:pt x="3545419" y="2178199"/>
                  </a:lnTo>
                  <a:lnTo>
                    <a:pt x="3545606" y="2176177"/>
                  </a:lnTo>
                  <a:lnTo>
                    <a:pt x="3545793" y="2174205"/>
                  </a:lnTo>
                  <a:lnTo>
                    <a:pt x="3545980" y="2172637"/>
                  </a:lnTo>
                  <a:lnTo>
                    <a:pt x="3546167" y="2171523"/>
                  </a:lnTo>
                  <a:lnTo>
                    <a:pt x="3546354" y="2170260"/>
                  </a:lnTo>
                  <a:lnTo>
                    <a:pt x="3546540" y="2168585"/>
                  </a:lnTo>
                  <a:lnTo>
                    <a:pt x="3546727" y="2167166"/>
                  </a:lnTo>
                  <a:lnTo>
                    <a:pt x="3546914" y="2165755"/>
                  </a:lnTo>
                  <a:lnTo>
                    <a:pt x="3547101" y="2164129"/>
                  </a:lnTo>
                  <a:lnTo>
                    <a:pt x="3547288" y="2162504"/>
                  </a:lnTo>
                  <a:lnTo>
                    <a:pt x="3547475" y="2160738"/>
                  </a:lnTo>
                  <a:lnTo>
                    <a:pt x="3547662" y="2159393"/>
                  </a:lnTo>
                  <a:lnTo>
                    <a:pt x="3547849" y="2158023"/>
                  </a:lnTo>
                  <a:lnTo>
                    <a:pt x="3548036" y="2157049"/>
                  </a:lnTo>
                  <a:lnTo>
                    <a:pt x="3548223" y="2155341"/>
                  </a:lnTo>
                  <a:lnTo>
                    <a:pt x="3548410" y="2153418"/>
                  </a:lnTo>
                  <a:lnTo>
                    <a:pt x="3548597" y="2151463"/>
                  </a:lnTo>
                  <a:lnTo>
                    <a:pt x="3548784" y="2149953"/>
                  </a:lnTo>
                  <a:lnTo>
                    <a:pt x="3548970" y="2148665"/>
                  </a:lnTo>
                  <a:lnTo>
                    <a:pt x="3549157" y="2147692"/>
                  </a:lnTo>
                  <a:lnTo>
                    <a:pt x="3549344" y="2147221"/>
                  </a:lnTo>
                  <a:lnTo>
                    <a:pt x="3549531" y="2146512"/>
                  </a:lnTo>
                  <a:lnTo>
                    <a:pt x="3549718" y="2145596"/>
                  </a:lnTo>
                  <a:lnTo>
                    <a:pt x="3549905" y="2144911"/>
                  </a:lnTo>
                  <a:lnTo>
                    <a:pt x="3550092" y="2144358"/>
                  </a:lnTo>
                  <a:lnTo>
                    <a:pt x="3550279" y="2144077"/>
                  </a:lnTo>
                  <a:lnTo>
                    <a:pt x="3550466" y="2143929"/>
                  </a:lnTo>
                  <a:lnTo>
                    <a:pt x="3550653" y="2143830"/>
                  </a:lnTo>
                  <a:lnTo>
                    <a:pt x="3550840" y="2143566"/>
                  </a:lnTo>
                  <a:lnTo>
                    <a:pt x="3551027" y="2143219"/>
                  </a:lnTo>
                  <a:lnTo>
                    <a:pt x="3551214" y="2142575"/>
                  </a:lnTo>
                  <a:lnTo>
                    <a:pt x="3551400" y="2141940"/>
                  </a:lnTo>
                  <a:lnTo>
                    <a:pt x="3551587" y="2140735"/>
                  </a:lnTo>
                  <a:lnTo>
                    <a:pt x="3551774" y="2138854"/>
                  </a:lnTo>
                  <a:lnTo>
                    <a:pt x="3551961" y="2137248"/>
                  </a:lnTo>
                  <a:lnTo>
                    <a:pt x="3552148" y="2135389"/>
                  </a:lnTo>
                  <a:lnTo>
                    <a:pt x="3552335" y="2133057"/>
                  </a:lnTo>
                  <a:lnTo>
                    <a:pt x="3552522" y="2130526"/>
                  </a:lnTo>
                  <a:lnTo>
                    <a:pt x="3552709" y="2127893"/>
                  </a:lnTo>
                  <a:lnTo>
                    <a:pt x="3552896" y="2125247"/>
                  </a:lnTo>
                  <a:lnTo>
                    <a:pt x="3553083" y="2122116"/>
                  </a:lnTo>
                  <a:lnTo>
                    <a:pt x="3553270" y="2118798"/>
                  </a:lnTo>
                  <a:lnTo>
                    <a:pt x="3553457" y="2115274"/>
                  </a:lnTo>
                  <a:lnTo>
                    <a:pt x="3553643" y="2111727"/>
                  </a:lnTo>
                  <a:lnTo>
                    <a:pt x="3553830" y="2108530"/>
                  </a:lnTo>
                  <a:lnTo>
                    <a:pt x="3554017" y="2105402"/>
                  </a:lnTo>
                  <a:lnTo>
                    <a:pt x="3554204" y="2102154"/>
                  </a:lnTo>
                  <a:lnTo>
                    <a:pt x="3554391" y="2098741"/>
                  </a:lnTo>
                  <a:lnTo>
                    <a:pt x="3554578" y="2095747"/>
                  </a:lnTo>
                  <a:lnTo>
                    <a:pt x="3554765" y="2093291"/>
                  </a:lnTo>
                  <a:lnTo>
                    <a:pt x="3554952" y="2090433"/>
                  </a:lnTo>
                  <a:lnTo>
                    <a:pt x="3555139" y="2086398"/>
                  </a:lnTo>
                  <a:lnTo>
                    <a:pt x="3555326" y="2082462"/>
                  </a:lnTo>
                  <a:lnTo>
                    <a:pt x="3555513" y="2078741"/>
                  </a:lnTo>
                  <a:lnTo>
                    <a:pt x="3555700" y="2075110"/>
                  </a:lnTo>
                  <a:lnTo>
                    <a:pt x="3555887" y="2071817"/>
                  </a:lnTo>
                  <a:lnTo>
                    <a:pt x="3556073" y="2068913"/>
                  </a:lnTo>
                  <a:lnTo>
                    <a:pt x="3556260" y="2066421"/>
                  </a:lnTo>
                  <a:lnTo>
                    <a:pt x="3556447" y="2064473"/>
                  </a:lnTo>
                  <a:lnTo>
                    <a:pt x="3556634" y="2062707"/>
                  </a:lnTo>
                  <a:lnTo>
                    <a:pt x="3556821" y="2060884"/>
                  </a:lnTo>
                  <a:lnTo>
                    <a:pt x="3557008" y="2059258"/>
                  </a:lnTo>
                  <a:lnTo>
                    <a:pt x="3557195" y="2058922"/>
                  </a:lnTo>
                  <a:lnTo>
                    <a:pt x="3557382" y="2058664"/>
                  </a:lnTo>
                  <a:lnTo>
                    <a:pt x="3557569" y="2058576"/>
                  </a:lnTo>
                  <a:lnTo>
                    <a:pt x="3557756" y="2059204"/>
                  </a:lnTo>
                  <a:lnTo>
                    <a:pt x="3557943" y="2060425"/>
                  </a:lnTo>
                  <a:lnTo>
                    <a:pt x="3558130" y="2061817"/>
                  </a:lnTo>
                  <a:lnTo>
                    <a:pt x="3558317" y="2063228"/>
                  </a:lnTo>
                  <a:lnTo>
                    <a:pt x="3558503" y="2064391"/>
                  </a:lnTo>
                  <a:lnTo>
                    <a:pt x="3558690" y="2065396"/>
                  </a:lnTo>
                  <a:lnTo>
                    <a:pt x="3558877" y="2066230"/>
                  </a:lnTo>
                  <a:lnTo>
                    <a:pt x="3559064" y="2066784"/>
                  </a:lnTo>
                  <a:lnTo>
                    <a:pt x="3559251" y="2066834"/>
                  </a:lnTo>
                  <a:lnTo>
                    <a:pt x="3559438" y="2066257"/>
                  </a:lnTo>
                  <a:lnTo>
                    <a:pt x="3559625" y="2065690"/>
                  </a:lnTo>
                  <a:lnTo>
                    <a:pt x="3559812" y="2065219"/>
                  </a:lnTo>
                  <a:lnTo>
                    <a:pt x="3559999" y="2064746"/>
                  </a:lnTo>
                  <a:lnTo>
                    <a:pt x="3560186" y="2064222"/>
                  </a:lnTo>
                  <a:lnTo>
                    <a:pt x="3560373" y="2062241"/>
                  </a:lnTo>
                  <a:lnTo>
                    <a:pt x="3560560" y="2059865"/>
                  </a:lnTo>
                  <a:lnTo>
                    <a:pt x="3560746" y="2057282"/>
                  </a:lnTo>
                  <a:lnTo>
                    <a:pt x="3560933" y="2054641"/>
                  </a:lnTo>
                  <a:lnTo>
                    <a:pt x="3561120" y="2051770"/>
                  </a:lnTo>
                  <a:lnTo>
                    <a:pt x="3561307" y="2048948"/>
                  </a:lnTo>
                  <a:lnTo>
                    <a:pt x="3561494" y="2046439"/>
                  </a:lnTo>
                  <a:lnTo>
                    <a:pt x="3561681" y="2044129"/>
                  </a:lnTo>
                  <a:lnTo>
                    <a:pt x="3561868" y="2042057"/>
                  </a:lnTo>
                  <a:lnTo>
                    <a:pt x="3562055" y="2039961"/>
                  </a:lnTo>
                  <a:lnTo>
                    <a:pt x="3562242" y="2038361"/>
                  </a:lnTo>
                  <a:lnTo>
                    <a:pt x="3562429" y="2037131"/>
                  </a:lnTo>
                  <a:lnTo>
                    <a:pt x="3562616" y="2035976"/>
                  </a:lnTo>
                  <a:lnTo>
                    <a:pt x="3562803" y="2034821"/>
                  </a:lnTo>
                  <a:lnTo>
                    <a:pt x="3562990" y="2033707"/>
                  </a:lnTo>
                  <a:lnTo>
                    <a:pt x="3563176" y="2032980"/>
                  </a:lnTo>
                  <a:lnTo>
                    <a:pt x="3563363" y="2032650"/>
                  </a:lnTo>
                  <a:lnTo>
                    <a:pt x="3563550" y="2032320"/>
                  </a:lnTo>
                  <a:lnTo>
                    <a:pt x="3563737" y="2031990"/>
                  </a:lnTo>
                  <a:lnTo>
                    <a:pt x="3563924" y="2031668"/>
                  </a:lnTo>
                  <a:lnTo>
                    <a:pt x="3564111" y="2031503"/>
                  </a:lnTo>
                  <a:lnTo>
                    <a:pt x="3564298" y="2031313"/>
                  </a:lnTo>
                  <a:lnTo>
                    <a:pt x="3564485" y="2031247"/>
                  </a:lnTo>
                  <a:lnTo>
                    <a:pt x="3564672" y="2031256"/>
                  </a:lnTo>
                  <a:lnTo>
                    <a:pt x="3564859" y="2031421"/>
                  </a:lnTo>
                  <a:lnTo>
                    <a:pt x="3565046" y="2031701"/>
                  </a:lnTo>
                  <a:lnTo>
                    <a:pt x="3565233" y="2032031"/>
                  </a:lnTo>
                  <a:lnTo>
                    <a:pt x="3565419" y="2032609"/>
                  </a:lnTo>
                  <a:lnTo>
                    <a:pt x="3565606" y="2033269"/>
                  </a:lnTo>
                  <a:lnTo>
                    <a:pt x="3565793" y="2033905"/>
                  </a:lnTo>
                  <a:lnTo>
                    <a:pt x="3565980" y="2034548"/>
                  </a:lnTo>
                  <a:lnTo>
                    <a:pt x="3566167" y="2035126"/>
                  </a:lnTo>
                  <a:lnTo>
                    <a:pt x="3566354" y="2035786"/>
                  </a:lnTo>
                  <a:lnTo>
                    <a:pt x="3566541" y="2036446"/>
                  </a:lnTo>
                  <a:lnTo>
                    <a:pt x="3566728" y="2037346"/>
                  </a:lnTo>
                  <a:lnTo>
                    <a:pt x="3566915" y="2038040"/>
                  </a:lnTo>
                  <a:lnTo>
                    <a:pt x="3567102" y="2038788"/>
                  </a:lnTo>
                  <a:lnTo>
                    <a:pt x="3567289" y="2039493"/>
                  </a:lnTo>
                  <a:lnTo>
                    <a:pt x="3567476" y="2040342"/>
                  </a:lnTo>
                  <a:lnTo>
                    <a:pt x="3567663" y="2041469"/>
                  </a:lnTo>
                  <a:lnTo>
                    <a:pt x="3567849" y="2042589"/>
                  </a:lnTo>
                  <a:lnTo>
                    <a:pt x="3568036" y="2043757"/>
                  </a:lnTo>
                  <a:lnTo>
                    <a:pt x="3568223" y="2044974"/>
                  </a:lnTo>
                  <a:lnTo>
                    <a:pt x="3568410" y="2046298"/>
                  </a:lnTo>
                  <a:lnTo>
                    <a:pt x="3568597" y="2047668"/>
                  </a:lnTo>
                  <a:lnTo>
                    <a:pt x="3568784" y="2049106"/>
                  </a:lnTo>
                  <a:lnTo>
                    <a:pt x="3568971" y="2050580"/>
                  </a:lnTo>
                  <a:lnTo>
                    <a:pt x="3569158" y="2052169"/>
                  </a:lnTo>
                  <a:lnTo>
                    <a:pt x="3569345" y="2053896"/>
                  </a:lnTo>
                  <a:lnTo>
                    <a:pt x="3569532" y="2055328"/>
                  </a:lnTo>
                  <a:lnTo>
                    <a:pt x="3569719" y="2056588"/>
                  </a:lnTo>
                  <a:lnTo>
                    <a:pt x="3569906" y="2057335"/>
                  </a:lnTo>
                  <a:lnTo>
                    <a:pt x="3570093" y="2057837"/>
                  </a:lnTo>
                  <a:lnTo>
                    <a:pt x="3570279" y="2058811"/>
                  </a:lnTo>
                  <a:lnTo>
                    <a:pt x="3570466" y="2059281"/>
                  </a:lnTo>
                  <a:lnTo>
                    <a:pt x="3570653" y="2059636"/>
                  </a:lnTo>
                  <a:lnTo>
                    <a:pt x="3570840" y="2059792"/>
                  </a:lnTo>
                  <a:lnTo>
                    <a:pt x="3571027" y="2059891"/>
                  </a:lnTo>
                  <a:lnTo>
                    <a:pt x="3571214" y="2059784"/>
                  </a:lnTo>
                  <a:lnTo>
                    <a:pt x="3571401" y="2059627"/>
                  </a:lnTo>
                  <a:lnTo>
                    <a:pt x="3571588" y="2059380"/>
                  </a:lnTo>
                  <a:lnTo>
                    <a:pt x="3571775" y="2058571"/>
                  </a:lnTo>
                  <a:lnTo>
                    <a:pt x="3571962" y="2057639"/>
                  </a:lnTo>
                  <a:lnTo>
                    <a:pt x="3572149" y="2056409"/>
                  </a:lnTo>
                  <a:lnTo>
                    <a:pt x="3572336" y="2056023"/>
                  </a:lnTo>
                  <a:lnTo>
                    <a:pt x="3572522" y="2055711"/>
                  </a:lnTo>
                  <a:lnTo>
                    <a:pt x="3572709" y="2056047"/>
                  </a:lnTo>
                  <a:lnTo>
                    <a:pt x="3572896" y="2056023"/>
                  </a:lnTo>
                  <a:lnTo>
                    <a:pt x="3573083" y="2056055"/>
                  </a:lnTo>
                  <a:lnTo>
                    <a:pt x="3573270" y="2056495"/>
                  </a:lnTo>
                  <a:lnTo>
                    <a:pt x="3573457" y="2057278"/>
                  </a:lnTo>
                  <a:lnTo>
                    <a:pt x="3573644" y="2057718"/>
                  </a:lnTo>
                  <a:lnTo>
                    <a:pt x="3573831" y="2057553"/>
                  </a:lnTo>
                  <a:lnTo>
                    <a:pt x="3574018" y="2056806"/>
                  </a:lnTo>
                  <a:lnTo>
                    <a:pt x="3574205" y="2055109"/>
                  </a:lnTo>
                  <a:lnTo>
                    <a:pt x="3574392" y="2053243"/>
                  </a:lnTo>
                  <a:lnTo>
                    <a:pt x="3574579" y="2051710"/>
                  </a:lnTo>
                  <a:lnTo>
                    <a:pt x="3574766" y="2050060"/>
                  </a:lnTo>
                  <a:lnTo>
                    <a:pt x="3574952" y="2048379"/>
                  </a:lnTo>
                  <a:lnTo>
                    <a:pt x="3575139" y="2046843"/>
                  </a:lnTo>
                  <a:lnTo>
                    <a:pt x="3575326" y="2044988"/>
                  </a:lnTo>
                  <a:lnTo>
                    <a:pt x="3575513" y="2043102"/>
                  </a:lnTo>
                  <a:lnTo>
                    <a:pt x="3575700" y="2041195"/>
                  </a:lnTo>
                  <a:lnTo>
                    <a:pt x="3575887" y="2039240"/>
                  </a:lnTo>
                  <a:lnTo>
                    <a:pt x="3576074" y="2037483"/>
                  </a:lnTo>
                  <a:lnTo>
                    <a:pt x="3576261" y="2035602"/>
                  </a:lnTo>
                  <a:lnTo>
                    <a:pt x="3576448" y="2034166"/>
                  </a:lnTo>
                  <a:lnTo>
                    <a:pt x="3576635" y="2032945"/>
                  </a:lnTo>
                  <a:lnTo>
                    <a:pt x="3576822" y="2031773"/>
                  </a:lnTo>
                  <a:lnTo>
                    <a:pt x="3577009" y="2031186"/>
                  </a:lnTo>
                  <a:lnTo>
                    <a:pt x="3577196" y="2030693"/>
                  </a:lnTo>
                  <a:lnTo>
                    <a:pt x="3577382" y="2030384"/>
                  </a:lnTo>
                  <a:lnTo>
                    <a:pt x="3577569" y="2030213"/>
                  </a:lnTo>
                  <a:lnTo>
                    <a:pt x="3577756" y="2029498"/>
                  </a:lnTo>
                  <a:lnTo>
                    <a:pt x="3577943" y="2028762"/>
                  </a:lnTo>
                  <a:lnTo>
                    <a:pt x="3578130" y="2028209"/>
                  </a:lnTo>
                  <a:lnTo>
                    <a:pt x="3578317" y="2027719"/>
                  </a:lnTo>
                  <a:lnTo>
                    <a:pt x="3578504" y="2027245"/>
                  </a:lnTo>
                  <a:lnTo>
                    <a:pt x="3578691" y="2026913"/>
                  </a:lnTo>
                  <a:lnTo>
                    <a:pt x="3578878" y="2026233"/>
                  </a:lnTo>
                  <a:lnTo>
                    <a:pt x="3579065" y="2025045"/>
                  </a:lnTo>
                  <a:lnTo>
                    <a:pt x="3579252" y="2023600"/>
                  </a:lnTo>
                  <a:lnTo>
                    <a:pt x="3579439" y="2022148"/>
                  </a:lnTo>
                  <a:lnTo>
                    <a:pt x="3579625" y="2020695"/>
                  </a:lnTo>
                  <a:lnTo>
                    <a:pt x="3579812" y="2019287"/>
                  </a:lnTo>
                  <a:lnTo>
                    <a:pt x="3579999" y="2017972"/>
                  </a:lnTo>
                  <a:lnTo>
                    <a:pt x="3580186" y="2016390"/>
                  </a:lnTo>
                  <a:lnTo>
                    <a:pt x="3580373" y="2015111"/>
                  </a:lnTo>
                  <a:lnTo>
                    <a:pt x="3580560" y="2014021"/>
                  </a:lnTo>
                  <a:lnTo>
                    <a:pt x="3580747" y="2013196"/>
                  </a:lnTo>
                  <a:lnTo>
                    <a:pt x="3580934" y="2012132"/>
                  </a:lnTo>
                  <a:lnTo>
                    <a:pt x="3581121" y="2011117"/>
                  </a:lnTo>
                  <a:lnTo>
                    <a:pt x="3581308" y="2010234"/>
                  </a:lnTo>
                  <a:lnTo>
                    <a:pt x="3581495" y="2009376"/>
                  </a:lnTo>
                  <a:lnTo>
                    <a:pt x="3581682" y="2008732"/>
                  </a:lnTo>
                  <a:lnTo>
                    <a:pt x="3581869" y="2008658"/>
                  </a:lnTo>
                  <a:lnTo>
                    <a:pt x="3582055" y="2009569"/>
                  </a:lnTo>
                  <a:lnTo>
                    <a:pt x="3582242" y="2011151"/>
                  </a:lnTo>
                  <a:lnTo>
                    <a:pt x="3582429" y="2013673"/>
                  </a:lnTo>
                  <a:lnTo>
                    <a:pt x="3582616" y="2016408"/>
                  </a:lnTo>
                  <a:lnTo>
                    <a:pt x="3582803" y="2018922"/>
                  </a:lnTo>
                  <a:lnTo>
                    <a:pt x="3582990" y="2021339"/>
                  </a:lnTo>
                  <a:lnTo>
                    <a:pt x="3583177" y="2023655"/>
                  </a:lnTo>
                  <a:lnTo>
                    <a:pt x="3583364" y="2025529"/>
                  </a:lnTo>
                  <a:lnTo>
                    <a:pt x="3583551" y="2027045"/>
                  </a:lnTo>
                  <a:lnTo>
                    <a:pt x="3583738" y="2028704"/>
                  </a:lnTo>
                  <a:lnTo>
                    <a:pt x="3583925" y="2030968"/>
                  </a:lnTo>
                  <a:lnTo>
                    <a:pt x="3584112" y="2033757"/>
                  </a:lnTo>
                  <a:lnTo>
                    <a:pt x="3584298" y="2036651"/>
                  </a:lnTo>
                  <a:lnTo>
                    <a:pt x="3584485" y="2039723"/>
                  </a:lnTo>
                  <a:lnTo>
                    <a:pt x="3584672" y="2042644"/>
                  </a:lnTo>
                  <a:lnTo>
                    <a:pt x="3584859" y="2045674"/>
                  </a:lnTo>
                  <a:lnTo>
                    <a:pt x="3585046" y="2047774"/>
                  </a:lnTo>
                  <a:lnTo>
                    <a:pt x="3585233" y="2049506"/>
                  </a:lnTo>
                  <a:lnTo>
                    <a:pt x="3585420" y="2050149"/>
                  </a:lnTo>
                  <a:lnTo>
                    <a:pt x="3585607" y="2051486"/>
                  </a:lnTo>
                  <a:lnTo>
                    <a:pt x="3585794" y="2053359"/>
                  </a:lnTo>
                  <a:lnTo>
                    <a:pt x="3585981" y="2055620"/>
                  </a:lnTo>
                  <a:lnTo>
                    <a:pt x="3586168" y="2058195"/>
                  </a:lnTo>
                  <a:lnTo>
                    <a:pt x="3586355" y="2060497"/>
                  </a:lnTo>
                  <a:lnTo>
                    <a:pt x="3586542" y="2062593"/>
                  </a:lnTo>
                  <a:lnTo>
                    <a:pt x="3586728" y="2064144"/>
                  </a:lnTo>
                  <a:lnTo>
                    <a:pt x="3586915" y="2065151"/>
                  </a:lnTo>
                  <a:lnTo>
                    <a:pt x="3587102" y="2066092"/>
                  </a:lnTo>
                  <a:lnTo>
                    <a:pt x="3587289" y="2066661"/>
                  </a:lnTo>
                  <a:lnTo>
                    <a:pt x="3587476" y="2067181"/>
                  </a:lnTo>
                  <a:lnTo>
                    <a:pt x="3587663" y="2067726"/>
                  </a:lnTo>
                  <a:lnTo>
                    <a:pt x="3587850" y="2068295"/>
                  </a:lnTo>
                  <a:lnTo>
                    <a:pt x="3588037" y="2068749"/>
                  </a:lnTo>
                  <a:lnTo>
                    <a:pt x="3588224" y="2069219"/>
                  </a:lnTo>
                  <a:lnTo>
                    <a:pt x="3588411" y="2069714"/>
                  </a:lnTo>
                  <a:lnTo>
                    <a:pt x="3588598" y="2070515"/>
                  </a:lnTo>
                  <a:lnTo>
                    <a:pt x="3588785" y="2071365"/>
                  </a:lnTo>
                  <a:lnTo>
                    <a:pt x="3588972" y="2072520"/>
                  </a:lnTo>
                  <a:lnTo>
                    <a:pt x="3589158" y="2074649"/>
                  </a:lnTo>
                  <a:lnTo>
                    <a:pt x="3589345" y="2076510"/>
                  </a:lnTo>
                  <a:lnTo>
                    <a:pt x="3589532" y="2078535"/>
                  </a:lnTo>
                  <a:lnTo>
                    <a:pt x="3589719" y="2080884"/>
                  </a:lnTo>
                  <a:lnTo>
                    <a:pt x="3589906" y="2083340"/>
                  </a:lnTo>
                  <a:lnTo>
                    <a:pt x="3590093" y="2085758"/>
                  </a:lnTo>
                  <a:lnTo>
                    <a:pt x="3590280" y="2087992"/>
                  </a:lnTo>
                  <a:lnTo>
                    <a:pt x="3590467" y="2090017"/>
                  </a:lnTo>
                  <a:lnTo>
                    <a:pt x="3590654" y="2091924"/>
                  </a:lnTo>
                  <a:lnTo>
                    <a:pt x="3590841" y="2094103"/>
                  </a:lnTo>
                  <a:lnTo>
                    <a:pt x="3591028" y="2096008"/>
                  </a:lnTo>
                  <a:lnTo>
                    <a:pt x="3591215" y="2097390"/>
                  </a:lnTo>
                  <a:lnTo>
                    <a:pt x="3591401" y="2098719"/>
                  </a:lnTo>
                  <a:lnTo>
                    <a:pt x="3591588" y="2100151"/>
                  </a:lnTo>
                  <a:lnTo>
                    <a:pt x="3591775" y="2101848"/>
                  </a:lnTo>
                  <a:lnTo>
                    <a:pt x="3591962" y="2103619"/>
                  </a:lnTo>
                  <a:lnTo>
                    <a:pt x="3592149" y="2104387"/>
                  </a:lnTo>
                  <a:lnTo>
                    <a:pt x="3592336" y="2104962"/>
                  </a:lnTo>
                  <a:lnTo>
                    <a:pt x="3592523" y="2106630"/>
                  </a:lnTo>
                  <a:lnTo>
                    <a:pt x="3592710" y="2108093"/>
                  </a:lnTo>
                  <a:lnTo>
                    <a:pt x="3592897" y="2109397"/>
                  </a:lnTo>
                  <a:lnTo>
                    <a:pt x="3593084" y="2110580"/>
                  </a:lnTo>
                  <a:lnTo>
                    <a:pt x="3593271" y="2111654"/>
                  </a:lnTo>
                  <a:lnTo>
                    <a:pt x="3593458" y="2112178"/>
                  </a:lnTo>
                  <a:lnTo>
                    <a:pt x="3593645" y="2112031"/>
                  </a:lnTo>
                  <a:lnTo>
                    <a:pt x="3593831" y="2111563"/>
                  </a:lnTo>
                  <a:lnTo>
                    <a:pt x="3594018" y="2111359"/>
                  </a:lnTo>
                  <a:lnTo>
                    <a:pt x="3594205" y="2111032"/>
                  </a:lnTo>
                  <a:lnTo>
                    <a:pt x="3594392" y="2110338"/>
                  </a:lnTo>
                  <a:lnTo>
                    <a:pt x="3594579" y="2108365"/>
                  </a:lnTo>
                  <a:lnTo>
                    <a:pt x="3594766" y="2106618"/>
                  </a:lnTo>
                  <a:lnTo>
                    <a:pt x="3594953" y="2105459"/>
                  </a:lnTo>
                  <a:lnTo>
                    <a:pt x="3595140" y="2104558"/>
                  </a:lnTo>
                  <a:lnTo>
                    <a:pt x="3595327" y="2102776"/>
                  </a:lnTo>
                  <a:lnTo>
                    <a:pt x="3595514" y="2101137"/>
                  </a:lnTo>
                  <a:lnTo>
                    <a:pt x="3595701" y="2099833"/>
                  </a:lnTo>
                  <a:lnTo>
                    <a:pt x="3595888" y="2098984"/>
                  </a:lnTo>
                  <a:lnTo>
                    <a:pt x="3596075" y="2098243"/>
                  </a:lnTo>
                  <a:lnTo>
                    <a:pt x="3596261" y="2098019"/>
                  </a:lnTo>
                  <a:lnTo>
                    <a:pt x="3596448" y="2098283"/>
                  </a:lnTo>
                  <a:lnTo>
                    <a:pt x="3596635" y="2098785"/>
                  </a:lnTo>
                  <a:lnTo>
                    <a:pt x="3596822" y="2099601"/>
                  </a:lnTo>
                  <a:lnTo>
                    <a:pt x="3597009" y="2100606"/>
                  </a:lnTo>
                  <a:lnTo>
                    <a:pt x="3597196" y="2101539"/>
                  </a:lnTo>
                  <a:lnTo>
                    <a:pt x="3597383" y="2101946"/>
                  </a:lnTo>
                  <a:lnTo>
                    <a:pt x="3597570" y="2101497"/>
                  </a:lnTo>
                  <a:lnTo>
                    <a:pt x="3597757" y="2101703"/>
                  </a:lnTo>
                  <a:lnTo>
                    <a:pt x="3597944" y="2101546"/>
                  </a:lnTo>
                  <a:lnTo>
                    <a:pt x="3598131" y="2100993"/>
                  </a:lnTo>
                  <a:lnTo>
                    <a:pt x="3598318" y="2100102"/>
                  </a:lnTo>
                  <a:lnTo>
                    <a:pt x="3598504" y="2099038"/>
                  </a:lnTo>
                  <a:lnTo>
                    <a:pt x="3598691" y="2097561"/>
                  </a:lnTo>
                  <a:lnTo>
                    <a:pt x="3598878" y="2095341"/>
                  </a:lnTo>
                  <a:lnTo>
                    <a:pt x="3599065" y="2092684"/>
                  </a:lnTo>
                  <a:lnTo>
                    <a:pt x="3599252" y="2090909"/>
                  </a:lnTo>
                  <a:lnTo>
                    <a:pt x="3599439" y="2089020"/>
                  </a:lnTo>
                  <a:lnTo>
                    <a:pt x="3599626" y="2085949"/>
                  </a:lnTo>
                  <a:lnTo>
                    <a:pt x="3599813" y="2081930"/>
                  </a:lnTo>
                  <a:lnTo>
                    <a:pt x="3600000" y="2077527"/>
                  </a:lnTo>
                  <a:lnTo>
                    <a:pt x="3600187" y="2072226"/>
                  </a:lnTo>
                  <a:lnTo>
                    <a:pt x="3600374" y="2066908"/>
                  </a:lnTo>
                  <a:lnTo>
                    <a:pt x="3600561" y="2060637"/>
                  </a:lnTo>
                  <a:lnTo>
                    <a:pt x="3600748" y="2053797"/>
                  </a:lnTo>
                  <a:lnTo>
                    <a:pt x="3600934" y="2046804"/>
                  </a:lnTo>
                  <a:lnTo>
                    <a:pt x="3601121" y="2039402"/>
                  </a:lnTo>
                  <a:lnTo>
                    <a:pt x="3601308" y="2031541"/>
                  </a:lnTo>
                  <a:lnTo>
                    <a:pt x="3601495" y="2023122"/>
                  </a:lnTo>
                  <a:lnTo>
                    <a:pt x="3601682" y="2014315"/>
                  </a:lnTo>
                  <a:lnTo>
                    <a:pt x="3601869" y="2004836"/>
                  </a:lnTo>
                  <a:lnTo>
                    <a:pt x="3602056" y="1994960"/>
                  </a:lnTo>
                  <a:lnTo>
                    <a:pt x="3602243" y="1985003"/>
                  </a:lnTo>
                  <a:lnTo>
                    <a:pt x="3602430" y="1975448"/>
                  </a:lnTo>
                  <a:lnTo>
                    <a:pt x="3602617" y="1966165"/>
                  </a:lnTo>
                  <a:lnTo>
                    <a:pt x="3602804" y="1957112"/>
                  </a:lnTo>
                  <a:lnTo>
                    <a:pt x="3602991" y="1949161"/>
                  </a:lnTo>
                  <a:lnTo>
                    <a:pt x="3603177" y="1941749"/>
                  </a:lnTo>
                  <a:lnTo>
                    <a:pt x="3603364" y="1935039"/>
                  </a:lnTo>
                  <a:lnTo>
                    <a:pt x="3603551" y="1928297"/>
                  </a:lnTo>
                  <a:lnTo>
                    <a:pt x="3603738" y="1920861"/>
                  </a:lnTo>
                  <a:lnTo>
                    <a:pt x="3603925" y="1910555"/>
                  </a:lnTo>
                  <a:lnTo>
                    <a:pt x="3604112" y="1900125"/>
                  </a:lnTo>
                  <a:lnTo>
                    <a:pt x="3604299" y="1889901"/>
                  </a:lnTo>
                  <a:lnTo>
                    <a:pt x="3604486" y="1880568"/>
                  </a:lnTo>
                  <a:lnTo>
                    <a:pt x="3604673" y="1871879"/>
                  </a:lnTo>
                  <a:lnTo>
                    <a:pt x="3604860" y="1863148"/>
                  </a:lnTo>
                  <a:lnTo>
                    <a:pt x="3605047" y="1854484"/>
                  </a:lnTo>
                  <a:lnTo>
                    <a:pt x="3605234" y="1845761"/>
                  </a:lnTo>
                  <a:lnTo>
                    <a:pt x="3605421" y="1836816"/>
                  </a:lnTo>
                  <a:lnTo>
                    <a:pt x="3605607" y="1827145"/>
                  </a:lnTo>
                  <a:lnTo>
                    <a:pt x="3605794" y="1819065"/>
                  </a:lnTo>
                  <a:lnTo>
                    <a:pt x="3605981" y="1810743"/>
                  </a:lnTo>
                  <a:lnTo>
                    <a:pt x="3606168" y="1802655"/>
                  </a:lnTo>
                  <a:lnTo>
                    <a:pt x="3606355" y="1794382"/>
                  </a:lnTo>
                  <a:lnTo>
                    <a:pt x="3606542" y="1786289"/>
                  </a:lnTo>
                  <a:lnTo>
                    <a:pt x="3606729" y="1778382"/>
                  </a:lnTo>
                  <a:lnTo>
                    <a:pt x="3606916" y="1770711"/>
                  </a:lnTo>
                  <a:lnTo>
                    <a:pt x="3607103" y="1763430"/>
                  </a:lnTo>
                  <a:lnTo>
                    <a:pt x="3607290" y="1755927"/>
                  </a:lnTo>
                  <a:lnTo>
                    <a:pt x="3607477" y="1748271"/>
                  </a:lnTo>
                  <a:lnTo>
                    <a:pt x="3607664" y="1740845"/>
                  </a:lnTo>
                  <a:lnTo>
                    <a:pt x="3607851" y="1733618"/>
                  </a:lnTo>
                  <a:lnTo>
                    <a:pt x="3608037" y="1726790"/>
                  </a:lnTo>
                  <a:lnTo>
                    <a:pt x="3608224" y="1720267"/>
                  </a:lnTo>
                  <a:lnTo>
                    <a:pt x="3608411" y="1713941"/>
                  </a:lnTo>
                  <a:lnTo>
                    <a:pt x="3608598" y="1708070"/>
                  </a:lnTo>
                  <a:lnTo>
                    <a:pt x="3608785" y="1701921"/>
                  </a:lnTo>
                  <a:lnTo>
                    <a:pt x="3608972" y="1695006"/>
                  </a:lnTo>
                  <a:lnTo>
                    <a:pt x="3609159" y="1688810"/>
                  </a:lnTo>
                  <a:lnTo>
                    <a:pt x="3609346" y="1683185"/>
                  </a:lnTo>
                  <a:lnTo>
                    <a:pt x="3609533" y="1679710"/>
                  </a:lnTo>
                  <a:lnTo>
                    <a:pt x="3609720" y="1675243"/>
                  </a:lnTo>
                  <a:lnTo>
                    <a:pt x="3609907" y="1670255"/>
                  </a:lnTo>
                  <a:lnTo>
                    <a:pt x="3610094" y="1664579"/>
                  </a:lnTo>
                  <a:lnTo>
                    <a:pt x="3610280" y="1659134"/>
                  </a:lnTo>
                  <a:lnTo>
                    <a:pt x="3610467" y="1653495"/>
                  </a:lnTo>
                  <a:lnTo>
                    <a:pt x="3610654" y="1647540"/>
                  </a:lnTo>
                  <a:lnTo>
                    <a:pt x="3610841" y="1641262"/>
                  </a:lnTo>
                  <a:lnTo>
                    <a:pt x="3611028" y="1635271"/>
                  </a:lnTo>
                  <a:lnTo>
                    <a:pt x="3611215" y="1629737"/>
                  </a:lnTo>
                  <a:lnTo>
                    <a:pt x="3611402" y="1624800"/>
                  </a:lnTo>
                  <a:lnTo>
                    <a:pt x="3611589" y="1620382"/>
                  </a:lnTo>
                  <a:lnTo>
                    <a:pt x="3611776" y="1616476"/>
                  </a:lnTo>
                  <a:lnTo>
                    <a:pt x="3611963" y="1612368"/>
                  </a:lnTo>
                  <a:lnTo>
                    <a:pt x="3612150" y="1606678"/>
                  </a:lnTo>
                  <a:lnTo>
                    <a:pt x="3612337" y="1601362"/>
                  </a:lnTo>
                  <a:lnTo>
                    <a:pt x="3612524" y="1596293"/>
                  </a:lnTo>
                  <a:lnTo>
                    <a:pt x="3612710" y="1589450"/>
                  </a:lnTo>
                  <a:lnTo>
                    <a:pt x="3612897" y="1583843"/>
                  </a:lnTo>
                  <a:lnTo>
                    <a:pt x="3613084" y="1579329"/>
                  </a:lnTo>
                  <a:lnTo>
                    <a:pt x="3613271" y="1575623"/>
                  </a:lnTo>
                  <a:lnTo>
                    <a:pt x="3613458" y="1572446"/>
                  </a:lnTo>
                  <a:lnTo>
                    <a:pt x="3613645" y="1569935"/>
                  </a:lnTo>
                  <a:lnTo>
                    <a:pt x="3613832" y="1567401"/>
                  </a:lnTo>
                  <a:lnTo>
                    <a:pt x="3614019" y="1565163"/>
                  </a:lnTo>
                  <a:lnTo>
                    <a:pt x="3614206" y="1563214"/>
                  </a:lnTo>
                  <a:lnTo>
                    <a:pt x="3614393" y="1561207"/>
                  </a:lnTo>
                  <a:lnTo>
                    <a:pt x="3614580" y="1559475"/>
                  </a:lnTo>
                  <a:lnTo>
                    <a:pt x="3614767" y="1558101"/>
                  </a:lnTo>
                  <a:lnTo>
                    <a:pt x="3614953" y="1557244"/>
                  </a:lnTo>
                  <a:lnTo>
                    <a:pt x="3615140" y="1557293"/>
                  </a:lnTo>
                  <a:lnTo>
                    <a:pt x="3615327" y="1557549"/>
                  </a:lnTo>
                  <a:lnTo>
                    <a:pt x="3615514" y="1558193"/>
                  </a:lnTo>
                  <a:lnTo>
                    <a:pt x="3615701" y="1558754"/>
                  </a:lnTo>
                  <a:lnTo>
                    <a:pt x="3615888" y="1559356"/>
                  </a:lnTo>
                  <a:lnTo>
                    <a:pt x="3616075" y="1559901"/>
                  </a:lnTo>
                  <a:lnTo>
                    <a:pt x="3616262" y="1560742"/>
                  </a:lnTo>
                  <a:lnTo>
                    <a:pt x="3616449" y="1562063"/>
                  </a:lnTo>
                  <a:lnTo>
                    <a:pt x="3616636" y="1563705"/>
                  </a:lnTo>
                  <a:lnTo>
                    <a:pt x="3616823" y="1565256"/>
                  </a:lnTo>
                  <a:lnTo>
                    <a:pt x="3617010" y="1566634"/>
                  </a:lnTo>
                  <a:lnTo>
                    <a:pt x="3617197" y="1567880"/>
                  </a:lnTo>
                  <a:lnTo>
                    <a:pt x="3617383" y="1568772"/>
                  </a:lnTo>
                  <a:lnTo>
                    <a:pt x="3617570" y="1569423"/>
                  </a:lnTo>
                  <a:lnTo>
                    <a:pt x="3617757" y="1570075"/>
                  </a:lnTo>
                  <a:lnTo>
                    <a:pt x="3617944" y="1570562"/>
                  </a:lnTo>
                  <a:lnTo>
                    <a:pt x="3618131" y="1570950"/>
                  </a:lnTo>
                  <a:lnTo>
                    <a:pt x="3618318" y="1570934"/>
                  </a:lnTo>
                  <a:lnTo>
                    <a:pt x="3618505" y="1570504"/>
                  </a:lnTo>
                  <a:lnTo>
                    <a:pt x="3618692" y="1569506"/>
                  </a:lnTo>
                  <a:lnTo>
                    <a:pt x="3618879" y="1567715"/>
                  </a:lnTo>
                  <a:lnTo>
                    <a:pt x="3619066" y="1564415"/>
                  </a:lnTo>
                  <a:lnTo>
                    <a:pt x="3619253" y="1560165"/>
                  </a:lnTo>
                  <a:lnTo>
                    <a:pt x="3619440" y="1553948"/>
                  </a:lnTo>
                  <a:lnTo>
                    <a:pt x="3619627" y="1546433"/>
                  </a:lnTo>
                  <a:lnTo>
                    <a:pt x="3619813" y="1537574"/>
                  </a:lnTo>
                  <a:lnTo>
                    <a:pt x="3620000" y="1527931"/>
                  </a:lnTo>
                  <a:lnTo>
                    <a:pt x="3620187" y="1518222"/>
                  </a:lnTo>
                  <a:lnTo>
                    <a:pt x="3620374" y="1509269"/>
                  </a:lnTo>
                  <a:lnTo>
                    <a:pt x="3620561" y="1500657"/>
                  </a:lnTo>
                  <a:lnTo>
                    <a:pt x="3620748" y="1491826"/>
                  </a:lnTo>
                  <a:lnTo>
                    <a:pt x="3620935" y="1482422"/>
                  </a:lnTo>
                  <a:lnTo>
                    <a:pt x="3621122" y="1475819"/>
                  </a:lnTo>
                  <a:lnTo>
                    <a:pt x="3621309" y="1468871"/>
                  </a:lnTo>
                  <a:lnTo>
                    <a:pt x="3621496" y="1463305"/>
                  </a:lnTo>
                  <a:lnTo>
                    <a:pt x="3621683" y="1457156"/>
                  </a:lnTo>
                  <a:lnTo>
                    <a:pt x="3621870" y="1451760"/>
                  </a:lnTo>
                  <a:lnTo>
                    <a:pt x="3622056" y="1445607"/>
                  </a:lnTo>
                  <a:lnTo>
                    <a:pt x="3622243" y="1439920"/>
                  </a:lnTo>
                  <a:lnTo>
                    <a:pt x="3622430" y="1434855"/>
                  </a:lnTo>
                  <a:lnTo>
                    <a:pt x="3622617" y="1429942"/>
                  </a:lnTo>
                  <a:lnTo>
                    <a:pt x="3622804" y="1426132"/>
                  </a:lnTo>
                  <a:lnTo>
                    <a:pt x="3622991" y="1422105"/>
                  </a:lnTo>
                  <a:lnTo>
                    <a:pt x="3623178" y="1417209"/>
                  </a:lnTo>
                  <a:lnTo>
                    <a:pt x="3623365" y="1412196"/>
                  </a:lnTo>
                  <a:lnTo>
                    <a:pt x="3623552" y="1406803"/>
                  </a:lnTo>
                  <a:lnTo>
                    <a:pt x="3623739" y="1401368"/>
                  </a:lnTo>
                  <a:lnTo>
                    <a:pt x="3623926" y="1395821"/>
                  </a:lnTo>
                  <a:lnTo>
                    <a:pt x="3624113" y="1389827"/>
                  </a:lnTo>
                  <a:lnTo>
                    <a:pt x="3624300" y="1384504"/>
                  </a:lnTo>
                  <a:lnTo>
                    <a:pt x="3624486" y="1379047"/>
                  </a:lnTo>
                  <a:lnTo>
                    <a:pt x="3624673" y="1373343"/>
                  </a:lnTo>
                  <a:lnTo>
                    <a:pt x="3624860" y="1368738"/>
                  </a:lnTo>
                  <a:lnTo>
                    <a:pt x="3625047" y="1363567"/>
                  </a:lnTo>
                  <a:lnTo>
                    <a:pt x="3625234" y="1359100"/>
                  </a:lnTo>
                  <a:lnTo>
                    <a:pt x="3625421" y="1355187"/>
                  </a:lnTo>
                  <a:lnTo>
                    <a:pt x="3625608" y="1351497"/>
                  </a:lnTo>
                  <a:lnTo>
                    <a:pt x="3625795" y="1347845"/>
                  </a:lnTo>
                  <a:lnTo>
                    <a:pt x="3625982" y="1344515"/>
                  </a:lnTo>
                  <a:lnTo>
                    <a:pt x="3626169" y="1341149"/>
                  </a:lnTo>
                  <a:lnTo>
                    <a:pt x="3626356" y="1337643"/>
                  </a:lnTo>
                  <a:lnTo>
                    <a:pt x="3626543" y="1333236"/>
                  </a:lnTo>
                  <a:lnTo>
                    <a:pt x="3626730" y="1329531"/>
                  </a:lnTo>
                  <a:lnTo>
                    <a:pt x="3626916" y="1326107"/>
                  </a:lnTo>
                  <a:lnTo>
                    <a:pt x="3627103" y="1322789"/>
                  </a:lnTo>
                  <a:lnTo>
                    <a:pt x="3627290" y="1319555"/>
                  </a:lnTo>
                  <a:lnTo>
                    <a:pt x="3627477" y="1317021"/>
                  </a:lnTo>
                  <a:lnTo>
                    <a:pt x="3627664" y="1314604"/>
                  </a:lnTo>
                  <a:lnTo>
                    <a:pt x="3627851" y="1312243"/>
                  </a:lnTo>
                  <a:lnTo>
                    <a:pt x="3628038" y="1309817"/>
                  </a:lnTo>
                  <a:lnTo>
                    <a:pt x="3628225" y="1306046"/>
                  </a:lnTo>
                  <a:lnTo>
                    <a:pt x="3628412" y="1301467"/>
                  </a:lnTo>
                  <a:lnTo>
                    <a:pt x="3628599" y="1296515"/>
                  </a:lnTo>
                  <a:lnTo>
                    <a:pt x="3628786" y="1291614"/>
                  </a:lnTo>
                  <a:lnTo>
                    <a:pt x="3628973" y="1287075"/>
                  </a:lnTo>
                  <a:lnTo>
                    <a:pt x="3629159" y="1281984"/>
                  </a:lnTo>
                  <a:lnTo>
                    <a:pt x="3629346" y="1275516"/>
                  </a:lnTo>
                  <a:lnTo>
                    <a:pt x="3629533" y="1269150"/>
                  </a:lnTo>
                  <a:lnTo>
                    <a:pt x="3629720" y="1263024"/>
                  </a:lnTo>
                  <a:lnTo>
                    <a:pt x="3629907" y="1256594"/>
                  </a:lnTo>
                  <a:lnTo>
                    <a:pt x="3630094" y="1249967"/>
                  </a:lnTo>
                  <a:lnTo>
                    <a:pt x="3630281" y="1242391"/>
                  </a:lnTo>
                  <a:lnTo>
                    <a:pt x="3630468" y="1234466"/>
                  </a:lnTo>
                  <a:lnTo>
                    <a:pt x="3630655" y="1225602"/>
                  </a:lnTo>
                  <a:lnTo>
                    <a:pt x="3630842" y="1216867"/>
                  </a:lnTo>
                  <a:lnTo>
                    <a:pt x="3631029" y="1209728"/>
                  </a:lnTo>
                  <a:lnTo>
                    <a:pt x="3631216" y="1203900"/>
                  </a:lnTo>
                  <a:lnTo>
                    <a:pt x="3631403" y="1198410"/>
                  </a:lnTo>
                  <a:lnTo>
                    <a:pt x="3631589" y="1192309"/>
                  </a:lnTo>
                  <a:lnTo>
                    <a:pt x="3631776" y="1186096"/>
                  </a:lnTo>
                  <a:lnTo>
                    <a:pt x="3631963" y="1180723"/>
                  </a:lnTo>
                  <a:lnTo>
                    <a:pt x="3632150" y="1175318"/>
                  </a:lnTo>
                  <a:lnTo>
                    <a:pt x="3632337" y="1169641"/>
                  </a:lnTo>
                  <a:lnTo>
                    <a:pt x="3632524" y="1163865"/>
                  </a:lnTo>
                  <a:lnTo>
                    <a:pt x="3632711" y="1159211"/>
                  </a:lnTo>
                  <a:lnTo>
                    <a:pt x="3632898" y="1154706"/>
                  </a:lnTo>
                  <a:lnTo>
                    <a:pt x="3633085" y="1150489"/>
                  </a:lnTo>
                  <a:lnTo>
                    <a:pt x="3633272" y="1146454"/>
                  </a:lnTo>
                  <a:lnTo>
                    <a:pt x="3633459" y="1143071"/>
                  </a:lnTo>
                  <a:lnTo>
                    <a:pt x="3633646" y="1139250"/>
                  </a:lnTo>
                  <a:lnTo>
                    <a:pt x="3633832" y="1134332"/>
                  </a:lnTo>
                  <a:lnTo>
                    <a:pt x="3634019" y="1128481"/>
                  </a:lnTo>
                  <a:lnTo>
                    <a:pt x="3634206" y="1123840"/>
                  </a:lnTo>
                  <a:lnTo>
                    <a:pt x="3634393" y="1118809"/>
                  </a:lnTo>
                  <a:lnTo>
                    <a:pt x="3634580" y="1113601"/>
                  </a:lnTo>
                  <a:lnTo>
                    <a:pt x="3634767" y="1108320"/>
                  </a:lnTo>
                  <a:lnTo>
                    <a:pt x="3634954" y="1104109"/>
                  </a:lnTo>
                  <a:lnTo>
                    <a:pt x="3635141" y="1100103"/>
                  </a:lnTo>
                  <a:lnTo>
                    <a:pt x="3635328" y="1096132"/>
                  </a:lnTo>
                  <a:lnTo>
                    <a:pt x="3635515" y="1091947"/>
                  </a:lnTo>
                  <a:lnTo>
                    <a:pt x="3635702" y="1089397"/>
                  </a:lnTo>
                  <a:lnTo>
                    <a:pt x="3635889" y="1086806"/>
                  </a:lnTo>
                  <a:lnTo>
                    <a:pt x="3636076" y="1083602"/>
                  </a:lnTo>
                  <a:lnTo>
                    <a:pt x="3636262" y="1080353"/>
                  </a:lnTo>
                  <a:lnTo>
                    <a:pt x="3636449" y="1077307"/>
                  </a:lnTo>
                  <a:lnTo>
                    <a:pt x="3636636" y="1072880"/>
                  </a:lnTo>
                  <a:lnTo>
                    <a:pt x="3636823" y="1068046"/>
                  </a:lnTo>
                  <a:lnTo>
                    <a:pt x="3637010" y="1064194"/>
                  </a:lnTo>
                  <a:lnTo>
                    <a:pt x="3637197" y="1061651"/>
                  </a:lnTo>
                  <a:lnTo>
                    <a:pt x="3637384" y="1057142"/>
                  </a:lnTo>
                  <a:lnTo>
                    <a:pt x="3637571" y="1053831"/>
                  </a:lnTo>
                  <a:lnTo>
                    <a:pt x="3637758" y="1052275"/>
                  </a:lnTo>
                  <a:lnTo>
                    <a:pt x="3637945" y="1051483"/>
                  </a:lnTo>
                  <a:lnTo>
                    <a:pt x="3638132" y="1050358"/>
                  </a:lnTo>
                  <a:lnTo>
                    <a:pt x="3638319" y="1050474"/>
                  </a:lnTo>
                  <a:lnTo>
                    <a:pt x="3638506" y="1051037"/>
                  </a:lnTo>
                  <a:lnTo>
                    <a:pt x="3638692" y="1052601"/>
                  </a:lnTo>
                  <a:lnTo>
                    <a:pt x="3638879" y="1055240"/>
                  </a:lnTo>
                  <a:lnTo>
                    <a:pt x="3639066" y="1058477"/>
                  </a:lnTo>
                  <a:lnTo>
                    <a:pt x="3639253" y="1062250"/>
                  </a:lnTo>
                  <a:lnTo>
                    <a:pt x="3639440" y="1066604"/>
                  </a:lnTo>
                  <a:lnTo>
                    <a:pt x="3639627" y="1071319"/>
                  </a:lnTo>
                  <a:lnTo>
                    <a:pt x="3639814" y="1075352"/>
                  </a:lnTo>
                  <a:lnTo>
                    <a:pt x="3640001" y="1079618"/>
                  </a:lnTo>
                  <a:lnTo>
                    <a:pt x="3640188" y="1083794"/>
                  </a:lnTo>
                  <a:lnTo>
                    <a:pt x="3640375" y="1087400"/>
                  </a:lnTo>
                  <a:lnTo>
                    <a:pt x="3640562" y="1090932"/>
                  </a:lnTo>
                  <a:lnTo>
                    <a:pt x="3640749" y="1093652"/>
                  </a:lnTo>
                  <a:lnTo>
                    <a:pt x="3640935" y="1096809"/>
                  </a:lnTo>
                  <a:lnTo>
                    <a:pt x="3641122" y="1100560"/>
                  </a:lnTo>
                  <a:lnTo>
                    <a:pt x="3641309" y="1107126"/>
                  </a:lnTo>
                  <a:lnTo>
                    <a:pt x="3641496" y="1113703"/>
                  </a:lnTo>
                  <a:lnTo>
                    <a:pt x="3641683" y="1120026"/>
                  </a:lnTo>
                  <a:lnTo>
                    <a:pt x="3641870" y="1125548"/>
                  </a:lnTo>
                  <a:lnTo>
                    <a:pt x="3642057" y="1130632"/>
                  </a:lnTo>
                  <a:lnTo>
                    <a:pt x="3642244" y="1135767"/>
                  </a:lnTo>
                  <a:lnTo>
                    <a:pt x="3642431" y="1140701"/>
                  </a:lnTo>
                  <a:lnTo>
                    <a:pt x="3642618" y="1146053"/>
                  </a:lnTo>
                  <a:lnTo>
                    <a:pt x="3642805" y="1151437"/>
                  </a:lnTo>
                  <a:lnTo>
                    <a:pt x="3642992" y="1157313"/>
                  </a:lnTo>
                  <a:lnTo>
                    <a:pt x="3643179" y="1161650"/>
                  </a:lnTo>
                  <a:lnTo>
                    <a:pt x="3643365" y="1165953"/>
                  </a:lnTo>
                  <a:lnTo>
                    <a:pt x="3643552" y="1170093"/>
                  </a:lnTo>
                  <a:lnTo>
                    <a:pt x="3643739" y="1173898"/>
                  </a:lnTo>
                  <a:lnTo>
                    <a:pt x="3643926" y="1177995"/>
                  </a:lnTo>
                  <a:lnTo>
                    <a:pt x="3644113" y="1181842"/>
                  </a:lnTo>
                  <a:lnTo>
                    <a:pt x="3644300" y="1185709"/>
                  </a:lnTo>
                  <a:lnTo>
                    <a:pt x="3644487" y="1189280"/>
                  </a:lnTo>
                  <a:lnTo>
                    <a:pt x="3644674" y="1193599"/>
                  </a:lnTo>
                  <a:lnTo>
                    <a:pt x="3644861" y="1198084"/>
                  </a:lnTo>
                  <a:lnTo>
                    <a:pt x="3645048" y="1201796"/>
                  </a:lnTo>
                  <a:lnTo>
                    <a:pt x="3645235" y="1204820"/>
                  </a:lnTo>
                  <a:lnTo>
                    <a:pt x="3645422" y="1207098"/>
                  </a:lnTo>
                  <a:lnTo>
                    <a:pt x="3645609" y="1208331"/>
                  </a:lnTo>
                  <a:lnTo>
                    <a:pt x="3645795" y="1209922"/>
                  </a:lnTo>
                  <a:lnTo>
                    <a:pt x="3645982" y="1210087"/>
                  </a:lnTo>
                  <a:lnTo>
                    <a:pt x="3646169" y="1210998"/>
                  </a:lnTo>
                  <a:lnTo>
                    <a:pt x="3646356" y="1210949"/>
                  </a:lnTo>
                  <a:lnTo>
                    <a:pt x="3646543" y="1210857"/>
                  </a:lnTo>
                  <a:lnTo>
                    <a:pt x="3646730" y="1209584"/>
                  </a:lnTo>
                  <a:lnTo>
                    <a:pt x="3646917" y="1205038"/>
                  </a:lnTo>
                  <a:lnTo>
                    <a:pt x="3647104" y="1199411"/>
                  </a:lnTo>
                  <a:lnTo>
                    <a:pt x="3647291" y="1192489"/>
                  </a:lnTo>
                  <a:lnTo>
                    <a:pt x="3647478" y="1188204"/>
                  </a:lnTo>
                  <a:lnTo>
                    <a:pt x="3647665" y="1183742"/>
                  </a:lnTo>
                  <a:lnTo>
                    <a:pt x="3647852" y="1181850"/>
                  </a:lnTo>
                  <a:lnTo>
                    <a:pt x="3648038" y="1180735"/>
                  </a:lnTo>
                  <a:lnTo>
                    <a:pt x="3648225" y="1181349"/>
                  </a:lnTo>
                  <a:lnTo>
                    <a:pt x="3648412" y="1181380"/>
                  </a:lnTo>
                  <a:lnTo>
                    <a:pt x="3648599" y="1181722"/>
                  </a:lnTo>
                  <a:lnTo>
                    <a:pt x="3648786" y="1181624"/>
                  </a:lnTo>
                  <a:lnTo>
                    <a:pt x="3648973" y="1180780"/>
                  </a:lnTo>
                  <a:lnTo>
                    <a:pt x="3649160" y="1179230"/>
                  </a:lnTo>
                  <a:lnTo>
                    <a:pt x="3649347" y="1177212"/>
                  </a:lnTo>
                  <a:lnTo>
                    <a:pt x="3649534" y="1177072"/>
                  </a:lnTo>
                  <a:lnTo>
                    <a:pt x="3649721" y="1177240"/>
                  </a:lnTo>
                  <a:lnTo>
                    <a:pt x="3649908" y="1177647"/>
                  </a:lnTo>
                  <a:lnTo>
                    <a:pt x="3650095" y="1180981"/>
                  </a:lnTo>
                  <a:lnTo>
                    <a:pt x="3650282" y="1183743"/>
                  </a:lnTo>
                  <a:lnTo>
                    <a:pt x="3650468" y="1185784"/>
                  </a:lnTo>
                  <a:lnTo>
                    <a:pt x="3650655" y="1187918"/>
                  </a:lnTo>
                  <a:lnTo>
                    <a:pt x="3650842" y="1189683"/>
                  </a:lnTo>
                  <a:lnTo>
                    <a:pt x="3651029" y="1190280"/>
                  </a:lnTo>
                  <a:lnTo>
                    <a:pt x="3651216" y="1190265"/>
                  </a:lnTo>
                  <a:lnTo>
                    <a:pt x="3651403" y="1190271"/>
                  </a:lnTo>
                  <a:lnTo>
                    <a:pt x="3651590" y="1189041"/>
                  </a:lnTo>
                  <a:lnTo>
                    <a:pt x="3651777" y="1188150"/>
                  </a:lnTo>
                  <a:lnTo>
                    <a:pt x="3651964" y="1187350"/>
                  </a:lnTo>
                  <a:lnTo>
                    <a:pt x="3652151" y="1185963"/>
                  </a:lnTo>
                  <a:lnTo>
                    <a:pt x="3652338" y="1183455"/>
                  </a:lnTo>
                  <a:lnTo>
                    <a:pt x="3652525" y="1180336"/>
                  </a:lnTo>
                  <a:lnTo>
                    <a:pt x="3652711" y="1176598"/>
                  </a:lnTo>
                  <a:lnTo>
                    <a:pt x="3652898" y="1171696"/>
                  </a:lnTo>
                  <a:lnTo>
                    <a:pt x="3653085" y="1166803"/>
                  </a:lnTo>
                  <a:lnTo>
                    <a:pt x="3653272" y="1160944"/>
                  </a:lnTo>
                  <a:lnTo>
                    <a:pt x="3653459" y="1153682"/>
                  </a:lnTo>
                  <a:lnTo>
                    <a:pt x="3653646" y="1145802"/>
                  </a:lnTo>
                  <a:lnTo>
                    <a:pt x="3653833" y="1137080"/>
                  </a:lnTo>
                  <a:lnTo>
                    <a:pt x="3654020" y="1127309"/>
                  </a:lnTo>
                  <a:lnTo>
                    <a:pt x="3654207" y="1117094"/>
                  </a:lnTo>
                  <a:lnTo>
                    <a:pt x="3654394" y="1106556"/>
                  </a:lnTo>
                  <a:lnTo>
                    <a:pt x="3654581" y="1095598"/>
                  </a:lnTo>
                  <a:lnTo>
                    <a:pt x="3654768" y="1085142"/>
                  </a:lnTo>
                  <a:lnTo>
                    <a:pt x="3654955" y="1075282"/>
                  </a:lnTo>
                  <a:lnTo>
                    <a:pt x="3655141" y="1065165"/>
                  </a:lnTo>
                  <a:lnTo>
                    <a:pt x="3655328" y="1055370"/>
                  </a:lnTo>
                  <a:lnTo>
                    <a:pt x="3655515" y="1045888"/>
                  </a:lnTo>
                  <a:lnTo>
                    <a:pt x="3655702" y="1037472"/>
                  </a:lnTo>
                  <a:lnTo>
                    <a:pt x="3655889" y="1029170"/>
                  </a:lnTo>
                  <a:lnTo>
                    <a:pt x="3656076" y="1021719"/>
                  </a:lnTo>
                  <a:lnTo>
                    <a:pt x="3656263" y="1015811"/>
                  </a:lnTo>
                  <a:lnTo>
                    <a:pt x="3656450" y="1012204"/>
                  </a:lnTo>
                  <a:lnTo>
                    <a:pt x="3656637" y="1010100"/>
                  </a:lnTo>
                  <a:lnTo>
                    <a:pt x="3656824" y="1009432"/>
                  </a:lnTo>
                  <a:lnTo>
                    <a:pt x="3657011" y="1009968"/>
                  </a:lnTo>
                  <a:lnTo>
                    <a:pt x="3657198" y="1011082"/>
                  </a:lnTo>
                  <a:lnTo>
                    <a:pt x="3657385" y="1013616"/>
                  </a:lnTo>
                  <a:lnTo>
                    <a:pt x="3657571" y="1016454"/>
                  </a:lnTo>
                  <a:lnTo>
                    <a:pt x="3657758" y="1019549"/>
                  </a:lnTo>
                  <a:lnTo>
                    <a:pt x="3657945" y="1023188"/>
                  </a:lnTo>
                  <a:lnTo>
                    <a:pt x="3658132" y="1026711"/>
                  </a:lnTo>
                  <a:lnTo>
                    <a:pt x="3658319" y="1030746"/>
                  </a:lnTo>
                  <a:lnTo>
                    <a:pt x="3658506" y="1031506"/>
                  </a:lnTo>
                  <a:lnTo>
                    <a:pt x="3658693" y="1032527"/>
                  </a:lnTo>
                  <a:lnTo>
                    <a:pt x="3658880" y="1032605"/>
                  </a:lnTo>
                  <a:lnTo>
                    <a:pt x="3659067" y="1033171"/>
                  </a:lnTo>
                  <a:lnTo>
                    <a:pt x="3659254" y="1032111"/>
                  </a:lnTo>
                  <a:lnTo>
                    <a:pt x="3659441" y="1031663"/>
                  </a:lnTo>
                  <a:lnTo>
                    <a:pt x="3659628" y="1030771"/>
                  </a:lnTo>
                  <a:lnTo>
                    <a:pt x="3659814" y="1029742"/>
                  </a:lnTo>
                  <a:lnTo>
                    <a:pt x="3660001" y="1028988"/>
                  </a:lnTo>
                  <a:lnTo>
                    <a:pt x="3660188" y="1027723"/>
                  </a:lnTo>
                  <a:lnTo>
                    <a:pt x="3660375" y="1026486"/>
                  </a:lnTo>
                  <a:lnTo>
                    <a:pt x="3660562" y="1025457"/>
                  </a:lnTo>
                  <a:lnTo>
                    <a:pt x="3660749" y="1024404"/>
                  </a:lnTo>
                  <a:lnTo>
                    <a:pt x="3660936" y="1023790"/>
                  </a:lnTo>
                  <a:lnTo>
                    <a:pt x="3661123" y="1023861"/>
                  </a:lnTo>
                  <a:lnTo>
                    <a:pt x="3661310" y="1024689"/>
                  </a:lnTo>
                  <a:lnTo>
                    <a:pt x="3661497" y="1025987"/>
                  </a:lnTo>
                  <a:lnTo>
                    <a:pt x="3661684" y="1026350"/>
                  </a:lnTo>
                  <a:lnTo>
                    <a:pt x="3661871" y="1026732"/>
                  </a:lnTo>
                  <a:lnTo>
                    <a:pt x="3662058" y="1028154"/>
                  </a:lnTo>
                  <a:lnTo>
                    <a:pt x="3662244" y="1028724"/>
                  </a:lnTo>
                  <a:lnTo>
                    <a:pt x="3662431" y="1030347"/>
                  </a:lnTo>
                  <a:lnTo>
                    <a:pt x="3662618" y="1031703"/>
                  </a:lnTo>
                  <a:lnTo>
                    <a:pt x="3662805" y="1032867"/>
                  </a:lnTo>
                  <a:lnTo>
                    <a:pt x="3662992" y="1034272"/>
                  </a:lnTo>
                  <a:lnTo>
                    <a:pt x="3663179" y="1035580"/>
                  </a:lnTo>
                  <a:lnTo>
                    <a:pt x="3663366" y="1036460"/>
                  </a:lnTo>
                  <a:lnTo>
                    <a:pt x="3663553" y="1037524"/>
                  </a:lnTo>
                  <a:lnTo>
                    <a:pt x="3663740" y="1038728"/>
                  </a:lnTo>
                  <a:lnTo>
                    <a:pt x="3663927" y="1040205"/>
                  </a:lnTo>
                  <a:lnTo>
                    <a:pt x="3664114" y="1040774"/>
                  </a:lnTo>
                  <a:lnTo>
                    <a:pt x="3664301" y="1041253"/>
                  </a:lnTo>
                  <a:lnTo>
                    <a:pt x="3664488" y="1041979"/>
                  </a:lnTo>
                  <a:lnTo>
                    <a:pt x="3664674" y="1042944"/>
                  </a:lnTo>
                  <a:lnTo>
                    <a:pt x="3664861" y="1043093"/>
                  </a:lnTo>
                  <a:lnTo>
                    <a:pt x="3665048" y="1044039"/>
                  </a:lnTo>
                  <a:lnTo>
                    <a:pt x="3665235" y="1045318"/>
                  </a:lnTo>
                  <a:lnTo>
                    <a:pt x="3665422" y="1046559"/>
                  </a:lnTo>
                  <a:lnTo>
                    <a:pt x="3665609" y="1048818"/>
                  </a:lnTo>
                  <a:lnTo>
                    <a:pt x="3665796" y="1051937"/>
                  </a:lnTo>
                  <a:lnTo>
                    <a:pt x="3665983" y="1055699"/>
                  </a:lnTo>
                  <a:lnTo>
                    <a:pt x="3666170" y="1059278"/>
                  </a:lnTo>
                  <a:lnTo>
                    <a:pt x="3666357" y="1062359"/>
                  </a:lnTo>
                  <a:lnTo>
                    <a:pt x="3666544" y="1066019"/>
                  </a:lnTo>
                  <a:lnTo>
                    <a:pt x="3666731" y="1070782"/>
                  </a:lnTo>
                  <a:lnTo>
                    <a:pt x="3666917" y="1075827"/>
                  </a:lnTo>
                  <a:lnTo>
                    <a:pt x="3667104" y="1081206"/>
                  </a:lnTo>
                  <a:lnTo>
                    <a:pt x="3667291" y="1086902"/>
                  </a:lnTo>
                  <a:lnTo>
                    <a:pt x="3667478" y="1093025"/>
                  </a:lnTo>
                  <a:lnTo>
                    <a:pt x="3667665" y="1099933"/>
                  </a:lnTo>
                  <a:lnTo>
                    <a:pt x="3667852" y="1107181"/>
                  </a:lnTo>
                  <a:lnTo>
                    <a:pt x="3668039" y="1113089"/>
                  </a:lnTo>
                  <a:lnTo>
                    <a:pt x="3668226" y="1119229"/>
                  </a:lnTo>
                  <a:lnTo>
                    <a:pt x="3668413" y="1124345"/>
                  </a:lnTo>
                  <a:lnTo>
                    <a:pt x="3668600" y="1128718"/>
                  </a:lnTo>
                  <a:lnTo>
                    <a:pt x="3668787" y="1132910"/>
                  </a:lnTo>
                  <a:lnTo>
                    <a:pt x="3668974" y="1138282"/>
                  </a:lnTo>
                  <a:lnTo>
                    <a:pt x="3669161" y="1143943"/>
                  </a:lnTo>
                  <a:lnTo>
                    <a:pt x="3669347" y="1148358"/>
                  </a:lnTo>
                  <a:lnTo>
                    <a:pt x="3669534" y="1152558"/>
                  </a:lnTo>
                  <a:lnTo>
                    <a:pt x="3669721" y="1156717"/>
                  </a:lnTo>
                  <a:lnTo>
                    <a:pt x="3669908" y="1160430"/>
                  </a:lnTo>
                  <a:lnTo>
                    <a:pt x="3670095" y="1163978"/>
                  </a:lnTo>
                  <a:lnTo>
                    <a:pt x="3670282" y="1167304"/>
                  </a:lnTo>
                  <a:lnTo>
                    <a:pt x="3670469" y="1170250"/>
                  </a:lnTo>
                  <a:lnTo>
                    <a:pt x="3670656" y="1172849"/>
                  </a:lnTo>
                  <a:lnTo>
                    <a:pt x="3670843" y="1175135"/>
                  </a:lnTo>
                  <a:lnTo>
                    <a:pt x="3671030" y="1178048"/>
                  </a:lnTo>
                  <a:lnTo>
                    <a:pt x="3671217" y="1182033"/>
                  </a:lnTo>
                  <a:lnTo>
                    <a:pt x="3671404" y="1186753"/>
                  </a:lnTo>
                  <a:lnTo>
                    <a:pt x="3671590" y="1189802"/>
                  </a:lnTo>
                  <a:lnTo>
                    <a:pt x="3671777" y="1193026"/>
                  </a:lnTo>
                  <a:lnTo>
                    <a:pt x="3671964" y="1196435"/>
                  </a:lnTo>
                  <a:lnTo>
                    <a:pt x="3672151" y="1200429"/>
                  </a:lnTo>
                  <a:lnTo>
                    <a:pt x="3672338" y="1203922"/>
                  </a:lnTo>
                  <a:lnTo>
                    <a:pt x="3672525" y="1207639"/>
                  </a:lnTo>
                  <a:lnTo>
                    <a:pt x="3672712" y="1211767"/>
                  </a:lnTo>
                  <a:lnTo>
                    <a:pt x="3672899" y="1216307"/>
                  </a:lnTo>
                  <a:lnTo>
                    <a:pt x="3673086" y="1219286"/>
                  </a:lnTo>
                  <a:lnTo>
                    <a:pt x="3673273" y="1222834"/>
                  </a:lnTo>
                  <a:lnTo>
                    <a:pt x="3673460" y="1227334"/>
                  </a:lnTo>
                  <a:lnTo>
                    <a:pt x="3673647" y="1231820"/>
                  </a:lnTo>
                  <a:lnTo>
                    <a:pt x="3673834" y="1235625"/>
                  </a:lnTo>
                  <a:lnTo>
                    <a:pt x="3674020" y="1239351"/>
                  </a:lnTo>
                  <a:lnTo>
                    <a:pt x="3674207" y="1243409"/>
                  </a:lnTo>
                  <a:lnTo>
                    <a:pt x="3674394" y="1247395"/>
                  </a:lnTo>
                  <a:lnTo>
                    <a:pt x="3674581" y="1250442"/>
                  </a:lnTo>
                  <a:lnTo>
                    <a:pt x="3674768" y="1255666"/>
                  </a:lnTo>
                  <a:lnTo>
                    <a:pt x="3674955" y="1260696"/>
                  </a:lnTo>
                  <a:lnTo>
                    <a:pt x="3675142" y="1263790"/>
                  </a:lnTo>
                  <a:lnTo>
                    <a:pt x="3675329" y="1266809"/>
                  </a:lnTo>
                  <a:lnTo>
                    <a:pt x="3675516" y="1270343"/>
                  </a:lnTo>
                  <a:lnTo>
                    <a:pt x="3675703" y="1272335"/>
                  </a:lnTo>
                  <a:lnTo>
                    <a:pt x="3675890" y="1274653"/>
                  </a:lnTo>
                  <a:lnTo>
                    <a:pt x="3676077" y="1276346"/>
                  </a:lnTo>
                  <a:lnTo>
                    <a:pt x="3676264" y="1277372"/>
                  </a:lnTo>
                  <a:lnTo>
                    <a:pt x="3676450" y="1278420"/>
                  </a:lnTo>
                  <a:lnTo>
                    <a:pt x="3676637" y="1279934"/>
                  </a:lnTo>
                  <a:lnTo>
                    <a:pt x="3676824" y="1281404"/>
                  </a:lnTo>
                  <a:lnTo>
                    <a:pt x="3677011" y="1282554"/>
                  </a:lnTo>
                  <a:lnTo>
                    <a:pt x="3677198" y="1283909"/>
                  </a:lnTo>
                  <a:lnTo>
                    <a:pt x="3677385" y="1284915"/>
                  </a:lnTo>
                  <a:lnTo>
                    <a:pt x="3677572" y="1285658"/>
                  </a:lnTo>
                  <a:lnTo>
                    <a:pt x="3677759" y="1286297"/>
                  </a:lnTo>
                  <a:lnTo>
                    <a:pt x="3677946" y="1286613"/>
                  </a:lnTo>
                  <a:lnTo>
                    <a:pt x="3678133" y="1287137"/>
                  </a:lnTo>
                  <a:lnTo>
                    <a:pt x="3678320" y="1287364"/>
                  </a:lnTo>
                  <a:lnTo>
                    <a:pt x="3678507" y="1288011"/>
                  </a:lnTo>
                  <a:lnTo>
                    <a:pt x="3678693" y="1288163"/>
                  </a:lnTo>
                  <a:lnTo>
                    <a:pt x="3678880" y="1287700"/>
                  </a:lnTo>
                  <a:lnTo>
                    <a:pt x="3679067" y="1286782"/>
                  </a:lnTo>
                  <a:lnTo>
                    <a:pt x="3679254" y="1285972"/>
                  </a:lnTo>
                  <a:lnTo>
                    <a:pt x="3679441" y="1284576"/>
                  </a:lnTo>
                  <a:lnTo>
                    <a:pt x="3679628" y="1283089"/>
                  </a:lnTo>
                  <a:lnTo>
                    <a:pt x="3679815" y="1281414"/>
                  </a:lnTo>
                  <a:lnTo>
                    <a:pt x="3680002" y="1278926"/>
                  </a:lnTo>
                  <a:lnTo>
                    <a:pt x="3680189" y="1276586"/>
                  </a:lnTo>
                  <a:lnTo>
                    <a:pt x="3680376" y="1274391"/>
                  </a:lnTo>
                  <a:lnTo>
                    <a:pt x="3680563" y="1271781"/>
                  </a:lnTo>
                  <a:lnTo>
                    <a:pt x="3680750" y="1269437"/>
                  </a:lnTo>
                  <a:lnTo>
                    <a:pt x="3680937" y="1266421"/>
                  </a:lnTo>
                  <a:lnTo>
                    <a:pt x="3681123" y="1263198"/>
                  </a:lnTo>
                  <a:lnTo>
                    <a:pt x="3681310" y="1258885"/>
                  </a:lnTo>
                  <a:lnTo>
                    <a:pt x="3681497" y="1255121"/>
                  </a:lnTo>
                  <a:lnTo>
                    <a:pt x="3681684" y="1251747"/>
                  </a:lnTo>
                  <a:lnTo>
                    <a:pt x="3681871" y="1248813"/>
                  </a:lnTo>
                  <a:lnTo>
                    <a:pt x="3682058" y="1245710"/>
                  </a:lnTo>
                  <a:lnTo>
                    <a:pt x="3682245" y="1242906"/>
                  </a:lnTo>
                  <a:lnTo>
                    <a:pt x="3682432" y="1240489"/>
                  </a:lnTo>
                  <a:lnTo>
                    <a:pt x="3682619" y="1238602"/>
                  </a:lnTo>
                  <a:lnTo>
                    <a:pt x="3682806" y="1237442"/>
                  </a:lnTo>
                  <a:lnTo>
                    <a:pt x="3682993" y="1236890"/>
                  </a:lnTo>
                  <a:lnTo>
                    <a:pt x="3683180" y="1236319"/>
                  </a:lnTo>
                  <a:lnTo>
                    <a:pt x="3683367" y="1237000"/>
                  </a:lnTo>
                  <a:lnTo>
                    <a:pt x="3683553" y="1237616"/>
                  </a:lnTo>
                  <a:lnTo>
                    <a:pt x="3683740" y="1240248"/>
                  </a:lnTo>
                  <a:lnTo>
                    <a:pt x="3683927" y="1242782"/>
                  </a:lnTo>
                  <a:lnTo>
                    <a:pt x="3684114" y="1246124"/>
                  </a:lnTo>
                  <a:lnTo>
                    <a:pt x="3684301" y="1250076"/>
                  </a:lnTo>
                  <a:lnTo>
                    <a:pt x="3684488" y="1254838"/>
                  </a:lnTo>
                  <a:lnTo>
                    <a:pt x="3684675" y="1261431"/>
                  </a:lnTo>
                  <a:lnTo>
                    <a:pt x="3684862" y="1265900"/>
                  </a:lnTo>
                  <a:lnTo>
                    <a:pt x="3685049" y="1271201"/>
                  </a:lnTo>
                  <a:lnTo>
                    <a:pt x="3685236" y="1274599"/>
                  </a:lnTo>
                  <a:lnTo>
                    <a:pt x="3685423" y="1277656"/>
                  </a:lnTo>
                  <a:lnTo>
                    <a:pt x="3685610" y="1279301"/>
                  </a:lnTo>
                  <a:lnTo>
                    <a:pt x="3685796" y="1281093"/>
                  </a:lnTo>
                  <a:lnTo>
                    <a:pt x="3685983" y="1283758"/>
                  </a:lnTo>
                  <a:lnTo>
                    <a:pt x="3686170" y="1286628"/>
                  </a:lnTo>
                  <a:lnTo>
                    <a:pt x="3686357" y="1289483"/>
                  </a:lnTo>
                  <a:lnTo>
                    <a:pt x="3686544" y="1292559"/>
                  </a:lnTo>
                  <a:lnTo>
                    <a:pt x="3686731" y="1296123"/>
                  </a:lnTo>
                  <a:lnTo>
                    <a:pt x="3686918" y="1299473"/>
                  </a:lnTo>
                  <a:lnTo>
                    <a:pt x="3687105" y="1302346"/>
                  </a:lnTo>
                  <a:lnTo>
                    <a:pt x="3687292" y="1304421"/>
                  </a:lnTo>
                  <a:lnTo>
                    <a:pt x="3687479" y="1305294"/>
                  </a:lnTo>
                  <a:lnTo>
                    <a:pt x="3687666" y="1305078"/>
                  </a:lnTo>
                  <a:lnTo>
                    <a:pt x="3687853" y="1304084"/>
                  </a:lnTo>
                  <a:lnTo>
                    <a:pt x="3688040" y="1301601"/>
                  </a:lnTo>
                  <a:lnTo>
                    <a:pt x="3688226" y="1298308"/>
                  </a:lnTo>
                  <a:lnTo>
                    <a:pt x="3688413" y="1295400"/>
                  </a:lnTo>
                  <a:lnTo>
                    <a:pt x="3688600" y="1292767"/>
                  </a:lnTo>
                  <a:lnTo>
                    <a:pt x="3688787" y="1289165"/>
                  </a:lnTo>
                  <a:lnTo>
                    <a:pt x="3688974" y="1286230"/>
                  </a:lnTo>
                  <a:lnTo>
                    <a:pt x="3689161" y="1280281"/>
                  </a:lnTo>
                  <a:lnTo>
                    <a:pt x="3689348" y="1273968"/>
                  </a:lnTo>
                  <a:lnTo>
                    <a:pt x="3689535" y="1267680"/>
                  </a:lnTo>
                  <a:lnTo>
                    <a:pt x="3689722" y="1261970"/>
                  </a:lnTo>
                  <a:lnTo>
                    <a:pt x="3689909" y="1256210"/>
                  </a:lnTo>
                  <a:lnTo>
                    <a:pt x="3690096" y="1251383"/>
                  </a:lnTo>
                  <a:lnTo>
                    <a:pt x="3690283" y="1247496"/>
                  </a:lnTo>
                  <a:lnTo>
                    <a:pt x="3690469" y="1243849"/>
                  </a:lnTo>
                  <a:lnTo>
                    <a:pt x="3690656" y="1241473"/>
                  </a:lnTo>
                  <a:lnTo>
                    <a:pt x="3690843" y="1240812"/>
                  </a:lnTo>
                  <a:lnTo>
                    <a:pt x="3691030" y="1241274"/>
                  </a:lnTo>
                  <a:lnTo>
                    <a:pt x="3691217" y="1243115"/>
                  </a:lnTo>
                  <a:lnTo>
                    <a:pt x="3691404" y="1246877"/>
                  </a:lnTo>
                  <a:lnTo>
                    <a:pt x="3691591" y="1251754"/>
                  </a:lnTo>
                  <a:lnTo>
                    <a:pt x="3691778" y="1257456"/>
                  </a:lnTo>
                  <a:lnTo>
                    <a:pt x="3691965" y="1264149"/>
                  </a:lnTo>
                  <a:lnTo>
                    <a:pt x="3692152" y="1270956"/>
                  </a:lnTo>
                  <a:lnTo>
                    <a:pt x="3692339" y="1278135"/>
                  </a:lnTo>
                  <a:lnTo>
                    <a:pt x="3692526" y="1286288"/>
                  </a:lnTo>
                  <a:lnTo>
                    <a:pt x="3692713" y="1295134"/>
                  </a:lnTo>
                  <a:lnTo>
                    <a:pt x="3692899" y="1304566"/>
                  </a:lnTo>
                  <a:lnTo>
                    <a:pt x="3693086" y="1313693"/>
                  </a:lnTo>
                  <a:lnTo>
                    <a:pt x="3693273" y="1322935"/>
                  </a:lnTo>
                  <a:lnTo>
                    <a:pt x="3693460" y="1332020"/>
                  </a:lnTo>
                  <a:lnTo>
                    <a:pt x="3693647" y="1340874"/>
                  </a:lnTo>
                  <a:lnTo>
                    <a:pt x="3693834" y="1349068"/>
                  </a:lnTo>
                  <a:lnTo>
                    <a:pt x="3694021" y="1356008"/>
                  </a:lnTo>
                  <a:lnTo>
                    <a:pt x="3694208" y="1362362"/>
                  </a:lnTo>
                  <a:lnTo>
                    <a:pt x="3694395" y="1369128"/>
                  </a:lnTo>
                  <a:lnTo>
                    <a:pt x="3694582" y="1376192"/>
                  </a:lnTo>
                  <a:lnTo>
                    <a:pt x="3694769" y="1382760"/>
                  </a:lnTo>
                  <a:lnTo>
                    <a:pt x="3694956" y="1389428"/>
                  </a:lnTo>
                  <a:lnTo>
                    <a:pt x="3695143" y="1395303"/>
                  </a:lnTo>
                  <a:lnTo>
                    <a:pt x="3695329" y="1400485"/>
                  </a:lnTo>
                  <a:lnTo>
                    <a:pt x="3695516" y="1406270"/>
                  </a:lnTo>
                  <a:lnTo>
                    <a:pt x="3695703" y="1412228"/>
                  </a:lnTo>
                  <a:lnTo>
                    <a:pt x="3695890" y="1418714"/>
                  </a:lnTo>
                  <a:lnTo>
                    <a:pt x="3696077" y="1425381"/>
                  </a:lnTo>
                  <a:lnTo>
                    <a:pt x="3696264" y="1431570"/>
                  </a:lnTo>
                  <a:lnTo>
                    <a:pt x="3696451" y="1437693"/>
                  </a:lnTo>
                  <a:lnTo>
                    <a:pt x="3696638" y="1444517"/>
                  </a:lnTo>
                  <a:lnTo>
                    <a:pt x="3696825" y="1451729"/>
                  </a:lnTo>
                  <a:lnTo>
                    <a:pt x="3697012" y="1459024"/>
                  </a:lnTo>
                  <a:lnTo>
                    <a:pt x="3697199" y="1466368"/>
                  </a:lnTo>
                  <a:lnTo>
                    <a:pt x="3697386" y="1473192"/>
                  </a:lnTo>
                  <a:lnTo>
                    <a:pt x="3697572" y="1480008"/>
                  </a:lnTo>
                  <a:lnTo>
                    <a:pt x="3697759" y="1486643"/>
                  </a:lnTo>
                  <a:lnTo>
                    <a:pt x="3697946" y="1493484"/>
                  </a:lnTo>
                  <a:lnTo>
                    <a:pt x="3698133" y="1500184"/>
                  </a:lnTo>
                  <a:lnTo>
                    <a:pt x="3698320" y="1506422"/>
                  </a:lnTo>
                  <a:lnTo>
                    <a:pt x="3698507" y="1512091"/>
                  </a:lnTo>
                  <a:lnTo>
                    <a:pt x="3698694" y="1517191"/>
                  </a:lnTo>
                  <a:lnTo>
                    <a:pt x="3698881" y="1522382"/>
                  </a:lnTo>
                  <a:lnTo>
                    <a:pt x="3699068" y="1527836"/>
                  </a:lnTo>
                  <a:lnTo>
                    <a:pt x="3699255" y="1533414"/>
                  </a:lnTo>
                  <a:lnTo>
                    <a:pt x="3699442" y="1538473"/>
                  </a:lnTo>
                  <a:lnTo>
                    <a:pt x="3699629" y="1543382"/>
                  </a:lnTo>
                  <a:lnTo>
                    <a:pt x="3699816" y="1547921"/>
                  </a:lnTo>
                  <a:lnTo>
                    <a:pt x="3700002" y="1552113"/>
                  </a:lnTo>
                  <a:lnTo>
                    <a:pt x="3700189" y="1556214"/>
                  </a:lnTo>
                  <a:lnTo>
                    <a:pt x="3700376" y="1560018"/>
                  </a:lnTo>
                  <a:lnTo>
                    <a:pt x="3700563" y="1563864"/>
                  </a:lnTo>
                  <a:lnTo>
                    <a:pt x="3700750" y="1567692"/>
                  </a:lnTo>
                  <a:lnTo>
                    <a:pt x="3700937" y="1571150"/>
                  </a:lnTo>
                  <a:lnTo>
                    <a:pt x="3701124" y="1574517"/>
                  </a:lnTo>
                  <a:lnTo>
                    <a:pt x="3701311" y="1578189"/>
                  </a:lnTo>
                  <a:lnTo>
                    <a:pt x="3701498" y="1581985"/>
                  </a:lnTo>
                  <a:lnTo>
                    <a:pt x="3701685" y="1585492"/>
                  </a:lnTo>
                  <a:lnTo>
                    <a:pt x="3701872" y="1588891"/>
                  </a:lnTo>
                  <a:lnTo>
                    <a:pt x="3702059" y="1591805"/>
                  </a:lnTo>
                  <a:lnTo>
                    <a:pt x="3702246" y="1594406"/>
                  </a:lnTo>
                  <a:lnTo>
                    <a:pt x="3702432" y="1595826"/>
                  </a:lnTo>
                  <a:lnTo>
                    <a:pt x="3702619" y="1597070"/>
                  </a:lnTo>
                  <a:lnTo>
                    <a:pt x="3702806" y="1598471"/>
                  </a:lnTo>
                  <a:lnTo>
                    <a:pt x="3702993" y="1600016"/>
                  </a:lnTo>
                  <a:lnTo>
                    <a:pt x="3703180" y="1601717"/>
                  </a:lnTo>
                  <a:lnTo>
                    <a:pt x="3703367" y="1603070"/>
                  </a:lnTo>
                  <a:lnTo>
                    <a:pt x="3703554" y="1604302"/>
                  </a:lnTo>
                  <a:lnTo>
                    <a:pt x="3703741" y="1605198"/>
                  </a:lnTo>
                  <a:lnTo>
                    <a:pt x="3703928" y="1605949"/>
                  </a:lnTo>
                  <a:lnTo>
                    <a:pt x="3704115" y="1606556"/>
                  </a:lnTo>
                  <a:lnTo>
                    <a:pt x="3704302" y="1607368"/>
                  </a:lnTo>
                  <a:lnTo>
                    <a:pt x="3704489" y="1608221"/>
                  </a:lnTo>
                  <a:lnTo>
                    <a:pt x="3704675" y="1609289"/>
                  </a:lnTo>
                  <a:lnTo>
                    <a:pt x="3704862" y="1610470"/>
                  </a:lnTo>
                  <a:lnTo>
                    <a:pt x="3705049" y="1612029"/>
                  </a:lnTo>
                  <a:lnTo>
                    <a:pt x="3705236" y="1612918"/>
                  </a:lnTo>
                  <a:lnTo>
                    <a:pt x="3705423" y="1615946"/>
                  </a:lnTo>
                  <a:lnTo>
                    <a:pt x="3705610" y="1619024"/>
                  </a:lnTo>
                  <a:lnTo>
                    <a:pt x="3705797" y="1621698"/>
                  </a:lnTo>
                  <a:lnTo>
                    <a:pt x="3705984" y="1623538"/>
                  </a:lnTo>
                  <a:lnTo>
                    <a:pt x="3706171" y="1625535"/>
                  </a:lnTo>
                  <a:lnTo>
                    <a:pt x="3706358" y="1627507"/>
                  </a:lnTo>
                  <a:lnTo>
                    <a:pt x="3706545" y="1629719"/>
                  </a:lnTo>
                  <a:lnTo>
                    <a:pt x="3706732" y="1632392"/>
                  </a:lnTo>
                  <a:lnTo>
                    <a:pt x="3706919" y="1634983"/>
                  </a:lnTo>
                  <a:lnTo>
                    <a:pt x="3707105" y="1637335"/>
                  </a:lnTo>
                  <a:lnTo>
                    <a:pt x="3707292" y="1639662"/>
                  </a:lnTo>
                  <a:lnTo>
                    <a:pt x="3707479" y="1641486"/>
                  </a:lnTo>
                  <a:lnTo>
                    <a:pt x="3707666" y="1643153"/>
                  </a:lnTo>
                  <a:lnTo>
                    <a:pt x="3707853" y="1644795"/>
                  </a:lnTo>
                  <a:lnTo>
                    <a:pt x="3708040" y="1646412"/>
                  </a:lnTo>
                  <a:lnTo>
                    <a:pt x="3708227" y="1647650"/>
                  </a:lnTo>
                  <a:lnTo>
                    <a:pt x="3708414" y="1647996"/>
                  </a:lnTo>
                  <a:lnTo>
                    <a:pt x="3708601" y="1648062"/>
                  </a:lnTo>
                  <a:lnTo>
                    <a:pt x="3708788" y="1648525"/>
                  </a:lnTo>
                  <a:lnTo>
                    <a:pt x="3708975" y="1649358"/>
                  </a:lnTo>
                  <a:lnTo>
                    <a:pt x="3709162" y="1650965"/>
                  </a:lnTo>
                  <a:lnTo>
                    <a:pt x="3709348" y="1652799"/>
                  </a:lnTo>
                  <a:lnTo>
                    <a:pt x="3709535" y="1654444"/>
                  </a:lnTo>
                  <a:lnTo>
                    <a:pt x="3709722" y="1656036"/>
                  </a:lnTo>
                  <a:lnTo>
                    <a:pt x="3709909" y="1657645"/>
                  </a:lnTo>
                  <a:lnTo>
                    <a:pt x="3710096" y="1658759"/>
                  </a:lnTo>
                  <a:lnTo>
                    <a:pt x="3710283" y="1659407"/>
                  </a:lnTo>
                  <a:lnTo>
                    <a:pt x="3710470" y="1659910"/>
                  </a:lnTo>
                  <a:lnTo>
                    <a:pt x="3710657" y="1659936"/>
                  </a:lnTo>
                  <a:lnTo>
                    <a:pt x="3710844" y="1659779"/>
                  </a:lnTo>
                  <a:lnTo>
                    <a:pt x="3711031" y="1660043"/>
                  </a:lnTo>
                  <a:lnTo>
                    <a:pt x="3711218" y="1661132"/>
                  </a:lnTo>
                  <a:lnTo>
                    <a:pt x="3711405" y="1662456"/>
                  </a:lnTo>
                  <a:lnTo>
                    <a:pt x="3711592" y="1663822"/>
                  </a:lnTo>
                  <a:lnTo>
                    <a:pt x="3711778" y="1664653"/>
                  </a:lnTo>
                  <a:lnTo>
                    <a:pt x="3711965" y="1665580"/>
                  </a:lnTo>
                  <a:lnTo>
                    <a:pt x="3712152" y="1666431"/>
                  </a:lnTo>
                  <a:lnTo>
                    <a:pt x="3712339" y="1665862"/>
                  </a:lnTo>
                  <a:lnTo>
                    <a:pt x="3712526" y="1665747"/>
                  </a:lnTo>
                  <a:lnTo>
                    <a:pt x="3712713" y="1665078"/>
                  </a:lnTo>
                  <a:lnTo>
                    <a:pt x="3712900" y="1664534"/>
                  </a:lnTo>
                  <a:lnTo>
                    <a:pt x="3713087" y="1664542"/>
                  </a:lnTo>
                  <a:lnTo>
                    <a:pt x="3713274" y="1664228"/>
                  </a:lnTo>
                  <a:lnTo>
                    <a:pt x="3713461" y="1664104"/>
                  </a:lnTo>
                  <a:lnTo>
                    <a:pt x="3713648" y="1663964"/>
                  </a:lnTo>
                  <a:lnTo>
                    <a:pt x="3713835" y="1663238"/>
                  </a:lnTo>
                  <a:lnTo>
                    <a:pt x="3714022" y="1661893"/>
                  </a:lnTo>
                  <a:lnTo>
                    <a:pt x="3714208" y="1660622"/>
                  </a:lnTo>
                  <a:lnTo>
                    <a:pt x="3714395" y="1659203"/>
                  </a:lnTo>
                  <a:lnTo>
                    <a:pt x="3714582" y="1657709"/>
                  </a:lnTo>
                  <a:lnTo>
                    <a:pt x="3714769" y="1655754"/>
                  </a:lnTo>
                  <a:lnTo>
                    <a:pt x="3714956" y="1654037"/>
                  </a:lnTo>
                  <a:lnTo>
                    <a:pt x="3715143" y="1651801"/>
                  </a:lnTo>
                  <a:lnTo>
                    <a:pt x="3715330" y="1649400"/>
                  </a:lnTo>
                  <a:lnTo>
                    <a:pt x="3715517" y="1647436"/>
                  </a:lnTo>
                  <a:lnTo>
                    <a:pt x="3715704" y="1646016"/>
                  </a:lnTo>
                  <a:lnTo>
                    <a:pt x="3715891" y="1644878"/>
                  </a:lnTo>
                  <a:lnTo>
                    <a:pt x="3716078" y="1644465"/>
                  </a:lnTo>
                  <a:lnTo>
                    <a:pt x="3716265" y="1644614"/>
                  </a:lnTo>
                  <a:lnTo>
                    <a:pt x="3716451" y="1645414"/>
                  </a:lnTo>
                  <a:lnTo>
                    <a:pt x="3716638" y="1646313"/>
                  </a:lnTo>
                  <a:lnTo>
                    <a:pt x="3716825" y="1647774"/>
                  </a:lnTo>
                  <a:lnTo>
                    <a:pt x="3717012" y="1649441"/>
                  </a:lnTo>
                  <a:lnTo>
                    <a:pt x="3717199" y="1651908"/>
                  </a:lnTo>
                  <a:lnTo>
                    <a:pt x="3717386" y="1655258"/>
                  </a:lnTo>
                  <a:lnTo>
                    <a:pt x="3717573" y="1658931"/>
                  </a:lnTo>
                  <a:lnTo>
                    <a:pt x="3717760" y="1662462"/>
                  </a:lnTo>
                  <a:lnTo>
                    <a:pt x="3717947" y="1666341"/>
                  </a:lnTo>
                  <a:lnTo>
                    <a:pt x="3718134" y="1669724"/>
                  </a:lnTo>
                  <a:lnTo>
                    <a:pt x="3718321" y="1673462"/>
                  </a:lnTo>
                  <a:lnTo>
                    <a:pt x="3718508" y="1677852"/>
                  </a:lnTo>
                  <a:lnTo>
                    <a:pt x="3718695" y="1682935"/>
                  </a:lnTo>
                  <a:lnTo>
                    <a:pt x="3718881" y="1688614"/>
                  </a:lnTo>
                  <a:lnTo>
                    <a:pt x="3719068" y="1693436"/>
                  </a:lnTo>
                  <a:lnTo>
                    <a:pt x="3719255" y="1697819"/>
                  </a:lnTo>
                  <a:lnTo>
                    <a:pt x="3719442" y="1702139"/>
                  </a:lnTo>
                  <a:lnTo>
                    <a:pt x="3719629" y="1706019"/>
                  </a:lnTo>
                  <a:lnTo>
                    <a:pt x="3719816" y="1709729"/>
                  </a:lnTo>
                  <a:lnTo>
                    <a:pt x="3720003" y="1713343"/>
                  </a:lnTo>
                  <a:lnTo>
                    <a:pt x="3720190" y="1716696"/>
                  </a:lnTo>
                  <a:lnTo>
                    <a:pt x="3720377" y="1720387"/>
                  </a:lnTo>
                  <a:lnTo>
                    <a:pt x="3720564" y="1723575"/>
                  </a:lnTo>
                  <a:lnTo>
                    <a:pt x="3720751" y="1726468"/>
                  </a:lnTo>
                  <a:lnTo>
                    <a:pt x="3720938" y="1729523"/>
                  </a:lnTo>
                  <a:lnTo>
                    <a:pt x="3721124" y="1732620"/>
                  </a:lnTo>
                  <a:lnTo>
                    <a:pt x="3721311" y="1735194"/>
                  </a:lnTo>
                  <a:lnTo>
                    <a:pt x="3721498" y="1737261"/>
                  </a:lnTo>
                  <a:lnTo>
                    <a:pt x="3721685" y="1739768"/>
                  </a:lnTo>
                  <a:lnTo>
                    <a:pt x="3721872" y="1742627"/>
                  </a:lnTo>
                  <a:lnTo>
                    <a:pt x="3722059" y="1745523"/>
                  </a:lnTo>
                  <a:lnTo>
                    <a:pt x="3722246" y="1748248"/>
                  </a:lnTo>
                  <a:lnTo>
                    <a:pt x="3722433" y="1750660"/>
                  </a:lnTo>
                  <a:lnTo>
                    <a:pt x="3722620" y="1752542"/>
                  </a:lnTo>
                  <a:lnTo>
                    <a:pt x="3722807" y="1754448"/>
                  </a:lnTo>
                  <a:lnTo>
                    <a:pt x="3722994" y="1756054"/>
                  </a:lnTo>
                  <a:lnTo>
                    <a:pt x="3723181" y="1757997"/>
                  </a:lnTo>
                  <a:lnTo>
                    <a:pt x="3723368" y="1758164"/>
                  </a:lnTo>
                  <a:lnTo>
                    <a:pt x="3723554" y="1757650"/>
                  </a:lnTo>
                  <a:lnTo>
                    <a:pt x="3723741" y="1756888"/>
                  </a:lnTo>
                  <a:lnTo>
                    <a:pt x="3723928" y="1756264"/>
                  </a:lnTo>
                  <a:lnTo>
                    <a:pt x="3724115" y="1755170"/>
                  </a:lnTo>
                  <a:lnTo>
                    <a:pt x="3724302" y="1754455"/>
                  </a:lnTo>
                  <a:lnTo>
                    <a:pt x="3724489" y="1753759"/>
                  </a:lnTo>
                  <a:lnTo>
                    <a:pt x="3724676" y="1753426"/>
                  </a:lnTo>
                  <a:lnTo>
                    <a:pt x="3724863" y="1752818"/>
                  </a:lnTo>
                  <a:lnTo>
                    <a:pt x="3725050" y="1752018"/>
                  </a:lnTo>
                  <a:lnTo>
                    <a:pt x="3725237" y="1750601"/>
                  </a:lnTo>
                  <a:lnTo>
                    <a:pt x="3725424" y="1750036"/>
                  </a:lnTo>
                  <a:lnTo>
                    <a:pt x="3725611" y="1750057"/>
                  </a:lnTo>
                  <a:lnTo>
                    <a:pt x="3725798" y="1750500"/>
                  </a:lnTo>
                  <a:lnTo>
                    <a:pt x="3725984" y="1749406"/>
                  </a:lnTo>
                  <a:lnTo>
                    <a:pt x="3726171" y="1749746"/>
                  </a:lnTo>
                  <a:lnTo>
                    <a:pt x="3726358" y="1751450"/>
                  </a:lnTo>
                  <a:lnTo>
                    <a:pt x="3726545" y="1755962"/>
                  </a:lnTo>
                  <a:lnTo>
                    <a:pt x="3726732" y="1760677"/>
                  </a:lnTo>
                  <a:lnTo>
                    <a:pt x="3726919" y="1765924"/>
                  </a:lnTo>
                  <a:lnTo>
                    <a:pt x="3727106" y="1770794"/>
                  </a:lnTo>
                  <a:lnTo>
                    <a:pt x="3727293" y="1774457"/>
                  </a:lnTo>
                  <a:lnTo>
                    <a:pt x="3727480" y="1778096"/>
                  </a:lnTo>
                  <a:lnTo>
                    <a:pt x="3727667" y="1782239"/>
                  </a:lnTo>
                  <a:lnTo>
                    <a:pt x="3727854" y="1786464"/>
                  </a:lnTo>
                  <a:lnTo>
                    <a:pt x="3728041" y="1790400"/>
                  </a:lnTo>
                  <a:lnTo>
                    <a:pt x="3728227" y="1793833"/>
                  </a:lnTo>
                  <a:lnTo>
                    <a:pt x="3728414" y="1796564"/>
                  </a:lnTo>
                  <a:lnTo>
                    <a:pt x="3728601" y="1798685"/>
                  </a:lnTo>
                  <a:lnTo>
                    <a:pt x="3728788" y="1799873"/>
                  </a:lnTo>
                  <a:lnTo>
                    <a:pt x="3728975" y="1800294"/>
                  </a:lnTo>
                  <a:lnTo>
                    <a:pt x="3729162" y="1800005"/>
                  </a:lnTo>
                  <a:lnTo>
                    <a:pt x="3729349" y="1799386"/>
                  </a:lnTo>
                  <a:lnTo>
                    <a:pt x="3729536" y="1798751"/>
                  </a:lnTo>
                  <a:lnTo>
                    <a:pt x="3729723" y="1797703"/>
                  </a:lnTo>
                  <a:lnTo>
                    <a:pt x="3729910" y="1796721"/>
                  </a:lnTo>
                  <a:lnTo>
                    <a:pt x="3730097" y="1795343"/>
                  </a:lnTo>
                  <a:lnTo>
                    <a:pt x="3730284" y="1793635"/>
                  </a:lnTo>
                  <a:lnTo>
                    <a:pt x="3730471" y="1791572"/>
                  </a:lnTo>
                  <a:lnTo>
                    <a:pt x="3730657" y="1789360"/>
                  </a:lnTo>
                  <a:lnTo>
                    <a:pt x="3730844" y="1786629"/>
                  </a:lnTo>
                  <a:lnTo>
                    <a:pt x="3731031" y="1782618"/>
                  </a:lnTo>
                  <a:lnTo>
                    <a:pt x="3731218" y="1777667"/>
                  </a:lnTo>
                  <a:lnTo>
                    <a:pt x="3731405" y="1773046"/>
                  </a:lnTo>
                  <a:lnTo>
                    <a:pt x="3731592" y="1768566"/>
                  </a:lnTo>
                  <a:lnTo>
                    <a:pt x="3731779" y="1763969"/>
                  </a:lnTo>
                  <a:lnTo>
                    <a:pt x="3731966" y="1759860"/>
                  </a:lnTo>
                  <a:lnTo>
                    <a:pt x="3732153" y="1755981"/>
                  </a:lnTo>
                  <a:lnTo>
                    <a:pt x="3732340" y="1752037"/>
                  </a:lnTo>
                  <a:lnTo>
                    <a:pt x="3732527" y="1748216"/>
                  </a:lnTo>
                  <a:lnTo>
                    <a:pt x="3732714" y="1744041"/>
                  </a:lnTo>
                  <a:lnTo>
                    <a:pt x="3732901" y="1739313"/>
                  </a:lnTo>
                  <a:lnTo>
                    <a:pt x="3733087" y="1734205"/>
                  </a:lnTo>
                  <a:lnTo>
                    <a:pt x="3733274" y="1730651"/>
                  </a:lnTo>
                  <a:lnTo>
                    <a:pt x="3733461" y="1727159"/>
                  </a:lnTo>
                  <a:lnTo>
                    <a:pt x="3733648" y="1724273"/>
                  </a:lnTo>
                  <a:lnTo>
                    <a:pt x="3733835" y="1722213"/>
                  </a:lnTo>
                  <a:lnTo>
                    <a:pt x="3734022" y="1720970"/>
                  </a:lnTo>
                  <a:lnTo>
                    <a:pt x="3734209" y="1719330"/>
                  </a:lnTo>
                  <a:lnTo>
                    <a:pt x="3734396" y="1717425"/>
                  </a:lnTo>
                  <a:lnTo>
                    <a:pt x="3734583" y="1715357"/>
                  </a:lnTo>
                  <a:lnTo>
                    <a:pt x="3734770" y="1713260"/>
                  </a:lnTo>
                  <a:lnTo>
                    <a:pt x="3734957" y="1711293"/>
                  </a:lnTo>
                  <a:lnTo>
                    <a:pt x="3735144" y="1709390"/>
                  </a:lnTo>
                  <a:lnTo>
                    <a:pt x="3735330" y="1706838"/>
                  </a:lnTo>
                  <a:lnTo>
                    <a:pt x="3735517" y="1704244"/>
                  </a:lnTo>
                  <a:lnTo>
                    <a:pt x="3735704" y="1701921"/>
                  </a:lnTo>
                  <a:lnTo>
                    <a:pt x="3735891" y="1699801"/>
                  </a:lnTo>
                  <a:lnTo>
                    <a:pt x="3736078" y="1697519"/>
                  </a:lnTo>
                  <a:lnTo>
                    <a:pt x="3736265" y="1694727"/>
                  </a:lnTo>
                  <a:lnTo>
                    <a:pt x="3736452" y="1690403"/>
                  </a:lnTo>
                  <a:lnTo>
                    <a:pt x="3736639" y="1685700"/>
                  </a:lnTo>
                  <a:lnTo>
                    <a:pt x="3736826" y="1680748"/>
                  </a:lnTo>
                  <a:lnTo>
                    <a:pt x="3737013" y="1675880"/>
                  </a:lnTo>
                  <a:lnTo>
                    <a:pt x="3737200" y="1671061"/>
                  </a:lnTo>
                  <a:lnTo>
                    <a:pt x="3737387" y="1667752"/>
                  </a:lnTo>
                  <a:lnTo>
                    <a:pt x="3737574" y="1664357"/>
                  </a:lnTo>
                  <a:lnTo>
                    <a:pt x="3737760" y="1660854"/>
                  </a:lnTo>
                  <a:lnTo>
                    <a:pt x="3737947" y="1656933"/>
                  </a:lnTo>
                  <a:lnTo>
                    <a:pt x="3738134" y="1653427"/>
                  </a:lnTo>
                  <a:lnTo>
                    <a:pt x="3738321" y="1649999"/>
                  </a:lnTo>
                  <a:lnTo>
                    <a:pt x="3738508" y="1646451"/>
                  </a:lnTo>
                  <a:lnTo>
                    <a:pt x="3738695" y="1642488"/>
                  </a:lnTo>
                  <a:lnTo>
                    <a:pt x="3738882" y="1638399"/>
                  </a:lnTo>
                  <a:lnTo>
                    <a:pt x="3739069" y="1634787"/>
                  </a:lnTo>
                  <a:lnTo>
                    <a:pt x="3739256" y="1631342"/>
                  </a:lnTo>
                  <a:lnTo>
                    <a:pt x="3739443" y="1628559"/>
                  </a:lnTo>
                  <a:lnTo>
                    <a:pt x="3739630" y="1626249"/>
                  </a:lnTo>
                  <a:lnTo>
                    <a:pt x="3739817" y="1624181"/>
                  </a:lnTo>
                  <a:lnTo>
                    <a:pt x="3740003" y="1622215"/>
                  </a:lnTo>
                  <a:lnTo>
                    <a:pt x="3740190" y="1621076"/>
                  </a:lnTo>
                  <a:lnTo>
                    <a:pt x="3740377" y="1619411"/>
                  </a:lnTo>
                  <a:lnTo>
                    <a:pt x="3740564" y="1618022"/>
                  </a:lnTo>
                  <a:lnTo>
                    <a:pt x="3740751" y="1617457"/>
                  </a:lnTo>
                  <a:lnTo>
                    <a:pt x="3740938" y="1617283"/>
                  </a:lnTo>
                  <a:lnTo>
                    <a:pt x="3741125" y="1617698"/>
                  </a:lnTo>
                  <a:lnTo>
                    <a:pt x="3741312" y="1618155"/>
                  </a:lnTo>
                  <a:lnTo>
                    <a:pt x="3741499" y="1618696"/>
                  </a:lnTo>
                  <a:lnTo>
                    <a:pt x="3741686" y="1619507"/>
                  </a:lnTo>
                  <a:lnTo>
                    <a:pt x="3741873" y="1620427"/>
                  </a:lnTo>
                  <a:lnTo>
                    <a:pt x="3742060" y="1621385"/>
                  </a:lnTo>
                  <a:lnTo>
                    <a:pt x="3742247" y="1622073"/>
                  </a:lnTo>
                  <a:lnTo>
                    <a:pt x="3742433" y="1622684"/>
                  </a:lnTo>
                  <a:lnTo>
                    <a:pt x="3742620" y="1624271"/>
                  </a:lnTo>
                  <a:lnTo>
                    <a:pt x="3742807" y="1625983"/>
                  </a:lnTo>
                  <a:lnTo>
                    <a:pt x="3742994" y="1627582"/>
                  </a:lnTo>
                  <a:lnTo>
                    <a:pt x="3743181" y="1629418"/>
                  </a:lnTo>
                  <a:lnTo>
                    <a:pt x="3743368" y="1630631"/>
                  </a:lnTo>
                  <a:lnTo>
                    <a:pt x="3743555" y="1631159"/>
                  </a:lnTo>
                  <a:lnTo>
                    <a:pt x="3743742" y="1631036"/>
                  </a:lnTo>
                  <a:lnTo>
                    <a:pt x="3743929" y="1630838"/>
                  </a:lnTo>
                  <a:lnTo>
                    <a:pt x="3744116" y="1630871"/>
                  </a:lnTo>
                  <a:lnTo>
                    <a:pt x="3744303" y="1631489"/>
                  </a:lnTo>
                  <a:lnTo>
                    <a:pt x="3744490" y="1632150"/>
                  </a:lnTo>
                  <a:lnTo>
                    <a:pt x="3744677" y="1632785"/>
                  </a:lnTo>
                  <a:lnTo>
                    <a:pt x="3744863" y="1633445"/>
                  </a:lnTo>
                  <a:lnTo>
                    <a:pt x="3745050" y="1634188"/>
                  </a:lnTo>
                  <a:lnTo>
                    <a:pt x="3745237" y="1634691"/>
                  </a:lnTo>
                  <a:lnTo>
                    <a:pt x="3745424" y="1635128"/>
                  </a:lnTo>
                  <a:lnTo>
                    <a:pt x="3745611" y="1635772"/>
                  </a:lnTo>
                  <a:lnTo>
                    <a:pt x="3745798" y="1636853"/>
                  </a:lnTo>
                  <a:lnTo>
                    <a:pt x="3745985" y="1637860"/>
                  </a:lnTo>
                  <a:lnTo>
                    <a:pt x="3746172" y="1638875"/>
                  </a:lnTo>
                  <a:lnTo>
                    <a:pt x="3746359" y="1640005"/>
                  </a:lnTo>
                  <a:lnTo>
                    <a:pt x="3746546" y="1640907"/>
                  </a:lnTo>
                  <a:lnTo>
                    <a:pt x="3746733" y="1641606"/>
                  </a:lnTo>
                  <a:lnTo>
                    <a:pt x="3746920" y="1642520"/>
                  </a:lnTo>
                  <a:lnTo>
                    <a:pt x="3747106" y="1643692"/>
                  </a:lnTo>
                  <a:lnTo>
                    <a:pt x="3747293" y="1644888"/>
                  </a:lnTo>
                  <a:lnTo>
                    <a:pt x="3747480" y="1646308"/>
                  </a:lnTo>
                  <a:lnTo>
                    <a:pt x="3747667" y="1647739"/>
                  </a:lnTo>
                  <a:lnTo>
                    <a:pt x="3747854" y="1649241"/>
                  </a:lnTo>
                  <a:lnTo>
                    <a:pt x="3748041" y="1651137"/>
                  </a:lnTo>
                  <a:lnTo>
                    <a:pt x="3748228" y="1653185"/>
                  </a:lnTo>
                  <a:lnTo>
                    <a:pt x="3748415" y="1655141"/>
                  </a:lnTo>
                  <a:lnTo>
                    <a:pt x="3748602" y="1656807"/>
                  </a:lnTo>
                  <a:lnTo>
                    <a:pt x="3748789" y="1658371"/>
                  </a:lnTo>
                  <a:lnTo>
                    <a:pt x="3748976" y="1659761"/>
                  </a:lnTo>
                  <a:lnTo>
                    <a:pt x="3749163" y="1661489"/>
                  </a:lnTo>
                  <a:lnTo>
                    <a:pt x="3749350" y="1663021"/>
                  </a:lnTo>
                  <a:lnTo>
                    <a:pt x="3749536" y="1664554"/>
                  </a:lnTo>
                  <a:lnTo>
                    <a:pt x="3749723" y="1667178"/>
                  </a:lnTo>
                  <a:lnTo>
                    <a:pt x="3749910" y="1669035"/>
                  </a:lnTo>
                  <a:lnTo>
                    <a:pt x="3750097" y="1670718"/>
                  </a:lnTo>
                  <a:lnTo>
                    <a:pt x="3750284" y="1671865"/>
                  </a:lnTo>
                  <a:lnTo>
                    <a:pt x="3750471" y="1673318"/>
                  </a:lnTo>
                  <a:lnTo>
                    <a:pt x="3750658" y="1674646"/>
                  </a:lnTo>
                  <a:lnTo>
                    <a:pt x="3750845" y="1675364"/>
                  </a:lnTo>
                  <a:lnTo>
                    <a:pt x="3751032" y="1675669"/>
                  </a:lnTo>
                  <a:lnTo>
                    <a:pt x="3751219" y="1675958"/>
                  </a:lnTo>
                  <a:lnTo>
                    <a:pt x="3751406" y="1676387"/>
                  </a:lnTo>
                  <a:lnTo>
                    <a:pt x="3751593" y="1676833"/>
                  </a:lnTo>
                  <a:lnTo>
                    <a:pt x="3751780" y="1677642"/>
                  </a:lnTo>
                  <a:lnTo>
                    <a:pt x="3751966" y="1678681"/>
                  </a:lnTo>
                  <a:lnTo>
                    <a:pt x="3752153" y="1680175"/>
                  </a:lnTo>
                  <a:lnTo>
                    <a:pt x="3752340" y="1681421"/>
                  </a:lnTo>
                  <a:lnTo>
                    <a:pt x="3752527" y="1682915"/>
                  </a:lnTo>
                  <a:lnTo>
                    <a:pt x="3752714" y="1685902"/>
                  </a:lnTo>
                  <a:lnTo>
                    <a:pt x="3752901" y="1689000"/>
                  </a:lnTo>
                  <a:lnTo>
                    <a:pt x="3753088" y="1691793"/>
                  </a:lnTo>
                  <a:lnTo>
                    <a:pt x="3753275" y="1693927"/>
                  </a:lnTo>
                  <a:lnTo>
                    <a:pt x="3753462" y="1696002"/>
                  </a:lnTo>
                  <a:lnTo>
                    <a:pt x="3753649" y="1698334"/>
                  </a:lnTo>
                  <a:lnTo>
                    <a:pt x="3753836" y="1701326"/>
                  </a:lnTo>
                  <a:lnTo>
                    <a:pt x="3754023" y="1704267"/>
                  </a:lnTo>
                  <a:lnTo>
                    <a:pt x="3754209" y="1707136"/>
                  </a:lnTo>
                  <a:lnTo>
                    <a:pt x="3754396" y="1709835"/>
                  </a:lnTo>
                  <a:lnTo>
                    <a:pt x="3754583" y="1711988"/>
                  </a:lnTo>
                  <a:lnTo>
                    <a:pt x="3754770" y="1713711"/>
                  </a:lnTo>
                  <a:lnTo>
                    <a:pt x="3754957" y="1715188"/>
                  </a:lnTo>
                  <a:lnTo>
                    <a:pt x="3755144" y="1716968"/>
                  </a:lnTo>
                  <a:lnTo>
                    <a:pt x="3755331" y="1718645"/>
                  </a:lnTo>
                  <a:lnTo>
                    <a:pt x="3755518" y="1720829"/>
                  </a:lnTo>
                  <a:lnTo>
                    <a:pt x="3755705" y="1723101"/>
                  </a:lnTo>
                  <a:lnTo>
                    <a:pt x="3755892" y="1725472"/>
                  </a:lnTo>
                  <a:lnTo>
                    <a:pt x="3756079" y="1727751"/>
                  </a:lnTo>
                  <a:lnTo>
                    <a:pt x="3756266" y="1729119"/>
                  </a:lnTo>
                  <a:lnTo>
                    <a:pt x="3756453" y="1730972"/>
                  </a:lnTo>
                  <a:lnTo>
                    <a:pt x="3756639" y="1732982"/>
                  </a:lnTo>
                  <a:lnTo>
                    <a:pt x="3756826" y="1735188"/>
                  </a:lnTo>
                  <a:lnTo>
                    <a:pt x="3757013" y="1737654"/>
                  </a:lnTo>
                  <a:lnTo>
                    <a:pt x="3757200" y="1740055"/>
                  </a:lnTo>
                  <a:lnTo>
                    <a:pt x="3757387" y="1742692"/>
                  </a:lnTo>
                  <a:lnTo>
                    <a:pt x="3757574" y="1745350"/>
                  </a:lnTo>
                  <a:lnTo>
                    <a:pt x="3757761" y="1747909"/>
                  </a:lnTo>
                  <a:lnTo>
                    <a:pt x="3757948" y="1750668"/>
                  </a:lnTo>
                  <a:lnTo>
                    <a:pt x="3758135" y="1753887"/>
                  </a:lnTo>
                  <a:lnTo>
                    <a:pt x="3758322" y="1756920"/>
                  </a:lnTo>
                  <a:lnTo>
                    <a:pt x="3758509" y="1759902"/>
                  </a:lnTo>
                  <a:lnTo>
                    <a:pt x="3758696" y="1763354"/>
                  </a:lnTo>
                  <a:lnTo>
                    <a:pt x="3758882" y="1767244"/>
                  </a:lnTo>
                  <a:lnTo>
                    <a:pt x="3759069" y="1770761"/>
                  </a:lnTo>
                  <a:lnTo>
                    <a:pt x="3759256" y="1774528"/>
                  </a:lnTo>
                  <a:lnTo>
                    <a:pt x="3759443" y="1778258"/>
                  </a:lnTo>
                  <a:lnTo>
                    <a:pt x="3759630" y="1781779"/>
                  </a:lnTo>
                  <a:lnTo>
                    <a:pt x="3759817" y="1785144"/>
                  </a:lnTo>
                  <a:lnTo>
                    <a:pt x="3760004" y="1788337"/>
                  </a:lnTo>
                  <a:lnTo>
                    <a:pt x="3760191" y="1791225"/>
                  </a:lnTo>
                  <a:lnTo>
                    <a:pt x="3760378" y="1794339"/>
                  </a:lnTo>
                  <a:lnTo>
                    <a:pt x="3760565" y="1797677"/>
                  </a:lnTo>
                  <a:lnTo>
                    <a:pt x="3760752" y="1801423"/>
                  </a:lnTo>
                  <a:lnTo>
                    <a:pt x="3760939" y="1805798"/>
                  </a:lnTo>
                  <a:lnTo>
                    <a:pt x="3761126" y="1810876"/>
                  </a:lnTo>
                  <a:lnTo>
                    <a:pt x="3761312" y="1815894"/>
                  </a:lnTo>
                  <a:lnTo>
                    <a:pt x="3761499" y="1821268"/>
                  </a:lnTo>
                  <a:lnTo>
                    <a:pt x="3761686" y="1826289"/>
                  </a:lnTo>
                  <a:lnTo>
                    <a:pt x="3761873" y="1831095"/>
                  </a:lnTo>
                  <a:lnTo>
                    <a:pt x="3762060" y="1835704"/>
                  </a:lnTo>
                  <a:lnTo>
                    <a:pt x="3762247" y="1840793"/>
                  </a:lnTo>
                  <a:lnTo>
                    <a:pt x="3762434" y="1846491"/>
                  </a:lnTo>
                  <a:lnTo>
                    <a:pt x="3762621" y="1853049"/>
                  </a:lnTo>
                  <a:lnTo>
                    <a:pt x="3762808" y="1859023"/>
                  </a:lnTo>
                  <a:lnTo>
                    <a:pt x="3762995" y="1864845"/>
                  </a:lnTo>
                  <a:lnTo>
                    <a:pt x="3763182" y="1870402"/>
                  </a:lnTo>
                  <a:lnTo>
                    <a:pt x="3763369" y="1877411"/>
                  </a:lnTo>
                  <a:lnTo>
                    <a:pt x="3763556" y="1883266"/>
                  </a:lnTo>
                  <a:lnTo>
                    <a:pt x="3763742" y="1887732"/>
                  </a:lnTo>
                  <a:lnTo>
                    <a:pt x="3763929" y="1891208"/>
                  </a:lnTo>
                  <a:lnTo>
                    <a:pt x="3764116" y="1893902"/>
                  </a:lnTo>
                  <a:lnTo>
                    <a:pt x="3764303" y="1895431"/>
                  </a:lnTo>
                  <a:lnTo>
                    <a:pt x="3764490" y="1896321"/>
                  </a:lnTo>
                  <a:lnTo>
                    <a:pt x="3764677" y="1897946"/>
                  </a:lnTo>
                  <a:lnTo>
                    <a:pt x="3764864" y="1898821"/>
                  </a:lnTo>
                  <a:lnTo>
                    <a:pt x="3765051" y="1899019"/>
                  </a:lnTo>
                  <a:lnTo>
                    <a:pt x="3765238" y="1899036"/>
                  </a:lnTo>
                  <a:lnTo>
                    <a:pt x="3765425" y="1899267"/>
                  </a:lnTo>
                  <a:lnTo>
                    <a:pt x="3765612" y="1900298"/>
                  </a:lnTo>
                  <a:lnTo>
                    <a:pt x="3765799" y="1901371"/>
                  </a:lnTo>
                  <a:lnTo>
                    <a:pt x="3765985" y="1902254"/>
                  </a:lnTo>
                  <a:lnTo>
                    <a:pt x="3766172" y="1903038"/>
                  </a:lnTo>
                  <a:lnTo>
                    <a:pt x="3766359" y="1903681"/>
                  </a:lnTo>
                  <a:lnTo>
                    <a:pt x="3766546" y="1904870"/>
                  </a:lnTo>
                  <a:lnTo>
                    <a:pt x="3766733" y="1906322"/>
                  </a:lnTo>
                  <a:lnTo>
                    <a:pt x="3766920" y="1907898"/>
                  </a:lnTo>
                  <a:lnTo>
                    <a:pt x="3767107" y="1910134"/>
                  </a:lnTo>
                  <a:lnTo>
                    <a:pt x="3767294" y="1912734"/>
                  </a:lnTo>
                  <a:lnTo>
                    <a:pt x="3767481" y="1915952"/>
                  </a:lnTo>
                  <a:lnTo>
                    <a:pt x="3767668" y="1919360"/>
                  </a:lnTo>
                  <a:lnTo>
                    <a:pt x="3767855" y="1922859"/>
                  </a:lnTo>
                  <a:lnTo>
                    <a:pt x="3768042" y="1926522"/>
                  </a:lnTo>
                  <a:lnTo>
                    <a:pt x="3768229" y="1930450"/>
                  </a:lnTo>
                  <a:lnTo>
                    <a:pt x="3768415" y="1935096"/>
                  </a:lnTo>
                  <a:lnTo>
                    <a:pt x="3768602" y="1940377"/>
                  </a:lnTo>
                  <a:lnTo>
                    <a:pt x="3768789" y="1945708"/>
                  </a:lnTo>
                  <a:lnTo>
                    <a:pt x="3768976" y="1950973"/>
                  </a:lnTo>
                  <a:lnTo>
                    <a:pt x="3769163" y="1956468"/>
                  </a:lnTo>
                  <a:lnTo>
                    <a:pt x="3769350" y="1961188"/>
                  </a:lnTo>
                  <a:lnTo>
                    <a:pt x="3769537" y="1965232"/>
                  </a:lnTo>
                  <a:lnTo>
                    <a:pt x="3769724" y="1968846"/>
                  </a:lnTo>
                  <a:lnTo>
                    <a:pt x="3769911" y="1972081"/>
                  </a:lnTo>
                  <a:lnTo>
                    <a:pt x="3770098" y="1974952"/>
                  </a:lnTo>
                  <a:lnTo>
                    <a:pt x="3770285" y="1977667"/>
                  </a:lnTo>
                  <a:lnTo>
                    <a:pt x="3770472" y="1980027"/>
                  </a:lnTo>
                  <a:lnTo>
                    <a:pt x="3770659" y="1980330"/>
                  </a:lnTo>
                  <a:lnTo>
                    <a:pt x="3770845" y="1980051"/>
                  </a:lnTo>
                  <a:lnTo>
                    <a:pt x="3771032" y="1978407"/>
                  </a:lnTo>
                  <a:lnTo>
                    <a:pt x="3771219" y="1975376"/>
                  </a:lnTo>
                  <a:lnTo>
                    <a:pt x="3771406" y="1971403"/>
                  </a:lnTo>
                  <a:lnTo>
                    <a:pt x="3771593" y="1967365"/>
                  </a:lnTo>
                  <a:lnTo>
                    <a:pt x="3771780" y="1963107"/>
                  </a:lnTo>
                  <a:lnTo>
                    <a:pt x="3771967" y="1958598"/>
                  </a:lnTo>
                  <a:lnTo>
                    <a:pt x="3772154" y="1954473"/>
                  </a:lnTo>
                  <a:lnTo>
                    <a:pt x="3772341" y="1950532"/>
                  </a:lnTo>
                  <a:lnTo>
                    <a:pt x="3772528" y="1946378"/>
                  </a:lnTo>
                  <a:lnTo>
                    <a:pt x="3772715" y="1942790"/>
                  </a:lnTo>
                  <a:lnTo>
                    <a:pt x="3772902" y="1939245"/>
                  </a:lnTo>
                  <a:lnTo>
                    <a:pt x="3773088" y="1937628"/>
                  </a:lnTo>
                  <a:lnTo>
                    <a:pt x="3773275" y="1935869"/>
                  </a:lnTo>
                  <a:lnTo>
                    <a:pt x="3773462" y="1934392"/>
                  </a:lnTo>
                  <a:lnTo>
                    <a:pt x="3773649" y="1933454"/>
                  </a:lnTo>
                  <a:lnTo>
                    <a:pt x="3773836" y="1934553"/>
                  </a:lnTo>
                  <a:lnTo>
                    <a:pt x="3774023" y="1936450"/>
                  </a:lnTo>
                  <a:lnTo>
                    <a:pt x="3774210" y="1938553"/>
                  </a:lnTo>
                  <a:lnTo>
                    <a:pt x="3774397" y="1940513"/>
                  </a:lnTo>
                  <a:lnTo>
                    <a:pt x="3774584" y="1942260"/>
                  </a:lnTo>
                  <a:lnTo>
                    <a:pt x="3774771" y="1943411"/>
                  </a:lnTo>
                  <a:lnTo>
                    <a:pt x="3774958" y="1944472"/>
                  </a:lnTo>
                  <a:lnTo>
                    <a:pt x="3775145" y="1945403"/>
                  </a:lnTo>
                  <a:lnTo>
                    <a:pt x="3775332" y="1946869"/>
                  </a:lnTo>
                  <a:lnTo>
                    <a:pt x="3775518" y="1947888"/>
                  </a:lnTo>
                  <a:lnTo>
                    <a:pt x="3775705" y="1948847"/>
                  </a:lnTo>
                  <a:lnTo>
                    <a:pt x="3775892" y="1949692"/>
                  </a:lnTo>
                  <a:lnTo>
                    <a:pt x="3776079" y="1951488"/>
                  </a:lnTo>
                  <a:lnTo>
                    <a:pt x="3776266" y="1952635"/>
                  </a:lnTo>
                  <a:lnTo>
                    <a:pt x="3776453" y="1953394"/>
                  </a:lnTo>
                  <a:lnTo>
                    <a:pt x="3776640" y="1953769"/>
                  </a:lnTo>
                  <a:lnTo>
                    <a:pt x="3776827" y="1954340"/>
                  </a:lnTo>
                  <a:lnTo>
                    <a:pt x="3777014" y="1955065"/>
                  </a:lnTo>
                  <a:lnTo>
                    <a:pt x="3777201" y="1956316"/>
                  </a:lnTo>
                  <a:lnTo>
                    <a:pt x="3777388" y="1957736"/>
                  </a:lnTo>
                  <a:lnTo>
                    <a:pt x="3777575" y="1958262"/>
                  </a:lnTo>
                  <a:lnTo>
                    <a:pt x="3777761" y="1959289"/>
                  </a:lnTo>
                  <a:lnTo>
                    <a:pt x="3777948" y="1960004"/>
                  </a:lnTo>
                  <a:lnTo>
                    <a:pt x="3778135" y="1960392"/>
                  </a:lnTo>
                  <a:lnTo>
                    <a:pt x="3778322" y="1961180"/>
                  </a:lnTo>
                  <a:lnTo>
                    <a:pt x="3778509" y="1961919"/>
                  </a:lnTo>
                  <a:lnTo>
                    <a:pt x="3778696" y="1962993"/>
                  </a:lnTo>
                  <a:lnTo>
                    <a:pt x="3778883" y="1964233"/>
                  </a:lnTo>
                  <a:lnTo>
                    <a:pt x="3779070" y="1965468"/>
                  </a:lnTo>
                  <a:lnTo>
                    <a:pt x="3779257" y="1966740"/>
                  </a:lnTo>
                  <a:lnTo>
                    <a:pt x="3779444" y="1968060"/>
                  </a:lnTo>
                  <a:lnTo>
                    <a:pt x="3779631" y="1969506"/>
                  </a:lnTo>
                  <a:lnTo>
                    <a:pt x="3779818" y="1970800"/>
                  </a:lnTo>
                  <a:lnTo>
                    <a:pt x="3780005" y="1971835"/>
                  </a:lnTo>
                  <a:lnTo>
                    <a:pt x="3780191" y="1972519"/>
                  </a:lnTo>
                  <a:lnTo>
                    <a:pt x="3780378" y="1973671"/>
                  </a:lnTo>
                  <a:lnTo>
                    <a:pt x="3780565" y="1974990"/>
                  </a:lnTo>
                  <a:lnTo>
                    <a:pt x="3780752" y="1977401"/>
                  </a:lnTo>
                  <a:lnTo>
                    <a:pt x="3780939" y="1980028"/>
                  </a:lnTo>
                  <a:lnTo>
                    <a:pt x="3781126" y="1982828"/>
                  </a:lnTo>
                  <a:lnTo>
                    <a:pt x="3781313" y="1985375"/>
                  </a:lnTo>
                  <a:lnTo>
                    <a:pt x="3781500" y="1987601"/>
                  </a:lnTo>
                  <a:lnTo>
                    <a:pt x="3781687" y="1988954"/>
                  </a:lnTo>
                  <a:lnTo>
                    <a:pt x="3781874" y="1990187"/>
                  </a:lnTo>
                  <a:lnTo>
                    <a:pt x="3782061" y="1991301"/>
                  </a:lnTo>
                  <a:lnTo>
                    <a:pt x="3782248" y="1992768"/>
                  </a:lnTo>
                  <a:lnTo>
                    <a:pt x="3782435" y="1993658"/>
                  </a:lnTo>
                  <a:lnTo>
                    <a:pt x="3782621" y="1994449"/>
                  </a:lnTo>
                  <a:lnTo>
                    <a:pt x="3782808" y="1995014"/>
                  </a:lnTo>
                  <a:lnTo>
                    <a:pt x="3782995" y="1995004"/>
                  </a:lnTo>
                  <a:lnTo>
                    <a:pt x="3783182" y="1994695"/>
                  </a:lnTo>
                  <a:lnTo>
                    <a:pt x="3783369" y="1994169"/>
                  </a:lnTo>
                  <a:lnTo>
                    <a:pt x="3783556" y="1993134"/>
                  </a:lnTo>
                  <a:lnTo>
                    <a:pt x="3783743" y="1991941"/>
                  </a:lnTo>
                  <a:lnTo>
                    <a:pt x="3783930" y="1990259"/>
                  </a:lnTo>
                  <a:lnTo>
                    <a:pt x="3784117" y="1988639"/>
                  </a:lnTo>
                  <a:lnTo>
                    <a:pt x="3784304" y="1986986"/>
                  </a:lnTo>
                  <a:lnTo>
                    <a:pt x="3784491" y="1985405"/>
                  </a:lnTo>
                  <a:lnTo>
                    <a:pt x="3784678" y="1983812"/>
                  </a:lnTo>
                  <a:lnTo>
                    <a:pt x="3784864" y="1982229"/>
                  </a:lnTo>
                  <a:lnTo>
                    <a:pt x="3785051" y="1981202"/>
                  </a:lnTo>
                  <a:lnTo>
                    <a:pt x="3785238" y="1980605"/>
                  </a:lnTo>
                  <a:lnTo>
                    <a:pt x="3785425" y="1980091"/>
                  </a:lnTo>
                  <a:lnTo>
                    <a:pt x="3785612" y="1979885"/>
                  </a:lnTo>
                  <a:lnTo>
                    <a:pt x="3785799" y="1980238"/>
                  </a:lnTo>
                  <a:lnTo>
                    <a:pt x="3785986" y="1980957"/>
                  </a:lnTo>
                  <a:lnTo>
                    <a:pt x="3786173" y="1982172"/>
                  </a:lnTo>
                  <a:lnTo>
                    <a:pt x="3786360" y="1983492"/>
                  </a:lnTo>
                  <a:lnTo>
                    <a:pt x="3786547" y="1984812"/>
                  </a:lnTo>
                  <a:lnTo>
                    <a:pt x="3786734" y="1986438"/>
                  </a:lnTo>
                  <a:lnTo>
                    <a:pt x="3786921" y="1988237"/>
                  </a:lnTo>
                  <a:lnTo>
                    <a:pt x="3787108" y="1990201"/>
                  </a:lnTo>
                  <a:lnTo>
                    <a:pt x="3787294" y="1992536"/>
                  </a:lnTo>
                  <a:lnTo>
                    <a:pt x="3787481" y="1995507"/>
                  </a:lnTo>
                  <a:lnTo>
                    <a:pt x="3787668" y="1999335"/>
                  </a:lnTo>
                  <a:lnTo>
                    <a:pt x="3787855" y="2002760"/>
                  </a:lnTo>
                  <a:lnTo>
                    <a:pt x="3788042" y="2006267"/>
                  </a:lnTo>
                  <a:lnTo>
                    <a:pt x="3788229" y="2010294"/>
                  </a:lnTo>
                  <a:lnTo>
                    <a:pt x="3788416" y="2014882"/>
                  </a:lnTo>
                  <a:lnTo>
                    <a:pt x="3788603" y="2019404"/>
                  </a:lnTo>
                  <a:lnTo>
                    <a:pt x="3788790" y="2023431"/>
                  </a:lnTo>
                  <a:lnTo>
                    <a:pt x="3788977" y="2027144"/>
                  </a:lnTo>
                  <a:lnTo>
                    <a:pt x="3789164" y="2030527"/>
                  </a:lnTo>
                  <a:lnTo>
                    <a:pt x="3789351" y="2033795"/>
                  </a:lnTo>
                  <a:lnTo>
                    <a:pt x="3789538" y="2036782"/>
                  </a:lnTo>
                  <a:lnTo>
                    <a:pt x="3789724" y="2039901"/>
                  </a:lnTo>
                  <a:lnTo>
                    <a:pt x="3789911" y="2042889"/>
                  </a:lnTo>
                  <a:lnTo>
                    <a:pt x="3790098" y="2044357"/>
                  </a:lnTo>
                  <a:lnTo>
                    <a:pt x="3790285" y="2045641"/>
                  </a:lnTo>
                  <a:lnTo>
                    <a:pt x="3790472" y="2046446"/>
                  </a:lnTo>
                  <a:lnTo>
                    <a:pt x="3790659" y="2047166"/>
                  </a:lnTo>
                  <a:lnTo>
                    <a:pt x="3790846" y="2047774"/>
                  </a:lnTo>
                  <a:lnTo>
                    <a:pt x="3791033" y="2048058"/>
                  </a:lnTo>
                  <a:lnTo>
                    <a:pt x="3791220" y="2047301"/>
                  </a:lnTo>
                  <a:lnTo>
                    <a:pt x="3791407" y="2046852"/>
                  </a:lnTo>
                  <a:lnTo>
                    <a:pt x="3791594" y="2046789"/>
                  </a:lnTo>
                  <a:lnTo>
                    <a:pt x="3791781" y="2046847"/>
                  </a:lnTo>
                  <a:lnTo>
                    <a:pt x="3791967" y="2046971"/>
                  </a:lnTo>
                  <a:lnTo>
                    <a:pt x="3792154" y="2047129"/>
                  </a:lnTo>
                  <a:lnTo>
                    <a:pt x="3792341" y="2047245"/>
                  </a:lnTo>
                  <a:lnTo>
                    <a:pt x="3792528" y="2047264"/>
                  </a:lnTo>
                  <a:lnTo>
                    <a:pt x="3792715" y="2047436"/>
                  </a:lnTo>
                  <a:lnTo>
                    <a:pt x="3792902" y="2047793"/>
                  </a:lnTo>
                  <a:lnTo>
                    <a:pt x="3793089" y="2048087"/>
                  </a:lnTo>
                  <a:lnTo>
                    <a:pt x="3793276" y="2048547"/>
                  </a:lnTo>
                  <a:lnTo>
                    <a:pt x="3793463" y="2049164"/>
                  </a:lnTo>
                  <a:lnTo>
                    <a:pt x="3793650" y="2049494"/>
                  </a:lnTo>
                  <a:lnTo>
                    <a:pt x="3793837" y="2049685"/>
                  </a:lnTo>
                  <a:lnTo>
                    <a:pt x="3794024" y="2049951"/>
                  </a:lnTo>
                  <a:lnTo>
                    <a:pt x="3794211" y="2050348"/>
                  </a:lnTo>
                  <a:lnTo>
                    <a:pt x="3794397" y="2051024"/>
                  </a:lnTo>
                  <a:lnTo>
                    <a:pt x="3794584" y="2052208"/>
                  </a:lnTo>
                  <a:lnTo>
                    <a:pt x="3794771" y="2053368"/>
                  </a:lnTo>
                  <a:lnTo>
                    <a:pt x="3794958" y="2054527"/>
                  </a:lnTo>
                  <a:lnTo>
                    <a:pt x="3795145" y="2055688"/>
                  </a:lnTo>
                  <a:lnTo>
                    <a:pt x="3795332" y="2056598"/>
                  </a:lnTo>
                  <a:lnTo>
                    <a:pt x="3795519" y="2057310"/>
                  </a:lnTo>
                  <a:lnTo>
                    <a:pt x="3795706" y="2057824"/>
                  </a:lnTo>
                  <a:lnTo>
                    <a:pt x="3795893" y="2058271"/>
                  </a:lnTo>
                  <a:lnTo>
                    <a:pt x="3796080" y="2058599"/>
                  </a:lnTo>
                  <a:lnTo>
                    <a:pt x="3796267" y="2058692"/>
                  </a:lnTo>
                  <a:lnTo>
                    <a:pt x="3796454" y="2059467"/>
                  </a:lnTo>
                  <a:lnTo>
                    <a:pt x="3796640" y="2060194"/>
                  </a:lnTo>
                  <a:lnTo>
                    <a:pt x="3796827" y="2060713"/>
                  </a:lnTo>
                  <a:lnTo>
                    <a:pt x="3797014" y="2061109"/>
                  </a:lnTo>
                  <a:lnTo>
                    <a:pt x="3797201" y="2061192"/>
                  </a:lnTo>
                  <a:lnTo>
                    <a:pt x="3797388" y="2061324"/>
                  </a:lnTo>
                  <a:lnTo>
                    <a:pt x="3797575" y="2061217"/>
                  </a:lnTo>
                  <a:lnTo>
                    <a:pt x="3797762" y="2060994"/>
                  </a:lnTo>
                  <a:lnTo>
                    <a:pt x="3797949" y="2060713"/>
                  </a:lnTo>
                  <a:lnTo>
                    <a:pt x="3798136" y="2060548"/>
                  </a:lnTo>
                  <a:lnTo>
                    <a:pt x="3798323" y="2060111"/>
                  </a:lnTo>
                  <a:lnTo>
                    <a:pt x="3798510" y="2059451"/>
                  </a:lnTo>
                  <a:lnTo>
                    <a:pt x="3798697" y="2058782"/>
                  </a:lnTo>
                  <a:lnTo>
                    <a:pt x="3798884" y="2057858"/>
                  </a:lnTo>
                  <a:lnTo>
                    <a:pt x="3799070" y="2056554"/>
                  </a:lnTo>
                  <a:lnTo>
                    <a:pt x="3799257" y="2055377"/>
                  </a:lnTo>
                  <a:lnTo>
                    <a:pt x="3799444" y="2054424"/>
                  </a:lnTo>
                  <a:lnTo>
                    <a:pt x="3799631" y="2053622"/>
                  </a:lnTo>
                  <a:lnTo>
                    <a:pt x="3799818" y="2052401"/>
                  </a:lnTo>
                  <a:lnTo>
                    <a:pt x="3800005" y="2051388"/>
                  </a:lnTo>
                  <a:lnTo>
                    <a:pt x="3800192" y="2050679"/>
                  </a:lnTo>
                  <a:lnTo>
                    <a:pt x="3800379" y="2049788"/>
                  </a:lnTo>
                  <a:lnTo>
                    <a:pt x="3800566" y="2048622"/>
                  </a:lnTo>
                  <a:lnTo>
                    <a:pt x="3800753" y="2047430"/>
                  </a:lnTo>
                  <a:lnTo>
                    <a:pt x="3800940" y="2046340"/>
                  </a:lnTo>
                  <a:lnTo>
                    <a:pt x="3801127" y="2045597"/>
                  </a:lnTo>
                  <a:lnTo>
                    <a:pt x="3801314" y="2045342"/>
                  </a:lnTo>
                  <a:lnTo>
                    <a:pt x="3801500" y="2045461"/>
                  </a:lnTo>
                  <a:lnTo>
                    <a:pt x="3801687" y="2046386"/>
                  </a:lnTo>
                  <a:lnTo>
                    <a:pt x="3801874" y="2048366"/>
                  </a:lnTo>
                  <a:lnTo>
                    <a:pt x="3802061" y="2051361"/>
                  </a:lnTo>
                  <a:lnTo>
                    <a:pt x="3802248" y="2054881"/>
                  </a:lnTo>
                  <a:lnTo>
                    <a:pt x="3802435" y="2058440"/>
                  </a:lnTo>
                  <a:lnTo>
                    <a:pt x="3802622" y="2061987"/>
                  </a:lnTo>
                  <a:lnTo>
                    <a:pt x="3802809" y="2065501"/>
                  </a:lnTo>
                  <a:lnTo>
                    <a:pt x="3802996" y="2068310"/>
                  </a:lnTo>
                  <a:lnTo>
                    <a:pt x="3803183" y="2071396"/>
                  </a:lnTo>
                  <a:lnTo>
                    <a:pt x="3803370" y="2075418"/>
                  </a:lnTo>
                  <a:lnTo>
                    <a:pt x="3803557" y="2079288"/>
                  </a:lnTo>
                  <a:lnTo>
                    <a:pt x="3803743" y="2083661"/>
                  </a:lnTo>
                  <a:lnTo>
                    <a:pt x="3803930" y="2087870"/>
                  </a:lnTo>
                  <a:lnTo>
                    <a:pt x="3804117" y="2091665"/>
                  </a:lnTo>
                  <a:lnTo>
                    <a:pt x="3804304" y="2095206"/>
                  </a:lnTo>
                  <a:lnTo>
                    <a:pt x="3804491" y="2098127"/>
                  </a:lnTo>
                  <a:lnTo>
                    <a:pt x="3804678" y="2100173"/>
                  </a:lnTo>
                  <a:lnTo>
                    <a:pt x="3804865" y="2101452"/>
                  </a:lnTo>
                  <a:lnTo>
                    <a:pt x="3805052" y="2102442"/>
                  </a:lnTo>
                  <a:lnTo>
                    <a:pt x="3805239" y="2103325"/>
                  </a:lnTo>
                  <a:lnTo>
                    <a:pt x="3805426" y="2104192"/>
                  </a:lnTo>
                  <a:lnTo>
                    <a:pt x="3805613" y="2105306"/>
                  </a:lnTo>
                  <a:lnTo>
                    <a:pt x="3805800" y="2106445"/>
                  </a:lnTo>
                  <a:lnTo>
                    <a:pt x="3805987" y="2107451"/>
                  </a:lnTo>
                  <a:lnTo>
                    <a:pt x="3806173" y="2108309"/>
                  </a:lnTo>
                  <a:lnTo>
                    <a:pt x="3806360" y="2109333"/>
                  </a:lnTo>
                  <a:lnTo>
                    <a:pt x="3806547" y="2109976"/>
                  </a:lnTo>
                  <a:lnTo>
                    <a:pt x="3806734" y="2111016"/>
                  </a:lnTo>
                  <a:lnTo>
                    <a:pt x="3806921" y="2112501"/>
                  </a:lnTo>
                  <a:lnTo>
                    <a:pt x="3807108" y="2114317"/>
                  </a:lnTo>
                  <a:lnTo>
                    <a:pt x="3807295" y="2116388"/>
                  </a:lnTo>
                  <a:lnTo>
                    <a:pt x="3807482" y="2119119"/>
                  </a:lnTo>
                  <a:lnTo>
                    <a:pt x="3807669" y="2122329"/>
                  </a:lnTo>
                  <a:lnTo>
                    <a:pt x="3807856" y="2126067"/>
                  </a:lnTo>
                  <a:lnTo>
                    <a:pt x="3808043" y="2130367"/>
                  </a:lnTo>
                  <a:lnTo>
                    <a:pt x="3808230" y="2135194"/>
                  </a:lnTo>
                  <a:lnTo>
                    <a:pt x="3808417" y="2140714"/>
                  </a:lnTo>
                  <a:lnTo>
                    <a:pt x="3808603" y="2146870"/>
                  </a:lnTo>
                  <a:lnTo>
                    <a:pt x="3808790" y="2153092"/>
                  </a:lnTo>
                  <a:lnTo>
                    <a:pt x="3808977" y="2159364"/>
                  </a:lnTo>
                  <a:lnTo>
                    <a:pt x="3809164" y="2165858"/>
                  </a:lnTo>
                  <a:lnTo>
                    <a:pt x="3809351" y="2172698"/>
                  </a:lnTo>
                  <a:lnTo>
                    <a:pt x="3809538" y="2179143"/>
                  </a:lnTo>
                  <a:lnTo>
                    <a:pt x="3809725" y="2185464"/>
                  </a:lnTo>
                  <a:lnTo>
                    <a:pt x="3809912" y="2192016"/>
                  </a:lnTo>
                  <a:lnTo>
                    <a:pt x="3810099" y="2198651"/>
                  </a:lnTo>
                  <a:lnTo>
                    <a:pt x="3810286" y="2205285"/>
                  </a:lnTo>
                  <a:lnTo>
                    <a:pt x="3810473" y="2209720"/>
                  </a:lnTo>
                  <a:lnTo>
                    <a:pt x="3810660" y="2214094"/>
                  </a:lnTo>
                  <a:lnTo>
                    <a:pt x="3810846" y="2218242"/>
                  </a:lnTo>
                  <a:lnTo>
                    <a:pt x="3811033" y="2222136"/>
                  </a:lnTo>
                  <a:lnTo>
                    <a:pt x="3811220" y="2225526"/>
                  </a:lnTo>
                  <a:lnTo>
                    <a:pt x="3811407" y="2228489"/>
                  </a:lnTo>
                  <a:lnTo>
                    <a:pt x="3811594" y="2231651"/>
                  </a:lnTo>
                  <a:lnTo>
                    <a:pt x="3811781" y="2235039"/>
                  </a:lnTo>
                  <a:lnTo>
                    <a:pt x="3811968" y="2238605"/>
                  </a:lnTo>
                  <a:lnTo>
                    <a:pt x="3812155" y="2241168"/>
                  </a:lnTo>
                  <a:lnTo>
                    <a:pt x="3812342" y="2243773"/>
                  </a:lnTo>
                  <a:lnTo>
                    <a:pt x="3812529" y="2246429"/>
                  </a:lnTo>
                  <a:lnTo>
                    <a:pt x="3812716" y="2248883"/>
                  </a:lnTo>
                  <a:lnTo>
                    <a:pt x="3812903" y="2251370"/>
                  </a:lnTo>
                  <a:lnTo>
                    <a:pt x="3813090" y="2253839"/>
                  </a:lnTo>
                  <a:lnTo>
                    <a:pt x="3813276" y="2256542"/>
                  </a:lnTo>
                  <a:lnTo>
                    <a:pt x="3813463" y="2258709"/>
                  </a:lnTo>
                  <a:lnTo>
                    <a:pt x="3813650" y="2261652"/>
                  </a:lnTo>
                  <a:lnTo>
                    <a:pt x="3813837" y="2264554"/>
                  </a:lnTo>
                  <a:lnTo>
                    <a:pt x="3814024" y="2267460"/>
                  </a:lnTo>
                  <a:lnTo>
                    <a:pt x="3814211" y="2269761"/>
                  </a:lnTo>
                  <a:lnTo>
                    <a:pt x="3814398" y="2272004"/>
                  </a:lnTo>
                  <a:lnTo>
                    <a:pt x="3814585" y="2273764"/>
                  </a:lnTo>
                  <a:lnTo>
                    <a:pt x="3814772" y="2275318"/>
                  </a:lnTo>
                  <a:lnTo>
                    <a:pt x="3814959" y="2277036"/>
                  </a:lnTo>
                  <a:lnTo>
                    <a:pt x="3815146" y="2278822"/>
                  </a:lnTo>
                  <a:lnTo>
                    <a:pt x="3815333" y="2280592"/>
                  </a:lnTo>
                  <a:lnTo>
                    <a:pt x="3815519" y="2282255"/>
                  </a:lnTo>
                  <a:lnTo>
                    <a:pt x="3815706" y="2283465"/>
                  </a:lnTo>
                  <a:lnTo>
                    <a:pt x="3815893" y="2284689"/>
                  </a:lnTo>
                  <a:lnTo>
                    <a:pt x="3816080" y="2285604"/>
                  </a:lnTo>
                  <a:lnTo>
                    <a:pt x="3816267" y="2286185"/>
                  </a:lnTo>
                  <a:lnTo>
                    <a:pt x="3816454" y="2286500"/>
                  </a:lnTo>
                  <a:lnTo>
                    <a:pt x="3816641" y="2286798"/>
                  </a:lnTo>
                  <a:lnTo>
                    <a:pt x="3816828" y="2287163"/>
                  </a:lnTo>
                  <a:lnTo>
                    <a:pt x="3817015" y="2287478"/>
                  </a:lnTo>
                  <a:lnTo>
                    <a:pt x="3817202" y="2287669"/>
                  </a:lnTo>
                  <a:lnTo>
                    <a:pt x="3817389" y="2287944"/>
                  </a:lnTo>
                  <a:lnTo>
                    <a:pt x="3817576" y="2288353"/>
                  </a:lnTo>
                  <a:lnTo>
                    <a:pt x="3817763" y="2288317"/>
                  </a:lnTo>
                  <a:lnTo>
                    <a:pt x="3817949" y="2288099"/>
                  </a:lnTo>
                  <a:lnTo>
                    <a:pt x="3818136" y="2288023"/>
                  </a:lnTo>
                  <a:lnTo>
                    <a:pt x="3818323" y="2287946"/>
                  </a:lnTo>
                  <a:lnTo>
                    <a:pt x="3818510" y="2287803"/>
                  </a:lnTo>
                  <a:lnTo>
                    <a:pt x="3818697" y="2287435"/>
                  </a:lnTo>
                  <a:lnTo>
                    <a:pt x="3818884" y="2287156"/>
                  </a:lnTo>
                  <a:lnTo>
                    <a:pt x="3819071" y="2287330"/>
                  </a:lnTo>
                  <a:lnTo>
                    <a:pt x="3819258" y="2287540"/>
                  </a:lnTo>
                  <a:lnTo>
                    <a:pt x="3819445" y="2287747"/>
                  </a:lnTo>
                  <a:lnTo>
                    <a:pt x="3819632" y="2287444"/>
                  </a:lnTo>
                  <a:lnTo>
                    <a:pt x="3819819" y="2287560"/>
                  </a:lnTo>
                  <a:lnTo>
                    <a:pt x="3820006" y="2288008"/>
                  </a:lnTo>
                  <a:lnTo>
                    <a:pt x="3820193" y="2288655"/>
                  </a:lnTo>
                  <a:lnTo>
                    <a:pt x="3820379" y="2289779"/>
                  </a:lnTo>
                  <a:lnTo>
                    <a:pt x="3820566" y="2291244"/>
                  </a:lnTo>
                  <a:lnTo>
                    <a:pt x="3820753" y="2293081"/>
                  </a:lnTo>
                  <a:lnTo>
                    <a:pt x="3820940" y="2295140"/>
                  </a:lnTo>
                  <a:lnTo>
                    <a:pt x="3821127" y="2297216"/>
                  </a:lnTo>
                  <a:lnTo>
                    <a:pt x="3821314" y="2299170"/>
                  </a:lnTo>
                  <a:lnTo>
                    <a:pt x="3821501" y="2301244"/>
                  </a:lnTo>
                  <a:lnTo>
                    <a:pt x="3821688" y="2303194"/>
                  </a:lnTo>
                  <a:lnTo>
                    <a:pt x="3821875" y="2304940"/>
                  </a:lnTo>
                  <a:lnTo>
                    <a:pt x="3822062" y="2306739"/>
                  </a:lnTo>
                  <a:lnTo>
                    <a:pt x="3822249" y="2308759"/>
                  </a:lnTo>
                  <a:lnTo>
                    <a:pt x="3822436" y="2310868"/>
                  </a:lnTo>
                  <a:lnTo>
                    <a:pt x="3822622" y="2312892"/>
                  </a:lnTo>
                  <a:lnTo>
                    <a:pt x="3822809" y="2314586"/>
                  </a:lnTo>
                  <a:lnTo>
                    <a:pt x="3822996" y="2315609"/>
                  </a:lnTo>
                  <a:lnTo>
                    <a:pt x="3823183" y="2316040"/>
                  </a:lnTo>
                  <a:lnTo>
                    <a:pt x="3823370" y="2315808"/>
                  </a:lnTo>
                  <a:lnTo>
                    <a:pt x="3823557" y="2315014"/>
                  </a:lnTo>
                  <a:lnTo>
                    <a:pt x="3823744" y="2314313"/>
                  </a:lnTo>
                  <a:lnTo>
                    <a:pt x="3823931" y="2313488"/>
                  </a:lnTo>
                  <a:lnTo>
                    <a:pt x="3824118" y="2312827"/>
                  </a:lnTo>
                  <a:lnTo>
                    <a:pt x="3824305" y="2311986"/>
                  </a:lnTo>
                  <a:lnTo>
                    <a:pt x="3824492" y="2311086"/>
                  </a:lnTo>
                  <a:lnTo>
                    <a:pt x="3824679" y="2310418"/>
                  </a:lnTo>
                  <a:lnTo>
                    <a:pt x="3824866" y="2309461"/>
                  </a:lnTo>
                  <a:lnTo>
                    <a:pt x="3825052" y="2308140"/>
                  </a:lnTo>
                  <a:lnTo>
                    <a:pt x="3825239" y="2306820"/>
                  </a:lnTo>
                  <a:lnTo>
                    <a:pt x="3825426" y="2305500"/>
                  </a:lnTo>
                  <a:lnTo>
                    <a:pt x="3825613" y="2304237"/>
                  </a:lnTo>
                  <a:lnTo>
                    <a:pt x="3825800" y="2303379"/>
                  </a:lnTo>
                  <a:lnTo>
                    <a:pt x="3825987" y="2303156"/>
                  </a:lnTo>
                  <a:lnTo>
                    <a:pt x="3826174" y="2303668"/>
                  </a:lnTo>
                  <a:lnTo>
                    <a:pt x="3826361" y="2304328"/>
                  </a:lnTo>
                  <a:lnTo>
                    <a:pt x="3826548" y="2304988"/>
                  </a:lnTo>
                  <a:lnTo>
                    <a:pt x="3826735" y="2305591"/>
                  </a:lnTo>
                  <a:lnTo>
                    <a:pt x="3826922" y="2306251"/>
                  </a:lnTo>
                  <a:lnTo>
                    <a:pt x="3827109" y="2307092"/>
                  </a:lnTo>
                  <a:lnTo>
                    <a:pt x="3827295" y="2308058"/>
                  </a:lnTo>
                  <a:lnTo>
                    <a:pt x="3827482" y="2309172"/>
                  </a:lnTo>
                  <a:lnTo>
                    <a:pt x="3827669" y="2310327"/>
                  </a:lnTo>
                  <a:lnTo>
                    <a:pt x="3827856" y="2311672"/>
                  </a:lnTo>
                  <a:lnTo>
                    <a:pt x="3828043" y="2313157"/>
                  </a:lnTo>
                  <a:lnTo>
                    <a:pt x="3828230" y="2314643"/>
                  </a:lnTo>
                  <a:lnTo>
                    <a:pt x="3828417" y="2316186"/>
                  </a:lnTo>
                  <a:lnTo>
                    <a:pt x="3828604" y="2317803"/>
                  </a:lnTo>
                  <a:lnTo>
                    <a:pt x="3828791" y="2318868"/>
                  </a:lnTo>
                  <a:lnTo>
                    <a:pt x="3828978" y="2319520"/>
                  </a:lnTo>
                  <a:lnTo>
                    <a:pt x="3829165" y="2320180"/>
                  </a:lnTo>
                  <a:lnTo>
                    <a:pt x="3829352" y="2320906"/>
                  </a:lnTo>
                  <a:lnTo>
                    <a:pt x="3829539" y="2321789"/>
                  </a:lnTo>
                  <a:lnTo>
                    <a:pt x="3829725" y="2322754"/>
                  </a:lnTo>
                  <a:lnTo>
                    <a:pt x="3829912" y="2323745"/>
                  </a:lnTo>
                  <a:lnTo>
                    <a:pt x="3830099" y="2324636"/>
                  </a:lnTo>
                  <a:lnTo>
                    <a:pt x="3830286" y="2325139"/>
                  </a:lnTo>
                  <a:lnTo>
                    <a:pt x="3830473" y="2325494"/>
                  </a:lnTo>
                  <a:lnTo>
                    <a:pt x="3830660" y="2325634"/>
                  </a:lnTo>
                  <a:lnTo>
                    <a:pt x="3830847" y="2325634"/>
                  </a:lnTo>
                  <a:lnTo>
                    <a:pt x="3831034" y="2325750"/>
                  </a:lnTo>
                  <a:lnTo>
                    <a:pt x="3831221" y="2326022"/>
                  </a:lnTo>
                  <a:lnTo>
                    <a:pt x="3831408" y="2326187"/>
                  </a:lnTo>
                  <a:lnTo>
                    <a:pt x="3831595" y="2326352"/>
                  </a:lnTo>
                  <a:lnTo>
                    <a:pt x="3831782" y="2326517"/>
                  </a:lnTo>
                  <a:lnTo>
                    <a:pt x="3831969" y="2326682"/>
                  </a:lnTo>
                  <a:lnTo>
                    <a:pt x="3832155" y="2326847"/>
                  </a:lnTo>
                  <a:lnTo>
                    <a:pt x="3832342" y="2327012"/>
                  </a:lnTo>
                  <a:lnTo>
                    <a:pt x="3832529" y="2327153"/>
                  </a:lnTo>
                  <a:lnTo>
                    <a:pt x="3832716" y="2327483"/>
                  </a:lnTo>
                  <a:lnTo>
                    <a:pt x="3832903" y="2327879"/>
                  </a:lnTo>
                  <a:lnTo>
                    <a:pt x="3833090" y="2328366"/>
                  </a:lnTo>
                  <a:lnTo>
                    <a:pt x="3833277" y="2328836"/>
                  </a:lnTo>
                  <a:lnTo>
                    <a:pt x="3833464" y="2329414"/>
                  </a:lnTo>
                  <a:lnTo>
                    <a:pt x="3833651" y="2330074"/>
                  </a:lnTo>
                  <a:lnTo>
                    <a:pt x="3833838" y="2330478"/>
                  </a:lnTo>
                  <a:lnTo>
                    <a:pt x="3834025" y="2330552"/>
                  </a:lnTo>
                  <a:lnTo>
                    <a:pt x="3834212" y="2330552"/>
                  </a:lnTo>
                  <a:lnTo>
                    <a:pt x="3834398" y="2330478"/>
                  </a:lnTo>
                  <a:lnTo>
                    <a:pt x="3834585" y="2330404"/>
                  </a:lnTo>
                  <a:lnTo>
                    <a:pt x="3834772" y="2330462"/>
                  </a:lnTo>
                  <a:lnTo>
                    <a:pt x="3834959" y="2330536"/>
                  </a:lnTo>
                  <a:lnTo>
                    <a:pt x="3835146" y="2330272"/>
                  </a:lnTo>
                  <a:lnTo>
                    <a:pt x="3835333" y="2329537"/>
                  </a:lnTo>
                  <a:lnTo>
                    <a:pt x="3835520" y="2328027"/>
                  </a:lnTo>
                  <a:lnTo>
                    <a:pt x="3835707" y="2326649"/>
                  </a:lnTo>
                  <a:lnTo>
                    <a:pt x="3835894" y="2325205"/>
                  </a:lnTo>
                  <a:lnTo>
                    <a:pt x="3836081" y="2323662"/>
                  </a:lnTo>
                  <a:lnTo>
                    <a:pt x="3836268" y="2321979"/>
                  </a:lnTo>
                  <a:lnTo>
                    <a:pt x="3836455" y="2320485"/>
                  </a:lnTo>
                  <a:lnTo>
                    <a:pt x="3836642" y="2318651"/>
                  </a:lnTo>
                  <a:lnTo>
                    <a:pt x="3836828" y="2317565"/>
                  </a:lnTo>
                  <a:lnTo>
                    <a:pt x="3837015" y="2316425"/>
                  </a:lnTo>
                  <a:lnTo>
                    <a:pt x="3837202" y="2315334"/>
                  </a:lnTo>
                  <a:lnTo>
                    <a:pt x="3837389" y="2314223"/>
                  </a:lnTo>
                  <a:lnTo>
                    <a:pt x="3837576" y="2312746"/>
                  </a:lnTo>
                  <a:lnTo>
                    <a:pt x="3837763" y="2311563"/>
                  </a:lnTo>
                  <a:lnTo>
                    <a:pt x="3837950" y="2310841"/>
                  </a:lnTo>
                  <a:lnTo>
                    <a:pt x="3838137" y="2310319"/>
                  </a:lnTo>
                  <a:lnTo>
                    <a:pt x="3838324" y="2310081"/>
                  </a:lnTo>
                  <a:lnTo>
                    <a:pt x="3838511" y="2309510"/>
                  </a:lnTo>
                  <a:lnTo>
                    <a:pt x="3838698" y="2308985"/>
                  </a:lnTo>
                  <a:lnTo>
                    <a:pt x="3838885" y="2308437"/>
                  </a:lnTo>
                  <a:lnTo>
                    <a:pt x="3839072" y="2307973"/>
                  </a:lnTo>
                  <a:lnTo>
                    <a:pt x="3839258" y="2307352"/>
                  </a:lnTo>
                  <a:lnTo>
                    <a:pt x="3839445" y="2306357"/>
                  </a:lnTo>
                  <a:lnTo>
                    <a:pt x="3839632" y="2304906"/>
                  </a:lnTo>
                  <a:lnTo>
                    <a:pt x="3839819" y="2303242"/>
                  </a:lnTo>
                  <a:lnTo>
                    <a:pt x="3840006" y="2301801"/>
                  </a:lnTo>
                  <a:lnTo>
                    <a:pt x="3840193" y="2298806"/>
                  </a:lnTo>
                  <a:lnTo>
                    <a:pt x="3840380" y="2296245"/>
                  </a:lnTo>
                  <a:lnTo>
                    <a:pt x="3840567" y="2293060"/>
                  </a:lnTo>
                  <a:lnTo>
                    <a:pt x="3840754" y="2289179"/>
                  </a:lnTo>
                  <a:lnTo>
                    <a:pt x="3840941" y="2285622"/>
                  </a:lnTo>
                  <a:lnTo>
                    <a:pt x="3841128" y="2282024"/>
                  </a:lnTo>
                  <a:lnTo>
                    <a:pt x="3841315" y="2278757"/>
                  </a:lnTo>
                  <a:lnTo>
                    <a:pt x="3841501" y="2275604"/>
                  </a:lnTo>
                  <a:lnTo>
                    <a:pt x="3841688" y="2272427"/>
                  </a:lnTo>
                  <a:lnTo>
                    <a:pt x="3841875" y="2270017"/>
                  </a:lnTo>
                  <a:lnTo>
                    <a:pt x="3842062" y="2267655"/>
                  </a:lnTo>
                  <a:lnTo>
                    <a:pt x="3842249" y="2265577"/>
                  </a:lnTo>
                  <a:lnTo>
                    <a:pt x="3842436" y="2263390"/>
                  </a:lnTo>
                  <a:lnTo>
                    <a:pt x="3842623" y="2261124"/>
                  </a:lnTo>
                  <a:lnTo>
                    <a:pt x="3842810" y="2258772"/>
                  </a:lnTo>
                  <a:lnTo>
                    <a:pt x="3842997" y="2256247"/>
                  </a:lnTo>
                  <a:lnTo>
                    <a:pt x="3843184" y="2253694"/>
                  </a:lnTo>
                  <a:lnTo>
                    <a:pt x="3843371" y="2251624"/>
                  </a:lnTo>
                  <a:lnTo>
                    <a:pt x="3843558" y="2249716"/>
                  </a:lnTo>
                  <a:lnTo>
                    <a:pt x="3843745" y="2247814"/>
                  </a:lnTo>
                  <a:lnTo>
                    <a:pt x="3843931" y="2246226"/>
                  </a:lnTo>
                  <a:lnTo>
                    <a:pt x="3844118" y="2244490"/>
                  </a:lnTo>
                  <a:lnTo>
                    <a:pt x="3844305" y="2242433"/>
                  </a:lnTo>
                  <a:lnTo>
                    <a:pt x="3844492" y="2240041"/>
                  </a:lnTo>
                  <a:lnTo>
                    <a:pt x="3844679" y="2237647"/>
                  </a:lnTo>
                  <a:lnTo>
                    <a:pt x="3844866" y="2235169"/>
                  </a:lnTo>
                  <a:lnTo>
                    <a:pt x="3845053" y="2232557"/>
                  </a:lnTo>
                  <a:lnTo>
                    <a:pt x="3845240" y="2229333"/>
                  </a:lnTo>
                  <a:lnTo>
                    <a:pt x="3845427" y="2226248"/>
                  </a:lnTo>
                  <a:lnTo>
                    <a:pt x="3845614" y="2222739"/>
                  </a:lnTo>
                  <a:lnTo>
                    <a:pt x="3845801" y="2219650"/>
                  </a:lnTo>
                  <a:lnTo>
                    <a:pt x="3845988" y="2216221"/>
                  </a:lnTo>
                  <a:lnTo>
                    <a:pt x="3846174" y="2212358"/>
                  </a:lnTo>
                  <a:lnTo>
                    <a:pt x="3846361" y="2208373"/>
                  </a:lnTo>
                  <a:lnTo>
                    <a:pt x="3846548" y="2205062"/>
                  </a:lnTo>
                  <a:lnTo>
                    <a:pt x="3846735" y="2201803"/>
                  </a:lnTo>
                  <a:lnTo>
                    <a:pt x="3846922" y="2198612"/>
                  </a:lnTo>
                  <a:lnTo>
                    <a:pt x="3847109" y="2194668"/>
                  </a:lnTo>
                  <a:lnTo>
                    <a:pt x="3847296" y="2191063"/>
                  </a:lnTo>
                  <a:lnTo>
                    <a:pt x="3847483" y="2187597"/>
                  </a:lnTo>
                  <a:lnTo>
                    <a:pt x="3847670" y="2184308"/>
                  </a:lnTo>
                  <a:lnTo>
                    <a:pt x="3847857" y="2181153"/>
                  </a:lnTo>
                  <a:lnTo>
                    <a:pt x="3848044" y="2178074"/>
                  </a:lnTo>
                  <a:lnTo>
                    <a:pt x="3848231" y="2175072"/>
                  </a:lnTo>
                  <a:lnTo>
                    <a:pt x="3848418" y="2172522"/>
                  </a:lnTo>
                  <a:lnTo>
                    <a:pt x="3848604" y="2170700"/>
                  </a:lnTo>
                  <a:lnTo>
                    <a:pt x="3848791" y="2169229"/>
                  </a:lnTo>
                  <a:lnTo>
                    <a:pt x="3848978" y="2167395"/>
                  </a:lnTo>
                  <a:lnTo>
                    <a:pt x="3849165" y="2165688"/>
                  </a:lnTo>
                  <a:lnTo>
                    <a:pt x="3849352" y="2164031"/>
                  </a:lnTo>
                  <a:lnTo>
                    <a:pt x="3849539" y="2161745"/>
                  </a:lnTo>
                  <a:lnTo>
                    <a:pt x="3849726" y="2159451"/>
                  </a:lnTo>
                  <a:lnTo>
                    <a:pt x="3849913" y="2157330"/>
                  </a:lnTo>
                  <a:lnTo>
                    <a:pt x="3850100" y="2155424"/>
                  </a:lnTo>
                  <a:lnTo>
                    <a:pt x="3850287" y="2153534"/>
                  </a:lnTo>
                  <a:lnTo>
                    <a:pt x="3850474" y="2151686"/>
                  </a:lnTo>
                  <a:lnTo>
                    <a:pt x="3850661" y="2149871"/>
                  </a:lnTo>
                  <a:lnTo>
                    <a:pt x="3850848" y="2147997"/>
                  </a:lnTo>
                  <a:lnTo>
                    <a:pt x="3851034" y="2145910"/>
                  </a:lnTo>
                  <a:lnTo>
                    <a:pt x="3851221" y="2143814"/>
                  </a:lnTo>
                  <a:lnTo>
                    <a:pt x="3851408" y="2141751"/>
                  </a:lnTo>
                  <a:lnTo>
                    <a:pt x="3851595" y="2139506"/>
                  </a:lnTo>
                  <a:lnTo>
                    <a:pt x="3851782" y="2136874"/>
                  </a:lnTo>
                  <a:lnTo>
                    <a:pt x="3851969" y="2133986"/>
                  </a:lnTo>
                  <a:lnTo>
                    <a:pt x="3852156" y="2130603"/>
                  </a:lnTo>
                  <a:lnTo>
                    <a:pt x="3852343" y="2126873"/>
                  </a:lnTo>
                  <a:lnTo>
                    <a:pt x="3852530" y="2124229"/>
                  </a:lnTo>
                  <a:lnTo>
                    <a:pt x="3852717" y="2121710"/>
                  </a:lnTo>
                  <a:lnTo>
                    <a:pt x="3852904" y="2119066"/>
                  </a:lnTo>
                  <a:lnTo>
                    <a:pt x="3853091" y="2116331"/>
                  </a:lnTo>
                  <a:lnTo>
                    <a:pt x="3853277" y="2113383"/>
                  </a:lnTo>
                  <a:lnTo>
                    <a:pt x="3853464" y="2110474"/>
                  </a:lnTo>
                  <a:lnTo>
                    <a:pt x="3853651" y="2107529"/>
                  </a:lnTo>
                  <a:lnTo>
                    <a:pt x="3853838" y="2104536"/>
                  </a:lnTo>
                  <a:lnTo>
                    <a:pt x="3854025" y="2101283"/>
                  </a:lnTo>
                  <a:lnTo>
                    <a:pt x="3854212" y="2097975"/>
                  </a:lnTo>
                  <a:lnTo>
                    <a:pt x="3854399" y="2094927"/>
                  </a:lnTo>
                  <a:lnTo>
                    <a:pt x="3854586" y="2092319"/>
                  </a:lnTo>
                  <a:lnTo>
                    <a:pt x="3854773" y="2089915"/>
                  </a:lnTo>
                  <a:lnTo>
                    <a:pt x="3854960" y="2088010"/>
                  </a:lnTo>
                  <a:lnTo>
                    <a:pt x="3855147" y="2086436"/>
                  </a:lnTo>
                  <a:lnTo>
                    <a:pt x="3855334" y="2084801"/>
                  </a:lnTo>
                  <a:lnTo>
                    <a:pt x="3855521" y="2082767"/>
                  </a:lnTo>
                  <a:lnTo>
                    <a:pt x="3855707" y="2080457"/>
                  </a:lnTo>
                  <a:lnTo>
                    <a:pt x="3855894" y="2078812"/>
                  </a:lnTo>
                  <a:lnTo>
                    <a:pt x="3856081" y="2076802"/>
                  </a:lnTo>
                  <a:lnTo>
                    <a:pt x="3856268" y="2074675"/>
                  </a:lnTo>
                  <a:lnTo>
                    <a:pt x="3856455" y="2072349"/>
                  </a:lnTo>
                  <a:lnTo>
                    <a:pt x="3856642" y="2069614"/>
                  </a:lnTo>
                  <a:lnTo>
                    <a:pt x="3856829" y="2066936"/>
                  </a:lnTo>
                  <a:lnTo>
                    <a:pt x="3857016" y="2064139"/>
                  </a:lnTo>
                  <a:lnTo>
                    <a:pt x="3857203" y="2061137"/>
                  </a:lnTo>
                  <a:lnTo>
                    <a:pt x="3857390" y="2057581"/>
                  </a:lnTo>
                  <a:lnTo>
                    <a:pt x="3857577" y="2053629"/>
                  </a:lnTo>
                  <a:lnTo>
                    <a:pt x="3857764" y="2049365"/>
                  </a:lnTo>
                  <a:lnTo>
                    <a:pt x="3857951" y="2044547"/>
                  </a:lnTo>
                  <a:lnTo>
                    <a:pt x="3858137" y="2039503"/>
                  </a:lnTo>
                  <a:lnTo>
                    <a:pt x="3858324" y="2034607"/>
                  </a:lnTo>
                  <a:lnTo>
                    <a:pt x="3858511" y="2029559"/>
                  </a:lnTo>
                  <a:lnTo>
                    <a:pt x="3858698" y="2022718"/>
                  </a:lnTo>
                  <a:lnTo>
                    <a:pt x="3858885" y="2015597"/>
                  </a:lnTo>
                  <a:lnTo>
                    <a:pt x="3859072" y="2008583"/>
                  </a:lnTo>
                  <a:lnTo>
                    <a:pt x="3859259" y="2001610"/>
                  </a:lnTo>
                  <a:lnTo>
                    <a:pt x="3859446" y="1994612"/>
                  </a:lnTo>
                  <a:lnTo>
                    <a:pt x="3859633" y="1987532"/>
                  </a:lnTo>
                  <a:lnTo>
                    <a:pt x="3859820" y="1980394"/>
                  </a:lnTo>
                  <a:lnTo>
                    <a:pt x="3860007" y="1973364"/>
                  </a:lnTo>
                  <a:lnTo>
                    <a:pt x="3860194" y="1966853"/>
                  </a:lnTo>
                  <a:lnTo>
                    <a:pt x="3860380" y="1961085"/>
                  </a:lnTo>
                  <a:lnTo>
                    <a:pt x="3860567" y="1955787"/>
                  </a:lnTo>
                  <a:lnTo>
                    <a:pt x="3860754" y="1953069"/>
                  </a:lnTo>
                  <a:lnTo>
                    <a:pt x="3860941" y="1950559"/>
                  </a:lnTo>
                  <a:lnTo>
                    <a:pt x="3861128" y="1947936"/>
                  </a:lnTo>
                  <a:lnTo>
                    <a:pt x="3861315" y="1945346"/>
                  </a:lnTo>
                  <a:lnTo>
                    <a:pt x="3861502" y="1942376"/>
                  </a:lnTo>
                  <a:lnTo>
                    <a:pt x="3861689" y="1939581"/>
                  </a:lnTo>
                  <a:lnTo>
                    <a:pt x="3861876" y="1936973"/>
                  </a:lnTo>
                  <a:lnTo>
                    <a:pt x="3862063" y="1934360"/>
                  </a:lnTo>
                  <a:lnTo>
                    <a:pt x="3862250" y="1932536"/>
                  </a:lnTo>
                  <a:lnTo>
                    <a:pt x="3862437" y="1930602"/>
                  </a:lnTo>
                  <a:lnTo>
                    <a:pt x="3862624" y="1928222"/>
                  </a:lnTo>
                  <a:lnTo>
                    <a:pt x="3862810" y="1925278"/>
                  </a:lnTo>
                  <a:lnTo>
                    <a:pt x="3862997" y="1921819"/>
                  </a:lnTo>
                  <a:lnTo>
                    <a:pt x="3863184" y="1917601"/>
                  </a:lnTo>
                  <a:lnTo>
                    <a:pt x="3863371" y="1913030"/>
                  </a:lnTo>
                  <a:lnTo>
                    <a:pt x="3863558" y="1908146"/>
                  </a:lnTo>
                  <a:lnTo>
                    <a:pt x="3863745" y="1903556"/>
                  </a:lnTo>
                  <a:lnTo>
                    <a:pt x="3863932" y="1899092"/>
                  </a:lnTo>
                  <a:lnTo>
                    <a:pt x="3864119" y="1893473"/>
                  </a:lnTo>
                  <a:lnTo>
                    <a:pt x="3864306" y="1888604"/>
                  </a:lnTo>
                  <a:lnTo>
                    <a:pt x="3864493" y="1883909"/>
                  </a:lnTo>
                  <a:lnTo>
                    <a:pt x="3864680" y="1879090"/>
                  </a:lnTo>
                  <a:lnTo>
                    <a:pt x="3864867" y="1873916"/>
                  </a:lnTo>
                  <a:lnTo>
                    <a:pt x="3865053" y="1868065"/>
                  </a:lnTo>
                  <a:lnTo>
                    <a:pt x="3865240" y="1862256"/>
                  </a:lnTo>
                  <a:lnTo>
                    <a:pt x="3865427" y="1857099"/>
                  </a:lnTo>
                  <a:lnTo>
                    <a:pt x="3865614" y="1852411"/>
                  </a:lnTo>
                  <a:lnTo>
                    <a:pt x="3865801" y="1849239"/>
                  </a:lnTo>
                  <a:lnTo>
                    <a:pt x="3865988" y="1846382"/>
                  </a:lnTo>
                  <a:lnTo>
                    <a:pt x="3866175" y="1843588"/>
                  </a:lnTo>
                  <a:lnTo>
                    <a:pt x="3866362" y="1840645"/>
                  </a:lnTo>
                  <a:lnTo>
                    <a:pt x="3866549" y="1837631"/>
                  </a:lnTo>
                  <a:lnTo>
                    <a:pt x="3866736" y="1834689"/>
                  </a:lnTo>
                  <a:lnTo>
                    <a:pt x="3866923" y="1831522"/>
                  </a:lnTo>
                  <a:lnTo>
                    <a:pt x="3867110" y="1828184"/>
                  </a:lnTo>
                  <a:lnTo>
                    <a:pt x="3867297" y="1824792"/>
                  </a:lnTo>
                  <a:lnTo>
                    <a:pt x="3867483" y="1821063"/>
                  </a:lnTo>
                  <a:lnTo>
                    <a:pt x="3867670" y="1817386"/>
                  </a:lnTo>
                  <a:lnTo>
                    <a:pt x="3867857" y="1813355"/>
                  </a:lnTo>
                  <a:lnTo>
                    <a:pt x="3868044" y="1809163"/>
                  </a:lnTo>
                  <a:lnTo>
                    <a:pt x="3868231" y="1804653"/>
                  </a:lnTo>
                  <a:lnTo>
                    <a:pt x="3868418" y="1800202"/>
                  </a:lnTo>
                  <a:lnTo>
                    <a:pt x="3868605" y="1795918"/>
                  </a:lnTo>
                  <a:lnTo>
                    <a:pt x="3868792" y="1791798"/>
                  </a:lnTo>
                  <a:lnTo>
                    <a:pt x="3868979" y="1786533"/>
                  </a:lnTo>
                  <a:lnTo>
                    <a:pt x="3869166" y="1781582"/>
                  </a:lnTo>
                  <a:lnTo>
                    <a:pt x="3869353" y="1776639"/>
                  </a:lnTo>
                  <a:lnTo>
                    <a:pt x="3869540" y="1771862"/>
                  </a:lnTo>
                  <a:lnTo>
                    <a:pt x="3869727" y="1767274"/>
                  </a:lnTo>
                  <a:lnTo>
                    <a:pt x="3869913" y="1762818"/>
                  </a:lnTo>
                  <a:lnTo>
                    <a:pt x="3870100" y="1758436"/>
                  </a:lnTo>
                  <a:lnTo>
                    <a:pt x="3870287" y="1754582"/>
                  </a:lnTo>
                  <a:lnTo>
                    <a:pt x="3870474" y="1751290"/>
                  </a:lnTo>
                  <a:lnTo>
                    <a:pt x="3870661" y="1749136"/>
                  </a:lnTo>
                  <a:lnTo>
                    <a:pt x="3870848" y="1747477"/>
                  </a:lnTo>
                  <a:lnTo>
                    <a:pt x="3871035" y="1745885"/>
                  </a:lnTo>
                  <a:lnTo>
                    <a:pt x="3871222" y="1744482"/>
                  </a:lnTo>
                  <a:lnTo>
                    <a:pt x="3871409" y="1742675"/>
                  </a:lnTo>
                  <a:lnTo>
                    <a:pt x="3871596" y="1740538"/>
                  </a:lnTo>
                  <a:lnTo>
                    <a:pt x="3871783" y="1738310"/>
                  </a:lnTo>
                  <a:lnTo>
                    <a:pt x="3871970" y="1736164"/>
                  </a:lnTo>
                  <a:lnTo>
                    <a:pt x="3872156" y="1733730"/>
                  </a:lnTo>
                  <a:lnTo>
                    <a:pt x="3872343" y="1731040"/>
                  </a:lnTo>
                  <a:lnTo>
                    <a:pt x="3872530" y="1728135"/>
                  </a:lnTo>
                  <a:lnTo>
                    <a:pt x="3872717" y="1725305"/>
                  </a:lnTo>
                  <a:lnTo>
                    <a:pt x="3872904" y="1722615"/>
                  </a:lnTo>
                  <a:lnTo>
                    <a:pt x="3873091" y="1719421"/>
                  </a:lnTo>
                  <a:lnTo>
                    <a:pt x="3873278" y="1716096"/>
                  </a:lnTo>
                  <a:lnTo>
                    <a:pt x="3873465" y="1712473"/>
                  </a:lnTo>
                  <a:lnTo>
                    <a:pt x="3873652" y="1708743"/>
                  </a:lnTo>
                  <a:lnTo>
                    <a:pt x="3873839" y="1704246"/>
                  </a:lnTo>
                  <a:lnTo>
                    <a:pt x="3874026" y="1699064"/>
                  </a:lnTo>
                  <a:lnTo>
                    <a:pt x="3874213" y="1694691"/>
                  </a:lnTo>
                  <a:lnTo>
                    <a:pt x="3874400" y="1690052"/>
                  </a:lnTo>
                  <a:lnTo>
                    <a:pt x="3874586" y="1686647"/>
                  </a:lnTo>
                  <a:lnTo>
                    <a:pt x="3874773" y="1682791"/>
                  </a:lnTo>
                  <a:lnTo>
                    <a:pt x="3874960" y="1678766"/>
                  </a:lnTo>
                  <a:lnTo>
                    <a:pt x="3875147" y="1675338"/>
                  </a:lnTo>
                  <a:lnTo>
                    <a:pt x="3875334" y="1672675"/>
                  </a:lnTo>
                  <a:lnTo>
                    <a:pt x="3875521" y="1669526"/>
                  </a:lnTo>
                  <a:lnTo>
                    <a:pt x="3875708" y="1665957"/>
                  </a:lnTo>
                  <a:lnTo>
                    <a:pt x="3875895" y="1663732"/>
                  </a:lnTo>
                  <a:lnTo>
                    <a:pt x="3876082" y="1660936"/>
                  </a:lnTo>
                  <a:lnTo>
                    <a:pt x="3876269" y="1658240"/>
                  </a:lnTo>
                  <a:lnTo>
                    <a:pt x="3876456" y="1655558"/>
                  </a:lnTo>
                  <a:lnTo>
                    <a:pt x="3876643" y="1652787"/>
                  </a:lnTo>
                  <a:lnTo>
                    <a:pt x="3876830" y="1649962"/>
                  </a:lnTo>
                  <a:lnTo>
                    <a:pt x="3877016" y="1647206"/>
                  </a:lnTo>
                  <a:lnTo>
                    <a:pt x="3877203" y="1644901"/>
                  </a:lnTo>
                  <a:lnTo>
                    <a:pt x="3877390" y="1642240"/>
                  </a:lnTo>
                  <a:lnTo>
                    <a:pt x="3877577" y="1640629"/>
                  </a:lnTo>
                  <a:lnTo>
                    <a:pt x="3877764" y="1638617"/>
                  </a:lnTo>
                  <a:lnTo>
                    <a:pt x="3877951" y="1636944"/>
                  </a:lnTo>
                  <a:lnTo>
                    <a:pt x="3878138" y="1635280"/>
                  </a:lnTo>
                  <a:lnTo>
                    <a:pt x="3878325" y="1633715"/>
                  </a:lnTo>
                  <a:lnTo>
                    <a:pt x="3878512" y="1631613"/>
                  </a:lnTo>
                  <a:lnTo>
                    <a:pt x="3878699" y="1628621"/>
                  </a:lnTo>
                  <a:lnTo>
                    <a:pt x="3878886" y="1625141"/>
                  </a:lnTo>
                  <a:lnTo>
                    <a:pt x="3879073" y="1621160"/>
                  </a:lnTo>
                  <a:lnTo>
                    <a:pt x="3879259" y="1615579"/>
                  </a:lnTo>
                  <a:lnTo>
                    <a:pt x="3879446" y="1609547"/>
                  </a:lnTo>
                  <a:lnTo>
                    <a:pt x="3879633" y="1603557"/>
                  </a:lnTo>
                  <a:lnTo>
                    <a:pt x="3879820" y="1597783"/>
                  </a:lnTo>
                  <a:lnTo>
                    <a:pt x="3880007" y="1592460"/>
                  </a:lnTo>
                  <a:lnTo>
                    <a:pt x="3880194" y="1587291"/>
                  </a:lnTo>
                  <a:lnTo>
                    <a:pt x="3880381" y="1582293"/>
                  </a:lnTo>
                  <a:lnTo>
                    <a:pt x="3880568" y="1576837"/>
                  </a:lnTo>
                  <a:lnTo>
                    <a:pt x="3880755" y="1570601"/>
                  </a:lnTo>
                  <a:lnTo>
                    <a:pt x="3880942" y="1563887"/>
                  </a:lnTo>
                  <a:lnTo>
                    <a:pt x="3881129" y="1557656"/>
                  </a:lnTo>
                  <a:lnTo>
                    <a:pt x="3881316" y="1550586"/>
                  </a:lnTo>
                  <a:lnTo>
                    <a:pt x="3881503" y="1544400"/>
                  </a:lnTo>
                  <a:lnTo>
                    <a:pt x="3881689" y="1538696"/>
                  </a:lnTo>
                  <a:lnTo>
                    <a:pt x="3881876" y="1533141"/>
                  </a:lnTo>
                  <a:lnTo>
                    <a:pt x="3882063" y="1527720"/>
                  </a:lnTo>
                  <a:lnTo>
                    <a:pt x="3882250" y="1522819"/>
                  </a:lnTo>
                  <a:lnTo>
                    <a:pt x="3882437" y="1518485"/>
                  </a:lnTo>
                  <a:lnTo>
                    <a:pt x="3882624" y="1513644"/>
                  </a:lnTo>
                  <a:lnTo>
                    <a:pt x="3882811" y="1508962"/>
                  </a:lnTo>
                  <a:lnTo>
                    <a:pt x="3882998" y="1502542"/>
                  </a:lnTo>
                  <a:lnTo>
                    <a:pt x="3883185" y="1495609"/>
                  </a:lnTo>
                  <a:lnTo>
                    <a:pt x="3883372" y="1485587"/>
                  </a:lnTo>
                  <a:lnTo>
                    <a:pt x="3883559" y="1479194"/>
                  </a:lnTo>
                  <a:lnTo>
                    <a:pt x="3883746" y="1472775"/>
                  </a:lnTo>
                  <a:lnTo>
                    <a:pt x="3883932" y="1465842"/>
                  </a:lnTo>
                  <a:lnTo>
                    <a:pt x="3884119" y="1459229"/>
                  </a:lnTo>
                  <a:lnTo>
                    <a:pt x="3884306" y="1452376"/>
                  </a:lnTo>
                  <a:lnTo>
                    <a:pt x="3884493" y="1445801"/>
                  </a:lnTo>
                  <a:lnTo>
                    <a:pt x="3884680" y="1439169"/>
                  </a:lnTo>
                  <a:lnTo>
                    <a:pt x="3884867" y="1432760"/>
                  </a:lnTo>
                  <a:lnTo>
                    <a:pt x="3885054" y="1425175"/>
                  </a:lnTo>
                  <a:lnTo>
                    <a:pt x="3885241" y="1416987"/>
                  </a:lnTo>
                  <a:lnTo>
                    <a:pt x="3885428" y="1408411"/>
                  </a:lnTo>
                  <a:lnTo>
                    <a:pt x="3885615" y="1399740"/>
                  </a:lnTo>
                  <a:lnTo>
                    <a:pt x="3885802" y="1390905"/>
                  </a:lnTo>
                  <a:lnTo>
                    <a:pt x="3885989" y="1381829"/>
                  </a:lnTo>
                  <a:lnTo>
                    <a:pt x="3886176" y="1372800"/>
                  </a:lnTo>
                  <a:lnTo>
                    <a:pt x="3886362" y="1363554"/>
                  </a:lnTo>
                  <a:lnTo>
                    <a:pt x="3886549" y="1353634"/>
                  </a:lnTo>
                  <a:lnTo>
                    <a:pt x="3886736" y="1342947"/>
                  </a:lnTo>
                  <a:lnTo>
                    <a:pt x="3886923" y="1332220"/>
                  </a:lnTo>
                  <a:lnTo>
                    <a:pt x="3887110" y="1317193"/>
                  </a:lnTo>
                  <a:lnTo>
                    <a:pt x="3887297" y="1302662"/>
                  </a:lnTo>
                  <a:lnTo>
                    <a:pt x="3887484" y="1287941"/>
                  </a:lnTo>
                  <a:lnTo>
                    <a:pt x="3887671" y="1272576"/>
                  </a:lnTo>
                  <a:lnTo>
                    <a:pt x="3887858" y="1257359"/>
                  </a:lnTo>
                  <a:lnTo>
                    <a:pt x="3888045" y="1241640"/>
                  </a:lnTo>
                  <a:lnTo>
                    <a:pt x="3888232" y="1226464"/>
                  </a:lnTo>
                  <a:lnTo>
                    <a:pt x="3888419" y="1210926"/>
                  </a:lnTo>
                  <a:lnTo>
                    <a:pt x="3888606" y="1195330"/>
                  </a:lnTo>
                  <a:lnTo>
                    <a:pt x="3888792" y="1183856"/>
                  </a:lnTo>
                  <a:lnTo>
                    <a:pt x="3888979" y="1172627"/>
                  </a:lnTo>
                  <a:lnTo>
                    <a:pt x="3889166" y="1162288"/>
                  </a:lnTo>
                  <a:lnTo>
                    <a:pt x="3889353" y="1152728"/>
                  </a:lnTo>
                  <a:lnTo>
                    <a:pt x="3889540" y="1144373"/>
                  </a:lnTo>
                  <a:lnTo>
                    <a:pt x="3889727" y="1136003"/>
                  </a:lnTo>
                  <a:lnTo>
                    <a:pt x="3889914" y="1128655"/>
                  </a:lnTo>
                  <a:lnTo>
                    <a:pt x="3890101" y="1121576"/>
                  </a:lnTo>
                  <a:lnTo>
                    <a:pt x="3890288" y="1116555"/>
                  </a:lnTo>
                  <a:lnTo>
                    <a:pt x="3890475" y="1111779"/>
                  </a:lnTo>
                  <a:lnTo>
                    <a:pt x="3890662" y="1107824"/>
                  </a:lnTo>
                  <a:lnTo>
                    <a:pt x="3890849" y="1104324"/>
                  </a:lnTo>
                  <a:lnTo>
                    <a:pt x="3891035" y="1100832"/>
                  </a:lnTo>
                  <a:lnTo>
                    <a:pt x="3891222" y="1097720"/>
                  </a:lnTo>
                  <a:lnTo>
                    <a:pt x="3891409" y="1094970"/>
                  </a:lnTo>
                  <a:lnTo>
                    <a:pt x="3891596" y="1092436"/>
                  </a:lnTo>
                  <a:lnTo>
                    <a:pt x="3891783" y="1089818"/>
                  </a:lnTo>
                  <a:lnTo>
                    <a:pt x="3891970" y="1085966"/>
                  </a:lnTo>
                  <a:lnTo>
                    <a:pt x="3892157" y="1081794"/>
                  </a:lnTo>
                  <a:lnTo>
                    <a:pt x="3892344" y="1077358"/>
                  </a:lnTo>
                  <a:lnTo>
                    <a:pt x="3892531" y="1073175"/>
                  </a:lnTo>
                  <a:lnTo>
                    <a:pt x="3892718" y="1069703"/>
                  </a:lnTo>
                  <a:lnTo>
                    <a:pt x="3892905" y="1066661"/>
                  </a:lnTo>
                  <a:lnTo>
                    <a:pt x="3893092" y="1064141"/>
                  </a:lnTo>
                  <a:lnTo>
                    <a:pt x="3893279" y="1059929"/>
                  </a:lnTo>
                  <a:lnTo>
                    <a:pt x="3893465" y="1056587"/>
                  </a:lnTo>
                  <a:lnTo>
                    <a:pt x="3893652" y="1053768"/>
                  </a:lnTo>
                  <a:lnTo>
                    <a:pt x="3893839" y="1051688"/>
                  </a:lnTo>
                  <a:lnTo>
                    <a:pt x="3894026" y="1050023"/>
                  </a:lnTo>
                  <a:lnTo>
                    <a:pt x="3894213" y="1049443"/>
                  </a:lnTo>
                  <a:lnTo>
                    <a:pt x="3894400" y="1049335"/>
                  </a:lnTo>
                  <a:lnTo>
                    <a:pt x="3894587" y="1049614"/>
                  </a:lnTo>
                  <a:lnTo>
                    <a:pt x="3894774" y="1050375"/>
                  </a:lnTo>
                  <a:lnTo>
                    <a:pt x="3894961" y="1052162"/>
                  </a:lnTo>
                  <a:lnTo>
                    <a:pt x="3895148" y="1054124"/>
                  </a:lnTo>
                  <a:lnTo>
                    <a:pt x="3895335" y="1056591"/>
                  </a:lnTo>
                  <a:lnTo>
                    <a:pt x="3895522" y="1058993"/>
                  </a:lnTo>
                  <a:lnTo>
                    <a:pt x="3895709" y="1060559"/>
                  </a:lnTo>
                  <a:lnTo>
                    <a:pt x="3895895" y="1061928"/>
                  </a:lnTo>
                  <a:lnTo>
                    <a:pt x="3896082" y="1065558"/>
                  </a:lnTo>
                  <a:lnTo>
                    <a:pt x="3896269" y="1069522"/>
                  </a:lnTo>
                  <a:lnTo>
                    <a:pt x="3896456" y="1073229"/>
                  </a:lnTo>
                  <a:lnTo>
                    <a:pt x="3896643" y="1077031"/>
                  </a:lnTo>
                  <a:lnTo>
                    <a:pt x="3896830" y="1080939"/>
                  </a:lnTo>
                  <a:lnTo>
                    <a:pt x="3897017" y="1084929"/>
                  </a:lnTo>
                  <a:lnTo>
                    <a:pt x="3897204" y="1088464"/>
                  </a:lnTo>
                  <a:lnTo>
                    <a:pt x="3897391" y="1091682"/>
                  </a:lnTo>
                  <a:lnTo>
                    <a:pt x="3897578" y="1094515"/>
                  </a:lnTo>
                  <a:lnTo>
                    <a:pt x="3897765" y="1097249"/>
                  </a:lnTo>
                  <a:lnTo>
                    <a:pt x="3897952" y="1098960"/>
                  </a:lnTo>
                  <a:lnTo>
                    <a:pt x="3898138" y="1098678"/>
                  </a:lnTo>
                  <a:lnTo>
                    <a:pt x="3898325" y="1098899"/>
                  </a:lnTo>
                  <a:lnTo>
                    <a:pt x="3898512" y="1099002"/>
                  </a:lnTo>
                  <a:lnTo>
                    <a:pt x="3898699" y="1099434"/>
                  </a:lnTo>
                  <a:lnTo>
                    <a:pt x="3898886" y="1098983"/>
                  </a:lnTo>
                  <a:lnTo>
                    <a:pt x="3899073" y="1098055"/>
                  </a:lnTo>
                  <a:lnTo>
                    <a:pt x="3899260" y="1094910"/>
                  </a:lnTo>
                  <a:lnTo>
                    <a:pt x="3899447" y="1091516"/>
                  </a:lnTo>
                  <a:lnTo>
                    <a:pt x="3899634" y="1087878"/>
                  </a:lnTo>
                  <a:lnTo>
                    <a:pt x="3899821" y="1084630"/>
                  </a:lnTo>
                  <a:lnTo>
                    <a:pt x="3900008" y="1081679"/>
                  </a:lnTo>
                  <a:lnTo>
                    <a:pt x="3900195" y="1079441"/>
                  </a:lnTo>
                  <a:lnTo>
                    <a:pt x="3900382" y="1077420"/>
                  </a:lnTo>
                  <a:lnTo>
                    <a:pt x="3900568" y="1075606"/>
                  </a:lnTo>
                  <a:lnTo>
                    <a:pt x="3900755" y="1073138"/>
                  </a:lnTo>
                  <a:lnTo>
                    <a:pt x="3900942" y="1070051"/>
                  </a:lnTo>
                  <a:lnTo>
                    <a:pt x="3901129" y="1066423"/>
                  </a:lnTo>
                  <a:lnTo>
                    <a:pt x="3901316" y="1063484"/>
                  </a:lnTo>
                  <a:lnTo>
                    <a:pt x="3901503" y="1062032"/>
                  </a:lnTo>
                  <a:lnTo>
                    <a:pt x="3901690" y="1060233"/>
                  </a:lnTo>
                  <a:lnTo>
                    <a:pt x="3901877" y="1058195"/>
                  </a:lnTo>
                  <a:lnTo>
                    <a:pt x="3902064" y="1055753"/>
                  </a:lnTo>
                  <a:lnTo>
                    <a:pt x="3902251" y="1052584"/>
                  </a:lnTo>
                  <a:lnTo>
                    <a:pt x="3902438" y="1048631"/>
                  </a:lnTo>
                  <a:lnTo>
                    <a:pt x="3902625" y="1043911"/>
                  </a:lnTo>
                  <a:lnTo>
                    <a:pt x="3902811" y="1038778"/>
                  </a:lnTo>
                  <a:lnTo>
                    <a:pt x="3902998" y="1033440"/>
                  </a:lnTo>
                  <a:lnTo>
                    <a:pt x="3903185" y="1027280"/>
                  </a:lnTo>
                  <a:lnTo>
                    <a:pt x="3903372" y="1021183"/>
                  </a:lnTo>
                  <a:lnTo>
                    <a:pt x="3903559" y="1015874"/>
                  </a:lnTo>
                  <a:lnTo>
                    <a:pt x="3903746" y="1010986"/>
                  </a:lnTo>
                  <a:lnTo>
                    <a:pt x="3903933" y="1005822"/>
                  </a:lnTo>
                  <a:lnTo>
                    <a:pt x="3904120" y="1000149"/>
                  </a:lnTo>
                  <a:lnTo>
                    <a:pt x="3904307" y="994528"/>
                  </a:lnTo>
                  <a:lnTo>
                    <a:pt x="3904494" y="988847"/>
                  </a:lnTo>
                  <a:lnTo>
                    <a:pt x="3904681" y="983624"/>
                  </a:lnTo>
                  <a:lnTo>
                    <a:pt x="3904868" y="979777"/>
                  </a:lnTo>
                  <a:lnTo>
                    <a:pt x="3905055" y="976689"/>
                  </a:lnTo>
                  <a:lnTo>
                    <a:pt x="3905241" y="975025"/>
                  </a:lnTo>
                  <a:lnTo>
                    <a:pt x="3905428" y="973961"/>
                  </a:lnTo>
                  <a:lnTo>
                    <a:pt x="3905615" y="973297"/>
                  </a:lnTo>
                  <a:lnTo>
                    <a:pt x="3905802" y="972475"/>
                  </a:lnTo>
                  <a:lnTo>
                    <a:pt x="3905989" y="971363"/>
                  </a:lnTo>
                  <a:lnTo>
                    <a:pt x="3906176" y="970325"/>
                  </a:lnTo>
                  <a:lnTo>
                    <a:pt x="3906363" y="970515"/>
                  </a:lnTo>
                  <a:lnTo>
                    <a:pt x="3906550" y="970077"/>
                  </a:lnTo>
                  <a:lnTo>
                    <a:pt x="3906737" y="968963"/>
                  </a:lnTo>
                  <a:lnTo>
                    <a:pt x="3906924" y="967297"/>
                  </a:lnTo>
                  <a:lnTo>
                    <a:pt x="3907111" y="965465"/>
                  </a:lnTo>
                  <a:lnTo>
                    <a:pt x="3907298" y="963732"/>
                  </a:lnTo>
                  <a:lnTo>
                    <a:pt x="3907485" y="963643"/>
                  </a:lnTo>
                  <a:lnTo>
                    <a:pt x="3907671" y="962787"/>
                  </a:lnTo>
                  <a:lnTo>
                    <a:pt x="3907858" y="961341"/>
                  </a:lnTo>
                  <a:lnTo>
                    <a:pt x="3908045" y="959119"/>
                  </a:lnTo>
                  <a:lnTo>
                    <a:pt x="3908232" y="956279"/>
                  </a:lnTo>
                  <a:lnTo>
                    <a:pt x="3908419" y="953521"/>
                  </a:lnTo>
                  <a:lnTo>
                    <a:pt x="3908606" y="950798"/>
                  </a:lnTo>
                  <a:lnTo>
                    <a:pt x="3908793" y="948099"/>
                  </a:lnTo>
                  <a:lnTo>
                    <a:pt x="3908980" y="945707"/>
                  </a:lnTo>
                  <a:lnTo>
                    <a:pt x="3909167" y="943529"/>
                  </a:lnTo>
                  <a:lnTo>
                    <a:pt x="3909354" y="941496"/>
                  </a:lnTo>
                  <a:lnTo>
                    <a:pt x="3909541" y="940355"/>
                  </a:lnTo>
                  <a:lnTo>
                    <a:pt x="3909728" y="940063"/>
                  </a:lnTo>
                  <a:lnTo>
                    <a:pt x="3909914" y="940295"/>
                  </a:lnTo>
                  <a:lnTo>
                    <a:pt x="3910101" y="940928"/>
                  </a:lnTo>
                  <a:lnTo>
                    <a:pt x="3910288" y="941872"/>
                  </a:lnTo>
                  <a:lnTo>
                    <a:pt x="3910475" y="943503"/>
                  </a:lnTo>
                  <a:lnTo>
                    <a:pt x="3910662" y="945639"/>
                  </a:lnTo>
                  <a:lnTo>
                    <a:pt x="3910849" y="948179"/>
                  </a:lnTo>
                  <a:lnTo>
                    <a:pt x="3911036" y="952451"/>
                  </a:lnTo>
                  <a:lnTo>
                    <a:pt x="3911223" y="957417"/>
                  </a:lnTo>
                  <a:lnTo>
                    <a:pt x="3911410" y="963202"/>
                  </a:lnTo>
                  <a:lnTo>
                    <a:pt x="3911597" y="967447"/>
                  </a:lnTo>
                  <a:lnTo>
                    <a:pt x="3911784" y="970748"/>
                  </a:lnTo>
                  <a:lnTo>
                    <a:pt x="3911971" y="973711"/>
                  </a:lnTo>
                  <a:lnTo>
                    <a:pt x="3912158" y="977481"/>
                  </a:lnTo>
                  <a:lnTo>
                    <a:pt x="3912344" y="981887"/>
                  </a:lnTo>
                  <a:lnTo>
                    <a:pt x="3912531" y="985852"/>
                  </a:lnTo>
                  <a:lnTo>
                    <a:pt x="3912718" y="989075"/>
                  </a:lnTo>
                  <a:lnTo>
                    <a:pt x="3912905" y="992515"/>
                  </a:lnTo>
                  <a:lnTo>
                    <a:pt x="3913092" y="996253"/>
                  </a:lnTo>
                  <a:lnTo>
                    <a:pt x="3913279" y="999051"/>
                  </a:lnTo>
                  <a:lnTo>
                    <a:pt x="3913466" y="1002452"/>
                  </a:lnTo>
                  <a:lnTo>
                    <a:pt x="3913653" y="1005283"/>
                  </a:lnTo>
                  <a:lnTo>
                    <a:pt x="3913840" y="1007135"/>
                  </a:lnTo>
                  <a:lnTo>
                    <a:pt x="3914027" y="1009221"/>
                  </a:lnTo>
                  <a:lnTo>
                    <a:pt x="3914214" y="1011144"/>
                  </a:lnTo>
                  <a:lnTo>
                    <a:pt x="3914401" y="1013363"/>
                  </a:lnTo>
                  <a:lnTo>
                    <a:pt x="3914588" y="1015479"/>
                  </a:lnTo>
                  <a:lnTo>
                    <a:pt x="3914774" y="1017967"/>
                  </a:lnTo>
                  <a:lnTo>
                    <a:pt x="3914961" y="1020752"/>
                  </a:lnTo>
                  <a:lnTo>
                    <a:pt x="3915148" y="1022047"/>
                  </a:lnTo>
                  <a:lnTo>
                    <a:pt x="3915335" y="1023216"/>
                  </a:lnTo>
                  <a:lnTo>
                    <a:pt x="3915522" y="1024146"/>
                  </a:lnTo>
                  <a:lnTo>
                    <a:pt x="3915709" y="1024853"/>
                  </a:lnTo>
                  <a:lnTo>
                    <a:pt x="3915896" y="1025866"/>
                  </a:lnTo>
                  <a:lnTo>
                    <a:pt x="3916083" y="1027183"/>
                  </a:lnTo>
                  <a:lnTo>
                    <a:pt x="3916270" y="1028559"/>
                  </a:lnTo>
                  <a:lnTo>
                    <a:pt x="3916457" y="1030782"/>
                  </a:lnTo>
                  <a:lnTo>
                    <a:pt x="3916644" y="1033904"/>
                  </a:lnTo>
                  <a:lnTo>
                    <a:pt x="3916831" y="1037422"/>
                  </a:lnTo>
                  <a:lnTo>
                    <a:pt x="3917017" y="1040340"/>
                  </a:lnTo>
                  <a:lnTo>
                    <a:pt x="3917204" y="1043053"/>
                  </a:lnTo>
                  <a:lnTo>
                    <a:pt x="3917391" y="1045237"/>
                  </a:lnTo>
                  <a:lnTo>
                    <a:pt x="3917578" y="1047139"/>
                  </a:lnTo>
                  <a:lnTo>
                    <a:pt x="3917765" y="1050193"/>
                  </a:lnTo>
                  <a:lnTo>
                    <a:pt x="3917952" y="1054061"/>
                  </a:lnTo>
                  <a:lnTo>
                    <a:pt x="3918139" y="1058205"/>
                  </a:lnTo>
                  <a:lnTo>
                    <a:pt x="3918326" y="1062563"/>
                  </a:lnTo>
                  <a:lnTo>
                    <a:pt x="3918513" y="1067592"/>
                  </a:lnTo>
                  <a:lnTo>
                    <a:pt x="3918700" y="1073147"/>
                  </a:lnTo>
                  <a:lnTo>
                    <a:pt x="3918887" y="1077547"/>
                  </a:lnTo>
                  <a:lnTo>
                    <a:pt x="3919074" y="1081845"/>
                  </a:lnTo>
                  <a:lnTo>
                    <a:pt x="3919261" y="1086395"/>
                  </a:lnTo>
                  <a:lnTo>
                    <a:pt x="3919447" y="1090594"/>
                  </a:lnTo>
                  <a:lnTo>
                    <a:pt x="3919634" y="1094414"/>
                  </a:lnTo>
                  <a:lnTo>
                    <a:pt x="3919821" y="1098355"/>
                  </a:lnTo>
                  <a:lnTo>
                    <a:pt x="3920008" y="1103421"/>
                  </a:lnTo>
                  <a:lnTo>
                    <a:pt x="3920195" y="1107770"/>
                  </a:lnTo>
                  <a:lnTo>
                    <a:pt x="3920382" y="1114076"/>
                  </a:lnTo>
                  <a:lnTo>
                    <a:pt x="3920569" y="1120583"/>
                  </a:lnTo>
                  <a:lnTo>
                    <a:pt x="3920756" y="1130410"/>
                  </a:lnTo>
                  <a:lnTo>
                    <a:pt x="3920943" y="1136164"/>
                  </a:lnTo>
                  <a:lnTo>
                    <a:pt x="3921130" y="1142247"/>
                  </a:lnTo>
                  <a:lnTo>
                    <a:pt x="3921317" y="1148248"/>
                  </a:lnTo>
                  <a:lnTo>
                    <a:pt x="3921504" y="1153606"/>
                  </a:lnTo>
                  <a:lnTo>
                    <a:pt x="3921690" y="1157816"/>
                  </a:lnTo>
                  <a:lnTo>
                    <a:pt x="3921877" y="1162542"/>
                  </a:lnTo>
                  <a:lnTo>
                    <a:pt x="3922064" y="1166978"/>
                  </a:lnTo>
                  <a:lnTo>
                    <a:pt x="3922251" y="1170813"/>
                  </a:lnTo>
                  <a:lnTo>
                    <a:pt x="3922438" y="1175432"/>
                  </a:lnTo>
                  <a:lnTo>
                    <a:pt x="3922625" y="1179579"/>
                  </a:lnTo>
                  <a:lnTo>
                    <a:pt x="3922812" y="1183906"/>
                  </a:lnTo>
                  <a:lnTo>
                    <a:pt x="3922999" y="1188945"/>
                  </a:lnTo>
                  <a:lnTo>
                    <a:pt x="3923186" y="1193547"/>
                  </a:lnTo>
                  <a:lnTo>
                    <a:pt x="3923373" y="1197298"/>
                  </a:lnTo>
                  <a:lnTo>
                    <a:pt x="3923560" y="1200596"/>
                  </a:lnTo>
                  <a:lnTo>
                    <a:pt x="3923747" y="1203960"/>
                  </a:lnTo>
                  <a:lnTo>
                    <a:pt x="3923934" y="1207633"/>
                  </a:lnTo>
                  <a:lnTo>
                    <a:pt x="3924120" y="1212211"/>
                  </a:lnTo>
                  <a:lnTo>
                    <a:pt x="3924307" y="1217888"/>
                  </a:lnTo>
                  <a:lnTo>
                    <a:pt x="3924494" y="1227881"/>
                  </a:lnTo>
                  <a:lnTo>
                    <a:pt x="3924681" y="1237313"/>
                  </a:lnTo>
                  <a:lnTo>
                    <a:pt x="3924868" y="1246654"/>
                  </a:lnTo>
                  <a:lnTo>
                    <a:pt x="3925055" y="1257175"/>
                  </a:lnTo>
                  <a:lnTo>
                    <a:pt x="3925242" y="1267523"/>
                  </a:lnTo>
                  <a:lnTo>
                    <a:pt x="3925429" y="1279034"/>
                  </a:lnTo>
                  <a:lnTo>
                    <a:pt x="3925616" y="1290240"/>
                  </a:lnTo>
                  <a:lnTo>
                    <a:pt x="3925803" y="1302007"/>
                  </a:lnTo>
                  <a:lnTo>
                    <a:pt x="3925990" y="1314443"/>
                  </a:lnTo>
                  <a:lnTo>
                    <a:pt x="3926177" y="1323359"/>
                  </a:lnTo>
                  <a:lnTo>
                    <a:pt x="3926364" y="1332574"/>
                  </a:lnTo>
                  <a:lnTo>
                    <a:pt x="3926550" y="1341733"/>
                  </a:lnTo>
                  <a:lnTo>
                    <a:pt x="3926737" y="1350336"/>
                  </a:lnTo>
                  <a:lnTo>
                    <a:pt x="3926924" y="1357726"/>
                  </a:lnTo>
                  <a:lnTo>
                    <a:pt x="3927111" y="1365246"/>
                  </a:lnTo>
                  <a:lnTo>
                    <a:pt x="3927298" y="1371004"/>
                  </a:lnTo>
                  <a:lnTo>
                    <a:pt x="3927485" y="1376634"/>
                  </a:lnTo>
                  <a:lnTo>
                    <a:pt x="3927672" y="1380452"/>
                  </a:lnTo>
                  <a:lnTo>
                    <a:pt x="3927859" y="1384159"/>
                  </a:lnTo>
                  <a:lnTo>
                    <a:pt x="3928046" y="1387530"/>
                  </a:lnTo>
                  <a:lnTo>
                    <a:pt x="3928233" y="1390705"/>
                  </a:lnTo>
                  <a:lnTo>
                    <a:pt x="3928420" y="1394089"/>
                  </a:lnTo>
                  <a:lnTo>
                    <a:pt x="3928607" y="1397471"/>
                  </a:lnTo>
                  <a:lnTo>
                    <a:pt x="3928793" y="1400825"/>
                  </a:lnTo>
                  <a:lnTo>
                    <a:pt x="3928980" y="1403878"/>
                  </a:lnTo>
                  <a:lnTo>
                    <a:pt x="3929167" y="1406911"/>
                  </a:lnTo>
                  <a:lnTo>
                    <a:pt x="3929354" y="1411028"/>
                  </a:lnTo>
                  <a:lnTo>
                    <a:pt x="3929541" y="1415855"/>
                  </a:lnTo>
                  <a:lnTo>
                    <a:pt x="3929728" y="1421016"/>
                  </a:lnTo>
                  <a:lnTo>
                    <a:pt x="3929915" y="1425758"/>
                  </a:lnTo>
                  <a:lnTo>
                    <a:pt x="3930102" y="1430032"/>
                  </a:lnTo>
                  <a:lnTo>
                    <a:pt x="3930289" y="1434249"/>
                  </a:lnTo>
                  <a:lnTo>
                    <a:pt x="3930476" y="1438395"/>
                  </a:lnTo>
                  <a:lnTo>
                    <a:pt x="3930663" y="1443690"/>
                  </a:lnTo>
                  <a:lnTo>
                    <a:pt x="3930850" y="1448762"/>
                  </a:lnTo>
                  <a:lnTo>
                    <a:pt x="3931037" y="1453271"/>
                  </a:lnTo>
                  <a:lnTo>
                    <a:pt x="3931223" y="1457016"/>
                  </a:lnTo>
                  <a:lnTo>
                    <a:pt x="3931410" y="1460633"/>
                  </a:lnTo>
                  <a:lnTo>
                    <a:pt x="3931597" y="1463230"/>
                  </a:lnTo>
                  <a:lnTo>
                    <a:pt x="3931784" y="1465788"/>
                  </a:lnTo>
                  <a:lnTo>
                    <a:pt x="3931971" y="1468173"/>
                  </a:lnTo>
                  <a:lnTo>
                    <a:pt x="3932158" y="1470472"/>
                  </a:lnTo>
                  <a:lnTo>
                    <a:pt x="3932345" y="1472142"/>
                  </a:lnTo>
                  <a:lnTo>
                    <a:pt x="3932532" y="1473909"/>
                  </a:lnTo>
                  <a:lnTo>
                    <a:pt x="3932719" y="1475930"/>
                  </a:lnTo>
                  <a:lnTo>
                    <a:pt x="3932906" y="1478242"/>
                  </a:lnTo>
                  <a:lnTo>
                    <a:pt x="3933093" y="1481225"/>
                  </a:lnTo>
                  <a:lnTo>
                    <a:pt x="3933280" y="1484409"/>
                  </a:lnTo>
                  <a:lnTo>
                    <a:pt x="3933466" y="1487199"/>
                  </a:lnTo>
                  <a:lnTo>
                    <a:pt x="3933653" y="1489811"/>
                  </a:lnTo>
                  <a:lnTo>
                    <a:pt x="3933840" y="1492813"/>
                  </a:lnTo>
                  <a:lnTo>
                    <a:pt x="3934027" y="1496108"/>
                  </a:lnTo>
                  <a:lnTo>
                    <a:pt x="3934214" y="1499453"/>
                  </a:lnTo>
                  <a:lnTo>
                    <a:pt x="3934401" y="1502543"/>
                  </a:lnTo>
                  <a:lnTo>
                    <a:pt x="3934588" y="1505857"/>
                  </a:lnTo>
                  <a:lnTo>
                    <a:pt x="3934775" y="1509175"/>
                  </a:lnTo>
                  <a:lnTo>
                    <a:pt x="3934962" y="1512415"/>
                  </a:lnTo>
                  <a:lnTo>
                    <a:pt x="3935149" y="1515416"/>
                  </a:lnTo>
                  <a:lnTo>
                    <a:pt x="3935336" y="1519308"/>
                  </a:lnTo>
                  <a:lnTo>
                    <a:pt x="3935523" y="1522977"/>
                  </a:lnTo>
                  <a:lnTo>
                    <a:pt x="3935710" y="1526091"/>
                  </a:lnTo>
                  <a:lnTo>
                    <a:pt x="3935896" y="1529519"/>
                  </a:lnTo>
                  <a:lnTo>
                    <a:pt x="3936083" y="1532749"/>
                  </a:lnTo>
                  <a:lnTo>
                    <a:pt x="3936270" y="1537110"/>
                  </a:lnTo>
                  <a:lnTo>
                    <a:pt x="3936457" y="1541579"/>
                  </a:lnTo>
                  <a:lnTo>
                    <a:pt x="3936644" y="1547970"/>
                  </a:lnTo>
                  <a:lnTo>
                    <a:pt x="3936831" y="1554453"/>
                  </a:lnTo>
                  <a:lnTo>
                    <a:pt x="3937018" y="1560689"/>
                  </a:lnTo>
                  <a:lnTo>
                    <a:pt x="3937205" y="1566798"/>
                  </a:lnTo>
                  <a:lnTo>
                    <a:pt x="3937392" y="1573122"/>
                  </a:lnTo>
                  <a:lnTo>
                    <a:pt x="3937579" y="1579351"/>
                  </a:lnTo>
                  <a:lnTo>
                    <a:pt x="3937766" y="1585675"/>
                  </a:lnTo>
                  <a:lnTo>
                    <a:pt x="3937953" y="1591343"/>
                  </a:lnTo>
                  <a:lnTo>
                    <a:pt x="3938140" y="1597737"/>
                  </a:lnTo>
                  <a:lnTo>
                    <a:pt x="3938326" y="1604172"/>
                  </a:lnTo>
                  <a:lnTo>
                    <a:pt x="3938513" y="1610199"/>
                  </a:lnTo>
                  <a:lnTo>
                    <a:pt x="3938700" y="1614917"/>
                  </a:lnTo>
                  <a:lnTo>
                    <a:pt x="3938887" y="1619041"/>
                  </a:lnTo>
                  <a:lnTo>
                    <a:pt x="3939074" y="1622948"/>
                  </a:lnTo>
                  <a:lnTo>
                    <a:pt x="3939261" y="1625737"/>
                  </a:lnTo>
                  <a:lnTo>
                    <a:pt x="3939448" y="1629013"/>
                  </a:lnTo>
                  <a:lnTo>
                    <a:pt x="3939635" y="1633400"/>
                  </a:lnTo>
                  <a:lnTo>
                    <a:pt x="3939822" y="1638922"/>
                  </a:lnTo>
                  <a:lnTo>
                    <a:pt x="3940009" y="1644841"/>
                  </a:lnTo>
                  <a:lnTo>
                    <a:pt x="3940196" y="1650389"/>
                  </a:lnTo>
                  <a:lnTo>
                    <a:pt x="3940383" y="1655528"/>
                  </a:lnTo>
                  <a:lnTo>
                    <a:pt x="3940569" y="1659800"/>
                  </a:lnTo>
                  <a:lnTo>
                    <a:pt x="3940756" y="1664182"/>
                  </a:lnTo>
                  <a:lnTo>
                    <a:pt x="3940943" y="1668234"/>
                  </a:lnTo>
                  <a:lnTo>
                    <a:pt x="3941130" y="1672730"/>
                  </a:lnTo>
                  <a:lnTo>
                    <a:pt x="3941317" y="1678046"/>
                  </a:lnTo>
                  <a:lnTo>
                    <a:pt x="3941504" y="1683253"/>
                  </a:lnTo>
                  <a:lnTo>
                    <a:pt x="3941691" y="1688898"/>
                  </a:lnTo>
                  <a:lnTo>
                    <a:pt x="3941878" y="1694822"/>
                  </a:lnTo>
                  <a:lnTo>
                    <a:pt x="3942065" y="1700376"/>
                  </a:lnTo>
                  <a:lnTo>
                    <a:pt x="3942252" y="1704972"/>
                  </a:lnTo>
                  <a:lnTo>
                    <a:pt x="3942439" y="1708768"/>
                  </a:lnTo>
                  <a:lnTo>
                    <a:pt x="3942626" y="1711706"/>
                  </a:lnTo>
                  <a:lnTo>
                    <a:pt x="3942813" y="1714470"/>
                  </a:lnTo>
                  <a:lnTo>
                    <a:pt x="3942999" y="1717185"/>
                  </a:lnTo>
                  <a:lnTo>
                    <a:pt x="3943186" y="1719817"/>
                  </a:lnTo>
                  <a:lnTo>
                    <a:pt x="3943373" y="1723467"/>
                  </a:lnTo>
                  <a:lnTo>
                    <a:pt x="3943560" y="1727022"/>
                  </a:lnTo>
                  <a:lnTo>
                    <a:pt x="3943747" y="1730661"/>
                  </a:lnTo>
                  <a:lnTo>
                    <a:pt x="3943934" y="1734749"/>
                  </a:lnTo>
                  <a:lnTo>
                    <a:pt x="3944121" y="1739601"/>
                  </a:lnTo>
                  <a:lnTo>
                    <a:pt x="3944308" y="1744703"/>
                  </a:lnTo>
                  <a:lnTo>
                    <a:pt x="3944495" y="1749768"/>
                  </a:lnTo>
                  <a:lnTo>
                    <a:pt x="3944682" y="1754578"/>
                  </a:lnTo>
                  <a:lnTo>
                    <a:pt x="3944869" y="1757418"/>
                  </a:lnTo>
                  <a:lnTo>
                    <a:pt x="3945056" y="1760003"/>
                  </a:lnTo>
                  <a:lnTo>
                    <a:pt x="3945243" y="1762010"/>
                  </a:lnTo>
                  <a:lnTo>
                    <a:pt x="3945429" y="1762991"/>
                  </a:lnTo>
                  <a:lnTo>
                    <a:pt x="3945616" y="1764053"/>
                  </a:lnTo>
                  <a:lnTo>
                    <a:pt x="3945803" y="1765217"/>
                  </a:lnTo>
                  <a:lnTo>
                    <a:pt x="3945990" y="1766595"/>
                  </a:lnTo>
                  <a:lnTo>
                    <a:pt x="3946177" y="1768537"/>
                  </a:lnTo>
                  <a:lnTo>
                    <a:pt x="3946364" y="1770201"/>
                  </a:lnTo>
                  <a:lnTo>
                    <a:pt x="3946551" y="1771242"/>
                  </a:lnTo>
                  <a:lnTo>
                    <a:pt x="3946738" y="1769280"/>
                  </a:lnTo>
                  <a:lnTo>
                    <a:pt x="3946925" y="1766057"/>
                  </a:lnTo>
                  <a:lnTo>
                    <a:pt x="3947112" y="1762099"/>
                  </a:lnTo>
                  <a:lnTo>
                    <a:pt x="3947299" y="1758054"/>
                  </a:lnTo>
                  <a:lnTo>
                    <a:pt x="3947486" y="1755944"/>
                  </a:lnTo>
                  <a:lnTo>
                    <a:pt x="3947672" y="1754392"/>
                  </a:lnTo>
                  <a:lnTo>
                    <a:pt x="3947859" y="1753185"/>
                  </a:lnTo>
                  <a:lnTo>
                    <a:pt x="3948046" y="1752217"/>
                  </a:lnTo>
                  <a:lnTo>
                    <a:pt x="3948233" y="1751760"/>
                  </a:lnTo>
                  <a:lnTo>
                    <a:pt x="3948420" y="1749268"/>
                  </a:lnTo>
                  <a:lnTo>
                    <a:pt x="3948607" y="1747376"/>
                  </a:lnTo>
                  <a:lnTo>
                    <a:pt x="3948794" y="1745437"/>
                  </a:lnTo>
                  <a:lnTo>
                    <a:pt x="3948981" y="1743208"/>
                  </a:lnTo>
                  <a:lnTo>
                    <a:pt x="3949168" y="1742430"/>
                  </a:lnTo>
                  <a:lnTo>
                    <a:pt x="3949355" y="1741274"/>
                  </a:lnTo>
                  <a:lnTo>
                    <a:pt x="3949542" y="1740187"/>
                  </a:lnTo>
                  <a:lnTo>
                    <a:pt x="3949729" y="1739149"/>
                  </a:lnTo>
                  <a:lnTo>
                    <a:pt x="3949916" y="1737867"/>
                  </a:lnTo>
                  <a:lnTo>
                    <a:pt x="3950102" y="1736858"/>
                  </a:lnTo>
                  <a:lnTo>
                    <a:pt x="3950289" y="1735875"/>
                  </a:lnTo>
                  <a:lnTo>
                    <a:pt x="3950476" y="1733774"/>
                  </a:lnTo>
                  <a:lnTo>
                    <a:pt x="3950663" y="1731575"/>
                  </a:lnTo>
                  <a:lnTo>
                    <a:pt x="3950850" y="1729316"/>
                  </a:lnTo>
                  <a:lnTo>
                    <a:pt x="3951037" y="1727647"/>
                  </a:lnTo>
                  <a:lnTo>
                    <a:pt x="3951224" y="1727331"/>
                  </a:lnTo>
                  <a:lnTo>
                    <a:pt x="3951411" y="1727369"/>
                  </a:lnTo>
                  <a:lnTo>
                    <a:pt x="3951598" y="1726840"/>
                  </a:lnTo>
                  <a:lnTo>
                    <a:pt x="3951785" y="1726149"/>
                  </a:lnTo>
                  <a:lnTo>
                    <a:pt x="3951972" y="1724802"/>
                  </a:lnTo>
                  <a:lnTo>
                    <a:pt x="3952159" y="1723005"/>
                  </a:lnTo>
                  <a:lnTo>
                    <a:pt x="3952345" y="1720874"/>
                  </a:lnTo>
                  <a:lnTo>
                    <a:pt x="3952532" y="1720134"/>
                  </a:lnTo>
                  <a:lnTo>
                    <a:pt x="3952719" y="1719963"/>
                  </a:lnTo>
                  <a:lnTo>
                    <a:pt x="3952906" y="1720446"/>
                  </a:lnTo>
                  <a:lnTo>
                    <a:pt x="3953093" y="1721221"/>
                  </a:lnTo>
                  <a:lnTo>
                    <a:pt x="3953280" y="1722123"/>
                  </a:lnTo>
                  <a:lnTo>
                    <a:pt x="3953467" y="1723323"/>
                  </a:lnTo>
                  <a:lnTo>
                    <a:pt x="3953654" y="1724439"/>
                  </a:lnTo>
                  <a:lnTo>
                    <a:pt x="3953841" y="1724746"/>
                  </a:lnTo>
                  <a:lnTo>
                    <a:pt x="3954028" y="1724608"/>
                  </a:lnTo>
                  <a:lnTo>
                    <a:pt x="3954215" y="1724353"/>
                  </a:lnTo>
                  <a:lnTo>
                    <a:pt x="3954402" y="1724207"/>
                  </a:lnTo>
                  <a:lnTo>
                    <a:pt x="3954589" y="1723896"/>
                  </a:lnTo>
                  <a:lnTo>
                    <a:pt x="3954775" y="1724210"/>
                  </a:lnTo>
                  <a:lnTo>
                    <a:pt x="3954962" y="1725018"/>
                  </a:lnTo>
                  <a:lnTo>
                    <a:pt x="3955149" y="1725099"/>
                  </a:lnTo>
                  <a:lnTo>
                    <a:pt x="3955336" y="1725208"/>
                  </a:lnTo>
                  <a:lnTo>
                    <a:pt x="3955523" y="1724685"/>
                  </a:lnTo>
                  <a:lnTo>
                    <a:pt x="3955710" y="1724210"/>
                  </a:lnTo>
                  <a:lnTo>
                    <a:pt x="3955897" y="1722298"/>
                  </a:lnTo>
                  <a:lnTo>
                    <a:pt x="3956084" y="1720386"/>
                  </a:lnTo>
                  <a:lnTo>
                    <a:pt x="3956271" y="1718708"/>
                  </a:lnTo>
                  <a:lnTo>
                    <a:pt x="3956458" y="1715802"/>
                  </a:lnTo>
                  <a:lnTo>
                    <a:pt x="3956645" y="1714743"/>
                  </a:lnTo>
                  <a:lnTo>
                    <a:pt x="3956832" y="1714255"/>
                  </a:lnTo>
                  <a:lnTo>
                    <a:pt x="3957019" y="1713691"/>
                  </a:lnTo>
                  <a:lnTo>
                    <a:pt x="3957205" y="1712268"/>
                  </a:lnTo>
                  <a:lnTo>
                    <a:pt x="3957392" y="1710823"/>
                  </a:lnTo>
                  <a:lnTo>
                    <a:pt x="3957579" y="1709557"/>
                  </a:lnTo>
                  <a:lnTo>
                    <a:pt x="3957766" y="1708307"/>
                  </a:lnTo>
                  <a:lnTo>
                    <a:pt x="3957953" y="1706851"/>
                  </a:lnTo>
                  <a:lnTo>
                    <a:pt x="3958140" y="1705306"/>
                  </a:lnTo>
                  <a:lnTo>
                    <a:pt x="3958327" y="1705595"/>
                  </a:lnTo>
                  <a:lnTo>
                    <a:pt x="3958514" y="1706148"/>
                  </a:lnTo>
                  <a:lnTo>
                    <a:pt x="3958701" y="1707109"/>
                  </a:lnTo>
                  <a:lnTo>
                    <a:pt x="3958888" y="1708288"/>
                  </a:lnTo>
                  <a:lnTo>
                    <a:pt x="3959075" y="1709981"/>
                  </a:lnTo>
                  <a:lnTo>
                    <a:pt x="3959262" y="1711098"/>
                  </a:lnTo>
                  <a:lnTo>
                    <a:pt x="3959448" y="1711687"/>
                  </a:lnTo>
                  <a:lnTo>
                    <a:pt x="3959635" y="1712307"/>
                  </a:lnTo>
                  <a:lnTo>
                    <a:pt x="3959822" y="1713303"/>
                  </a:lnTo>
                  <a:lnTo>
                    <a:pt x="3960009" y="1715623"/>
                  </a:lnTo>
                  <a:lnTo>
                    <a:pt x="3960196" y="1717108"/>
                  </a:lnTo>
                  <a:lnTo>
                    <a:pt x="3960383" y="1717999"/>
                  </a:lnTo>
                  <a:lnTo>
                    <a:pt x="3960570" y="1719097"/>
                  </a:lnTo>
                  <a:lnTo>
                    <a:pt x="3960757" y="1720343"/>
                  </a:lnTo>
                  <a:lnTo>
                    <a:pt x="3960944" y="1721283"/>
                  </a:lnTo>
                  <a:lnTo>
                    <a:pt x="3961131" y="1722051"/>
                  </a:lnTo>
                  <a:lnTo>
                    <a:pt x="3961318" y="1722191"/>
                  </a:lnTo>
                  <a:lnTo>
                    <a:pt x="3961505" y="1721424"/>
                  </a:lnTo>
                  <a:lnTo>
                    <a:pt x="3961692" y="1720499"/>
                  </a:lnTo>
                  <a:lnTo>
                    <a:pt x="3961878" y="1720862"/>
                  </a:lnTo>
                  <a:lnTo>
                    <a:pt x="3962065" y="1721952"/>
                  </a:lnTo>
                  <a:lnTo>
                    <a:pt x="3962252" y="1723858"/>
                  </a:lnTo>
                  <a:lnTo>
                    <a:pt x="3962439" y="1725302"/>
                  </a:lnTo>
                  <a:lnTo>
                    <a:pt x="3962626" y="1727002"/>
                  </a:lnTo>
                  <a:lnTo>
                    <a:pt x="3962813" y="1727901"/>
                  </a:lnTo>
                  <a:lnTo>
                    <a:pt x="3963000" y="1728149"/>
                  </a:lnTo>
                  <a:lnTo>
                    <a:pt x="3963187" y="1728380"/>
                  </a:lnTo>
                  <a:lnTo>
                    <a:pt x="3963374" y="1728306"/>
                  </a:lnTo>
                  <a:lnTo>
                    <a:pt x="3963561" y="1728091"/>
                  </a:lnTo>
                  <a:lnTo>
                    <a:pt x="3963748" y="1728231"/>
                  </a:lnTo>
                  <a:lnTo>
                    <a:pt x="3963935" y="1728099"/>
                  </a:lnTo>
                  <a:lnTo>
                    <a:pt x="3964122" y="1728471"/>
                  </a:lnTo>
                  <a:lnTo>
                    <a:pt x="3964308" y="1729964"/>
                  </a:lnTo>
                  <a:lnTo>
                    <a:pt x="3964495" y="1731738"/>
                  </a:lnTo>
                  <a:lnTo>
                    <a:pt x="3964682" y="1733001"/>
                  </a:lnTo>
                  <a:lnTo>
                    <a:pt x="3964869" y="1734148"/>
                  </a:lnTo>
                  <a:lnTo>
                    <a:pt x="3965056" y="1735320"/>
                  </a:lnTo>
                  <a:lnTo>
                    <a:pt x="3965243" y="1736797"/>
                  </a:lnTo>
                  <a:lnTo>
                    <a:pt x="3965430" y="1737985"/>
                  </a:lnTo>
                  <a:lnTo>
                    <a:pt x="3965617" y="1738901"/>
                  </a:lnTo>
                  <a:lnTo>
                    <a:pt x="3965804" y="1740287"/>
                  </a:lnTo>
                  <a:lnTo>
                    <a:pt x="3965991" y="1741740"/>
                  </a:lnTo>
                  <a:lnTo>
                    <a:pt x="3966178" y="1743184"/>
                  </a:lnTo>
                  <a:lnTo>
                    <a:pt x="3966365" y="1744653"/>
                  </a:lnTo>
                  <a:lnTo>
                    <a:pt x="3966551" y="1745940"/>
                  </a:lnTo>
                  <a:lnTo>
                    <a:pt x="3966738" y="1746922"/>
                  </a:lnTo>
                  <a:lnTo>
                    <a:pt x="3966925" y="1746955"/>
                  </a:lnTo>
                  <a:lnTo>
                    <a:pt x="3967112" y="1746460"/>
                  </a:lnTo>
                  <a:lnTo>
                    <a:pt x="3967299" y="1745659"/>
                  </a:lnTo>
                  <a:lnTo>
                    <a:pt x="3967486" y="1744842"/>
                  </a:lnTo>
                  <a:lnTo>
                    <a:pt x="3967673" y="1743836"/>
                  </a:lnTo>
                  <a:lnTo>
                    <a:pt x="3967860" y="1742664"/>
                  </a:lnTo>
                  <a:lnTo>
                    <a:pt x="3968047" y="1740791"/>
                  </a:lnTo>
                  <a:lnTo>
                    <a:pt x="3968234" y="1738752"/>
                  </a:lnTo>
                  <a:lnTo>
                    <a:pt x="3968421" y="1736921"/>
                  </a:lnTo>
                  <a:lnTo>
                    <a:pt x="3968608" y="1734750"/>
                  </a:lnTo>
                  <a:lnTo>
                    <a:pt x="3968795" y="1732258"/>
                  </a:lnTo>
                  <a:lnTo>
                    <a:pt x="3968981" y="1729593"/>
                  </a:lnTo>
                  <a:lnTo>
                    <a:pt x="3969168" y="1726276"/>
                  </a:lnTo>
                  <a:lnTo>
                    <a:pt x="3969355" y="1722703"/>
                  </a:lnTo>
                  <a:lnTo>
                    <a:pt x="3969542" y="1719328"/>
                  </a:lnTo>
                  <a:lnTo>
                    <a:pt x="3969729" y="1716448"/>
                  </a:lnTo>
                  <a:lnTo>
                    <a:pt x="3969916" y="1713147"/>
                  </a:lnTo>
                  <a:lnTo>
                    <a:pt x="3970103" y="1709343"/>
                  </a:lnTo>
                  <a:lnTo>
                    <a:pt x="3970290" y="1705357"/>
                  </a:lnTo>
                  <a:lnTo>
                    <a:pt x="3970477" y="1701091"/>
                  </a:lnTo>
                  <a:lnTo>
                    <a:pt x="3970664" y="1696841"/>
                  </a:lnTo>
                  <a:lnTo>
                    <a:pt x="3970851" y="1693260"/>
                  </a:lnTo>
                  <a:lnTo>
                    <a:pt x="3971038" y="1689885"/>
                  </a:lnTo>
                  <a:lnTo>
                    <a:pt x="3971224" y="1686477"/>
                  </a:lnTo>
                  <a:lnTo>
                    <a:pt x="3971411" y="1683102"/>
                  </a:lnTo>
                  <a:lnTo>
                    <a:pt x="3971598" y="1679587"/>
                  </a:lnTo>
                  <a:lnTo>
                    <a:pt x="3971785" y="1675906"/>
                  </a:lnTo>
                  <a:lnTo>
                    <a:pt x="3971972" y="1672474"/>
                  </a:lnTo>
                  <a:lnTo>
                    <a:pt x="3972159" y="1669272"/>
                  </a:lnTo>
                  <a:lnTo>
                    <a:pt x="3972346" y="1665732"/>
                  </a:lnTo>
                  <a:lnTo>
                    <a:pt x="3972533" y="1661804"/>
                  </a:lnTo>
                  <a:lnTo>
                    <a:pt x="3972720" y="1658008"/>
                  </a:lnTo>
                  <a:lnTo>
                    <a:pt x="3972907" y="1654138"/>
                  </a:lnTo>
                  <a:lnTo>
                    <a:pt x="3973094" y="1649888"/>
                  </a:lnTo>
                  <a:lnTo>
                    <a:pt x="3973281" y="1645358"/>
                  </a:lnTo>
                  <a:lnTo>
                    <a:pt x="3973468" y="1640803"/>
                  </a:lnTo>
                  <a:lnTo>
                    <a:pt x="3973654" y="1635977"/>
                  </a:lnTo>
                  <a:lnTo>
                    <a:pt x="3973841" y="1631361"/>
                  </a:lnTo>
                  <a:lnTo>
                    <a:pt x="3974028" y="1626440"/>
                  </a:lnTo>
                  <a:lnTo>
                    <a:pt x="3974215" y="1621648"/>
                  </a:lnTo>
                  <a:lnTo>
                    <a:pt x="3974402" y="1617285"/>
                  </a:lnTo>
                  <a:lnTo>
                    <a:pt x="3974589" y="1612744"/>
                  </a:lnTo>
                  <a:lnTo>
                    <a:pt x="3974776" y="1607617"/>
                  </a:lnTo>
                  <a:lnTo>
                    <a:pt x="3974963" y="1602386"/>
                  </a:lnTo>
                  <a:lnTo>
                    <a:pt x="3975150" y="1597894"/>
                  </a:lnTo>
                  <a:lnTo>
                    <a:pt x="3975337" y="1594686"/>
                  </a:lnTo>
                  <a:lnTo>
                    <a:pt x="3975524" y="1591699"/>
                  </a:lnTo>
                  <a:lnTo>
                    <a:pt x="3975711" y="1589794"/>
                  </a:lnTo>
                  <a:lnTo>
                    <a:pt x="3975898" y="1588438"/>
                  </a:lnTo>
                  <a:lnTo>
                    <a:pt x="3976084" y="1587780"/>
                  </a:lnTo>
                  <a:lnTo>
                    <a:pt x="3976271" y="1587072"/>
                  </a:lnTo>
                  <a:lnTo>
                    <a:pt x="3976458" y="1586036"/>
                  </a:lnTo>
                  <a:lnTo>
                    <a:pt x="3976645" y="1586095"/>
                  </a:lnTo>
                  <a:lnTo>
                    <a:pt x="3976832" y="1586532"/>
                  </a:lnTo>
                  <a:lnTo>
                    <a:pt x="3977019" y="1586857"/>
                  </a:lnTo>
                  <a:lnTo>
                    <a:pt x="3977206" y="1587235"/>
                  </a:lnTo>
                  <a:lnTo>
                    <a:pt x="3977393" y="1588157"/>
                  </a:lnTo>
                  <a:lnTo>
                    <a:pt x="3977580" y="1589895"/>
                  </a:lnTo>
                  <a:lnTo>
                    <a:pt x="3977767" y="1592042"/>
                  </a:lnTo>
                  <a:lnTo>
                    <a:pt x="3977954" y="1593646"/>
                  </a:lnTo>
                  <a:lnTo>
                    <a:pt x="3978141" y="1594190"/>
                  </a:lnTo>
                  <a:lnTo>
                    <a:pt x="3978327" y="1593777"/>
                  </a:lnTo>
                  <a:lnTo>
                    <a:pt x="3978514" y="1592433"/>
                  </a:lnTo>
                  <a:lnTo>
                    <a:pt x="3978701" y="1590739"/>
                  </a:lnTo>
                  <a:lnTo>
                    <a:pt x="3978888" y="1589634"/>
                  </a:lnTo>
                  <a:lnTo>
                    <a:pt x="3979075" y="1588206"/>
                  </a:lnTo>
                  <a:lnTo>
                    <a:pt x="3979262" y="1586292"/>
                  </a:lnTo>
                  <a:lnTo>
                    <a:pt x="3979449" y="1583106"/>
                  </a:lnTo>
                  <a:lnTo>
                    <a:pt x="3979636" y="1579591"/>
                  </a:lnTo>
                  <a:lnTo>
                    <a:pt x="3979823" y="1576282"/>
                  </a:lnTo>
                  <a:lnTo>
                    <a:pt x="3980010" y="1572651"/>
                  </a:lnTo>
                  <a:lnTo>
                    <a:pt x="3980197" y="1568839"/>
                  </a:lnTo>
                  <a:lnTo>
                    <a:pt x="3980384" y="1564952"/>
                  </a:lnTo>
                  <a:lnTo>
                    <a:pt x="3980571" y="1560950"/>
                  </a:lnTo>
                  <a:lnTo>
                    <a:pt x="3980757" y="1556549"/>
                  </a:lnTo>
                  <a:lnTo>
                    <a:pt x="3980944" y="1552285"/>
                  </a:lnTo>
                  <a:lnTo>
                    <a:pt x="3981131" y="1547788"/>
                  </a:lnTo>
                  <a:lnTo>
                    <a:pt x="3981318" y="1542924"/>
                  </a:lnTo>
                  <a:lnTo>
                    <a:pt x="3981505" y="1538055"/>
                  </a:lnTo>
                  <a:lnTo>
                    <a:pt x="3981692" y="1533061"/>
                  </a:lnTo>
                  <a:lnTo>
                    <a:pt x="3981879" y="1527715"/>
                  </a:lnTo>
                  <a:lnTo>
                    <a:pt x="3982066" y="1522657"/>
                  </a:lnTo>
                  <a:lnTo>
                    <a:pt x="3982253" y="1518834"/>
                  </a:lnTo>
                  <a:lnTo>
                    <a:pt x="3982440" y="1515437"/>
                  </a:lnTo>
                  <a:lnTo>
                    <a:pt x="3982627" y="1512409"/>
                  </a:lnTo>
                  <a:lnTo>
                    <a:pt x="3982814" y="1509920"/>
                  </a:lnTo>
                  <a:lnTo>
                    <a:pt x="3983001" y="1507367"/>
                  </a:lnTo>
                  <a:lnTo>
                    <a:pt x="3983187" y="1504761"/>
                  </a:lnTo>
                  <a:lnTo>
                    <a:pt x="3983374" y="1501864"/>
                  </a:lnTo>
                  <a:lnTo>
                    <a:pt x="3983561" y="1498387"/>
                  </a:lnTo>
                  <a:lnTo>
                    <a:pt x="3983748" y="1494840"/>
                  </a:lnTo>
                  <a:lnTo>
                    <a:pt x="3983935" y="1492265"/>
                  </a:lnTo>
                  <a:lnTo>
                    <a:pt x="3984122" y="1493008"/>
                  </a:lnTo>
                  <a:lnTo>
                    <a:pt x="3984309" y="1494378"/>
                  </a:lnTo>
                  <a:lnTo>
                    <a:pt x="3984496" y="1496515"/>
                  </a:lnTo>
                  <a:lnTo>
                    <a:pt x="3984683" y="1499519"/>
                  </a:lnTo>
                  <a:lnTo>
                    <a:pt x="3984870" y="1501129"/>
                  </a:lnTo>
                  <a:lnTo>
                    <a:pt x="3985057" y="1502619"/>
                  </a:lnTo>
                  <a:lnTo>
                    <a:pt x="3985244" y="1504077"/>
                  </a:lnTo>
                  <a:lnTo>
                    <a:pt x="3985430" y="1505335"/>
                  </a:lnTo>
                  <a:lnTo>
                    <a:pt x="3985617" y="1506124"/>
                  </a:lnTo>
                  <a:lnTo>
                    <a:pt x="3985804" y="1507735"/>
                  </a:lnTo>
                  <a:lnTo>
                    <a:pt x="3985991" y="1509059"/>
                  </a:lnTo>
                  <a:lnTo>
                    <a:pt x="3986178" y="1510915"/>
                  </a:lnTo>
                  <a:lnTo>
                    <a:pt x="3986365" y="1513554"/>
                  </a:lnTo>
                  <a:lnTo>
                    <a:pt x="3986552" y="1516423"/>
                  </a:lnTo>
                  <a:lnTo>
                    <a:pt x="3986739" y="1519202"/>
                  </a:lnTo>
                  <a:lnTo>
                    <a:pt x="3986926" y="1521648"/>
                  </a:lnTo>
                  <a:lnTo>
                    <a:pt x="3987113" y="1524343"/>
                  </a:lnTo>
                  <a:lnTo>
                    <a:pt x="3987300" y="1527204"/>
                  </a:lnTo>
                  <a:lnTo>
                    <a:pt x="3987487" y="1529648"/>
                  </a:lnTo>
                  <a:lnTo>
                    <a:pt x="3987674" y="1531740"/>
                  </a:lnTo>
                  <a:lnTo>
                    <a:pt x="3987860" y="1534489"/>
                  </a:lnTo>
                  <a:lnTo>
                    <a:pt x="3988047" y="1537537"/>
                  </a:lnTo>
                  <a:lnTo>
                    <a:pt x="3988234" y="1540280"/>
                  </a:lnTo>
                  <a:lnTo>
                    <a:pt x="3988421" y="1542971"/>
                  </a:lnTo>
                  <a:lnTo>
                    <a:pt x="3988608" y="1544904"/>
                  </a:lnTo>
                  <a:lnTo>
                    <a:pt x="3988795" y="1546081"/>
                  </a:lnTo>
                  <a:lnTo>
                    <a:pt x="3988982" y="1548065"/>
                  </a:lnTo>
                  <a:lnTo>
                    <a:pt x="3989169" y="1549748"/>
                  </a:lnTo>
                  <a:lnTo>
                    <a:pt x="3989356" y="1551551"/>
                  </a:lnTo>
                  <a:lnTo>
                    <a:pt x="3989543" y="1553018"/>
                  </a:lnTo>
                  <a:lnTo>
                    <a:pt x="3989730" y="1555384"/>
                  </a:lnTo>
                  <a:lnTo>
                    <a:pt x="3989917" y="1557529"/>
                  </a:lnTo>
                  <a:lnTo>
                    <a:pt x="3990103" y="1558575"/>
                  </a:lnTo>
                  <a:lnTo>
                    <a:pt x="3990290" y="1558964"/>
                  </a:lnTo>
                  <a:lnTo>
                    <a:pt x="3990477" y="1559083"/>
                  </a:lnTo>
                  <a:lnTo>
                    <a:pt x="3990664" y="1559383"/>
                  </a:lnTo>
                  <a:lnTo>
                    <a:pt x="3990851" y="1559634"/>
                  </a:lnTo>
                  <a:lnTo>
                    <a:pt x="3991038" y="1560085"/>
                  </a:lnTo>
                  <a:lnTo>
                    <a:pt x="3991225" y="1560723"/>
                  </a:lnTo>
                  <a:lnTo>
                    <a:pt x="3991412" y="1560338"/>
                  </a:lnTo>
                  <a:lnTo>
                    <a:pt x="3991599" y="1560038"/>
                  </a:lnTo>
                  <a:lnTo>
                    <a:pt x="3991786" y="1559647"/>
                  </a:lnTo>
                  <a:lnTo>
                    <a:pt x="3991973" y="1559665"/>
                  </a:lnTo>
                  <a:lnTo>
                    <a:pt x="3992160" y="1559533"/>
                  </a:lnTo>
                  <a:lnTo>
                    <a:pt x="3992347" y="1559220"/>
                  </a:lnTo>
                  <a:lnTo>
                    <a:pt x="3992533" y="1558345"/>
                  </a:lnTo>
                  <a:lnTo>
                    <a:pt x="3992720" y="1557352"/>
                  </a:lnTo>
                  <a:lnTo>
                    <a:pt x="3992907" y="1555790"/>
                  </a:lnTo>
                  <a:lnTo>
                    <a:pt x="3993094" y="1553853"/>
                  </a:lnTo>
                  <a:lnTo>
                    <a:pt x="3993281" y="1552424"/>
                  </a:lnTo>
                  <a:lnTo>
                    <a:pt x="3993468" y="1550483"/>
                  </a:lnTo>
                  <a:lnTo>
                    <a:pt x="3993655" y="1548652"/>
                  </a:lnTo>
                  <a:lnTo>
                    <a:pt x="3993842" y="1548486"/>
                  </a:lnTo>
                  <a:lnTo>
                    <a:pt x="3994029" y="1546521"/>
                  </a:lnTo>
                  <a:lnTo>
                    <a:pt x="3994216" y="1544561"/>
                  </a:lnTo>
                  <a:lnTo>
                    <a:pt x="3994403" y="1542389"/>
                  </a:lnTo>
                  <a:lnTo>
                    <a:pt x="3994590" y="1540800"/>
                  </a:lnTo>
                  <a:lnTo>
                    <a:pt x="3994777" y="1538783"/>
                  </a:lnTo>
                  <a:lnTo>
                    <a:pt x="3994963" y="1536808"/>
                  </a:lnTo>
                  <a:lnTo>
                    <a:pt x="3995150" y="1534874"/>
                  </a:lnTo>
                  <a:lnTo>
                    <a:pt x="3995337" y="1533028"/>
                  </a:lnTo>
                  <a:lnTo>
                    <a:pt x="3995524" y="1531240"/>
                  </a:lnTo>
                  <a:lnTo>
                    <a:pt x="3995711" y="1529093"/>
                  </a:lnTo>
                  <a:lnTo>
                    <a:pt x="3995898" y="1527339"/>
                  </a:lnTo>
                  <a:lnTo>
                    <a:pt x="3996085" y="1525175"/>
                  </a:lnTo>
                  <a:lnTo>
                    <a:pt x="3996272" y="1523477"/>
                  </a:lnTo>
                  <a:lnTo>
                    <a:pt x="3996459" y="1522865"/>
                  </a:lnTo>
                  <a:lnTo>
                    <a:pt x="3996646" y="1522920"/>
                  </a:lnTo>
                  <a:lnTo>
                    <a:pt x="3996833" y="1523717"/>
                  </a:lnTo>
                  <a:lnTo>
                    <a:pt x="3997020" y="1525019"/>
                  </a:lnTo>
                  <a:lnTo>
                    <a:pt x="3997206" y="1526738"/>
                  </a:lnTo>
                  <a:lnTo>
                    <a:pt x="3997393" y="1528231"/>
                  </a:lnTo>
                  <a:lnTo>
                    <a:pt x="3997580" y="1532337"/>
                  </a:lnTo>
                  <a:lnTo>
                    <a:pt x="3997767" y="1536760"/>
                  </a:lnTo>
                  <a:lnTo>
                    <a:pt x="3997954" y="1541610"/>
                  </a:lnTo>
                  <a:lnTo>
                    <a:pt x="3998141" y="1546922"/>
                  </a:lnTo>
                  <a:lnTo>
                    <a:pt x="3998328" y="1552747"/>
                  </a:lnTo>
                  <a:lnTo>
                    <a:pt x="3998515" y="1559105"/>
                  </a:lnTo>
                  <a:lnTo>
                    <a:pt x="3998702" y="1566303"/>
                  </a:lnTo>
                  <a:lnTo>
                    <a:pt x="3998889" y="1574323"/>
                  </a:lnTo>
                  <a:lnTo>
                    <a:pt x="3999076" y="1581999"/>
                  </a:lnTo>
                  <a:lnTo>
                    <a:pt x="3999263" y="1588396"/>
                  </a:lnTo>
                  <a:lnTo>
                    <a:pt x="3999450" y="1593955"/>
                  </a:lnTo>
                  <a:lnTo>
                    <a:pt x="3999636" y="1598762"/>
                  </a:lnTo>
                  <a:lnTo>
                    <a:pt x="3999823" y="1603479"/>
                  </a:lnTo>
                  <a:lnTo>
                    <a:pt x="4000010" y="1608008"/>
                  </a:lnTo>
                  <a:lnTo>
                    <a:pt x="4000197" y="1612680"/>
                  </a:lnTo>
                  <a:lnTo>
                    <a:pt x="4000384" y="1617778"/>
                  </a:lnTo>
                  <a:lnTo>
                    <a:pt x="4000571" y="1622884"/>
                  </a:lnTo>
                  <a:lnTo>
                    <a:pt x="4000758" y="1627439"/>
                  </a:lnTo>
                  <a:lnTo>
                    <a:pt x="4000945" y="1631482"/>
                  </a:lnTo>
                  <a:lnTo>
                    <a:pt x="4001132" y="1634172"/>
                  </a:lnTo>
                  <a:lnTo>
                    <a:pt x="4001319" y="1636392"/>
                  </a:lnTo>
                  <a:lnTo>
                    <a:pt x="4001506" y="1637819"/>
                  </a:lnTo>
                  <a:lnTo>
                    <a:pt x="4001693" y="1638306"/>
                  </a:lnTo>
                  <a:lnTo>
                    <a:pt x="4001880" y="1638867"/>
                  </a:lnTo>
                  <a:lnTo>
                    <a:pt x="4002066" y="1639709"/>
                  </a:lnTo>
                  <a:lnTo>
                    <a:pt x="4002253" y="1640699"/>
                  </a:lnTo>
                  <a:lnTo>
                    <a:pt x="4002440" y="1641393"/>
                  </a:lnTo>
                  <a:lnTo>
                    <a:pt x="4002627" y="1641714"/>
                  </a:lnTo>
                  <a:lnTo>
                    <a:pt x="4002814" y="1641912"/>
                  </a:lnTo>
                  <a:lnTo>
                    <a:pt x="4003001" y="1642011"/>
                  </a:lnTo>
                  <a:lnTo>
                    <a:pt x="4003188" y="1641112"/>
                  </a:lnTo>
                  <a:lnTo>
                    <a:pt x="4003375" y="1639577"/>
                  </a:lnTo>
                  <a:lnTo>
                    <a:pt x="4003562" y="1637852"/>
                  </a:lnTo>
                  <a:lnTo>
                    <a:pt x="4003749" y="1635897"/>
                  </a:lnTo>
                  <a:lnTo>
                    <a:pt x="4003936" y="1634131"/>
                  </a:lnTo>
                  <a:lnTo>
                    <a:pt x="4004123" y="1632596"/>
                  </a:lnTo>
                  <a:lnTo>
                    <a:pt x="4004309" y="1631837"/>
                  </a:lnTo>
                  <a:lnTo>
                    <a:pt x="4004496" y="1631177"/>
                  </a:lnTo>
                  <a:lnTo>
                    <a:pt x="4004683" y="1630739"/>
                  </a:lnTo>
                  <a:lnTo>
                    <a:pt x="4004870" y="1630195"/>
                  </a:lnTo>
                  <a:lnTo>
                    <a:pt x="4005057" y="1629394"/>
                  </a:lnTo>
                  <a:lnTo>
                    <a:pt x="4005244" y="1628099"/>
                  </a:lnTo>
                  <a:lnTo>
                    <a:pt x="4005431" y="1627257"/>
                  </a:lnTo>
                  <a:lnTo>
                    <a:pt x="4005618" y="1626605"/>
                  </a:lnTo>
                  <a:lnTo>
                    <a:pt x="4005805" y="1625978"/>
                  </a:lnTo>
                  <a:lnTo>
                    <a:pt x="4005992" y="1626127"/>
                  </a:lnTo>
                  <a:lnTo>
                    <a:pt x="4006179" y="1626812"/>
                  </a:lnTo>
                  <a:lnTo>
                    <a:pt x="4006366" y="1627472"/>
                  </a:lnTo>
                  <a:lnTo>
                    <a:pt x="4006553" y="1628759"/>
                  </a:lnTo>
                  <a:lnTo>
                    <a:pt x="4006739" y="1630715"/>
                  </a:lnTo>
                  <a:lnTo>
                    <a:pt x="4006926" y="1632489"/>
                  </a:lnTo>
                  <a:lnTo>
                    <a:pt x="4007113" y="1633669"/>
                  </a:lnTo>
                  <a:lnTo>
                    <a:pt x="4007300" y="1635369"/>
                  </a:lnTo>
                  <a:lnTo>
                    <a:pt x="4007487" y="1637333"/>
                  </a:lnTo>
                  <a:lnTo>
                    <a:pt x="4007674" y="1639264"/>
                  </a:lnTo>
                  <a:lnTo>
                    <a:pt x="4007861" y="1641615"/>
                  </a:lnTo>
                  <a:lnTo>
                    <a:pt x="4008048" y="1644545"/>
                  </a:lnTo>
                  <a:lnTo>
                    <a:pt x="4008235" y="1646756"/>
                  </a:lnTo>
                  <a:lnTo>
                    <a:pt x="4008422" y="1648695"/>
                  </a:lnTo>
                  <a:lnTo>
                    <a:pt x="4008609" y="1650296"/>
                  </a:lnTo>
                  <a:lnTo>
                    <a:pt x="4008796" y="1651625"/>
                  </a:lnTo>
                  <a:lnTo>
                    <a:pt x="4008982" y="1652772"/>
                  </a:lnTo>
                  <a:lnTo>
                    <a:pt x="4009169" y="1654406"/>
                  </a:lnTo>
                  <a:lnTo>
                    <a:pt x="4009356" y="1656155"/>
                  </a:lnTo>
                  <a:lnTo>
                    <a:pt x="4009543" y="1657929"/>
                  </a:lnTo>
                  <a:lnTo>
                    <a:pt x="4009730" y="1660264"/>
                  </a:lnTo>
                  <a:lnTo>
                    <a:pt x="4009917" y="1663120"/>
                  </a:lnTo>
                  <a:lnTo>
                    <a:pt x="4010104" y="1665933"/>
                  </a:lnTo>
                  <a:lnTo>
                    <a:pt x="4010291" y="1668574"/>
                  </a:lnTo>
                  <a:lnTo>
                    <a:pt x="4010478" y="1672382"/>
                  </a:lnTo>
                  <a:lnTo>
                    <a:pt x="4010665" y="1676447"/>
                  </a:lnTo>
                  <a:lnTo>
                    <a:pt x="4010852" y="1680249"/>
                  </a:lnTo>
                  <a:lnTo>
                    <a:pt x="4011039" y="1684116"/>
                  </a:lnTo>
                  <a:lnTo>
                    <a:pt x="4011226" y="1687999"/>
                  </a:lnTo>
                  <a:lnTo>
                    <a:pt x="4011412" y="1692529"/>
                  </a:lnTo>
                  <a:lnTo>
                    <a:pt x="4011599" y="1697015"/>
                  </a:lnTo>
                  <a:lnTo>
                    <a:pt x="4011786" y="1701293"/>
                  </a:lnTo>
                  <a:lnTo>
                    <a:pt x="4011973" y="1705660"/>
                  </a:lnTo>
                  <a:lnTo>
                    <a:pt x="4012160" y="1710481"/>
                  </a:lnTo>
                  <a:lnTo>
                    <a:pt x="4012347" y="1715351"/>
                  </a:lnTo>
                  <a:lnTo>
                    <a:pt x="4012534" y="1719615"/>
                  </a:lnTo>
                  <a:lnTo>
                    <a:pt x="4012721" y="1723292"/>
                  </a:lnTo>
                  <a:lnTo>
                    <a:pt x="4012908" y="1726734"/>
                  </a:lnTo>
                  <a:lnTo>
                    <a:pt x="4013095" y="1729627"/>
                  </a:lnTo>
                  <a:lnTo>
                    <a:pt x="4013282" y="1732442"/>
                  </a:lnTo>
                  <a:lnTo>
                    <a:pt x="4013469" y="1735151"/>
                  </a:lnTo>
                  <a:lnTo>
                    <a:pt x="4013656" y="1738614"/>
                  </a:lnTo>
                  <a:lnTo>
                    <a:pt x="4013842" y="1742179"/>
                  </a:lnTo>
                  <a:lnTo>
                    <a:pt x="4014029" y="1745743"/>
                  </a:lnTo>
                  <a:lnTo>
                    <a:pt x="4014216" y="1748500"/>
                  </a:lnTo>
                  <a:lnTo>
                    <a:pt x="4014403" y="1751190"/>
                  </a:lnTo>
                  <a:lnTo>
                    <a:pt x="4014590" y="1753574"/>
                  </a:lnTo>
                  <a:lnTo>
                    <a:pt x="4014777" y="1755687"/>
                  </a:lnTo>
                  <a:lnTo>
                    <a:pt x="4014964" y="1757205"/>
                  </a:lnTo>
                  <a:lnTo>
                    <a:pt x="4015151" y="1758460"/>
                  </a:lnTo>
                  <a:lnTo>
                    <a:pt x="4015338" y="1760448"/>
                  </a:lnTo>
                  <a:lnTo>
                    <a:pt x="4015525" y="1763155"/>
                  </a:lnTo>
                  <a:lnTo>
                    <a:pt x="4015712" y="1766307"/>
                  </a:lnTo>
                  <a:lnTo>
                    <a:pt x="4015899" y="1769649"/>
                  </a:lnTo>
                  <a:lnTo>
                    <a:pt x="4016085" y="1772966"/>
                  </a:lnTo>
                  <a:lnTo>
                    <a:pt x="4016272" y="1776259"/>
                  </a:lnTo>
                  <a:lnTo>
                    <a:pt x="4016459" y="1779419"/>
                  </a:lnTo>
                  <a:lnTo>
                    <a:pt x="4016646" y="1782588"/>
                  </a:lnTo>
                  <a:lnTo>
                    <a:pt x="4016833" y="1786532"/>
                  </a:lnTo>
                  <a:lnTo>
                    <a:pt x="4017020" y="1790749"/>
                  </a:lnTo>
                  <a:lnTo>
                    <a:pt x="4017207" y="1794858"/>
                  </a:lnTo>
                  <a:lnTo>
                    <a:pt x="4017394" y="1799496"/>
                  </a:lnTo>
                  <a:lnTo>
                    <a:pt x="4017581" y="1804150"/>
                  </a:lnTo>
                  <a:lnTo>
                    <a:pt x="4017768" y="1808565"/>
                  </a:lnTo>
                  <a:lnTo>
                    <a:pt x="4017955" y="1813227"/>
                  </a:lnTo>
                  <a:lnTo>
                    <a:pt x="4018142" y="1817394"/>
                  </a:lnTo>
                  <a:lnTo>
                    <a:pt x="4018329" y="1821281"/>
                  </a:lnTo>
                  <a:lnTo>
                    <a:pt x="4018515" y="1825275"/>
                  </a:lnTo>
                  <a:lnTo>
                    <a:pt x="4018702" y="1829764"/>
                  </a:lnTo>
                  <a:lnTo>
                    <a:pt x="4018889" y="1834187"/>
                  </a:lnTo>
                  <a:lnTo>
                    <a:pt x="4019076" y="1838874"/>
                  </a:lnTo>
                  <a:lnTo>
                    <a:pt x="4019263" y="1843858"/>
                  </a:lnTo>
                  <a:lnTo>
                    <a:pt x="4019450" y="1848834"/>
                  </a:lnTo>
                  <a:lnTo>
                    <a:pt x="4019637" y="1853430"/>
                  </a:lnTo>
                  <a:lnTo>
                    <a:pt x="4019824" y="1858389"/>
                  </a:lnTo>
                  <a:lnTo>
                    <a:pt x="4020011" y="1863555"/>
                  </a:lnTo>
                  <a:lnTo>
                    <a:pt x="4020198" y="1868803"/>
                  </a:lnTo>
                  <a:lnTo>
                    <a:pt x="4020385" y="1873985"/>
                  </a:lnTo>
                  <a:lnTo>
                    <a:pt x="4020572" y="1879365"/>
                  </a:lnTo>
                  <a:lnTo>
                    <a:pt x="4020759" y="1884655"/>
                  </a:lnTo>
                  <a:lnTo>
                    <a:pt x="4020945" y="1890456"/>
                  </a:lnTo>
                  <a:lnTo>
                    <a:pt x="4021132" y="1896703"/>
                  </a:lnTo>
                  <a:lnTo>
                    <a:pt x="4021319" y="1902636"/>
                  </a:lnTo>
                  <a:lnTo>
                    <a:pt x="4021506" y="1908074"/>
                  </a:lnTo>
                  <a:lnTo>
                    <a:pt x="4021693" y="1913149"/>
                  </a:lnTo>
                  <a:lnTo>
                    <a:pt x="4021880" y="1917423"/>
                  </a:lnTo>
                  <a:lnTo>
                    <a:pt x="4022067" y="1921029"/>
                  </a:lnTo>
                  <a:lnTo>
                    <a:pt x="4022254" y="1924181"/>
                  </a:lnTo>
                  <a:lnTo>
                    <a:pt x="4022441" y="1926913"/>
                  </a:lnTo>
                  <a:lnTo>
                    <a:pt x="4022628" y="1929207"/>
                  </a:lnTo>
                  <a:lnTo>
                    <a:pt x="4022815" y="1931303"/>
                  </a:lnTo>
                  <a:lnTo>
                    <a:pt x="4023002" y="1933316"/>
                  </a:lnTo>
                  <a:lnTo>
                    <a:pt x="4023188" y="1934900"/>
                  </a:lnTo>
                  <a:lnTo>
                    <a:pt x="4023375" y="1936064"/>
                  </a:lnTo>
                  <a:lnTo>
                    <a:pt x="4023562" y="1936674"/>
                  </a:lnTo>
                  <a:lnTo>
                    <a:pt x="4023749" y="1936452"/>
                  </a:lnTo>
                  <a:lnTo>
                    <a:pt x="4023936" y="1935660"/>
                  </a:lnTo>
                  <a:lnTo>
                    <a:pt x="4024123" y="1934669"/>
                  </a:lnTo>
                  <a:lnTo>
                    <a:pt x="4024310" y="1933638"/>
                  </a:lnTo>
                  <a:lnTo>
                    <a:pt x="4024497" y="1932342"/>
                  </a:lnTo>
                  <a:lnTo>
                    <a:pt x="4024684" y="1931047"/>
                  </a:lnTo>
                  <a:lnTo>
                    <a:pt x="4024871" y="1928976"/>
                  </a:lnTo>
                  <a:lnTo>
                    <a:pt x="4025058" y="1926335"/>
                  </a:lnTo>
                  <a:lnTo>
                    <a:pt x="4025245" y="1923373"/>
                  </a:lnTo>
                  <a:lnTo>
                    <a:pt x="4025432" y="1919567"/>
                  </a:lnTo>
                  <a:lnTo>
                    <a:pt x="4025618" y="1915818"/>
                  </a:lnTo>
                  <a:lnTo>
                    <a:pt x="4025805" y="1913431"/>
                  </a:lnTo>
                  <a:lnTo>
                    <a:pt x="4025992" y="1911726"/>
                  </a:lnTo>
                  <a:lnTo>
                    <a:pt x="4026179" y="1910305"/>
                  </a:lnTo>
                  <a:lnTo>
                    <a:pt x="4026366" y="1909637"/>
                  </a:lnTo>
                  <a:lnTo>
                    <a:pt x="4026553" y="1909386"/>
                  </a:lnTo>
                  <a:lnTo>
                    <a:pt x="4026740" y="1909166"/>
                  </a:lnTo>
                  <a:lnTo>
                    <a:pt x="4026927" y="1909548"/>
                  </a:lnTo>
                  <a:lnTo>
                    <a:pt x="4027114" y="1909462"/>
                  </a:lnTo>
                  <a:lnTo>
                    <a:pt x="4027301" y="1909817"/>
                  </a:lnTo>
                  <a:lnTo>
                    <a:pt x="4027488" y="1910840"/>
                  </a:lnTo>
                  <a:lnTo>
                    <a:pt x="4027675" y="1912252"/>
                  </a:lnTo>
                  <a:lnTo>
                    <a:pt x="4027861" y="1913920"/>
                  </a:lnTo>
                  <a:lnTo>
                    <a:pt x="4028048" y="1915707"/>
                  </a:lnTo>
                  <a:lnTo>
                    <a:pt x="4028235" y="1917416"/>
                  </a:lnTo>
                  <a:lnTo>
                    <a:pt x="4028422" y="1919258"/>
                  </a:lnTo>
                  <a:lnTo>
                    <a:pt x="4028609" y="1921010"/>
                  </a:lnTo>
                  <a:lnTo>
                    <a:pt x="4028796" y="1923746"/>
                  </a:lnTo>
                  <a:lnTo>
                    <a:pt x="4028983" y="1926360"/>
                  </a:lnTo>
                  <a:lnTo>
                    <a:pt x="4029170" y="1928960"/>
                  </a:lnTo>
                  <a:lnTo>
                    <a:pt x="4029357" y="1931622"/>
                  </a:lnTo>
                  <a:lnTo>
                    <a:pt x="4029544" y="1934129"/>
                  </a:lnTo>
                  <a:lnTo>
                    <a:pt x="4029731" y="1936585"/>
                  </a:lnTo>
                  <a:lnTo>
                    <a:pt x="4029918" y="1938982"/>
                  </a:lnTo>
                  <a:lnTo>
                    <a:pt x="4030105" y="1941097"/>
                  </a:lnTo>
                  <a:lnTo>
                    <a:pt x="4030291" y="1944301"/>
                  </a:lnTo>
                  <a:lnTo>
                    <a:pt x="4030478" y="1948384"/>
                  </a:lnTo>
                  <a:lnTo>
                    <a:pt x="4030665" y="1952199"/>
                  </a:lnTo>
                  <a:lnTo>
                    <a:pt x="4030852" y="1956330"/>
                  </a:lnTo>
                  <a:lnTo>
                    <a:pt x="4031039" y="1960798"/>
                  </a:lnTo>
                  <a:lnTo>
                    <a:pt x="4031226" y="1964717"/>
                  </a:lnTo>
                  <a:lnTo>
                    <a:pt x="4031413" y="1968570"/>
                  </a:lnTo>
                  <a:lnTo>
                    <a:pt x="4031600" y="1972177"/>
                  </a:lnTo>
                  <a:lnTo>
                    <a:pt x="4031787" y="1976170"/>
                  </a:lnTo>
                  <a:lnTo>
                    <a:pt x="4031974" y="1980046"/>
                  </a:lnTo>
                  <a:lnTo>
                    <a:pt x="4032161" y="1984332"/>
                  </a:lnTo>
                  <a:lnTo>
                    <a:pt x="4032348" y="1988417"/>
                  </a:lnTo>
                  <a:lnTo>
                    <a:pt x="4032535" y="1992342"/>
                  </a:lnTo>
                  <a:lnTo>
                    <a:pt x="4032721" y="1996251"/>
                  </a:lnTo>
                  <a:lnTo>
                    <a:pt x="4032908" y="2000147"/>
                  </a:lnTo>
                  <a:lnTo>
                    <a:pt x="4033095" y="2003335"/>
                  </a:lnTo>
                  <a:lnTo>
                    <a:pt x="4033282" y="2005455"/>
                  </a:lnTo>
                  <a:lnTo>
                    <a:pt x="4033469" y="2007104"/>
                  </a:lnTo>
                  <a:lnTo>
                    <a:pt x="4033656" y="2007738"/>
                  </a:lnTo>
                  <a:lnTo>
                    <a:pt x="4033843" y="2007613"/>
                  </a:lnTo>
                  <a:lnTo>
                    <a:pt x="4034030" y="2005545"/>
                  </a:lnTo>
                  <a:lnTo>
                    <a:pt x="4034217" y="2000585"/>
                  </a:lnTo>
                  <a:lnTo>
                    <a:pt x="4034404" y="1995007"/>
                  </a:lnTo>
                  <a:lnTo>
                    <a:pt x="4034591" y="1988018"/>
                  </a:lnTo>
                  <a:lnTo>
                    <a:pt x="4034778" y="1980971"/>
                  </a:lnTo>
                  <a:lnTo>
                    <a:pt x="4034964" y="1972508"/>
                  </a:lnTo>
                  <a:lnTo>
                    <a:pt x="4035151" y="1965147"/>
                  </a:lnTo>
                  <a:lnTo>
                    <a:pt x="4035338" y="1958415"/>
                  </a:lnTo>
                  <a:lnTo>
                    <a:pt x="4035525" y="1951940"/>
                  </a:lnTo>
                  <a:lnTo>
                    <a:pt x="4035712" y="1946313"/>
                  </a:lnTo>
                  <a:lnTo>
                    <a:pt x="4035899" y="1940747"/>
                  </a:lnTo>
                  <a:lnTo>
                    <a:pt x="4036086" y="1934985"/>
                  </a:lnTo>
                  <a:lnTo>
                    <a:pt x="4036273" y="1929044"/>
                  </a:lnTo>
                  <a:lnTo>
                    <a:pt x="4036460" y="1922714"/>
                  </a:lnTo>
                  <a:lnTo>
                    <a:pt x="4036647" y="1916498"/>
                  </a:lnTo>
                  <a:lnTo>
                    <a:pt x="4036834" y="1910494"/>
                  </a:lnTo>
                  <a:lnTo>
                    <a:pt x="4037021" y="1904696"/>
                  </a:lnTo>
                  <a:lnTo>
                    <a:pt x="4037208" y="1899575"/>
                  </a:lnTo>
                  <a:lnTo>
                    <a:pt x="4037394" y="1895145"/>
                  </a:lnTo>
                  <a:lnTo>
                    <a:pt x="4037581" y="1890110"/>
                  </a:lnTo>
                  <a:lnTo>
                    <a:pt x="4037768" y="1884269"/>
                  </a:lnTo>
                  <a:lnTo>
                    <a:pt x="4037955" y="1877901"/>
                  </a:lnTo>
                  <a:lnTo>
                    <a:pt x="4038142" y="1871638"/>
                  </a:lnTo>
                  <a:lnTo>
                    <a:pt x="4038329" y="1864863"/>
                  </a:lnTo>
                  <a:lnTo>
                    <a:pt x="4038516" y="1858666"/>
                  </a:lnTo>
                  <a:lnTo>
                    <a:pt x="4038703" y="1853088"/>
                  </a:lnTo>
                  <a:lnTo>
                    <a:pt x="4038890" y="1848211"/>
                  </a:lnTo>
                  <a:lnTo>
                    <a:pt x="4039077" y="1843854"/>
                  </a:lnTo>
                  <a:lnTo>
                    <a:pt x="4039264" y="1839439"/>
                  </a:lnTo>
                  <a:lnTo>
                    <a:pt x="4039451" y="1834298"/>
                  </a:lnTo>
                  <a:lnTo>
                    <a:pt x="4039637" y="1828374"/>
                  </a:lnTo>
                  <a:lnTo>
                    <a:pt x="4039824" y="1822548"/>
                  </a:lnTo>
                  <a:lnTo>
                    <a:pt x="4040011" y="1816623"/>
                  </a:lnTo>
                  <a:lnTo>
                    <a:pt x="4040198" y="1810682"/>
                  </a:lnTo>
                  <a:lnTo>
                    <a:pt x="4040385" y="1804715"/>
                  </a:lnTo>
                  <a:lnTo>
                    <a:pt x="4040572" y="1799575"/>
                  </a:lnTo>
                  <a:lnTo>
                    <a:pt x="4040759" y="1794104"/>
                  </a:lnTo>
                  <a:lnTo>
                    <a:pt x="4040946" y="1788105"/>
                  </a:lnTo>
                  <a:lnTo>
                    <a:pt x="4041133" y="1782031"/>
                  </a:lnTo>
                  <a:lnTo>
                    <a:pt x="4041320" y="1775025"/>
                  </a:lnTo>
                  <a:lnTo>
                    <a:pt x="4041507" y="1767541"/>
                  </a:lnTo>
                  <a:lnTo>
                    <a:pt x="4041694" y="1759347"/>
                  </a:lnTo>
                  <a:lnTo>
                    <a:pt x="4041881" y="1751070"/>
                  </a:lnTo>
                  <a:lnTo>
                    <a:pt x="4042067" y="1743116"/>
                  </a:lnTo>
                  <a:lnTo>
                    <a:pt x="4042254" y="1735829"/>
                  </a:lnTo>
                  <a:lnTo>
                    <a:pt x="4042441" y="1729112"/>
                  </a:lnTo>
                  <a:lnTo>
                    <a:pt x="4042628" y="1722478"/>
                  </a:lnTo>
                  <a:lnTo>
                    <a:pt x="4042815" y="1715051"/>
                  </a:lnTo>
                  <a:lnTo>
                    <a:pt x="4043002" y="1709967"/>
                  </a:lnTo>
                  <a:lnTo>
                    <a:pt x="4043189" y="1704593"/>
                  </a:lnTo>
                  <a:lnTo>
                    <a:pt x="4043376" y="1699076"/>
                  </a:lnTo>
                  <a:lnTo>
                    <a:pt x="4043563" y="1695726"/>
                  </a:lnTo>
                  <a:lnTo>
                    <a:pt x="4043750" y="1693516"/>
                  </a:lnTo>
                  <a:lnTo>
                    <a:pt x="4043937" y="1691187"/>
                  </a:lnTo>
                  <a:lnTo>
                    <a:pt x="4044124" y="1688288"/>
                  </a:lnTo>
                  <a:lnTo>
                    <a:pt x="4044311" y="1685422"/>
                  </a:lnTo>
                  <a:lnTo>
                    <a:pt x="4044497" y="1682808"/>
                  </a:lnTo>
                  <a:lnTo>
                    <a:pt x="4044684" y="1679806"/>
                  </a:lnTo>
                  <a:lnTo>
                    <a:pt x="4044871" y="1676867"/>
                  </a:lnTo>
                  <a:lnTo>
                    <a:pt x="4045058" y="1673904"/>
                  </a:lnTo>
                  <a:lnTo>
                    <a:pt x="4045245" y="1670808"/>
                  </a:lnTo>
                  <a:lnTo>
                    <a:pt x="4045432" y="1667411"/>
                  </a:lnTo>
                  <a:lnTo>
                    <a:pt x="4045619" y="1664450"/>
                  </a:lnTo>
                  <a:lnTo>
                    <a:pt x="4045806" y="1661952"/>
                  </a:lnTo>
                  <a:lnTo>
                    <a:pt x="4045993" y="1659966"/>
                  </a:lnTo>
                  <a:lnTo>
                    <a:pt x="4046180" y="1657176"/>
                  </a:lnTo>
                  <a:lnTo>
                    <a:pt x="4046367" y="1653077"/>
                  </a:lnTo>
                  <a:lnTo>
                    <a:pt x="4046554" y="1649158"/>
                  </a:lnTo>
                  <a:lnTo>
                    <a:pt x="4046740" y="1645067"/>
                  </a:lnTo>
                  <a:lnTo>
                    <a:pt x="4046927" y="1639563"/>
                  </a:lnTo>
                  <a:lnTo>
                    <a:pt x="4047114" y="1634373"/>
                  </a:lnTo>
                  <a:lnTo>
                    <a:pt x="4047301" y="1629075"/>
                  </a:lnTo>
                  <a:lnTo>
                    <a:pt x="4047488" y="1624520"/>
                  </a:lnTo>
                  <a:lnTo>
                    <a:pt x="4047675" y="1620509"/>
                  </a:lnTo>
                  <a:lnTo>
                    <a:pt x="4047862" y="1615496"/>
                  </a:lnTo>
                  <a:lnTo>
                    <a:pt x="4048049" y="1610970"/>
                  </a:lnTo>
                  <a:lnTo>
                    <a:pt x="4048236" y="1607374"/>
                  </a:lnTo>
                  <a:lnTo>
                    <a:pt x="4048423" y="1604431"/>
                  </a:lnTo>
                  <a:lnTo>
                    <a:pt x="4048610" y="1601729"/>
                  </a:lnTo>
                  <a:lnTo>
                    <a:pt x="4048797" y="1598857"/>
                  </a:lnTo>
                  <a:lnTo>
                    <a:pt x="4048984" y="1596277"/>
                  </a:lnTo>
                  <a:lnTo>
                    <a:pt x="4049170" y="1593591"/>
                  </a:lnTo>
                  <a:lnTo>
                    <a:pt x="4049357" y="1590660"/>
                  </a:lnTo>
                  <a:lnTo>
                    <a:pt x="4049544" y="1588117"/>
                  </a:lnTo>
                  <a:lnTo>
                    <a:pt x="4049731" y="1585946"/>
                  </a:lnTo>
                  <a:lnTo>
                    <a:pt x="4049918" y="1583670"/>
                  </a:lnTo>
                  <a:lnTo>
                    <a:pt x="4050105" y="1581602"/>
                  </a:lnTo>
                  <a:lnTo>
                    <a:pt x="4050292" y="1579629"/>
                  </a:lnTo>
                  <a:lnTo>
                    <a:pt x="4050479" y="1577701"/>
                  </a:lnTo>
                  <a:lnTo>
                    <a:pt x="4050666" y="1576265"/>
                  </a:lnTo>
                  <a:lnTo>
                    <a:pt x="4050853" y="1574637"/>
                  </a:lnTo>
                  <a:lnTo>
                    <a:pt x="4051040" y="1572535"/>
                  </a:lnTo>
                  <a:lnTo>
                    <a:pt x="4051227" y="1570274"/>
                  </a:lnTo>
                  <a:lnTo>
                    <a:pt x="4051414" y="1568137"/>
                  </a:lnTo>
                  <a:lnTo>
                    <a:pt x="4051600" y="1566478"/>
                  </a:lnTo>
                  <a:lnTo>
                    <a:pt x="4051787" y="1565018"/>
                  </a:lnTo>
                  <a:lnTo>
                    <a:pt x="4051974" y="1563342"/>
                  </a:lnTo>
                  <a:lnTo>
                    <a:pt x="4052161" y="1562261"/>
                  </a:lnTo>
                  <a:lnTo>
                    <a:pt x="4052348" y="1561114"/>
                  </a:lnTo>
                  <a:lnTo>
                    <a:pt x="4052535" y="1559835"/>
                  </a:lnTo>
                  <a:lnTo>
                    <a:pt x="4052722" y="1558202"/>
                  </a:lnTo>
                  <a:lnTo>
                    <a:pt x="4052909" y="1557397"/>
                  </a:lnTo>
                  <a:lnTo>
                    <a:pt x="4053096" y="1556332"/>
                  </a:lnTo>
                  <a:lnTo>
                    <a:pt x="4053283" y="1554821"/>
                  </a:lnTo>
                  <a:lnTo>
                    <a:pt x="4053470" y="1553864"/>
                  </a:lnTo>
                  <a:lnTo>
                    <a:pt x="4053657" y="1552900"/>
                  </a:lnTo>
                  <a:lnTo>
                    <a:pt x="4053843" y="1551649"/>
                  </a:lnTo>
                  <a:lnTo>
                    <a:pt x="4054030" y="1550671"/>
                  </a:lnTo>
                  <a:lnTo>
                    <a:pt x="4054217" y="1550137"/>
                  </a:lnTo>
                  <a:lnTo>
                    <a:pt x="4054404" y="1549682"/>
                  </a:lnTo>
                  <a:lnTo>
                    <a:pt x="4054591" y="1549056"/>
                  </a:lnTo>
                  <a:lnTo>
                    <a:pt x="4054778" y="1548460"/>
                  </a:lnTo>
                  <a:lnTo>
                    <a:pt x="4054965" y="1547647"/>
                  </a:lnTo>
                  <a:lnTo>
                    <a:pt x="4055152" y="1547004"/>
                  </a:lnTo>
                  <a:lnTo>
                    <a:pt x="4055339" y="1546453"/>
                  </a:lnTo>
                  <a:lnTo>
                    <a:pt x="4055526" y="1546176"/>
                  </a:lnTo>
                  <a:lnTo>
                    <a:pt x="4055713" y="1546113"/>
                  </a:lnTo>
                  <a:lnTo>
                    <a:pt x="4055900" y="1546149"/>
                  </a:lnTo>
                  <a:lnTo>
                    <a:pt x="4056087" y="1545310"/>
                  </a:lnTo>
                  <a:lnTo>
                    <a:pt x="4056273" y="1544651"/>
                  </a:lnTo>
                  <a:lnTo>
                    <a:pt x="4056460" y="1543837"/>
                  </a:lnTo>
                  <a:lnTo>
                    <a:pt x="4056647" y="1543492"/>
                  </a:lnTo>
                  <a:lnTo>
                    <a:pt x="4056834" y="1543313"/>
                  </a:lnTo>
                  <a:lnTo>
                    <a:pt x="4057021" y="1542726"/>
                  </a:lnTo>
                  <a:lnTo>
                    <a:pt x="4057208" y="1541843"/>
                  </a:lnTo>
                  <a:lnTo>
                    <a:pt x="4057395" y="1541178"/>
                  </a:lnTo>
                  <a:lnTo>
                    <a:pt x="4057582" y="1540673"/>
                  </a:lnTo>
                  <a:lnTo>
                    <a:pt x="4057769" y="1540262"/>
                  </a:lnTo>
                  <a:lnTo>
                    <a:pt x="4057956" y="1539550"/>
                  </a:lnTo>
                  <a:lnTo>
                    <a:pt x="4058143" y="1538961"/>
                  </a:lnTo>
                  <a:lnTo>
                    <a:pt x="4058330" y="1538372"/>
                  </a:lnTo>
                  <a:lnTo>
                    <a:pt x="4058516" y="1537783"/>
                  </a:lnTo>
                  <a:lnTo>
                    <a:pt x="4058703" y="1537202"/>
                  </a:lnTo>
                  <a:lnTo>
                    <a:pt x="4058890" y="1536938"/>
                  </a:lnTo>
                  <a:lnTo>
                    <a:pt x="4059077" y="1537023"/>
                  </a:lnTo>
                  <a:lnTo>
                    <a:pt x="4059264" y="1537358"/>
                  </a:lnTo>
                  <a:lnTo>
                    <a:pt x="4059451" y="1537672"/>
                  </a:lnTo>
                  <a:lnTo>
                    <a:pt x="4059638" y="1537689"/>
                  </a:lnTo>
                  <a:lnTo>
                    <a:pt x="4059825" y="1536955"/>
                  </a:lnTo>
                  <a:lnTo>
                    <a:pt x="4060012" y="1537033"/>
                  </a:lnTo>
                  <a:lnTo>
                    <a:pt x="4060199" y="1536951"/>
                  </a:lnTo>
                  <a:lnTo>
                    <a:pt x="4060386" y="1536752"/>
                  </a:lnTo>
                  <a:lnTo>
                    <a:pt x="4060573" y="1537109"/>
                  </a:lnTo>
                  <a:lnTo>
                    <a:pt x="4060760" y="1538070"/>
                  </a:lnTo>
                  <a:lnTo>
                    <a:pt x="4060946" y="1539113"/>
                  </a:lnTo>
                  <a:lnTo>
                    <a:pt x="4061133" y="1540213"/>
                  </a:lnTo>
                  <a:lnTo>
                    <a:pt x="4061320" y="1541145"/>
                  </a:lnTo>
                  <a:lnTo>
                    <a:pt x="4061507" y="1541914"/>
                  </a:lnTo>
                  <a:lnTo>
                    <a:pt x="4061694" y="1542675"/>
                  </a:lnTo>
                  <a:lnTo>
                    <a:pt x="4061881" y="1543454"/>
                  </a:lnTo>
                  <a:lnTo>
                    <a:pt x="4062068" y="1544395"/>
                  </a:lnTo>
                  <a:lnTo>
                    <a:pt x="4062255" y="1546010"/>
                  </a:lnTo>
                  <a:lnTo>
                    <a:pt x="4062442" y="1548627"/>
                  </a:lnTo>
                  <a:lnTo>
                    <a:pt x="4062629" y="1551476"/>
                  </a:lnTo>
                  <a:lnTo>
                    <a:pt x="4062816" y="1554721"/>
                  </a:lnTo>
                  <a:lnTo>
                    <a:pt x="4063003" y="1558364"/>
                  </a:lnTo>
                  <a:lnTo>
                    <a:pt x="4063190" y="1560031"/>
                  </a:lnTo>
                  <a:lnTo>
                    <a:pt x="4063376" y="1561693"/>
                  </a:lnTo>
                  <a:lnTo>
                    <a:pt x="4063563" y="1563042"/>
                  </a:lnTo>
                  <a:lnTo>
                    <a:pt x="4063750" y="1564248"/>
                  </a:lnTo>
                  <a:lnTo>
                    <a:pt x="4063937" y="1565224"/>
                  </a:lnTo>
                  <a:lnTo>
                    <a:pt x="4064124" y="1566397"/>
                  </a:lnTo>
                  <a:lnTo>
                    <a:pt x="4064311" y="1567183"/>
                  </a:lnTo>
                  <a:lnTo>
                    <a:pt x="4064498" y="1567287"/>
                  </a:lnTo>
                  <a:lnTo>
                    <a:pt x="4064685" y="1567000"/>
                  </a:lnTo>
                  <a:lnTo>
                    <a:pt x="4064872" y="1566389"/>
                  </a:lnTo>
                  <a:lnTo>
                    <a:pt x="4065059" y="1565301"/>
                  </a:lnTo>
                  <a:lnTo>
                    <a:pt x="4065246" y="1563968"/>
                  </a:lnTo>
                  <a:lnTo>
                    <a:pt x="4065433" y="1562550"/>
                  </a:lnTo>
                  <a:lnTo>
                    <a:pt x="4065619" y="1561265"/>
                  </a:lnTo>
                  <a:lnTo>
                    <a:pt x="4065806" y="1559952"/>
                  </a:lnTo>
                  <a:lnTo>
                    <a:pt x="4065993" y="1559171"/>
                  </a:lnTo>
                  <a:lnTo>
                    <a:pt x="4066180" y="1558861"/>
                  </a:lnTo>
                  <a:lnTo>
                    <a:pt x="4066367" y="1558532"/>
                  </a:lnTo>
                  <a:lnTo>
                    <a:pt x="4066554" y="1558738"/>
                  </a:lnTo>
                  <a:lnTo>
                    <a:pt x="4066741" y="1558257"/>
                  </a:lnTo>
                  <a:lnTo>
                    <a:pt x="4066928" y="1558126"/>
                  </a:lnTo>
                  <a:lnTo>
                    <a:pt x="4067115" y="1558168"/>
                  </a:lnTo>
                  <a:lnTo>
                    <a:pt x="4067302" y="1558791"/>
                  </a:lnTo>
                  <a:lnTo>
                    <a:pt x="4067489" y="1559196"/>
                  </a:lnTo>
                  <a:lnTo>
                    <a:pt x="4067676" y="1560268"/>
                  </a:lnTo>
                  <a:lnTo>
                    <a:pt x="4067863" y="1561296"/>
                  </a:lnTo>
                  <a:lnTo>
                    <a:pt x="4068049" y="1562505"/>
                  </a:lnTo>
                  <a:lnTo>
                    <a:pt x="4068236" y="1563709"/>
                  </a:lnTo>
                  <a:lnTo>
                    <a:pt x="4068423" y="1564128"/>
                  </a:lnTo>
                  <a:lnTo>
                    <a:pt x="4068610" y="1564204"/>
                  </a:lnTo>
                  <a:lnTo>
                    <a:pt x="4068797" y="1563900"/>
                  </a:lnTo>
                  <a:lnTo>
                    <a:pt x="4068984" y="1563459"/>
                  </a:lnTo>
                  <a:lnTo>
                    <a:pt x="4069171" y="1562100"/>
                  </a:lnTo>
                  <a:lnTo>
                    <a:pt x="4069358" y="1560663"/>
                  </a:lnTo>
                  <a:lnTo>
                    <a:pt x="4069545" y="1558152"/>
                  </a:lnTo>
                  <a:lnTo>
                    <a:pt x="4069732" y="1555560"/>
                  </a:lnTo>
                  <a:lnTo>
                    <a:pt x="4069919" y="1553359"/>
                  </a:lnTo>
                  <a:lnTo>
                    <a:pt x="4070106" y="1551109"/>
                  </a:lnTo>
                  <a:lnTo>
                    <a:pt x="4070293" y="1548773"/>
                  </a:lnTo>
                  <a:lnTo>
                    <a:pt x="4070479" y="1546228"/>
                  </a:lnTo>
                  <a:lnTo>
                    <a:pt x="4070666" y="1543522"/>
                  </a:lnTo>
                  <a:lnTo>
                    <a:pt x="4070853" y="1540900"/>
                  </a:lnTo>
                  <a:lnTo>
                    <a:pt x="4071040" y="1538805"/>
                  </a:lnTo>
                  <a:lnTo>
                    <a:pt x="4071227" y="1537519"/>
                  </a:lnTo>
                  <a:lnTo>
                    <a:pt x="4071414" y="1538094"/>
                  </a:lnTo>
                  <a:lnTo>
                    <a:pt x="4071601" y="1541147"/>
                  </a:lnTo>
                  <a:lnTo>
                    <a:pt x="4071788" y="1543969"/>
                  </a:lnTo>
                  <a:lnTo>
                    <a:pt x="4071975" y="1547262"/>
                  </a:lnTo>
                  <a:lnTo>
                    <a:pt x="4072162" y="1549688"/>
                  </a:lnTo>
                  <a:lnTo>
                    <a:pt x="4072349" y="1551198"/>
                  </a:lnTo>
                  <a:lnTo>
                    <a:pt x="4072536" y="1553647"/>
                  </a:lnTo>
                  <a:lnTo>
                    <a:pt x="4072722" y="1555077"/>
                  </a:lnTo>
                  <a:lnTo>
                    <a:pt x="4072909" y="1555770"/>
                  </a:lnTo>
                  <a:lnTo>
                    <a:pt x="4073096" y="1555638"/>
                  </a:lnTo>
                  <a:lnTo>
                    <a:pt x="4073283" y="1555548"/>
                  </a:lnTo>
                  <a:lnTo>
                    <a:pt x="4073470" y="1555900"/>
                  </a:lnTo>
                  <a:lnTo>
                    <a:pt x="4073657" y="1557581"/>
                  </a:lnTo>
                  <a:lnTo>
                    <a:pt x="4073844" y="1559946"/>
                  </a:lnTo>
                  <a:lnTo>
                    <a:pt x="4074031" y="1562280"/>
                  </a:lnTo>
                  <a:lnTo>
                    <a:pt x="4074218" y="1564747"/>
                  </a:lnTo>
                  <a:lnTo>
                    <a:pt x="4074405" y="1567214"/>
                  </a:lnTo>
                  <a:lnTo>
                    <a:pt x="4074592" y="1569271"/>
                  </a:lnTo>
                  <a:lnTo>
                    <a:pt x="4074779" y="1570630"/>
                  </a:lnTo>
                  <a:lnTo>
                    <a:pt x="4074966" y="1572788"/>
                  </a:lnTo>
                  <a:lnTo>
                    <a:pt x="4075152" y="1575820"/>
                  </a:lnTo>
                  <a:lnTo>
                    <a:pt x="4075339" y="1579665"/>
                  </a:lnTo>
                  <a:lnTo>
                    <a:pt x="4075526" y="1582808"/>
                  </a:lnTo>
                  <a:lnTo>
                    <a:pt x="4075713" y="1587028"/>
                  </a:lnTo>
                  <a:lnTo>
                    <a:pt x="4075900" y="1591401"/>
                  </a:lnTo>
                  <a:lnTo>
                    <a:pt x="4076087" y="1595435"/>
                  </a:lnTo>
                  <a:lnTo>
                    <a:pt x="4076274" y="1598915"/>
                  </a:lnTo>
                  <a:lnTo>
                    <a:pt x="4076461" y="1603057"/>
                  </a:lnTo>
                  <a:lnTo>
                    <a:pt x="4076648" y="1607025"/>
                  </a:lnTo>
                  <a:lnTo>
                    <a:pt x="4076835" y="1610593"/>
                  </a:lnTo>
                  <a:lnTo>
                    <a:pt x="4077022" y="1614615"/>
                  </a:lnTo>
                  <a:lnTo>
                    <a:pt x="4077209" y="1619059"/>
                  </a:lnTo>
                  <a:lnTo>
                    <a:pt x="4077395" y="1623735"/>
                  </a:lnTo>
                  <a:lnTo>
                    <a:pt x="4077582" y="1628621"/>
                  </a:lnTo>
                  <a:lnTo>
                    <a:pt x="4077769" y="1633982"/>
                  </a:lnTo>
                  <a:lnTo>
                    <a:pt x="4077956" y="1639315"/>
                  </a:lnTo>
                  <a:lnTo>
                    <a:pt x="4078143" y="1645723"/>
                  </a:lnTo>
                  <a:lnTo>
                    <a:pt x="4078330" y="1652203"/>
                  </a:lnTo>
                  <a:lnTo>
                    <a:pt x="4078517" y="1659044"/>
                  </a:lnTo>
                  <a:lnTo>
                    <a:pt x="4078704" y="1666654"/>
                  </a:lnTo>
                  <a:lnTo>
                    <a:pt x="4078891" y="1674539"/>
                  </a:lnTo>
                  <a:lnTo>
                    <a:pt x="4079078" y="1682781"/>
                  </a:lnTo>
                  <a:lnTo>
                    <a:pt x="4079265" y="1690218"/>
                  </a:lnTo>
                  <a:lnTo>
                    <a:pt x="4079452" y="1697261"/>
                  </a:lnTo>
                  <a:lnTo>
                    <a:pt x="4079639" y="1703023"/>
                  </a:lnTo>
                  <a:lnTo>
                    <a:pt x="4079825" y="1708148"/>
                  </a:lnTo>
                  <a:lnTo>
                    <a:pt x="4080012" y="1713514"/>
                  </a:lnTo>
                  <a:lnTo>
                    <a:pt x="4080199" y="1719767"/>
                  </a:lnTo>
                  <a:lnTo>
                    <a:pt x="4080386" y="1723617"/>
                  </a:lnTo>
                  <a:lnTo>
                    <a:pt x="4080573" y="1727307"/>
                  </a:lnTo>
                  <a:lnTo>
                    <a:pt x="4080760" y="1731782"/>
                  </a:lnTo>
                  <a:lnTo>
                    <a:pt x="4080947" y="1733208"/>
                  </a:lnTo>
                  <a:lnTo>
                    <a:pt x="4081134" y="1733949"/>
                  </a:lnTo>
                  <a:lnTo>
                    <a:pt x="4081321" y="1734851"/>
                  </a:lnTo>
                  <a:lnTo>
                    <a:pt x="4081508" y="1735523"/>
                  </a:lnTo>
                  <a:lnTo>
                    <a:pt x="4081695" y="1736074"/>
                  </a:lnTo>
                  <a:lnTo>
                    <a:pt x="4081882" y="1736214"/>
                  </a:lnTo>
                  <a:lnTo>
                    <a:pt x="4082069" y="1736521"/>
                  </a:lnTo>
                  <a:lnTo>
                    <a:pt x="4082255" y="1736823"/>
                  </a:lnTo>
                  <a:lnTo>
                    <a:pt x="4082442" y="1737754"/>
                  </a:lnTo>
                  <a:lnTo>
                    <a:pt x="4082629" y="1738004"/>
                  </a:lnTo>
                  <a:lnTo>
                    <a:pt x="4082816" y="1737888"/>
                  </a:lnTo>
                  <a:lnTo>
                    <a:pt x="4083003" y="1737187"/>
                  </a:lnTo>
                  <a:lnTo>
                    <a:pt x="4083190" y="1735745"/>
                  </a:lnTo>
                  <a:lnTo>
                    <a:pt x="4083377" y="1733746"/>
                  </a:lnTo>
                  <a:lnTo>
                    <a:pt x="4083564" y="1732158"/>
                  </a:lnTo>
                  <a:lnTo>
                    <a:pt x="4083751" y="1732227"/>
                  </a:lnTo>
                  <a:lnTo>
                    <a:pt x="4083938" y="1730295"/>
                  </a:lnTo>
                  <a:lnTo>
                    <a:pt x="4084125" y="1729056"/>
                  </a:lnTo>
                  <a:lnTo>
                    <a:pt x="4084312" y="1729905"/>
                  </a:lnTo>
                  <a:lnTo>
                    <a:pt x="4084498" y="1730335"/>
                  </a:lnTo>
                  <a:lnTo>
                    <a:pt x="4084685" y="1731358"/>
                  </a:lnTo>
                  <a:lnTo>
                    <a:pt x="4084872" y="1732051"/>
                  </a:lnTo>
                  <a:lnTo>
                    <a:pt x="4085059" y="1732464"/>
                  </a:lnTo>
                  <a:lnTo>
                    <a:pt x="4085246" y="1732249"/>
                  </a:lnTo>
                  <a:lnTo>
                    <a:pt x="4085433" y="1730747"/>
                  </a:lnTo>
                  <a:lnTo>
                    <a:pt x="4085620" y="1728486"/>
                  </a:lnTo>
                  <a:lnTo>
                    <a:pt x="4085807" y="1725945"/>
                  </a:lnTo>
                  <a:lnTo>
                    <a:pt x="4085994" y="1725222"/>
                  </a:lnTo>
                  <a:lnTo>
                    <a:pt x="4086181" y="1725618"/>
                  </a:lnTo>
                  <a:lnTo>
                    <a:pt x="4086368" y="1725682"/>
                  </a:lnTo>
                  <a:lnTo>
                    <a:pt x="4086555" y="1725203"/>
                  </a:lnTo>
                  <a:lnTo>
                    <a:pt x="4086742" y="1724482"/>
                  </a:lnTo>
                  <a:lnTo>
                    <a:pt x="4086928" y="1723109"/>
                  </a:lnTo>
                  <a:lnTo>
                    <a:pt x="4087115" y="1720978"/>
                  </a:lnTo>
                  <a:lnTo>
                    <a:pt x="4087302" y="1718976"/>
                  </a:lnTo>
                  <a:lnTo>
                    <a:pt x="4087489" y="1716278"/>
                  </a:lnTo>
                  <a:lnTo>
                    <a:pt x="4087676" y="1713323"/>
                  </a:lnTo>
                  <a:lnTo>
                    <a:pt x="4087863" y="1710501"/>
                  </a:lnTo>
                  <a:lnTo>
                    <a:pt x="4088050" y="1707944"/>
                  </a:lnTo>
                  <a:lnTo>
                    <a:pt x="4088237" y="1705876"/>
                  </a:lnTo>
                  <a:lnTo>
                    <a:pt x="4088424" y="1704118"/>
                  </a:lnTo>
                  <a:lnTo>
                    <a:pt x="4088611" y="1702455"/>
                  </a:lnTo>
                  <a:lnTo>
                    <a:pt x="4088798" y="1700434"/>
                  </a:lnTo>
                  <a:lnTo>
                    <a:pt x="4088985" y="1696581"/>
                  </a:lnTo>
                  <a:lnTo>
                    <a:pt x="4089172" y="1693124"/>
                  </a:lnTo>
                  <a:lnTo>
                    <a:pt x="4089358" y="1690052"/>
                  </a:lnTo>
                  <a:lnTo>
                    <a:pt x="4089545" y="1684960"/>
                  </a:lnTo>
                  <a:lnTo>
                    <a:pt x="4089732" y="1680166"/>
                  </a:lnTo>
                  <a:lnTo>
                    <a:pt x="4089919" y="1675916"/>
                  </a:lnTo>
                  <a:lnTo>
                    <a:pt x="4090106" y="1672219"/>
                  </a:lnTo>
                  <a:lnTo>
                    <a:pt x="4090293" y="1668280"/>
                  </a:lnTo>
                  <a:lnTo>
                    <a:pt x="4090480" y="1664806"/>
                  </a:lnTo>
                  <a:lnTo>
                    <a:pt x="4090667" y="1661885"/>
                  </a:lnTo>
                  <a:lnTo>
                    <a:pt x="4090854" y="1658015"/>
                  </a:lnTo>
                  <a:lnTo>
                    <a:pt x="4091041" y="1653920"/>
                  </a:lnTo>
                  <a:lnTo>
                    <a:pt x="4091228" y="1649791"/>
                  </a:lnTo>
                  <a:lnTo>
                    <a:pt x="4091415" y="1645818"/>
                  </a:lnTo>
                  <a:lnTo>
                    <a:pt x="4091601" y="1642227"/>
                  </a:lnTo>
                  <a:lnTo>
                    <a:pt x="4091788" y="1639224"/>
                  </a:lnTo>
                  <a:lnTo>
                    <a:pt x="4091975" y="1636706"/>
                  </a:lnTo>
                  <a:lnTo>
                    <a:pt x="4092162" y="1634397"/>
                  </a:lnTo>
                  <a:lnTo>
                    <a:pt x="4092349" y="1631968"/>
                  </a:lnTo>
                  <a:lnTo>
                    <a:pt x="4092536" y="1629887"/>
                  </a:lnTo>
                  <a:lnTo>
                    <a:pt x="4092723" y="1627517"/>
                  </a:lnTo>
                  <a:lnTo>
                    <a:pt x="4092910" y="1624271"/>
                  </a:lnTo>
                  <a:lnTo>
                    <a:pt x="4093097" y="1620579"/>
                  </a:lnTo>
                  <a:lnTo>
                    <a:pt x="4093284" y="1616598"/>
                  </a:lnTo>
                  <a:lnTo>
                    <a:pt x="4093471" y="1613625"/>
                  </a:lnTo>
                  <a:lnTo>
                    <a:pt x="4093658" y="1610711"/>
                  </a:lnTo>
                  <a:lnTo>
                    <a:pt x="4093845" y="1607829"/>
                  </a:lnTo>
                  <a:lnTo>
                    <a:pt x="4094031" y="1605136"/>
                  </a:lnTo>
                  <a:lnTo>
                    <a:pt x="4094218" y="1602452"/>
                  </a:lnTo>
                  <a:lnTo>
                    <a:pt x="4094405" y="1599862"/>
                  </a:lnTo>
                  <a:lnTo>
                    <a:pt x="4094592" y="1596950"/>
                  </a:lnTo>
                  <a:lnTo>
                    <a:pt x="4094779" y="1593761"/>
                  </a:lnTo>
                  <a:lnTo>
                    <a:pt x="4094966" y="1590338"/>
                  </a:lnTo>
                  <a:lnTo>
                    <a:pt x="4095153" y="1586870"/>
                  </a:lnTo>
                  <a:lnTo>
                    <a:pt x="4095340" y="1583523"/>
                  </a:lnTo>
                  <a:lnTo>
                    <a:pt x="4095527" y="1580704"/>
                  </a:lnTo>
                  <a:lnTo>
                    <a:pt x="4095714" y="1578619"/>
                  </a:lnTo>
                  <a:lnTo>
                    <a:pt x="4095901" y="1577178"/>
                  </a:lnTo>
                  <a:lnTo>
                    <a:pt x="4096088" y="1576175"/>
                  </a:lnTo>
                  <a:lnTo>
                    <a:pt x="4096274" y="1574912"/>
                  </a:lnTo>
                  <a:lnTo>
                    <a:pt x="4096461" y="1573664"/>
                  </a:lnTo>
                  <a:lnTo>
                    <a:pt x="4096648" y="1572973"/>
                  </a:lnTo>
                  <a:lnTo>
                    <a:pt x="4096835" y="1571991"/>
                  </a:lnTo>
                  <a:lnTo>
                    <a:pt x="4097022" y="1570720"/>
                  </a:lnTo>
                  <a:lnTo>
                    <a:pt x="4097209" y="1570225"/>
                  </a:lnTo>
                  <a:lnTo>
                    <a:pt x="4097396" y="1569164"/>
                  </a:lnTo>
                  <a:lnTo>
                    <a:pt x="4097583" y="1568174"/>
                  </a:lnTo>
                  <a:lnTo>
                    <a:pt x="4097770" y="1567342"/>
                  </a:lnTo>
                  <a:lnTo>
                    <a:pt x="4097957" y="1566506"/>
                  </a:lnTo>
                  <a:lnTo>
                    <a:pt x="4098144" y="1565067"/>
                  </a:lnTo>
                  <a:lnTo>
                    <a:pt x="4098331" y="1563050"/>
                  </a:lnTo>
                  <a:lnTo>
                    <a:pt x="4098518" y="1560951"/>
                  </a:lnTo>
                  <a:lnTo>
                    <a:pt x="4098704" y="1558386"/>
                  </a:lnTo>
                  <a:lnTo>
                    <a:pt x="4098891" y="1555743"/>
                  </a:lnTo>
                  <a:lnTo>
                    <a:pt x="4099078" y="1552927"/>
                  </a:lnTo>
                  <a:lnTo>
                    <a:pt x="4099265" y="1550093"/>
                  </a:lnTo>
                  <a:lnTo>
                    <a:pt x="4099452" y="1548112"/>
                  </a:lnTo>
                  <a:lnTo>
                    <a:pt x="4099639" y="1546469"/>
                  </a:lnTo>
                  <a:lnTo>
                    <a:pt x="4099826" y="1545009"/>
                  </a:lnTo>
                  <a:lnTo>
                    <a:pt x="4100013" y="1543644"/>
                  </a:lnTo>
                  <a:lnTo>
                    <a:pt x="4100200" y="1543202"/>
                  </a:lnTo>
                  <a:lnTo>
                    <a:pt x="4100387" y="1542335"/>
                  </a:lnTo>
                  <a:lnTo>
                    <a:pt x="4100574" y="1541901"/>
                  </a:lnTo>
                  <a:lnTo>
                    <a:pt x="4100761" y="1540838"/>
                  </a:lnTo>
                  <a:lnTo>
                    <a:pt x="4100948" y="1540334"/>
                  </a:lnTo>
                  <a:lnTo>
                    <a:pt x="4101134" y="1539610"/>
                  </a:lnTo>
                  <a:lnTo>
                    <a:pt x="4101321" y="1539124"/>
                  </a:lnTo>
                  <a:lnTo>
                    <a:pt x="4101508" y="1538859"/>
                  </a:lnTo>
                  <a:lnTo>
                    <a:pt x="4101695" y="1538439"/>
                  </a:lnTo>
                  <a:lnTo>
                    <a:pt x="4101882" y="1538548"/>
                  </a:lnTo>
                  <a:lnTo>
                    <a:pt x="4102069" y="1538704"/>
                  </a:lnTo>
                  <a:lnTo>
                    <a:pt x="4102256" y="1538859"/>
                  </a:lnTo>
                  <a:lnTo>
                    <a:pt x="4102443" y="1538811"/>
                  </a:lnTo>
                  <a:lnTo>
                    <a:pt x="4102630" y="1538690"/>
                  </a:lnTo>
                  <a:lnTo>
                    <a:pt x="4102817" y="1538466"/>
                  </a:lnTo>
                  <a:lnTo>
                    <a:pt x="4103004" y="1538175"/>
                  </a:lnTo>
                  <a:lnTo>
                    <a:pt x="4103191" y="1538256"/>
                  </a:lnTo>
                  <a:lnTo>
                    <a:pt x="4103377" y="1538110"/>
                  </a:lnTo>
                  <a:lnTo>
                    <a:pt x="4103564" y="1537976"/>
                  </a:lnTo>
                  <a:lnTo>
                    <a:pt x="4103751" y="1537860"/>
                  </a:lnTo>
                  <a:lnTo>
                    <a:pt x="4103938" y="1537382"/>
                  </a:lnTo>
                  <a:lnTo>
                    <a:pt x="4104125" y="1537629"/>
                  </a:lnTo>
                  <a:lnTo>
                    <a:pt x="4104312" y="1537174"/>
                  </a:lnTo>
                  <a:lnTo>
                    <a:pt x="4104499" y="1537036"/>
                  </a:lnTo>
                  <a:lnTo>
                    <a:pt x="4104686" y="1535918"/>
                  </a:lnTo>
                  <a:lnTo>
                    <a:pt x="4104873" y="1535281"/>
                  </a:lnTo>
                  <a:lnTo>
                    <a:pt x="4105060" y="1534645"/>
                  </a:lnTo>
                  <a:lnTo>
                    <a:pt x="4105247" y="1534501"/>
                  </a:lnTo>
                  <a:lnTo>
                    <a:pt x="4105434" y="1534099"/>
                  </a:lnTo>
                  <a:lnTo>
                    <a:pt x="4105621" y="1533951"/>
                  </a:lnTo>
                  <a:lnTo>
                    <a:pt x="4105807" y="1534295"/>
                  </a:lnTo>
                  <a:lnTo>
                    <a:pt x="4105994" y="1535276"/>
                  </a:lnTo>
                  <a:lnTo>
                    <a:pt x="4106181" y="1536705"/>
                  </a:lnTo>
                  <a:lnTo>
                    <a:pt x="4106368" y="1537663"/>
                  </a:lnTo>
                  <a:lnTo>
                    <a:pt x="4106555" y="1539329"/>
                  </a:lnTo>
                  <a:lnTo>
                    <a:pt x="4106742" y="1540885"/>
                  </a:lnTo>
                  <a:lnTo>
                    <a:pt x="4106929" y="1543578"/>
                  </a:lnTo>
                  <a:lnTo>
                    <a:pt x="4107116" y="1546576"/>
                  </a:lnTo>
                  <a:lnTo>
                    <a:pt x="4107303" y="1549567"/>
                  </a:lnTo>
                  <a:lnTo>
                    <a:pt x="4107490" y="1552596"/>
                  </a:lnTo>
                  <a:lnTo>
                    <a:pt x="4107677" y="1555958"/>
                  </a:lnTo>
                  <a:lnTo>
                    <a:pt x="4107864" y="1559670"/>
                  </a:lnTo>
                  <a:lnTo>
                    <a:pt x="4108051" y="1563551"/>
                  </a:lnTo>
                  <a:lnTo>
                    <a:pt x="4108237" y="1568165"/>
                  </a:lnTo>
                  <a:lnTo>
                    <a:pt x="4108424" y="1572762"/>
                  </a:lnTo>
                  <a:lnTo>
                    <a:pt x="4108611" y="1577159"/>
                  </a:lnTo>
                  <a:lnTo>
                    <a:pt x="4108798" y="1580859"/>
                  </a:lnTo>
                  <a:lnTo>
                    <a:pt x="4108985" y="1583813"/>
                  </a:lnTo>
                  <a:lnTo>
                    <a:pt x="4109172" y="1587997"/>
                  </a:lnTo>
                  <a:lnTo>
                    <a:pt x="4109359" y="1592634"/>
                  </a:lnTo>
                  <a:lnTo>
                    <a:pt x="4109546" y="1597734"/>
                  </a:lnTo>
                  <a:lnTo>
                    <a:pt x="4109733" y="1603205"/>
                  </a:lnTo>
                  <a:lnTo>
                    <a:pt x="4109920" y="1606457"/>
                  </a:lnTo>
                  <a:lnTo>
                    <a:pt x="4110107" y="1609805"/>
                  </a:lnTo>
                  <a:lnTo>
                    <a:pt x="4110294" y="1613693"/>
                  </a:lnTo>
                  <a:lnTo>
                    <a:pt x="4110480" y="1617480"/>
                  </a:lnTo>
                  <a:lnTo>
                    <a:pt x="4110667" y="1621746"/>
                  </a:lnTo>
                  <a:lnTo>
                    <a:pt x="4110854" y="1626155"/>
                  </a:lnTo>
                  <a:lnTo>
                    <a:pt x="4111041" y="1629508"/>
                  </a:lnTo>
                  <a:lnTo>
                    <a:pt x="4111228" y="1632729"/>
                  </a:lnTo>
                  <a:lnTo>
                    <a:pt x="4111415" y="1635693"/>
                  </a:lnTo>
                  <a:lnTo>
                    <a:pt x="4111602" y="1638317"/>
                  </a:lnTo>
                  <a:lnTo>
                    <a:pt x="4111789" y="1640735"/>
                  </a:lnTo>
                  <a:lnTo>
                    <a:pt x="4111976" y="1642836"/>
                  </a:lnTo>
                  <a:lnTo>
                    <a:pt x="4112163" y="1644778"/>
                  </a:lnTo>
                  <a:lnTo>
                    <a:pt x="4112350" y="1646887"/>
                  </a:lnTo>
                  <a:lnTo>
                    <a:pt x="4112537" y="1649351"/>
                  </a:lnTo>
                  <a:lnTo>
                    <a:pt x="4112724" y="1651571"/>
                  </a:lnTo>
                  <a:lnTo>
                    <a:pt x="4112910" y="1654815"/>
                  </a:lnTo>
                  <a:lnTo>
                    <a:pt x="4113097" y="1657609"/>
                  </a:lnTo>
                  <a:lnTo>
                    <a:pt x="4113284" y="1660241"/>
                  </a:lnTo>
                  <a:lnTo>
                    <a:pt x="4113471" y="1663015"/>
                  </a:lnTo>
                  <a:lnTo>
                    <a:pt x="4113658" y="1665963"/>
                  </a:lnTo>
                  <a:lnTo>
                    <a:pt x="4113845" y="1668158"/>
                  </a:lnTo>
                  <a:lnTo>
                    <a:pt x="4114032" y="1670528"/>
                  </a:lnTo>
                  <a:lnTo>
                    <a:pt x="4114219" y="1674015"/>
                  </a:lnTo>
                  <a:lnTo>
                    <a:pt x="4114406" y="1677585"/>
                  </a:lnTo>
                  <a:lnTo>
                    <a:pt x="4114593" y="1681124"/>
                  </a:lnTo>
                  <a:lnTo>
                    <a:pt x="4114780" y="1684528"/>
                  </a:lnTo>
                  <a:lnTo>
                    <a:pt x="4114967" y="1687954"/>
                  </a:lnTo>
                  <a:lnTo>
                    <a:pt x="4115153" y="1690972"/>
                  </a:lnTo>
                  <a:lnTo>
                    <a:pt x="4115340" y="1693467"/>
                  </a:lnTo>
                  <a:lnTo>
                    <a:pt x="4115527" y="1695288"/>
                  </a:lnTo>
                  <a:lnTo>
                    <a:pt x="4115714" y="1697829"/>
                  </a:lnTo>
                  <a:lnTo>
                    <a:pt x="4115901" y="1700270"/>
                  </a:lnTo>
                  <a:lnTo>
                    <a:pt x="4116088" y="1702767"/>
                  </a:lnTo>
                  <a:lnTo>
                    <a:pt x="4116275" y="1705409"/>
                  </a:lnTo>
                  <a:lnTo>
                    <a:pt x="4116462" y="1707867"/>
                  </a:lnTo>
                  <a:lnTo>
                    <a:pt x="4116649" y="1710924"/>
                  </a:lnTo>
                  <a:lnTo>
                    <a:pt x="4116836" y="1713896"/>
                  </a:lnTo>
                  <a:lnTo>
                    <a:pt x="4117023" y="1717354"/>
                  </a:lnTo>
                  <a:lnTo>
                    <a:pt x="4117210" y="1721009"/>
                  </a:lnTo>
                  <a:lnTo>
                    <a:pt x="4117397" y="1724762"/>
                  </a:lnTo>
                  <a:lnTo>
                    <a:pt x="4117583" y="1728633"/>
                  </a:lnTo>
                  <a:lnTo>
                    <a:pt x="4117770" y="1732096"/>
                  </a:lnTo>
                  <a:lnTo>
                    <a:pt x="4117957" y="1735969"/>
                  </a:lnTo>
                  <a:lnTo>
                    <a:pt x="4118144" y="1739007"/>
                  </a:lnTo>
                  <a:lnTo>
                    <a:pt x="4118331" y="1742892"/>
                  </a:lnTo>
                  <a:lnTo>
                    <a:pt x="4118518" y="1746520"/>
                  </a:lnTo>
                  <a:lnTo>
                    <a:pt x="4118705" y="1749889"/>
                  </a:lnTo>
                  <a:lnTo>
                    <a:pt x="4118892" y="1752512"/>
                  </a:lnTo>
                  <a:lnTo>
                    <a:pt x="4119079" y="1754917"/>
                  </a:lnTo>
                  <a:lnTo>
                    <a:pt x="4119266" y="1757582"/>
                  </a:lnTo>
                  <a:lnTo>
                    <a:pt x="4119453" y="1760557"/>
                  </a:lnTo>
                  <a:lnTo>
                    <a:pt x="4119640" y="1763640"/>
                  </a:lnTo>
                  <a:lnTo>
                    <a:pt x="4119827" y="1766497"/>
                  </a:lnTo>
                  <a:lnTo>
                    <a:pt x="4120013" y="1770390"/>
                  </a:lnTo>
                  <a:lnTo>
                    <a:pt x="4120200" y="1774316"/>
                  </a:lnTo>
                  <a:lnTo>
                    <a:pt x="4120387" y="1778242"/>
                  </a:lnTo>
                  <a:lnTo>
                    <a:pt x="4120574" y="1782067"/>
                  </a:lnTo>
                  <a:lnTo>
                    <a:pt x="4120761" y="1785623"/>
                  </a:lnTo>
                  <a:lnTo>
                    <a:pt x="4120948" y="1789498"/>
                  </a:lnTo>
                  <a:lnTo>
                    <a:pt x="4121135" y="1793124"/>
                  </a:lnTo>
                  <a:lnTo>
                    <a:pt x="4121322" y="1798190"/>
                  </a:lnTo>
                  <a:lnTo>
                    <a:pt x="4121509" y="1802382"/>
                  </a:lnTo>
                  <a:lnTo>
                    <a:pt x="4121696" y="1805898"/>
                  </a:lnTo>
                  <a:lnTo>
                    <a:pt x="4121883" y="1809289"/>
                  </a:lnTo>
                  <a:lnTo>
                    <a:pt x="4122070" y="1812218"/>
                  </a:lnTo>
                  <a:lnTo>
                    <a:pt x="4122256" y="1814628"/>
                  </a:lnTo>
                  <a:lnTo>
                    <a:pt x="4122443" y="1816980"/>
                  </a:lnTo>
                  <a:lnTo>
                    <a:pt x="4122630" y="1820173"/>
                  </a:lnTo>
                  <a:lnTo>
                    <a:pt x="4122817" y="1824250"/>
                  </a:lnTo>
                  <a:lnTo>
                    <a:pt x="4123004" y="1828714"/>
                  </a:lnTo>
                  <a:lnTo>
                    <a:pt x="4123191" y="1833178"/>
                  </a:lnTo>
                  <a:lnTo>
                    <a:pt x="4123378" y="1836029"/>
                  </a:lnTo>
                  <a:lnTo>
                    <a:pt x="4123565" y="1838787"/>
                  </a:lnTo>
                  <a:lnTo>
                    <a:pt x="4123752" y="1841476"/>
                  </a:lnTo>
                  <a:lnTo>
                    <a:pt x="4123939" y="1844369"/>
                  </a:lnTo>
                  <a:lnTo>
                    <a:pt x="4124126" y="1847738"/>
                  </a:lnTo>
                  <a:lnTo>
                    <a:pt x="4124313" y="1851654"/>
                  </a:lnTo>
                  <a:lnTo>
                    <a:pt x="4124500" y="1856119"/>
                  </a:lnTo>
                  <a:lnTo>
                    <a:pt x="4124686" y="1860739"/>
                  </a:lnTo>
                  <a:lnTo>
                    <a:pt x="4124873" y="1865902"/>
                  </a:lnTo>
                  <a:lnTo>
                    <a:pt x="4125060" y="1871269"/>
                  </a:lnTo>
                  <a:lnTo>
                    <a:pt x="4125247" y="1876578"/>
                  </a:lnTo>
                  <a:lnTo>
                    <a:pt x="4125434" y="1881614"/>
                  </a:lnTo>
                  <a:lnTo>
                    <a:pt x="4125621" y="1886240"/>
                  </a:lnTo>
                  <a:lnTo>
                    <a:pt x="4125808" y="1890599"/>
                  </a:lnTo>
                  <a:lnTo>
                    <a:pt x="4125995" y="1894957"/>
                  </a:lnTo>
                  <a:lnTo>
                    <a:pt x="4126182" y="1899033"/>
                  </a:lnTo>
                  <a:lnTo>
                    <a:pt x="4126369" y="1904564"/>
                  </a:lnTo>
                  <a:lnTo>
                    <a:pt x="4126556" y="1910004"/>
                  </a:lnTo>
                  <a:lnTo>
                    <a:pt x="4126743" y="1915682"/>
                  </a:lnTo>
                  <a:lnTo>
                    <a:pt x="4126930" y="1922413"/>
                  </a:lnTo>
                  <a:lnTo>
                    <a:pt x="4127116" y="1928780"/>
                  </a:lnTo>
                  <a:lnTo>
                    <a:pt x="4127303" y="1934754"/>
                  </a:lnTo>
                  <a:lnTo>
                    <a:pt x="4127490" y="1940551"/>
                  </a:lnTo>
                  <a:lnTo>
                    <a:pt x="4127677" y="1945547"/>
                  </a:lnTo>
                  <a:lnTo>
                    <a:pt x="4127864" y="1950094"/>
                  </a:lnTo>
                  <a:lnTo>
                    <a:pt x="4128051" y="1954394"/>
                  </a:lnTo>
                  <a:lnTo>
                    <a:pt x="4128238" y="1958941"/>
                  </a:lnTo>
                  <a:lnTo>
                    <a:pt x="4128425" y="1963712"/>
                  </a:lnTo>
                  <a:lnTo>
                    <a:pt x="4128612" y="1968782"/>
                  </a:lnTo>
                  <a:lnTo>
                    <a:pt x="4128799" y="1973239"/>
                  </a:lnTo>
                  <a:lnTo>
                    <a:pt x="4128986" y="1977412"/>
                  </a:lnTo>
                  <a:lnTo>
                    <a:pt x="4129173" y="1980555"/>
                  </a:lnTo>
                  <a:lnTo>
                    <a:pt x="4129359" y="1982354"/>
                  </a:lnTo>
                  <a:lnTo>
                    <a:pt x="4129546" y="1983889"/>
                  </a:lnTo>
                  <a:lnTo>
                    <a:pt x="4129733" y="1986092"/>
                  </a:lnTo>
                  <a:lnTo>
                    <a:pt x="4129920" y="1988205"/>
                  </a:lnTo>
                  <a:lnTo>
                    <a:pt x="4130107" y="1990631"/>
                  </a:lnTo>
                  <a:lnTo>
                    <a:pt x="4130294" y="1993197"/>
                  </a:lnTo>
                  <a:lnTo>
                    <a:pt x="4130481" y="1995920"/>
                  </a:lnTo>
                  <a:lnTo>
                    <a:pt x="4130668" y="1999188"/>
                  </a:lnTo>
                  <a:lnTo>
                    <a:pt x="4130855" y="2001729"/>
                  </a:lnTo>
                  <a:lnTo>
                    <a:pt x="4131042" y="2003479"/>
                  </a:lnTo>
                  <a:lnTo>
                    <a:pt x="4131229" y="2004774"/>
                  </a:lnTo>
                  <a:lnTo>
                    <a:pt x="4131416" y="2005096"/>
                  </a:lnTo>
                  <a:lnTo>
                    <a:pt x="4131603" y="2005121"/>
                  </a:lnTo>
                  <a:lnTo>
                    <a:pt x="4131789" y="2005385"/>
                  </a:lnTo>
                  <a:lnTo>
                    <a:pt x="4131976" y="2006829"/>
                  </a:lnTo>
                  <a:lnTo>
                    <a:pt x="4132163" y="2008248"/>
                  </a:lnTo>
                  <a:lnTo>
                    <a:pt x="4132350" y="2009602"/>
                  </a:lnTo>
                  <a:lnTo>
                    <a:pt x="4132537" y="2010740"/>
                  </a:lnTo>
                  <a:lnTo>
                    <a:pt x="4132724" y="2011236"/>
                  </a:lnTo>
                  <a:lnTo>
                    <a:pt x="4132911" y="2010641"/>
                  </a:lnTo>
                  <a:lnTo>
                    <a:pt x="4133098" y="2009445"/>
                  </a:lnTo>
                  <a:lnTo>
                    <a:pt x="4133285" y="2007390"/>
                  </a:lnTo>
                  <a:lnTo>
                    <a:pt x="4133472" y="2003718"/>
                  </a:lnTo>
                  <a:lnTo>
                    <a:pt x="4133659" y="2000178"/>
                  </a:lnTo>
                  <a:lnTo>
                    <a:pt x="4133846" y="1996919"/>
                  </a:lnTo>
                  <a:lnTo>
                    <a:pt x="4134032" y="1993098"/>
                  </a:lnTo>
                  <a:lnTo>
                    <a:pt x="4134219" y="1989880"/>
                  </a:lnTo>
                  <a:lnTo>
                    <a:pt x="4134406" y="1986612"/>
                  </a:lnTo>
                  <a:lnTo>
                    <a:pt x="4134593" y="1982552"/>
                  </a:lnTo>
                  <a:lnTo>
                    <a:pt x="4134780" y="1977287"/>
                  </a:lnTo>
                  <a:lnTo>
                    <a:pt x="4134967" y="1971660"/>
                  </a:lnTo>
                  <a:lnTo>
                    <a:pt x="4135154" y="1968001"/>
                  </a:lnTo>
                  <a:lnTo>
                    <a:pt x="4135341" y="1964010"/>
                  </a:lnTo>
                  <a:lnTo>
                    <a:pt x="4135528" y="1960540"/>
                  </a:lnTo>
                  <a:lnTo>
                    <a:pt x="4135715" y="1957628"/>
                  </a:lnTo>
                  <a:lnTo>
                    <a:pt x="4135902" y="1954473"/>
                  </a:lnTo>
                  <a:lnTo>
                    <a:pt x="4136089" y="1951628"/>
                  </a:lnTo>
                  <a:lnTo>
                    <a:pt x="4136276" y="1949198"/>
                  </a:lnTo>
                  <a:lnTo>
                    <a:pt x="4136462" y="1946531"/>
                  </a:lnTo>
                  <a:lnTo>
                    <a:pt x="4136649" y="1943744"/>
                  </a:lnTo>
                  <a:lnTo>
                    <a:pt x="4136836" y="1940178"/>
                  </a:lnTo>
                  <a:lnTo>
                    <a:pt x="4137023" y="1936200"/>
                  </a:lnTo>
                  <a:lnTo>
                    <a:pt x="4137210" y="1932178"/>
                  </a:lnTo>
                  <a:lnTo>
                    <a:pt x="4137397" y="1928986"/>
                  </a:lnTo>
                  <a:lnTo>
                    <a:pt x="4137584" y="1925532"/>
                  </a:lnTo>
                  <a:lnTo>
                    <a:pt x="4137771" y="1922230"/>
                  </a:lnTo>
                  <a:lnTo>
                    <a:pt x="4137958" y="1919057"/>
                  </a:lnTo>
                  <a:lnTo>
                    <a:pt x="4138145" y="1916440"/>
                  </a:lnTo>
                  <a:lnTo>
                    <a:pt x="4138332" y="1913466"/>
                  </a:lnTo>
                  <a:lnTo>
                    <a:pt x="4138519" y="1910395"/>
                  </a:lnTo>
                  <a:lnTo>
                    <a:pt x="4138706" y="1907634"/>
                  </a:lnTo>
                  <a:lnTo>
                    <a:pt x="4138892" y="1905339"/>
                  </a:lnTo>
                  <a:lnTo>
                    <a:pt x="4139079" y="1904109"/>
                  </a:lnTo>
                  <a:lnTo>
                    <a:pt x="4139266" y="1903306"/>
                  </a:lnTo>
                  <a:lnTo>
                    <a:pt x="4139453" y="1902735"/>
                  </a:lnTo>
                  <a:lnTo>
                    <a:pt x="4139640" y="1902450"/>
                  </a:lnTo>
                  <a:lnTo>
                    <a:pt x="4139827" y="1902668"/>
                  </a:lnTo>
                  <a:lnTo>
                    <a:pt x="4140014" y="1903021"/>
                  </a:lnTo>
                  <a:lnTo>
                    <a:pt x="4140201" y="1903175"/>
                  </a:lnTo>
                  <a:lnTo>
                    <a:pt x="4140388" y="1903403"/>
                  </a:lnTo>
                  <a:lnTo>
                    <a:pt x="4140575" y="1903766"/>
                  </a:lnTo>
                  <a:lnTo>
                    <a:pt x="4140762" y="1903992"/>
                  </a:lnTo>
                  <a:lnTo>
                    <a:pt x="4140949" y="1904063"/>
                  </a:lnTo>
                  <a:lnTo>
                    <a:pt x="4141135" y="1904328"/>
                  </a:lnTo>
                  <a:lnTo>
                    <a:pt x="4141322" y="1905547"/>
                  </a:lnTo>
                  <a:lnTo>
                    <a:pt x="4141509" y="1906538"/>
                  </a:lnTo>
                  <a:lnTo>
                    <a:pt x="4141696" y="1907837"/>
                  </a:lnTo>
                  <a:lnTo>
                    <a:pt x="4141883" y="1908269"/>
                  </a:lnTo>
                  <a:lnTo>
                    <a:pt x="4142070" y="1909000"/>
                  </a:lnTo>
                  <a:lnTo>
                    <a:pt x="4142257" y="1908857"/>
                  </a:lnTo>
                  <a:lnTo>
                    <a:pt x="4142444" y="1908407"/>
                  </a:lnTo>
                  <a:lnTo>
                    <a:pt x="4142631" y="1907097"/>
                  </a:lnTo>
                  <a:lnTo>
                    <a:pt x="4142818" y="1905887"/>
                  </a:lnTo>
                  <a:lnTo>
                    <a:pt x="4143005" y="1904633"/>
                  </a:lnTo>
                  <a:lnTo>
                    <a:pt x="4143192" y="1902902"/>
                  </a:lnTo>
                  <a:lnTo>
                    <a:pt x="4143379" y="1900571"/>
                  </a:lnTo>
                  <a:lnTo>
                    <a:pt x="4143565" y="1898157"/>
                  </a:lnTo>
                  <a:lnTo>
                    <a:pt x="4143752" y="1896094"/>
                  </a:lnTo>
                  <a:lnTo>
                    <a:pt x="4143939" y="1894805"/>
                  </a:lnTo>
                  <a:lnTo>
                    <a:pt x="4144126" y="1892768"/>
                  </a:lnTo>
                  <a:lnTo>
                    <a:pt x="4144313" y="1890767"/>
                  </a:lnTo>
                  <a:lnTo>
                    <a:pt x="4144500" y="1889223"/>
                  </a:lnTo>
                  <a:lnTo>
                    <a:pt x="4144687" y="1887102"/>
                  </a:lnTo>
                  <a:lnTo>
                    <a:pt x="4144874" y="1884794"/>
                  </a:lnTo>
                  <a:lnTo>
                    <a:pt x="4145061" y="1882234"/>
                  </a:lnTo>
                  <a:lnTo>
                    <a:pt x="4145248" y="1879421"/>
                  </a:lnTo>
                  <a:lnTo>
                    <a:pt x="4145435" y="1876705"/>
                  </a:lnTo>
                  <a:lnTo>
                    <a:pt x="4145622" y="1873686"/>
                  </a:lnTo>
                  <a:lnTo>
                    <a:pt x="4145808" y="1870491"/>
                  </a:lnTo>
                  <a:lnTo>
                    <a:pt x="4145995" y="1866883"/>
                  </a:lnTo>
                  <a:lnTo>
                    <a:pt x="4146182" y="1863483"/>
                  </a:lnTo>
                  <a:lnTo>
                    <a:pt x="4146369" y="1860771"/>
                  </a:lnTo>
                  <a:lnTo>
                    <a:pt x="4146556" y="1857187"/>
                  </a:lnTo>
                  <a:lnTo>
                    <a:pt x="4146743" y="1853125"/>
                  </a:lnTo>
                  <a:lnTo>
                    <a:pt x="4146930" y="1846641"/>
                  </a:lnTo>
                  <a:lnTo>
                    <a:pt x="4147117" y="1840233"/>
                  </a:lnTo>
                  <a:lnTo>
                    <a:pt x="4147304" y="1833398"/>
                  </a:lnTo>
                  <a:lnTo>
                    <a:pt x="4147491" y="1824205"/>
                  </a:lnTo>
                  <a:lnTo>
                    <a:pt x="4147678" y="1814798"/>
                  </a:lnTo>
                  <a:lnTo>
                    <a:pt x="4147865" y="1805358"/>
                  </a:lnTo>
                  <a:lnTo>
                    <a:pt x="4148052" y="1795522"/>
                  </a:lnTo>
                  <a:lnTo>
                    <a:pt x="4148238" y="1785133"/>
                  </a:lnTo>
                  <a:lnTo>
                    <a:pt x="4148425" y="1773374"/>
                  </a:lnTo>
                  <a:lnTo>
                    <a:pt x="4148612" y="1760881"/>
                  </a:lnTo>
                  <a:lnTo>
                    <a:pt x="4148799" y="1748709"/>
                  </a:lnTo>
                  <a:lnTo>
                    <a:pt x="4148986" y="1737388"/>
                  </a:lnTo>
                  <a:lnTo>
                    <a:pt x="4149173" y="1725967"/>
                  </a:lnTo>
                  <a:lnTo>
                    <a:pt x="4149360" y="1714844"/>
                  </a:lnTo>
                  <a:lnTo>
                    <a:pt x="4149547" y="1704380"/>
                  </a:lnTo>
                  <a:lnTo>
                    <a:pt x="4149734" y="1696899"/>
                  </a:lnTo>
                  <a:lnTo>
                    <a:pt x="4149921" y="1689281"/>
                  </a:lnTo>
                  <a:lnTo>
                    <a:pt x="4150108" y="1682954"/>
                  </a:lnTo>
                  <a:lnTo>
                    <a:pt x="4150295" y="1675465"/>
                  </a:lnTo>
                  <a:lnTo>
                    <a:pt x="4150482" y="1667486"/>
                  </a:lnTo>
                  <a:lnTo>
                    <a:pt x="4150668" y="1658736"/>
                  </a:lnTo>
                  <a:lnTo>
                    <a:pt x="4150855" y="1649694"/>
                  </a:lnTo>
                  <a:lnTo>
                    <a:pt x="4151042" y="1640729"/>
                  </a:lnTo>
                  <a:lnTo>
                    <a:pt x="4151229" y="1631977"/>
                  </a:lnTo>
                  <a:lnTo>
                    <a:pt x="4151416" y="1623269"/>
                  </a:lnTo>
                  <a:lnTo>
                    <a:pt x="4151603" y="1614411"/>
                  </a:lnTo>
                  <a:lnTo>
                    <a:pt x="4151790" y="1605438"/>
                  </a:lnTo>
                  <a:lnTo>
                    <a:pt x="4151977" y="1595484"/>
                  </a:lnTo>
                  <a:lnTo>
                    <a:pt x="4152164" y="1584886"/>
                  </a:lnTo>
                  <a:lnTo>
                    <a:pt x="4152351" y="1573872"/>
                  </a:lnTo>
                  <a:lnTo>
                    <a:pt x="4152538" y="1562636"/>
                  </a:lnTo>
                  <a:lnTo>
                    <a:pt x="4152725" y="1550864"/>
                  </a:lnTo>
                  <a:lnTo>
                    <a:pt x="4152911" y="1536864"/>
                  </a:lnTo>
                  <a:lnTo>
                    <a:pt x="4153098" y="1523444"/>
                  </a:lnTo>
                  <a:lnTo>
                    <a:pt x="4153285" y="1510710"/>
                  </a:lnTo>
                  <a:lnTo>
                    <a:pt x="4153472" y="1498626"/>
                  </a:lnTo>
                  <a:lnTo>
                    <a:pt x="4153659" y="1486579"/>
                  </a:lnTo>
                  <a:lnTo>
                    <a:pt x="4153846" y="1474478"/>
                  </a:lnTo>
                  <a:lnTo>
                    <a:pt x="4154033" y="1462051"/>
                  </a:lnTo>
                  <a:lnTo>
                    <a:pt x="4154220" y="1449621"/>
                  </a:lnTo>
                  <a:lnTo>
                    <a:pt x="4154407" y="1440093"/>
                  </a:lnTo>
                  <a:lnTo>
                    <a:pt x="4154594" y="1431220"/>
                  </a:lnTo>
                  <a:lnTo>
                    <a:pt x="4154781" y="1423041"/>
                  </a:lnTo>
                  <a:lnTo>
                    <a:pt x="4154968" y="1415635"/>
                  </a:lnTo>
                  <a:lnTo>
                    <a:pt x="4155155" y="1409287"/>
                  </a:lnTo>
                  <a:lnTo>
                    <a:pt x="4155341" y="1403286"/>
                  </a:lnTo>
                  <a:lnTo>
                    <a:pt x="4155528" y="1397176"/>
                  </a:lnTo>
                  <a:lnTo>
                    <a:pt x="4155715" y="1391220"/>
                  </a:lnTo>
                  <a:lnTo>
                    <a:pt x="4155902" y="1383301"/>
                  </a:lnTo>
                  <a:lnTo>
                    <a:pt x="4156089" y="1375540"/>
                  </a:lnTo>
                  <a:lnTo>
                    <a:pt x="4156276" y="1369409"/>
                  </a:lnTo>
                  <a:lnTo>
                    <a:pt x="4156463" y="1363699"/>
                  </a:lnTo>
                  <a:lnTo>
                    <a:pt x="4156650" y="1358140"/>
                  </a:lnTo>
                  <a:lnTo>
                    <a:pt x="4156837" y="1352804"/>
                  </a:lnTo>
                  <a:lnTo>
                    <a:pt x="4157024" y="1347860"/>
                  </a:lnTo>
                  <a:lnTo>
                    <a:pt x="4157211" y="1343091"/>
                  </a:lnTo>
                  <a:lnTo>
                    <a:pt x="4157398" y="1338238"/>
                  </a:lnTo>
                  <a:lnTo>
                    <a:pt x="4157585" y="1333296"/>
                  </a:lnTo>
                  <a:lnTo>
                    <a:pt x="4157771" y="1325985"/>
                  </a:lnTo>
                  <a:lnTo>
                    <a:pt x="4157958" y="1318624"/>
                  </a:lnTo>
                  <a:lnTo>
                    <a:pt x="4158145" y="1311594"/>
                  </a:lnTo>
                  <a:lnTo>
                    <a:pt x="4158332" y="1305281"/>
                  </a:lnTo>
                  <a:lnTo>
                    <a:pt x="4158519" y="1298515"/>
                  </a:lnTo>
                  <a:lnTo>
                    <a:pt x="4158706" y="1292045"/>
                  </a:lnTo>
                  <a:lnTo>
                    <a:pt x="4158893" y="1286054"/>
                  </a:lnTo>
                  <a:lnTo>
                    <a:pt x="4159080" y="1280096"/>
                  </a:lnTo>
                  <a:lnTo>
                    <a:pt x="4159267" y="1273957"/>
                  </a:lnTo>
                  <a:lnTo>
                    <a:pt x="4159454" y="1267281"/>
                  </a:lnTo>
                  <a:lnTo>
                    <a:pt x="4159641" y="1260251"/>
                  </a:lnTo>
                  <a:lnTo>
                    <a:pt x="4159828" y="1252898"/>
                  </a:lnTo>
                  <a:lnTo>
                    <a:pt x="4160014" y="1245175"/>
                  </a:lnTo>
                  <a:lnTo>
                    <a:pt x="4160201" y="1237162"/>
                  </a:lnTo>
                  <a:lnTo>
                    <a:pt x="4160388" y="1229488"/>
                  </a:lnTo>
                  <a:lnTo>
                    <a:pt x="4160575" y="1221847"/>
                  </a:lnTo>
                  <a:lnTo>
                    <a:pt x="4160762" y="1213908"/>
                  </a:lnTo>
                  <a:lnTo>
                    <a:pt x="4160949" y="1205474"/>
                  </a:lnTo>
                  <a:lnTo>
                    <a:pt x="4161136" y="1196945"/>
                  </a:lnTo>
                  <a:lnTo>
                    <a:pt x="4161323" y="1188326"/>
                  </a:lnTo>
                  <a:lnTo>
                    <a:pt x="4161510" y="1178944"/>
                  </a:lnTo>
                  <a:lnTo>
                    <a:pt x="4161697" y="1169073"/>
                  </a:lnTo>
                  <a:lnTo>
                    <a:pt x="4161884" y="1158603"/>
                  </a:lnTo>
                  <a:lnTo>
                    <a:pt x="4162071" y="1148583"/>
                  </a:lnTo>
                  <a:lnTo>
                    <a:pt x="4162258" y="1139104"/>
                  </a:lnTo>
                  <a:lnTo>
                    <a:pt x="4162444" y="1130082"/>
                  </a:lnTo>
                  <a:lnTo>
                    <a:pt x="4162631" y="1121357"/>
                  </a:lnTo>
                  <a:lnTo>
                    <a:pt x="4162818" y="1112614"/>
                  </a:lnTo>
                  <a:lnTo>
                    <a:pt x="4163005" y="1103703"/>
                  </a:lnTo>
                  <a:lnTo>
                    <a:pt x="4163192" y="1093898"/>
                  </a:lnTo>
                  <a:lnTo>
                    <a:pt x="4163379" y="1083240"/>
                  </a:lnTo>
                  <a:lnTo>
                    <a:pt x="4163566" y="1073024"/>
                  </a:lnTo>
                  <a:lnTo>
                    <a:pt x="4163753" y="1062805"/>
                  </a:lnTo>
                  <a:lnTo>
                    <a:pt x="4163940" y="1052405"/>
                  </a:lnTo>
                  <a:lnTo>
                    <a:pt x="4164127" y="1042291"/>
                  </a:lnTo>
                  <a:lnTo>
                    <a:pt x="4164314" y="1033067"/>
                  </a:lnTo>
                  <a:lnTo>
                    <a:pt x="4164501" y="1024134"/>
                  </a:lnTo>
                  <a:lnTo>
                    <a:pt x="4164687" y="1015495"/>
                  </a:lnTo>
                  <a:lnTo>
                    <a:pt x="4164874" y="1008635"/>
                  </a:lnTo>
                  <a:lnTo>
                    <a:pt x="4165061" y="1001602"/>
                  </a:lnTo>
                  <a:lnTo>
                    <a:pt x="4165248" y="995404"/>
                  </a:lnTo>
                  <a:lnTo>
                    <a:pt x="4165435" y="989336"/>
                  </a:lnTo>
                  <a:lnTo>
                    <a:pt x="4165622" y="982803"/>
                  </a:lnTo>
                  <a:lnTo>
                    <a:pt x="4165809" y="976063"/>
                  </a:lnTo>
                  <a:lnTo>
                    <a:pt x="4165996" y="969681"/>
                  </a:lnTo>
                  <a:lnTo>
                    <a:pt x="4166183" y="966017"/>
                  </a:lnTo>
                  <a:lnTo>
                    <a:pt x="4166370" y="962209"/>
                  </a:lnTo>
                  <a:lnTo>
                    <a:pt x="4166557" y="958748"/>
                  </a:lnTo>
                  <a:lnTo>
                    <a:pt x="4166744" y="956439"/>
                  </a:lnTo>
                  <a:lnTo>
                    <a:pt x="4166931" y="953989"/>
                  </a:lnTo>
                  <a:lnTo>
                    <a:pt x="4167117" y="950847"/>
                  </a:lnTo>
                  <a:lnTo>
                    <a:pt x="4167304" y="947236"/>
                  </a:lnTo>
                  <a:lnTo>
                    <a:pt x="4167491" y="943211"/>
                  </a:lnTo>
                  <a:lnTo>
                    <a:pt x="4167678" y="939823"/>
                  </a:lnTo>
                  <a:lnTo>
                    <a:pt x="4167865" y="936364"/>
                  </a:lnTo>
                  <a:lnTo>
                    <a:pt x="4168052" y="930736"/>
                  </a:lnTo>
                  <a:lnTo>
                    <a:pt x="4168239" y="925366"/>
                  </a:lnTo>
                  <a:lnTo>
                    <a:pt x="4168426" y="920891"/>
                  </a:lnTo>
                  <a:lnTo>
                    <a:pt x="4168613" y="916766"/>
                  </a:lnTo>
                  <a:lnTo>
                    <a:pt x="4168800" y="912220"/>
                  </a:lnTo>
                  <a:lnTo>
                    <a:pt x="4168987" y="907218"/>
                  </a:lnTo>
                  <a:lnTo>
                    <a:pt x="4169174" y="901137"/>
                  </a:lnTo>
                  <a:lnTo>
                    <a:pt x="4169361" y="890154"/>
                  </a:lnTo>
                  <a:lnTo>
                    <a:pt x="4169547" y="878767"/>
                  </a:lnTo>
                  <a:lnTo>
                    <a:pt x="4169734" y="867676"/>
                  </a:lnTo>
                  <a:lnTo>
                    <a:pt x="4169921" y="857683"/>
                  </a:lnTo>
                  <a:lnTo>
                    <a:pt x="4170108" y="848499"/>
                  </a:lnTo>
                  <a:lnTo>
                    <a:pt x="4170295" y="839488"/>
                  </a:lnTo>
                  <a:lnTo>
                    <a:pt x="4170482" y="833283"/>
                  </a:lnTo>
                  <a:lnTo>
                    <a:pt x="4170669" y="827645"/>
                  </a:lnTo>
                  <a:lnTo>
                    <a:pt x="4170856" y="822310"/>
                  </a:lnTo>
                  <a:lnTo>
                    <a:pt x="4171043" y="816127"/>
                  </a:lnTo>
                  <a:lnTo>
                    <a:pt x="4171230" y="810001"/>
                  </a:lnTo>
                  <a:lnTo>
                    <a:pt x="4171417" y="804750"/>
                  </a:lnTo>
                  <a:lnTo>
                    <a:pt x="4171604" y="799826"/>
                  </a:lnTo>
                  <a:lnTo>
                    <a:pt x="4171790" y="795654"/>
                  </a:lnTo>
                  <a:lnTo>
                    <a:pt x="4171977" y="792714"/>
                  </a:lnTo>
                  <a:lnTo>
                    <a:pt x="4172164" y="790807"/>
                  </a:lnTo>
                  <a:lnTo>
                    <a:pt x="4172351" y="789266"/>
                  </a:lnTo>
                  <a:lnTo>
                    <a:pt x="4172538" y="785672"/>
                  </a:lnTo>
                  <a:lnTo>
                    <a:pt x="4172725" y="782384"/>
                  </a:lnTo>
                  <a:lnTo>
                    <a:pt x="4172912" y="779088"/>
                  </a:lnTo>
                  <a:lnTo>
                    <a:pt x="4173099" y="776785"/>
                  </a:lnTo>
                  <a:lnTo>
                    <a:pt x="4173286" y="775383"/>
                  </a:lnTo>
                  <a:lnTo>
                    <a:pt x="4173473" y="774295"/>
                  </a:lnTo>
                  <a:lnTo>
                    <a:pt x="4173660" y="773571"/>
                  </a:lnTo>
                  <a:lnTo>
                    <a:pt x="4173847" y="773447"/>
                  </a:lnTo>
                  <a:lnTo>
                    <a:pt x="4174034" y="770813"/>
                  </a:lnTo>
                  <a:lnTo>
                    <a:pt x="4174220" y="767672"/>
                  </a:lnTo>
                  <a:lnTo>
                    <a:pt x="4174407" y="764902"/>
                  </a:lnTo>
                  <a:lnTo>
                    <a:pt x="4174594" y="761727"/>
                  </a:lnTo>
                  <a:lnTo>
                    <a:pt x="4174781" y="757477"/>
                  </a:lnTo>
                  <a:lnTo>
                    <a:pt x="4174968" y="753261"/>
                  </a:lnTo>
                  <a:lnTo>
                    <a:pt x="4175155" y="749907"/>
                  </a:lnTo>
                  <a:lnTo>
                    <a:pt x="4175342" y="746905"/>
                  </a:lnTo>
                  <a:lnTo>
                    <a:pt x="4175529" y="743291"/>
                  </a:lnTo>
                  <a:lnTo>
                    <a:pt x="4175716" y="739762"/>
                  </a:lnTo>
                  <a:lnTo>
                    <a:pt x="4175903" y="735463"/>
                  </a:lnTo>
                  <a:lnTo>
                    <a:pt x="4176090" y="729720"/>
                  </a:lnTo>
                  <a:lnTo>
                    <a:pt x="4176277" y="723040"/>
                  </a:lnTo>
                  <a:lnTo>
                    <a:pt x="4176464" y="715425"/>
                  </a:lnTo>
                  <a:lnTo>
                    <a:pt x="4176650" y="708032"/>
                  </a:lnTo>
                  <a:lnTo>
                    <a:pt x="4176837" y="701182"/>
                  </a:lnTo>
                  <a:lnTo>
                    <a:pt x="4177024" y="694537"/>
                  </a:lnTo>
                  <a:lnTo>
                    <a:pt x="4177211" y="688344"/>
                  </a:lnTo>
                  <a:lnTo>
                    <a:pt x="4177398" y="683146"/>
                  </a:lnTo>
                  <a:lnTo>
                    <a:pt x="4177585" y="679003"/>
                  </a:lnTo>
                  <a:lnTo>
                    <a:pt x="4177772" y="674543"/>
                  </a:lnTo>
                  <a:lnTo>
                    <a:pt x="4177959" y="668983"/>
                  </a:lnTo>
                  <a:lnTo>
                    <a:pt x="4178146" y="663232"/>
                  </a:lnTo>
                  <a:lnTo>
                    <a:pt x="4178333" y="657620"/>
                  </a:lnTo>
                  <a:lnTo>
                    <a:pt x="4178520" y="652086"/>
                  </a:lnTo>
                  <a:lnTo>
                    <a:pt x="4178707" y="646335"/>
                  </a:lnTo>
                  <a:lnTo>
                    <a:pt x="4178893" y="642064"/>
                  </a:lnTo>
                  <a:lnTo>
                    <a:pt x="4179080" y="638919"/>
                  </a:lnTo>
                  <a:lnTo>
                    <a:pt x="4179267" y="637139"/>
                  </a:lnTo>
                  <a:lnTo>
                    <a:pt x="4179454" y="635298"/>
                  </a:lnTo>
                  <a:lnTo>
                    <a:pt x="4179641" y="634201"/>
                  </a:lnTo>
                  <a:lnTo>
                    <a:pt x="4179828" y="632307"/>
                  </a:lnTo>
                  <a:lnTo>
                    <a:pt x="4180015" y="629872"/>
                  </a:lnTo>
                  <a:lnTo>
                    <a:pt x="4180202" y="627170"/>
                  </a:lnTo>
                  <a:lnTo>
                    <a:pt x="4180389" y="623856"/>
                  </a:lnTo>
                  <a:lnTo>
                    <a:pt x="4180576" y="621593"/>
                  </a:lnTo>
                  <a:lnTo>
                    <a:pt x="4180763" y="620441"/>
                  </a:lnTo>
                  <a:lnTo>
                    <a:pt x="4180950" y="619536"/>
                  </a:lnTo>
                  <a:lnTo>
                    <a:pt x="4181137" y="618820"/>
                  </a:lnTo>
                  <a:lnTo>
                    <a:pt x="4181323" y="616982"/>
                  </a:lnTo>
                  <a:lnTo>
                    <a:pt x="4181510" y="615585"/>
                  </a:lnTo>
                  <a:lnTo>
                    <a:pt x="4181697" y="613522"/>
                  </a:lnTo>
                  <a:lnTo>
                    <a:pt x="4181884" y="610625"/>
                  </a:lnTo>
                  <a:lnTo>
                    <a:pt x="4182071" y="608021"/>
                  </a:lnTo>
                  <a:lnTo>
                    <a:pt x="4182258" y="606014"/>
                  </a:lnTo>
                  <a:lnTo>
                    <a:pt x="4182445" y="603717"/>
                  </a:lnTo>
                  <a:lnTo>
                    <a:pt x="4182632" y="602439"/>
                  </a:lnTo>
                  <a:lnTo>
                    <a:pt x="4182819" y="601695"/>
                  </a:lnTo>
                  <a:lnTo>
                    <a:pt x="4183006" y="600521"/>
                  </a:lnTo>
                  <a:lnTo>
                    <a:pt x="4183193" y="599952"/>
                  </a:lnTo>
                  <a:lnTo>
                    <a:pt x="4183380" y="599114"/>
                  </a:lnTo>
                  <a:lnTo>
                    <a:pt x="4183566" y="598773"/>
                  </a:lnTo>
                  <a:lnTo>
                    <a:pt x="4183753" y="599116"/>
                  </a:lnTo>
                  <a:lnTo>
                    <a:pt x="4183940" y="599944"/>
                  </a:lnTo>
                  <a:lnTo>
                    <a:pt x="4184127" y="601910"/>
                  </a:lnTo>
                  <a:lnTo>
                    <a:pt x="4184314" y="607049"/>
                  </a:lnTo>
                  <a:lnTo>
                    <a:pt x="4184501" y="613159"/>
                  </a:lnTo>
                  <a:lnTo>
                    <a:pt x="4184688" y="619904"/>
                  </a:lnTo>
                  <a:lnTo>
                    <a:pt x="4184875" y="628956"/>
                  </a:lnTo>
                  <a:lnTo>
                    <a:pt x="4185062" y="637926"/>
                  </a:lnTo>
                  <a:lnTo>
                    <a:pt x="4185249" y="647300"/>
                  </a:lnTo>
                  <a:lnTo>
                    <a:pt x="4185436" y="656641"/>
                  </a:lnTo>
                  <a:lnTo>
                    <a:pt x="4185623" y="666420"/>
                  </a:lnTo>
                  <a:lnTo>
                    <a:pt x="4185810" y="677964"/>
                  </a:lnTo>
                  <a:lnTo>
                    <a:pt x="4185996" y="690375"/>
                  </a:lnTo>
                  <a:lnTo>
                    <a:pt x="4186183" y="703289"/>
                  </a:lnTo>
                  <a:lnTo>
                    <a:pt x="4186370" y="715006"/>
                  </a:lnTo>
                  <a:lnTo>
                    <a:pt x="4186557" y="726254"/>
                  </a:lnTo>
                  <a:lnTo>
                    <a:pt x="4186744" y="736544"/>
                  </a:lnTo>
                  <a:lnTo>
                    <a:pt x="4186931" y="745324"/>
                  </a:lnTo>
                  <a:lnTo>
                    <a:pt x="4187118" y="749859"/>
                  </a:lnTo>
                  <a:lnTo>
                    <a:pt x="4187305" y="753426"/>
                  </a:lnTo>
                  <a:lnTo>
                    <a:pt x="4187492" y="755585"/>
                  </a:lnTo>
                  <a:lnTo>
                    <a:pt x="4187679" y="758106"/>
                  </a:lnTo>
                  <a:lnTo>
                    <a:pt x="4187866" y="760780"/>
                  </a:lnTo>
                  <a:lnTo>
                    <a:pt x="4188053" y="763919"/>
                  </a:lnTo>
                  <a:lnTo>
                    <a:pt x="4188240" y="766367"/>
                  </a:lnTo>
                  <a:lnTo>
                    <a:pt x="4188426" y="768451"/>
                  </a:lnTo>
                  <a:lnTo>
                    <a:pt x="4188613" y="769586"/>
                  </a:lnTo>
                  <a:lnTo>
                    <a:pt x="4188800" y="769448"/>
                  </a:lnTo>
                  <a:lnTo>
                    <a:pt x="4188987" y="767967"/>
                  </a:lnTo>
                  <a:lnTo>
                    <a:pt x="4189174" y="765708"/>
                  </a:lnTo>
                  <a:lnTo>
                    <a:pt x="4189361" y="763843"/>
                  </a:lnTo>
                  <a:lnTo>
                    <a:pt x="4189548" y="762409"/>
                  </a:lnTo>
                  <a:lnTo>
                    <a:pt x="4189735" y="761157"/>
                  </a:lnTo>
                  <a:lnTo>
                    <a:pt x="4189922" y="760623"/>
                  </a:lnTo>
                  <a:lnTo>
                    <a:pt x="4190109" y="761126"/>
                  </a:lnTo>
                  <a:lnTo>
                    <a:pt x="4190296" y="762953"/>
                  </a:lnTo>
                  <a:lnTo>
                    <a:pt x="4190483" y="763465"/>
                  </a:lnTo>
                  <a:lnTo>
                    <a:pt x="4190669" y="762732"/>
                  </a:lnTo>
                  <a:lnTo>
                    <a:pt x="4190856" y="761335"/>
                  </a:lnTo>
                  <a:lnTo>
                    <a:pt x="4191043" y="759869"/>
                  </a:lnTo>
                  <a:lnTo>
                    <a:pt x="4191230" y="758059"/>
                  </a:lnTo>
                  <a:lnTo>
                    <a:pt x="4191417" y="756592"/>
                  </a:lnTo>
                  <a:lnTo>
                    <a:pt x="4191604" y="759230"/>
                  </a:lnTo>
                  <a:lnTo>
                    <a:pt x="4191791" y="759672"/>
                  </a:lnTo>
                  <a:lnTo>
                    <a:pt x="4191978" y="760266"/>
                  </a:lnTo>
                  <a:lnTo>
                    <a:pt x="4192165" y="760147"/>
                  </a:lnTo>
                  <a:lnTo>
                    <a:pt x="4192352" y="758987"/>
                  </a:lnTo>
                  <a:lnTo>
                    <a:pt x="4192539" y="757388"/>
                  </a:lnTo>
                  <a:lnTo>
                    <a:pt x="4192726" y="754757"/>
                  </a:lnTo>
                  <a:lnTo>
                    <a:pt x="4192913" y="751952"/>
                  </a:lnTo>
                  <a:lnTo>
                    <a:pt x="4193099" y="749408"/>
                  </a:lnTo>
                  <a:lnTo>
                    <a:pt x="4193286" y="749228"/>
                  </a:lnTo>
                  <a:lnTo>
                    <a:pt x="4193473" y="749751"/>
                  </a:lnTo>
                  <a:lnTo>
                    <a:pt x="4193660" y="749967"/>
                  </a:lnTo>
                  <a:lnTo>
                    <a:pt x="4193847" y="749937"/>
                  </a:lnTo>
                  <a:lnTo>
                    <a:pt x="4194034" y="749763"/>
                  </a:lnTo>
                  <a:lnTo>
                    <a:pt x="4194221" y="748903"/>
                  </a:lnTo>
                  <a:lnTo>
                    <a:pt x="4194408" y="746955"/>
                  </a:lnTo>
                  <a:lnTo>
                    <a:pt x="4194595" y="744444"/>
                  </a:lnTo>
                  <a:lnTo>
                    <a:pt x="4194782" y="741551"/>
                  </a:lnTo>
                  <a:lnTo>
                    <a:pt x="4194969" y="739351"/>
                  </a:lnTo>
                  <a:lnTo>
                    <a:pt x="4195156" y="740566"/>
                  </a:lnTo>
                  <a:lnTo>
                    <a:pt x="4195343" y="742624"/>
                  </a:lnTo>
                  <a:lnTo>
                    <a:pt x="4195529" y="745413"/>
                  </a:lnTo>
                  <a:lnTo>
                    <a:pt x="4195716" y="747632"/>
                  </a:lnTo>
                  <a:lnTo>
                    <a:pt x="4195903" y="750704"/>
                  </a:lnTo>
                  <a:lnTo>
                    <a:pt x="4196090" y="754156"/>
                  </a:lnTo>
                  <a:lnTo>
                    <a:pt x="4196277" y="757108"/>
                  </a:lnTo>
                  <a:lnTo>
                    <a:pt x="4196464" y="759765"/>
                  </a:lnTo>
                  <a:lnTo>
                    <a:pt x="4196651" y="762805"/>
                  </a:lnTo>
                  <a:lnTo>
                    <a:pt x="4196838" y="765995"/>
                  </a:lnTo>
                  <a:lnTo>
                    <a:pt x="4197025" y="769824"/>
                  </a:lnTo>
                  <a:lnTo>
                    <a:pt x="4197212" y="774230"/>
                  </a:lnTo>
                  <a:lnTo>
                    <a:pt x="4197399" y="779385"/>
                  </a:lnTo>
                  <a:lnTo>
                    <a:pt x="4197586" y="782669"/>
                  </a:lnTo>
                  <a:lnTo>
                    <a:pt x="4197772" y="785243"/>
                  </a:lnTo>
                  <a:lnTo>
                    <a:pt x="4197959" y="787339"/>
                  </a:lnTo>
                  <a:lnTo>
                    <a:pt x="4198146" y="789006"/>
                  </a:lnTo>
                  <a:lnTo>
                    <a:pt x="4198333" y="789559"/>
                  </a:lnTo>
                  <a:lnTo>
                    <a:pt x="4198520" y="789848"/>
                  </a:lnTo>
                  <a:lnTo>
                    <a:pt x="4198707" y="789386"/>
                  </a:lnTo>
                  <a:lnTo>
                    <a:pt x="4198894" y="788536"/>
                  </a:lnTo>
                  <a:lnTo>
                    <a:pt x="4199081" y="787042"/>
                  </a:lnTo>
                  <a:lnTo>
                    <a:pt x="4199268" y="785730"/>
                  </a:lnTo>
                  <a:lnTo>
                    <a:pt x="4199455" y="783997"/>
                  </a:lnTo>
                  <a:lnTo>
                    <a:pt x="4199642" y="782397"/>
                  </a:lnTo>
                  <a:lnTo>
                    <a:pt x="4199829" y="780441"/>
                  </a:lnTo>
                  <a:lnTo>
                    <a:pt x="4200016" y="778576"/>
                  </a:lnTo>
                  <a:lnTo>
                    <a:pt x="4200202" y="776637"/>
                  </a:lnTo>
                  <a:lnTo>
                    <a:pt x="4200389" y="775655"/>
                  </a:lnTo>
                  <a:lnTo>
                    <a:pt x="4200576" y="775721"/>
                  </a:lnTo>
                  <a:lnTo>
                    <a:pt x="4200763" y="776315"/>
                  </a:lnTo>
                  <a:lnTo>
                    <a:pt x="4200950" y="776992"/>
                  </a:lnTo>
                  <a:lnTo>
                    <a:pt x="4201137" y="778328"/>
                  </a:lnTo>
                  <a:lnTo>
                    <a:pt x="4201324" y="779814"/>
                  </a:lnTo>
                  <a:lnTo>
                    <a:pt x="4201511" y="781778"/>
                  </a:lnTo>
                  <a:lnTo>
                    <a:pt x="4201698" y="783106"/>
                  </a:lnTo>
                  <a:lnTo>
                    <a:pt x="4201885" y="786957"/>
                  </a:lnTo>
                  <a:lnTo>
                    <a:pt x="4202072" y="791067"/>
                  </a:lnTo>
                  <a:lnTo>
                    <a:pt x="4202259" y="793707"/>
                  </a:lnTo>
                  <a:lnTo>
                    <a:pt x="4202445" y="796664"/>
                  </a:lnTo>
                  <a:lnTo>
                    <a:pt x="4202632" y="798738"/>
                  </a:lnTo>
                  <a:lnTo>
                    <a:pt x="4202819" y="800475"/>
                  </a:lnTo>
                  <a:lnTo>
                    <a:pt x="4203006" y="802567"/>
                  </a:lnTo>
                  <a:lnTo>
                    <a:pt x="4203193" y="804328"/>
                  </a:lnTo>
                  <a:lnTo>
                    <a:pt x="4203380" y="805530"/>
                  </a:lnTo>
                  <a:lnTo>
                    <a:pt x="4203567" y="804673"/>
                  </a:lnTo>
                  <a:lnTo>
                    <a:pt x="4203754" y="803787"/>
                  </a:lnTo>
                  <a:lnTo>
                    <a:pt x="4203941" y="803063"/>
                  </a:lnTo>
                  <a:lnTo>
                    <a:pt x="4204128" y="802096"/>
                  </a:lnTo>
                  <a:lnTo>
                    <a:pt x="4204315" y="801200"/>
                  </a:lnTo>
                  <a:lnTo>
                    <a:pt x="4204502" y="801145"/>
                  </a:lnTo>
                  <a:lnTo>
                    <a:pt x="4204689" y="801292"/>
                  </a:lnTo>
                  <a:lnTo>
                    <a:pt x="4204875" y="801673"/>
                  </a:lnTo>
                  <a:lnTo>
                    <a:pt x="4205062" y="801658"/>
                  </a:lnTo>
                  <a:lnTo>
                    <a:pt x="4205249" y="801929"/>
                  </a:lnTo>
                  <a:lnTo>
                    <a:pt x="4205436" y="804171"/>
                  </a:lnTo>
                  <a:lnTo>
                    <a:pt x="4205623" y="806684"/>
                  </a:lnTo>
                  <a:lnTo>
                    <a:pt x="4205810" y="808668"/>
                  </a:lnTo>
                  <a:lnTo>
                    <a:pt x="4205997" y="811192"/>
                  </a:lnTo>
                  <a:lnTo>
                    <a:pt x="4206184" y="815747"/>
                  </a:lnTo>
                  <a:lnTo>
                    <a:pt x="4206371" y="820762"/>
                  </a:lnTo>
                  <a:lnTo>
                    <a:pt x="4206558" y="826488"/>
                  </a:lnTo>
                  <a:lnTo>
                    <a:pt x="4206745" y="836223"/>
                  </a:lnTo>
                  <a:lnTo>
                    <a:pt x="4206932" y="846588"/>
                  </a:lnTo>
                  <a:lnTo>
                    <a:pt x="4207119" y="856491"/>
                  </a:lnTo>
                  <a:lnTo>
                    <a:pt x="4207305" y="865427"/>
                  </a:lnTo>
                  <a:lnTo>
                    <a:pt x="4207492" y="874104"/>
                  </a:lnTo>
                  <a:lnTo>
                    <a:pt x="4207679" y="883251"/>
                  </a:lnTo>
                  <a:lnTo>
                    <a:pt x="4207866" y="889525"/>
                  </a:lnTo>
                  <a:lnTo>
                    <a:pt x="4208053" y="894222"/>
                  </a:lnTo>
                  <a:lnTo>
                    <a:pt x="4208240" y="900079"/>
                  </a:lnTo>
                  <a:lnTo>
                    <a:pt x="4208427" y="906647"/>
                  </a:lnTo>
                  <a:lnTo>
                    <a:pt x="4208614" y="913061"/>
                  </a:lnTo>
                  <a:lnTo>
                    <a:pt x="4208801" y="919488"/>
                  </a:lnTo>
                  <a:lnTo>
                    <a:pt x="4208988" y="925287"/>
                  </a:lnTo>
                  <a:lnTo>
                    <a:pt x="4209175" y="929453"/>
                  </a:lnTo>
                  <a:lnTo>
                    <a:pt x="4209362" y="932749"/>
                  </a:lnTo>
                  <a:lnTo>
                    <a:pt x="4209548" y="936190"/>
                  </a:lnTo>
                  <a:lnTo>
                    <a:pt x="4209735" y="939983"/>
                  </a:lnTo>
                  <a:lnTo>
                    <a:pt x="4209922" y="944136"/>
                  </a:lnTo>
                  <a:lnTo>
                    <a:pt x="4210109" y="948500"/>
                  </a:lnTo>
                  <a:lnTo>
                    <a:pt x="4210296" y="953195"/>
                  </a:lnTo>
                  <a:lnTo>
                    <a:pt x="4210483" y="957229"/>
                  </a:lnTo>
                  <a:lnTo>
                    <a:pt x="4210670" y="960886"/>
                  </a:lnTo>
                  <a:lnTo>
                    <a:pt x="4210857" y="963795"/>
                  </a:lnTo>
                  <a:lnTo>
                    <a:pt x="4211044" y="965961"/>
                  </a:lnTo>
                  <a:lnTo>
                    <a:pt x="4211231" y="968009"/>
                  </a:lnTo>
                  <a:lnTo>
                    <a:pt x="4211418" y="972525"/>
                  </a:lnTo>
                  <a:lnTo>
                    <a:pt x="4211605" y="977224"/>
                  </a:lnTo>
                  <a:lnTo>
                    <a:pt x="4211792" y="981661"/>
                  </a:lnTo>
                  <a:lnTo>
                    <a:pt x="4211978" y="987109"/>
                  </a:lnTo>
                  <a:lnTo>
                    <a:pt x="4212165" y="993498"/>
                  </a:lnTo>
                  <a:lnTo>
                    <a:pt x="4212352" y="998950"/>
                  </a:lnTo>
                  <a:lnTo>
                    <a:pt x="4212539" y="1001450"/>
                  </a:lnTo>
                  <a:lnTo>
                    <a:pt x="4212726" y="1003175"/>
                  </a:lnTo>
                  <a:lnTo>
                    <a:pt x="4212913" y="1004553"/>
                  </a:lnTo>
                  <a:lnTo>
                    <a:pt x="4213100" y="1005378"/>
                  </a:lnTo>
                  <a:lnTo>
                    <a:pt x="4213287" y="1006252"/>
                  </a:lnTo>
                  <a:lnTo>
                    <a:pt x="4213474" y="1008109"/>
                  </a:lnTo>
                  <a:lnTo>
                    <a:pt x="4213661" y="1011476"/>
                  </a:lnTo>
                  <a:lnTo>
                    <a:pt x="4213848" y="1015313"/>
                  </a:lnTo>
                  <a:lnTo>
                    <a:pt x="4214035" y="1018391"/>
                  </a:lnTo>
                  <a:lnTo>
                    <a:pt x="4214222" y="1020784"/>
                  </a:lnTo>
                  <a:lnTo>
                    <a:pt x="4214408" y="1023136"/>
                  </a:lnTo>
                  <a:lnTo>
                    <a:pt x="4214595" y="1024984"/>
                  </a:lnTo>
                  <a:lnTo>
                    <a:pt x="4214782" y="1024827"/>
                  </a:lnTo>
                  <a:lnTo>
                    <a:pt x="4214969" y="1023004"/>
                  </a:lnTo>
                  <a:lnTo>
                    <a:pt x="4215156" y="1021502"/>
                  </a:lnTo>
                  <a:lnTo>
                    <a:pt x="4215343" y="1020809"/>
                  </a:lnTo>
                  <a:lnTo>
                    <a:pt x="4215530" y="1020726"/>
                  </a:lnTo>
                  <a:lnTo>
                    <a:pt x="4215717" y="1020495"/>
                  </a:lnTo>
                  <a:lnTo>
                    <a:pt x="4215904" y="1020083"/>
                  </a:lnTo>
                  <a:lnTo>
                    <a:pt x="4216091" y="1018672"/>
                  </a:lnTo>
                  <a:lnTo>
                    <a:pt x="4216278" y="1015107"/>
                  </a:lnTo>
                  <a:lnTo>
                    <a:pt x="4216465" y="1009471"/>
                  </a:lnTo>
                  <a:lnTo>
                    <a:pt x="4216651" y="1002085"/>
                  </a:lnTo>
                  <a:lnTo>
                    <a:pt x="4216838" y="995121"/>
                  </a:lnTo>
                  <a:lnTo>
                    <a:pt x="4217025" y="991514"/>
                  </a:lnTo>
                  <a:lnTo>
                    <a:pt x="4217212" y="988694"/>
                  </a:lnTo>
                  <a:lnTo>
                    <a:pt x="4217399" y="986530"/>
                  </a:lnTo>
                  <a:lnTo>
                    <a:pt x="4217586" y="985152"/>
                  </a:lnTo>
                  <a:lnTo>
                    <a:pt x="4217773" y="984208"/>
                  </a:lnTo>
                  <a:lnTo>
                    <a:pt x="4217960" y="982358"/>
                  </a:lnTo>
                  <a:lnTo>
                    <a:pt x="4218147" y="979745"/>
                  </a:lnTo>
                  <a:lnTo>
                    <a:pt x="4218334" y="976882"/>
                  </a:lnTo>
                  <a:lnTo>
                    <a:pt x="4218521" y="973762"/>
                  </a:lnTo>
                  <a:lnTo>
                    <a:pt x="4218708" y="970769"/>
                  </a:lnTo>
                  <a:lnTo>
                    <a:pt x="4218895" y="968100"/>
                  </a:lnTo>
                  <a:lnTo>
                    <a:pt x="4219081" y="967931"/>
                  </a:lnTo>
                  <a:lnTo>
                    <a:pt x="4219268" y="968142"/>
                  </a:lnTo>
                  <a:lnTo>
                    <a:pt x="4219455" y="969801"/>
                  </a:lnTo>
                  <a:lnTo>
                    <a:pt x="4219642" y="970945"/>
                  </a:lnTo>
                  <a:lnTo>
                    <a:pt x="4219829" y="972079"/>
                  </a:lnTo>
                  <a:lnTo>
                    <a:pt x="4220016" y="972503"/>
                  </a:lnTo>
                  <a:lnTo>
                    <a:pt x="4220203" y="972502"/>
                  </a:lnTo>
                  <a:lnTo>
                    <a:pt x="4220390" y="972635"/>
                  </a:lnTo>
                  <a:lnTo>
                    <a:pt x="4220577" y="972676"/>
                  </a:lnTo>
                  <a:lnTo>
                    <a:pt x="4220764" y="973545"/>
                  </a:lnTo>
                  <a:lnTo>
                    <a:pt x="4220951" y="974134"/>
                  </a:lnTo>
                  <a:lnTo>
                    <a:pt x="4221138" y="974253"/>
                  </a:lnTo>
                  <a:lnTo>
                    <a:pt x="4221324" y="974363"/>
                  </a:lnTo>
                  <a:lnTo>
                    <a:pt x="4221511" y="973821"/>
                  </a:lnTo>
                  <a:lnTo>
                    <a:pt x="4221698" y="973030"/>
                  </a:lnTo>
                  <a:lnTo>
                    <a:pt x="4221885" y="971869"/>
                  </a:lnTo>
                  <a:lnTo>
                    <a:pt x="4222072" y="969417"/>
                  </a:lnTo>
                  <a:lnTo>
                    <a:pt x="4222259" y="965031"/>
                  </a:lnTo>
                  <a:lnTo>
                    <a:pt x="4222446" y="960661"/>
                  </a:lnTo>
                  <a:lnTo>
                    <a:pt x="4222633" y="956447"/>
                  </a:lnTo>
                  <a:lnTo>
                    <a:pt x="4222820" y="952262"/>
                  </a:lnTo>
                  <a:lnTo>
                    <a:pt x="4223007" y="948220"/>
                  </a:lnTo>
                  <a:lnTo>
                    <a:pt x="4223194" y="943759"/>
                  </a:lnTo>
                  <a:lnTo>
                    <a:pt x="4223381" y="938908"/>
                  </a:lnTo>
                  <a:lnTo>
                    <a:pt x="4223568" y="933234"/>
                  </a:lnTo>
                  <a:lnTo>
                    <a:pt x="4223754" y="928435"/>
                  </a:lnTo>
                  <a:lnTo>
                    <a:pt x="4223941" y="924027"/>
                  </a:lnTo>
                  <a:lnTo>
                    <a:pt x="4224128" y="920268"/>
                  </a:lnTo>
                  <a:lnTo>
                    <a:pt x="4224315" y="917712"/>
                  </a:lnTo>
                  <a:lnTo>
                    <a:pt x="4224502" y="916269"/>
                  </a:lnTo>
                  <a:lnTo>
                    <a:pt x="4224689" y="915468"/>
                  </a:lnTo>
                  <a:lnTo>
                    <a:pt x="4224876" y="914550"/>
                  </a:lnTo>
                  <a:lnTo>
                    <a:pt x="4225063" y="914068"/>
                  </a:lnTo>
                  <a:lnTo>
                    <a:pt x="4225250" y="914037"/>
                  </a:lnTo>
                  <a:lnTo>
                    <a:pt x="4225437" y="914329"/>
                  </a:lnTo>
                  <a:lnTo>
                    <a:pt x="4225624" y="915588"/>
                  </a:lnTo>
                  <a:lnTo>
                    <a:pt x="4225811" y="917327"/>
                  </a:lnTo>
                  <a:lnTo>
                    <a:pt x="4225998" y="919711"/>
                  </a:lnTo>
                  <a:lnTo>
                    <a:pt x="4226184" y="923735"/>
                  </a:lnTo>
                  <a:lnTo>
                    <a:pt x="4226371" y="929604"/>
                  </a:lnTo>
                  <a:lnTo>
                    <a:pt x="4226558" y="936289"/>
                  </a:lnTo>
                  <a:lnTo>
                    <a:pt x="4226745" y="941405"/>
                  </a:lnTo>
                  <a:lnTo>
                    <a:pt x="4226932" y="946769"/>
                  </a:lnTo>
                  <a:lnTo>
                    <a:pt x="4227119" y="952405"/>
                  </a:lnTo>
                  <a:lnTo>
                    <a:pt x="4227306" y="957405"/>
                  </a:lnTo>
                  <a:lnTo>
                    <a:pt x="4227493" y="962571"/>
                  </a:lnTo>
                  <a:lnTo>
                    <a:pt x="4227680" y="968900"/>
                  </a:lnTo>
                  <a:lnTo>
                    <a:pt x="4227867" y="975840"/>
                  </a:lnTo>
                  <a:lnTo>
                    <a:pt x="4228054" y="983572"/>
                  </a:lnTo>
                  <a:lnTo>
                    <a:pt x="4228241" y="991106"/>
                  </a:lnTo>
                  <a:lnTo>
                    <a:pt x="4228427" y="997938"/>
                  </a:lnTo>
                  <a:lnTo>
                    <a:pt x="4228614" y="1004597"/>
                  </a:lnTo>
                  <a:lnTo>
                    <a:pt x="4228801" y="1011174"/>
                  </a:lnTo>
                  <a:lnTo>
                    <a:pt x="4228988" y="1015737"/>
                  </a:lnTo>
                  <a:lnTo>
                    <a:pt x="4229175" y="1019872"/>
                  </a:lnTo>
                  <a:lnTo>
                    <a:pt x="4229362" y="1023571"/>
                  </a:lnTo>
                  <a:lnTo>
                    <a:pt x="4229549" y="1027959"/>
                  </a:lnTo>
                  <a:lnTo>
                    <a:pt x="4229736" y="1033104"/>
                  </a:lnTo>
                  <a:lnTo>
                    <a:pt x="4229923" y="1038196"/>
                  </a:lnTo>
                  <a:lnTo>
                    <a:pt x="4230110" y="1043997"/>
                  </a:lnTo>
                  <a:lnTo>
                    <a:pt x="4230297" y="1049737"/>
                  </a:lnTo>
                  <a:lnTo>
                    <a:pt x="4230484" y="1055436"/>
                  </a:lnTo>
                  <a:lnTo>
                    <a:pt x="4230671" y="1061020"/>
                  </a:lnTo>
                  <a:lnTo>
                    <a:pt x="4230857" y="1066010"/>
                  </a:lnTo>
                  <a:lnTo>
                    <a:pt x="4231044" y="1070975"/>
                  </a:lnTo>
                  <a:lnTo>
                    <a:pt x="4231231" y="1076409"/>
                  </a:lnTo>
                  <a:lnTo>
                    <a:pt x="4231418" y="1082294"/>
                  </a:lnTo>
                  <a:lnTo>
                    <a:pt x="4231605" y="1089117"/>
                  </a:lnTo>
                  <a:lnTo>
                    <a:pt x="4231792" y="1096504"/>
                  </a:lnTo>
                  <a:lnTo>
                    <a:pt x="4231979" y="1104003"/>
                  </a:lnTo>
                  <a:lnTo>
                    <a:pt x="4232166" y="1110793"/>
                  </a:lnTo>
                  <a:lnTo>
                    <a:pt x="4232353" y="1117027"/>
                  </a:lnTo>
                  <a:lnTo>
                    <a:pt x="4232540" y="1122232"/>
                  </a:lnTo>
                  <a:lnTo>
                    <a:pt x="4232727" y="1126982"/>
                  </a:lnTo>
                  <a:lnTo>
                    <a:pt x="4232914" y="1132239"/>
                  </a:lnTo>
                  <a:lnTo>
                    <a:pt x="4233101" y="1137770"/>
                  </a:lnTo>
                  <a:lnTo>
                    <a:pt x="4233287" y="1143006"/>
                  </a:lnTo>
                  <a:lnTo>
                    <a:pt x="4233474" y="1147695"/>
                  </a:lnTo>
                  <a:lnTo>
                    <a:pt x="4233661" y="1152480"/>
                  </a:lnTo>
                  <a:lnTo>
                    <a:pt x="4233848" y="1157283"/>
                  </a:lnTo>
                  <a:lnTo>
                    <a:pt x="4234035" y="1161893"/>
                  </a:lnTo>
                  <a:lnTo>
                    <a:pt x="4234222" y="1166600"/>
                  </a:lnTo>
                  <a:lnTo>
                    <a:pt x="4234409" y="1170435"/>
                  </a:lnTo>
                  <a:lnTo>
                    <a:pt x="4234596" y="1173907"/>
                  </a:lnTo>
                  <a:lnTo>
                    <a:pt x="4234783" y="1176587"/>
                  </a:lnTo>
                  <a:lnTo>
                    <a:pt x="4234970" y="1181111"/>
                  </a:lnTo>
                  <a:lnTo>
                    <a:pt x="4235157" y="1185421"/>
                  </a:lnTo>
                  <a:lnTo>
                    <a:pt x="4235344" y="1189877"/>
                  </a:lnTo>
                  <a:lnTo>
                    <a:pt x="4235530" y="1194305"/>
                  </a:lnTo>
                  <a:lnTo>
                    <a:pt x="4235717" y="1198565"/>
                  </a:lnTo>
                  <a:lnTo>
                    <a:pt x="4235904" y="1202650"/>
                  </a:lnTo>
                  <a:lnTo>
                    <a:pt x="4236091" y="1207277"/>
                  </a:lnTo>
                  <a:lnTo>
                    <a:pt x="4236278" y="1213048"/>
                  </a:lnTo>
                  <a:lnTo>
                    <a:pt x="4236465" y="1219571"/>
                  </a:lnTo>
                  <a:lnTo>
                    <a:pt x="4236652" y="1226526"/>
                  </a:lnTo>
                  <a:lnTo>
                    <a:pt x="4236839" y="1233187"/>
                  </a:lnTo>
                  <a:lnTo>
                    <a:pt x="4237026" y="1238749"/>
                  </a:lnTo>
                  <a:lnTo>
                    <a:pt x="4237213" y="1243925"/>
                  </a:lnTo>
                  <a:lnTo>
                    <a:pt x="4237400" y="1248191"/>
                  </a:lnTo>
                  <a:lnTo>
                    <a:pt x="4237587" y="1252231"/>
                  </a:lnTo>
                  <a:lnTo>
                    <a:pt x="4237774" y="1255104"/>
                  </a:lnTo>
                  <a:lnTo>
                    <a:pt x="4237960" y="1257849"/>
                  </a:lnTo>
                  <a:lnTo>
                    <a:pt x="4238147" y="1260850"/>
                  </a:lnTo>
                  <a:lnTo>
                    <a:pt x="4238334" y="1264234"/>
                  </a:lnTo>
                  <a:lnTo>
                    <a:pt x="4238521" y="1267745"/>
                  </a:lnTo>
                  <a:lnTo>
                    <a:pt x="4238708" y="1271121"/>
                  </a:lnTo>
                  <a:lnTo>
                    <a:pt x="4238895" y="1273400"/>
                  </a:lnTo>
                  <a:lnTo>
                    <a:pt x="4239082" y="1275399"/>
                  </a:lnTo>
                  <a:lnTo>
                    <a:pt x="4239269" y="1273993"/>
                  </a:lnTo>
                  <a:lnTo>
                    <a:pt x="4239456" y="1268553"/>
                  </a:lnTo>
                  <a:lnTo>
                    <a:pt x="4239643" y="1262109"/>
                  </a:lnTo>
                  <a:lnTo>
                    <a:pt x="4239830" y="1255668"/>
                  </a:lnTo>
                  <a:lnTo>
                    <a:pt x="4240017" y="1250022"/>
                  </a:lnTo>
                  <a:lnTo>
                    <a:pt x="4240203" y="1245415"/>
                  </a:lnTo>
                  <a:lnTo>
                    <a:pt x="4240390" y="1241043"/>
                  </a:lnTo>
                  <a:lnTo>
                    <a:pt x="4240577" y="1238049"/>
                  </a:lnTo>
                  <a:lnTo>
                    <a:pt x="4240764" y="1235171"/>
                  </a:lnTo>
                  <a:lnTo>
                    <a:pt x="4240951" y="1232033"/>
                  </a:lnTo>
                  <a:lnTo>
                    <a:pt x="4241138" y="1228198"/>
                  </a:lnTo>
                  <a:lnTo>
                    <a:pt x="4241325" y="1223348"/>
                  </a:lnTo>
                  <a:lnTo>
                    <a:pt x="4241512" y="1218405"/>
                  </a:lnTo>
                  <a:lnTo>
                    <a:pt x="4241699" y="1212864"/>
                  </a:lnTo>
                  <a:lnTo>
                    <a:pt x="4241886" y="1206893"/>
                  </a:lnTo>
                  <a:lnTo>
                    <a:pt x="4242073" y="1200974"/>
                  </a:lnTo>
                  <a:lnTo>
                    <a:pt x="4242260" y="1195855"/>
                  </a:lnTo>
                  <a:lnTo>
                    <a:pt x="4242447" y="1191584"/>
                  </a:lnTo>
                  <a:lnTo>
                    <a:pt x="4242633" y="1187642"/>
                  </a:lnTo>
                  <a:lnTo>
                    <a:pt x="4242820" y="1183849"/>
                  </a:lnTo>
                  <a:lnTo>
                    <a:pt x="4243007" y="1180137"/>
                  </a:lnTo>
                  <a:lnTo>
                    <a:pt x="4243194" y="1176770"/>
                  </a:lnTo>
                  <a:lnTo>
                    <a:pt x="4243381" y="1172578"/>
                  </a:lnTo>
                  <a:lnTo>
                    <a:pt x="4243568" y="1167486"/>
                  </a:lnTo>
                  <a:lnTo>
                    <a:pt x="4243755" y="1162778"/>
                  </a:lnTo>
                  <a:lnTo>
                    <a:pt x="4243942" y="1158585"/>
                  </a:lnTo>
                  <a:lnTo>
                    <a:pt x="4244129" y="1155435"/>
                  </a:lnTo>
                  <a:lnTo>
                    <a:pt x="4244316" y="1152307"/>
                  </a:lnTo>
                  <a:lnTo>
                    <a:pt x="4244503" y="1150236"/>
                  </a:lnTo>
                  <a:lnTo>
                    <a:pt x="4244690" y="1148924"/>
                  </a:lnTo>
                  <a:lnTo>
                    <a:pt x="4244877" y="1148647"/>
                  </a:lnTo>
                  <a:lnTo>
                    <a:pt x="4245063" y="1148512"/>
                  </a:lnTo>
                  <a:lnTo>
                    <a:pt x="4245250" y="1148351"/>
                  </a:lnTo>
                  <a:lnTo>
                    <a:pt x="4245437" y="1149581"/>
                  </a:lnTo>
                  <a:lnTo>
                    <a:pt x="4245624" y="1150429"/>
                  </a:lnTo>
                  <a:lnTo>
                    <a:pt x="4245811" y="1150911"/>
                  </a:lnTo>
                  <a:lnTo>
                    <a:pt x="4245998" y="1151217"/>
                  </a:lnTo>
                  <a:lnTo>
                    <a:pt x="4246185" y="1151007"/>
                  </a:lnTo>
                  <a:lnTo>
                    <a:pt x="4246372" y="1150816"/>
                  </a:lnTo>
                  <a:lnTo>
                    <a:pt x="4246559" y="1151713"/>
                  </a:lnTo>
                  <a:lnTo>
                    <a:pt x="4246746" y="1152240"/>
                  </a:lnTo>
                  <a:lnTo>
                    <a:pt x="4246933" y="1152126"/>
                  </a:lnTo>
                  <a:lnTo>
                    <a:pt x="4247120" y="1152102"/>
                  </a:lnTo>
                  <a:lnTo>
                    <a:pt x="4247306" y="1152379"/>
                  </a:lnTo>
                  <a:lnTo>
                    <a:pt x="4247493" y="1151911"/>
                  </a:lnTo>
                  <a:lnTo>
                    <a:pt x="4247680" y="1150466"/>
                  </a:lnTo>
                  <a:lnTo>
                    <a:pt x="4247867" y="1148273"/>
                  </a:lnTo>
                  <a:lnTo>
                    <a:pt x="4248054" y="1145510"/>
                  </a:lnTo>
                  <a:lnTo>
                    <a:pt x="4248241" y="1143257"/>
                  </a:lnTo>
                  <a:lnTo>
                    <a:pt x="4248428" y="1140639"/>
                  </a:lnTo>
                  <a:lnTo>
                    <a:pt x="4248615" y="1137305"/>
                  </a:lnTo>
                  <a:lnTo>
                    <a:pt x="4248802" y="1133771"/>
                  </a:lnTo>
                  <a:lnTo>
                    <a:pt x="4248989" y="1129724"/>
                  </a:lnTo>
                  <a:lnTo>
                    <a:pt x="4249176" y="1125303"/>
                  </a:lnTo>
                  <a:lnTo>
                    <a:pt x="4249363" y="1119665"/>
                  </a:lnTo>
                  <a:lnTo>
                    <a:pt x="4249550" y="1113622"/>
                  </a:lnTo>
                  <a:lnTo>
                    <a:pt x="4249736" y="1108114"/>
                  </a:lnTo>
                  <a:lnTo>
                    <a:pt x="4249923" y="1104730"/>
                  </a:lnTo>
                  <a:lnTo>
                    <a:pt x="4250110" y="1101793"/>
                  </a:lnTo>
                  <a:lnTo>
                    <a:pt x="4250297" y="1099928"/>
                  </a:lnTo>
                  <a:lnTo>
                    <a:pt x="4250484" y="1098979"/>
                  </a:lnTo>
                  <a:lnTo>
                    <a:pt x="4250671" y="1098805"/>
                  </a:lnTo>
                  <a:lnTo>
                    <a:pt x="4250858" y="1098657"/>
                  </a:lnTo>
                  <a:lnTo>
                    <a:pt x="4251045" y="1099409"/>
                  </a:lnTo>
                  <a:lnTo>
                    <a:pt x="4251232" y="1100670"/>
                  </a:lnTo>
                  <a:lnTo>
                    <a:pt x="4251419" y="1103319"/>
                  </a:lnTo>
                  <a:lnTo>
                    <a:pt x="4251606" y="1106288"/>
                  </a:lnTo>
                  <a:lnTo>
                    <a:pt x="4251793" y="1109359"/>
                  </a:lnTo>
                  <a:lnTo>
                    <a:pt x="4251979" y="1112637"/>
                  </a:lnTo>
                  <a:lnTo>
                    <a:pt x="4252166" y="1117421"/>
                  </a:lnTo>
                  <a:lnTo>
                    <a:pt x="4252353" y="1123355"/>
                  </a:lnTo>
                  <a:lnTo>
                    <a:pt x="4252540" y="1129178"/>
                  </a:lnTo>
                  <a:lnTo>
                    <a:pt x="4252727" y="1134701"/>
                  </a:lnTo>
                  <a:lnTo>
                    <a:pt x="4252914" y="1139422"/>
                  </a:lnTo>
                  <a:lnTo>
                    <a:pt x="4253101" y="1143961"/>
                  </a:lnTo>
                  <a:lnTo>
                    <a:pt x="4253288" y="1148469"/>
                  </a:lnTo>
                  <a:lnTo>
                    <a:pt x="4253475" y="1153475"/>
                  </a:lnTo>
                  <a:lnTo>
                    <a:pt x="4253662" y="1159596"/>
                  </a:lnTo>
                  <a:lnTo>
                    <a:pt x="4253849" y="1167171"/>
                  </a:lnTo>
                  <a:lnTo>
                    <a:pt x="4254036" y="1175491"/>
                  </a:lnTo>
                  <a:lnTo>
                    <a:pt x="4254223" y="1183029"/>
                  </a:lnTo>
                  <a:lnTo>
                    <a:pt x="4254409" y="1187606"/>
                  </a:lnTo>
                  <a:lnTo>
                    <a:pt x="4254596" y="1192244"/>
                  </a:lnTo>
                  <a:lnTo>
                    <a:pt x="4254783" y="1196525"/>
                  </a:lnTo>
                  <a:lnTo>
                    <a:pt x="4254970" y="1198868"/>
                  </a:lnTo>
                  <a:lnTo>
                    <a:pt x="4255157" y="1201612"/>
                  </a:lnTo>
                  <a:lnTo>
                    <a:pt x="4255344" y="1205136"/>
                  </a:lnTo>
                  <a:lnTo>
                    <a:pt x="4255531" y="1209201"/>
                  </a:lnTo>
                  <a:lnTo>
                    <a:pt x="4255718" y="1213962"/>
                  </a:lnTo>
                  <a:lnTo>
                    <a:pt x="4255905" y="1219212"/>
                  </a:lnTo>
                  <a:lnTo>
                    <a:pt x="4256092" y="1225002"/>
                  </a:lnTo>
                  <a:lnTo>
                    <a:pt x="4256279" y="1230790"/>
                  </a:lnTo>
                  <a:lnTo>
                    <a:pt x="4256466" y="1234541"/>
                  </a:lnTo>
                  <a:lnTo>
                    <a:pt x="4256653" y="1238356"/>
                  </a:lnTo>
                  <a:lnTo>
                    <a:pt x="4256839" y="1241252"/>
                  </a:lnTo>
                  <a:lnTo>
                    <a:pt x="4257026" y="1244853"/>
                  </a:lnTo>
                  <a:lnTo>
                    <a:pt x="4257213" y="1248935"/>
                  </a:lnTo>
                  <a:lnTo>
                    <a:pt x="4257400" y="1253437"/>
                  </a:lnTo>
                  <a:lnTo>
                    <a:pt x="4257587" y="1258710"/>
                  </a:lnTo>
                  <a:lnTo>
                    <a:pt x="4257774" y="1264387"/>
                  </a:lnTo>
                  <a:lnTo>
                    <a:pt x="4257961" y="1269784"/>
                  </a:lnTo>
                  <a:lnTo>
                    <a:pt x="4258148" y="1274642"/>
                  </a:lnTo>
                  <a:lnTo>
                    <a:pt x="4258335" y="1279400"/>
                  </a:lnTo>
                  <a:lnTo>
                    <a:pt x="4258522" y="1284182"/>
                  </a:lnTo>
                  <a:lnTo>
                    <a:pt x="4258709" y="1288693"/>
                  </a:lnTo>
                  <a:lnTo>
                    <a:pt x="4258896" y="1293114"/>
                  </a:lnTo>
                  <a:lnTo>
                    <a:pt x="4259082" y="1297371"/>
                  </a:lnTo>
                  <a:lnTo>
                    <a:pt x="4259269" y="1301247"/>
                  </a:lnTo>
                  <a:lnTo>
                    <a:pt x="4259456" y="1305877"/>
                  </a:lnTo>
                  <a:lnTo>
                    <a:pt x="4259643" y="1312202"/>
                  </a:lnTo>
                  <a:lnTo>
                    <a:pt x="4259830" y="1318503"/>
                  </a:lnTo>
                  <a:lnTo>
                    <a:pt x="4260017" y="1324202"/>
                  </a:lnTo>
                  <a:lnTo>
                    <a:pt x="4260204" y="1329485"/>
                  </a:lnTo>
                  <a:lnTo>
                    <a:pt x="4260391" y="1334121"/>
                  </a:lnTo>
                  <a:lnTo>
                    <a:pt x="4260578" y="1338483"/>
                  </a:lnTo>
                  <a:lnTo>
                    <a:pt x="4260765" y="1343045"/>
                  </a:lnTo>
                  <a:lnTo>
                    <a:pt x="4260952" y="1347911"/>
                  </a:lnTo>
                  <a:lnTo>
                    <a:pt x="4261139" y="1352280"/>
                  </a:lnTo>
                  <a:lnTo>
                    <a:pt x="4261326" y="1356713"/>
                  </a:lnTo>
                  <a:lnTo>
                    <a:pt x="4261512" y="1361058"/>
                  </a:lnTo>
                  <a:lnTo>
                    <a:pt x="4261699" y="1364934"/>
                  </a:lnTo>
                  <a:lnTo>
                    <a:pt x="4261886" y="1368267"/>
                  </a:lnTo>
                  <a:lnTo>
                    <a:pt x="4262073" y="1371576"/>
                  </a:lnTo>
                  <a:lnTo>
                    <a:pt x="4262260" y="1374607"/>
                  </a:lnTo>
                  <a:lnTo>
                    <a:pt x="4262447" y="1377589"/>
                  </a:lnTo>
                  <a:lnTo>
                    <a:pt x="4262634" y="1379857"/>
                  </a:lnTo>
                  <a:lnTo>
                    <a:pt x="4262821" y="1381561"/>
                  </a:lnTo>
                  <a:lnTo>
                    <a:pt x="4263008" y="1383009"/>
                  </a:lnTo>
                  <a:lnTo>
                    <a:pt x="4263195" y="1384233"/>
                  </a:lnTo>
                  <a:lnTo>
                    <a:pt x="4263382" y="1385339"/>
                  </a:lnTo>
                  <a:lnTo>
                    <a:pt x="4263569" y="1386035"/>
                  </a:lnTo>
                  <a:lnTo>
                    <a:pt x="4263756" y="1385975"/>
                  </a:lnTo>
                  <a:lnTo>
                    <a:pt x="4263942" y="1386247"/>
                  </a:lnTo>
                  <a:lnTo>
                    <a:pt x="4264129" y="1388541"/>
                  </a:lnTo>
                  <a:lnTo>
                    <a:pt x="4264316" y="1391066"/>
                  </a:lnTo>
                  <a:lnTo>
                    <a:pt x="4264503" y="1393674"/>
                  </a:lnTo>
                  <a:lnTo>
                    <a:pt x="4264690" y="1396950"/>
                  </a:lnTo>
                  <a:lnTo>
                    <a:pt x="4264877" y="1399879"/>
                  </a:lnTo>
                  <a:lnTo>
                    <a:pt x="4265064" y="1403270"/>
                  </a:lnTo>
                  <a:lnTo>
                    <a:pt x="4265251" y="1406984"/>
                  </a:lnTo>
                  <a:lnTo>
                    <a:pt x="4265438" y="1411126"/>
                  </a:lnTo>
                  <a:lnTo>
                    <a:pt x="4265625" y="1416044"/>
                  </a:lnTo>
                  <a:lnTo>
                    <a:pt x="4265812" y="1421903"/>
                  </a:lnTo>
                  <a:lnTo>
                    <a:pt x="4265999" y="1428422"/>
                  </a:lnTo>
                  <a:lnTo>
                    <a:pt x="4266185" y="1435362"/>
                  </a:lnTo>
                  <a:lnTo>
                    <a:pt x="4266372" y="1440331"/>
                  </a:lnTo>
                  <a:lnTo>
                    <a:pt x="4266559" y="1445559"/>
                  </a:lnTo>
                  <a:lnTo>
                    <a:pt x="4266746" y="1450743"/>
                  </a:lnTo>
                  <a:lnTo>
                    <a:pt x="4266933" y="1455319"/>
                  </a:lnTo>
                  <a:lnTo>
                    <a:pt x="4267120" y="1459409"/>
                  </a:lnTo>
                  <a:lnTo>
                    <a:pt x="4267307" y="1463337"/>
                  </a:lnTo>
                  <a:lnTo>
                    <a:pt x="4267494" y="1467049"/>
                  </a:lnTo>
                  <a:lnTo>
                    <a:pt x="4267681" y="1470743"/>
                  </a:lnTo>
                  <a:lnTo>
                    <a:pt x="4267868" y="1473911"/>
                  </a:lnTo>
                  <a:lnTo>
                    <a:pt x="4268055" y="1476437"/>
                  </a:lnTo>
                  <a:lnTo>
                    <a:pt x="4268242" y="1478724"/>
                  </a:lnTo>
                  <a:lnTo>
                    <a:pt x="4268429" y="1480647"/>
                  </a:lnTo>
                  <a:lnTo>
                    <a:pt x="4268615" y="1481844"/>
                  </a:lnTo>
                  <a:lnTo>
                    <a:pt x="4268802" y="1482559"/>
                  </a:lnTo>
                  <a:lnTo>
                    <a:pt x="4268989" y="1482615"/>
                  </a:lnTo>
                  <a:lnTo>
                    <a:pt x="4269176" y="1482529"/>
                  </a:lnTo>
                  <a:lnTo>
                    <a:pt x="4269363" y="1482503"/>
                  </a:lnTo>
                  <a:lnTo>
                    <a:pt x="4269550" y="1483233"/>
                  </a:lnTo>
                  <a:lnTo>
                    <a:pt x="4269737" y="1483810"/>
                  </a:lnTo>
                  <a:lnTo>
                    <a:pt x="4269924" y="1484956"/>
                  </a:lnTo>
                  <a:lnTo>
                    <a:pt x="4270111" y="1485802"/>
                  </a:lnTo>
                  <a:lnTo>
                    <a:pt x="4270298" y="1485253"/>
                  </a:lnTo>
                  <a:lnTo>
                    <a:pt x="4270485" y="1484318"/>
                  </a:lnTo>
                  <a:lnTo>
                    <a:pt x="4270672" y="1483080"/>
                  </a:lnTo>
                  <a:lnTo>
                    <a:pt x="4270858" y="1482032"/>
                  </a:lnTo>
                  <a:lnTo>
                    <a:pt x="4271045" y="1481027"/>
                  </a:lnTo>
                  <a:lnTo>
                    <a:pt x="4271232" y="1480319"/>
                  </a:lnTo>
                  <a:lnTo>
                    <a:pt x="4271419" y="1480331"/>
                  </a:lnTo>
                  <a:lnTo>
                    <a:pt x="4271606" y="1480464"/>
                  </a:lnTo>
                  <a:lnTo>
                    <a:pt x="4271793" y="1481372"/>
                  </a:lnTo>
                  <a:lnTo>
                    <a:pt x="4271980" y="1482445"/>
                  </a:lnTo>
                  <a:lnTo>
                    <a:pt x="4272167" y="1483847"/>
                  </a:lnTo>
                  <a:lnTo>
                    <a:pt x="4272354" y="1485530"/>
                  </a:lnTo>
                  <a:lnTo>
                    <a:pt x="4272541" y="1487661"/>
                  </a:lnTo>
                  <a:lnTo>
                    <a:pt x="4272728" y="1490094"/>
                  </a:lnTo>
                  <a:lnTo>
                    <a:pt x="4272915" y="1493278"/>
                  </a:lnTo>
                  <a:lnTo>
                    <a:pt x="4273102" y="1497234"/>
                  </a:lnTo>
                  <a:lnTo>
                    <a:pt x="4273288" y="1501950"/>
                  </a:lnTo>
                  <a:lnTo>
                    <a:pt x="4273475" y="1507360"/>
                  </a:lnTo>
                  <a:lnTo>
                    <a:pt x="4273662" y="1512671"/>
                  </a:lnTo>
                  <a:lnTo>
                    <a:pt x="4273849" y="1518051"/>
                  </a:lnTo>
                  <a:lnTo>
                    <a:pt x="4274036" y="1523110"/>
                  </a:lnTo>
                  <a:lnTo>
                    <a:pt x="4274223" y="1528282"/>
                  </a:lnTo>
                  <a:lnTo>
                    <a:pt x="4274410" y="1533967"/>
                  </a:lnTo>
                  <a:lnTo>
                    <a:pt x="4274597" y="1539456"/>
                  </a:lnTo>
                  <a:lnTo>
                    <a:pt x="4274784" y="1545345"/>
                  </a:lnTo>
                  <a:lnTo>
                    <a:pt x="4274971" y="1551082"/>
                  </a:lnTo>
                  <a:lnTo>
                    <a:pt x="4275158" y="1556263"/>
                  </a:lnTo>
                  <a:lnTo>
                    <a:pt x="4275345" y="1561225"/>
                  </a:lnTo>
                  <a:lnTo>
                    <a:pt x="4275532" y="1566459"/>
                  </a:lnTo>
                  <a:lnTo>
                    <a:pt x="4275718" y="1571072"/>
                  </a:lnTo>
                  <a:lnTo>
                    <a:pt x="4275905" y="1574905"/>
                  </a:lnTo>
                  <a:lnTo>
                    <a:pt x="4276092" y="1578493"/>
                  </a:lnTo>
                  <a:lnTo>
                    <a:pt x="4276279" y="1582519"/>
                  </a:lnTo>
                  <a:lnTo>
                    <a:pt x="4276466" y="1587253"/>
                  </a:lnTo>
                  <a:lnTo>
                    <a:pt x="4276653" y="1592442"/>
                  </a:lnTo>
                  <a:lnTo>
                    <a:pt x="4276840" y="1601098"/>
                  </a:lnTo>
                  <a:lnTo>
                    <a:pt x="4277027" y="1610381"/>
                  </a:lnTo>
                  <a:lnTo>
                    <a:pt x="4277214" y="1619591"/>
                  </a:lnTo>
                  <a:lnTo>
                    <a:pt x="4277401" y="1628164"/>
                  </a:lnTo>
                  <a:lnTo>
                    <a:pt x="4277588" y="1636300"/>
                  </a:lnTo>
                  <a:lnTo>
                    <a:pt x="4277775" y="1644330"/>
                  </a:lnTo>
                  <a:lnTo>
                    <a:pt x="4277961" y="1651236"/>
                  </a:lnTo>
                  <a:lnTo>
                    <a:pt x="4278148" y="1657846"/>
                  </a:lnTo>
                  <a:lnTo>
                    <a:pt x="4278335" y="1664167"/>
                  </a:lnTo>
                  <a:lnTo>
                    <a:pt x="4278522" y="1671437"/>
                  </a:lnTo>
                  <a:lnTo>
                    <a:pt x="4278709" y="1679573"/>
                  </a:lnTo>
                  <a:lnTo>
                    <a:pt x="4278896" y="1687726"/>
                  </a:lnTo>
                  <a:lnTo>
                    <a:pt x="4279083" y="1695788"/>
                  </a:lnTo>
                  <a:lnTo>
                    <a:pt x="4279270" y="1703000"/>
                  </a:lnTo>
                  <a:lnTo>
                    <a:pt x="4279457" y="1710130"/>
                  </a:lnTo>
                  <a:lnTo>
                    <a:pt x="4279644" y="1716508"/>
                  </a:lnTo>
                  <a:lnTo>
                    <a:pt x="4279831" y="1721880"/>
                  </a:lnTo>
                  <a:lnTo>
                    <a:pt x="4280018" y="1726510"/>
                  </a:lnTo>
                  <a:lnTo>
                    <a:pt x="4280205" y="1730867"/>
                  </a:lnTo>
                  <a:lnTo>
                    <a:pt x="4280391" y="1734926"/>
                  </a:lnTo>
                  <a:lnTo>
                    <a:pt x="4280578" y="1738590"/>
                  </a:lnTo>
                  <a:lnTo>
                    <a:pt x="4280765" y="1742906"/>
                  </a:lnTo>
                  <a:lnTo>
                    <a:pt x="4280952" y="1748760"/>
                  </a:lnTo>
                  <a:lnTo>
                    <a:pt x="4281139" y="1754256"/>
                  </a:lnTo>
                  <a:lnTo>
                    <a:pt x="4281326" y="1758859"/>
                  </a:lnTo>
                  <a:lnTo>
                    <a:pt x="4281513" y="1762505"/>
                  </a:lnTo>
                  <a:lnTo>
                    <a:pt x="4281700" y="1766775"/>
                  </a:lnTo>
                  <a:lnTo>
                    <a:pt x="4281887" y="1770663"/>
                  </a:lnTo>
                  <a:lnTo>
                    <a:pt x="4282074" y="1774166"/>
                  </a:lnTo>
                  <a:lnTo>
                    <a:pt x="4282261" y="1776524"/>
                  </a:lnTo>
                  <a:lnTo>
                    <a:pt x="4282448" y="1778748"/>
                  </a:lnTo>
                  <a:lnTo>
                    <a:pt x="4282635" y="1781209"/>
                  </a:lnTo>
                  <a:lnTo>
                    <a:pt x="4282821" y="1783649"/>
                  </a:lnTo>
                  <a:lnTo>
                    <a:pt x="4283008" y="1785982"/>
                  </a:lnTo>
                  <a:lnTo>
                    <a:pt x="4283195" y="1788440"/>
                  </a:lnTo>
                  <a:lnTo>
                    <a:pt x="4283382" y="1790900"/>
                  </a:lnTo>
                  <a:lnTo>
                    <a:pt x="4283569" y="1793097"/>
                  </a:lnTo>
                  <a:lnTo>
                    <a:pt x="4283756" y="1795178"/>
                  </a:lnTo>
                  <a:lnTo>
                    <a:pt x="4283943" y="1797604"/>
                  </a:lnTo>
                  <a:lnTo>
                    <a:pt x="4284130" y="1800763"/>
                  </a:lnTo>
                  <a:lnTo>
                    <a:pt x="4284317" y="1803340"/>
                  </a:lnTo>
                  <a:lnTo>
                    <a:pt x="4284504" y="1805761"/>
                  </a:lnTo>
                  <a:lnTo>
                    <a:pt x="4284691" y="1807352"/>
                  </a:lnTo>
                  <a:lnTo>
                    <a:pt x="4284878" y="1807880"/>
                  </a:lnTo>
                  <a:lnTo>
                    <a:pt x="4285064" y="1809233"/>
                  </a:lnTo>
                  <a:lnTo>
                    <a:pt x="4285251" y="1811032"/>
                  </a:lnTo>
                  <a:lnTo>
                    <a:pt x="4285438" y="1812971"/>
                  </a:lnTo>
                  <a:lnTo>
                    <a:pt x="4285625" y="1815092"/>
                  </a:lnTo>
                  <a:lnTo>
                    <a:pt x="4285812" y="1818104"/>
                  </a:lnTo>
                  <a:lnTo>
                    <a:pt x="4285999" y="1822148"/>
                  </a:lnTo>
                  <a:lnTo>
                    <a:pt x="4286186" y="1826909"/>
                  </a:lnTo>
                  <a:lnTo>
                    <a:pt x="4286373" y="1832487"/>
                  </a:lnTo>
                  <a:lnTo>
                    <a:pt x="4286560" y="1838849"/>
                  </a:lnTo>
                  <a:lnTo>
                    <a:pt x="4286747" y="1845814"/>
                  </a:lnTo>
                  <a:lnTo>
                    <a:pt x="4286934" y="1853059"/>
                  </a:lnTo>
                  <a:lnTo>
                    <a:pt x="4287121" y="1860098"/>
                  </a:lnTo>
                  <a:lnTo>
                    <a:pt x="4287308" y="1866699"/>
                  </a:lnTo>
                  <a:lnTo>
                    <a:pt x="4287494" y="1873350"/>
                  </a:lnTo>
                  <a:lnTo>
                    <a:pt x="4287681" y="1879349"/>
                  </a:lnTo>
                  <a:lnTo>
                    <a:pt x="4287868" y="1885035"/>
                  </a:lnTo>
                  <a:lnTo>
                    <a:pt x="4288055" y="1890440"/>
                  </a:lnTo>
                  <a:lnTo>
                    <a:pt x="4288242" y="1895812"/>
                  </a:lnTo>
                  <a:lnTo>
                    <a:pt x="4288429" y="1899277"/>
                  </a:lnTo>
                  <a:lnTo>
                    <a:pt x="4288616" y="1902175"/>
                  </a:lnTo>
                  <a:lnTo>
                    <a:pt x="4288803" y="1903379"/>
                  </a:lnTo>
                  <a:lnTo>
                    <a:pt x="4288990" y="1903347"/>
                  </a:lnTo>
                  <a:lnTo>
                    <a:pt x="4289177" y="1901968"/>
                  </a:lnTo>
                  <a:lnTo>
                    <a:pt x="4289364" y="1900175"/>
                  </a:lnTo>
                  <a:lnTo>
                    <a:pt x="4289551" y="1898049"/>
                  </a:lnTo>
                  <a:lnTo>
                    <a:pt x="4289737" y="1895548"/>
                  </a:lnTo>
                  <a:lnTo>
                    <a:pt x="4289924" y="1893231"/>
                  </a:lnTo>
                  <a:lnTo>
                    <a:pt x="4290111" y="1891405"/>
                  </a:lnTo>
                  <a:lnTo>
                    <a:pt x="4290298" y="1890183"/>
                  </a:lnTo>
                  <a:lnTo>
                    <a:pt x="4290485" y="1889242"/>
                  </a:lnTo>
                  <a:lnTo>
                    <a:pt x="4290672" y="1888554"/>
                  </a:lnTo>
                  <a:lnTo>
                    <a:pt x="4290859" y="1887616"/>
                  </a:lnTo>
                  <a:lnTo>
                    <a:pt x="4291046" y="1886108"/>
                  </a:lnTo>
                  <a:lnTo>
                    <a:pt x="4291233" y="1884145"/>
                  </a:lnTo>
                  <a:lnTo>
                    <a:pt x="4291420" y="1882278"/>
                  </a:lnTo>
                  <a:lnTo>
                    <a:pt x="4291607" y="1881415"/>
                  </a:lnTo>
                  <a:lnTo>
                    <a:pt x="4291794" y="1880948"/>
                  </a:lnTo>
                  <a:lnTo>
                    <a:pt x="4291981" y="1881325"/>
                  </a:lnTo>
                  <a:lnTo>
                    <a:pt x="4292167" y="1881882"/>
                  </a:lnTo>
                  <a:lnTo>
                    <a:pt x="4292354" y="1883697"/>
                  </a:lnTo>
                  <a:lnTo>
                    <a:pt x="4292541" y="1885405"/>
                  </a:lnTo>
                  <a:lnTo>
                    <a:pt x="4292728" y="1886709"/>
                  </a:lnTo>
                  <a:lnTo>
                    <a:pt x="4292915" y="1887658"/>
                  </a:lnTo>
                  <a:lnTo>
                    <a:pt x="4293102" y="1887988"/>
                  </a:lnTo>
                  <a:lnTo>
                    <a:pt x="4293289" y="1888079"/>
                  </a:lnTo>
                  <a:lnTo>
                    <a:pt x="4293476" y="1887559"/>
                  </a:lnTo>
                  <a:lnTo>
                    <a:pt x="4293663" y="1887188"/>
                  </a:lnTo>
                  <a:lnTo>
                    <a:pt x="4293850" y="1886495"/>
                  </a:lnTo>
                  <a:lnTo>
                    <a:pt x="4294037" y="1885224"/>
                  </a:lnTo>
                  <a:lnTo>
                    <a:pt x="4294224" y="1883276"/>
                  </a:lnTo>
                  <a:lnTo>
                    <a:pt x="4294411" y="1880702"/>
                  </a:lnTo>
                  <a:lnTo>
                    <a:pt x="4294597" y="1878268"/>
                  </a:lnTo>
                  <a:lnTo>
                    <a:pt x="4294784" y="1875569"/>
                  </a:lnTo>
                  <a:lnTo>
                    <a:pt x="4294971" y="1872376"/>
                  </a:lnTo>
                  <a:lnTo>
                    <a:pt x="4295158" y="1868902"/>
                  </a:lnTo>
                  <a:lnTo>
                    <a:pt x="4295345" y="1864957"/>
                  </a:lnTo>
                  <a:lnTo>
                    <a:pt x="4295532" y="1860163"/>
                  </a:lnTo>
                  <a:lnTo>
                    <a:pt x="4295719" y="1854304"/>
                  </a:lnTo>
                  <a:lnTo>
                    <a:pt x="4295906" y="1848132"/>
                  </a:lnTo>
                  <a:lnTo>
                    <a:pt x="4296093" y="1841019"/>
                  </a:lnTo>
                  <a:lnTo>
                    <a:pt x="4296280" y="1833460"/>
                  </a:lnTo>
                  <a:lnTo>
                    <a:pt x="4296467" y="1825885"/>
                  </a:lnTo>
                  <a:lnTo>
                    <a:pt x="4296654" y="1819094"/>
                  </a:lnTo>
                  <a:lnTo>
                    <a:pt x="4296840" y="1813004"/>
                  </a:lnTo>
                  <a:lnTo>
                    <a:pt x="4297027" y="1807310"/>
                  </a:lnTo>
                  <a:lnTo>
                    <a:pt x="4297214" y="1801592"/>
                  </a:lnTo>
                  <a:lnTo>
                    <a:pt x="4297401" y="1795692"/>
                  </a:lnTo>
                  <a:lnTo>
                    <a:pt x="4297588" y="1789882"/>
                  </a:lnTo>
                  <a:lnTo>
                    <a:pt x="4297775" y="1784552"/>
                  </a:lnTo>
                  <a:lnTo>
                    <a:pt x="4297962" y="1779609"/>
                  </a:lnTo>
                  <a:lnTo>
                    <a:pt x="4298149" y="1775219"/>
                  </a:lnTo>
                  <a:lnTo>
                    <a:pt x="4298336" y="1771901"/>
                  </a:lnTo>
                  <a:lnTo>
                    <a:pt x="4298523" y="1769748"/>
                  </a:lnTo>
                  <a:lnTo>
                    <a:pt x="4298710" y="1767982"/>
                  </a:lnTo>
                  <a:lnTo>
                    <a:pt x="4298897" y="1767520"/>
                  </a:lnTo>
                  <a:lnTo>
                    <a:pt x="4299084" y="1768163"/>
                  </a:lnTo>
                  <a:lnTo>
                    <a:pt x="4299270" y="1769145"/>
                  </a:lnTo>
                  <a:lnTo>
                    <a:pt x="4299457" y="1770334"/>
                  </a:lnTo>
                  <a:lnTo>
                    <a:pt x="4299644" y="1771745"/>
                  </a:lnTo>
                  <a:lnTo>
                    <a:pt x="4299831" y="1773370"/>
                  </a:lnTo>
                  <a:lnTo>
                    <a:pt x="4300018" y="1775615"/>
                  </a:lnTo>
                  <a:lnTo>
                    <a:pt x="4300205" y="1778651"/>
                  </a:lnTo>
                  <a:lnTo>
                    <a:pt x="4300392" y="1781878"/>
                  </a:lnTo>
                  <a:lnTo>
                    <a:pt x="4300579" y="1785063"/>
                  </a:lnTo>
                  <a:lnTo>
                    <a:pt x="4300766" y="1788884"/>
                  </a:lnTo>
                  <a:lnTo>
                    <a:pt x="4300953" y="1792642"/>
                  </a:lnTo>
                  <a:lnTo>
                    <a:pt x="4301140" y="1796504"/>
                  </a:lnTo>
                  <a:lnTo>
                    <a:pt x="4301327" y="1800256"/>
                  </a:lnTo>
                  <a:lnTo>
                    <a:pt x="4301514" y="1803706"/>
                  </a:lnTo>
                  <a:lnTo>
                    <a:pt x="4301700" y="1806844"/>
                  </a:lnTo>
                  <a:lnTo>
                    <a:pt x="4301887" y="1809718"/>
                  </a:lnTo>
                  <a:lnTo>
                    <a:pt x="4302074" y="1812605"/>
                  </a:lnTo>
                  <a:lnTo>
                    <a:pt x="4302261" y="1815204"/>
                  </a:lnTo>
                  <a:lnTo>
                    <a:pt x="4302448" y="1817266"/>
                  </a:lnTo>
                  <a:lnTo>
                    <a:pt x="4302635" y="1818941"/>
                  </a:lnTo>
                  <a:lnTo>
                    <a:pt x="4302822" y="1819829"/>
                  </a:lnTo>
                  <a:lnTo>
                    <a:pt x="4303009" y="1819992"/>
                  </a:lnTo>
                  <a:lnTo>
                    <a:pt x="4303196" y="1819700"/>
                  </a:lnTo>
                  <a:lnTo>
                    <a:pt x="4303383" y="1819146"/>
                  </a:lnTo>
                  <a:lnTo>
                    <a:pt x="4303570" y="1818254"/>
                  </a:lnTo>
                  <a:lnTo>
                    <a:pt x="4303757" y="1817064"/>
                  </a:lnTo>
                  <a:lnTo>
                    <a:pt x="4303943" y="1814740"/>
                  </a:lnTo>
                  <a:lnTo>
                    <a:pt x="4304130" y="1812207"/>
                  </a:lnTo>
                  <a:lnTo>
                    <a:pt x="4304317" y="1809812"/>
                  </a:lnTo>
                  <a:lnTo>
                    <a:pt x="4304504" y="1807298"/>
                  </a:lnTo>
                  <a:lnTo>
                    <a:pt x="4304691" y="1804602"/>
                  </a:lnTo>
                  <a:lnTo>
                    <a:pt x="4304878" y="1801825"/>
                  </a:lnTo>
                  <a:lnTo>
                    <a:pt x="4305065" y="1799336"/>
                  </a:lnTo>
                  <a:lnTo>
                    <a:pt x="4305252" y="1795846"/>
                  </a:lnTo>
                  <a:lnTo>
                    <a:pt x="4305439" y="1793822"/>
                  </a:lnTo>
                  <a:lnTo>
                    <a:pt x="4305626" y="1792157"/>
                  </a:lnTo>
                  <a:lnTo>
                    <a:pt x="4305813" y="1790830"/>
                  </a:lnTo>
                  <a:lnTo>
                    <a:pt x="4306000" y="1790071"/>
                  </a:lnTo>
                  <a:lnTo>
                    <a:pt x="4306187" y="1789650"/>
                  </a:lnTo>
                  <a:lnTo>
                    <a:pt x="4306373" y="1789510"/>
                  </a:lnTo>
                  <a:lnTo>
                    <a:pt x="4306560" y="1789802"/>
                  </a:lnTo>
                  <a:lnTo>
                    <a:pt x="4306747" y="1790341"/>
                  </a:lnTo>
                  <a:lnTo>
                    <a:pt x="4306934" y="1790997"/>
                  </a:lnTo>
                  <a:lnTo>
                    <a:pt x="4307121" y="1792024"/>
                  </a:lnTo>
                  <a:lnTo>
                    <a:pt x="4307308" y="1792791"/>
                  </a:lnTo>
                  <a:lnTo>
                    <a:pt x="4307495" y="1793861"/>
                  </a:lnTo>
                  <a:lnTo>
                    <a:pt x="4307682" y="1795133"/>
                  </a:lnTo>
                  <a:lnTo>
                    <a:pt x="4307869" y="1796308"/>
                  </a:lnTo>
                  <a:lnTo>
                    <a:pt x="4308056" y="1797606"/>
                  </a:lnTo>
                  <a:lnTo>
                    <a:pt x="4308243" y="1798803"/>
                  </a:lnTo>
                  <a:lnTo>
                    <a:pt x="4308430" y="1799652"/>
                  </a:lnTo>
                  <a:lnTo>
                    <a:pt x="4308616" y="1799444"/>
                  </a:lnTo>
                  <a:lnTo>
                    <a:pt x="4308803" y="1798598"/>
                  </a:lnTo>
                  <a:lnTo>
                    <a:pt x="4308990" y="1797598"/>
                  </a:lnTo>
                  <a:lnTo>
                    <a:pt x="4309177" y="1796222"/>
                  </a:lnTo>
                  <a:lnTo>
                    <a:pt x="4309364" y="1794632"/>
                  </a:lnTo>
                  <a:lnTo>
                    <a:pt x="4309551" y="1792781"/>
                  </a:lnTo>
                  <a:lnTo>
                    <a:pt x="4309738" y="1790609"/>
                  </a:lnTo>
                  <a:lnTo>
                    <a:pt x="4309925" y="1788136"/>
                  </a:lnTo>
                  <a:lnTo>
                    <a:pt x="4310112" y="1785159"/>
                  </a:lnTo>
                  <a:lnTo>
                    <a:pt x="4310299" y="1781987"/>
                  </a:lnTo>
                  <a:lnTo>
                    <a:pt x="4310486" y="1778953"/>
                  </a:lnTo>
                  <a:lnTo>
                    <a:pt x="4310673" y="1775796"/>
                  </a:lnTo>
                  <a:lnTo>
                    <a:pt x="4310860" y="1772245"/>
                  </a:lnTo>
                  <a:lnTo>
                    <a:pt x="4311046" y="1768730"/>
                  </a:lnTo>
                  <a:lnTo>
                    <a:pt x="4311233" y="1765863"/>
                  </a:lnTo>
                  <a:lnTo>
                    <a:pt x="4311420" y="1763099"/>
                  </a:lnTo>
                  <a:lnTo>
                    <a:pt x="4311607" y="1760128"/>
                  </a:lnTo>
                  <a:lnTo>
                    <a:pt x="4311794" y="1757397"/>
                  </a:lnTo>
                  <a:lnTo>
                    <a:pt x="4311981" y="1755124"/>
                  </a:lnTo>
                  <a:lnTo>
                    <a:pt x="4312168" y="1752429"/>
                  </a:lnTo>
                  <a:lnTo>
                    <a:pt x="4312355" y="1749947"/>
                  </a:lnTo>
                  <a:lnTo>
                    <a:pt x="4312542" y="1748569"/>
                  </a:lnTo>
                  <a:lnTo>
                    <a:pt x="4312729" y="1747471"/>
                  </a:lnTo>
                  <a:lnTo>
                    <a:pt x="4312916" y="1746695"/>
                  </a:lnTo>
                  <a:lnTo>
                    <a:pt x="4313103" y="1746035"/>
                  </a:lnTo>
                  <a:lnTo>
                    <a:pt x="4313290" y="1745606"/>
                  </a:lnTo>
                  <a:lnTo>
                    <a:pt x="4313476" y="1745433"/>
                  </a:lnTo>
                  <a:lnTo>
                    <a:pt x="4313663" y="1745433"/>
                  </a:lnTo>
                  <a:lnTo>
                    <a:pt x="4313850" y="1745218"/>
                  </a:lnTo>
                  <a:lnTo>
                    <a:pt x="4314037" y="1745103"/>
                  </a:lnTo>
                  <a:lnTo>
                    <a:pt x="4314224" y="1745177"/>
                  </a:lnTo>
                  <a:lnTo>
                    <a:pt x="4314411" y="1745548"/>
                  </a:lnTo>
                  <a:lnTo>
                    <a:pt x="4314598" y="1745945"/>
                  </a:lnTo>
                  <a:lnTo>
                    <a:pt x="4314785" y="1747331"/>
                  </a:lnTo>
                  <a:lnTo>
                    <a:pt x="4314972" y="1748897"/>
                  </a:lnTo>
                  <a:lnTo>
                    <a:pt x="4315159" y="1750568"/>
                  </a:lnTo>
                  <a:lnTo>
                    <a:pt x="4315346" y="1752389"/>
                  </a:lnTo>
                  <a:lnTo>
                    <a:pt x="4315533" y="1754308"/>
                  </a:lnTo>
                  <a:lnTo>
                    <a:pt x="4315719" y="1756379"/>
                  </a:lnTo>
                  <a:lnTo>
                    <a:pt x="4315906" y="1758390"/>
                  </a:lnTo>
                  <a:lnTo>
                    <a:pt x="4316093" y="1760412"/>
                  </a:lnTo>
                  <a:lnTo>
                    <a:pt x="4316280" y="1762413"/>
                  </a:lnTo>
                  <a:lnTo>
                    <a:pt x="4316467" y="1764876"/>
                  </a:lnTo>
                  <a:lnTo>
                    <a:pt x="4316654" y="1768017"/>
                  </a:lnTo>
                  <a:lnTo>
                    <a:pt x="4316841" y="1771348"/>
                  </a:lnTo>
                  <a:lnTo>
                    <a:pt x="4317028" y="1774463"/>
                  </a:lnTo>
                  <a:lnTo>
                    <a:pt x="4317215" y="1777898"/>
                  </a:lnTo>
                  <a:lnTo>
                    <a:pt x="4317402" y="1781604"/>
                  </a:lnTo>
                  <a:lnTo>
                    <a:pt x="4317589" y="1784987"/>
                  </a:lnTo>
                  <a:lnTo>
                    <a:pt x="4317776" y="1788455"/>
                  </a:lnTo>
                  <a:lnTo>
                    <a:pt x="4317963" y="1792165"/>
                  </a:lnTo>
                  <a:lnTo>
                    <a:pt x="4318149" y="1795186"/>
                  </a:lnTo>
                  <a:lnTo>
                    <a:pt x="4318336" y="1796907"/>
                  </a:lnTo>
                  <a:lnTo>
                    <a:pt x="4318523" y="1799601"/>
                  </a:lnTo>
                  <a:lnTo>
                    <a:pt x="4318710" y="1802694"/>
                  </a:lnTo>
                  <a:lnTo>
                    <a:pt x="4318897" y="1805691"/>
                  </a:lnTo>
                  <a:lnTo>
                    <a:pt x="4319084" y="1808050"/>
                  </a:lnTo>
                  <a:lnTo>
                    <a:pt x="4319271" y="1810116"/>
                  </a:lnTo>
                  <a:lnTo>
                    <a:pt x="4319458" y="1812002"/>
                  </a:lnTo>
                  <a:lnTo>
                    <a:pt x="4319645" y="1813852"/>
                  </a:lnTo>
                  <a:lnTo>
                    <a:pt x="4319832" y="1815647"/>
                  </a:lnTo>
                  <a:lnTo>
                    <a:pt x="4320019" y="1817159"/>
                  </a:lnTo>
                  <a:lnTo>
                    <a:pt x="4320206" y="1818413"/>
                  </a:lnTo>
                  <a:lnTo>
                    <a:pt x="4320393" y="1819915"/>
                  </a:lnTo>
                  <a:lnTo>
                    <a:pt x="4320579" y="1821591"/>
                  </a:lnTo>
                  <a:lnTo>
                    <a:pt x="4320766" y="1823094"/>
                  </a:lnTo>
                  <a:lnTo>
                    <a:pt x="4320953" y="1824484"/>
                  </a:lnTo>
                  <a:lnTo>
                    <a:pt x="4321140" y="1825985"/>
                  </a:lnTo>
                  <a:lnTo>
                    <a:pt x="4321327" y="1827294"/>
                  </a:lnTo>
                  <a:lnTo>
                    <a:pt x="4321514" y="1827815"/>
                  </a:lnTo>
                  <a:lnTo>
                    <a:pt x="4321701" y="1829537"/>
                  </a:lnTo>
                  <a:lnTo>
                    <a:pt x="4321888" y="1831427"/>
                  </a:lnTo>
                  <a:lnTo>
                    <a:pt x="4322075" y="1833165"/>
                  </a:lnTo>
                  <a:lnTo>
                    <a:pt x="4322262" y="1835948"/>
                  </a:lnTo>
                  <a:lnTo>
                    <a:pt x="4322449" y="1838963"/>
                  </a:lnTo>
                  <a:lnTo>
                    <a:pt x="4322636" y="1841940"/>
                  </a:lnTo>
                  <a:lnTo>
                    <a:pt x="4322822" y="1845470"/>
                  </a:lnTo>
                  <a:lnTo>
                    <a:pt x="4323009" y="1849393"/>
                  </a:lnTo>
                  <a:lnTo>
                    <a:pt x="4323196" y="1853046"/>
                  </a:lnTo>
                  <a:lnTo>
                    <a:pt x="4323383" y="1856282"/>
                  </a:lnTo>
                  <a:lnTo>
                    <a:pt x="4323570" y="1859056"/>
                  </a:lnTo>
                  <a:lnTo>
                    <a:pt x="4323757" y="1861126"/>
                  </a:lnTo>
                  <a:lnTo>
                    <a:pt x="4323944" y="1862619"/>
                  </a:lnTo>
                  <a:lnTo>
                    <a:pt x="4324131" y="1863912"/>
                  </a:lnTo>
                  <a:lnTo>
                    <a:pt x="4324318" y="1864690"/>
                  </a:lnTo>
                  <a:lnTo>
                    <a:pt x="4324505" y="1865321"/>
                  </a:lnTo>
                  <a:lnTo>
                    <a:pt x="4324692" y="1866231"/>
                  </a:lnTo>
                  <a:lnTo>
                    <a:pt x="4324879" y="1867077"/>
                  </a:lnTo>
                  <a:lnTo>
                    <a:pt x="4325066" y="1867865"/>
                  </a:lnTo>
                  <a:lnTo>
                    <a:pt x="4325252" y="1868373"/>
                  </a:lnTo>
                  <a:lnTo>
                    <a:pt x="4325439" y="1869016"/>
                  </a:lnTo>
                  <a:lnTo>
                    <a:pt x="4325626" y="1869683"/>
                  </a:lnTo>
                  <a:lnTo>
                    <a:pt x="4325813" y="1870206"/>
                  </a:lnTo>
                  <a:lnTo>
                    <a:pt x="4326000" y="1870625"/>
                  </a:lnTo>
                  <a:lnTo>
                    <a:pt x="4326187" y="1871310"/>
                  </a:lnTo>
                  <a:lnTo>
                    <a:pt x="4326374" y="1873264"/>
                  </a:lnTo>
                  <a:lnTo>
                    <a:pt x="4326561" y="1876708"/>
                  </a:lnTo>
                  <a:lnTo>
                    <a:pt x="4326748" y="1880506"/>
                  </a:lnTo>
                  <a:lnTo>
                    <a:pt x="4326935" y="1884499"/>
                  </a:lnTo>
                  <a:lnTo>
                    <a:pt x="4327122" y="1888680"/>
                  </a:lnTo>
                  <a:lnTo>
                    <a:pt x="4327309" y="1892865"/>
                  </a:lnTo>
                  <a:lnTo>
                    <a:pt x="4327495" y="1896749"/>
                  </a:lnTo>
                  <a:lnTo>
                    <a:pt x="4327682" y="1900544"/>
                  </a:lnTo>
                  <a:lnTo>
                    <a:pt x="4327869" y="1904375"/>
                  </a:lnTo>
                  <a:lnTo>
                    <a:pt x="4328056" y="1908170"/>
                  </a:lnTo>
                  <a:lnTo>
                    <a:pt x="4328243" y="1911654"/>
                  </a:lnTo>
                  <a:lnTo>
                    <a:pt x="4328430" y="1915058"/>
                  </a:lnTo>
                  <a:lnTo>
                    <a:pt x="4328617" y="1917691"/>
                  </a:lnTo>
                  <a:lnTo>
                    <a:pt x="4328804" y="1919127"/>
                  </a:lnTo>
                  <a:lnTo>
                    <a:pt x="4328991" y="1920051"/>
                  </a:lnTo>
                  <a:lnTo>
                    <a:pt x="4329178" y="1919936"/>
                  </a:lnTo>
                  <a:lnTo>
                    <a:pt x="4329365" y="1917988"/>
                  </a:lnTo>
                  <a:lnTo>
                    <a:pt x="4329552" y="1916115"/>
                  </a:lnTo>
                  <a:lnTo>
                    <a:pt x="4329739" y="1914160"/>
                  </a:lnTo>
                  <a:lnTo>
                    <a:pt x="4329925" y="1911643"/>
                  </a:lnTo>
                  <a:lnTo>
                    <a:pt x="4330112" y="1909077"/>
                  </a:lnTo>
                  <a:lnTo>
                    <a:pt x="4330299" y="1906725"/>
                  </a:lnTo>
                  <a:lnTo>
                    <a:pt x="4330486" y="1905670"/>
                  </a:lnTo>
                  <a:lnTo>
                    <a:pt x="4330673" y="1904567"/>
                  </a:lnTo>
                  <a:lnTo>
                    <a:pt x="4330860" y="1904897"/>
                  </a:lnTo>
                  <a:lnTo>
                    <a:pt x="4331047" y="1905102"/>
                  </a:lnTo>
                  <a:lnTo>
                    <a:pt x="4331234" y="1906021"/>
                  </a:lnTo>
                  <a:lnTo>
                    <a:pt x="4331421" y="1907447"/>
                  </a:lnTo>
                  <a:lnTo>
                    <a:pt x="4331608" y="1909224"/>
                  </a:lnTo>
                  <a:lnTo>
                    <a:pt x="4331795" y="1910623"/>
                  </a:lnTo>
                  <a:lnTo>
                    <a:pt x="4331982" y="1911949"/>
                  </a:lnTo>
                  <a:lnTo>
                    <a:pt x="4332169" y="1913757"/>
                  </a:lnTo>
                  <a:lnTo>
                    <a:pt x="4332355" y="1915776"/>
                  </a:lnTo>
                  <a:lnTo>
                    <a:pt x="4332542" y="1918057"/>
                  </a:lnTo>
                  <a:lnTo>
                    <a:pt x="4332729" y="1921127"/>
                  </a:lnTo>
                  <a:lnTo>
                    <a:pt x="4332916" y="1925203"/>
                  </a:lnTo>
                  <a:lnTo>
                    <a:pt x="4333103" y="1930630"/>
                  </a:lnTo>
                  <a:lnTo>
                    <a:pt x="4333290" y="1936168"/>
                  </a:lnTo>
                  <a:lnTo>
                    <a:pt x="4333477" y="1942402"/>
                  </a:lnTo>
                  <a:lnTo>
                    <a:pt x="4333664" y="1949048"/>
                  </a:lnTo>
                  <a:lnTo>
                    <a:pt x="4333851" y="1955572"/>
                  </a:lnTo>
                  <a:lnTo>
                    <a:pt x="4334038" y="1961316"/>
                  </a:lnTo>
                  <a:lnTo>
                    <a:pt x="4334225" y="1966452"/>
                  </a:lnTo>
                  <a:lnTo>
                    <a:pt x="4334412" y="1971298"/>
                  </a:lnTo>
                  <a:lnTo>
                    <a:pt x="4334598" y="1976275"/>
                  </a:lnTo>
                  <a:lnTo>
                    <a:pt x="4334785" y="1981448"/>
                  </a:lnTo>
                  <a:lnTo>
                    <a:pt x="4334972" y="1986477"/>
                  </a:lnTo>
                  <a:lnTo>
                    <a:pt x="4335159" y="1991132"/>
                  </a:lnTo>
                  <a:lnTo>
                    <a:pt x="4335346" y="1995380"/>
                  </a:lnTo>
                  <a:lnTo>
                    <a:pt x="4335533" y="1998938"/>
                  </a:lnTo>
                  <a:lnTo>
                    <a:pt x="4335720" y="2001078"/>
                  </a:lnTo>
                  <a:lnTo>
                    <a:pt x="4335907" y="2001978"/>
                  </a:lnTo>
                  <a:lnTo>
                    <a:pt x="4336094" y="2002516"/>
                  </a:lnTo>
                  <a:lnTo>
                    <a:pt x="4336281" y="2002336"/>
                  </a:lnTo>
                  <a:lnTo>
                    <a:pt x="4336468" y="2000946"/>
                  </a:lnTo>
                  <a:lnTo>
                    <a:pt x="4336655" y="1999420"/>
                  </a:lnTo>
                  <a:lnTo>
                    <a:pt x="4336842" y="1998182"/>
                  </a:lnTo>
                  <a:lnTo>
                    <a:pt x="4337028" y="1997213"/>
                  </a:lnTo>
                  <a:lnTo>
                    <a:pt x="4337215" y="1996108"/>
                  </a:lnTo>
                  <a:lnTo>
                    <a:pt x="4337402" y="1995090"/>
                  </a:lnTo>
                  <a:lnTo>
                    <a:pt x="4337589" y="1993528"/>
                  </a:lnTo>
                  <a:lnTo>
                    <a:pt x="4337776" y="1992394"/>
                  </a:lnTo>
                  <a:lnTo>
                    <a:pt x="4337963" y="1991791"/>
                  </a:lnTo>
                  <a:lnTo>
                    <a:pt x="4338150" y="1990754"/>
                  </a:lnTo>
                  <a:lnTo>
                    <a:pt x="4338337" y="1989864"/>
                  </a:lnTo>
                  <a:lnTo>
                    <a:pt x="4338524" y="1989077"/>
                  </a:lnTo>
                  <a:lnTo>
                    <a:pt x="4338711" y="1988223"/>
                  </a:lnTo>
                  <a:lnTo>
                    <a:pt x="4338898" y="1987418"/>
                  </a:lnTo>
                  <a:lnTo>
                    <a:pt x="4339085" y="1985353"/>
                  </a:lnTo>
                  <a:lnTo>
                    <a:pt x="4339272" y="1983106"/>
                  </a:lnTo>
                  <a:lnTo>
                    <a:pt x="4339458" y="1980119"/>
                  </a:lnTo>
                  <a:lnTo>
                    <a:pt x="4339645" y="1976885"/>
                  </a:lnTo>
                  <a:lnTo>
                    <a:pt x="4339832" y="1973692"/>
                  </a:lnTo>
                  <a:lnTo>
                    <a:pt x="4340019" y="1971510"/>
                  </a:lnTo>
                  <a:lnTo>
                    <a:pt x="4340206" y="1969457"/>
                  </a:lnTo>
                  <a:lnTo>
                    <a:pt x="4340393" y="1967456"/>
                  </a:lnTo>
                  <a:lnTo>
                    <a:pt x="4340580" y="1965606"/>
                  </a:lnTo>
                  <a:lnTo>
                    <a:pt x="4340767" y="1964019"/>
                  </a:lnTo>
                  <a:lnTo>
                    <a:pt x="4340954" y="1962563"/>
                  </a:lnTo>
                  <a:lnTo>
                    <a:pt x="4341141" y="1961394"/>
                  </a:lnTo>
                  <a:lnTo>
                    <a:pt x="4341328" y="1961136"/>
                  </a:lnTo>
                  <a:lnTo>
                    <a:pt x="4341515" y="1960968"/>
                  </a:lnTo>
                  <a:lnTo>
                    <a:pt x="4341701" y="1960895"/>
                  </a:lnTo>
                  <a:lnTo>
                    <a:pt x="4341888" y="1961376"/>
                  </a:lnTo>
                  <a:lnTo>
                    <a:pt x="4342075" y="1962116"/>
                  </a:lnTo>
                  <a:lnTo>
                    <a:pt x="4342262" y="1963599"/>
                  </a:lnTo>
                  <a:lnTo>
                    <a:pt x="4342449" y="1965178"/>
                  </a:lnTo>
                  <a:lnTo>
                    <a:pt x="4342636" y="1967809"/>
                  </a:lnTo>
                  <a:lnTo>
                    <a:pt x="4342823" y="1969546"/>
                  </a:lnTo>
                  <a:lnTo>
                    <a:pt x="4343010" y="1971148"/>
                  </a:lnTo>
                  <a:lnTo>
                    <a:pt x="4343197" y="1972332"/>
                  </a:lnTo>
                  <a:lnTo>
                    <a:pt x="4343384" y="1973529"/>
                  </a:lnTo>
                  <a:lnTo>
                    <a:pt x="4343571" y="1974334"/>
                  </a:lnTo>
                  <a:lnTo>
                    <a:pt x="4343758" y="1974893"/>
                  </a:lnTo>
                  <a:lnTo>
                    <a:pt x="4343945" y="1975164"/>
                  </a:lnTo>
                  <a:lnTo>
                    <a:pt x="4344131" y="1975368"/>
                  </a:lnTo>
                  <a:lnTo>
                    <a:pt x="4344318" y="1975639"/>
                  </a:lnTo>
                  <a:lnTo>
                    <a:pt x="4344505" y="1975909"/>
                  </a:lnTo>
                  <a:lnTo>
                    <a:pt x="4344692" y="1976126"/>
                  </a:lnTo>
                  <a:lnTo>
                    <a:pt x="4344879" y="1976462"/>
                  </a:lnTo>
                  <a:lnTo>
                    <a:pt x="4345066" y="1976912"/>
                  </a:lnTo>
                  <a:lnTo>
                    <a:pt x="4345253" y="1977565"/>
                  </a:lnTo>
                  <a:lnTo>
                    <a:pt x="4345440" y="1978060"/>
                  </a:lnTo>
                  <a:lnTo>
                    <a:pt x="4345627" y="1978609"/>
                  </a:lnTo>
                  <a:lnTo>
                    <a:pt x="4345814" y="1979642"/>
                  </a:lnTo>
                  <a:lnTo>
                    <a:pt x="4346001" y="1981623"/>
                  </a:lnTo>
                  <a:lnTo>
                    <a:pt x="4346188" y="1983545"/>
                  </a:lnTo>
                  <a:lnTo>
                    <a:pt x="4346374" y="1985773"/>
                  </a:lnTo>
                  <a:lnTo>
                    <a:pt x="4346561" y="1987696"/>
                  </a:lnTo>
                  <a:lnTo>
                    <a:pt x="4346748" y="1989619"/>
                  </a:lnTo>
                  <a:lnTo>
                    <a:pt x="4346935" y="1992151"/>
                  </a:lnTo>
                  <a:lnTo>
                    <a:pt x="4347122" y="1994972"/>
                  </a:lnTo>
                  <a:lnTo>
                    <a:pt x="4347309" y="1997676"/>
                  </a:lnTo>
                  <a:lnTo>
                    <a:pt x="4347496" y="2000469"/>
                  </a:lnTo>
                  <a:lnTo>
                    <a:pt x="4347683" y="2002904"/>
                  </a:lnTo>
                  <a:lnTo>
                    <a:pt x="4347870" y="2005358"/>
                  </a:lnTo>
                  <a:lnTo>
                    <a:pt x="4348057" y="2007775"/>
                  </a:lnTo>
                  <a:lnTo>
                    <a:pt x="4348244" y="2010462"/>
                  </a:lnTo>
                  <a:lnTo>
                    <a:pt x="4348431" y="2013049"/>
                  </a:lnTo>
                  <a:lnTo>
                    <a:pt x="4348618" y="2014890"/>
                  </a:lnTo>
                  <a:lnTo>
                    <a:pt x="4348804" y="2016779"/>
                  </a:lnTo>
                  <a:lnTo>
                    <a:pt x="4348991" y="2018834"/>
                  </a:lnTo>
                  <a:lnTo>
                    <a:pt x="4349178" y="2020238"/>
                  </a:lnTo>
                  <a:lnTo>
                    <a:pt x="4349365" y="2021968"/>
                  </a:lnTo>
                  <a:lnTo>
                    <a:pt x="4349552" y="2024015"/>
                  </a:lnTo>
                  <a:lnTo>
                    <a:pt x="4349739" y="2025856"/>
                  </a:lnTo>
                  <a:lnTo>
                    <a:pt x="4349926" y="2026279"/>
                  </a:lnTo>
                  <a:lnTo>
                    <a:pt x="4350113" y="2026562"/>
                  </a:lnTo>
                  <a:lnTo>
                    <a:pt x="4350300" y="2026162"/>
                  </a:lnTo>
                  <a:lnTo>
                    <a:pt x="4350487" y="2025185"/>
                  </a:lnTo>
                  <a:lnTo>
                    <a:pt x="4350674" y="2024862"/>
                  </a:lnTo>
                  <a:lnTo>
                    <a:pt x="4350861" y="2024091"/>
                  </a:lnTo>
                  <a:lnTo>
                    <a:pt x="4351048" y="2022499"/>
                  </a:lnTo>
                  <a:lnTo>
                    <a:pt x="4351234" y="2020608"/>
                  </a:lnTo>
                  <a:lnTo>
                    <a:pt x="4351421" y="2019020"/>
                  </a:lnTo>
                  <a:lnTo>
                    <a:pt x="4351608" y="2017978"/>
                  </a:lnTo>
                  <a:lnTo>
                    <a:pt x="4351795" y="2016413"/>
                  </a:lnTo>
                  <a:lnTo>
                    <a:pt x="4351982" y="2014717"/>
                  </a:lnTo>
                  <a:lnTo>
                    <a:pt x="4352169" y="2012540"/>
                  </a:lnTo>
                  <a:lnTo>
                    <a:pt x="4352356" y="2009220"/>
                  </a:lnTo>
                  <a:lnTo>
                    <a:pt x="4352543" y="2005609"/>
                  </a:lnTo>
                  <a:lnTo>
                    <a:pt x="4352730" y="2002206"/>
                  </a:lnTo>
                  <a:lnTo>
                    <a:pt x="4352917" y="1999258"/>
                  </a:lnTo>
                  <a:lnTo>
                    <a:pt x="4353104" y="1996855"/>
                  </a:lnTo>
                  <a:lnTo>
                    <a:pt x="4353291" y="1994769"/>
                  </a:lnTo>
                  <a:lnTo>
                    <a:pt x="4353477" y="1992757"/>
                  </a:lnTo>
                  <a:lnTo>
                    <a:pt x="4353664" y="1990671"/>
                  </a:lnTo>
                  <a:lnTo>
                    <a:pt x="4353851" y="1988486"/>
                  </a:lnTo>
                  <a:lnTo>
                    <a:pt x="4354038" y="1985288"/>
                  </a:lnTo>
                  <a:lnTo>
                    <a:pt x="4354225" y="1981979"/>
                  </a:lnTo>
                  <a:lnTo>
                    <a:pt x="4354412" y="1978307"/>
                  </a:lnTo>
                  <a:lnTo>
                    <a:pt x="4354599" y="1974493"/>
                  </a:lnTo>
                  <a:lnTo>
                    <a:pt x="4354786" y="1968665"/>
                  </a:lnTo>
                  <a:lnTo>
                    <a:pt x="4354973" y="1963129"/>
                  </a:lnTo>
                  <a:lnTo>
                    <a:pt x="4355160" y="1957557"/>
                  </a:lnTo>
                  <a:lnTo>
                    <a:pt x="4355347" y="1952312"/>
                  </a:lnTo>
                  <a:lnTo>
                    <a:pt x="4355534" y="1947847"/>
                  </a:lnTo>
                  <a:lnTo>
                    <a:pt x="4355721" y="1942707"/>
                  </a:lnTo>
                  <a:lnTo>
                    <a:pt x="4355907" y="1936224"/>
                  </a:lnTo>
                  <a:lnTo>
                    <a:pt x="4356094" y="1929411"/>
                  </a:lnTo>
                  <a:lnTo>
                    <a:pt x="4356281" y="1923016"/>
                  </a:lnTo>
                  <a:lnTo>
                    <a:pt x="4356468" y="1917022"/>
                  </a:lnTo>
                  <a:lnTo>
                    <a:pt x="4356655" y="1911497"/>
                  </a:lnTo>
                  <a:lnTo>
                    <a:pt x="4356842" y="1905943"/>
                  </a:lnTo>
                  <a:lnTo>
                    <a:pt x="4357029" y="1901861"/>
                  </a:lnTo>
                  <a:lnTo>
                    <a:pt x="4357216" y="1898196"/>
                  </a:lnTo>
                  <a:lnTo>
                    <a:pt x="4357403" y="1894980"/>
                  </a:lnTo>
                  <a:lnTo>
                    <a:pt x="4357590" y="1891944"/>
                  </a:lnTo>
                  <a:lnTo>
                    <a:pt x="4357777" y="1888175"/>
                  </a:lnTo>
                  <a:lnTo>
                    <a:pt x="4357964" y="1885225"/>
                  </a:lnTo>
                  <a:lnTo>
                    <a:pt x="4358150" y="1882754"/>
                  </a:lnTo>
                  <a:lnTo>
                    <a:pt x="4358337" y="1879819"/>
                  </a:lnTo>
                  <a:lnTo>
                    <a:pt x="4358524" y="1876746"/>
                  </a:lnTo>
                  <a:lnTo>
                    <a:pt x="4358711" y="1874056"/>
                  </a:lnTo>
                  <a:lnTo>
                    <a:pt x="4358898" y="1872632"/>
                  </a:lnTo>
                  <a:lnTo>
                    <a:pt x="4359085" y="1871331"/>
                  </a:lnTo>
                  <a:lnTo>
                    <a:pt x="4359272" y="1869982"/>
                  </a:lnTo>
                  <a:lnTo>
                    <a:pt x="4359459" y="1869018"/>
                  </a:lnTo>
                  <a:lnTo>
                    <a:pt x="4359646" y="1868311"/>
                  </a:lnTo>
                  <a:lnTo>
                    <a:pt x="4359833" y="1866868"/>
                  </a:lnTo>
                  <a:lnTo>
                    <a:pt x="4360020" y="1865393"/>
                  </a:lnTo>
                  <a:lnTo>
                    <a:pt x="4360207" y="1862355"/>
                  </a:lnTo>
                  <a:lnTo>
                    <a:pt x="4360394" y="1859274"/>
                  </a:lnTo>
                  <a:lnTo>
                    <a:pt x="4360580" y="1856935"/>
                  </a:lnTo>
                  <a:lnTo>
                    <a:pt x="4360767" y="1854648"/>
                  </a:lnTo>
                  <a:lnTo>
                    <a:pt x="4360954" y="1852001"/>
                  </a:lnTo>
                  <a:lnTo>
                    <a:pt x="4361141" y="1850094"/>
                  </a:lnTo>
                  <a:lnTo>
                    <a:pt x="4361328" y="1848149"/>
                  </a:lnTo>
                  <a:lnTo>
                    <a:pt x="4361515" y="1845866"/>
                  </a:lnTo>
                  <a:lnTo>
                    <a:pt x="4361702" y="1843508"/>
                  </a:lnTo>
                  <a:lnTo>
                    <a:pt x="4361889" y="1841993"/>
                  </a:lnTo>
                  <a:lnTo>
                    <a:pt x="4362076" y="1840356"/>
                  </a:lnTo>
                  <a:lnTo>
                    <a:pt x="4362263" y="1838180"/>
                  </a:lnTo>
                  <a:lnTo>
                    <a:pt x="4362450" y="1836346"/>
                  </a:lnTo>
                  <a:lnTo>
                    <a:pt x="4362637" y="1835082"/>
                  </a:lnTo>
                  <a:lnTo>
                    <a:pt x="4362824" y="1833712"/>
                  </a:lnTo>
                  <a:lnTo>
                    <a:pt x="4363010" y="1831930"/>
                  </a:lnTo>
                  <a:lnTo>
                    <a:pt x="4363197" y="1829705"/>
                  </a:lnTo>
                  <a:lnTo>
                    <a:pt x="4363384" y="1827191"/>
                  </a:lnTo>
                  <a:lnTo>
                    <a:pt x="4363571" y="1824955"/>
                  </a:lnTo>
                  <a:lnTo>
                    <a:pt x="4363758" y="1822358"/>
                  </a:lnTo>
                  <a:lnTo>
                    <a:pt x="4363945" y="1819361"/>
                  </a:lnTo>
                  <a:lnTo>
                    <a:pt x="4364132" y="1816319"/>
                  </a:lnTo>
                  <a:lnTo>
                    <a:pt x="4364319" y="1811556"/>
                  </a:lnTo>
                  <a:lnTo>
                    <a:pt x="4364506" y="1806848"/>
                  </a:lnTo>
                  <a:lnTo>
                    <a:pt x="4364693" y="1802258"/>
                  </a:lnTo>
                  <a:lnTo>
                    <a:pt x="4364880" y="1797955"/>
                  </a:lnTo>
                  <a:lnTo>
                    <a:pt x="4365067" y="1791973"/>
                  </a:lnTo>
                  <a:lnTo>
                    <a:pt x="4365253" y="1785988"/>
                  </a:lnTo>
                  <a:lnTo>
                    <a:pt x="4365440" y="1779725"/>
                  </a:lnTo>
                  <a:lnTo>
                    <a:pt x="4365627" y="1774179"/>
                  </a:lnTo>
                  <a:lnTo>
                    <a:pt x="4365814" y="1769174"/>
                  </a:lnTo>
                  <a:lnTo>
                    <a:pt x="4366001" y="1764857"/>
                  </a:lnTo>
                  <a:lnTo>
                    <a:pt x="4366188" y="1761218"/>
                  </a:lnTo>
                  <a:lnTo>
                    <a:pt x="4366375" y="1757249"/>
                  </a:lnTo>
                  <a:lnTo>
                    <a:pt x="4366562" y="1755797"/>
                  </a:lnTo>
                  <a:lnTo>
                    <a:pt x="4366749" y="1755944"/>
                  </a:lnTo>
                  <a:lnTo>
                    <a:pt x="4366936" y="1756629"/>
                  </a:lnTo>
                  <a:lnTo>
                    <a:pt x="4367123" y="1757756"/>
                  </a:lnTo>
                  <a:lnTo>
                    <a:pt x="4367310" y="1759284"/>
                  </a:lnTo>
                  <a:lnTo>
                    <a:pt x="4367497" y="1760724"/>
                  </a:lnTo>
                  <a:lnTo>
                    <a:pt x="4367683" y="1761699"/>
                  </a:lnTo>
                  <a:lnTo>
                    <a:pt x="4367870" y="1761216"/>
                  </a:lnTo>
                  <a:lnTo>
                    <a:pt x="4368057" y="1760687"/>
                  </a:lnTo>
                  <a:lnTo>
                    <a:pt x="4368244" y="1758988"/>
                  </a:lnTo>
                  <a:lnTo>
                    <a:pt x="4368431" y="1758443"/>
                  </a:lnTo>
                  <a:lnTo>
                    <a:pt x="4368618" y="1757868"/>
                  </a:lnTo>
                  <a:lnTo>
                    <a:pt x="4368805" y="1757606"/>
                  </a:lnTo>
                  <a:lnTo>
                    <a:pt x="4368992" y="1757762"/>
                  </a:lnTo>
                  <a:lnTo>
                    <a:pt x="4369179" y="1758679"/>
                  </a:lnTo>
                  <a:lnTo>
                    <a:pt x="4369366" y="1759646"/>
                  </a:lnTo>
                  <a:lnTo>
                    <a:pt x="4369553" y="1760126"/>
                  </a:lnTo>
                  <a:lnTo>
                    <a:pt x="4369740" y="1760137"/>
                  </a:lnTo>
                  <a:lnTo>
                    <a:pt x="4369927" y="1759338"/>
                  </a:lnTo>
                  <a:lnTo>
                    <a:pt x="4370113" y="1757875"/>
                  </a:lnTo>
                  <a:lnTo>
                    <a:pt x="4370300" y="1756688"/>
                  </a:lnTo>
                  <a:lnTo>
                    <a:pt x="4370487" y="1755585"/>
                  </a:lnTo>
                  <a:lnTo>
                    <a:pt x="4370674" y="1754631"/>
                  </a:lnTo>
                  <a:lnTo>
                    <a:pt x="4370861" y="1753985"/>
                  </a:lnTo>
                  <a:lnTo>
                    <a:pt x="4371048" y="1753534"/>
                  </a:lnTo>
                  <a:lnTo>
                    <a:pt x="4371235" y="1753156"/>
                  </a:lnTo>
                  <a:lnTo>
                    <a:pt x="4371422" y="1752749"/>
                  </a:lnTo>
                  <a:lnTo>
                    <a:pt x="4371609" y="1752473"/>
                  </a:lnTo>
                  <a:lnTo>
                    <a:pt x="4371796" y="1751043"/>
                  </a:lnTo>
                  <a:lnTo>
                    <a:pt x="4371983" y="1749392"/>
                  </a:lnTo>
                  <a:lnTo>
                    <a:pt x="4372170" y="1747247"/>
                  </a:lnTo>
                  <a:lnTo>
                    <a:pt x="4372356" y="1744982"/>
                  </a:lnTo>
                  <a:lnTo>
                    <a:pt x="4372543" y="1742423"/>
                  </a:lnTo>
                  <a:lnTo>
                    <a:pt x="4372730" y="1739768"/>
                  </a:lnTo>
                  <a:lnTo>
                    <a:pt x="4372917" y="1737786"/>
                  </a:lnTo>
                  <a:lnTo>
                    <a:pt x="4373104" y="1735778"/>
                  </a:lnTo>
                  <a:lnTo>
                    <a:pt x="4373291" y="1733979"/>
                  </a:lnTo>
                  <a:lnTo>
                    <a:pt x="4373478" y="1732631"/>
                  </a:lnTo>
                  <a:lnTo>
                    <a:pt x="4373665" y="1730608"/>
                  </a:lnTo>
                  <a:lnTo>
                    <a:pt x="4373852" y="1728591"/>
                  </a:lnTo>
                  <a:lnTo>
                    <a:pt x="4374039" y="1726709"/>
                  </a:lnTo>
                  <a:lnTo>
                    <a:pt x="4374226" y="1724085"/>
                  </a:lnTo>
                  <a:lnTo>
                    <a:pt x="4374413" y="1721018"/>
                  </a:lnTo>
                  <a:lnTo>
                    <a:pt x="4374600" y="1717808"/>
                  </a:lnTo>
                  <a:lnTo>
                    <a:pt x="4374786" y="1713925"/>
                  </a:lnTo>
                  <a:lnTo>
                    <a:pt x="4374973" y="1710238"/>
                  </a:lnTo>
                  <a:lnTo>
                    <a:pt x="4375160" y="1706082"/>
                  </a:lnTo>
                  <a:lnTo>
                    <a:pt x="4375347" y="1703286"/>
                  </a:lnTo>
                  <a:lnTo>
                    <a:pt x="4375534" y="1700622"/>
                  </a:lnTo>
                  <a:lnTo>
                    <a:pt x="4375721" y="1697696"/>
                  </a:lnTo>
                  <a:lnTo>
                    <a:pt x="4375908" y="1694842"/>
                  </a:lnTo>
                  <a:lnTo>
                    <a:pt x="4376095" y="1691771"/>
                  </a:lnTo>
                  <a:lnTo>
                    <a:pt x="4376282" y="1688392"/>
                  </a:lnTo>
                  <a:lnTo>
                    <a:pt x="4376469" y="1686117"/>
                  </a:lnTo>
                  <a:lnTo>
                    <a:pt x="4376656" y="1683976"/>
                  </a:lnTo>
                  <a:lnTo>
                    <a:pt x="4376843" y="1682164"/>
                  </a:lnTo>
                  <a:lnTo>
                    <a:pt x="4377029" y="1680798"/>
                  </a:lnTo>
                  <a:lnTo>
                    <a:pt x="4377216" y="1679139"/>
                  </a:lnTo>
                  <a:lnTo>
                    <a:pt x="4377403" y="1676458"/>
                  </a:lnTo>
                  <a:lnTo>
                    <a:pt x="4377590" y="1674241"/>
                  </a:lnTo>
                  <a:lnTo>
                    <a:pt x="4377777" y="1672491"/>
                  </a:lnTo>
                  <a:lnTo>
                    <a:pt x="4377964" y="1670772"/>
                  </a:lnTo>
                  <a:lnTo>
                    <a:pt x="4378151" y="1669117"/>
                  </a:lnTo>
                  <a:lnTo>
                    <a:pt x="4378338" y="1667091"/>
                  </a:lnTo>
                  <a:lnTo>
                    <a:pt x="4378525" y="1664806"/>
                  </a:lnTo>
                  <a:lnTo>
                    <a:pt x="4378712" y="1661958"/>
                  </a:lnTo>
                  <a:lnTo>
                    <a:pt x="4378899" y="1657348"/>
                  </a:lnTo>
                  <a:lnTo>
                    <a:pt x="4379086" y="1652892"/>
                  </a:lnTo>
                  <a:lnTo>
                    <a:pt x="4379273" y="1648671"/>
                  </a:lnTo>
                  <a:lnTo>
                    <a:pt x="4379459" y="1644669"/>
                  </a:lnTo>
                  <a:lnTo>
                    <a:pt x="4379646" y="1640088"/>
                  </a:lnTo>
                  <a:lnTo>
                    <a:pt x="4379833" y="1635848"/>
                  </a:lnTo>
                  <a:lnTo>
                    <a:pt x="4380020" y="1631888"/>
                  </a:lnTo>
                  <a:lnTo>
                    <a:pt x="4380207" y="1627826"/>
                  </a:lnTo>
                  <a:lnTo>
                    <a:pt x="4380394" y="1623631"/>
                  </a:lnTo>
                  <a:lnTo>
                    <a:pt x="4380581" y="1619781"/>
                  </a:lnTo>
                  <a:lnTo>
                    <a:pt x="4380768" y="1616125"/>
                  </a:lnTo>
                  <a:lnTo>
                    <a:pt x="4380955" y="1612670"/>
                  </a:lnTo>
                  <a:lnTo>
                    <a:pt x="4381142" y="1609488"/>
                  </a:lnTo>
                  <a:lnTo>
                    <a:pt x="4381329" y="1606777"/>
                  </a:lnTo>
                  <a:lnTo>
                    <a:pt x="4381516" y="1604007"/>
                  </a:lnTo>
                  <a:lnTo>
                    <a:pt x="4381703" y="1601162"/>
                  </a:lnTo>
                  <a:lnTo>
                    <a:pt x="4381889" y="1598528"/>
                  </a:lnTo>
                  <a:lnTo>
                    <a:pt x="4382076" y="1595921"/>
                  </a:lnTo>
                  <a:lnTo>
                    <a:pt x="4382263" y="1593552"/>
                  </a:lnTo>
                  <a:lnTo>
                    <a:pt x="4382450" y="1591454"/>
                  </a:lnTo>
                  <a:lnTo>
                    <a:pt x="4382637" y="1589214"/>
                  </a:lnTo>
                  <a:lnTo>
                    <a:pt x="4382824" y="1587803"/>
                  </a:lnTo>
                  <a:lnTo>
                    <a:pt x="4383011" y="1586623"/>
                  </a:lnTo>
                  <a:lnTo>
                    <a:pt x="4383198" y="1585220"/>
                  </a:lnTo>
                  <a:lnTo>
                    <a:pt x="4383385" y="1583899"/>
                  </a:lnTo>
                  <a:lnTo>
                    <a:pt x="4383572" y="1582579"/>
                  </a:lnTo>
                  <a:lnTo>
                    <a:pt x="4383759" y="1580896"/>
                  </a:lnTo>
                  <a:lnTo>
                    <a:pt x="4383946" y="1579823"/>
                  </a:lnTo>
                  <a:lnTo>
                    <a:pt x="4384132" y="1578924"/>
                  </a:lnTo>
                  <a:lnTo>
                    <a:pt x="4384319" y="1578223"/>
                  </a:lnTo>
                  <a:lnTo>
                    <a:pt x="4384506" y="1577836"/>
                  </a:lnTo>
                  <a:lnTo>
                    <a:pt x="4384693" y="1577509"/>
                  </a:lnTo>
                  <a:lnTo>
                    <a:pt x="4384880" y="1577390"/>
                  </a:lnTo>
                  <a:lnTo>
                    <a:pt x="4385067" y="1577504"/>
                  </a:lnTo>
                  <a:lnTo>
                    <a:pt x="4385254" y="1577212"/>
                  </a:lnTo>
                  <a:lnTo>
                    <a:pt x="4385441" y="1576669"/>
                  </a:lnTo>
                  <a:lnTo>
                    <a:pt x="4385628" y="1575871"/>
                  </a:lnTo>
                  <a:lnTo>
                    <a:pt x="4385815" y="1575323"/>
                  </a:lnTo>
                  <a:lnTo>
                    <a:pt x="4386002" y="1575181"/>
                  </a:lnTo>
                  <a:lnTo>
                    <a:pt x="4386189" y="1574975"/>
                  </a:lnTo>
                  <a:lnTo>
                    <a:pt x="4386376" y="1574885"/>
                  </a:lnTo>
                  <a:lnTo>
                    <a:pt x="4386562" y="1575189"/>
                  </a:lnTo>
                  <a:lnTo>
                    <a:pt x="4386749" y="1575274"/>
                  </a:lnTo>
                  <a:lnTo>
                    <a:pt x="4386936" y="1575595"/>
                  </a:lnTo>
                  <a:lnTo>
                    <a:pt x="4387123" y="1576007"/>
                  </a:lnTo>
                  <a:lnTo>
                    <a:pt x="4387310" y="1577680"/>
                  </a:lnTo>
                  <a:lnTo>
                    <a:pt x="4387497" y="1579617"/>
                  </a:lnTo>
                  <a:lnTo>
                    <a:pt x="4387684" y="1581750"/>
                  </a:lnTo>
                  <a:lnTo>
                    <a:pt x="4387871" y="1584146"/>
                  </a:lnTo>
                  <a:lnTo>
                    <a:pt x="4388058" y="1585971"/>
                  </a:lnTo>
                  <a:lnTo>
                    <a:pt x="4388245" y="1588343"/>
                  </a:lnTo>
                  <a:lnTo>
                    <a:pt x="4388432" y="1591436"/>
                  </a:lnTo>
                  <a:lnTo>
                    <a:pt x="4388619" y="1594565"/>
                  </a:lnTo>
                  <a:lnTo>
                    <a:pt x="4388806" y="1596987"/>
                  </a:lnTo>
                  <a:lnTo>
                    <a:pt x="4388992" y="1598491"/>
                  </a:lnTo>
                  <a:lnTo>
                    <a:pt x="4389179" y="1600254"/>
                  </a:lnTo>
                  <a:lnTo>
                    <a:pt x="4389366" y="1602065"/>
                  </a:lnTo>
                  <a:lnTo>
                    <a:pt x="4389553" y="1603253"/>
                  </a:lnTo>
                  <a:lnTo>
                    <a:pt x="4389740" y="1604964"/>
                  </a:lnTo>
                  <a:lnTo>
                    <a:pt x="4389927" y="1606410"/>
                  </a:lnTo>
                  <a:lnTo>
                    <a:pt x="4390114" y="1607026"/>
                  </a:lnTo>
                  <a:lnTo>
                    <a:pt x="4390301" y="1607049"/>
                  </a:lnTo>
                  <a:lnTo>
                    <a:pt x="4390488" y="1606935"/>
                  </a:lnTo>
                  <a:lnTo>
                    <a:pt x="4390675" y="1606770"/>
                  </a:lnTo>
                  <a:lnTo>
                    <a:pt x="4390862" y="1606571"/>
                  </a:lnTo>
                  <a:lnTo>
                    <a:pt x="4391049" y="1606581"/>
                  </a:lnTo>
                  <a:lnTo>
                    <a:pt x="4391235" y="1606592"/>
                  </a:lnTo>
                  <a:lnTo>
                    <a:pt x="4391422" y="1607829"/>
                  </a:lnTo>
                  <a:lnTo>
                    <a:pt x="4391609" y="1609565"/>
                  </a:lnTo>
                  <a:lnTo>
                    <a:pt x="4391796" y="1612177"/>
                  </a:lnTo>
                  <a:lnTo>
                    <a:pt x="4391983" y="1614859"/>
                  </a:lnTo>
                  <a:lnTo>
                    <a:pt x="4392170" y="1619694"/>
                  </a:lnTo>
                  <a:lnTo>
                    <a:pt x="4392357" y="1624819"/>
                  </a:lnTo>
                  <a:lnTo>
                    <a:pt x="4392544" y="1630149"/>
                  </a:lnTo>
                  <a:lnTo>
                    <a:pt x="4392731" y="1635529"/>
                  </a:lnTo>
                  <a:lnTo>
                    <a:pt x="4392918" y="1641355"/>
                  </a:lnTo>
                  <a:lnTo>
                    <a:pt x="4393105" y="1647610"/>
                  </a:lnTo>
                  <a:lnTo>
                    <a:pt x="4393292" y="1653906"/>
                  </a:lnTo>
                  <a:lnTo>
                    <a:pt x="4393479" y="1660351"/>
                  </a:lnTo>
                  <a:lnTo>
                    <a:pt x="4393665" y="1666540"/>
                  </a:lnTo>
                  <a:lnTo>
                    <a:pt x="4393852" y="1672234"/>
                  </a:lnTo>
                  <a:lnTo>
                    <a:pt x="4394039" y="1677374"/>
                  </a:lnTo>
                  <a:lnTo>
                    <a:pt x="4394226" y="1682466"/>
                  </a:lnTo>
                  <a:lnTo>
                    <a:pt x="4394413" y="1686368"/>
                  </a:lnTo>
                  <a:lnTo>
                    <a:pt x="4394600" y="1689800"/>
                  </a:lnTo>
                  <a:lnTo>
                    <a:pt x="4394787" y="1692707"/>
                  </a:lnTo>
                  <a:lnTo>
                    <a:pt x="4394974" y="1695663"/>
                  </a:lnTo>
                  <a:lnTo>
                    <a:pt x="4395161" y="1699237"/>
                  </a:lnTo>
                  <a:lnTo>
                    <a:pt x="4395348" y="1702047"/>
                  </a:lnTo>
                  <a:lnTo>
                    <a:pt x="4395535" y="1704599"/>
                  </a:lnTo>
                  <a:lnTo>
                    <a:pt x="4395722" y="1707627"/>
                  </a:lnTo>
                  <a:lnTo>
                    <a:pt x="4395908" y="1710666"/>
                  </a:lnTo>
                  <a:lnTo>
                    <a:pt x="4396095" y="1713475"/>
                  </a:lnTo>
                  <a:lnTo>
                    <a:pt x="4396282" y="1715370"/>
                  </a:lnTo>
                  <a:lnTo>
                    <a:pt x="4396469" y="1716712"/>
                  </a:lnTo>
                  <a:lnTo>
                    <a:pt x="4396656" y="1717735"/>
                  </a:lnTo>
                  <a:lnTo>
                    <a:pt x="4396843" y="1718630"/>
                  </a:lnTo>
                  <a:lnTo>
                    <a:pt x="4397030" y="1719046"/>
                  </a:lnTo>
                  <a:lnTo>
                    <a:pt x="4397217" y="1718910"/>
                  </a:lnTo>
                  <a:lnTo>
                    <a:pt x="4397404" y="1718613"/>
                  </a:lnTo>
                  <a:lnTo>
                    <a:pt x="4397591" y="1718994"/>
                  </a:lnTo>
                  <a:lnTo>
                    <a:pt x="4397778" y="1718796"/>
                  </a:lnTo>
                  <a:lnTo>
                    <a:pt x="4397965" y="1717797"/>
                  </a:lnTo>
                  <a:lnTo>
                    <a:pt x="4398152" y="1716080"/>
                  </a:lnTo>
                  <a:lnTo>
                    <a:pt x="4398338" y="1713964"/>
                  </a:lnTo>
                  <a:lnTo>
                    <a:pt x="4398525" y="1713295"/>
                  </a:lnTo>
                  <a:lnTo>
                    <a:pt x="4398712" y="1712652"/>
                  </a:lnTo>
                  <a:lnTo>
                    <a:pt x="4398899" y="1712033"/>
                  </a:lnTo>
                  <a:lnTo>
                    <a:pt x="4399086" y="1711715"/>
                  </a:lnTo>
                  <a:lnTo>
                    <a:pt x="4399273" y="1710729"/>
                  </a:lnTo>
                  <a:lnTo>
                    <a:pt x="4399460" y="1709999"/>
                  </a:lnTo>
                  <a:lnTo>
                    <a:pt x="4399647" y="1709995"/>
                  </a:lnTo>
                  <a:lnTo>
                    <a:pt x="4399834" y="1710359"/>
                  </a:lnTo>
                  <a:lnTo>
                    <a:pt x="4400021" y="1710841"/>
                  </a:lnTo>
                  <a:lnTo>
                    <a:pt x="4400208" y="1711519"/>
                  </a:lnTo>
                  <a:lnTo>
                    <a:pt x="4400395" y="1712985"/>
                  </a:lnTo>
                  <a:lnTo>
                    <a:pt x="4400582" y="1714741"/>
                  </a:lnTo>
                  <a:lnTo>
                    <a:pt x="4400768" y="1716323"/>
                  </a:lnTo>
                  <a:lnTo>
                    <a:pt x="4400955" y="1717889"/>
                  </a:lnTo>
                  <a:lnTo>
                    <a:pt x="4401142" y="1719956"/>
                  </a:lnTo>
                  <a:lnTo>
                    <a:pt x="4401329" y="1721992"/>
                  </a:lnTo>
                  <a:lnTo>
                    <a:pt x="4401516" y="1724427"/>
                  </a:lnTo>
                  <a:lnTo>
                    <a:pt x="4401703" y="1727771"/>
                  </a:lnTo>
                  <a:lnTo>
                    <a:pt x="4401890" y="1731434"/>
                  </a:lnTo>
                  <a:lnTo>
                    <a:pt x="4402077" y="1735114"/>
                  </a:lnTo>
                  <a:lnTo>
                    <a:pt x="4402264" y="1738653"/>
                  </a:lnTo>
                  <a:lnTo>
                    <a:pt x="4402451" y="1743868"/>
                  </a:lnTo>
                  <a:lnTo>
                    <a:pt x="4402638" y="1748489"/>
                  </a:lnTo>
                  <a:lnTo>
                    <a:pt x="4402825" y="1753028"/>
                  </a:lnTo>
                  <a:lnTo>
                    <a:pt x="4403011" y="1757261"/>
                  </a:lnTo>
                  <a:lnTo>
                    <a:pt x="4403198" y="1761511"/>
                  </a:lnTo>
                  <a:lnTo>
                    <a:pt x="4403385" y="1766247"/>
                  </a:lnTo>
                  <a:lnTo>
                    <a:pt x="4403572" y="1772007"/>
                  </a:lnTo>
                  <a:lnTo>
                    <a:pt x="4403759" y="1778683"/>
                  </a:lnTo>
                  <a:lnTo>
                    <a:pt x="4403946" y="1783287"/>
                  </a:lnTo>
                  <a:lnTo>
                    <a:pt x="4404133" y="1787019"/>
                  </a:lnTo>
                  <a:lnTo>
                    <a:pt x="4404320" y="1790162"/>
                  </a:lnTo>
                  <a:lnTo>
                    <a:pt x="4404507" y="1793120"/>
                  </a:lnTo>
                  <a:lnTo>
                    <a:pt x="4404694" y="1796114"/>
                  </a:lnTo>
                  <a:lnTo>
                    <a:pt x="4404881" y="1799228"/>
                  </a:lnTo>
                  <a:lnTo>
                    <a:pt x="4405068" y="1802421"/>
                  </a:lnTo>
                  <a:lnTo>
                    <a:pt x="4405255" y="1805511"/>
                  </a:lnTo>
                  <a:lnTo>
                    <a:pt x="4405441" y="1808603"/>
                  </a:lnTo>
                  <a:lnTo>
                    <a:pt x="4405628" y="1812368"/>
                  </a:lnTo>
                  <a:lnTo>
                    <a:pt x="4405815" y="1814784"/>
                  </a:lnTo>
                  <a:lnTo>
                    <a:pt x="4406002" y="1816583"/>
                  </a:lnTo>
                  <a:lnTo>
                    <a:pt x="4406189" y="1818166"/>
                  </a:lnTo>
                  <a:lnTo>
                    <a:pt x="4406376" y="1819312"/>
                  </a:lnTo>
                  <a:lnTo>
                    <a:pt x="4406563" y="1820142"/>
                  </a:lnTo>
                  <a:lnTo>
                    <a:pt x="4406750" y="1820817"/>
                  </a:lnTo>
                  <a:lnTo>
                    <a:pt x="4406937" y="1821533"/>
                  </a:lnTo>
                  <a:lnTo>
                    <a:pt x="4407124" y="1822634"/>
                  </a:lnTo>
                  <a:lnTo>
                    <a:pt x="4407311" y="1824363"/>
                  </a:lnTo>
                  <a:lnTo>
                    <a:pt x="4407498" y="1826102"/>
                  </a:lnTo>
                  <a:lnTo>
                    <a:pt x="4407685" y="1827020"/>
                  </a:lnTo>
                  <a:lnTo>
                    <a:pt x="4407871" y="1827502"/>
                  </a:lnTo>
                  <a:lnTo>
                    <a:pt x="4408058" y="1827737"/>
                  </a:lnTo>
                  <a:lnTo>
                    <a:pt x="4408245" y="1827703"/>
                  </a:lnTo>
                  <a:lnTo>
                    <a:pt x="4408432" y="1827136"/>
                  </a:lnTo>
                  <a:lnTo>
                    <a:pt x="4408619" y="1826531"/>
                  </a:lnTo>
                  <a:lnTo>
                    <a:pt x="4408806" y="1825606"/>
                  </a:lnTo>
                  <a:lnTo>
                    <a:pt x="4408993" y="1824376"/>
                  </a:lnTo>
                  <a:lnTo>
                    <a:pt x="4409180" y="1823964"/>
                  </a:lnTo>
                  <a:lnTo>
                    <a:pt x="4409367" y="1823477"/>
                  </a:lnTo>
                  <a:lnTo>
                    <a:pt x="4409554" y="1823185"/>
                  </a:lnTo>
                  <a:lnTo>
                    <a:pt x="4409741" y="1823074"/>
                  </a:lnTo>
                  <a:lnTo>
                    <a:pt x="4409928" y="1822703"/>
                  </a:lnTo>
                  <a:lnTo>
                    <a:pt x="4410114" y="1821543"/>
                  </a:lnTo>
                  <a:lnTo>
                    <a:pt x="4410301" y="1819982"/>
                  </a:lnTo>
                  <a:lnTo>
                    <a:pt x="4410488" y="1817606"/>
                  </a:lnTo>
                  <a:lnTo>
                    <a:pt x="4410675" y="1813208"/>
                  </a:lnTo>
                  <a:lnTo>
                    <a:pt x="4410862" y="1808966"/>
                  </a:lnTo>
                  <a:lnTo>
                    <a:pt x="4411049" y="1804634"/>
                  </a:lnTo>
                  <a:lnTo>
                    <a:pt x="4411236" y="1801078"/>
                  </a:lnTo>
                  <a:lnTo>
                    <a:pt x="4411423" y="1797587"/>
                  </a:lnTo>
                  <a:lnTo>
                    <a:pt x="4411610" y="1794872"/>
                  </a:lnTo>
                  <a:lnTo>
                    <a:pt x="4411797" y="1792983"/>
                  </a:lnTo>
                  <a:lnTo>
                    <a:pt x="4411984" y="1791819"/>
                  </a:lnTo>
                  <a:lnTo>
                    <a:pt x="4412171" y="1791406"/>
                  </a:lnTo>
                  <a:lnTo>
                    <a:pt x="4412358" y="1791340"/>
                  </a:lnTo>
                  <a:lnTo>
                    <a:pt x="4412544" y="1791266"/>
                  </a:lnTo>
                  <a:lnTo>
                    <a:pt x="4412731" y="1789442"/>
                  </a:lnTo>
                  <a:lnTo>
                    <a:pt x="4412918" y="1787359"/>
                  </a:lnTo>
                  <a:lnTo>
                    <a:pt x="4413105" y="1785609"/>
                  </a:lnTo>
                  <a:lnTo>
                    <a:pt x="4413292" y="1784068"/>
                  </a:lnTo>
                  <a:lnTo>
                    <a:pt x="4413479" y="1782904"/>
                  </a:lnTo>
                  <a:lnTo>
                    <a:pt x="4413666" y="1782434"/>
                  </a:lnTo>
                  <a:lnTo>
                    <a:pt x="4413853" y="1783297"/>
                  </a:lnTo>
                  <a:lnTo>
                    <a:pt x="4414040" y="1784663"/>
                  </a:lnTo>
                  <a:lnTo>
                    <a:pt x="4414227" y="1786310"/>
                  </a:lnTo>
                  <a:lnTo>
                    <a:pt x="4414414" y="1788064"/>
                  </a:lnTo>
                  <a:lnTo>
                    <a:pt x="4414601" y="1789970"/>
                  </a:lnTo>
                  <a:lnTo>
                    <a:pt x="4414787" y="1792095"/>
                  </a:lnTo>
                  <a:lnTo>
                    <a:pt x="4414974" y="1793965"/>
                  </a:lnTo>
                  <a:lnTo>
                    <a:pt x="4415161" y="1796826"/>
                  </a:lnTo>
                  <a:lnTo>
                    <a:pt x="4415348" y="1800491"/>
                  </a:lnTo>
                  <a:lnTo>
                    <a:pt x="4415535" y="1804244"/>
                  </a:lnTo>
                  <a:lnTo>
                    <a:pt x="4415722" y="1808589"/>
                  </a:lnTo>
                  <a:lnTo>
                    <a:pt x="4415909" y="1813063"/>
                  </a:lnTo>
                  <a:lnTo>
                    <a:pt x="4416096" y="1818025"/>
                  </a:lnTo>
                  <a:lnTo>
                    <a:pt x="4416283" y="1824685"/>
                  </a:lnTo>
                  <a:lnTo>
                    <a:pt x="4416470" y="1831020"/>
                  </a:lnTo>
                  <a:lnTo>
                    <a:pt x="4416657" y="1836672"/>
                  </a:lnTo>
                  <a:lnTo>
                    <a:pt x="4416844" y="1841970"/>
                  </a:lnTo>
                  <a:lnTo>
                    <a:pt x="4417031" y="1847334"/>
                  </a:lnTo>
                  <a:lnTo>
                    <a:pt x="4417217" y="1852038"/>
                  </a:lnTo>
                  <a:lnTo>
                    <a:pt x="4417404" y="1856457"/>
                  </a:lnTo>
                  <a:lnTo>
                    <a:pt x="4417591" y="1860703"/>
                  </a:lnTo>
                  <a:lnTo>
                    <a:pt x="4417778" y="1864581"/>
                  </a:lnTo>
                  <a:lnTo>
                    <a:pt x="4417965" y="1868000"/>
                  </a:lnTo>
                  <a:lnTo>
                    <a:pt x="4418152" y="1869895"/>
                  </a:lnTo>
                  <a:lnTo>
                    <a:pt x="4418339" y="1870308"/>
                  </a:lnTo>
                  <a:lnTo>
                    <a:pt x="4418526" y="1870481"/>
                  </a:lnTo>
                  <a:lnTo>
                    <a:pt x="4418713" y="1870036"/>
                  </a:lnTo>
                  <a:lnTo>
                    <a:pt x="4418900" y="1869466"/>
                  </a:lnTo>
                  <a:lnTo>
                    <a:pt x="4419087" y="1868748"/>
                  </a:lnTo>
                  <a:lnTo>
                    <a:pt x="4419274" y="1867370"/>
                  </a:lnTo>
                  <a:lnTo>
                    <a:pt x="4419461" y="1865307"/>
                  </a:lnTo>
                  <a:lnTo>
                    <a:pt x="4419647" y="1862370"/>
                  </a:lnTo>
                  <a:lnTo>
                    <a:pt x="4419834" y="1858912"/>
                  </a:lnTo>
                  <a:lnTo>
                    <a:pt x="4420021" y="1855092"/>
                  </a:lnTo>
                  <a:lnTo>
                    <a:pt x="4420208" y="1850619"/>
                  </a:lnTo>
                  <a:lnTo>
                    <a:pt x="4420395" y="1845297"/>
                  </a:lnTo>
                  <a:lnTo>
                    <a:pt x="4420582" y="1840469"/>
                  </a:lnTo>
                  <a:lnTo>
                    <a:pt x="4420769" y="1835906"/>
                  </a:lnTo>
                  <a:lnTo>
                    <a:pt x="4420956" y="1832936"/>
                  </a:lnTo>
                  <a:lnTo>
                    <a:pt x="4421143" y="1830046"/>
                  </a:lnTo>
                  <a:lnTo>
                    <a:pt x="4421330" y="1826344"/>
                  </a:lnTo>
                  <a:lnTo>
                    <a:pt x="4421517" y="1822820"/>
                  </a:lnTo>
                  <a:lnTo>
                    <a:pt x="4421704" y="1818564"/>
                  </a:lnTo>
                  <a:lnTo>
                    <a:pt x="4421890" y="1814034"/>
                  </a:lnTo>
                  <a:lnTo>
                    <a:pt x="4422077" y="1809630"/>
                  </a:lnTo>
                  <a:lnTo>
                    <a:pt x="4422264" y="1805301"/>
                  </a:lnTo>
                  <a:lnTo>
                    <a:pt x="4422451" y="1801393"/>
                  </a:lnTo>
                  <a:lnTo>
                    <a:pt x="4422638" y="1797808"/>
                  </a:lnTo>
                  <a:lnTo>
                    <a:pt x="4422825" y="1794703"/>
                  </a:lnTo>
                  <a:lnTo>
                    <a:pt x="4423012" y="1791960"/>
                  </a:lnTo>
                  <a:lnTo>
                    <a:pt x="4423199" y="1789569"/>
                  </a:lnTo>
                  <a:lnTo>
                    <a:pt x="4423386" y="1786976"/>
                  </a:lnTo>
                  <a:lnTo>
                    <a:pt x="4423573" y="1784055"/>
                  </a:lnTo>
                  <a:lnTo>
                    <a:pt x="4423760" y="1781103"/>
                  </a:lnTo>
                  <a:lnTo>
                    <a:pt x="4423947" y="1778144"/>
                  </a:lnTo>
                  <a:lnTo>
                    <a:pt x="4424134" y="1775442"/>
                  </a:lnTo>
                  <a:lnTo>
                    <a:pt x="4424320" y="1771399"/>
                  </a:lnTo>
                  <a:lnTo>
                    <a:pt x="4424507" y="1767991"/>
                  </a:lnTo>
                  <a:lnTo>
                    <a:pt x="4424694" y="1764888"/>
                  </a:lnTo>
                  <a:lnTo>
                    <a:pt x="4424881" y="1762033"/>
                  </a:lnTo>
                  <a:lnTo>
                    <a:pt x="4425068" y="1759731"/>
                  </a:lnTo>
                  <a:lnTo>
                    <a:pt x="4425255" y="1757511"/>
                  </a:lnTo>
                  <a:lnTo>
                    <a:pt x="4425442" y="1755068"/>
                  </a:lnTo>
                  <a:lnTo>
                    <a:pt x="4425629" y="1752065"/>
                  </a:lnTo>
                  <a:lnTo>
                    <a:pt x="4425816" y="1748681"/>
                  </a:lnTo>
                  <a:lnTo>
                    <a:pt x="4426003" y="1745480"/>
                  </a:lnTo>
                  <a:lnTo>
                    <a:pt x="4426190" y="1743004"/>
                  </a:lnTo>
                  <a:lnTo>
                    <a:pt x="4426377" y="1741255"/>
                  </a:lnTo>
                  <a:lnTo>
                    <a:pt x="4426564" y="1739084"/>
                  </a:lnTo>
                  <a:lnTo>
                    <a:pt x="4426750" y="1736543"/>
                  </a:lnTo>
                  <a:lnTo>
                    <a:pt x="4426937" y="1733118"/>
                  </a:lnTo>
                  <a:lnTo>
                    <a:pt x="4427124" y="1729314"/>
                  </a:lnTo>
                  <a:lnTo>
                    <a:pt x="4427311" y="1725139"/>
                  </a:lnTo>
                  <a:lnTo>
                    <a:pt x="4427498" y="1721186"/>
                  </a:lnTo>
                  <a:lnTo>
                    <a:pt x="4427685" y="1717778"/>
                  </a:lnTo>
                  <a:lnTo>
                    <a:pt x="4427872" y="1714420"/>
                  </a:lnTo>
                  <a:lnTo>
                    <a:pt x="4428059" y="1710616"/>
                  </a:lnTo>
                  <a:lnTo>
                    <a:pt x="4428246" y="1706572"/>
                  </a:lnTo>
                  <a:lnTo>
                    <a:pt x="4428433" y="1703139"/>
                  </a:lnTo>
                  <a:lnTo>
                    <a:pt x="4428620" y="1700012"/>
                  </a:lnTo>
                  <a:lnTo>
                    <a:pt x="4428807" y="1696538"/>
                  </a:lnTo>
                  <a:lnTo>
                    <a:pt x="4428993" y="1691884"/>
                  </a:lnTo>
                  <a:lnTo>
                    <a:pt x="4429180" y="1686834"/>
                  </a:lnTo>
                  <a:lnTo>
                    <a:pt x="4429367" y="1682543"/>
                  </a:lnTo>
                  <a:lnTo>
                    <a:pt x="4429554" y="1678541"/>
                  </a:lnTo>
                  <a:lnTo>
                    <a:pt x="4429741" y="1674992"/>
                  </a:lnTo>
                  <a:lnTo>
                    <a:pt x="4429928" y="1671634"/>
                  </a:lnTo>
                  <a:lnTo>
                    <a:pt x="4430115" y="1668490"/>
                  </a:lnTo>
                  <a:lnTo>
                    <a:pt x="4430302" y="1664884"/>
                  </a:lnTo>
                  <a:lnTo>
                    <a:pt x="4430489" y="1660923"/>
                  </a:lnTo>
                  <a:lnTo>
                    <a:pt x="4430676" y="1657201"/>
                  </a:lnTo>
                  <a:lnTo>
                    <a:pt x="4430863" y="1653785"/>
                  </a:lnTo>
                  <a:lnTo>
                    <a:pt x="4431050" y="1650361"/>
                  </a:lnTo>
                  <a:lnTo>
                    <a:pt x="4431237" y="1646383"/>
                  </a:lnTo>
                  <a:lnTo>
                    <a:pt x="4431423" y="1641944"/>
                  </a:lnTo>
                  <a:lnTo>
                    <a:pt x="4431610" y="1637661"/>
                  </a:lnTo>
                  <a:lnTo>
                    <a:pt x="4431797" y="1633758"/>
                  </a:lnTo>
                  <a:lnTo>
                    <a:pt x="4431984" y="1629962"/>
                  </a:lnTo>
                  <a:lnTo>
                    <a:pt x="4432171" y="1626150"/>
                  </a:lnTo>
                  <a:lnTo>
                    <a:pt x="4432358" y="1622362"/>
                  </a:lnTo>
                  <a:lnTo>
                    <a:pt x="4432545" y="1618872"/>
                  </a:lnTo>
                  <a:lnTo>
                    <a:pt x="4432732" y="1615488"/>
                  </a:lnTo>
                  <a:lnTo>
                    <a:pt x="4432919" y="1612080"/>
                  </a:lnTo>
                  <a:lnTo>
                    <a:pt x="4433106" y="1608994"/>
                  </a:lnTo>
                  <a:lnTo>
                    <a:pt x="4433293" y="1605941"/>
                  </a:lnTo>
                  <a:lnTo>
                    <a:pt x="4433480" y="1604042"/>
                  </a:lnTo>
                  <a:lnTo>
                    <a:pt x="4433666" y="1602802"/>
                  </a:lnTo>
                  <a:lnTo>
                    <a:pt x="4433853" y="1602000"/>
                  </a:lnTo>
                  <a:lnTo>
                    <a:pt x="4434040" y="1601279"/>
                  </a:lnTo>
                  <a:lnTo>
                    <a:pt x="4434227" y="1601611"/>
                  </a:lnTo>
                  <a:lnTo>
                    <a:pt x="4434414" y="1602643"/>
                  </a:lnTo>
                  <a:lnTo>
                    <a:pt x="4434601" y="1604308"/>
                  </a:lnTo>
                  <a:lnTo>
                    <a:pt x="4434788" y="1606248"/>
                  </a:lnTo>
                  <a:lnTo>
                    <a:pt x="4434975" y="1608680"/>
                  </a:lnTo>
                  <a:lnTo>
                    <a:pt x="4435162" y="1611169"/>
                  </a:lnTo>
                  <a:lnTo>
                    <a:pt x="4435349" y="1613577"/>
                  </a:lnTo>
                  <a:lnTo>
                    <a:pt x="4435536" y="1616506"/>
                  </a:lnTo>
                  <a:lnTo>
                    <a:pt x="4435723" y="1620019"/>
                  </a:lnTo>
                  <a:lnTo>
                    <a:pt x="4435910" y="1621679"/>
                  </a:lnTo>
                  <a:lnTo>
                    <a:pt x="4436096" y="1623546"/>
                  </a:lnTo>
                  <a:lnTo>
                    <a:pt x="4436283" y="1625779"/>
                  </a:lnTo>
                  <a:lnTo>
                    <a:pt x="4436470" y="1627964"/>
                  </a:lnTo>
                  <a:lnTo>
                    <a:pt x="4436657" y="1629166"/>
                  </a:lnTo>
                  <a:lnTo>
                    <a:pt x="4436844" y="1630357"/>
                  </a:lnTo>
                  <a:lnTo>
                    <a:pt x="4437031" y="1631279"/>
                  </a:lnTo>
                  <a:lnTo>
                    <a:pt x="4437218" y="1631616"/>
                  </a:lnTo>
                  <a:lnTo>
                    <a:pt x="4437405" y="1629960"/>
                  </a:lnTo>
                  <a:lnTo>
                    <a:pt x="4437592" y="1628152"/>
                  </a:lnTo>
                  <a:lnTo>
                    <a:pt x="4437779" y="1626431"/>
                  </a:lnTo>
                  <a:lnTo>
                    <a:pt x="4437966" y="1626696"/>
                  </a:lnTo>
                  <a:lnTo>
                    <a:pt x="4438153" y="1627707"/>
                  </a:lnTo>
                  <a:lnTo>
                    <a:pt x="4438340" y="1628859"/>
                  </a:lnTo>
                  <a:lnTo>
                    <a:pt x="4438526" y="1629874"/>
                  </a:lnTo>
                  <a:lnTo>
                    <a:pt x="4438713" y="1630871"/>
                  </a:lnTo>
                  <a:lnTo>
                    <a:pt x="4438900" y="1631465"/>
                  </a:lnTo>
                  <a:lnTo>
                    <a:pt x="4439087" y="1632424"/>
                  </a:lnTo>
                  <a:lnTo>
                    <a:pt x="4439274" y="1632615"/>
                  </a:lnTo>
                  <a:lnTo>
                    <a:pt x="4439461" y="1632678"/>
                  </a:lnTo>
                  <a:lnTo>
                    <a:pt x="4439648" y="1632506"/>
                  </a:lnTo>
                  <a:lnTo>
                    <a:pt x="4439835" y="1632204"/>
                  </a:lnTo>
                  <a:lnTo>
                    <a:pt x="4440022" y="1632077"/>
                  </a:lnTo>
                  <a:lnTo>
                    <a:pt x="4440209" y="1631621"/>
                  </a:lnTo>
                  <a:lnTo>
                    <a:pt x="4440396" y="1631775"/>
                  </a:lnTo>
                  <a:lnTo>
                    <a:pt x="4440583" y="1631593"/>
                  </a:lnTo>
                  <a:lnTo>
                    <a:pt x="4440769" y="1630543"/>
                  </a:lnTo>
                  <a:lnTo>
                    <a:pt x="4440956" y="1628354"/>
                  </a:lnTo>
                  <a:lnTo>
                    <a:pt x="4441143" y="1625169"/>
                  </a:lnTo>
                  <a:lnTo>
                    <a:pt x="4441330" y="1621975"/>
                  </a:lnTo>
                  <a:lnTo>
                    <a:pt x="4441517" y="1618455"/>
                  </a:lnTo>
                  <a:lnTo>
                    <a:pt x="4441704" y="1614326"/>
                  </a:lnTo>
                  <a:lnTo>
                    <a:pt x="4441891" y="1609621"/>
                  </a:lnTo>
                  <a:lnTo>
                    <a:pt x="4442078" y="1604862"/>
                  </a:lnTo>
                  <a:lnTo>
                    <a:pt x="4442265" y="1599808"/>
                  </a:lnTo>
                  <a:lnTo>
                    <a:pt x="4442452" y="1595116"/>
                  </a:lnTo>
                  <a:lnTo>
                    <a:pt x="4442639" y="1591305"/>
                  </a:lnTo>
                  <a:lnTo>
                    <a:pt x="4442826" y="1588353"/>
                  </a:lnTo>
                  <a:lnTo>
                    <a:pt x="4443013" y="1585728"/>
                  </a:lnTo>
                  <a:lnTo>
                    <a:pt x="4443199" y="1583331"/>
                  </a:lnTo>
                  <a:lnTo>
                    <a:pt x="4443386" y="1581552"/>
                  </a:lnTo>
                  <a:lnTo>
                    <a:pt x="4443573" y="1579487"/>
                  </a:lnTo>
                  <a:lnTo>
                    <a:pt x="4443760" y="1577554"/>
                  </a:lnTo>
                  <a:lnTo>
                    <a:pt x="4443947" y="1575776"/>
                  </a:lnTo>
                  <a:lnTo>
                    <a:pt x="4444134" y="1574188"/>
                  </a:lnTo>
                  <a:lnTo>
                    <a:pt x="4444321" y="1572616"/>
                  </a:lnTo>
                  <a:lnTo>
                    <a:pt x="4444508" y="1570767"/>
                  </a:lnTo>
                  <a:lnTo>
                    <a:pt x="4444695" y="1569208"/>
                  </a:lnTo>
                  <a:lnTo>
                    <a:pt x="4444882" y="1567922"/>
                  </a:lnTo>
                  <a:lnTo>
                    <a:pt x="4445069" y="1567300"/>
                  </a:lnTo>
                  <a:lnTo>
                    <a:pt x="4445256" y="1567209"/>
                  </a:lnTo>
                  <a:lnTo>
                    <a:pt x="4445443" y="1567564"/>
                  </a:lnTo>
                  <a:lnTo>
                    <a:pt x="4445629" y="1568089"/>
                  </a:lnTo>
                  <a:lnTo>
                    <a:pt x="4445816" y="1569220"/>
                  </a:lnTo>
                  <a:lnTo>
                    <a:pt x="4446003" y="1570565"/>
                  </a:lnTo>
                  <a:lnTo>
                    <a:pt x="4446190" y="1572554"/>
                  </a:lnTo>
                  <a:lnTo>
                    <a:pt x="4446377" y="1575022"/>
                  </a:lnTo>
                  <a:lnTo>
                    <a:pt x="4446564" y="1577758"/>
                  </a:lnTo>
                  <a:lnTo>
                    <a:pt x="4446751" y="1580732"/>
                  </a:lnTo>
                  <a:lnTo>
                    <a:pt x="4446938" y="1583818"/>
                  </a:lnTo>
                  <a:lnTo>
                    <a:pt x="4447125" y="1586923"/>
                  </a:lnTo>
                  <a:lnTo>
                    <a:pt x="4447312" y="1590396"/>
                  </a:lnTo>
                  <a:lnTo>
                    <a:pt x="4447499" y="1594784"/>
                  </a:lnTo>
                  <a:lnTo>
                    <a:pt x="4447686" y="1598832"/>
                  </a:lnTo>
                  <a:lnTo>
                    <a:pt x="4447872" y="1603966"/>
                  </a:lnTo>
                  <a:lnTo>
                    <a:pt x="4448059" y="1610991"/>
                  </a:lnTo>
                  <a:lnTo>
                    <a:pt x="4448246" y="1617459"/>
                  </a:lnTo>
                  <a:lnTo>
                    <a:pt x="4448433" y="1624020"/>
                  </a:lnTo>
                  <a:lnTo>
                    <a:pt x="4448620" y="1629691"/>
                  </a:lnTo>
                  <a:lnTo>
                    <a:pt x="4448807" y="1635040"/>
                  </a:lnTo>
                  <a:lnTo>
                    <a:pt x="4448994" y="1638976"/>
                  </a:lnTo>
                  <a:lnTo>
                    <a:pt x="4449181" y="1642552"/>
                  </a:lnTo>
                  <a:lnTo>
                    <a:pt x="4449368" y="1645877"/>
                  </a:lnTo>
                  <a:lnTo>
                    <a:pt x="4449555" y="1649069"/>
                  </a:lnTo>
                  <a:lnTo>
                    <a:pt x="4449742" y="1652138"/>
                  </a:lnTo>
                  <a:lnTo>
                    <a:pt x="4449929" y="1655081"/>
                  </a:lnTo>
                  <a:lnTo>
                    <a:pt x="4450116" y="1658001"/>
                  </a:lnTo>
                  <a:lnTo>
                    <a:pt x="4450302" y="1661774"/>
                  </a:lnTo>
                  <a:lnTo>
                    <a:pt x="4450489" y="1665493"/>
                  </a:lnTo>
                  <a:lnTo>
                    <a:pt x="4450676" y="1669023"/>
                  </a:lnTo>
                  <a:lnTo>
                    <a:pt x="4450863" y="1672601"/>
                  </a:lnTo>
                  <a:lnTo>
                    <a:pt x="4451050" y="1675595"/>
                  </a:lnTo>
                  <a:lnTo>
                    <a:pt x="4451237" y="1677847"/>
                  </a:lnTo>
                  <a:lnTo>
                    <a:pt x="4451424" y="1679992"/>
                  </a:lnTo>
                  <a:lnTo>
                    <a:pt x="4451611" y="1681771"/>
                  </a:lnTo>
                  <a:lnTo>
                    <a:pt x="4451798" y="1683406"/>
                  </a:lnTo>
                  <a:lnTo>
                    <a:pt x="4451985" y="1684949"/>
                  </a:lnTo>
                  <a:lnTo>
                    <a:pt x="4452172" y="1686141"/>
                  </a:lnTo>
                  <a:lnTo>
                    <a:pt x="4452359" y="1687225"/>
                  </a:lnTo>
                  <a:lnTo>
                    <a:pt x="4452545" y="1687110"/>
                  </a:lnTo>
                  <a:lnTo>
                    <a:pt x="4452732" y="1686352"/>
                  </a:lnTo>
                  <a:lnTo>
                    <a:pt x="4452919" y="1685579"/>
                  </a:lnTo>
                  <a:lnTo>
                    <a:pt x="4453106" y="1684527"/>
                  </a:lnTo>
                  <a:lnTo>
                    <a:pt x="4453293" y="1683106"/>
                  </a:lnTo>
                  <a:lnTo>
                    <a:pt x="4453480" y="1681111"/>
                  </a:lnTo>
                  <a:lnTo>
                    <a:pt x="4453667" y="1679515"/>
                  </a:lnTo>
                  <a:lnTo>
                    <a:pt x="4453854" y="1677428"/>
                  </a:lnTo>
                  <a:lnTo>
                    <a:pt x="4454041" y="1675446"/>
                  </a:lnTo>
                  <a:lnTo>
                    <a:pt x="4454228" y="1673286"/>
                  </a:lnTo>
                  <a:lnTo>
                    <a:pt x="4454415" y="1670777"/>
                  </a:lnTo>
                  <a:lnTo>
                    <a:pt x="4454602" y="1668308"/>
                  </a:lnTo>
                  <a:lnTo>
                    <a:pt x="4454789" y="1665911"/>
                  </a:lnTo>
                  <a:lnTo>
                    <a:pt x="4454975" y="1663531"/>
                  </a:lnTo>
                  <a:lnTo>
                    <a:pt x="4455162" y="1661546"/>
                  </a:lnTo>
                  <a:lnTo>
                    <a:pt x="4455349" y="1659882"/>
                  </a:lnTo>
                  <a:lnTo>
                    <a:pt x="4455536" y="1659151"/>
                  </a:lnTo>
                  <a:lnTo>
                    <a:pt x="4455723" y="1660011"/>
                  </a:lnTo>
                  <a:lnTo>
                    <a:pt x="4455910" y="1660964"/>
                  </a:lnTo>
                  <a:lnTo>
                    <a:pt x="4456097" y="1662208"/>
                  </a:lnTo>
                  <a:lnTo>
                    <a:pt x="4456284" y="1663194"/>
                  </a:lnTo>
                  <a:lnTo>
                    <a:pt x="4456471" y="1664426"/>
                  </a:lnTo>
                  <a:lnTo>
                    <a:pt x="4456658" y="1666247"/>
                  </a:lnTo>
                  <a:lnTo>
                    <a:pt x="4456845" y="1668853"/>
                  </a:lnTo>
                  <a:lnTo>
                    <a:pt x="4457032" y="1671612"/>
                  </a:lnTo>
                  <a:lnTo>
                    <a:pt x="4457219" y="1674858"/>
                  </a:lnTo>
                  <a:lnTo>
                    <a:pt x="4457405" y="1678113"/>
                  </a:lnTo>
                  <a:lnTo>
                    <a:pt x="4457592" y="1682480"/>
                  </a:lnTo>
                  <a:lnTo>
                    <a:pt x="4457779" y="1687718"/>
                  </a:lnTo>
                  <a:lnTo>
                    <a:pt x="4457966" y="1692606"/>
                  </a:lnTo>
                  <a:lnTo>
                    <a:pt x="4458153" y="1697272"/>
                  </a:lnTo>
                  <a:lnTo>
                    <a:pt x="4458340" y="1700816"/>
                  </a:lnTo>
                  <a:lnTo>
                    <a:pt x="4458527" y="1704718"/>
                  </a:lnTo>
                  <a:lnTo>
                    <a:pt x="4458714" y="1709138"/>
                  </a:lnTo>
                  <a:lnTo>
                    <a:pt x="4458901" y="1712865"/>
                  </a:lnTo>
                  <a:lnTo>
                    <a:pt x="4459088" y="1717175"/>
                  </a:lnTo>
                  <a:lnTo>
                    <a:pt x="4459275" y="1721503"/>
                  </a:lnTo>
                  <a:lnTo>
                    <a:pt x="4459462" y="1725915"/>
                  </a:lnTo>
                  <a:lnTo>
                    <a:pt x="4459648" y="1730033"/>
                  </a:lnTo>
                  <a:lnTo>
                    <a:pt x="4459835" y="1733844"/>
                  </a:lnTo>
                  <a:lnTo>
                    <a:pt x="4460022" y="1737613"/>
                  </a:lnTo>
                  <a:lnTo>
                    <a:pt x="4460209" y="1741147"/>
                  </a:lnTo>
                  <a:lnTo>
                    <a:pt x="4460396" y="1744646"/>
                  </a:lnTo>
                  <a:lnTo>
                    <a:pt x="4460583" y="1747843"/>
                  </a:lnTo>
                  <a:lnTo>
                    <a:pt x="4460770" y="1750379"/>
                  </a:lnTo>
                  <a:lnTo>
                    <a:pt x="4460957" y="1753299"/>
                  </a:lnTo>
                  <a:lnTo>
                    <a:pt x="4461144" y="1756161"/>
                  </a:lnTo>
                  <a:lnTo>
                    <a:pt x="4461331" y="1759087"/>
                  </a:lnTo>
                  <a:lnTo>
                    <a:pt x="4461518" y="1761698"/>
                  </a:lnTo>
                  <a:lnTo>
                    <a:pt x="4461705" y="1765725"/>
                  </a:lnTo>
                  <a:lnTo>
                    <a:pt x="4461892" y="1769017"/>
                  </a:lnTo>
                  <a:lnTo>
                    <a:pt x="4462078" y="1771650"/>
                  </a:lnTo>
                  <a:lnTo>
                    <a:pt x="4462265" y="1773886"/>
                  </a:lnTo>
                  <a:lnTo>
                    <a:pt x="4462452" y="1775759"/>
                  </a:lnTo>
                  <a:lnTo>
                    <a:pt x="4462639" y="1778160"/>
                  </a:lnTo>
                  <a:lnTo>
                    <a:pt x="4462826" y="1780950"/>
                  </a:lnTo>
                  <a:lnTo>
                    <a:pt x="4463013" y="1784069"/>
                  </a:lnTo>
                  <a:lnTo>
                    <a:pt x="4463200" y="1787254"/>
                  </a:lnTo>
                  <a:lnTo>
                    <a:pt x="4463387" y="1790456"/>
                  </a:lnTo>
                  <a:lnTo>
                    <a:pt x="4463574" y="1793418"/>
                  </a:lnTo>
                  <a:lnTo>
                    <a:pt x="4463761" y="1795828"/>
                  </a:lnTo>
                  <a:lnTo>
                    <a:pt x="4463948" y="1798567"/>
                  </a:lnTo>
                  <a:lnTo>
                    <a:pt x="4464135" y="1801695"/>
                  </a:lnTo>
                  <a:lnTo>
                    <a:pt x="4464321" y="1805969"/>
                  </a:lnTo>
                  <a:lnTo>
                    <a:pt x="4464508" y="1810640"/>
                  </a:lnTo>
                  <a:lnTo>
                    <a:pt x="4464695" y="1816243"/>
                  </a:lnTo>
                  <a:lnTo>
                    <a:pt x="4464882" y="1822654"/>
                  </a:lnTo>
                  <a:lnTo>
                    <a:pt x="4465069" y="1828934"/>
                  </a:lnTo>
                  <a:lnTo>
                    <a:pt x="4465256" y="1835238"/>
                  </a:lnTo>
                  <a:lnTo>
                    <a:pt x="4465443" y="1841386"/>
                  </a:lnTo>
                  <a:lnTo>
                    <a:pt x="4465630" y="1847641"/>
                  </a:lnTo>
                  <a:lnTo>
                    <a:pt x="4465817" y="1852864"/>
                  </a:lnTo>
                  <a:lnTo>
                    <a:pt x="4466004" y="1857733"/>
                  </a:lnTo>
                  <a:lnTo>
                    <a:pt x="4466191" y="1862857"/>
                  </a:lnTo>
                  <a:lnTo>
                    <a:pt x="4466378" y="1868361"/>
                  </a:lnTo>
                  <a:lnTo>
                    <a:pt x="4466565" y="1873857"/>
                  </a:lnTo>
                  <a:lnTo>
                    <a:pt x="4466751" y="1879339"/>
                  </a:lnTo>
                  <a:lnTo>
                    <a:pt x="4466938" y="1884430"/>
                  </a:lnTo>
                  <a:lnTo>
                    <a:pt x="4467125" y="1888496"/>
                  </a:lnTo>
                  <a:lnTo>
                    <a:pt x="4467312" y="1892139"/>
                  </a:lnTo>
                  <a:lnTo>
                    <a:pt x="4467499" y="1895102"/>
                  </a:lnTo>
                  <a:lnTo>
                    <a:pt x="4467686" y="1897581"/>
                  </a:lnTo>
                  <a:lnTo>
                    <a:pt x="4467873" y="1900026"/>
                  </a:lnTo>
                  <a:lnTo>
                    <a:pt x="4468060" y="1902127"/>
                  </a:lnTo>
                  <a:lnTo>
                    <a:pt x="4468247" y="1903610"/>
                  </a:lnTo>
                  <a:lnTo>
                    <a:pt x="4468434" y="1904751"/>
                  </a:lnTo>
                  <a:lnTo>
                    <a:pt x="4468621" y="1906498"/>
                  </a:lnTo>
                  <a:lnTo>
                    <a:pt x="4468808" y="1908869"/>
                  </a:lnTo>
                  <a:lnTo>
                    <a:pt x="4468995" y="1910807"/>
                  </a:lnTo>
                  <a:lnTo>
                    <a:pt x="4469181" y="1912336"/>
                  </a:lnTo>
                  <a:lnTo>
                    <a:pt x="4469368" y="1913684"/>
                  </a:lnTo>
                  <a:lnTo>
                    <a:pt x="4469555" y="1916013"/>
                  </a:lnTo>
                  <a:lnTo>
                    <a:pt x="4469742" y="1917970"/>
                  </a:lnTo>
                  <a:lnTo>
                    <a:pt x="4469929" y="1920171"/>
                  </a:lnTo>
                  <a:lnTo>
                    <a:pt x="4470116" y="1921955"/>
                  </a:lnTo>
                  <a:lnTo>
                    <a:pt x="4470303" y="1923947"/>
                  </a:lnTo>
                  <a:lnTo>
                    <a:pt x="4470490" y="1926003"/>
                  </a:lnTo>
                  <a:lnTo>
                    <a:pt x="4470677" y="1928168"/>
                  </a:lnTo>
                  <a:lnTo>
                    <a:pt x="4470864" y="1929279"/>
                  </a:lnTo>
                  <a:lnTo>
                    <a:pt x="4471051" y="1930501"/>
                  </a:lnTo>
                  <a:lnTo>
                    <a:pt x="4471238" y="1931618"/>
                  </a:lnTo>
                  <a:lnTo>
                    <a:pt x="4471424" y="1932839"/>
                  </a:lnTo>
                  <a:lnTo>
                    <a:pt x="4471611" y="1933279"/>
                  </a:lnTo>
                  <a:lnTo>
                    <a:pt x="4471798" y="1933791"/>
                  </a:lnTo>
                  <a:lnTo>
                    <a:pt x="4471985" y="1934441"/>
                  </a:lnTo>
                  <a:lnTo>
                    <a:pt x="4472172" y="1935112"/>
                  </a:lnTo>
                  <a:lnTo>
                    <a:pt x="4472359" y="1936058"/>
                  </a:lnTo>
                  <a:lnTo>
                    <a:pt x="4472546" y="1937080"/>
                  </a:lnTo>
                  <a:lnTo>
                    <a:pt x="4472733" y="1938479"/>
                  </a:lnTo>
                  <a:lnTo>
                    <a:pt x="4472920" y="1940043"/>
                  </a:lnTo>
                  <a:lnTo>
                    <a:pt x="4473107" y="1942013"/>
                  </a:lnTo>
                  <a:lnTo>
                    <a:pt x="4473294" y="1943854"/>
                  </a:lnTo>
                  <a:lnTo>
                    <a:pt x="4473481" y="1946018"/>
                  </a:lnTo>
                  <a:lnTo>
                    <a:pt x="4473668" y="1947903"/>
                  </a:lnTo>
                  <a:lnTo>
                    <a:pt x="4473854" y="1949824"/>
                  </a:lnTo>
                  <a:lnTo>
                    <a:pt x="4474041" y="1952667"/>
                  </a:lnTo>
                  <a:lnTo>
                    <a:pt x="4474228" y="1955462"/>
                  </a:lnTo>
                  <a:lnTo>
                    <a:pt x="4474415" y="1958393"/>
                  </a:lnTo>
                  <a:lnTo>
                    <a:pt x="4474602" y="1961446"/>
                  </a:lnTo>
                  <a:lnTo>
                    <a:pt x="4474789" y="1965928"/>
                  </a:lnTo>
                  <a:lnTo>
                    <a:pt x="4474976" y="1970513"/>
                  </a:lnTo>
                  <a:lnTo>
                    <a:pt x="4475163" y="1974729"/>
                  </a:lnTo>
                  <a:lnTo>
                    <a:pt x="4475350" y="1977133"/>
                  </a:lnTo>
                  <a:lnTo>
                    <a:pt x="4475537" y="1979319"/>
                  </a:lnTo>
                  <a:lnTo>
                    <a:pt x="4475724" y="1981023"/>
                  </a:lnTo>
                  <a:lnTo>
                    <a:pt x="4475911" y="1982412"/>
                  </a:lnTo>
                  <a:lnTo>
                    <a:pt x="4476098" y="1983676"/>
                  </a:lnTo>
                  <a:lnTo>
                    <a:pt x="4476284" y="1984971"/>
                  </a:lnTo>
                  <a:lnTo>
                    <a:pt x="4476471" y="1986566"/>
                  </a:lnTo>
                  <a:lnTo>
                    <a:pt x="4476658" y="1988550"/>
                  </a:lnTo>
                  <a:lnTo>
                    <a:pt x="4476845" y="1990642"/>
                  </a:lnTo>
                  <a:lnTo>
                    <a:pt x="4477032" y="1992890"/>
                  </a:lnTo>
                  <a:lnTo>
                    <a:pt x="4477219" y="1995186"/>
                  </a:lnTo>
                  <a:lnTo>
                    <a:pt x="4477406" y="1997711"/>
                  </a:lnTo>
                  <a:lnTo>
                    <a:pt x="4477593" y="2000897"/>
                  </a:lnTo>
                  <a:lnTo>
                    <a:pt x="4477780" y="2003517"/>
                  </a:lnTo>
                  <a:lnTo>
                    <a:pt x="4477967" y="2006110"/>
                  </a:lnTo>
                  <a:lnTo>
                    <a:pt x="4478154" y="2009052"/>
                  </a:lnTo>
                  <a:lnTo>
                    <a:pt x="4478341" y="2012502"/>
                  </a:lnTo>
                  <a:lnTo>
                    <a:pt x="4478527" y="2016715"/>
                  </a:lnTo>
                  <a:lnTo>
                    <a:pt x="4478714" y="2020746"/>
                  </a:lnTo>
                  <a:lnTo>
                    <a:pt x="4478901" y="2025317"/>
                  </a:lnTo>
                  <a:lnTo>
                    <a:pt x="4479088" y="2030625"/>
                  </a:lnTo>
                  <a:lnTo>
                    <a:pt x="4479275" y="2036485"/>
                  </a:lnTo>
                  <a:lnTo>
                    <a:pt x="4479462" y="2042069"/>
                  </a:lnTo>
                  <a:lnTo>
                    <a:pt x="4479649" y="2047948"/>
                  </a:lnTo>
                  <a:lnTo>
                    <a:pt x="4479836" y="2053465"/>
                  </a:lnTo>
                  <a:lnTo>
                    <a:pt x="4480023" y="2058258"/>
                  </a:lnTo>
                  <a:lnTo>
                    <a:pt x="4480210" y="2062249"/>
                  </a:lnTo>
                  <a:lnTo>
                    <a:pt x="4480397" y="2065326"/>
                  </a:lnTo>
                  <a:lnTo>
                    <a:pt x="4480584" y="2068353"/>
                  </a:lnTo>
                  <a:lnTo>
                    <a:pt x="4480771" y="2071157"/>
                  </a:lnTo>
                  <a:lnTo>
                    <a:pt x="4480957" y="2074288"/>
                  </a:lnTo>
                  <a:lnTo>
                    <a:pt x="4481144" y="2077350"/>
                  </a:lnTo>
                  <a:lnTo>
                    <a:pt x="4481331" y="2080274"/>
                  </a:lnTo>
                  <a:lnTo>
                    <a:pt x="4481518" y="2083101"/>
                  </a:lnTo>
                  <a:lnTo>
                    <a:pt x="4481705" y="2085853"/>
                  </a:lnTo>
                  <a:lnTo>
                    <a:pt x="4481892" y="2088656"/>
                  </a:lnTo>
                  <a:lnTo>
                    <a:pt x="4482079" y="2091164"/>
                  </a:lnTo>
                  <a:lnTo>
                    <a:pt x="4482266" y="2093766"/>
                  </a:lnTo>
                  <a:lnTo>
                    <a:pt x="4482453" y="2096356"/>
                  </a:lnTo>
                  <a:lnTo>
                    <a:pt x="4482640" y="2098804"/>
                  </a:lnTo>
                  <a:lnTo>
                    <a:pt x="4482827" y="2101132"/>
                  </a:lnTo>
                  <a:lnTo>
                    <a:pt x="4483014" y="2103486"/>
                  </a:lnTo>
                  <a:lnTo>
                    <a:pt x="4483200" y="2105598"/>
                  </a:lnTo>
                  <a:lnTo>
                    <a:pt x="4483387" y="2107541"/>
                  </a:lnTo>
                  <a:lnTo>
                    <a:pt x="4483574" y="2109062"/>
                  </a:lnTo>
                  <a:lnTo>
                    <a:pt x="4483761" y="2110275"/>
                  </a:lnTo>
                  <a:lnTo>
                    <a:pt x="4483948" y="2111409"/>
                  </a:lnTo>
                  <a:lnTo>
                    <a:pt x="4484135" y="2112395"/>
                  </a:lnTo>
                  <a:lnTo>
                    <a:pt x="4484322" y="2113463"/>
                  </a:lnTo>
                  <a:lnTo>
                    <a:pt x="4484509" y="2114546"/>
                  </a:lnTo>
                  <a:lnTo>
                    <a:pt x="4484696" y="2115669"/>
                  </a:lnTo>
                  <a:lnTo>
                    <a:pt x="4484883" y="2116863"/>
                  </a:lnTo>
                  <a:lnTo>
                    <a:pt x="4485070" y="2118230"/>
                  </a:lnTo>
                  <a:lnTo>
                    <a:pt x="4485257" y="2119400"/>
                  </a:lnTo>
                  <a:lnTo>
                    <a:pt x="4485444" y="2120520"/>
                  </a:lnTo>
                  <a:lnTo>
                    <a:pt x="4485630" y="2121677"/>
                  </a:lnTo>
                  <a:lnTo>
                    <a:pt x="4485817" y="2122938"/>
                  </a:lnTo>
                  <a:lnTo>
                    <a:pt x="4486004" y="2124578"/>
                  </a:lnTo>
                  <a:lnTo>
                    <a:pt x="4486191" y="2126441"/>
                  </a:lnTo>
                  <a:lnTo>
                    <a:pt x="4486378" y="2129288"/>
                  </a:lnTo>
                  <a:lnTo>
                    <a:pt x="4486565" y="2132115"/>
                  </a:lnTo>
                  <a:lnTo>
                    <a:pt x="4486752" y="2134600"/>
                  </a:lnTo>
                  <a:lnTo>
                    <a:pt x="4486939" y="2137019"/>
                  </a:lnTo>
                  <a:lnTo>
                    <a:pt x="4487126" y="2139471"/>
                  </a:lnTo>
                  <a:lnTo>
                    <a:pt x="4487313" y="2142090"/>
                  </a:lnTo>
                  <a:lnTo>
                    <a:pt x="4487500" y="2144797"/>
                  </a:lnTo>
                  <a:lnTo>
                    <a:pt x="4487687" y="2146636"/>
                  </a:lnTo>
                  <a:lnTo>
                    <a:pt x="4487874" y="2148181"/>
                  </a:lnTo>
                  <a:lnTo>
                    <a:pt x="4488060" y="2149808"/>
                  </a:lnTo>
                  <a:lnTo>
                    <a:pt x="4488247" y="2151182"/>
                  </a:lnTo>
                  <a:lnTo>
                    <a:pt x="4488434" y="2152801"/>
                  </a:lnTo>
                  <a:lnTo>
                    <a:pt x="4488621" y="2154187"/>
                  </a:lnTo>
                  <a:lnTo>
                    <a:pt x="4488808" y="2155326"/>
                  </a:lnTo>
                  <a:lnTo>
                    <a:pt x="4488995" y="2156346"/>
                  </a:lnTo>
                  <a:lnTo>
                    <a:pt x="4489182" y="2157243"/>
                  </a:lnTo>
                  <a:lnTo>
                    <a:pt x="4489369" y="2158093"/>
                  </a:lnTo>
                  <a:lnTo>
                    <a:pt x="4489556" y="2159286"/>
                  </a:lnTo>
                  <a:lnTo>
                    <a:pt x="4489743" y="2160446"/>
                  </a:lnTo>
                  <a:lnTo>
                    <a:pt x="4489930" y="2161233"/>
                  </a:lnTo>
                  <a:lnTo>
                    <a:pt x="4490117" y="2161873"/>
                  </a:lnTo>
                  <a:lnTo>
                    <a:pt x="4490303" y="2162359"/>
                  </a:lnTo>
                  <a:lnTo>
                    <a:pt x="4490490" y="2162820"/>
                  </a:lnTo>
                  <a:lnTo>
                    <a:pt x="4490677" y="2163677"/>
                  </a:lnTo>
                  <a:lnTo>
                    <a:pt x="4490864" y="2164722"/>
                  </a:lnTo>
                  <a:lnTo>
                    <a:pt x="4491051" y="2165392"/>
                  </a:lnTo>
                  <a:lnTo>
                    <a:pt x="4491238" y="2166418"/>
                  </a:lnTo>
                  <a:lnTo>
                    <a:pt x="4491425" y="2167352"/>
                  </a:lnTo>
                  <a:lnTo>
                    <a:pt x="4491612" y="2168521"/>
                  </a:lnTo>
                  <a:lnTo>
                    <a:pt x="4491799" y="2170171"/>
                  </a:lnTo>
                  <a:lnTo>
                    <a:pt x="4491986" y="2172203"/>
                  </a:lnTo>
                  <a:lnTo>
                    <a:pt x="4492173" y="2174480"/>
                  </a:lnTo>
                  <a:lnTo>
                    <a:pt x="4492360" y="2176963"/>
                  </a:lnTo>
                  <a:lnTo>
                    <a:pt x="4492547" y="2179484"/>
                  </a:lnTo>
                  <a:lnTo>
                    <a:pt x="4492733" y="2182086"/>
                  </a:lnTo>
                  <a:lnTo>
                    <a:pt x="4492920" y="2184925"/>
                  </a:lnTo>
                  <a:lnTo>
                    <a:pt x="4493107" y="2187530"/>
                  </a:lnTo>
                  <a:lnTo>
                    <a:pt x="4493294" y="2190009"/>
                  </a:lnTo>
                  <a:lnTo>
                    <a:pt x="4493481" y="2192545"/>
                  </a:lnTo>
                  <a:lnTo>
                    <a:pt x="4493668" y="2195520"/>
                  </a:lnTo>
                  <a:lnTo>
                    <a:pt x="4493855" y="2198456"/>
                  </a:lnTo>
                  <a:lnTo>
                    <a:pt x="4494042" y="2201247"/>
                  </a:lnTo>
                  <a:lnTo>
                    <a:pt x="4494229" y="2203840"/>
                  </a:lnTo>
                  <a:lnTo>
                    <a:pt x="4494416" y="2206783"/>
                  </a:lnTo>
                  <a:lnTo>
                    <a:pt x="4494603" y="2209478"/>
                  </a:lnTo>
                  <a:lnTo>
                    <a:pt x="4494790" y="2212543"/>
                  </a:lnTo>
                  <a:lnTo>
                    <a:pt x="4494977" y="2214605"/>
                  </a:lnTo>
                  <a:lnTo>
                    <a:pt x="4495163" y="2216662"/>
                  </a:lnTo>
                  <a:lnTo>
                    <a:pt x="4495350" y="2218705"/>
                  </a:lnTo>
                  <a:lnTo>
                    <a:pt x="4495537" y="2220747"/>
                  </a:lnTo>
                  <a:lnTo>
                    <a:pt x="4495724" y="2222174"/>
                  </a:lnTo>
                  <a:lnTo>
                    <a:pt x="4495911" y="2223355"/>
                  </a:lnTo>
                  <a:lnTo>
                    <a:pt x="4496098" y="2224546"/>
                  </a:lnTo>
                  <a:lnTo>
                    <a:pt x="4496285" y="2226169"/>
                  </a:lnTo>
                  <a:lnTo>
                    <a:pt x="4496472" y="2227533"/>
                  </a:lnTo>
                  <a:lnTo>
                    <a:pt x="4496659" y="2228844"/>
                  </a:lnTo>
                  <a:lnTo>
                    <a:pt x="4496846" y="2230100"/>
                  </a:lnTo>
                  <a:lnTo>
                    <a:pt x="4497033" y="2231585"/>
                  </a:lnTo>
                  <a:lnTo>
                    <a:pt x="4497220" y="2232919"/>
                  </a:lnTo>
                  <a:lnTo>
                    <a:pt x="4497406" y="2234352"/>
                  </a:lnTo>
                  <a:lnTo>
                    <a:pt x="4497593" y="2235594"/>
                  </a:lnTo>
                  <a:lnTo>
                    <a:pt x="4497780" y="2236385"/>
                  </a:lnTo>
                  <a:lnTo>
                    <a:pt x="4497967" y="2236885"/>
                  </a:lnTo>
                  <a:lnTo>
                    <a:pt x="4498154" y="2237750"/>
                  </a:lnTo>
                  <a:lnTo>
                    <a:pt x="4498341" y="2238544"/>
                  </a:lnTo>
                  <a:lnTo>
                    <a:pt x="4498528" y="2239304"/>
                  </a:lnTo>
                  <a:lnTo>
                    <a:pt x="4498715" y="2239526"/>
                  </a:lnTo>
                  <a:lnTo>
                    <a:pt x="4498902" y="2239906"/>
                  </a:lnTo>
                  <a:lnTo>
                    <a:pt x="4499089" y="2240269"/>
                  </a:lnTo>
                  <a:lnTo>
                    <a:pt x="4499276" y="2240786"/>
                  </a:lnTo>
                  <a:lnTo>
                    <a:pt x="4499463" y="2241657"/>
                  </a:lnTo>
                  <a:lnTo>
                    <a:pt x="4499650" y="2242545"/>
                  </a:lnTo>
                  <a:lnTo>
                    <a:pt x="4499836" y="2243288"/>
                  </a:lnTo>
                  <a:lnTo>
                    <a:pt x="4500023" y="2243794"/>
                  </a:lnTo>
                  <a:lnTo>
                    <a:pt x="4500210" y="2244128"/>
                  </a:lnTo>
                  <a:lnTo>
                    <a:pt x="4500397" y="2244640"/>
                  </a:lnTo>
                  <a:lnTo>
                    <a:pt x="4500584" y="2245053"/>
                  </a:lnTo>
                  <a:lnTo>
                    <a:pt x="4500771" y="2245754"/>
                  </a:lnTo>
                  <a:lnTo>
                    <a:pt x="4500958" y="2246926"/>
                  </a:lnTo>
                  <a:lnTo>
                    <a:pt x="4501145" y="2248081"/>
                  </a:lnTo>
                  <a:lnTo>
                    <a:pt x="4501332" y="2249401"/>
                  </a:lnTo>
                  <a:lnTo>
                    <a:pt x="4501519" y="2250845"/>
                  </a:lnTo>
                  <a:lnTo>
                    <a:pt x="4501706" y="2252265"/>
                  </a:lnTo>
                  <a:lnTo>
                    <a:pt x="4501893" y="2253936"/>
                  </a:lnTo>
                  <a:lnTo>
                    <a:pt x="4502079" y="2255387"/>
                  </a:lnTo>
                  <a:lnTo>
                    <a:pt x="4502266" y="2256484"/>
                  </a:lnTo>
                  <a:lnTo>
                    <a:pt x="4502453" y="2257650"/>
                  </a:lnTo>
                  <a:lnTo>
                    <a:pt x="4502640" y="2258942"/>
                  </a:lnTo>
                  <a:lnTo>
                    <a:pt x="4502827" y="2260616"/>
                  </a:lnTo>
                  <a:lnTo>
                    <a:pt x="4503014" y="2262377"/>
                  </a:lnTo>
                  <a:lnTo>
                    <a:pt x="4503201" y="2264550"/>
                  </a:lnTo>
                  <a:lnTo>
                    <a:pt x="4503388" y="2266799"/>
                  </a:lnTo>
                  <a:lnTo>
                    <a:pt x="4503575" y="2268948"/>
                  </a:lnTo>
                  <a:lnTo>
                    <a:pt x="4503762" y="2271440"/>
                  </a:lnTo>
                  <a:lnTo>
                    <a:pt x="4503949" y="2274134"/>
                  </a:lnTo>
                  <a:lnTo>
                    <a:pt x="4504136" y="2276215"/>
                  </a:lnTo>
                  <a:lnTo>
                    <a:pt x="4504323" y="2278257"/>
                  </a:lnTo>
                  <a:lnTo>
                    <a:pt x="4504509" y="2280541"/>
                  </a:lnTo>
                  <a:lnTo>
                    <a:pt x="4504696" y="2282937"/>
                  </a:lnTo>
                  <a:lnTo>
                    <a:pt x="4504883" y="2285454"/>
                  </a:lnTo>
                  <a:lnTo>
                    <a:pt x="4505070" y="2288241"/>
                  </a:lnTo>
                  <a:lnTo>
                    <a:pt x="4505257" y="2290945"/>
                  </a:lnTo>
                  <a:lnTo>
                    <a:pt x="4505444" y="2293874"/>
                  </a:lnTo>
                  <a:lnTo>
                    <a:pt x="4505631" y="2296755"/>
                  </a:lnTo>
                  <a:lnTo>
                    <a:pt x="4505818" y="2299402"/>
                  </a:lnTo>
                  <a:lnTo>
                    <a:pt x="4506005" y="2302045"/>
                  </a:lnTo>
                  <a:lnTo>
                    <a:pt x="4506192" y="2304823"/>
                  </a:lnTo>
                  <a:lnTo>
                    <a:pt x="4506379" y="2307993"/>
                  </a:lnTo>
                  <a:lnTo>
                    <a:pt x="4506566" y="2311167"/>
                  </a:lnTo>
                  <a:lnTo>
                    <a:pt x="4506753" y="2314490"/>
                  </a:lnTo>
                  <a:lnTo>
                    <a:pt x="4506939" y="2316931"/>
                  </a:lnTo>
                  <a:lnTo>
                    <a:pt x="4507126" y="2319603"/>
                  </a:lnTo>
                  <a:lnTo>
                    <a:pt x="4507313" y="2321627"/>
                  </a:lnTo>
                  <a:lnTo>
                    <a:pt x="4507500" y="2323886"/>
                  </a:lnTo>
                  <a:lnTo>
                    <a:pt x="4507687" y="2325962"/>
                  </a:lnTo>
                  <a:lnTo>
                    <a:pt x="4507874" y="2327744"/>
                  </a:lnTo>
                  <a:lnTo>
                    <a:pt x="4508061" y="2329540"/>
                  </a:lnTo>
                  <a:lnTo>
                    <a:pt x="4508248" y="2331293"/>
                  </a:lnTo>
                  <a:lnTo>
                    <a:pt x="4508435" y="2332978"/>
                  </a:lnTo>
                  <a:lnTo>
                    <a:pt x="4508622" y="2334643"/>
                  </a:lnTo>
                  <a:lnTo>
                    <a:pt x="4508809" y="2336198"/>
                  </a:lnTo>
                  <a:lnTo>
                    <a:pt x="4508996" y="2337629"/>
                  </a:lnTo>
                  <a:lnTo>
                    <a:pt x="4509182" y="2338857"/>
                  </a:lnTo>
                  <a:lnTo>
                    <a:pt x="4509369" y="2339975"/>
                  </a:lnTo>
                  <a:lnTo>
                    <a:pt x="4509556" y="2341087"/>
                  </a:lnTo>
                  <a:lnTo>
                    <a:pt x="4509743" y="2342033"/>
                  </a:lnTo>
                  <a:lnTo>
                    <a:pt x="4509930" y="2343142"/>
                  </a:lnTo>
                  <a:lnTo>
                    <a:pt x="4510117" y="2344056"/>
                  </a:lnTo>
                  <a:lnTo>
                    <a:pt x="4510304" y="2344984"/>
                  </a:lnTo>
                  <a:lnTo>
                    <a:pt x="4510491" y="2345698"/>
                  </a:lnTo>
                  <a:lnTo>
                    <a:pt x="4510678" y="2346855"/>
                  </a:lnTo>
                  <a:lnTo>
                    <a:pt x="4510865" y="2347696"/>
                  </a:lnTo>
                  <a:lnTo>
                    <a:pt x="4511052" y="2348833"/>
                  </a:lnTo>
                  <a:lnTo>
                    <a:pt x="4511239" y="2350047"/>
                  </a:lnTo>
                  <a:lnTo>
                    <a:pt x="4511426" y="2351255"/>
                  </a:lnTo>
                  <a:lnTo>
                    <a:pt x="4511612" y="2352596"/>
                  </a:lnTo>
                  <a:lnTo>
                    <a:pt x="4511799" y="2353883"/>
                  </a:lnTo>
                  <a:lnTo>
                    <a:pt x="4511986" y="2355080"/>
                  </a:lnTo>
                  <a:lnTo>
                    <a:pt x="4512173" y="2356251"/>
                  </a:lnTo>
                  <a:lnTo>
                    <a:pt x="4512360" y="2357278"/>
                  </a:lnTo>
                  <a:lnTo>
                    <a:pt x="4512547" y="2358245"/>
                  </a:lnTo>
                  <a:lnTo>
                    <a:pt x="4512734" y="2359212"/>
                  </a:lnTo>
                  <a:lnTo>
                    <a:pt x="4512921" y="2360010"/>
                  </a:lnTo>
                  <a:lnTo>
                    <a:pt x="4513108" y="2361037"/>
                  </a:lnTo>
                  <a:lnTo>
                    <a:pt x="4513295" y="2362197"/>
                  </a:lnTo>
                  <a:lnTo>
                    <a:pt x="4513482" y="2363454"/>
                  </a:lnTo>
                  <a:lnTo>
                    <a:pt x="4513669" y="2364382"/>
                  </a:lnTo>
                  <a:lnTo>
                    <a:pt x="4513856" y="2364752"/>
                  </a:lnTo>
                  <a:lnTo>
                    <a:pt x="4514042" y="2364843"/>
                  </a:lnTo>
                  <a:lnTo>
                    <a:pt x="4514229" y="2364716"/>
                  </a:lnTo>
                  <a:lnTo>
                    <a:pt x="4514416" y="2364430"/>
                  </a:lnTo>
                  <a:lnTo>
                    <a:pt x="4514603" y="2364086"/>
                  </a:lnTo>
                  <a:lnTo>
                    <a:pt x="4514790" y="2363314"/>
                  </a:lnTo>
                  <a:lnTo>
                    <a:pt x="4514977" y="2362962"/>
                  </a:lnTo>
                  <a:lnTo>
                    <a:pt x="4515164" y="2362543"/>
                  </a:lnTo>
                  <a:lnTo>
                    <a:pt x="4515351" y="2362062"/>
                  </a:lnTo>
                  <a:lnTo>
                    <a:pt x="4515538" y="2361546"/>
                  </a:lnTo>
                  <a:lnTo>
                    <a:pt x="4515725" y="2360902"/>
                  </a:lnTo>
                  <a:lnTo>
                    <a:pt x="4515912" y="2359844"/>
                  </a:lnTo>
                  <a:lnTo>
                    <a:pt x="4516099" y="2358666"/>
                  </a:lnTo>
                  <a:lnTo>
                    <a:pt x="4516285" y="2357488"/>
                  </a:lnTo>
                  <a:lnTo>
                    <a:pt x="4516472" y="2356459"/>
                  </a:lnTo>
                  <a:lnTo>
                    <a:pt x="4516659" y="2355376"/>
                  </a:lnTo>
                  <a:lnTo>
                    <a:pt x="4516846" y="2354515"/>
                  </a:lnTo>
                  <a:lnTo>
                    <a:pt x="4517033" y="2354037"/>
                  </a:lnTo>
                  <a:lnTo>
                    <a:pt x="4517220" y="2353593"/>
                  </a:lnTo>
                  <a:lnTo>
                    <a:pt x="4517407" y="2353095"/>
                  </a:lnTo>
                  <a:lnTo>
                    <a:pt x="4517594" y="2352597"/>
                  </a:lnTo>
                  <a:lnTo>
                    <a:pt x="4517781" y="2352252"/>
                  </a:lnTo>
                  <a:lnTo>
                    <a:pt x="4517968" y="2351942"/>
                  </a:lnTo>
                  <a:lnTo>
                    <a:pt x="4518155" y="2351338"/>
                  </a:lnTo>
                  <a:lnTo>
                    <a:pt x="4518342" y="2350753"/>
                  </a:lnTo>
                  <a:lnTo>
                    <a:pt x="4518529" y="2350364"/>
                  </a:lnTo>
                  <a:lnTo>
                    <a:pt x="4518715" y="2350132"/>
                  </a:lnTo>
                  <a:lnTo>
                    <a:pt x="4518902" y="2349800"/>
                  </a:lnTo>
                  <a:lnTo>
                    <a:pt x="4519089" y="2349407"/>
                  </a:lnTo>
                  <a:lnTo>
                    <a:pt x="4519276" y="2348991"/>
                  </a:lnTo>
                  <a:lnTo>
                    <a:pt x="4519463" y="2348689"/>
                  </a:lnTo>
                  <a:lnTo>
                    <a:pt x="4519650" y="2348495"/>
                  </a:lnTo>
                  <a:lnTo>
                    <a:pt x="4519837" y="2348370"/>
                  </a:lnTo>
                  <a:lnTo>
                    <a:pt x="4520024" y="2348346"/>
                  </a:lnTo>
                  <a:lnTo>
                    <a:pt x="4520211" y="2348181"/>
                  </a:lnTo>
                  <a:lnTo>
                    <a:pt x="4520398" y="2347901"/>
                  </a:lnTo>
                  <a:lnTo>
                    <a:pt x="4520585" y="2347464"/>
                  </a:lnTo>
                  <a:lnTo>
                    <a:pt x="4520772" y="2346993"/>
                  </a:lnTo>
                  <a:lnTo>
                    <a:pt x="4520958" y="2346663"/>
                  </a:lnTo>
                  <a:lnTo>
                    <a:pt x="4521145" y="2346333"/>
                  </a:lnTo>
                  <a:lnTo>
                    <a:pt x="4521332" y="2346094"/>
                  </a:lnTo>
                  <a:lnTo>
                    <a:pt x="4521519" y="2345838"/>
                  </a:lnTo>
                  <a:lnTo>
                    <a:pt x="4521706" y="2345673"/>
                  </a:lnTo>
                  <a:lnTo>
                    <a:pt x="4521893" y="2345623"/>
                  </a:lnTo>
                  <a:lnTo>
                    <a:pt x="4522080" y="2345788"/>
                  </a:lnTo>
                  <a:lnTo>
                    <a:pt x="4522267" y="2345953"/>
                  </a:lnTo>
                  <a:lnTo>
                    <a:pt x="4522454" y="2346003"/>
                  </a:lnTo>
                  <a:lnTo>
                    <a:pt x="4522641" y="2346143"/>
                  </a:lnTo>
                  <a:lnTo>
                    <a:pt x="4522828" y="2346143"/>
                  </a:lnTo>
                  <a:lnTo>
                    <a:pt x="4523015" y="2346061"/>
                  </a:lnTo>
                  <a:lnTo>
                    <a:pt x="4523202" y="2345912"/>
                  </a:lnTo>
                  <a:lnTo>
                    <a:pt x="4523388" y="2345854"/>
                  </a:lnTo>
                  <a:lnTo>
                    <a:pt x="4523575" y="2345739"/>
                  </a:lnTo>
                  <a:lnTo>
                    <a:pt x="4523762" y="2345318"/>
                  </a:lnTo>
                  <a:lnTo>
                    <a:pt x="4523949" y="2344757"/>
                  </a:lnTo>
                  <a:lnTo>
                    <a:pt x="4524136" y="2344369"/>
                  </a:lnTo>
                  <a:lnTo>
                    <a:pt x="4524323" y="2344130"/>
                  </a:lnTo>
                  <a:lnTo>
                    <a:pt x="4524510" y="2343800"/>
                  </a:lnTo>
                  <a:lnTo>
                    <a:pt x="4524697" y="2343437"/>
                  </a:lnTo>
                  <a:lnTo>
                    <a:pt x="4524884" y="2342801"/>
                  </a:lnTo>
                  <a:lnTo>
                    <a:pt x="4525071" y="2341324"/>
                  </a:lnTo>
                  <a:lnTo>
                    <a:pt x="4525258" y="2339113"/>
                  </a:lnTo>
                  <a:lnTo>
                    <a:pt x="4525445" y="2335391"/>
                  </a:lnTo>
                  <a:lnTo>
                    <a:pt x="4525632" y="2332044"/>
                  </a:lnTo>
                  <a:lnTo>
                    <a:pt x="4525818" y="2328616"/>
                  </a:lnTo>
                  <a:lnTo>
                    <a:pt x="4526005" y="2325154"/>
                  </a:lnTo>
                  <a:lnTo>
                    <a:pt x="4526192" y="2321629"/>
                  </a:lnTo>
                  <a:lnTo>
                    <a:pt x="4526379" y="2317990"/>
                  </a:lnTo>
                  <a:lnTo>
                    <a:pt x="4526566" y="2314045"/>
                  </a:lnTo>
                  <a:lnTo>
                    <a:pt x="4526753" y="2309848"/>
                  </a:lnTo>
                  <a:lnTo>
                    <a:pt x="4526940" y="2304509"/>
                  </a:lnTo>
                  <a:lnTo>
                    <a:pt x="4527127" y="2298320"/>
                  </a:lnTo>
                  <a:lnTo>
                    <a:pt x="4527314" y="2293510"/>
                  </a:lnTo>
                  <a:lnTo>
                    <a:pt x="4527501" y="2288392"/>
                  </a:lnTo>
                  <a:lnTo>
                    <a:pt x="4527688" y="2283263"/>
                  </a:lnTo>
                  <a:lnTo>
                    <a:pt x="4527875" y="2278357"/>
                  </a:lnTo>
                  <a:lnTo>
                    <a:pt x="4528061" y="2273783"/>
                  </a:lnTo>
                  <a:lnTo>
                    <a:pt x="4528248" y="2270634"/>
                  </a:lnTo>
                  <a:lnTo>
                    <a:pt x="4528435" y="2268657"/>
                  </a:lnTo>
                  <a:lnTo>
                    <a:pt x="4528622" y="2267315"/>
                  </a:lnTo>
                  <a:lnTo>
                    <a:pt x="4528809" y="2265723"/>
                  </a:lnTo>
                  <a:lnTo>
                    <a:pt x="4528996" y="2264088"/>
                  </a:lnTo>
                  <a:lnTo>
                    <a:pt x="4529183" y="2262403"/>
                  </a:lnTo>
                  <a:lnTo>
                    <a:pt x="4529370" y="2260789"/>
                  </a:lnTo>
                  <a:lnTo>
                    <a:pt x="4529557" y="2258919"/>
                  </a:lnTo>
                  <a:lnTo>
                    <a:pt x="4529744" y="2257026"/>
                  </a:lnTo>
                  <a:lnTo>
                    <a:pt x="4529931" y="2255185"/>
                  </a:lnTo>
                  <a:lnTo>
                    <a:pt x="4530118" y="2253307"/>
                  </a:lnTo>
                  <a:lnTo>
                    <a:pt x="4530305" y="2251598"/>
                  </a:lnTo>
                  <a:lnTo>
                    <a:pt x="4530491" y="2250094"/>
                  </a:lnTo>
                  <a:lnTo>
                    <a:pt x="4530678" y="2248660"/>
                  </a:lnTo>
                  <a:lnTo>
                    <a:pt x="4530865" y="2247051"/>
                  </a:lnTo>
                  <a:lnTo>
                    <a:pt x="4531052" y="2245303"/>
                  </a:lnTo>
                  <a:lnTo>
                    <a:pt x="4531239" y="2243401"/>
                  </a:lnTo>
                  <a:lnTo>
                    <a:pt x="4531426" y="2241372"/>
                  </a:lnTo>
                  <a:lnTo>
                    <a:pt x="4531613" y="2239584"/>
                  </a:lnTo>
                  <a:lnTo>
                    <a:pt x="4531800" y="2238083"/>
                  </a:lnTo>
                  <a:lnTo>
                    <a:pt x="4531987" y="2236736"/>
                  </a:lnTo>
                  <a:lnTo>
                    <a:pt x="4532174" y="2235290"/>
                  </a:lnTo>
                  <a:lnTo>
                    <a:pt x="4532361" y="2234039"/>
                  </a:lnTo>
                  <a:lnTo>
                    <a:pt x="4532548" y="2232589"/>
                  </a:lnTo>
                  <a:lnTo>
                    <a:pt x="4532735" y="2231098"/>
                  </a:lnTo>
                  <a:lnTo>
                    <a:pt x="4532921" y="2229496"/>
                  </a:lnTo>
                  <a:lnTo>
                    <a:pt x="4533108" y="2227849"/>
                  </a:lnTo>
                  <a:lnTo>
                    <a:pt x="4533295" y="2226017"/>
                  </a:lnTo>
                  <a:lnTo>
                    <a:pt x="4533482" y="2224201"/>
                  </a:lnTo>
                  <a:lnTo>
                    <a:pt x="4533669" y="2222573"/>
                  </a:lnTo>
                  <a:lnTo>
                    <a:pt x="4533856" y="2220961"/>
                  </a:lnTo>
                  <a:lnTo>
                    <a:pt x="4534043" y="2219698"/>
                  </a:lnTo>
                  <a:lnTo>
                    <a:pt x="4534230" y="2218423"/>
                  </a:lnTo>
                  <a:lnTo>
                    <a:pt x="4534417" y="2216794"/>
                  </a:lnTo>
                  <a:lnTo>
                    <a:pt x="4534604" y="2215183"/>
                  </a:lnTo>
                  <a:lnTo>
                    <a:pt x="4534791" y="2213468"/>
                  </a:lnTo>
                  <a:lnTo>
                    <a:pt x="4534978" y="2211707"/>
                  </a:lnTo>
                  <a:lnTo>
                    <a:pt x="4535164" y="2210282"/>
                  </a:lnTo>
                  <a:lnTo>
                    <a:pt x="4535351" y="2209132"/>
                  </a:lnTo>
                  <a:lnTo>
                    <a:pt x="4535538" y="2208452"/>
                  </a:lnTo>
                  <a:lnTo>
                    <a:pt x="4535725" y="2207665"/>
                  </a:lnTo>
                  <a:lnTo>
                    <a:pt x="4535912" y="2207549"/>
                  </a:lnTo>
                  <a:lnTo>
                    <a:pt x="4536099" y="2208132"/>
                  </a:lnTo>
                  <a:lnTo>
                    <a:pt x="4536286" y="2208508"/>
                  </a:lnTo>
                  <a:lnTo>
                    <a:pt x="4536473" y="2208253"/>
                  </a:lnTo>
                  <a:lnTo>
                    <a:pt x="4536660" y="2207759"/>
                  </a:lnTo>
                  <a:lnTo>
                    <a:pt x="4536847" y="2207381"/>
                  </a:lnTo>
                  <a:lnTo>
                    <a:pt x="4537034" y="2207542"/>
                  </a:lnTo>
                  <a:lnTo>
                    <a:pt x="4537221" y="2207656"/>
                  </a:lnTo>
                  <a:lnTo>
                    <a:pt x="4537408" y="2208045"/>
                  </a:lnTo>
                  <a:lnTo>
                    <a:pt x="4537594" y="2208176"/>
                  </a:lnTo>
                  <a:lnTo>
                    <a:pt x="4537781" y="2207663"/>
                  </a:lnTo>
                  <a:lnTo>
                    <a:pt x="4537968" y="2207210"/>
                  </a:lnTo>
                  <a:lnTo>
                    <a:pt x="4538155" y="2206577"/>
                  </a:lnTo>
                  <a:lnTo>
                    <a:pt x="4538342" y="2205700"/>
                  </a:lnTo>
                  <a:lnTo>
                    <a:pt x="4538529" y="2204646"/>
                  </a:lnTo>
                  <a:lnTo>
                    <a:pt x="4538716" y="2203193"/>
                  </a:lnTo>
                  <a:lnTo>
                    <a:pt x="4538903" y="2201357"/>
                  </a:lnTo>
                  <a:lnTo>
                    <a:pt x="4539090" y="2199818"/>
                  </a:lnTo>
                  <a:lnTo>
                    <a:pt x="4539277" y="2198266"/>
                  </a:lnTo>
                  <a:lnTo>
                    <a:pt x="4539464" y="2196782"/>
                  </a:lnTo>
                  <a:lnTo>
                    <a:pt x="4539651" y="2195258"/>
                  </a:lnTo>
                  <a:lnTo>
                    <a:pt x="4539837" y="2193595"/>
                  </a:lnTo>
                  <a:lnTo>
                    <a:pt x="4540024" y="2191629"/>
                  </a:lnTo>
                  <a:lnTo>
                    <a:pt x="4540211" y="2189278"/>
                  </a:lnTo>
                  <a:lnTo>
                    <a:pt x="4540398" y="2187167"/>
                  </a:lnTo>
                  <a:lnTo>
                    <a:pt x="4540585" y="2184963"/>
                  </a:lnTo>
                  <a:lnTo>
                    <a:pt x="4540772" y="2182761"/>
                  </a:lnTo>
                  <a:lnTo>
                    <a:pt x="4540959" y="2180492"/>
                  </a:lnTo>
                  <a:lnTo>
                    <a:pt x="4541146" y="2178197"/>
                  </a:lnTo>
                  <a:lnTo>
                    <a:pt x="4541333" y="2175786"/>
                  </a:lnTo>
                  <a:lnTo>
                    <a:pt x="4541520" y="2173689"/>
                  </a:lnTo>
                  <a:lnTo>
                    <a:pt x="4541707" y="2171724"/>
                  </a:lnTo>
                  <a:lnTo>
                    <a:pt x="4541894" y="2169742"/>
                  </a:lnTo>
                  <a:lnTo>
                    <a:pt x="4542081" y="2167693"/>
                  </a:lnTo>
                  <a:lnTo>
                    <a:pt x="4542267" y="2165645"/>
                  </a:lnTo>
                  <a:lnTo>
                    <a:pt x="4542454" y="2163594"/>
                  </a:lnTo>
                  <a:lnTo>
                    <a:pt x="4542641" y="2161738"/>
                  </a:lnTo>
                  <a:lnTo>
                    <a:pt x="4542828" y="2160056"/>
                  </a:lnTo>
                  <a:lnTo>
                    <a:pt x="4543015" y="2158688"/>
                  </a:lnTo>
                  <a:lnTo>
                    <a:pt x="4543202" y="2157779"/>
                  </a:lnTo>
                  <a:lnTo>
                    <a:pt x="4543389" y="2156905"/>
                  </a:lnTo>
                  <a:lnTo>
                    <a:pt x="4543576" y="2156055"/>
                  </a:lnTo>
                  <a:lnTo>
                    <a:pt x="4543763" y="2155119"/>
                  </a:lnTo>
                  <a:lnTo>
                    <a:pt x="4543950" y="2154115"/>
                  </a:lnTo>
                  <a:lnTo>
                    <a:pt x="4544137" y="2153177"/>
                  </a:lnTo>
                  <a:lnTo>
                    <a:pt x="4544324" y="2151874"/>
                  </a:lnTo>
                  <a:lnTo>
                    <a:pt x="4544511" y="2150764"/>
                  </a:lnTo>
                  <a:lnTo>
                    <a:pt x="4544697" y="2149546"/>
                  </a:lnTo>
                  <a:lnTo>
                    <a:pt x="4544884" y="2147723"/>
                  </a:lnTo>
                  <a:lnTo>
                    <a:pt x="4545071" y="2144859"/>
                  </a:lnTo>
                  <a:lnTo>
                    <a:pt x="4545258" y="2142169"/>
                  </a:lnTo>
                  <a:lnTo>
                    <a:pt x="4545445" y="2140065"/>
                  </a:lnTo>
                  <a:lnTo>
                    <a:pt x="4545632" y="2138159"/>
                  </a:lnTo>
                  <a:lnTo>
                    <a:pt x="4545819" y="2136401"/>
                  </a:lnTo>
                  <a:lnTo>
                    <a:pt x="4546006" y="2134908"/>
                  </a:lnTo>
                  <a:lnTo>
                    <a:pt x="4546193" y="2133257"/>
                  </a:lnTo>
                  <a:lnTo>
                    <a:pt x="4546380" y="2131879"/>
                  </a:lnTo>
                  <a:lnTo>
                    <a:pt x="4546567" y="2130716"/>
                  </a:lnTo>
                  <a:lnTo>
                    <a:pt x="4546754" y="2130181"/>
                  </a:lnTo>
                  <a:lnTo>
                    <a:pt x="4546940" y="2129888"/>
                  </a:lnTo>
                  <a:lnTo>
                    <a:pt x="4547127" y="2129856"/>
                  </a:lnTo>
                  <a:lnTo>
                    <a:pt x="4547314" y="2129783"/>
                  </a:lnTo>
                  <a:lnTo>
                    <a:pt x="4547501" y="2129713"/>
                  </a:lnTo>
                  <a:lnTo>
                    <a:pt x="4547688" y="2129513"/>
                  </a:lnTo>
                  <a:lnTo>
                    <a:pt x="4547875" y="2129199"/>
                  </a:lnTo>
                  <a:lnTo>
                    <a:pt x="4548062" y="2128620"/>
                  </a:lnTo>
                  <a:lnTo>
                    <a:pt x="4548249" y="2128071"/>
                  </a:lnTo>
                  <a:lnTo>
                    <a:pt x="4548436" y="2127541"/>
                  </a:lnTo>
                  <a:lnTo>
                    <a:pt x="4548623" y="2126998"/>
                  </a:lnTo>
                  <a:lnTo>
                    <a:pt x="4548810" y="2126491"/>
                  </a:lnTo>
                  <a:lnTo>
                    <a:pt x="4548997" y="2125965"/>
                  </a:lnTo>
                  <a:lnTo>
                    <a:pt x="4549184" y="2125448"/>
                  </a:lnTo>
                  <a:lnTo>
                    <a:pt x="4549370" y="2125020"/>
                  </a:lnTo>
                  <a:lnTo>
                    <a:pt x="4549557" y="2124740"/>
                  </a:lnTo>
                  <a:lnTo>
                    <a:pt x="4549744" y="2124360"/>
                  </a:lnTo>
                  <a:lnTo>
                    <a:pt x="4549931" y="2123928"/>
                  </a:lnTo>
                  <a:lnTo>
                    <a:pt x="4550118" y="2123499"/>
                  </a:lnTo>
                  <a:lnTo>
                    <a:pt x="4550305" y="2123006"/>
                  </a:lnTo>
                  <a:lnTo>
                    <a:pt x="4550492" y="2122427"/>
                  </a:lnTo>
                  <a:lnTo>
                    <a:pt x="4550679" y="2121706"/>
                  </a:lnTo>
                  <a:lnTo>
                    <a:pt x="4550866" y="2121066"/>
                  </a:lnTo>
                  <a:lnTo>
                    <a:pt x="4551053" y="2120776"/>
                  </a:lnTo>
                  <a:lnTo>
                    <a:pt x="4551240" y="2120870"/>
                  </a:lnTo>
                  <a:lnTo>
                    <a:pt x="4551427" y="2120528"/>
                  </a:lnTo>
                  <a:lnTo>
                    <a:pt x="4551614" y="2120282"/>
                  </a:lnTo>
                  <a:lnTo>
                    <a:pt x="4551800" y="2120002"/>
                  </a:lnTo>
                  <a:lnTo>
                    <a:pt x="4551987" y="2119928"/>
                  </a:lnTo>
                  <a:lnTo>
                    <a:pt x="4552174" y="2120069"/>
                  </a:lnTo>
                  <a:lnTo>
                    <a:pt x="4552361" y="2119654"/>
                  </a:lnTo>
                  <a:lnTo>
                    <a:pt x="4552548" y="2119602"/>
                  </a:lnTo>
                  <a:lnTo>
                    <a:pt x="4552735" y="2119239"/>
                  </a:lnTo>
                  <a:lnTo>
                    <a:pt x="4552922" y="2118829"/>
                  </a:lnTo>
                  <a:lnTo>
                    <a:pt x="4553109" y="2118542"/>
                  </a:lnTo>
                  <a:lnTo>
                    <a:pt x="4553296" y="2118398"/>
                  </a:lnTo>
                  <a:lnTo>
                    <a:pt x="4553483" y="2118195"/>
                  </a:lnTo>
                  <a:lnTo>
                    <a:pt x="4553670" y="2118140"/>
                  </a:lnTo>
                  <a:lnTo>
                    <a:pt x="4553857" y="2117825"/>
                  </a:lnTo>
                  <a:lnTo>
                    <a:pt x="4554043" y="2117589"/>
                  </a:lnTo>
                  <a:lnTo>
                    <a:pt x="4554230" y="2117312"/>
                  </a:lnTo>
                  <a:lnTo>
                    <a:pt x="4554417" y="2116452"/>
                  </a:lnTo>
                  <a:lnTo>
                    <a:pt x="4554604" y="2115576"/>
                  </a:lnTo>
                  <a:lnTo>
                    <a:pt x="4554791" y="2114754"/>
                  </a:lnTo>
                  <a:lnTo>
                    <a:pt x="4554978" y="2113989"/>
                  </a:lnTo>
                  <a:lnTo>
                    <a:pt x="4555165" y="2113055"/>
                  </a:lnTo>
                  <a:lnTo>
                    <a:pt x="4555352" y="2112128"/>
                  </a:lnTo>
                  <a:lnTo>
                    <a:pt x="4555539" y="2111881"/>
                  </a:lnTo>
                  <a:lnTo>
                    <a:pt x="4555726" y="2111534"/>
                  </a:lnTo>
                  <a:lnTo>
                    <a:pt x="4555913" y="2110785"/>
                  </a:lnTo>
                  <a:lnTo>
                    <a:pt x="4556100" y="2109870"/>
                  </a:lnTo>
                  <a:lnTo>
                    <a:pt x="4556287" y="2109047"/>
                  </a:lnTo>
                  <a:lnTo>
                    <a:pt x="4556473" y="2108284"/>
                  </a:lnTo>
                  <a:lnTo>
                    <a:pt x="4556660" y="2107545"/>
                  </a:lnTo>
                  <a:lnTo>
                    <a:pt x="4556847" y="2106692"/>
                  </a:lnTo>
                  <a:lnTo>
                    <a:pt x="4557034" y="2105780"/>
                  </a:lnTo>
                  <a:lnTo>
                    <a:pt x="4557221" y="2104939"/>
                  </a:lnTo>
                  <a:lnTo>
                    <a:pt x="4557408" y="2104137"/>
                  </a:lnTo>
                  <a:lnTo>
                    <a:pt x="4557595" y="2103477"/>
                  </a:lnTo>
                  <a:lnTo>
                    <a:pt x="4557782" y="2103089"/>
                  </a:lnTo>
                  <a:lnTo>
                    <a:pt x="4557969" y="2102990"/>
                  </a:lnTo>
                  <a:lnTo>
                    <a:pt x="4558156" y="2102990"/>
                  </a:lnTo>
                  <a:lnTo>
                    <a:pt x="4558343" y="2102990"/>
                  </a:lnTo>
                  <a:lnTo>
                    <a:pt x="4558530" y="2103065"/>
                  </a:lnTo>
                  <a:lnTo>
                    <a:pt x="4558716" y="2103263"/>
                  </a:lnTo>
                  <a:lnTo>
                    <a:pt x="4558903" y="2103593"/>
                  </a:lnTo>
                  <a:lnTo>
                    <a:pt x="4559090" y="2103865"/>
                  </a:lnTo>
                  <a:lnTo>
                    <a:pt x="4559277" y="2103824"/>
                  </a:lnTo>
                  <a:lnTo>
                    <a:pt x="4559464" y="2103659"/>
                  </a:lnTo>
                  <a:lnTo>
                    <a:pt x="4559651" y="2103494"/>
                  </a:lnTo>
                  <a:lnTo>
                    <a:pt x="4559838" y="2103543"/>
                  </a:lnTo>
                  <a:lnTo>
                    <a:pt x="4560025" y="2103667"/>
                  </a:lnTo>
                  <a:lnTo>
                    <a:pt x="4560212" y="2103832"/>
                  </a:lnTo>
                  <a:lnTo>
                    <a:pt x="4560399" y="2104080"/>
                  </a:lnTo>
                  <a:lnTo>
                    <a:pt x="4560586" y="2104525"/>
                  </a:lnTo>
                  <a:lnTo>
                    <a:pt x="4560773" y="2104839"/>
                  </a:lnTo>
                  <a:lnTo>
                    <a:pt x="4560960" y="2104946"/>
                  </a:lnTo>
                  <a:lnTo>
                    <a:pt x="4561146" y="2105367"/>
                  </a:lnTo>
                  <a:lnTo>
                    <a:pt x="4561333" y="2106002"/>
                  </a:lnTo>
                  <a:lnTo>
                    <a:pt x="4561520" y="2106778"/>
                  </a:lnTo>
                  <a:lnTo>
                    <a:pt x="4561707" y="2107438"/>
                  </a:lnTo>
                  <a:lnTo>
                    <a:pt x="4561894" y="2108156"/>
                  </a:lnTo>
                  <a:lnTo>
                    <a:pt x="4562081" y="2109105"/>
                  </a:lnTo>
                  <a:lnTo>
                    <a:pt x="4562268" y="2110236"/>
                  </a:lnTo>
                  <a:lnTo>
                    <a:pt x="4562455" y="2112249"/>
                  </a:lnTo>
                  <a:lnTo>
                    <a:pt x="4562642" y="2115121"/>
                  </a:lnTo>
                  <a:lnTo>
                    <a:pt x="4562829" y="2119469"/>
                  </a:lnTo>
                  <a:lnTo>
                    <a:pt x="4563016" y="2123641"/>
                  </a:lnTo>
                  <a:lnTo>
                    <a:pt x="4563203" y="2127895"/>
                  </a:lnTo>
                  <a:lnTo>
                    <a:pt x="4563390" y="2132050"/>
                  </a:lnTo>
                  <a:lnTo>
                    <a:pt x="4563576" y="2136310"/>
                  </a:lnTo>
                  <a:lnTo>
                    <a:pt x="4563763" y="2141120"/>
                  </a:lnTo>
                  <a:lnTo>
                    <a:pt x="4563950" y="2146328"/>
                  </a:lnTo>
                  <a:lnTo>
                    <a:pt x="4564137" y="2152010"/>
                  </a:lnTo>
                  <a:lnTo>
                    <a:pt x="4564324" y="2158636"/>
                  </a:lnTo>
                  <a:lnTo>
                    <a:pt x="4564511" y="2166079"/>
                  </a:lnTo>
                  <a:lnTo>
                    <a:pt x="4564698" y="2172325"/>
                  </a:lnTo>
                  <a:lnTo>
                    <a:pt x="4564885" y="2178929"/>
                  </a:lnTo>
                  <a:lnTo>
                    <a:pt x="4565072" y="2185584"/>
                  </a:lnTo>
                  <a:lnTo>
                    <a:pt x="4565259" y="2192100"/>
                  </a:lnTo>
                  <a:lnTo>
                    <a:pt x="4565446" y="2198357"/>
                  </a:lnTo>
                  <a:lnTo>
                    <a:pt x="4565633" y="2203404"/>
                  </a:lnTo>
                  <a:lnTo>
                    <a:pt x="4565819" y="2207287"/>
                  </a:lnTo>
                  <a:lnTo>
                    <a:pt x="4566006" y="2210609"/>
                  </a:lnTo>
                  <a:lnTo>
                    <a:pt x="4566193" y="2214405"/>
                  </a:lnTo>
                  <a:lnTo>
                    <a:pt x="4566380" y="2218268"/>
                  </a:lnTo>
                  <a:lnTo>
                    <a:pt x="4566567" y="2222000"/>
                  </a:lnTo>
                  <a:lnTo>
                    <a:pt x="4566754" y="2225558"/>
                  </a:lnTo>
                  <a:lnTo>
                    <a:pt x="4566941" y="2229164"/>
                  </a:lnTo>
                  <a:lnTo>
                    <a:pt x="4567128" y="2232628"/>
                  </a:lnTo>
                  <a:lnTo>
                    <a:pt x="4567315" y="2235941"/>
                  </a:lnTo>
                  <a:lnTo>
                    <a:pt x="4567502" y="2239276"/>
                  </a:lnTo>
                  <a:lnTo>
                    <a:pt x="4567689" y="2242391"/>
                  </a:lnTo>
                  <a:lnTo>
                    <a:pt x="4567876" y="2245215"/>
                  </a:lnTo>
                  <a:lnTo>
                    <a:pt x="4568063" y="2247960"/>
                  </a:lnTo>
                  <a:lnTo>
                    <a:pt x="4568249" y="2250681"/>
                  </a:lnTo>
                  <a:lnTo>
                    <a:pt x="4568436" y="2253410"/>
                  </a:lnTo>
                  <a:lnTo>
                    <a:pt x="4568623" y="2256202"/>
                  </a:lnTo>
                  <a:lnTo>
                    <a:pt x="4568810" y="2258941"/>
                  </a:lnTo>
                  <a:lnTo>
                    <a:pt x="4568997" y="2261363"/>
                  </a:lnTo>
                  <a:lnTo>
                    <a:pt x="4569184" y="2263498"/>
                  </a:lnTo>
                  <a:lnTo>
                    <a:pt x="4569371" y="2265206"/>
                  </a:lnTo>
                  <a:lnTo>
                    <a:pt x="4569558" y="2266898"/>
                  </a:lnTo>
                  <a:lnTo>
                    <a:pt x="4569745" y="2267984"/>
                  </a:lnTo>
                  <a:lnTo>
                    <a:pt x="4569932" y="2268939"/>
                  </a:lnTo>
                  <a:lnTo>
                    <a:pt x="4570119" y="2269746"/>
                  </a:lnTo>
                  <a:lnTo>
                    <a:pt x="4570306" y="2270524"/>
                  </a:lnTo>
                  <a:lnTo>
                    <a:pt x="4570492" y="2271464"/>
                  </a:lnTo>
                  <a:lnTo>
                    <a:pt x="4570679" y="2272771"/>
                  </a:lnTo>
                  <a:lnTo>
                    <a:pt x="4570866" y="2274015"/>
                  </a:lnTo>
                  <a:lnTo>
                    <a:pt x="4571053" y="2275096"/>
                  </a:lnTo>
                  <a:lnTo>
                    <a:pt x="4571240" y="2276107"/>
                  </a:lnTo>
                  <a:lnTo>
                    <a:pt x="4571427" y="2276757"/>
                  </a:lnTo>
                  <a:lnTo>
                    <a:pt x="4571614" y="2277601"/>
                  </a:lnTo>
                  <a:lnTo>
                    <a:pt x="4571801" y="2278946"/>
                  </a:lnTo>
                  <a:lnTo>
                    <a:pt x="4571988" y="2280334"/>
                  </a:lnTo>
                  <a:lnTo>
                    <a:pt x="4572175" y="2281785"/>
                  </a:lnTo>
                  <a:lnTo>
                    <a:pt x="4572362" y="2283500"/>
                  </a:lnTo>
                  <a:lnTo>
                    <a:pt x="4572549" y="2285096"/>
                  </a:lnTo>
                  <a:lnTo>
                    <a:pt x="4572736" y="2286582"/>
                  </a:lnTo>
                  <a:lnTo>
                    <a:pt x="4572922" y="2288030"/>
                  </a:lnTo>
                  <a:lnTo>
                    <a:pt x="4573109" y="2289616"/>
                  </a:lnTo>
                  <a:lnTo>
                    <a:pt x="4573296" y="2290457"/>
                  </a:lnTo>
                  <a:lnTo>
                    <a:pt x="4573483" y="2291063"/>
                  </a:lnTo>
                  <a:lnTo>
                    <a:pt x="4573670" y="2291834"/>
                  </a:lnTo>
                  <a:lnTo>
                    <a:pt x="4573857" y="2293063"/>
                  </a:lnTo>
                  <a:lnTo>
                    <a:pt x="4574044" y="2294475"/>
                  </a:lnTo>
                  <a:lnTo>
                    <a:pt x="4574231" y="2295773"/>
                  </a:lnTo>
                  <a:lnTo>
                    <a:pt x="4574418" y="2296530"/>
                  </a:lnTo>
                  <a:lnTo>
                    <a:pt x="4574605" y="2297432"/>
                  </a:lnTo>
                  <a:lnTo>
                    <a:pt x="4574792" y="2298022"/>
                  </a:lnTo>
                  <a:lnTo>
                    <a:pt x="4574979" y="2298778"/>
                  </a:lnTo>
                  <a:lnTo>
                    <a:pt x="4575166" y="2300009"/>
                  </a:lnTo>
                  <a:lnTo>
                    <a:pt x="4575352" y="2301402"/>
                  </a:lnTo>
                  <a:lnTo>
                    <a:pt x="4575539" y="2302498"/>
                  </a:lnTo>
                  <a:lnTo>
                    <a:pt x="4575726" y="2303359"/>
                  </a:lnTo>
                  <a:lnTo>
                    <a:pt x="4575913" y="2304470"/>
                  </a:lnTo>
                  <a:lnTo>
                    <a:pt x="4576100" y="2306014"/>
                  </a:lnTo>
                  <a:lnTo>
                    <a:pt x="4576287" y="2307850"/>
                  </a:lnTo>
                  <a:lnTo>
                    <a:pt x="4576474" y="2309406"/>
                  </a:lnTo>
                  <a:lnTo>
                    <a:pt x="4576661" y="2311243"/>
                  </a:lnTo>
                  <a:lnTo>
                    <a:pt x="4576848" y="2313099"/>
                  </a:lnTo>
                  <a:lnTo>
                    <a:pt x="4577035" y="2314930"/>
                  </a:lnTo>
                  <a:lnTo>
                    <a:pt x="4577222" y="2316833"/>
                  </a:lnTo>
                  <a:lnTo>
                    <a:pt x="4577409" y="2318642"/>
                  </a:lnTo>
                  <a:lnTo>
                    <a:pt x="4577595" y="2320796"/>
                  </a:lnTo>
                  <a:lnTo>
                    <a:pt x="4577782" y="2322725"/>
                  </a:lnTo>
                  <a:lnTo>
                    <a:pt x="4577969" y="2324819"/>
                  </a:lnTo>
                  <a:lnTo>
                    <a:pt x="4578156" y="2326964"/>
                  </a:lnTo>
                  <a:lnTo>
                    <a:pt x="4578343" y="2329258"/>
                  </a:lnTo>
                  <a:lnTo>
                    <a:pt x="4578530" y="2331611"/>
                  </a:lnTo>
                  <a:lnTo>
                    <a:pt x="4578717" y="2334051"/>
                  </a:lnTo>
                  <a:lnTo>
                    <a:pt x="4578904" y="2336178"/>
                  </a:lnTo>
                  <a:lnTo>
                    <a:pt x="4579091" y="2338172"/>
                  </a:lnTo>
                  <a:lnTo>
                    <a:pt x="4579278" y="2340183"/>
                  </a:lnTo>
                  <a:lnTo>
                    <a:pt x="4579465" y="2342155"/>
                  </a:lnTo>
                  <a:lnTo>
                    <a:pt x="4579652" y="2344028"/>
                  </a:lnTo>
                  <a:lnTo>
                    <a:pt x="4579839" y="2345774"/>
                  </a:lnTo>
                  <a:lnTo>
                    <a:pt x="4580025" y="2347505"/>
                  </a:lnTo>
                  <a:lnTo>
                    <a:pt x="4580212" y="2349125"/>
                  </a:lnTo>
                  <a:lnTo>
                    <a:pt x="4580399" y="2350791"/>
                  </a:lnTo>
                  <a:lnTo>
                    <a:pt x="4580586" y="2352448"/>
                  </a:lnTo>
                  <a:lnTo>
                    <a:pt x="4580773" y="2353603"/>
                  </a:lnTo>
                  <a:lnTo>
                    <a:pt x="4580960" y="2354354"/>
                  </a:lnTo>
                  <a:lnTo>
                    <a:pt x="4581147" y="2355100"/>
                  </a:lnTo>
                  <a:lnTo>
                    <a:pt x="4581334" y="2355691"/>
                  </a:lnTo>
                  <a:lnTo>
                    <a:pt x="4581521" y="2356135"/>
                  </a:lnTo>
                  <a:lnTo>
                    <a:pt x="4581708" y="2356942"/>
                  </a:lnTo>
                  <a:lnTo>
                    <a:pt x="4581895" y="2357408"/>
                  </a:lnTo>
                  <a:lnTo>
                    <a:pt x="4582082" y="2358434"/>
                  </a:lnTo>
                  <a:lnTo>
                    <a:pt x="4582269" y="2360091"/>
                  </a:lnTo>
                  <a:lnTo>
                    <a:pt x="4582455" y="2362824"/>
                  </a:lnTo>
                  <a:lnTo>
                    <a:pt x="4582642" y="2365392"/>
                  </a:lnTo>
                  <a:lnTo>
                    <a:pt x="4582829" y="2367374"/>
                  </a:lnTo>
                  <a:lnTo>
                    <a:pt x="4583016" y="2369173"/>
                  </a:lnTo>
                  <a:lnTo>
                    <a:pt x="4583203" y="2370763"/>
                  </a:lnTo>
                  <a:lnTo>
                    <a:pt x="4583390" y="2372089"/>
                  </a:lnTo>
                  <a:lnTo>
                    <a:pt x="4583577" y="2373572"/>
                  </a:lnTo>
                  <a:lnTo>
                    <a:pt x="4583764" y="2374970"/>
                  </a:lnTo>
                  <a:lnTo>
                    <a:pt x="4583951" y="2376224"/>
                  </a:lnTo>
                  <a:lnTo>
                    <a:pt x="4584138" y="2376833"/>
                  </a:lnTo>
                  <a:lnTo>
                    <a:pt x="4584325" y="2377078"/>
                  </a:lnTo>
                  <a:lnTo>
                    <a:pt x="4584512" y="2377064"/>
                  </a:lnTo>
                  <a:lnTo>
                    <a:pt x="4584698" y="2377198"/>
                  </a:lnTo>
                  <a:lnTo>
                    <a:pt x="4584885" y="2377275"/>
                  </a:lnTo>
                  <a:lnTo>
                    <a:pt x="4585072" y="2377474"/>
                  </a:lnTo>
                  <a:lnTo>
                    <a:pt x="4585259" y="2377751"/>
                  </a:lnTo>
                  <a:lnTo>
                    <a:pt x="4585446" y="2377777"/>
                  </a:lnTo>
                  <a:lnTo>
                    <a:pt x="4585633" y="2377731"/>
                  </a:lnTo>
                  <a:lnTo>
                    <a:pt x="4585820" y="2377662"/>
                  </a:lnTo>
                  <a:lnTo>
                    <a:pt x="4586007" y="2377606"/>
                  </a:lnTo>
                  <a:lnTo>
                    <a:pt x="4586194" y="2377550"/>
                  </a:lnTo>
                  <a:lnTo>
                    <a:pt x="4586381" y="2377459"/>
                  </a:lnTo>
                  <a:lnTo>
                    <a:pt x="4586568" y="2377256"/>
                  </a:lnTo>
                  <a:lnTo>
                    <a:pt x="4586755" y="2376938"/>
                  </a:lnTo>
                  <a:lnTo>
                    <a:pt x="4586942" y="2376689"/>
                  </a:lnTo>
                  <a:lnTo>
                    <a:pt x="4587128" y="2376706"/>
                  </a:lnTo>
                  <a:lnTo>
                    <a:pt x="4587315" y="2376774"/>
                  </a:lnTo>
                  <a:lnTo>
                    <a:pt x="4587502" y="2376840"/>
                  </a:lnTo>
                  <a:lnTo>
                    <a:pt x="4587689" y="2377061"/>
                  </a:lnTo>
                  <a:lnTo>
                    <a:pt x="4587876" y="2377371"/>
                  </a:lnTo>
                  <a:lnTo>
                    <a:pt x="4588063" y="2377824"/>
                  </a:lnTo>
                  <a:lnTo>
                    <a:pt x="4588250" y="2378289"/>
                  </a:lnTo>
                  <a:lnTo>
                    <a:pt x="4588437" y="2378703"/>
                  </a:lnTo>
                  <a:lnTo>
                    <a:pt x="4588624" y="2379092"/>
                  </a:lnTo>
                  <a:lnTo>
                    <a:pt x="4588811" y="2379917"/>
                  </a:lnTo>
                  <a:lnTo>
                    <a:pt x="4588998" y="2380611"/>
                  </a:lnTo>
                  <a:lnTo>
                    <a:pt x="4589185" y="2381419"/>
                  </a:lnTo>
                  <a:lnTo>
                    <a:pt x="4589371" y="2382236"/>
                  </a:lnTo>
                  <a:lnTo>
                    <a:pt x="4589558" y="2383383"/>
                  </a:lnTo>
                  <a:lnTo>
                    <a:pt x="4589745" y="2384637"/>
                  </a:lnTo>
                  <a:lnTo>
                    <a:pt x="4589932" y="2385562"/>
                  </a:lnTo>
                  <a:lnTo>
                    <a:pt x="4590119" y="2386857"/>
                  </a:lnTo>
                  <a:lnTo>
                    <a:pt x="4590306" y="2388285"/>
                  </a:lnTo>
                  <a:lnTo>
                    <a:pt x="4590493" y="2389770"/>
                  </a:lnTo>
                  <a:lnTo>
                    <a:pt x="4590680" y="2391280"/>
                  </a:lnTo>
                  <a:lnTo>
                    <a:pt x="4590867" y="2392898"/>
                  </a:lnTo>
                  <a:lnTo>
                    <a:pt x="4591054" y="2394234"/>
                  </a:lnTo>
                  <a:lnTo>
                    <a:pt x="4591241" y="2395555"/>
                  </a:lnTo>
                  <a:lnTo>
                    <a:pt x="4591428" y="2396875"/>
                  </a:lnTo>
                  <a:lnTo>
                    <a:pt x="4591615" y="2398344"/>
                  </a:lnTo>
                  <a:lnTo>
                    <a:pt x="4591801" y="2400135"/>
                  </a:lnTo>
                  <a:lnTo>
                    <a:pt x="4591988" y="2401908"/>
                  </a:lnTo>
                  <a:lnTo>
                    <a:pt x="4592175" y="2403707"/>
                  </a:lnTo>
                  <a:lnTo>
                    <a:pt x="4592362" y="2405448"/>
                  </a:lnTo>
                  <a:lnTo>
                    <a:pt x="4592549" y="2407206"/>
                  </a:lnTo>
                  <a:lnTo>
                    <a:pt x="4592736" y="2408923"/>
                  </a:lnTo>
                  <a:lnTo>
                    <a:pt x="4592923" y="2410251"/>
                  </a:lnTo>
                  <a:lnTo>
                    <a:pt x="4593110" y="2411597"/>
                  </a:lnTo>
                  <a:lnTo>
                    <a:pt x="4593297" y="2412977"/>
                  </a:lnTo>
                  <a:lnTo>
                    <a:pt x="4593484" y="2414301"/>
                  </a:lnTo>
                  <a:lnTo>
                    <a:pt x="4593671" y="2415484"/>
                  </a:lnTo>
                  <a:lnTo>
                    <a:pt x="4593858" y="2416668"/>
                  </a:lnTo>
                  <a:lnTo>
                    <a:pt x="4594045" y="2417852"/>
                  </a:lnTo>
                  <a:lnTo>
                    <a:pt x="4594231" y="2419036"/>
                  </a:lnTo>
                  <a:lnTo>
                    <a:pt x="4594418" y="2420170"/>
                  </a:lnTo>
                  <a:lnTo>
                    <a:pt x="4594605" y="2421249"/>
                  </a:lnTo>
                  <a:lnTo>
                    <a:pt x="4594792" y="2422175"/>
                  </a:lnTo>
                  <a:lnTo>
                    <a:pt x="4594979" y="2422835"/>
                  </a:lnTo>
                  <a:lnTo>
                    <a:pt x="4595166" y="2423247"/>
                  </a:lnTo>
                  <a:lnTo>
                    <a:pt x="4595353" y="2423412"/>
                  </a:lnTo>
                  <a:lnTo>
                    <a:pt x="4595540" y="2423330"/>
                  </a:lnTo>
                  <a:lnTo>
                    <a:pt x="4595727" y="2423132"/>
                  </a:lnTo>
                  <a:lnTo>
                    <a:pt x="4595914" y="2422728"/>
                  </a:lnTo>
                  <a:lnTo>
                    <a:pt x="4596101" y="2422348"/>
                  </a:lnTo>
                  <a:lnTo>
                    <a:pt x="4596288" y="2422018"/>
                  </a:lnTo>
                  <a:lnTo>
                    <a:pt x="4596474" y="2421746"/>
                  </a:lnTo>
                  <a:lnTo>
                    <a:pt x="4596661" y="2421333"/>
                  </a:lnTo>
                  <a:lnTo>
                    <a:pt x="4596848" y="2420368"/>
                  </a:lnTo>
                  <a:lnTo>
                    <a:pt x="4597035" y="2419328"/>
                  </a:lnTo>
                  <a:lnTo>
                    <a:pt x="4597222" y="2418303"/>
                  </a:lnTo>
                  <a:lnTo>
                    <a:pt x="4597409" y="2417577"/>
                  </a:lnTo>
                  <a:lnTo>
                    <a:pt x="4597596" y="2417392"/>
                  </a:lnTo>
                  <a:lnTo>
                    <a:pt x="4597783" y="2417155"/>
                  </a:lnTo>
                  <a:lnTo>
                    <a:pt x="4597970" y="2416799"/>
                  </a:lnTo>
                  <a:lnTo>
                    <a:pt x="4598157" y="2416446"/>
                  </a:lnTo>
                  <a:lnTo>
                    <a:pt x="4598344" y="2416265"/>
                  </a:lnTo>
                  <a:lnTo>
                    <a:pt x="4598531" y="2416036"/>
                  </a:lnTo>
                  <a:lnTo>
                    <a:pt x="4598718" y="2415618"/>
                  </a:lnTo>
                  <a:lnTo>
                    <a:pt x="4598904" y="2414963"/>
                  </a:lnTo>
                  <a:lnTo>
                    <a:pt x="4599091" y="2414145"/>
                  </a:lnTo>
                  <a:lnTo>
                    <a:pt x="4599278" y="2413231"/>
                  </a:lnTo>
                  <a:lnTo>
                    <a:pt x="4599465" y="2412095"/>
                  </a:lnTo>
                  <a:lnTo>
                    <a:pt x="4599652" y="2410979"/>
                  </a:lnTo>
                  <a:lnTo>
                    <a:pt x="4599839" y="2409757"/>
                  </a:lnTo>
                  <a:lnTo>
                    <a:pt x="4600026" y="2408527"/>
                  </a:lnTo>
                  <a:lnTo>
                    <a:pt x="4600213" y="2407199"/>
                  </a:lnTo>
                  <a:lnTo>
                    <a:pt x="4600400" y="2405774"/>
                  </a:lnTo>
                  <a:lnTo>
                    <a:pt x="4600587" y="2404542"/>
                  </a:lnTo>
                  <a:lnTo>
                    <a:pt x="4600774" y="2403370"/>
                  </a:lnTo>
                  <a:lnTo>
                    <a:pt x="4600961" y="2402395"/>
                  </a:lnTo>
                  <a:lnTo>
                    <a:pt x="4601148" y="2401149"/>
                  </a:lnTo>
                  <a:lnTo>
                    <a:pt x="4601334" y="2399761"/>
                  </a:lnTo>
                  <a:lnTo>
                    <a:pt x="4601521" y="2398110"/>
                  </a:lnTo>
                  <a:lnTo>
                    <a:pt x="4601708" y="2396635"/>
                  </a:lnTo>
                  <a:lnTo>
                    <a:pt x="4601895" y="2395173"/>
                  </a:lnTo>
                  <a:lnTo>
                    <a:pt x="4602082" y="2393643"/>
                  </a:lnTo>
                  <a:lnTo>
                    <a:pt x="4602269" y="2392228"/>
                  </a:lnTo>
                  <a:lnTo>
                    <a:pt x="4602456" y="2391007"/>
                  </a:lnTo>
                  <a:lnTo>
                    <a:pt x="4602643" y="2390066"/>
                  </a:lnTo>
                  <a:lnTo>
                    <a:pt x="4602830" y="2389428"/>
                  </a:lnTo>
                  <a:lnTo>
                    <a:pt x="4603017" y="2388777"/>
                  </a:lnTo>
                  <a:lnTo>
                    <a:pt x="4603204" y="2388205"/>
                  </a:lnTo>
                  <a:lnTo>
                    <a:pt x="4603391" y="2387550"/>
                  </a:lnTo>
                  <a:lnTo>
                    <a:pt x="4603577" y="2386992"/>
                  </a:lnTo>
                  <a:lnTo>
                    <a:pt x="4603764" y="2386458"/>
                  </a:lnTo>
                  <a:lnTo>
                    <a:pt x="4603951" y="2385679"/>
                  </a:lnTo>
                  <a:lnTo>
                    <a:pt x="4604138" y="2384825"/>
                  </a:lnTo>
                  <a:lnTo>
                    <a:pt x="4604325" y="2384136"/>
                  </a:lnTo>
                  <a:lnTo>
                    <a:pt x="4604512" y="2383682"/>
                  </a:lnTo>
                  <a:lnTo>
                    <a:pt x="4604699" y="2383569"/>
                  </a:lnTo>
                  <a:lnTo>
                    <a:pt x="4604886" y="2383480"/>
                  </a:lnTo>
                  <a:lnTo>
                    <a:pt x="4605073" y="2383337"/>
                  </a:lnTo>
                  <a:lnTo>
                    <a:pt x="4605260" y="2383231"/>
                  </a:lnTo>
                  <a:lnTo>
                    <a:pt x="4605447" y="2383136"/>
                  </a:lnTo>
                  <a:lnTo>
                    <a:pt x="4605634" y="2383040"/>
                  </a:lnTo>
                  <a:lnTo>
                    <a:pt x="4605821" y="2382944"/>
                  </a:lnTo>
                  <a:lnTo>
                    <a:pt x="4606007" y="2382849"/>
                  </a:lnTo>
                  <a:lnTo>
                    <a:pt x="4606194" y="2382882"/>
                  </a:lnTo>
                  <a:lnTo>
                    <a:pt x="4606381" y="2383064"/>
                  </a:lnTo>
                  <a:lnTo>
                    <a:pt x="4606568" y="2383246"/>
                  </a:lnTo>
                  <a:lnTo>
                    <a:pt x="4606755" y="2383700"/>
                  </a:lnTo>
                  <a:lnTo>
                    <a:pt x="4606942" y="2384269"/>
                  </a:lnTo>
                  <a:lnTo>
                    <a:pt x="4607129" y="2385257"/>
                  </a:lnTo>
                  <a:lnTo>
                    <a:pt x="4607316" y="2386220"/>
                  </a:lnTo>
                  <a:lnTo>
                    <a:pt x="4607503" y="2387152"/>
                  </a:lnTo>
                  <a:lnTo>
                    <a:pt x="4607690" y="2388072"/>
                  </a:lnTo>
                  <a:lnTo>
                    <a:pt x="4607877" y="2388815"/>
                  </a:lnTo>
                  <a:lnTo>
                    <a:pt x="4608064" y="2389128"/>
                  </a:lnTo>
                  <a:lnTo>
                    <a:pt x="4608250" y="2389285"/>
                  </a:lnTo>
                  <a:lnTo>
                    <a:pt x="4608437" y="2389343"/>
                  </a:lnTo>
                  <a:lnTo>
                    <a:pt x="4608624" y="2389194"/>
                  </a:lnTo>
                  <a:lnTo>
                    <a:pt x="4608811" y="2388872"/>
                  </a:lnTo>
                  <a:lnTo>
                    <a:pt x="4608998" y="2388361"/>
                  </a:lnTo>
                  <a:lnTo>
                    <a:pt x="4609185" y="2387701"/>
                  </a:lnTo>
                  <a:lnTo>
                    <a:pt x="4609372" y="2387040"/>
                  </a:lnTo>
                  <a:lnTo>
                    <a:pt x="4609559" y="2386042"/>
                  </a:lnTo>
                  <a:lnTo>
                    <a:pt x="4609746" y="2384804"/>
                  </a:lnTo>
                  <a:lnTo>
                    <a:pt x="4609933" y="2384277"/>
                  </a:lnTo>
                  <a:lnTo>
                    <a:pt x="4610120" y="2383656"/>
                  </a:lnTo>
                  <a:lnTo>
                    <a:pt x="4610307" y="2382949"/>
                  </a:lnTo>
                  <a:lnTo>
                    <a:pt x="4610494" y="2382284"/>
                  </a:lnTo>
                  <a:lnTo>
                    <a:pt x="4610680" y="2381725"/>
                  </a:lnTo>
                  <a:lnTo>
                    <a:pt x="4610867" y="2381431"/>
                  </a:lnTo>
                  <a:lnTo>
                    <a:pt x="4611054" y="2381150"/>
                  </a:lnTo>
                  <a:lnTo>
                    <a:pt x="4611241" y="2381030"/>
                  </a:lnTo>
                  <a:lnTo>
                    <a:pt x="4611428" y="2381061"/>
                  </a:lnTo>
                  <a:lnTo>
                    <a:pt x="4611615" y="2381218"/>
                  </a:lnTo>
                  <a:lnTo>
                    <a:pt x="4611802" y="2381381"/>
                  </a:lnTo>
                  <a:lnTo>
                    <a:pt x="4611989" y="2381544"/>
                  </a:lnTo>
                  <a:lnTo>
                    <a:pt x="4612176" y="2381706"/>
                  </a:lnTo>
                  <a:lnTo>
                    <a:pt x="4612363" y="2382074"/>
                  </a:lnTo>
                  <a:lnTo>
                    <a:pt x="4612550" y="2382517"/>
                  </a:lnTo>
                  <a:lnTo>
                    <a:pt x="4612737" y="2382877"/>
                  </a:lnTo>
                  <a:lnTo>
                    <a:pt x="4612924" y="2383487"/>
                  </a:lnTo>
                  <a:lnTo>
                    <a:pt x="4613110" y="2383817"/>
                  </a:lnTo>
                  <a:lnTo>
                    <a:pt x="4613297" y="2384090"/>
                  </a:lnTo>
                  <a:lnTo>
                    <a:pt x="4613484" y="2384255"/>
                  </a:lnTo>
                  <a:lnTo>
                    <a:pt x="4613671" y="2384420"/>
                  </a:lnTo>
                  <a:lnTo>
                    <a:pt x="4613858" y="2384667"/>
                  </a:lnTo>
                  <a:lnTo>
                    <a:pt x="4614045" y="2384567"/>
                  </a:lnTo>
                  <a:lnTo>
                    <a:pt x="4614232" y="2384444"/>
                  </a:lnTo>
                  <a:lnTo>
                    <a:pt x="4614419" y="2384385"/>
                  </a:lnTo>
                  <a:lnTo>
                    <a:pt x="4614606" y="2384357"/>
                  </a:lnTo>
                  <a:lnTo>
                    <a:pt x="4614793" y="2384262"/>
                  </a:lnTo>
                  <a:lnTo>
                    <a:pt x="4614980" y="2384031"/>
                  </a:lnTo>
                  <a:lnTo>
                    <a:pt x="4615167" y="2383822"/>
                  </a:lnTo>
                  <a:lnTo>
                    <a:pt x="4615353" y="2383623"/>
                  </a:lnTo>
                  <a:lnTo>
                    <a:pt x="4615540" y="2383487"/>
                  </a:lnTo>
                  <a:lnTo>
                    <a:pt x="4615727" y="2383293"/>
                  </a:lnTo>
                  <a:lnTo>
                    <a:pt x="4615914" y="2382872"/>
                  </a:lnTo>
                  <a:lnTo>
                    <a:pt x="4616101" y="2382187"/>
                  </a:lnTo>
                  <a:lnTo>
                    <a:pt x="4616288" y="2381493"/>
                  </a:lnTo>
                  <a:lnTo>
                    <a:pt x="4616475" y="2380800"/>
                  </a:lnTo>
                  <a:lnTo>
                    <a:pt x="4616662" y="2380106"/>
                  </a:lnTo>
                  <a:lnTo>
                    <a:pt x="4616849" y="2379402"/>
                  </a:lnTo>
                  <a:lnTo>
                    <a:pt x="4617036" y="2378594"/>
                  </a:lnTo>
                  <a:lnTo>
                    <a:pt x="4617223" y="2377725"/>
                  </a:lnTo>
                  <a:lnTo>
                    <a:pt x="4617410" y="2376827"/>
                  </a:lnTo>
                  <a:lnTo>
                    <a:pt x="4617597" y="2375820"/>
                  </a:lnTo>
                  <a:lnTo>
                    <a:pt x="4617783" y="2374269"/>
                  </a:lnTo>
                  <a:lnTo>
                    <a:pt x="4617970" y="2372480"/>
                  </a:lnTo>
                  <a:lnTo>
                    <a:pt x="4618157" y="2370896"/>
                  </a:lnTo>
                  <a:lnTo>
                    <a:pt x="4618344" y="2369394"/>
                  </a:lnTo>
                  <a:lnTo>
                    <a:pt x="4618531" y="2367768"/>
                  </a:lnTo>
                  <a:lnTo>
                    <a:pt x="4618718" y="2366473"/>
                  </a:lnTo>
                  <a:lnTo>
                    <a:pt x="4618905" y="2364839"/>
                  </a:lnTo>
                  <a:lnTo>
                    <a:pt x="4619092" y="2362845"/>
                  </a:lnTo>
                  <a:lnTo>
                    <a:pt x="4619279" y="2360986"/>
                  </a:lnTo>
                  <a:lnTo>
                    <a:pt x="4619466" y="2358005"/>
                  </a:lnTo>
                  <a:lnTo>
                    <a:pt x="4619653" y="2355513"/>
                  </a:lnTo>
                  <a:lnTo>
                    <a:pt x="4619840" y="2353449"/>
                  </a:lnTo>
                  <a:lnTo>
                    <a:pt x="4620027" y="2351361"/>
                  </a:lnTo>
                  <a:lnTo>
                    <a:pt x="4620213" y="2349160"/>
                  </a:lnTo>
                  <a:lnTo>
                    <a:pt x="4620400" y="2346952"/>
                  </a:lnTo>
                  <a:lnTo>
                    <a:pt x="4620587" y="2344744"/>
                  </a:lnTo>
                  <a:lnTo>
                    <a:pt x="4620774" y="2342550"/>
                  </a:lnTo>
                  <a:lnTo>
                    <a:pt x="4620961" y="2340204"/>
                  </a:lnTo>
                  <a:lnTo>
                    <a:pt x="4621148" y="2337863"/>
                  </a:lnTo>
                  <a:lnTo>
                    <a:pt x="4621335" y="2335463"/>
                  </a:lnTo>
                  <a:lnTo>
                    <a:pt x="4621522" y="2333074"/>
                  </a:lnTo>
                  <a:lnTo>
                    <a:pt x="4621709" y="2330920"/>
                  </a:lnTo>
                  <a:lnTo>
                    <a:pt x="4621896" y="2329032"/>
                  </a:lnTo>
                  <a:lnTo>
                    <a:pt x="4622083" y="2327321"/>
                  </a:lnTo>
                  <a:lnTo>
                    <a:pt x="4622270" y="2325529"/>
                  </a:lnTo>
                  <a:lnTo>
                    <a:pt x="4622456" y="2323837"/>
                  </a:lnTo>
                  <a:lnTo>
                    <a:pt x="4622643" y="2322236"/>
                  </a:lnTo>
                  <a:lnTo>
                    <a:pt x="4622830" y="2320927"/>
                  </a:lnTo>
                  <a:lnTo>
                    <a:pt x="4623017" y="2319896"/>
                  </a:lnTo>
                  <a:lnTo>
                    <a:pt x="4623204" y="2318759"/>
                  </a:lnTo>
                  <a:lnTo>
                    <a:pt x="4623391" y="2317665"/>
                  </a:lnTo>
                  <a:lnTo>
                    <a:pt x="4623578" y="2316729"/>
                  </a:lnTo>
                  <a:lnTo>
                    <a:pt x="4623765" y="2315736"/>
                  </a:lnTo>
                  <a:lnTo>
                    <a:pt x="4623952" y="2314964"/>
                  </a:lnTo>
                  <a:lnTo>
                    <a:pt x="4624139" y="2313629"/>
                  </a:lnTo>
                  <a:lnTo>
                    <a:pt x="4624326" y="2311799"/>
                  </a:lnTo>
                  <a:lnTo>
                    <a:pt x="4624513" y="2310095"/>
                  </a:lnTo>
                  <a:lnTo>
                    <a:pt x="4624700" y="2307963"/>
                  </a:lnTo>
                  <a:lnTo>
                    <a:pt x="4624886" y="2305688"/>
                  </a:lnTo>
                  <a:lnTo>
                    <a:pt x="4625073" y="2303215"/>
                  </a:lnTo>
                  <a:lnTo>
                    <a:pt x="4625260" y="2300849"/>
                  </a:lnTo>
                  <a:lnTo>
                    <a:pt x="4625447" y="2298787"/>
                  </a:lnTo>
                  <a:lnTo>
                    <a:pt x="4625634" y="2296886"/>
                  </a:lnTo>
                  <a:lnTo>
                    <a:pt x="4625821" y="2295116"/>
                  </a:lnTo>
                  <a:lnTo>
                    <a:pt x="4626008" y="2293436"/>
                  </a:lnTo>
                  <a:lnTo>
                    <a:pt x="4626195" y="2291740"/>
                  </a:lnTo>
                  <a:lnTo>
                    <a:pt x="4626382" y="2289789"/>
                  </a:lnTo>
                  <a:lnTo>
                    <a:pt x="4626569" y="2287945"/>
                  </a:lnTo>
                  <a:lnTo>
                    <a:pt x="4626756" y="2286033"/>
                  </a:lnTo>
                  <a:lnTo>
                    <a:pt x="4626943" y="2284140"/>
                  </a:lnTo>
                  <a:lnTo>
                    <a:pt x="4627129" y="2282143"/>
                  </a:lnTo>
                  <a:lnTo>
                    <a:pt x="4627316" y="2280412"/>
                  </a:lnTo>
                  <a:lnTo>
                    <a:pt x="4627503" y="2278651"/>
                  </a:lnTo>
                  <a:lnTo>
                    <a:pt x="4627690" y="2277254"/>
                  </a:lnTo>
                  <a:lnTo>
                    <a:pt x="4627877" y="2276352"/>
                  </a:lnTo>
                  <a:lnTo>
                    <a:pt x="4628064" y="2275544"/>
                  </a:lnTo>
                  <a:lnTo>
                    <a:pt x="4628251" y="2274746"/>
                  </a:lnTo>
                  <a:lnTo>
                    <a:pt x="4628438" y="2273518"/>
                  </a:lnTo>
                  <a:lnTo>
                    <a:pt x="4628625" y="2272104"/>
                  </a:lnTo>
                  <a:lnTo>
                    <a:pt x="4628812" y="2270690"/>
                  </a:lnTo>
                  <a:lnTo>
                    <a:pt x="4628999" y="2269215"/>
                  </a:lnTo>
                  <a:lnTo>
                    <a:pt x="4629186" y="2267827"/>
                  </a:lnTo>
                  <a:lnTo>
                    <a:pt x="4629373" y="2266694"/>
                  </a:lnTo>
                  <a:lnTo>
                    <a:pt x="4629559" y="2265508"/>
                  </a:lnTo>
                  <a:lnTo>
                    <a:pt x="4629746" y="2263767"/>
                  </a:lnTo>
                  <a:lnTo>
                    <a:pt x="4629933" y="2262133"/>
                  </a:lnTo>
                  <a:lnTo>
                    <a:pt x="4630120" y="2260581"/>
                  </a:lnTo>
                  <a:lnTo>
                    <a:pt x="4630307" y="2259113"/>
                  </a:lnTo>
                  <a:lnTo>
                    <a:pt x="4630494" y="2257644"/>
                  </a:lnTo>
                  <a:lnTo>
                    <a:pt x="4630681" y="2256362"/>
                  </a:lnTo>
                  <a:lnTo>
                    <a:pt x="4630868" y="2255170"/>
                  </a:lnTo>
                  <a:lnTo>
                    <a:pt x="4631055" y="2253681"/>
                  </a:lnTo>
                  <a:lnTo>
                    <a:pt x="4631242" y="2251945"/>
                  </a:lnTo>
                  <a:lnTo>
                    <a:pt x="4631429" y="2250249"/>
                  </a:lnTo>
                  <a:lnTo>
                    <a:pt x="4631616" y="2248224"/>
                  </a:lnTo>
                  <a:lnTo>
                    <a:pt x="4631803" y="2245827"/>
                  </a:lnTo>
                  <a:lnTo>
                    <a:pt x="4631989" y="2242957"/>
                  </a:lnTo>
                  <a:lnTo>
                    <a:pt x="4632176" y="2239812"/>
                  </a:lnTo>
                  <a:lnTo>
                    <a:pt x="4632363" y="2236709"/>
                  </a:lnTo>
                  <a:lnTo>
                    <a:pt x="4632550" y="2233054"/>
                  </a:lnTo>
                  <a:lnTo>
                    <a:pt x="4632737" y="2229340"/>
                  </a:lnTo>
                  <a:lnTo>
                    <a:pt x="4632924" y="2225701"/>
                  </a:lnTo>
                  <a:lnTo>
                    <a:pt x="4633111" y="2222062"/>
                  </a:lnTo>
                  <a:lnTo>
                    <a:pt x="4633298" y="2218110"/>
                  </a:lnTo>
                  <a:lnTo>
                    <a:pt x="4633485" y="2213901"/>
                  </a:lnTo>
                  <a:lnTo>
                    <a:pt x="4633672" y="2210709"/>
                  </a:lnTo>
                  <a:lnTo>
                    <a:pt x="4633859" y="2207560"/>
                  </a:lnTo>
                  <a:lnTo>
                    <a:pt x="4634046" y="2204930"/>
                  </a:lnTo>
                  <a:lnTo>
                    <a:pt x="4634232" y="2202672"/>
                  </a:lnTo>
                  <a:lnTo>
                    <a:pt x="4634419" y="2200625"/>
                  </a:lnTo>
                  <a:lnTo>
                    <a:pt x="4634606" y="2198585"/>
                  </a:lnTo>
                  <a:lnTo>
                    <a:pt x="4634793" y="2196487"/>
                  </a:lnTo>
                  <a:lnTo>
                    <a:pt x="4634980" y="2194146"/>
                  </a:lnTo>
                  <a:lnTo>
                    <a:pt x="4635167" y="2191849"/>
                  </a:lnTo>
                  <a:lnTo>
                    <a:pt x="4635354" y="2190020"/>
                  </a:lnTo>
                  <a:lnTo>
                    <a:pt x="4635541" y="2188088"/>
                  </a:lnTo>
                  <a:lnTo>
                    <a:pt x="4635728" y="2185741"/>
                  </a:lnTo>
                  <a:lnTo>
                    <a:pt x="4635915" y="2182769"/>
                  </a:lnTo>
                  <a:lnTo>
                    <a:pt x="4636102" y="2179653"/>
                  </a:lnTo>
                  <a:lnTo>
                    <a:pt x="4636289" y="2176461"/>
                  </a:lnTo>
                  <a:lnTo>
                    <a:pt x="4636476" y="2172765"/>
                  </a:lnTo>
                  <a:lnTo>
                    <a:pt x="4636662" y="2168952"/>
                  </a:lnTo>
                  <a:lnTo>
                    <a:pt x="4636849" y="2164759"/>
                  </a:lnTo>
                  <a:lnTo>
                    <a:pt x="4637036" y="2160262"/>
                  </a:lnTo>
                  <a:lnTo>
                    <a:pt x="4637223" y="2153801"/>
                  </a:lnTo>
                  <a:lnTo>
                    <a:pt x="4637410" y="2147250"/>
                  </a:lnTo>
                  <a:lnTo>
                    <a:pt x="4637597" y="2140673"/>
                  </a:lnTo>
                  <a:lnTo>
                    <a:pt x="4637784" y="2133681"/>
                  </a:lnTo>
                  <a:lnTo>
                    <a:pt x="4637971" y="2126298"/>
                  </a:lnTo>
                  <a:lnTo>
                    <a:pt x="4638158" y="2119077"/>
                  </a:lnTo>
                  <a:lnTo>
                    <a:pt x="4638345" y="2111578"/>
                  </a:lnTo>
                  <a:lnTo>
                    <a:pt x="4638532" y="2104275"/>
                  </a:lnTo>
                  <a:lnTo>
                    <a:pt x="4638719" y="2098130"/>
                  </a:lnTo>
                  <a:lnTo>
                    <a:pt x="4638906" y="2092386"/>
                  </a:lnTo>
                  <a:lnTo>
                    <a:pt x="4639092" y="2087665"/>
                  </a:lnTo>
                  <a:lnTo>
                    <a:pt x="4639279" y="2083305"/>
                  </a:lnTo>
                  <a:lnTo>
                    <a:pt x="4639466" y="2078455"/>
                  </a:lnTo>
                  <a:lnTo>
                    <a:pt x="4639653" y="2073346"/>
                  </a:lnTo>
                  <a:lnTo>
                    <a:pt x="4639840" y="2067748"/>
                  </a:lnTo>
                  <a:lnTo>
                    <a:pt x="4640027" y="2060982"/>
                  </a:lnTo>
                  <a:lnTo>
                    <a:pt x="4640214" y="2053671"/>
                  </a:lnTo>
                  <a:lnTo>
                    <a:pt x="4640401" y="2047684"/>
                  </a:lnTo>
                  <a:lnTo>
                    <a:pt x="4640588" y="2041624"/>
                  </a:lnTo>
                  <a:lnTo>
                    <a:pt x="4640775" y="2035280"/>
                  </a:lnTo>
                  <a:lnTo>
                    <a:pt x="4640962" y="2028142"/>
                  </a:lnTo>
                  <a:lnTo>
                    <a:pt x="4641149" y="2020665"/>
                  </a:lnTo>
                  <a:lnTo>
                    <a:pt x="4641335" y="2012961"/>
                  </a:lnTo>
                  <a:lnTo>
                    <a:pt x="4641522" y="2004405"/>
                  </a:lnTo>
                  <a:lnTo>
                    <a:pt x="4641709" y="1995139"/>
                  </a:lnTo>
                  <a:lnTo>
                    <a:pt x="4641896" y="1986183"/>
                  </a:lnTo>
                  <a:lnTo>
                    <a:pt x="4642083" y="1977148"/>
                  </a:lnTo>
                  <a:lnTo>
                    <a:pt x="4642270" y="1968438"/>
                  </a:lnTo>
                  <a:lnTo>
                    <a:pt x="4642457" y="1959755"/>
                  </a:lnTo>
                  <a:lnTo>
                    <a:pt x="4642644" y="1950857"/>
                  </a:lnTo>
                  <a:lnTo>
                    <a:pt x="4642831" y="1943434"/>
                  </a:lnTo>
                  <a:lnTo>
                    <a:pt x="4643018" y="1935668"/>
                  </a:lnTo>
                  <a:lnTo>
                    <a:pt x="4643205" y="1928316"/>
                  </a:lnTo>
                  <a:lnTo>
                    <a:pt x="4643392" y="1920176"/>
                  </a:lnTo>
                  <a:lnTo>
                    <a:pt x="4643579" y="1912128"/>
                  </a:lnTo>
                  <a:lnTo>
                    <a:pt x="4643765" y="1904196"/>
                  </a:lnTo>
                  <a:lnTo>
                    <a:pt x="4643952" y="1896725"/>
                  </a:lnTo>
                  <a:lnTo>
                    <a:pt x="4644139" y="1889608"/>
                  </a:lnTo>
                  <a:lnTo>
                    <a:pt x="4644326" y="1882708"/>
                  </a:lnTo>
                  <a:lnTo>
                    <a:pt x="4644513" y="1875981"/>
                  </a:lnTo>
                  <a:lnTo>
                    <a:pt x="4644700" y="1868804"/>
                  </a:lnTo>
                  <a:lnTo>
                    <a:pt x="4644887" y="1861357"/>
                  </a:lnTo>
                  <a:lnTo>
                    <a:pt x="4645074" y="1853758"/>
                  </a:lnTo>
                  <a:lnTo>
                    <a:pt x="4645261" y="1844789"/>
                  </a:lnTo>
                  <a:lnTo>
                    <a:pt x="4645448" y="1836651"/>
                  </a:lnTo>
                  <a:lnTo>
                    <a:pt x="4645635" y="1829053"/>
                  </a:lnTo>
                  <a:lnTo>
                    <a:pt x="4645822" y="1819006"/>
                  </a:lnTo>
                  <a:lnTo>
                    <a:pt x="4646008" y="1805770"/>
                  </a:lnTo>
                  <a:lnTo>
                    <a:pt x="4646195" y="1792641"/>
                  </a:lnTo>
                  <a:lnTo>
                    <a:pt x="4646382" y="1779628"/>
                  </a:lnTo>
                  <a:lnTo>
                    <a:pt x="4646569" y="1769561"/>
                  </a:lnTo>
                  <a:lnTo>
                    <a:pt x="4646756" y="1759048"/>
                  </a:lnTo>
                  <a:lnTo>
                    <a:pt x="4646943" y="1748962"/>
                  </a:lnTo>
                  <a:lnTo>
                    <a:pt x="4647130" y="1739067"/>
                  </a:lnTo>
                  <a:lnTo>
                    <a:pt x="4647317" y="1729016"/>
                  </a:lnTo>
                  <a:lnTo>
                    <a:pt x="4647504" y="1719604"/>
                  </a:lnTo>
                  <a:lnTo>
                    <a:pt x="4647691" y="1710305"/>
                  </a:lnTo>
                  <a:lnTo>
                    <a:pt x="4647878" y="1701396"/>
                  </a:lnTo>
                  <a:lnTo>
                    <a:pt x="4648065" y="1695004"/>
                  </a:lnTo>
                  <a:lnTo>
                    <a:pt x="4648252" y="1688990"/>
                  </a:lnTo>
                  <a:lnTo>
                    <a:pt x="4648438" y="1682328"/>
                  </a:lnTo>
                  <a:lnTo>
                    <a:pt x="4648625" y="1675932"/>
                  </a:lnTo>
                  <a:lnTo>
                    <a:pt x="4648812" y="1670154"/>
                  </a:lnTo>
                  <a:lnTo>
                    <a:pt x="4648999" y="1664250"/>
                  </a:lnTo>
                  <a:lnTo>
                    <a:pt x="4649186" y="1659174"/>
                  </a:lnTo>
                  <a:lnTo>
                    <a:pt x="4649373" y="1654773"/>
                  </a:lnTo>
                  <a:lnTo>
                    <a:pt x="4649560" y="1650381"/>
                  </a:lnTo>
                  <a:lnTo>
                    <a:pt x="4649747" y="1645512"/>
                  </a:lnTo>
                  <a:lnTo>
                    <a:pt x="4649934" y="1640235"/>
                  </a:lnTo>
                  <a:lnTo>
                    <a:pt x="4650121" y="1635248"/>
                  </a:lnTo>
                  <a:lnTo>
                    <a:pt x="4650308" y="1629979"/>
                  </a:lnTo>
                  <a:lnTo>
                    <a:pt x="4650495" y="1624928"/>
                  </a:lnTo>
                  <a:lnTo>
                    <a:pt x="4650682" y="1619688"/>
                  </a:lnTo>
                  <a:lnTo>
                    <a:pt x="4650868" y="1614361"/>
                  </a:lnTo>
                  <a:lnTo>
                    <a:pt x="4651055" y="1609231"/>
                  </a:lnTo>
                  <a:lnTo>
                    <a:pt x="4651242" y="1603602"/>
                  </a:lnTo>
                  <a:lnTo>
                    <a:pt x="4651429" y="1598401"/>
                  </a:lnTo>
                  <a:lnTo>
                    <a:pt x="4651616" y="1593228"/>
                  </a:lnTo>
                  <a:lnTo>
                    <a:pt x="4651803" y="1588581"/>
                  </a:lnTo>
                  <a:lnTo>
                    <a:pt x="4651990" y="1583495"/>
                  </a:lnTo>
                  <a:lnTo>
                    <a:pt x="4652177" y="1578130"/>
                  </a:lnTo>
                  <a:lnTo>
                    <a:pt x="4652364" y="1572822"/>
                  </a:lnTo>
                  <a:lnTo>
                    <a:pt x="4652551" y="1567582"/>
                  </a:lnTo>
                  <a:lnTo>
                    <a:pt x="4652738" y="1563068"/>
                  </a:lnTo>
                  <a:lnTo>
                    <a:pt x="4652925" y="1558805"/>
                  </a:lnTo>
                  <a:lnTo>
                    <a:pt x="4653111" y="1554655"/>
                  </a:lnTo>
                  <a:lnTo>
                    <a:pt x="4653298" y="1550528"/>
                  </a:lnTo>
                  <a:lnTo>
                    <a:pt x="4653485" y="1546895"/>
                  </a:lnTo>
                  <a:lnTo>
                    <a:pt x="4653672" y="1543503"/>
                  </a:lnTo>
                  <a:lnTo>
                    <a:pt x="4653859" y="1540112"/>
                  </a:lnTo>
                  <a:lnTo>
                    <a:pt x="4654046" y="1536777"/>
                  </a:lnTo>
                  <a:lnTo>
                    <a:pt x="4654233" y="1533639"/>
                  </a:lnTo>
                  <a:lnTo>
                    <a:pt x="4654420" y="1530457"/>
                  </a:lnTo>
                  <a:lnTo>
                    <a:pt x="4654607" y="1527430"/>
                  </a:lnTo>
                  <a:lnTo>
                    <a:pt x="4654794" y="1524402"/>
                  </a:lnTo>
                  <a:lnTo>
                    <a:pt x="4654981" y="1521296"/>
                  </a:lnTo>
                  <a:lnTo>
                    <a:pt x="4655168" y="1518109"/>
                  </a:lnTo>
                  <a:lnTo>
                    <a:pt x="4655355" y="1515485"/>
                  </a:lnTo>
                  <a:lnTo>
                    <a:pt x="4655541" y="1512502"/>
                  </a:lnTo>
                  <a:lnTo>
                    <a:pt x="4655728" y="1507976"/>
                  </a:lnTo>
                  <a:lnTo>
                    <a:pt x="4655915" y="1504732"/>
                  </a:lnTo>
                  <a:lnTo>
                    <a:pt x="4656102" y="1501036"/>
                  </a:lnTo>
                  <a:lnTo>
                    <a:pt x="4656289" y="1497313"/>
                  </a:lnTo>
                  <a:lnTo>
                    <a:pt x="4656476" y="1493475"/>
                  </a:lnTo>
                  <a:lnTo>
                    <a:pt x="4656663" y="1490340"/>
                  </a:lnTo>
                  <a:lnTo>
                    <a:pt x="4656850" y="1487923"/>
                  </a:lnTo>
                  <a:lnTo>
                    <a:pt x="4657037" y="1484056"/>
                  </a:lnTo>
                  <a:lnTo>
                    <a:pt x="4657224" y="1479903"/>
                  </a:lnTo>
                  <a:lnTo>
                    <a:pt x="4657411" y="1476109"/>
                  </a:lnTo>
                  <a:lnTo>
                    <a:pt x="4657598" y="1471256"/>
                  </a:lnTo>
                  <a:lnTo>
                    <a:pt x="4657785" y="1466171"/>
                  </a:lnTo>
                  <a:lnTo>
                    <a:pt x="4657971" y="1460947"/>
                  </a:lnTo>
                  <a:lnTo>
                    <a:pt x="4658158" y="1456020"/>
                  </a:lnTo>
                  <a:lnTo>
                    <a:pt x="4658345" y="1451790"/>
                  </a:lnTo>
                  <a:lnTo>
                    <a:pt x="4658532" y="1448053"/>
                  </a:lnTo>
                  <a:lnTo>
                    <a:pt x="4658719" y="1444865"/>
                  </a:lnTo>
                  <a:lnTo>
                    <a:pt x="4658906" y="1442133"/>
                  </a:lnTo>
                  <a:lnTo>
                    <a:pt x="4659093" y="1437939"/>
                  </a:lnTo>
                  <a:lnTo>
                    <a:pt x="4659280" y="1433913"/>
                  </a:lnTo>
                  <a:lnTo>
                    <a:pt x="4659467" y="1429831"/>
                  </a:lnTo>
                  <a:lnTo>
                    <a:pt x="4659654" y="1424248"/>
                  </a:lnTo>
                  <a:lnTo>
                    <a:pt x="4659841" y="1419372"/>
                  </a:lnTo>
                  <a:lnTo>
                    <a:pt x="4660028" y="1414061"/>
                  </a:lnTo>
                  <a:lnTo>
                    <a:pt x="4660214" y="1408885"/>
                  </a:lnTo>
                  <a:lnTo>
                    <a:pt x="4660401" y="1403752"/>
                  </a:lnTo>
                  <a:lnTo>
                    <a:pt x="4660588" y="1398205"/>
                  </a:lnTo>
                  <a:lnTo>
                    <a:pt x="4660775" y="1392441"/>
                  </a:lnTo>
                  <a:lnTo>
                    <a:pt x="4660962" y="1385959"/>
                  </a:lnTo>
                  <a:lnTo>
                    <a:pt x="4661149" y="1379163"/>
                  </a:lnTo>
                  <a:lnTo>
                    <a:pt x="4661336" y="1372137"/>
                  </a:lnTo>
                  <a:lnTo>
                    <a:pt x="4661523" y="1365113"/>
                  </a:lnTo>
                  <a:lnTo>
                    <a:pt x="4661710" y="1357882"/>
                  </a:lnTo>
                  <a:lnTo>
                    <a:pt x="4661897" y="1351904"/>
                  </a:lnTo>
                  <a:lnTo>
                    <a:pt x="4662084" y="1345899"/>
                  </a:lnTo>
                  <a:lnTo>
                    <a:pt x="4662271" y="1339920"/>
                  </a:lnTo>
                  <a:lnTo>
                    <a:pt x="4662458" y="1333578"/>
                  </a:lnTo>
                  <a:lnTo>
                    <a:pt x="4662644" y="1328562"/>
                  </a:lnTo>
                  <a:lnTo>
                    <a:pt x="4662831" y="1324839"/>
                  </a:lnTo>
                  <a:lnTo>
                    <a:pt x="4663018" y="1320941"/>
                  </a:lnTo>
                  <a:lnTo>
                    <a:pt x="4663205" y="1316823"/>
                  </a:lnTo>
                  <a:lnTo>
                    <a:pt x="4663392" y="1313227"/>
                  </a:lnTo>
                  <a:lnTo>
                    <a:pt x="4663579" y="1309998"/>
                  </a:lnTo>
                  <a:lnTo>
                    <a:pt x="4663766" y="1306687"/>
                  </a:lnTo>
                  <a:lnTo>
                    <a:pt x="4663953" y="1303359"/>
                  </a:lnTo>
                  <a:lnTo>
                    <a:pt x="4664140" y="1300054"/>
                  </a:lnTo>
                  <a:lnTo>
                    <a:pt x="4664327" y="1296541"/>
                  </a:lnTo>
                  <a:lnTo>
                    <a:pt x="4664514" y="1293123"/>
                  </a:lnTo>
                  <a:lnTo>
                    <a:pt x="4664701" y="1289928"/>
                  </a:lnTo>
                  <a:lnTo>
                    <a:pt x="4664887" y="1286764"/>
                  </a:lnTo>
                  <a:lnTo>
                    <a:pt x="4665074" y="1283505"/>
                  </a:lnTo>
                  <a:lnTo>
                    <a:pt x="4665261" y="1279628"/>
                  </a:lnTo>
                  <a:lnTo>
                    <a:pt x="4665448" y="1275524"/>
                  </a:lnTo>
                  <a:lnTo>
                    <a:pt x="4665635" y="1271282"/>
                  </a:lnTo>
                  <a:lnTo>
                    <a:pt x="4665822" y="1267008"/>
                  </a:lnTo>
                  <a:lnTo>
                    <a:pt x="4666009" y="1262913"/>
                  </a:lnTo>
                  <a:lnTo>
                    <a:pt x="4666196" y="1258843"/>
                  </a:lnTo>
                  <a:lnTo>
                    <a:pt x="4666383" y="1254390"/>
                  </a:lnTo>
                  <a:lnTo>
                    <a:pt x="4666570" y="1249885"/>
                  </a:lnTo>
                  <a:lnTo>
                    <a:pt x="4666757" y="1245197"/>
                  </a:lnTo>
                  <a:lnTo>
                    <a:pt x="4666944" y="1240648"/>
                  </a:lnTo>
                  <a:lnTo>
                    <a:pt x="4667131" y="1236305"/>
                  </a:lnTo>
                  <a:lnTo>
                    <a:pt x="4667317" y="1230947"/>
                  </a:lnTo>
                  <a:lnTo>
                    <a:pt x="4667504" y="1225265"/>
                  </a:lnTo>
                  <a:lnTo>
                    <a:pt x="4667691" y="1219314"/>
                  </a:lnTo>
                  <a:lnTo>
                    <a:pt x="4667878" y="1213293"/>
                  </a:lnTo>
                  <a:lnTo>
                    <a:pt x="4668065" y="1206743"/>
                  </a:lnTo>
                  <a:lnTo>
                    <a:pt x="4668252" y="1200364"/>
                  </a:lnTo>
                  <a:lnTo>
                    <a:pt x="4668439" y="1194109"/>
                  </a:lnTo>
                  <a:lnTo>
                    <a:pt x="4668626" y="1188442"/>
                  </a:lnTo>
                  <a:lnTo>
                    <a:pt x="4668813" y="1182369"/>
                  </a:lnTo>
                  <a:lnTo>
                    <a:pt x="4669000" y="1176381"/>
                  </a:lnTo>
                  <a:lnTo>
                    <a:pt x="4669187" y="1170835"/>
                  </a:lnTo>
                  <a:lnTo>
                    <a:pt x="4669374" y="1165879"/>
                  </a:lnTo>
                  <a:lnTo>
                    <a:pt x="4669561" y="1161273"/>
                  </a:lnTo>
                  <a:lnTo>
                    <a:pt x="4669747" y="1156352"/>
                  </a:lnTo>
                  <a:lnTo>
                    <a:pt x="4669934" y="1152132"/>
                  </a:lnTo>
                  <a:lnTo>
                    <a:pt x="4670121" y="1149280"/>
                  </a:lnTo>
                  <a:lnTo>
                    <a:pt x="4670308" y="1146467"/>
                  </a:lnTo>
                  <a:lnTo>
                    <a:pt x="4670495" y="1143875"/>
                  </a:lnTo>
                  <a:lnTo>
                    <a:pt x="4670682" y="1141204"/>
                  </a:lnTo>
                  <a:lnTo>
                    <a:pt x="4670869" y="1139278"/>
                  </a:lnTo>
                  <a:lnTo>
                    <a:pt x="4671056" y="1136732"/>
                  </a:lnTo>
                  <a:lnTo>
                    <a:pt x="4671243" y="1132389"/>
                  </a:lnTo>
                  <a:lnTo>
                    <a:pt x="4671430" y="1128059"/>
                  </a:lnTo>
                  <a:lnTo>
                    <a:pt x="4671617" y="1126066"/>
                  </a:lnTo>
                  <a:lnTo>
                    <a:pt x="4671804" y="1124521"/>
                  </a:lnTo>
                  <a:lnTo>
                    <a:pt x="4671990" y="1123643"/>
                  </a:lnTo>
                  <a:lnTo>
                    <a:pt x="4672177" y="1123297"/>
                  </a:lnTo>
                  <a:lnTo>
                    <a:pt x="4672364" y="1123309"/>
                  </a:lnTo>
                  <a:lnTo>
                    <a:pt x="4672551" y="1123702"/>
                  </a:lnTo>
                  <a:lnTo>
                    <a:pt x="4672738" y="1123444"/>
                  </a:lnTo>
                  <a:lnTo>
                    <a:pt x="4672925" y="1123268"/>
                  </a:lnTo>
                  <a:lnTo>
                    <a:pt x="4673112" y="1123446"/>
                  </a:lnTo>
                  <a:lnTo>
                    <a:pt x="4673299" y="1124354"/>
                  </a:lnTo>
                  <a:lnTo>
                    <a:pt x="4673486" y="1125204"/>
                  </a:lnTo>
                  <a:lnTo>
                    <a:pt x="4673673" y="1126352"/>
                  </a:lnTo>
                  <a:lnTo>
                    <a:pt x="4673860" y="1128006"/>
                  </a:lnTo>
                  <a:lnTo>
                    <a:pt x="4674047" y="1129719"/>
                  </a:lnTo>
                  <a:lnTo>
                    <a:pt x="4674234" y="1131785"/>
                  </a:lnTo>
                  <a:lnTo>
                    <a:pt x="4674420" y="1134173"/>
                  </a:lnTo>
                  <a:lnTo>
                    <a:pt x="4674607" y="1138192"/>
                  </a:lnTo>
                  <a:lnTo>
                    <a:pt x="4674794" y="1141847"/>
                  </a:lnTo>
                  <a:lnTo>
                    <a:pt x="4674981" y="1145524"/>
                  </a:lnTo>
                  <a:lnTo>
                    <a:pt x="4675168" y="1149296"/>
                  </a:lnTo>
                  <a:lnTo>
                    <a:pt x="4675355" y="1153019"/>
                  </a:lnTo>
                  <a:lnTo>
                    <a:pt x="4675542" y="1156669"/>
                  </a:lnTo>
                  <a:lnTo>
                    <a:pt x="4675729" y="1160425"/>
                  </a:lnTo>
                  <a:lnTo>
                    <a:pt x="4675916" y="1163986"/>
                  </a:lnTo>
                  <a:lnTo>
                    <a:pt x="4676103" y="1166798"/>
                  </a:lnTo>
                  <a:lnTo>
                    <a:pt x="4676290" y="1169518"/>
                  </a:lnTo>
                  <a:lnTo>
                    <a:pt x="4676477" y="1170781"/>
                  </a:lnTo>
                  <a:lnTo>
                    <a:pt x="4676663" y="1171929"/>
                  </a:lnTo>
                  <a:lnTo>
                    <a:pt x="4676850" y="1173650"/>
                  </a:lnTo>
                  <a:lnTo>
                    <a:pt x="4677037" y="1175388"/>
                  </a:lnTo>
                  <a:lnTo>
                    <a:pt x="4677224" y="1177548"/>
                  </a:lnTo>
                  <a:lnTo>
                    <a:pt x="4677411" y="1181082"/>
                  </a:lnTo>
                  <a:lnTo>
                    <a:pt x="4677598" y="1184943"/>
                  </a:lnTo>
                  <a:lnTo>
                    <a:pt x="4677785" y="1187164"/>
                  </a:lnTo>
                  <a:lnTo>
                    <a:pt x="4677972" y="1189207"/>
                  </a:lnTo>
                  <a:lnTo>
                    <a:pt x="4678159" y="1191053"/>
                  </a:lnTo>
                  <a:lnTo>
                    <a:pt x="4678346" y="1193572"/>
                  </a:lnTo>
                  <a:lnTo>
                    <a:pt x="4678533" y="1196233"/>
                  </a:lnTo>
                  <a:lnTo>
                    <a:pt x="4678720" y="1197927"/>
                  </a:lnTo>
                  <a:lnTo>
                    <a:pt x="4678907" y="1200701"/>
                  </a:lnTo>
                  <a:lnTo>
                    <a:pt x="4679093" y="1204304"/>
                  </a:lnTo>
                  <a:lnTo>
                    <a:pt x="4679280" y="1207438"/>
                  </a:lnTo>
                  <a:lnTo>
                    <a:pt x="4679467" y="1208474"/>
                  </a:lnTo>
                  <a:lnTo>
                    <a:pt x="4679654" y="1209076"/>
                  </a:lnTo>
                  <a:lnTo>
                    <a:pt x="4679841" y="1209502"/>
                  </a:lnTo>
                  <a:lnTo>
                    <a:pt x="4680028" y="1209896"/>
                  </a:lnTo>
                  <a:lnTo>
                    <a:pt x="4680215" y="1208852"/>
                  </a:lnTo>
                  <a:lnTo>
                    <a:pt x="4680402" y="1207897"/>
                  </a:lnTo>
                  <a:lnTo>
                    <a:pt x="4680589" y="1206637"/>
                  </a:lnTo>
                  <a:lnTo>
                    <a:pt x="4680776" y="1207815"/>
                  </a:lnTo>
                  <a:lnTo>
                    <a:pt x="4680963" y="1208921"/>
                  </a:lnTo>
                  <a:lnTo>
                    <a:pt x="4681150" y="1209648"/>
                  </a:lnTo>
                  <a:lnTo>
                    <a:pt x="4681337" y="1210230"/>
                  </a:lnTo>
                  <a:lnTo>
                    <a:pt x="4681523" y="1210832"/>
                  </a:lnTo>
                  <a:lnTo>
                    <a:pt x="4681710" y="1211513"/>
                  </a:lnTo>
                  <a:lnTo>
                    <a:pt x="4681897" y="1211892"/>
                  </a:lnTo>
                  <a:lnTo>
                    <a:pt x="4682084" y="1211318"/>
                  </a:lnTo>
                  <a:lnTo>
                    <a:pt x="4682271" y="1211258"/>
                  </a:lnTo>
                  <a:lnTo>
                    <a:pt x="4682458" y="1213061"/>
                  </a:lnTo>
                  <a:lnTo>
                    <a:pt x="4682645" y="1216692"/>
                  </a:lnTo>
                  <a:lnTo>
                    <a:pt x="4682832" y="1220061"/>
                  </a:lnTo>
                  <a:lnTo>
                    <a:pt x="4683019" y="1223211"/>
                  </a:lnTo>
                  <a:lnTo>
                    <a:pt x="4683206" y="1228987"/>
                  </a:lnTo>
                  <a:lnTo>
                    <a:pt x="4683393" y="1238093"/>
                  </a:lnTo>
                  <a:lnTo>
                    <a:pt x="4683580" y="1247535"/>
                  </a:lnTo>
                  <a:lnTo>
                    <a:pt x="4683766" y="1256764"/>
                  </a:lnTo>
                  <a:lnTo>
                    <a:pt x="4683953" y="1261853"/>
                  </a:lnTo>
                  <a:lnTo>
                    <a:pt x="4684140" y="1267166"/>
                  </a:lnTo>
                  <a:lnTo>
                    <a:pt x="4684327" y="1271935"/>
                  </a:lnTo>
                  <a:lnTo>
                    <a:pt x="4684514" y="1276480"/>
                  </a:lnTo>
                  <a:lnTo>
                    <a:pt x="4684701" y="1280375"/>
                  </a:lnTo>
                  <a:lnTo>
                    <a:pt x="4684888" y="1283819"/>
                  </a:lnTo>
                  <a:lnTo>
                    <a:pt x="4685075" y="1287161"/>
                  </a:lnTo>
                  <a:lnTo>
                    <a:pt x="4685262" y="1289794"/>
                  </a:lnTo>
                  <a:lnTo>
                    <a:pt x="4685449" y="1290959"/>
                  </a:lnTo>
                  <a:lnTo>
                    <a:pt x="4685636" y="1290814"/>
                  </a:lnTo>
                  <a:lnTo>
                    <a:pt x="4685823" y="1290913"/>
                  </a:lnTo>
                  <a:lnTo>
                    <a:pt x="4686010" y="1291819"/>
                  </a:lnTo>
                  <a:lnTo>
                    <a:pt x="4686196" y="1292992"/>
                  </a:lnTo>
                  <a:lnTo>
                    <a:pt x="4686383" y="1293765"/>
                  </a:lnTo>
                  <a:lnTo>
                    <a:pt x="4686570" y="1294195"/>
                  </a:lnTo>
                  <a:lnTo>
                    <a:pt x="4686757" y="1294709"/>
                  </a:lnTo>
                  <a:lnTo>
                    <a:pt x="4686944" y="1295193"/>
                  </a:lnTo>
                  <a:lnTo>
                    <a:pt x="4687131" y="1295936"/>
                  </a:lnTo>
                  <a:lnTo>
                    <a:pt x="4687318" y="1296711"/>
                  </a:lnTo>
                  <a:lnTo>
                    <a:pt x="4687505" y="1297037"/>
                  </a:lnTo>
                  <a:lnTo>
                    <a:pt x="4687692" y="1297601"/>
                  </a:lnTo>
                  <a:lnTo>
                    <a:pt x="4687879" y="1298341"/>
                  </a:lnTo>
                  <a:lnTo>
                    <a:pt x="4688066" y="1299505"/>
                  </a:lnTo>
                  <a:lnTo>
                    <a:pt x="4688253" y="1300967"/>
                  </a:lnTo>
                  <a:lnTo>
                    <a:pt x="4688440" y="1302238"/>
                  </a:lnTo>
                  <a:lnTo>
                    <a:pt x="4688626" y="1303790"/>
                  </a:lnTo>
                  <a:lnTo>
                    <a:pt x="4688813" y="1304960"/>
                  </a:lnTo>
                  <a:lnTo>
                    <a:pt x="4689000" y="1306018"/>
                  </a:lnTo>
                  <a:lnTo>
                    <a:pt x="4689187" y="1306973"/>
                  </a:lnTo>
                  <a:lnTo>
                    <a:pt x="4689374" y="1308482"/>
                  </a:lnTo>
                  <a:lnTo>
                    <a:pt x="4689561" y="1309748"/>
                  </a:lnTo>
                  <a:lnTo>
                    <a:pt x="4689748" y="1310375"/>
                  </a:lnTo>
                  <a:lnTo>
                    <a:pt x="4689935" y="1309704"/>
                  </a:lnTo>
                  <a:lnTo>
                    <a:pt x="4690122" y="1307548"/>
                  </a:lnTo>
                  <a:lnTo>
                    <a:pt x="4690309" y="1305422"/>
                  </a:lnTo>
                  <a:lnTo>
                    <a:pt x="4690496" y="1302853"/>
                  </a:lnTo>
                  <a:lnTo>
                    <a:pt x="4690683" y="1300355"/>
                  </a:lnTo>
                  <a:lnTo>
                    <a:pt x="4690869" y="1297517"/>
                  </a:lnTo>
                  <a:lnTo>
                    <a:pt x="4691056" y="1294607"/>
                  </a:lnTo>
                  <a:lnTo>
                    <a:pt x="4691243" y="1292454"/>
                  </a:lnTo>
                  <a:lnTo>
                    <a:pt x="4691430" y="1291024"/>
                  </a:lnTo>
                  <a:lnTo>
                    <a:pt x="4691617" y="1289426"/>
                  </a:lnTo>
                  <a:lnTo>
                    <a:pt x="4691804" y="1287215"/>
                  </a:lnTo>
                  <a:lnTo>
                    <a:pt x="4691991" y="1285178"/>
                  </a:lnTo>
                  <a:lnTo>
                    <a:pt x="4692178" y="1282521"/>
                  </a:lnTo>
                  <a:lnTo>
                    <a:pt x="4692365" y="1280022"/>
                  </a:lnTo>
                  <a:lnTo>
                    <a:pt x="4692552" y="1279026"/>
                  </a:lnTo>
                  <a:lnTo>
                    <a:pt x="4692739" y="1277309"/>
                  </a:lnTo>
                  <a:lnTo>
                    <a:pt x="4692926" y="1276225"/>
                  </a:lnTo>
                  <a:lnTo>
                    <a:pt x="4693113" y="1276946"/>
                  </a:lnTo>
                  <a:lnTo>
                    <a:pt x="4693299" y="1276537"/>
                  </a:lnTo>
                  <a:lnTo>
                    <a:pt x="4693486" y="1276134"/>
                  </a:lnTo>
                  <a:lnTo>
                    <a:pt x="4693673" y="1275415"/>
                  </a:lnTo>
                  <a:lnTo>
                    <a:pt x="4693860" y="1274646"/>
                  </a:lnTo>
                  <a:lnTo>
                    <a:pt x="4694047" y="1272483"/>
                  </a:lnTo>
                  <a:lnTo>
                    <a:pt x="4694234" y="1270202"/>
                  </a:lnTo>
                  <a:lnTo>
                    <a:pt x="4694421" y="1268895"/>
                  </a:lnTo>
                  <a:lnTo>
                    <a:pt x="4694608" y="1267282"/>
                  </a:lnTo>
                  <a:lnTo>
                    <a:pt x="4694795" y="1265140"/>
                  </a:lnTo>
                  <a:lnTo>
                    <a:pt x="4694982" y="1264379"/>
                  </a:lnTo>
                  <a:lnTo>
                    <a:pt x="4695169" y="1263609"/>
                  </a:lnTo>
                  <a:lnTo>
                    <a:pt x="4695356" y="1263190"/>
                  </a:lnTo>
                  <a:lnTo>
                    <a:pt x="4695542" y="1262540"/>
                  </a:lnTo>
                  <a:lnTo>
                    <a:pt x="4695729" y="1260829"/>
                  </a:lnTo>
                  <a:lnTo>
                    <a:pt x="4695916" y="1255849"/>
                  </a:lnTo>
                  <a:lnTo>
                    <a:pt x="4696103" y="1250102"/>
                  </a:lnTo>
                  <a:lnTo>
                    <a:pt x="4696290" y="1243773"/>
                  </a:lnTo>
                  <a:lnTo>
                    <a:pt x="4696477" y="1235504"/>
                  </a:lnTo>
                  <a:lnTo>
                    <a:pt x="4696664" y="1227338"/>
                  </a:lnTo>
                  <a:lnTo>
                    <a:pt x="4696851" y="1219982"/>
                  </a:lnTo>
                  <a:lnTo>
                    <a:pt x="4697038" y="1214849"/>
                  </a:lnTo>
                  <a:lnTo>
                    <a:pt x="4697225" y="1209452"/>
                  </a:lnTo>
                  <a:lnTo>
                    <a:pt x="4697412" y="1204130"/>
                  </a:lnTo>
                  <a:lnTo>
                    <a:pt x="4697599" y="1199022"/>
                  </a:lnTo>
                  <a:lnTo>
                    <a:pt x="4697786" y="1193675"/>
                  </a:lnTo>
                  <a:lnTo>
                    <a:pt x="4697972" y="1188947"/>
                  </a:lnTo>
                  <a:lnTo>
                    <a:pt x="4698159" y="1184903"/>
                  </a:lnTo>
                  <a:lnTo>
                    <a:pt x="4698346" y="1182073"/>
                  </a:lnTo>
                  <a:lnTo>
                    <a:pt x="4698533" y="1180464"/>
                  </a:lnTo>
                  <a:lnTo>
                    <a:pt x="4698720" y="1179927"/>
                  </a:lnTo>
                  <a:lnTo>
                    <a:pt x="4698907" y="1181116"/>
                  </a:lnTo>
                  <a:lnTo>
                    <a:pt x="4699094" y="1183616"/>
                  </a:lnTo>
                  <a:lnTo>
                    <a:pt x="4699281" y="1185052"/>
                  </a:lnTo>
                  <a:lnTo>
                    <a:pt x="4699468" y="1186315"/>
                  </a:lnTo>
                  <a:lnTo>
                    <a:pt x="4699655" y="1188937"/>
                  </a:lnTo>
                  <a:lnTo>
                    <a:pt x="4699842" y="1192169"/>
                  </a:lnTo>
                  <a:lnTo>
                    <a:pt x="4700029" y="1194091"/>
                  </a:lnTo>
                  <a:lnTo>
                    <a:pt x="4700216" y="1195041"/>
                  </a:lnTo>
                  <a:lnTo>
                    <a:pt x="4700402" y="1196275"/>
                  </a:lnTo>
                  <a:lnTo>
                    <a:pt x="4700589" y="1197984"/>
                  </a:lnTo>
                  <a:lnTo>
                    <a:pt x="4700776" y="1199674"/>
                  </a:lnTo>
                  <a:lnTo>
                    <a:pt x="4700963" y="1200672"/>
                  </a:lnTo>
                  <a:lnTo>
                    <a:pt x="4701150" y="1201735"/>
                  </a:lnTo>
                  <a:lnTo>
                    <a:pt x="4701337" y="1202079"/>
                  </a:lnTo>
                  <a:lnTo>
                    <a:pt x="4701524" y="1201486"/>
                  </a:lnTo>
                  <a:lnTo>
                    <a:pt x="4701711" y="1200600"/>
                  </a:lnTo>
                  <a:lnTo>
                    <a:pt x="4701898" y="1199353"/>
                  </a:lnTo>
                  <a:lnTo>
                    <a:pt x="4702085" y="1197546"/>
                  </a:lnTo>
                  <a:lnTo>
                    <a:pt x="4702272" y="1195682"/>
                  </a:lnTo>
                  <a:lnTo>
                    <a:pt x="4702459" y="1193264"/>
                  </a:lnTo>
                  <a:lnTo>
                    <a:pt x="4702645" y="1190532"/>
                  </a:lnTo>
                  <a:lnTo>
                    <a:pt x="4702832" y="1184535"/>
                  </a:lnTo>
                  <a:lnTo>
                    <a:pt x="4703019" y="1177527"/>
                  </a:lnTo>
                  <a:lnTo>
                    <a:pt x="4703206" y="1170321"/>
                  </a:lnTo>
                  <a:lnTo>
                    <a:pt x="4703393" y="1162174"/>
                  </a:lnTo>
                  <a:lnTo>
                    <a:pt x="4703580" y="1153439"/>
                  </a:lnTo>
                  <a:lnTo>
                    <a:pt x="4703767" y="1144736"/>
                  </a:lnTo>
                  <a:lnTo>
                    <a:pt x="4703954" y="1135116"/>
                  </a:lnTo>
                  <a:lnTo>
                    <a:pt x="4704141" y="1128352"/>
                  </a:lnTo>
                  <a:lnTo>
                    <a:pt x="4704328" y="1122115"/>
                  </a:lnTo>
                  <a:lnTo>
                    <a:pt x="4704515" y="1115894"/>
                  </a:lnTo>
                  <a:lnTo>
                    <a:pt x="4704702" y="1110509"/>
                  </a:lnTo>
                  <a:lnTo>
                    <a:pt x="4704889" y="1104722"/>
                  </a:lnTo>
                  <a:lnTo>
                    <a:pt x="4705075" y="1098647"/>
                  </a:lnTo>
                  <a:lnTo>
                    <a:pt x="4705262" y="1092720"/>
                  </a:lnTo>
                  <a:lnTo>
                    <a:pt x="4705449" y="1086972"/>
                  </a:lnTo>
                  <a:lnTo>
                    <a:pt x="4705636" y="1083277"/>
                  </a:lnTo>
                  <a:lnTo>
                    <a:pt x="4705823" y="1079842"/>
                  </a:lnTo>
                  <a:lnTo>
                    <a:pt x="4706010" y="1075968"/>
                  </a:lnTo>
                  <a:lnTo>
                    <a:pt x="4706197" y="1072193"/>
                  </a:lnTo>
                  <a:lnTo>
                    <a:pt x="4706384" y="1068433"/>
                  </a:lnTo>
                  <a:lnTo>
                    <a:pt x="4706571" y="1066561"/>
                  </a:lnTo>
                  <a:lnTo>
                    <a:pt x="4706758" y="1064242"/>
                  </a:lnTo>
                  <a:lnTo>
                    <a:pt x="4706945" y="1062005"/>
                  </a:lnTo>
                  <a:lnTo>
                    <a:pt x="4707132" y="1059761"/>
                  </a:lnTo>
                  <a:lnTo>
                    <a:pt x="4707319" y="1055014"/>
                  </a:lnTo>
                  <a:lnTo>
                    <a:pt x="4707505" y="1048580"/>
                  </a:lnTo>
                  <a:lnTo>
                    <a:pt x="4707692" y="1042291"/>
                  </a:lnTo>
                  <a:lnTo>
                    <a:pt x="4707879" y="1036122"/>
                  </a:lnTo>
                  <a:lnTo>
                    <a:pt x="4708066" y="1030481"/>
                  </a:lnTo>
                  <a:lnTo>
                    <a:pt x="4708253" y="1024554"/>
                  </a:lnTo>
                  <a:lnTo>
                    <a:pt x="4708440" y="1018615"/>
                  </a:lnTo>
                  <a:lnTo>
                    <a:pt x="4708627" y="1014296"/>
                  </a:lnTo>
                  <a:lnTo>
                    <a:pt x="4708814" y="1011591"/>
                  </a:lnTo>
                  <a:lnTo>
                    <a:pt x="4709001" y="1007015"/>
                  </a:lnTo>
                  <a:lnTo>
                    <a:pt x="4709188" y="1001890"/>
                  </a:lnTo>
                  <a:lnTo>
                    <a:pt x="4709375" y="996224"/>
                  </a:lnTo>
                  <a:lnTo>
                    <a:pt x="4709562" y="987691"/>
                  </a:lnTo>
                  <a:lnTo>
                    <a:pt x="4709748" y="981072"/>
                  </a:lnTo>
                  <a:lnTo>
                    <a:pt x="4709935" y="973939"/>
                  </a:lnTo>
                  <a:lnTo>
                    <a:pt x="4710122" y="967665"/>
                  </a:lnTo>
                  <a:lnTo>
                    <a:pt x="4710309" y="961745"/>
                  </a:lnTo>
                  <a:lnTo>
                    <a:pt x="4710496" y="955830"/>
                  </a:lnTo>
                  <a:lnTo>
                    <a:pt x="4710683" y="949740"/>
                  </a:lnTo>
                  <a:lnTo>
                    <a:pt x="4710870" y="943871"/>
                  </a:lnTo>
                  <a:lnTo>
                    <a:pt x="4711057" y="937771"/>
                  </a:lnTo>
                  <a:lnTo>
                    <a:pt x="4711244" y="932223"/>
                  </a:lnTo>
                  <a:lnTo>
                    <a:pt x="4711431" y="927300"/>
                  </a:lnTo>
                  <a:lnTo>
                    <a:pt x="4711618" y="920853"/>
                  </a:lnTo>
                  <a:lnTo>
                    <a:pt x="4711805" y="913905"/>
                  </a:lnTo>
                  <a:lnTo>
                    <a:pt x="4711992" y="907387"/>
                  </a:lnTo>
                  <a:lnTo>
                    <a:pt x="4712178" y="898596"/>
                  </a:lnTo>
                  <a:lnTo>
                    <a:pt x="4712365" y="889810"/>
                  </a:lnTo>
                  <a:lnTo>
                    <a:pt x="4712552" y="881350"/>
                  </a:lnTo>
                  <a:lnTo>
                    <a:pt x="4712739" y="874530"/>
                  </a:lnTo>
                  <a:lnTo>
                    <a:pt x="4712926" y="867602"/>
                  </a:lnTo>
                  <a:lnTo>
                    <a:pt x="4713113" y="860775"/>
                  </a:lnTo>
                  <a:lnTo>
                    <a:pt x="4713300" y="857353"/>
                  </a:lnTo>
                  <a:lnTo>
                    <a:pt x="4713487" y="853885"/>
                  </a:lnTo>
                  <a:lnTo>
                    <a:pt x="4713674" y="850574"/>
                  </a:lnTo>
                  <a:lnTo>
                    <a:pt x="4713861" y="849334"/>
                  </a:lnTo>
                  <a:lnTo>
                    <a:pt x="4714048" y="847848"/>
                  </a:lnTo>
                  <a:lnTo>
                    <a:pt x="4714235" y="846531"/>
                  </a:lnTo>
                  <a:lnTo>
                    <a:pt x="4714421" y="845801"/>
                  </a:lnTo>
                  <a:lnTo>
                    <a:pt x="4714608" y="845725"/>
                  </a:lnTo>
                  <a:lnTo>
                    <a:pt x="4714795" y="845079"/>
                  </a:lnTo>
                  <a:lnTo>
                    <a:pt x="4714982" y="844358"/>
                  </a:lnTo>
                  <a:lnTo>
                    <a:pt x="4715169" y="844445"/>
                  </a:lnTo>
                  <a:lnTo>
                    <a:pt x="4715356" y="844427"/>
                  </a:lnTo>
                  <a:lnTo>
                    <a:pt x="4715543" y="843523"/>
                  </a:lnTo>
                  <a:lnTo>
                    <a:pt x="4715730" y="842119"/>
                  </a:lnTo>
                  <a:lnTo>
                    <a:pt x="4715917" y="840921"/>
                  </a:lnTo>
                  <a:lnTo>
                    <a:pt x="4716104" y="839234"/>
                  </a:lnTo>
                  <a:lnTo>
                    <a:pt x="4716291" y="837783"/>
                  </a:lnTo>
                  <a:lnTo>
                    <a:pt x="4716478" y="836598"/>
                  </a:lnTo>
                  <a:lnTo>
                    <a:pt x="4716665" y="835280"/>
                  </a:lnTo>
                  <a:lnTo>
                    <a:pt x="4716851" y="836027"/>
                  </a:lnTo>
                  <a:lnTo>
                    <a:pt x="4717038" y="833657"/>
                  </a:lnTo>
                  <a:lnTo>
                    <a:pt x="4717225" y="831385"/>
                  </a:lnTo>
                  <a:lnTo>
                    <a:pt x="4717412" y="828499"/>
                  </a:lnTo>
                  <a:lnTo>
                    <a:pt x="4717599" y="825445"/>
                  </a:lnTo>
                  <a:lnTo>
                    <a:pt x="4717786" y="823469"/>
                  </a:lnTo>
                  <a:lnTo>
                    <a:pt x="4717973" y="821162"/>
                  </a:lnTo>
                  <a:lnTo>
                    <a:pt x="4718160" y="817914"/>
                  </a:lnTo>
                  <a:lnTo>
                    <a:pt x="4718347" y="815927"/>
                  </a:lnTo>
                  <a:lnTo>
                    <a:pt x="4718534" y="815401"/>
                  </a:lnTo>
                  <a:lnTo>
                    <a:pt x="4718721" y="815235"/>
                  </a:lnTo>
                  <a:lnTo>
                    <a:pt x="4718908" y="814846"/>
                  </a:lnTo>
                  <a:lnTo>
                    <a:pt x="4719095" y="814357"/>
                  </a:lnTo>
                  <a:lnTo>
                    <a:pt x="4719281" y="813858"/>
                  </a:lnTo>
                  <a:lnTo>
                    <a:pt x="4719468" y="814475"/>
                  </a:lnTo>
                  <a:lnTo>
                    <a:pt x="4719655" y="815067"/>
                  </a:lnTo>
                  <a:lnTo>
                    <a:pt x="4719842" y="814711"/>
                  </a:lnTo>
                  <a:lnTo>
                    <a:pt x="4720029" y="814388"/>
                  </a:lnTo>
                  <a:lnTo>
                    <a:pt x="4720216" y="814000"/>
                  </a:lnTo>
                  <a:lnTo>
                    <a:pt x="4720403" y="813786"/>
                  </a:lnTo>
                  <a:lnTo>
                    <a:pt x="4720590" y="813683"/>
                  </a:lnTo>
                  <a:lnTo>
                    <a:pt x="4720777" y="814340"/>
                  </a:lnTo>
                  <a:lnTo>
                    <a:pt x="4720964" y="815089"/>
                  </a:lnTo>
                  <a:lnTo>
                    <a:pt x="4721151" y="815531"/>
                  </a:lnTo>
                  <a:lnTo>
                    <a:pt x="4721338" y="817134"/>
                  </a:lnTo>
                  <a:lnTo>
                    <a:pt x="4721524" y="819074"/>
                  </a:lnTo>
                  <a:lnTo>
                    <a:pt x="4721711" y="821032"/>
                  </a:lnTo>
                  <a:lnTo>
                    <a:pt x="4721898" y="823165"/>
                  </a:lnTo>
                  <a:lnTo>
                    <a:pt x="4722085" y="825632"/>
                  </a:lnTo>
                  <a:lnTo>
                    <a:pt x="4722272" y="828135"/>
                  </a:lnTo>
                  <a:lnTo>
                    <a:pt x="4722459" y="831946"/>
                  </a:lnTo>
                  <a:lnTo>
                    <a:pt x="4722646" y="836041"/>
                  </a:lnTo>
                  <a:lnTo>
                    <a:pt x="4722833" y="839081"/>
                  </a:lnTo>
                  <a:lnTo>
                    <a:pt x="4723020" y="843143"/>
                  </a:lnTo>
                  <a:lnTo>
                    <a:pt x="4723207" y="847428"/>
                  </a:lnTo>
                  <a:lnTo>
                    <a:pt x="4723394" y="850555"/>
                  </a:lnTo>
                  <a:lnTo>
                    <a:pt x="4723581" y="852594"/>
                  </a:lnTo>
                  <a:lnTo>
                    <a:pt x="4723768" y="854875"/>
                  </a:lnTo>
                  <a:lnTo>
                    <a:pt x="4723954" y="856703"/>
                  </a:lnTo>
                  <a:lnTo>
                    <a:pt x="4724141" y="857438"/>
                  </a:lnTo>
                  <a:lnTo>
                    <a:pt x="4724328" y="857006"/>
                  </a:lnTo>
                  <a:lnTo>
                    <a:pt x="4724515" y="856035"/>
                  </a:lnTo>
                  <a:lnTo>
                    <a:pt x="4724702" y="854376"/>
                  </a:lnTo>
                  <a:lnTo>
                    <a:pt x="4724889" y="852471"/>
                  </a:lnTo>
                  <a:lnTo>
                    <a:pt x="4725076" y="850222"/>
                  </a:lnTo>
                  <a:lnTo>
                    <a:pt x="4725263" y="847432"/>
                  </a:lnTo>
                  <a:lnTo>
                    <a:pt x="4725450" y="844321"/>
                  </a:lnTo>
                  <a:lnTo>
                    <a:pt x="4725637" y="840570"/>
                  </a:lnTo>
                  <a:lnTo>
                    <a:pt x="4725824" y="833949"/>
                  </a:lnTo>
                  <a:lnTo>
                    <a:pt x="4726011" y="826820"/>
                  </a:lnTo>
                  <a:lnTo>
                    <a:pt x="4726198" y="818713"/>
                  </a:lnTo>
                  <a:lnTo>
                    <a:pt x="4726384" y="809898"/>
                  </a:lnTo>
                  <a:lnTo>
                    <a:pt x="4726571" y="800105"/>
                  </a:lnTo>
                  <a:lnTo>
                    <a:pt x="4726758" y="790265"/>
                  </a:lnTo>
                  <a:lnTo>
                    <a:pt x="4726945" y="781161"/>
                  </a:lnTo>
                  <a:lnTo>
                    <a:pt x="4727132" y="773679"/>
                  </a:lnTo>
                  <a:lnTo>
                    <a:pt x="4727319" y="767781"/>
                  </a:lnTo>
                  <a:lnTo>
                    <a:pt x="4727506" y="767761"/>
                  </a:lnTo>
                  <a:lnTo>
                    <a:pt x="4727693" y="769266"/>
                  </a:lnTo>
                  <a:lnTo>
                    <a:pt x="4727880" y="772221"/>
                  </a:lnTo>
                  <a:lnTo>
                    <a:pt x="4728067" y="776435"/>
                  </a:lnTo>
                  <a:lnTo>
                    <a:pt x="4728254" y="780817"/>
                  </a:lnTo>
                  <a:lnTo>
                    <a:pt x="4728441" y="785020"/>
                  </a:lnTo>
                  <a:lnTo>
                    <a:pt x="4728627" y="788295"/>
                  </a:lnTo>
                  <a:lnTo>
                    <a:pt x="4728814" y="790567"/>
                  </a:lnTo>
                  <a:lnTo>
                    <a:pt x="4729001" y="792820"/>
                  </a:lnTo>
                  <a:lnTo>
                    <a:pt x="4729188" y="796040"/>
                  </a:lnTo>
                  <a:lnTo>
                    <a:pt x="4729375" y="799024"/>
                  </a:lnTo>
                  <a:lnTo>
                    <a:pt x="4729562" y="802696"/>
                  </a:lnTo>
                  <a:lnTo>
                    <a:pt x="4729749" y="806298"/>
                  </a:lnTo>
                  <a:lnTo>
                    <a:pt x="4729936" y="809054"/>
                  </a:lnTo>
                  <a:lnTo>
                    <a:pt x="4730123" y="812278"/>
                  </a:lnTo>
                  <a:lnTo>
                    <a:pt x="4730310" y="815547"/>
                  </a:lnTo>
                  <a:lnTo>
                    <a:pt x="4730497" y="818850"/>
                  </a:lnTo>
                  <a:lnTo>
                    <a:pt x="4730684" y="822217"/>
                  </a:lnTo>
                  <a:lnTo>
                    <a:pt x="4730871" y="825876"/>
                  </a:lnTo>
                  <a:lnTo>
                    <a:pt x="4731057" y="830369"/>
                  </a:lnTo>
                  <a:lnTo>
                    <a:pt x="4731244" y="835467"/>
                  </a:lnTo>
                  <a:lnTo>
                    <a:pt x="4731431" y="841716"/>
                  </a:lnTo>
                  <a:lnTo>
                    <a:pt x="4731618" y="848550"/>
                  </a:lnTo>
                  <a:lnTo>
                    <a:pt x="4731805" y="855566"/>
                  </a:lnTo>
                  <a:lnTo>
                    <a:pt x="4731992" y="862554"/>
                  </a:lnTo>
                  <a:lnTo>
                    <a:pt x="4732179" y="869684"/>
                  </a:lnTo>
                  <a:lnTo>
                    <a:pt x="4732366" y="876302"/>
                  </a:lnTo>
                  <a:lnTo>
                    <a:pt x="4732553" y="883196"/>
                  </a:lnTo>
                  <a:lnTo>
                    <a:pt x="4732740" y="889899"/>
                  </a:lnTo>
                  <a:lnTo>
                    <a:pt x="4732927" y="896673"/>
                  </a:lnTo>
                  <a:lnTo>
                    <a:pt x="4733114" y="903817"/>
                  </a:lnTo>
                  <a:lnTo>
                    <a:pt x="4733300" y="913504"/>
                  </a:lnTo>
                  <a:lnTo>
                    <a:pt x="4733487" y="923205"/>
                  </a:lnTo>
                  <a:lnTo>
                    <a:pt x="4733674" y="932917"/>
                  </a:lnTo>
                  <a:lnTo>
                    <a:pt x="4733861" y="945892"/>
                  </a:lnTo>
                  <a:lnTo>
                    <a:pt x="4734048" y="958368"/>
                  </a:lnTo>
                  <a:lnTo>
                    <a:pt x="4734235" y="969993"/>
                  </a:lnTo>
                  <a:lnTo>
                    <a:pt x="4734422" y="980819"/>
                  </a:lnTo>
                  <a:lnTo>
                    <a:pt x="4734609" y="991166"/>
                  </a:lnTo>
                  <a:lnTo>
                    <a:pt x="4734796" y="1001695"/>
                  </a:lnTo>
                  <a:lnTo>
                    <a:pt x="4734983" y="1011749"/>
                  </a:lnTo>
                  <a:lnTo>
                    <a:pt x="4735170" y="1021639"/>
                  </a:lnTo>
                  <a:lnTo>
                    <a:pt x="4735357" y="1031344"/>
                  </a:lnTo>
                  <a:lnTo>
                    <a:pt x="4735544" y="1040579"/>
                  </a:lnTo>
                  <a:lnTo>
                    <a:pt x="4735730" y="1048877"/>
                  </a:lnTo>
                  <a:lnTo>
                    <a:pt x="4735917" y="1056311"/>
                  </a:lnTo>
                  <a:lnTo>
                    <a:pt x="4736104" y="1063010"/>
                  </a:lnTo>
                  <a:lnTo>
                    <a:pt x="4736291" y="1068837"/>
                  </a:lnTo>
                  <a:lnTo>
                    <a:pt x="4736478" y="1073760"/>
                  </a:lnTo>
                  <a:lnTo>
                    <a:pt x="4736665" y="1078314"/>
                  </a:lnTo>
                  <a:lnTo>
                    <a:pt x="4736852" y="1083643"/>
                  </a:lnTo>
                  <a:lnTo>
                    <a:pt x="4737039" y="1087815"/>
                  </a:lnTo>
                  <a:lnTo>
                    <a:pt x="4737226" y="1091739"/>
                  </a:lnTo>
                  <a:lnTo>
                    <a:pt x="4737413" y="1095695"/>
                  </a:lnTo>
                  <a:lnTo>
                    <a:pt x="4737600" y="1099128"/>
                  </a:lnTo>
                  <a:lnTo>
                    <a:pt x="4737787" y="1102330"/>
                  </a:lnTo>
                  <a:lnTo>
                    <a:pt x="4737974" y="1105024"/>
                  </a:lnTo>
                  <a:lnTo>
                    <a:pt x="4738160" y="1106966"/>
                  </a:lnTo>
                  <a:lnTo>
                    <a:pt x="4738347" y="1109620"/>
                  </a:lnTo>
                  <a:lnTo>
                    <a:pt x="4738534" y="1112489"/>
                  </a:lnTo>
                  <a:lnTo>
                    <a:pt x="4738721" y="1115784"/>
                  </a:lnTo>
                  <a:lnTo>
                    <a:pt x="4738908" y="1120047"/>
                  </a:lnTo>
                  <a:lnTo>
                    <a:pt x="4739095" y="1124566"/>
                  </a:lnTo>
                  <a:lnTo>
                    <a:pt x="4739282" y="1128847"/>
                  </a:lnTo>
                  <a:lnTo>
                    <a:pt x="4739469" y="1132773"/>
                  </a:lnTo>
                  <a:lnTo>
                    <a:pt x="4739656" y="1136590"/>
                  </a:lnTo>
                  <a:lnTo>
                    <a:pt x="4739843" y="1140045"/>
                  </a:lnTo>
                  <a:lnTo>
                    <a:pt x="4740030" y="1143979"/>
                  </a:lnTo>
                  <a:lnTo>
                    <a:pt x="4740217" y="1151213"/>
                  </a:lnTo>
                  <a:lnTo>
                    <a:pt x="4740403" y="1159582"/>
                  </a:lnTo>
                  <a:lnTo>
                    <a:pt x="4740590" y="1168662"/>
                  </a:lnTo>
                  <a:lnTo>
                    <a:pt x="4740777" y="1178807"/>
                  </a:lnTo>
                  <a:lnTo>
                    <a:pt x="4740964" y="1189584"/>
                  </a:lnTo>
                  <a:lnTo>
                    <a:pt x="4741151" y="1200868"/>
                  </a:lnTo>
                  <a:lnTo>
                    <a:pt x="4741338" y="1212808"/>
                  </a:lnTo>
                  <a:lnTo>
                    <a:pt x="4741525" y="1221536"/>
                  </a:lnTo>
                  <a:lnTo>
                    <a:pt x="4741712" y="1229430"/>
                  </a:lnTo>
                  <a:lnTo>
                    <a:pt x="4741899" y="1237618"/>
                  </a:lnTo>
                  <a:lnTo>
                    <a:pt x="4742086" y="1246338"/>
                  </a:lnTo>
                  <a:lnTo>
                    <a:pt x="4742273" y="1256273"/>
                  </a:lnTo>
                  <a:lnTo>
                    <a:pt x="4742460" y="1266653"/>
                  </a:lnTo>
                  <a:lnTo>
                    <a:pt x="4742647" y="1277577"/>
                  </a:lnTo>
                  <a:lnTo>
                    <a:pt x="4742833" y="1288668"/>
                  </a:lnTo>
                  <a:lnTo>
                    <a:pt x="4743020" y="1297547"/>
                  </a:lnTo>
                  <a:lnTo>
                    <a:pt x="4743207" y="1306917"/>
                  </a:lnTo>
                  <a:lnTo>
                    <a:pt x="4743394" y="1316189"/>
                  </a:lnTo>
                  <a:lnTo>
                    <a:pt x="4743581" y="1325387"/>
                  </a:lnTo>
                  <a:lnTo>
                    <a:pt x="4743768" y="1334674"/>
                  </a:lnTo>
                  <a:lnTo>
                    <a:pt x="4743955" y="1341880"/>
                  </a:lnTo>
                  <a:lnTo>
                    <a:pt x="4744142" y="1349351"/>
                  </a:lnTo>
                  <a:lnTo>
                    <a:pt x="4744329" y="1356801"/>
                  </a:lnTo>
                  <a:lnTo>
                    <a:pt x="4744516" y="1364912"/>
                  </a:lnTo>
                  <a:lnTo>
                    <a:pt x="4744703" y="1375433"/>
                  </a:lnTo>
                  <a:lnTo>
                    <a:pt x="4744890" y="1386363"/>
                  </a:lnTo>
                  <a:lnTo>
                    <a:pt x="4745077" y="1396490"/>
                  </a:lnTo>
                  <a:lnTo>
                    <a:pt x="4745263" y="1406273"/>
                  </a:lnTo>
                  <a:lnTo>
                    <a:pt x="4745450" y="1416019"/>
                  </a:lnTo>
                  <a:lnTo>
                    <a:pt x="4745637" y="1425527"/>
                  </a:lnTo>
                  <a:lnTo>
                    <a:pt x="4745824" y="1433650"/>
                  </a:lnTo>
                  <a:lnTo>
                    <a:pt x="4746011" y="1441662"/>
                  </a:lnTo>
                  <a:lnTo>
                    <a:pt x="4746198" y="1448046"/>
                  </a:lnTo>
                  <a:lnTo>
                    <a:pt x="4746385" y="1454298"/>
                  </a:lnTo>
                  <a:lnTo>
                    <a:pt x="4746572" y="1458748"/>
                  </a:lnTo>
                  <a:lnTo>
                    <a:pt x="4746759" y="1461723"/>
                  </a:lnTo>
                  <a:lnTo>
                    <a:pt x="4746946" y="1468139"/>
                  </a:lnTo>
                  <a:lnTo>
                    <a:pt x="4747133" y="1472211"/>
                  </a:lnTo>
                  <a:lnTo>
                    <a:pt x="4747320" y="1476909"/>
                  </a:lnTo>
                  <a:lnTo>
                    <a:pt x="4747506" y="1481362"/>
                  </a:lnTo>
                  <a:lnTo>
                    <a:pt x="4747693" y="1486027"/>
                  </a:lnTo>
                  <a:lnTo>
                    <a:pt x="4747880" y="1491114"/>
                  </a:lnTo>
                  <a:lnTo>
                    <a:pt x="4748067" y="1495810"/>
                  </a:lnTo>
                  <a:lnTo>
                    <a:pt x="4748254" y="1501346"/>
                  </a:lnTo>
                  <a:lnTo>
                    <a:pt x="4748441" y="1506917"/>
                  </a:lnTo>
                  <a:lnTo>
                    <a:pt x="4748628" y="1511907"/>
                  </a:lnTo>
                  <a:lnTo>
                    <a:pt x="4748815" y="1516263"/>
                  </a:lnTo>
                  <a:lnTo>
                    <a:pt x="4749002" y="1522008"/>
                  </a:lnTo>
                  <a:lnTo>
                    <a:pt x="4749189" y="1528322"/>
                  </a:lnTo>
                  <a:lnTo>
                    <a:pt x="4749376" y="1534990"/>
                  </a:lnTo>
                  <a:lnTo>
                    <a:pt x="4749563" y="1544939"/>
                  </a:lnTo>
                  <a:lnTo>
                    <a:pt x="4749750" y="1555118"/>
                  </a:lnTo>
                  <a:lnTo>
                    <a:pt x="4749936" y="1565246"/>
                  </a:lnTo>
                  <a:lnTo>
                    <a:pt x="4750123" y="1573552"/>
                  </a:lnTo>
                  <a:lnTo>
                    <a:pt x="4750310" y="1580814"/>
                  </a:lnTo>
                  <a:lnTo>
                    <a:pt x="4750497" y="1587733"/>
                  </a:lnTo>
                  <a:lnTo>
                    <a:pt x="4750684" y="1591417"/>
                  </a:lnTo>
                  <a:lnTo>
                    <a:pt x="4750871" y="1595494"/>
                  </a:lnTo>
                  <a:lnTo>
                    <a:pt x="4751058" y="1599396"/>
                  </a:lnTo>
                  <a:lnTo>
                    <a:pt x="4751245" y="1601553"/>
                  </a:lnTo>
                  <a:lnTo>
                    <a:pt x="4751432" y="1601937"/>
                  </a:lnTo>
                  <a:lnTo>
                    <a:pt x="4751619" y="1601517"/>
                  </a:lnTo>
                  <a:lnTo>
                    <a:pt x="4751806" y="1600481"/>
                  </a:lnTo>
                  <a:lnTo>
                    <a:pt x="4751993" y="1598440"/>
                  </a:lnTo>
                  <a:lnTo>
                    <a:pt x="4752179" y="1596280"/>
                  </a:lnTo>
                  <a:lnTo>
                    <a:pt x="4752366" y="1594198"/>
                  </a:lnTo>
                  <a:lnTo>
                    <a:pt x="4752553" y="1591102"/>
                  </a:lnTo>
                  <a:lnTo>
                    <a:pt x="4752740" y="1587986"/>
                  </a:lnTo>
                  <a:lnTo>
                    <a:pt x="4752927" y="1586450"/>
                  </a:lnTo>
                  <a:lnTo>
                    <a:pt x="4753114" y="1584952"/>
                  </a:lnTo>
                  <a:lnTo>
                    <a:pt x="4753301" y="1583084"/>
                  </a:lnTo>
                  <a:lnTo>
                    <a:pt x="4753488" y="1582187"/>
                  </a:lnTo>
                  <a:lnTo>
                    <a:pt x="4753675" y="1580496"/>
                  </a:lnTo>
                  <a:lnTo>
                    <a:pt x="4753862" y="1578334"/>
                  </a:lnTo>
                  <a:lnTo>
                    <a:pt x="4754049" y="1575965"/>
                  </a:lnTo>
                  <a:lnTo>
                    <a:pt x="4754236" y="1573434"/>
                  </a:lnTo>
                  <a:lnTo>
                    <a:pt x="4754423" y="1574828"/>
                  </a:lnTo>
                  <a:lnTo>
                    <a:pt x="4754609" y="1578799"/>
                  </a:lnTo>
                  <a:lnTo>
                    <a:pt x="4754796" y="1583534"/>
                  </a:lnTo>
                  <a:lnTo>
                    <a:pt x="4754983" y="1588683"/>
                  </a:lnTo>
                  <a:lnTo>
                    <a:pt x="4755170" y="1593292"/>
                  </a:lnTo>
                  <a:lnTo>
                    <a:pt x="4755357" y="1598785"/>
                  </a:lnTo>
                  <a:lnTo>
                    <a:pt x="4755544" y="1603917"/>
                  </a:lnTo>
                  <a:lnTo>
                    <a:pt x="4755731" y="1607301"/>
                  </a:lnTo>
                  <a:lnTo>
                    <a:pt x="4755918" y="1609353"/>
                  </a:lnTo>
                  <a:lnTo>
                    <a:pt x="4756105" y="1611012"/>
                  </a:lnTo>
                  <a:lnTo>
                    <a:pt x="4756292" y="1613159"/>
                  </a:lnTo>
                  <a:lnTo>
                    <a:pt x="4756479" y="1615511"/>
                  </a:lnTo>
                  <a:lnTo>
                    <a:pt x="4756666" y="1618367"/>
                  </a:lnTo>
                  <a:lnTo>
                    <a:pt x="4756853" y="1621946"/>
                  </a:lnTo>
                  <a:lnTo>
                    <a:pt x="4757039" y="1625562"/>
                  </a:lnTo>
                  <a:lnTo>
                    <a:pt x="4757226" y="1629197"/>
                  </a:lnTo>
                  <a:lnTo>
                    <a:pt x="4757413" y="1631218"/>
                  </a:lnTo>
                  <a:lnTo>
                    <a:pt x="4757600" y="1634211"/>
                  </a:lnTo>
                  <a:lnTo>
                    <a:pt x="4757787" y="1637101"/>
                  </a:lnTo>
                  <a:lnTo>
                    <a:pt x="4757974" y="1639019"/>
                  </a:lnTo>
                  <a:lnTo>
                    <a:pt x="4758161" y="1640225"/>
                  </a:lnTo>
                  <a:lnTo>
                    <a:pt x="4758348" y="1641056"/>
                  </a:lnTo>
                  <a:lnTo>
                    <a:pt x="4758535" y="1642985"/>
                  </a:lnTo>
                  <a:lnTo>
                    <a:pt x="4758722" y="1645139"/>
                  </a:lnTo>
                  <a:lnTo>
                    <a:pt x="4758909" y="1647274"/>
                  </a:lnTo>
                  <a:lnTo>
                    <a:pt x="4759096" y="1649866"/>
                  </a:lnTo>
                  <a:lnTo>
                    <a:pt x="4759282" y="1652453"/>
                  </a:lnTo>
                  <a:lnTo>
                    <a:pt x="4759469" y="1654662"/>
                  </a:lnTo>
                  <a:lnTo>
                    <a:pt x="4759656" y="1656343"/>
                  </a:lnTo>
                  <a:lnTo>
                    <a:pt x="4759843" y="1656626"/>
                  </a:lnTo>
                  <a:lnTo>
                    <a:pt x="4760030" y="1656973"/>
                  </a:lnTo>
                  <a:lnTo>
                    <a:pt x="4760217" y="1657673"/>
                  </a:lnTo>
                  <a:lnTo>
                    <a:pt x="4760404" y="1656352"/>
                  </a:lnTo>
                  <a:lnTo>
                    <a:pt x="4760591" y="1654703"/>
                  </a:lnTo>
                  <a:lnTo>
                    <a:pt x="4760778" y="1654373"/>
                  </a:lnTo>
                  <a:lnTo>
                    <a:pt x="4760965" y="1654690"/>
                  </a:lnTo>
                  <a:lnTo>
                    <a:pt x="4761152" y="1655791"/>
                  </a:lnTo>
                  <a:lnTo>
                    <a:pt x="4761339" y="1656752"/>
                  </a:lnTo>
                  <a:lnTo>
                    <a:pt x="4761526" y="1658134"/>
                  </a:lnTo>
                  <a:lnTo>
                    <a:pt x="4761712" y="1660431"/>
                  </a:lnTo>
                  <a:lnTo>
                    <a:pt x="4761899" y="1662985"/>
                  </a:lnTo>
                  <a:lnTo>
                    <a:pt x="4762086" y="1666510"/>
                  </a:lnTo>
                  <a:lnTo>
                    <a:pt x="4762273" y="1670518"/>
                  </a:lnTo>
                  <a:lnTo>
                    <a:pt x="4762460" y="1675064"/>
                  </a:lnTo>
                  <a:lnTo>
                    <a:pt x="4762647" y="1680254"/>
                  </a:lnTo>
                  <a:lnTo>
                    <a:pt x="4762834" y="1685658"/>
                  </a:lnTo>
                  <a:lnTo>
                    <a:pt x="4763021" y="1691677"/>
                  </a:lnTo>
                  <a:lnTo>
                    <a:pt x="4763208" y="1700805"/>
                  </a:lnTo>
                  <a:lnTo>
                    <a:pt x="4763395" y="1710721"/>
                  </a:lnTo>
                  <a:lnTo>
                    <a:pt x="4763582" y="1721395"/>
                  </a:lnTo>
                  <a:lnTo>
                    <a:pt x="4763769" y="1733213"/>
                  </a:lnTo>
                  <a:lnTo>
                    <a:pt x="4763956" y="1745139"/>
                  </a:lnTo>
                  <a:lnTo>
                    <a:pt x="4764142" y="1756221"/>
                  </a:lnTo>
                  <a:lnTo>
                    <a:pt x="4764329" y="1767254"/>
                  </a:lnTo>
                  <a:lnTo>
                    <a:pt x="4764516" y="1777824"/>
                  </a:lnTo>
                  <a:lnTo>
                    <a:pt x="4764703" y="1788552"/>
                  </a:lnTo>
                  <a:lnTo>
                    <a:pt x="4764890" y="1794087"/>
                  </a:lnTo>
                  <a:lnTo>
                    <a:pt x="4765077" y="1797791"/>
                  </a:lnTo>
                  <a:lnTo>
                    <a:pt x="4765264" y="1800548"/>
                  </a:lnTo>
                  <a:lnTo>
                    <a:pt x="4765451" y="1802340"/>
                  </a:lnTo>
                  <a:lnTo>
                    <a:pt x="4765638" y="1804092"/>
                  </a:lnTo>
                  <a:lnTo>
                    <a:pt x="4765825" y="1805876"/>
                  </a:lnTo>
                  <a:lnTo>
                    <a:pt x="4766012" y="1807980"/>
                  </a:lnTo>
                  <a:lnTo>
                    <a:pt x="4766199" y="1810374"/>
                  </a:lnTo>
                  <a:lnTo>
                    <a:pt x="4766385" y="1812832"/>
                  </a:lnTo>
                  <a:lnTo>
                    <a:pt x="4766572" y="1814981"/>
                  </a:lnTo>
                  <a:lnTo>
                    <a:pt x="4766759" y="1817135"/>
                  </a:lnTo>
                  <a:lnTo>
                    <a:pt x="4766946" y="1818801"/>
                  </a:lnTo>
                  <a:lnTo>
                    <a:pt x="4767133" y="1820185"/>
                  </a:lnTo>
                  <a:lnTo>
                    <a:pt x="4767320" y="1821315"/>
                  </a:lnTo>
                  <a:lnTo>
                    <a:pt x="4767507" y="1821988"/>
                  </a:lnTo>
                  <a:lnTo>
                    <a:pt x="4767694" y="1822009"/>
                  </a:lnTo>
                  <a:lnTo>
                    <a:pt x="4767881" y="1821718"/>
                  </a:lnTo>
                  <a:lnTo>
                    <a:pt x="4768068" y="1821345"/>
                  </a:lnTo>
                  <a:lnTo>
                    <a:pt x="4768255" y="1820778"/>
                  </a:lnTo>
                  <a:lnTo>
                    <a:pt x="4768442" y="1819918"/>
                  </a:lnTo>
                  <a:lnTo>
                    <a:pt x="4768629" y="1818913"/>
                  </a:lnTo>
                  <a:lnTo>
                    <a:pt x="4768815" y="1817065"/>
                  </a:lnTo>
                  <a:lnTo>
                    <a:pt x="4769002" y="1814274"/>
                  </a:lnTo>
                  <a:lnTo>
                    <a:pt x="4769189" y="1810922"/>
                  </a:lnTo>
                  <a:lnTo>
                    <a:pt x="4769376" y="1809189"/>
                  </a:lnTo>
                  <a:lnTo>
                    <a:pt x="4769563" y="1807331"/>
                  </a:lnTo>
                  <a:lnTo>
                    <a:pt x="4769750" y="1806884"/>
                  </a:lnTo>
                  <a:lnTo>
                    <a:pt x="4769937" y="1806511"/>
                  </a:lnTo>
                  <a:lnTo>
                    <a:pt x="4770124" y="1806231"/>
                  </a:lnTo>
                  <a:lnTo>
                    <a:pt x="4770311" y="1806062"/>
                  </a:lnTo>
                  <a:lnTo>
                    <a:pt x="4770498" y="1806255"/>
                  </a:lnTo>
                  <a:lnTo>
                    <a:pt x="4770685" y="1806328"/>
                  </a:lnTo>
                  <a:lnTo>
                    <a:pt x="4770872" y="1806408"/>
                  </a:lnTo>
                  <a:lnTo>
                    <a:pt x="4771058" y="1806463"/>
                  </a:lnTo>
                  <a:lnTo>
                    <a:pt x="4771245" y="1806590"/>
                  </a:lnTo>
                  <a:lnTo>
                    <a:pt x="4771432" y="1806641"/>
                  </a:lnTo>
                  <a:lnTo>
                    <a:pt x="4771619" y="1806670"/>
                  </a:lnTo>
                  <a:lnTo>
                    <a:pt x="4771806" y="1807090"/>
                  </a:lnTo>
                  <a:lnTo>
                    <a:pt x="4771993" y="1807498"/>
                  </a:lnTo>
                  <a:lnTo>
                    <a:pt x="4772180" y="1807896"/>
                  </a:lnTo>
                  <a:lnTo>
                    <a:pt x="4772367" y="1807764"/>
                  </a:lnTo>
                  <a:lnTo>
                    <a:pt x="4772554" y="1807120"/>
                  </a:lnTo>
                  <a:lnTo>
                    <a:pt x="4772741" y="1805080"/>
                  </a:lnTo>
                  <a:lnTo>
                    <a:pt x="4772928" y="1802669"/>
                  </a:lnTo>
                  <a:lnTo>
                    <a:pt x="4773115" y="1800502"/>
                  </a:lnTo>
                  <a:lnTo>
                    <a:pt x="4773302" y="1799551"/>
                  </a:lnTo>
                  <a:lnTo>
                    <a:pt x="4773488" y="1798533"/>
                  </a:lnTo>
                  <a:lnTo>
                    <a:pt x="4773675" y="1798314"/>
                  </a:lnTo>
                  <a:lnTo>
                    <a:pt x="4773862" y="1798634"/>
                  </a:lnTo>
                  <a:lnTo>
                    <a:pt x="4774049" y="1798558"/>
                  </a:lnTo>
                  <a:lnTo>
                    <a:pt x="4774236" y="1797942"/>
                  </a:lnTo>
                  <a:lnTo>
                    <a:pt x="4774423" y="1797070"/>
                  </a:lnTo>
                  <a:lnTo>
                    <a:pt x="4774610" y="1796214"/>
                  </a:lnTo>
                  <a:lnTo>
                    <a:pt x="4774797" y="1795180"/>
                  </a:lnTo>
                  <a:lnTo>
                    <a:pt x="4774984" y="1794056"/>
                  </a:lnTo>
                  <a:lnTo>
                    <a:pt x="4775171" y="1792986"/>
                  </a:lnTo>
                  <a:lnTo>
                    <a:pt x="4775358" y="1792525"/>
                  </a:lnTo>
                  <a:lnTo>
                    <a:pt x="4775545" y="1792410"/>
                  </a:lnTo>
                  <a:lnTo>
                    <a:pt x="4775732" y="1792211"/>
                  </a:lnTo>
                  <a:lnTo>
                    <a:pt x="4775918" y="1792365"/>
                  </a:lnTo>
                  <a:lnTo>
                    <a:pt x="4776105" y="1792602"/>
                  </a:lnTo>
                  <a:lnTo>
                    <a:pt x="4776292" y="1792448"/>
                  </a:lnTo>
                  <a:lnTo>
                    <a:pt x="4776479" y="1792127"/>
                  </a:lnTo>
                  <a:lnTo>
                    <a:pt x="4776666" y="1792230"/>
                  </a:lnTo>
                  <a:lnTo>
                    <a:pt x="4776853" y="1792593"/>
                  </a:lnTo>
                  <a:lnTo>
                    <a:pt x="4777040" y="1793042"/>
                  </a:lnTo>
                  <a:lnTo>
                    <a:pt x="4777227" y="1793943"/>
                  </a:lnTo>
                  <a:lnTo>
                    <a:pt x="4777414" y="1794882"/>
                  </a:lnTo>
                  <a:lnTo>
                    <a:pt x="4777601" y="1795825"/>
                  </a:lnTo>
                  <a:lnTo>
                    <a:pt x="4777788" y="1796762"/>
                  </a:lnTo>
                  <a:lnTo>
                    <a:pt x="4777975" y="1797658"/>
                  </a:lnTo>
                  <a:lnTo>
                    <a:pt x="4778161" y="1798501"/>
                  </a:lnTo>
                  <a:lnTo>
                    <a:pt x="4778348" y="1799242"/>
                  </a:lnTo>
                  <a:lnTo>
                    <a:pt x="4778535" y="1799821"/>
                  </a:lnTo>
                  <a:lnTo>
                    <a:pt x="4778722" y="1800255"/>
                  </a:lnTo>
                  <a:lnTo>
                    <a:pt x="4778909" y="1800917"/>
                  </a:lnTo>
                  <a:lnTo>
                    <a:pt x="4779096" y="1802003"/>
                  </a:lnTo>
                  <a:lnTo>
                    <a:pt x="4779283" y="1803431"/>
                  </a:lnTo>
                  <a:lnTo>
                    <a:pt x="4779470" y="1804633"/>
                  </a:lnTo>
                  <a:lnTo>
                    <a:pt x="4779657" y="1805518"/>
                  </a:lnTo>
                  <a:lnTo>
                    <a:pt x="4779844" y="1806567"/>
                  </a:lnTo>
                  <a:lnTo>
                    <a:pt x="4780031" y="1807077"/>
                  </a:lnTo>
                  <a:lnTo>
                    <a:pt x="4780218" y="1807858"/>
                  </a:lnTo>
                  <a:lnTo>
                    <a:pt x="4780405" y="1808542"/>
                  </a:lnTo>
                  <a:lnTo>
                    <a:pt x="4780591" y="1808694"/>
                  </a:lnTo>
                  <a:lnTo>
                    <a:pt x="4780778" y="1809112"/>
                  </a:lnTo>
                  <a:lnTo>
                    <a:pt x="4780965" y="1810007"/>
                  </a:lnTo>
                  <a:lnTo>
                    <a:pt x="4781152" y="1811264"/>
                  </a:lnTo>
                  <a:lnTo>
                    <a:pt x="4781339" y="1812927"/>
                  </a:lnTo>
                  <a:lnTo>
                    <a:pt x="4781526" y="1814645"/>
                  </a:lnTo>
                  <a:lnTo>
                    <a:pt x="4781713" y="1816334"/>
                  </a:lnTo>
                  <a:lnTo>
                    <a:pt x="4781900" y="1817911"/>
                  </a:lnTo>
                  <a:lnTo>
                    <a:pt x="4782087" y="1819329"/>
                  </a:lnTo>
                  <a:lnTo>
                    <a:pt x="4782274" y="1820784"/>
                  </a:lnTo>
                  <a:lnTo>
                    <a:pt x="4782461" y="1822684"/>
                  </a:lnTo>
                  <a:lnTo>
                    <a:pt x="4782648" y="1824963"/>
                  </a:lnTo>
                  <a:lnTo>
                    <a:pt x="4782834" y="1827300"/>
                  </a:lnTo>
                  <a:lnTo>
                    <a:pt x="4783021" y="1829428"/>
                  </a:lnTo>
                  <a:lnTo>
                    <a:pt x="4783208" y="1832229"/>
                  </a:lnTo>
                  <a:lnTo>
                    <a:pt x="4783395" y="1834992"/>
                  </a:lnTo>
                  <a:lnTo>
                    <a:pt x="4783582" y="1837433"/>
                  </a:lnTo>
                  <a:lnTo>
                    <a:pt x="4783769" y="1839694"/>
                  </a:lnTo>
                  <a:lnTo>
                    <a:pt x="4783956" y="1843523"/>
                  </a:lnTo>
                  <a:lnTo>
                    <a:pt x="4784143" y="1848394"/>
                  </a:lnTo>
                  <a:lnTo>
                    <a:pt x="4784330" y="1851865"/>
                  </a:lnTo>
                  <a:lnTo>
                    <a:pt x="4784517" y="1855351"/>
                  </a:lnTo>
                  <a:lnTo>
                    <a:pt x="4784704" y="1858323"/>
                  </a:lnTo>
                  <a:lnTo>
                    <a:pt x="4784891" y="1861002"/>
                  </a:lnTo>
                  <a:lnTo>
                    <a:pt x="4785078" y="1863194"/>
                  </a:lnTo>
                  <a:lnTo>
                    <a:pt x="4785264" y="1865234"/>
                  </a:lnTo>
                  <a:lnTo>
                    <a:pt x="4785451" y="1867862"/>
                  </a:lnTo>
                  <a:lnTo>
                    <a:pt x="4785638" y="1869716"/>
                  </a:lnTo>
                  <a:lnTo>
                    <a:pt x="4785825" y="1871737"/>
                  </a:lnTo>
                  <a:lnTo>
                    <a:pt x="4786012" y="1873839"/>
                  </a:lnTo>
                  <a:lnTo>
                    <a:pt x="4786199" y="1876047"/>
                  </a:lnTo>
                  <a:lnTo>
                    <a:pt x="4786386" y="1878357"/>
                  </a:lnTo>
                  <a:lnTo>
                    <a:pt x="4786573" y="1880482"/>
                  </a:lnTo>
                  <a:lnTo>
                    <a:pt x="4786760" y="1882195"/>
                  </a:lnTo>
                  <a:lnTo>
                    <a:pt x="4786947" y="1883345"/>
                  </a:lnTo>
                  <a:lnTo>
                    <a:pt x="4787134" y="1884291"/>
                  </a:lnTo>
                  <a:lnTo>
                    <a:pt x="4787321" y="1885278"/>
                  </a:lnTo>
                  <a:lnTo>
                    <a:pt x="4787508" y="1886762"/>
                  </a:lnTo>
                  <a:lnTo>
                    <a:pt x="4787694" y="1889401"/>
                  </a:lnTo>
                  <a:lnTo>
                    <a:pt x="4787881" y="1892347"/>
                  </a:lnTo>
                  <a:lnTo>
                    <a:pt x="4788068" y="1895207"/>
                  </a:lnTo>
                  <a:lnTo>
                    <a:pt x="4788255" y="1897535"/>
                  </a:lnTo>
                  <a:lnTo>
                    <a:pt x="4788442" y="1900016"/>
                  </a:lnTo>
                  <a:lnTo>
                    <a:pt x="4788629" y="1902667"/>
                  </a:lnTo>
                  <a:lnTo>
                    <a:pt x="4788816" y="1907089"/>
                  </a:lnTo>
                  <a:lnTo>
                    <a:pt x="4789003" y="1912266"/>
                  </a:lnTo>
                  <a:lnTo>
                    <a:pt x="4789190" y="1917275"/>
                  </a:lnTo>
                  <a:lnTo>
                    <a:pt x="4789377" y="1921983"/>
                  </a:lnTo>
                  <a:lnTo>
                    <a:pt x="4789564" y="1926785"/>
                  </a:lnTo>
                  <a:lnTo>
                    <a:pt x="4789751" y="1931826"/>
                  </a:lnTo>
                  <a:lnTo>
                    <a:pt x="4789937" y="1937606"/>
                  </a:lnTo>
                  <a:lnTo>
                    <a:pt x="4790124" y="1943978"/>
                  </a:lnTo>
                  <a:lnTo>
                    <a:pt x="4790311" y="1950206"/>
                  </a:lnTo>
                  <a:lnTo>
                    <a:pt x="4790498" y="1956418"/>
                  </a:lnTo>
                  <a:lnTo>
                    <a:pt x="4790685" y="1963152"/>
                  </a:lnTo>
                  <a:lnTo>
                    <a:pt x="4790872" y="1971152"/>
                  </a:lnTo>
                  <a:lnTo>
                    <a:pt x="4791059" y="1979521"/>
                  </a:lnTo>
                  <a:lnTo>
                    <a:pt x="4791246" y="1987681"/>
                  </a:lnTo>
                  <a:lnTo>
                    <a:pt x="4791433" y="1996114"/>
                  </a:lnTo>
                  <a:lnTo>
                    <a:pt x="4791620" y="2004547"/>
                  </a:lnTo>
                  <a:lnTo>
                    <a:pt x="4791807" y="2012154"/>
                  </a:lnTo>
                  <a:lnTo>
                    <a:pt x="4791994" y="2017234"/>
                  </a:lnTo>
                  <a:lnTo>
                    <a:pt x="4792181" y="2022512"/>
                  </a:lnTo>
                  <a:lnTo>
                    <a:pt x="4792367" y="2027221"/>
                  </a:lnTo>
                  <a:lnTo>
                    <a:pt x="4792554" y="2031701"/>
                  </a:lnTo>
                  <a:lnTo>
                    <a:pt x="4792741" y="2035645"/>
                  </a:lnTo>
                  <a:lnTo>
                    <a:pt x="4792928" y="2039228"/>
                  </a:lnTo>
                  <a:lnTo>
                    <a:pt x="4793115" y="2043318"/>
                  </a:lnTo>
                  <a:lnTo>
                    <a:pt x="4793302" y="2047538"/>
                  </a:lnTo>
                  <a:lnTo>
                    <a:pt x="4793489" y="2051521"/>
                  </a:lnTo>
                  <a:lnTo>
                    <a:pt x="4793676" y="2054734"/>
                  </a:lnTo>
                  <a:lnTo>
                    <a:pt x="4793863" y="2057484"/>
                  </a:lnTo>
                  <a:lnTo>
                    <a:pt x="4794050" y="2059903"/>
                  </a:lnTo>
                  <a:lnTo>
                    <a:pt x="4794237" y="2061963"/>
                  </a:lnTo>
                  <a:lnTo>
                    <a:pt x="4794424" y="2063702"/>
                  </a:lnTo>
                  <a:lnTo>
                    <a:pt x="4794611" y="2064840"/>
                  </a:lnTo>
                  <a:lnTo>
                    <a:pt x="4794797" y="2067524"/>
                  </a:lnTo>
                  <a:lnTo>
                    <a:pt x="4794984" y="2069011"/>
                  </a:lnTo>
                  <a:lnTo>
                    <a:pt x="4795171" y="2070444"/>
                  </a:lnTo>
                  <a:lnTo>
                    <a:pt x="4795358" y="2072659"/>
                  </a:lnTo>
                  <a:lnTo>
                    <a:pt x="4795545" y="2074573"/>
                  </a:lnTo>
                  <a:lnTo>
                    <a:pt x="4795732" y="2076541"/>
                  </a:lnTo>
                  <a:lnTo>
                    <a:pt x="4795919" y="2077695"/>
                  </a:lnTo>
                  <a:lnTo>
                    <a:pt x="4796106" y="2078647"/>
                  </a:lnTo>
                  <a:lnTo>
                    <a:pt x="4796293" y="2079389"/>
                  </a:lnTo>
                  <a:lnTo>
                    <a:pt x="4796480" y="2080009"/>
                  </a:lnTo>
                  <a:lnTo>
                    <a:pt x="4796667" y="2080503"/>
                  </a:lnTo>
                  <a:lnTo>
                    <a:pt x="4796854" y="2081159"/>
                  </a:lnTo>
                  <a:lnTo>
                    <a:pt x="4797040" y="2082340"/>
                  </a:lnTo>
                  <a:lnTo>
                    <a:pt x="4797227" y="2083779"/>
                  </a:lnTo>
                  <a:lnTo>
                    <a:pt x="4797414" y="2085297"/>
                  </a:lnTo>
                  <a:lnTo>
                    <a:pt x="4797601" y="2086436"/>
                  </a:lnTo>
                  <a:lnTo>
                    <a:pt x="4797788" y="2089338"/>
                  </a:lnTo>
                  <a:lnTo>
                    <a:pt x="4797975" y="2092901"/>
                  </a:lnTo>
                  <a:lnTo>
                    <a:pt x="4798162" y="2095299"/>
                  </a:lnTo>
                  <a:lnTo>
                    <a:pt x="4798349" y="2097281"/>
                  </a:lnTo>
                  <a:lnTo>
                    <a:pt x="4798536" y="2098575"/>
                  </a:lnTo>
                  <a:lnTo>
                    <a:pt x="4798723" y="2099520"/>
                  </a:lnTo>
                  <a:lnTo>
                    <a:pt x="4798910" y="2100658"/>
                  </a:lnTo>
                  <a:lnTo>
                    <a:pt x="4799097" y="2102252"/>
                  </a:lnTo>
                  <a:lnTo>
                    <a:pt x="4799284" y="2104264"/>
                  </a:lnTo>
                  <a:lnTo>
                    <a:pt x="4799470" y="2106061"/>
                  </a:lnTo>
                  <a:lnTo>
                    <a:pt x="4799657" y="2108069"/>
                  </a:lnTo>
                  <a:lnTo>
                    <a:pt x="4799844" y="2109859"/>
                  </a:lnTo>
                  <a:lnTo>
                    <a:pt x="4800031" y="2111439"/>
                  </a:lnTo>
                  <a:lnTo>
                    <a:pt x="4800218" y="2112933"/>
                  </a:lnTo>
                  <a:lnTo>
                    <a:pt x="4800405" y="2114366"/>
                  </a:lnTo>
                  <a:lnTo>
                    <a:pt x="4800592" y="2115553"/>
                  </a:lnTo>
                  <a:lnTo>
                    <a:pt x="4800779" y="2116579"/>
                  </a:lnTo>
                  <a:lnTo>
                    <a:pt x="4800966" y="2117631"/>
                  </a:lnTo>
                  <a:lnTo>
                    <a:pt x="4801153" y="2118248"/>
                  </a:lnTo>
                  <a:lnTo>
                    <a:pt x="4801340" y="2119336"/>
                  </a:lnTo>
                  <a:lnTo>
                    <a:pt x="4801527" y="2121341"/>
                  </a:lnTo>
                  <a:lnTo>
                    <a:pt x="4801713" y="2123338"/>
                  </a:lnTo>
                  <a:lnTo>
                    <a:pt x="4801900" y="2124930"/>
                  </a:lnTo>
                  <a:lnTo>
                    <a:pt x="4802087" y="2126011"/>
                  </a:lnTo>
                  <a:lnTo>
                    <a:pt x="4802274" y="2127167"/>
                  </a:lnTo>
                  <a:lnTo>
                    <a:pt x="4802461" y="2128347"/>
                  </a:lnTo>
                  <a:lnTo>
                    <a:pt x="4802648" y="2129353"/>
                  </a:lnTo>
                  <a:lnTo>
                    <a:pt x="4802835" y="2130195"/>
                  </a:lnTo>
                  <a:lnTo>
                    <a:pt x="4803022" y="2131020"/>
                  </a:lnTo>
                  <a:lnTo>
                    <a:pt x="4803209" y="2131829"/>
                  </a:lnTo>
                  <a:lnTo>
                    <a:pt x="4803396" y="2132489"/>
                  </a:lnTo>
                  <a:lnTo>
                    <a:pt x="4803583" y="2133083"/>
                  </a:lnTo>
                  <a:lnTo>
                    <a:pt x="4803770" y="2133686"/>
                  </a:lnTo>
                  <a:lnTo>
                    <a:pt x="4803957" y="2134511"/>
                  </a:lnTo>
                  <a:lnTo>
                    <a:pt x="4804143" y="2135427"/>
                  </a:lnTo>
                  <a:lnTo>
                    <a:pt x="4804330" y="2136763"/>
                  </a:lnTo>
                  <a:lnTo>
                    <a:pt x="4804517" y="2138463"/>
                  </a:lnTo>
                  <a:lnTo>
                    <a:pt x="4804704" y="2140386"/>
                  </a:lnTo>
                  <a:lnTo>
                    <a:pt x="4804891" y="2142647"/>
                  </a:lnTo>
                  <a:lnTo>
                    <a:pt x="4805078" y="2145337"/>
                  </a:lnTo>
                  <a:lnTo>
                    <a:pt x="4805265" y="2148110"/>
                  </a:lnTo>
                  <a:lnTo>
                    <a:pt x="4805452" y="2150915"/>
                  </a:lnTo>
                  <a:lnTo>
                    <a:pt x="4805639" y="2153878"/>
                  </a:lnTo>
                  <a:lnTo>
                    <a:pt x="4805826" y="2156980"/>
                  </a:lnTo>
                  <a:lnTo>
                    <a:pt x="4806013" y="2160149"/>
                  </a:lnTo>
                  <a:lnTo>
                    <a:pt x="4806200" y="2163891"/>
                  </a:lnTo>
                  <a:lnTo>
                    <a:pt x="4806387" y="2168016"/>
                  </a:lnTo>
                  <a:lnTo>
                    <a:pt x="4806573" y="2172717"/>
                  </a:lnTo>
                  <a:lnTo>
                    <a:pt x="4806760" y="2175986"/>
                  </a:lnTo>
                  <a:lnTo>
                    <a:pt x="4806947" y="2179373"/>
                  </a:lnTo>
                  <a:lnTo>
                    <a:pt x="4807134" y="2181502"/>
                  </a:lnTo>
                  <a:lnTo>
                    <a:pt x="4807321" y="2183482"/>
                  </a:lnTo>
                  <a:lnTo>
                    <a:pt x="4807508" y="2185373"/>
                  </a:lnTo>
                  <a:lnTo>
                    <a:pt x="4807695" y="2186936"/>
                  </a:lnTo>
                  <a:lnTo>
                    <a:pt x="4807882" y="2188220"/>
                  </a:lnTo>
                  <a:lnTo>
                    <a:pt x="4808069" y="2189554"/>
                  </a:lnTo>
                  <a:lnTo>
                    <a:pt x="4808256" y="2190950"/>
                  </a:lnTo>
                  <a:lnTo>
                    <a:pt x="4808443" y="2192368"/>
                  </a:lnTo>
                  <a:lnTo>
                    <a:pt x="4808630" y="2193551"/>
                  </a:lnTo>
                  <a:lnTo>
                    <a:pt x="4808816" y="2194739"/>
                  </a:lnTo>
                  <a:lnTo>
                    <a:pt x="4809003" y="2195790"/>
                  </a:lnTo>
                  <a:lnTo>
                    <a:pt x="4809190" y="2196540"/>
                  </a:lnTo>
                  <a:lnTo>
                    <a:pt x="4809377" y="2197049"/>
                  </a:lnTo>
                  <a:lnTo>
                    <a:pt x="4809564" y="2197487"/>
                  </a:lnTo>
                  <a:lnTo>
                    <a:pt x="4809751" y="2198337"/>
                  </a:lnTo>
                  <a:lnTo>
                    <a:pt x="4809938" y="2199780"/>
                  </a:lnTo>
                  <a:lnTo>
                    <a:pt x="4810125" y="2202509"/>
                  </a:lnTo>
                  <a:lnTo>
                    <a:pt x="4810312" y="2205322"/>
                  </a:lnTo>
                  <a:lnTo>
                    <a:pt x="4810499" y="2207892"/>
                  </a:lnTo>
                  <a:lnTo>
                    <a:pt x="4810686" y="2209202"/>
                  </a:lnTo>
                  <a:lnTo>
                    <a:pt x="4810873" y="2210353"/>
                  </a:lnTo>
                  <a:lnTo>
                    <a:pt x="4811060" y="2210608"/>
                  </a:lnTo>
                  <a:lnTo>
                    <a:pt x="4811246" y="2210446"/>
                  </a:lnTo>
                  <a:lnTo>
                    <a:pt x="4811433" y="2210684"/>
                  </a:lnTo>
                  <a:lnTo>
                    <a:pt x="4811620" y="2211334"/>
                  </a:lnTo>
                  <a:lnTo>
                    <a:pt x="4811807" y="2212382"/>
                  </a:lnTo>
                  <a:lnTo>
                    <a:pt x="4811994" y="2213610"/>
                  </a:lnTo>
                  <a:lnTo>
                    <a:pt x="4812181" y="2214948"/>
                  </a:lnTo>
                  <a:lnTo>
                    <a:pt x="4812368" y="2216360"/>
                  </a:lnTo>
                  <a:lnTo>
                    <a:pt x="4812555" y="2217766"/>
                  </a:lnTo>
                  <a:lnTo>
                    <a:pt x="4812742" y="2218575"/>
                  </a:lnTo>
                  <a:lnTo>
                    <a:pt x="4812929" y="2219383"/>
                  </a:lnTo>
                  <a:lnTo>
                    <a:pt x="4813116" y="2220116"/>
                  </a:lnTo>
                  <a:lnTo>
                    <a:pt x="4813303" y="2220820"/>
                  </a:lnTo>
                  <a:lnTo>
                    <a:pt x="4813490" y="2221702"/>
                  </a:lnTo>
                  <a:lnTo>
                    <a:pt x="4813676" y="2222859"/>
                  </a:lnTo>
                  <a:lnTo>
                    <a:pt x="4813863" y="2224475"/>
                  </a:lnTo>
                  <a:lnTo>
                    <a:pt x="4814050" y="2226325"/>
                  </a:lnTo>
                  <a:lnTo>
                    <a:pt x="4814237" y="2228167"/>
                  </a:lnTo>
                  <a:lnTo>
                    <a:pt x="4814424" y="2229965"/>
                  </a:lnTo>
                  <a:lnTo>
                    <a:pt x="4814611" y="2231563"/>
                  </a:lnTo>
                  <a:lnTo>
                    <a:pt x="4814798" y="2233016"/>
                  </a:lnTo>
                  <a:lnTo>
                    <a:pt x="4814985" y="2234561"/>
                  </a:lnTo>
                  <a:lnTo>
                    <a:pt x="4815172" y="2236349"/>
                  </a:lnTo>
                  <a:lnTo>
                    <a:pt x="4815359" y="2237900"/>
                  </a:lnTo>
                  <a:lnTo>
                    <a:pt x="4815546" y="2239486"/>
                  </a:lnTo>
                  <a:lnTo>
                    <a:pt x="4815733" y="2241294"/>
                  </a:lnTo>
                  <a:lnTo>
                    <a:pt x="4815919" y="2243406"/>
                  </a:lnTo>
                  <a:lnTo>
                    <a:pt x="4816106" y="2245957"/>
                  </a:lnTo>
                  <a:lnTo>
                    <a:pt x="4816293" y="2248577"/>
                  </a:lnTo>
                  <a:lnTo>
                    <a:pt x="4816480" y="2251275"/>
                  </a:lnTo>
                  <a:lnTo>
                    <a:pt x="4816667" y="2253698"/>
                  </a:lnTo>
                  <a:lnTo>
                    <a:pt x="4816854" y="2255780"/>
                  </a:lnTo>
                  <a:lnTo>
                    <a:pt x="4817041" y="2257880"/>
                  </a:lnTo>
                  <a:lnTo>
                    <a:pt x="4817228" y="2259686"/>
                  </a:lnTo>
                  <a:lnTo>
                    <a:pt x="4817415" y="2261556"/>
                  </a:lnTo>
                  <a:lnTo>
                    <a:pt x="4817602" y="2263335"/>
                  </a:lnTo>
                  <a:lnTo>
                    <a:pt x="4817789" y="2265159"/>
                  </a:lnTo>
                  <a:lnTo>
                    <a:pt x="4817976" y="2266929"/>
                  </a:lnTo>
                  <a:lnTo>
                    <a:pt x="4818163" y="2268516"/>
                  </a:lnTo>
                  <a:lnTo>
                    <a:pt x="4818349" y="2269967"/>
                  </a:lnTo>
                  <a:lnTo>
                    <a:pt x="4818536" y="2271401"/>
                  </a:lnTo>
                  <a:lnTo>
                    <a:pt x="4818723" y="2272523"/>
                  </a:lnTo>
                  <a:lnTo>
                    <a:pt x="4818910" y="2273504"/>
                  </a:lnTo>
                  <a:lnTo>
                    <a:pt x="4819097" y="2274359"/>
                  </a:lnTo>
                  <a:lnTo>
                    <a:pt x="4819284" y="2275210"/>
                  </a:lnTo>
                  <a:lnTo>
                    <a:pt x="4819471" y="2276287"/>
                  </a:lnTo>
                  <a:lnTo>
                    <a:pt x="4819658" y="2277380"/>
                  </a:lnTo>
                  <a:lnTo>
                    <a:pt x="4819845" y="2278537"/>
                  </a:lnTo>
                  <a:lnTo>
                    <a:pt x="4820032" y="2279434"/>
                  </a:lnTo>
                  <a:lnTo>
                    <a:pt x="4820219" y="2280229"/>
                  </a:lnTo>
                  <a:lnTo>
                    <a:pt x="4820406" y="2281048"/>
                  </a:lnTo>
                  <a:lnTo>
                    <a:pt x="4820592" y="2282194"/>
                  </a:lnTo>
                  <a:lnTo>
                    <a:pt x="4820779" y="2283657"/>
                  </a:lnTo>
                  <a:lnTo>
                    <a:pt x="4820966" y="2285369"/>
                  </a:lnTo>
                  <a:lnTo>
                    <a:pt x="4821153" y="2287131"/>
                  </a:lnTo>
                  <a:lnTo>
                    <a:pt x="4821340" y="2288925"/>
                  </a:lnTo>
                  <a:lnTo>
                    <a:pt x="4821527" y="2290849"/>
                  </a:lnTo>
                  <a:lnTo>
                    <a:pt x="4821714" y="2292873"/>
                  </a:lnTo>
                  <a:lnTo>
                    <a:pt x="4821901" y="2294777"/>
                  </a:lnTo>
                  <a:lnTo>
                    <a:pt x="4822088" y="2296263"/>
                  </a:lnTo>
                  <a:lnTo>
                    <a:pt x="4822275" y="2297695"/>
                  </a:lnTo>
                  <a:lnTo>
                    <a:pt x="4822462" y="2299140"/>
                  </a:lnTo>
                  <a:lnTo>
                    <a:pt x="4822649" y="2300496"/>
                  </a:lnTo>
                  <a:lnTo>
                    <a:pt x="4822836" y="2301896"/>
                  </a:lnTo>
                  <a:lnTo>
                    <a:pt x="4823022" y="2303360"/>
                  </a:lnTo>
                  <a:lnTo>
                    <a:pt x="4823209" y="2304783"/>
                  </a:lnTo>
                  <a:lnTo>
                    <a:pt x="4823396" y="2306403"/>
                  </a:lnTo>
                  <a:lnTo>
                    <a:pt x="4823583" y="2308009"/>
                  </a:lnTo>
                  <a:lnTo>
                    <a:pt x="4823770" y="2309144"/>
                  </a:lnTo>
                  <a:lnTo>
                    <a:pt x="4823957" y="2310251"/>
                  </a:lnTo>
                  <a:lnTo>
                    <a:pt x="4824144" y="2311738"/>
                  </a:lnTo>
                  <a:lnTo>
                    <a:pt x="4824331" y="2313325"/>
                  </a:lnTo>
                  <a:lnTo>
                    <a:pt x="4824518" y="2314836"/>
                  </a:lnTo>
                  <a:lnTo>
                    <a:pt x="4824705" y="2316330"/>
                  </a:lnTo>
                  <a:lnTo>
                    <a:pt x="4824892" y="2317739"/>
                  </a:lnTo>
                  <a:lnTo>
                    <a:pt x="4825079" y="2319014"/>
                  </a:lnTo>
                  <a:lnTo>
                    <a:pt x="4825266" y="2320125"/>
                  </a:lnTo>
                  <a:lnTo>
                    <a:pt x="4825452" y="2321167"/>
                  </a:lnTo>
                  <a:lnTo>
                    <a:pt x="4825639" y="2322127"/>
                  </a:lnTo>
                  <a:lnTo>
                    <a:pt x="4825826" y="2323324"/>
                  </a:lnTo>
                  <a:lnTo>
                    <a:pt x="4826013" y="2324354"/>
                  </a:lnTo>
                  <a:lnTo>
                    <a:pt x="4826200" y="2325490"/>
                  </a:lnTo>
                  <a:lnTo>
                    <a:pt x="4826387" y="2326472"/>
                  </a:lnTo>
                  <a:lnTo>
                    <a:pt x="4826574" y="2327653"/>
                  </a:lnTo>
                  <a:lnTo>
                    <a:pt x="4826761" y="2329388"/>
                  </a:lnTo>
                  <a:lnTo>
                    <a:pt x="4826948" y="2331215"/>
                  </a:lnTo>
                  <a:lnTo>
                    <a:pt x="4827135" y="2332661"/>
                  </a:lnTo>
                  <a:lnTo>
                    <a:pt x="4827322" y="2333975"/>
                  </a:lnTo>
                  <a:lnTo>
                    <a:pt x="4827509" y="2334994"/>
                  </a:lnTo>
                  <a:lnTo>
                    <a:pt x="4827695" y="2336122"/>
                  </a:lnTo>
                  <a:lnTo>
                    <a:pt x="4827882" y="2337554"/>
                  </a:lnTo>
                  <a:lnTo>
                    <a:pt x="4828069" y="2338778"/>
                  </a:lnTo>
                  <a:lnTo>
                    <a:pt x="4828256" y="2339675"/>
                  </a:lnTo>
                  <a:lnTo>
                    <a:pt x="4828443" y="2340469"/>
                  </a:lnTo>
                  <a:lnTo>
                    <a:pt x="4828630" y="2341403"/>
                  </a:lnTo>
                  <a:lnTo>
                    <a:pt x="4828817" y="2342394"/>
                  </a:lnTo>
                  <a:lnTo>
                    <a:pt x="4829004" y="2343091"/>
                  </a:lnTo>
                  <a:lnTo>
                    <a:pt x="4829191" y="2343282"/>
                  </a:lnTo>
                  <a:lnTo>
                    <a:pt x="4829378" y="2344147"/>
                  </a:lnTo>
                  <a:lnTo>
                    <a:pt x="4829565" y="2344802"/>
                  </a:lnTo>
                  <a:lnTo>
                    <a:pt x="4829752" y="2345692"/>
                  </a:lnTo>
                  <a:lnTo>
                    <a:pt x="4829939" y="2346562"/>
                  </a:lnTo>
                  <a:lnTo>
                    <a:pt x="4830125" y="2347246"/>
                  </a:lnTo>
                  <a:lnTo>
                    <a:pt x="4830312" y="2347944"/>
                  </a:lnTo>
                  <a:lnTo>
                    <a:pt x="4830499" y="2348578"/>
                  </a:lnTo>
                  <a:lnTo>
                    <a:pt x="4830686" y="2349144"/>
                  </a:lnTo>
                  <a:lnTo>
                    <a:pt x="4830873" y="2349663"/>
                  </a:lnTo>
                  <a:lnTo>
                    <a:pt x="4831060" y="2350315"/>
                  </a:lnTo>
                  <a:lnTo>
                    <a:pt x="4831247" y="2351028"/>
                  </a:lnTo>
                  <a:lnTo>
                    <a:pt x="4831434" y="2351698"/>
                  </a:lnTo>
                  <a:lnTo>
                    <a:pt x="4831621" y="2352319"/>
                  </a:lnTo>
                  <a:lnTo>
                    <a:pt x="4831808" y="2353357"/>
                  </a:lnTo>
                  <a:lnTo>
                    <a:pt x="4831995" y="2354428"/>
                  </a:lnTo>
                  <a:lnTo>
                    <a:pt x="4832182" y="2355268"/>
                  </a:lnTo>
                  <a:lnTo>
                    <a:pt x="4832369" y="2356281"/>
                  </a:lnTo>
                  <a:lnTo>
                    <a:pt x="4832555" y="2357075"/>
                  </a:lnTo>
                  <a:lnTo>
                    <a:pt x="4832742" y="2358001"/>
                  </a:lnTo>
                  <a:lnTo>
                    <a:pt x="4832929" y="2359328"/>
                  </a:lnTo>
                  <a:lnTo>
                    <a:pt x="4833116" y="2360581"/>
                  </a:lnTo>
                  <a:lnTo>
                    <a:pt x="4833303" y="2361830"/>
                  </a:lnTo>
                  <a:lnTo>
                    <a:pt x="4833490" y="2363090"/>
                  </a:lnTo>
                  <a:lnTo>
                    <a:pt x="4833677" y="2364445"/>
                  </a:lnTo>
                  <a:lnTo>
                    <a:pt x="4833864" y="2365698"/>
                  </a:lnTo>
                  <a:lnTo>
                    <a:pt x="4834051" y="2367147"/>
                  </a:lnTo>
                  <a:lnTo>
                    <a:pt x="4834238" y="2368664"/>
                  </a:lnTo>
                  <a:lnTo>
                    <a:pt x="4834425" y="2370051"/>
                  </a:lnTo>
                  <a:lnTo>
                    <a:pt x="4834612" y="2371199"/>
                  </a:lnTo>
                  <a:lnTo>
                    <a:pt x="4834798" y="2372238"/>
                  </a:lnTo>
                  <a:lnTo>
                    <a:pt x="4834985" y="2373309"/>
                  </a:lnTo>
                  <a:lnTo>
                    <a:pt x="4835172" y="2374285"/>
                  </a:lnTo>
                  <a:lnTo>
                    <a:pt x="4835359" y="2374989"/>
                  </a:lnTo>
                  <a:lnTo>
                    <a:pt x="4835546" y="2375568"/>
                  </a:lnTo>
                  <a:lnTo>
                    <a:pt x="4835733" y="2375969"/>
                  </a:lnTo>
                  <a:lnTo>
                    <a:pt x="4835920" y="2376325"/>
                  </a:lnTo>
                  <a:lnTo>
                    <a:pt x="4836107" y="2377241"/>
                  </a:lnTo>
                  <a:lnTo>
                    <a:pt x="4836294" y="2377873"/>
                  </a:lnTo>
                  <a:lnTo>
                    <a:pt x="4836481" y="2378340"/>
                  </a:lnTo>
                  <a:lnTo>
                    <a:pt x="4836668" y="2378834"/>
                  </a:lnTo>
                  <a:lnTo>
                    <a:pt x="4836855" y="2379486"/>
                  </a:lnTo>
                  <a:lnTo>
                    <a:pt x="4837042" y="2379676"/>
                  </a:lnTo>
                  <a:lnTo>
                    <a:pt x="4837228" y="2379676"/>
                  </a:lnTo>
                  <a:lnTo>
                    <a:pt x="4837415" y="2379626"/>
                  </a:lnTo>
                  <a:lnTo>
                    <a:pt x="4837602" y="2379420"/>
                  </a:lnTo>
                  <a:lnTo>
                    <a:pt x="4837789" y="2378983"/>
                  </a:lnTo>
                  <a:lnTo>
                    <a:pt x="4837976" y="2378389"/>
                  </a:lnTo>
                  <a:lnTo>
                    <a:pt x="4838163" y="2377729"/>
                  </a:lnTo>
                  <a:lnTo>
                    <a:pt x="4838350" y="2377077"/>
                  </a:lnTo>
                  <a:lnTo>
                    <a:pt x="4838537" y="2376301"/>
                  </a:lnTo>
                  <a:lnTo>
                    <a:pt x="4838724" y="2375591"/>
                  </a:lnTo>
                  <a:lnTo>
                    <a:pt x="4838911" y="2374766"/>
                  </a:lnTo>
                  <a:lnTo>
                    <a:pt x="4839098" y="2373850"/>
                  </a:lnTo>
                  <a:lnTo>
                    <a:pt x="4839285" y="2372530"/>
                  </a:lnTo>
                  <a:lnTo>
                    <a:pt x="4839471" y="2371210"/>
                  </a:lnTo>
                  <a:lnTo>
                    <a:pt x="4839658" y="2370440"/>
                  </a:lnTo>
                  <a:lnTo>
                    <a:pt x="4839845" y="2369824"/>
                  </a:lnTo>
                  <a:lnTo>
                    <a:pt x="4840032" y="2369245"/>
                  </a:lnTo>
                  <a:lnTo>
                    <a:pt x="4840219" y="2368703"/>
                  </a:lnTo>
                  <a:lnTo>
                    <a:pt x="4840406" y="2368266"/>
                  </a:lnTo>
                  <a:lnTo>
                    <a:pt x="4840593" y="2368063"/>
                  </a:lnTo>
                  <a:lnTo>
                    <a:pt x="4840780" y="2367865"/>
                  </a:lnTo>
                  <a:lnTo>
                    <a:pt x="4840967" y="2367542"/>
                  </a:lnTo>
                  <a:lnTo>
                    <a:pt x="4841154" y="2367127"/>
                  </a:lnTo>
                  <a:lnTo>
                    <a:pt x="4841341" y="2366749"/>
                  </a:lnTo>
                  <a:lnTo>
                    <a:pt x="4841528" y="2366400"/>
                  </a:lnTo>
                  <a:lnTo>
                    <a:pt x="4841715" y="2366051"/>
                  </a:lnTo>
                  <a:lnTo>
                    <a:pt x="4841901" y="2365658"/>
                  </a:lnTo>
                  <a:lnTo>
                    <a:pt x="4842088" y="2365314"/>
                  </a:lnTo>
                  <a:lnTo>
                    <a:pt x="4842275" y="2364964"/>
                  </a:lnTo>
                  <a:lnTo>
                    <a:pt x="4842462" y="2364630"/>
                  </a:lnTo>
                  <a:lnTo>
                    <a:pt x="4842649" y="2364295"/>
                  </a:lnTo>
                  <a:lnTo>
                    <a:pt x="4842836" y="2363961"/>
                  </a:lnTo>
                  <a:lnTo>
                    <a:pt x="4843023" y="2363576"/>
                  </a:lnTo>
                  <a:lnTo>
                    <a:pt x="4843210" y="2362913"/>
                  </a:lnTo>
                  <a:lnTo>
                    <a:pt x="4843397" y="2362417"/>
                  </a:lnTo>
                  <a:lnTo>
                    <a:pt x="4843584" y="2361811"/>
                  </a:lnTo>
                  <a:lnTo>
                    <a:pt x="4843771" y="2361184"/>
                  </a:lnTo>
                  <a:lnTo>
                    <a:pt x="4843958" y="2360485"/>
                  </a:lnTo>
                  <a:lnTo>
                    <a:pt x="4844145" y="2359757"/>
                  </a:lnTo>
                  <a:lnTo>
                    <a:pt x="4844331" y="2358956"/>
                  </a:lnTo>
                  <a:lnTo>
                    <a:pt x="4844518" y="2358262"/>
                  </a:lnTo>
                  <a:lnTo>
                    <a:pt x="4844705" y="2357709"/>
                  </a:lnTo>
                  <a:lnTo>
                    <a:pt x="4844892" y="2357241"/>
                  </a:lnTo>
                  <a:lnTo>
                    <a:pt x="4845079" y="2356845"/>
                  </a:lnTo>
                  <a:lnTo>
                    <a:pt x="4845266" y="2356514"/>
                  </a:lnTo>
                  <a:lnTo>
                    <a:pt x="4845453" y="2356626"/>
                  </a:lnTo>
                  <a:lnTo>
                    <a:pt x="4845640" y="2357001"/>
                  </a:lnTo>
                  <a:lnTo>
                    <a:pt x="4845827" y="2357685"/>
                  </a:lnTo>
                  <a:lnTo>
                    <a:pt x="4846014" y="2358550"/>
                  </a:lnTo>
                  <a:lnTo>
                    <a:pt x="4846201" y="2359447"/>
                  </a:lnTo>
                  <a:lnTo>
                    <a:pt x="4846388" y="2360399"/>
                  </a:lnTo>
                  <a:lnTo>
                    <a:pt x="4846574" y="2361267"/>
                  </a:lnTo>
                  <a:lnTo>
                    <a:pt x="4846761" y="2362174"/>
                  </a:lnTo>
                  <a:lnTo>
                    <a:pt x="4846948" y="2363247"/>
                  </a:lnTo>
                  <a:lnTo>
                    <a:pt x="4847135" y="2364629"/>
                  </a:lnTo>
                  <a:lnTo>
                    <a:pt x="4847322" y="2366029"/>
                  </a:lnTo>
                  <a:lnTo>
                    <a:pt x="4847509" y="2367544"/>
                  </a:lnTo>
                  <a:lnTo>
                    <a:pt x="4847696" y="2369307"/>
                  </a:lnTo>
                  <a:lnTo>
                    <a:pt x="4847883" y="2371353"/>
                  </a:lnTo>
                  <a:lnTo>
                    <a:pt x="4848070" y="2373457"/>
                  </a:lnTo>
                  <a:lnTo>
                    <a:pt x="4848257" y="2375629"/>
                  </a:lnTo>
                  <a:lnTo>
                    <a:pt x="4848444" y="2377573"/>
                  </a:lnTo>
                  <a:lnTo>
                    <a:pt x="4848631" y="2379535"/>
                  </a:lnTo>
                  <a:lnTo>
                    <a:pt x="4848818" y="2381064"/>
                  </a:lnTo>
                  <a:lnTo>
                    <a:pt x="4849004" y="2382564"/>
                  </a:lnTo>
                  <a:lnTo>
                    <a:pt x="4849191" y="2383839"/>
                  </a:lnTo>
                  <a:lnTo>
                    <a:pt x="4849378" y="2385167"/>
                  </a:lnTo>
                  <a:lnTo>
                    <a:pt x="4849565" y="2385964"/>
                  </a:lnTo>
                  <a:lnTo>
                    <a:pt x="4849752" y="2386748"/>
                  </a:lnTo>
                  <a:lnTo>
                    <a:pt x="4849939" y="2387337"/>
                  </a:lnTo>
                  <a:lnTo>
                    <a:pt x="4850126" y="2387988"/>
                  </a:lnTo>
                  <a:lnTo>
                    <a:pt x="4850313" y="2388607"/>
                  </a:lnTo>
                  <a:lnTo>
                    <a:pt x="4850500" y="2389017"/>
                  </a:lnTo>
                  <a:lnTo>
                    <a:pt x="4850687" y="2389018"/>
                  </a:lnTo>
                  <a:lnTo>
                    <a:pt x="4850874" y="2388773"/>
                  </a:lnTo>
                  <a:lnTo>
                    <a:pt x="4851061" y="2388342"/>
                  </a:lnTo>
                  <a:lnTo>
                    <a:pt x="4851248" y="2387524"/>
                  </a:lnTo>
                  <a:lnTo>
                    <a:pt x="4851434" y="2386500"/>
                  </a:lnTo>
                  <a:lnTo>
                    <a:pt x="4851621" y="2385701"/>
                  </a:lnTo>
                  <a:lnTo>
                    <a:pt x="4851808" y="2384940"/>
                  </a:lnTo>
                  <a:lnTo>
                    <a:pt x="4851995" y="2384574"/>
                  </a:lnTo>
                  <a:lnTo>
                    <a:pt x="4852182" y="2384382"/>
                  </a:lnTo>
                  <a:lnTo>
                    <a:pt x="4852369" y="2384906"/>
                  </a:lnTo>
                  <a:lnTo>
                    <a:pt x="4852556" y="2385240"/>
                  </a:lnTo>
                  <a:lnTo>
                    <a:pt x="4852743" y="2385925"/>
                  </a:lnTo>
                  <a:lnTo>
                    <a:pt x="4852930" y="2386557"/>
                  </a:lnTo>
                  <a:lnTo>
                    <a:pt x="4853117" y="2386995"/>
                  </a:lnTo>
                  <a:lnTo>
                    <a:pt x="4853304" y="2387200"/>
                  </a:lnTo>
                  <a:lnTo>
                    <a:pt x="4853491" y="2387314"/>
                  </a:lnTo>
                  <a:lnTo>
                    <a:pt x="4853677" y="2387554"/>
                  </a:lnTo>
                  <a:lnTo>
                    <a:pt x="4853864" y="2387602"/>
                  </a:lnTo>
                  <a:lnTo>
                    <a:pt x="4854051" y="2387771"/>
                  </a:lnTo>
                  <a:lnTo>
                    <a:pt x="4854238" y="2388144"/>
                  </a:lnTo>
                  <a:lnTo>
                    <a:pt x="4854425" y="2388306"/>
                  </a:lnTo>
                  <a:lnTo>
                    <a:pt x="4854612" y="2388684"/>
                  </a:lnTo>
                  <a:lnTo>
                    <a:pt x="4854799" y="2388919"/>
                  </a:lnTo>
                  <a:lnTo>
                    <a:pt x="4854986" y="2389039"/>
                  </a:lnTo>
                  <a:lnTo>
                    <a:pt x="4855173" y="2389137"/>
                  </a:lnTo>
                  <a:lnTo>
                    <a:pt x="4855360" y="2389222"/>
                  </a:lnTo>
                  <a:lnTo>
                    <a:pt x="4855547" y="2389194"/>
                  </a:lnTo>
                  <a:lnTo>
                    <a:pt x="4855734" y="2389165"/>
                  </a:lnTo>
                  <a:lnTo>
                    <a:pt x="4855921" y="2388932"/>
                  </a:lnTo>
                  <a:lnTo>
                    <a:pt x="4856107" y="2388727"/>
                  </a:lnTo>
                  <a:lnTo>
                    <a:pt x="4856294" y="2388572"/>
                  </a:lnTo>
                  <a:lnTo>
                    <a:pt x="4856481" y="2388301"/>
                  </a:lnTo>
                  <a:lnTo>
                    <a:pt x="4856668" y="2387890"/>
                  </a:lnTo>
                  <a:lnTo>
                    <a:pt x="4856855" y="2387421"/>
                  </a:lnTo>
                  <a:lnTo>
                    <a:pt x="4857042" y="2387315"/>
                  </a:lnTo>
                  <a:lnTo>
                    <a:pt x="4857229" y="2387448"/>
                  </a:lnTo>
                  <a:lnTo>
                    <a:pt x="4857416" y="2387575"/>
                  </a:lnTo>
                  <a:lnTo>
                    <a:pt x="4857603" y="2387695"/>
                  </a:lnTo>
                  <a:lnTo>
                    <a:pt x="4857790" y="2387935"/>
                  </a:lnTo>
                  <a:lnTo>
                    <a:pt x="4857977" y="2388003"/>
                  </a:lnTo>
                  <a:lnTo>
                    <a:pt x="4858164" y="2387906"/>
                  </a:lnTo>
                  <a:lnTo>
                    <a:pt x="4858350" y="2387731"/>
                  </a:lnTo>
                  <a:lnTo>
                    <a:pt x="4858537" y="2387576"/>
                  </a:lnTo>
                  <a:lnTo>
                    <a:pt x="4858724" y="2387588"/>
                  </a:lnTo>
                  <a:lnTo>
                    <a:pt x="4858911" y="2387656"/>
                  </a:lnTo>
                  <a:lnTo>
                    <a:pt x="4859098" y="2387950"/>
                  </a:lnTo>
                  <a:lnTo>
                    <a:pt x="4859285" y="2388406"/>
                  </a:lnTo>
                  <a:lnTo>
                    <a:pt x="4859472" y="2389025"/>
                  </a:lnTo>
                  <a:lnTo>
                    <a:pt x="4859659" y="2389417"/>
                  </a:lnTo>
                  <a:lnTo>
                    <a:pt x="4859846" y="2389421"/>
                  </a:lnTo>
                  <a:lnTo>
                    <a:pt x="4860033" y="2389428"/>
                  </a:lnTo>
                  <a:lnTo>
                    <a:pt x="4860220" y="2389099"/>
                  </a:lnTo>
                  <a:lnTo>
                    <a:pt x="4860407" y="2388737"/>
                  </a:lnTo>
                  <a:lnTo>
                    <a:pt x="4860594" y="2388369"/>
                  </a:lnTo>
                  <a:lnTo>
                    <a:pt x="4860780" y="2387971"/>
                  </a:lnTo>
                  <a:lnTo>
                    <a:pt x="4860967" y="2387656"/>
                  </a:lnTo>
                  <a:lnTo>
                    <a:pt x="4861154" y="2387862"/>
                  </a:lnTo>
                  <a:lnTo>
                    <a:pt x="4861341" y="2388135"/>
                  </a:lnTo>
                  <a:lnTo>
                    <a:pt x="4861528" y="2388094"/>
                  </a:lnTo>
                  <a:lnTo>
                    <a:pt x="4861715" y="2387929"/>
                  </a:lnTo>
                  <a:lnTo>
                    <a:pt x="4861902" y="2387841"/>
                  </a:lnTo>
                  <a:lnTo>
                    <a:pt x="4862089" y="2387644"/>
                  </a:lnTo>
                  <a:lnTo>
                    <a:pt x="4862276" y="2387663"/>
                  </a:lnTo>
                  <a:lnTo>
                    <a:pt x="4862463" y="2387894"/>
                  </a:lnTo>
                  <a:lnTo>
                    <a:pt x="4862650" y="2388447"/>
                  </a:lnTo>
                  <a:lnTo>
                    <a:pt x="4862837" y="2388890"/>
                  </a:lnTo>
                  <a:lnTo>
                    <a:pt x="4863024" y="2389435"/>
                  </a:lnTo>
                  <a:lnTo>
                    <a:pt x="4863210" y="2389673"/>
                  </a:lnTo>
                  <a:lnTo>
                    <a:pt x="4863397" y="2389843"/>
                  </a:lnTo>
                  <a:lnTo>
                    <a:pt x="4863584" y="2389897"/>
                  </a:lnTo>
                  <a:lnTo>
                    <a:pt x="4863771" y="2389968"/>
                  </a:lnTo>
                  <a:lnTo>
                    <a:pt x="4863958" y="2390165"/>
                  </a:lnTo>
                  <a:lnTo>
                    <a:pt x="4864145" y="2390332"/>
                  </a:lnTo>
                  <a:lnTo>
                    <a:pt x="4864332" y="2390518"/>
                  </a:lnTo>
                  <a:lnTo>
                    <a:pt x="4864519" y="2390864"/>
                  </a:lnTo>
                  <a:lnTo>
                    <a:pt x="4864706" y="2391196"/>
                  </a:lnTo>
                  <a:lnTo>
                    <a:pt x="4864893" y="2391529"/>
                  </a:lnTo>
                  <a:lnTo>
                    <a:pt x="4865080" y="2391765"/>
                  </a:lnTo>
                  <a:lnTo>
                    <a:pt x="4865267" y="2391977"/>
                  </a:lnTo>
                  <a:lnTo>
                    <a:pt x="4865453" y="2392412"/>
                  </a:lnTo>
                  <a:lnTo>
                    <a:pt x="4865640" y="2392871"/>
                  </a:lnTo>
                  <a:lnTo>
                    <a:pt x="4865827" y="2393352"/>
                  </a:lnTo>
                  <a:lnTo>
                    <a:pt x="4866014" y="2393809"/>
                  </a:lnTo>
                  <a:lnTo>
                    <a:pt x="4866201" y="2394202"/>
                  </a:lnTo>
                  <a:lnTo>
                    <a:pt x="4866388" y="2394822"/>
                  </a:lnTo>
                  <a:lnTo>
                    <a:pt x="4866575" y="2396048"/>
                  </a:lnTo>
                  <a:lnTo>
                    <a:pt x="4866762" y="2396658"/>
                  </a:lnTo>
                  <a:lnTo>
                    <a:pt x="4866949" y="2397423"/>
                  </a:lnTo>
                  <a:lnTo>
                    <a:pt x="4867136" y="2398241"/>
                  </a:lnTo>
                  <a:lnTo>
                    <a:pt x="4867323" y="2399135"/>
                  </a:lnTo>
                  <a:lnTo>
                    <a:pt x="4867510" y="2400035"/>
                  </a:lnTo>
                  <a:lnTo>
                    <a:pt x="4867697" y="2400880"/>
                  </a:lnTo>
                  <a:lnTo>
                    <a:pt x="4867883" y="2401678"/>
                  </a:lnTo>
                  <a:lnTo>
                    <a:pt x="4868070" y="2402475"/>
                  </a:lnTo>
                  <a:lnTo>
                    <a:pt x="4868257" y="2403281"/>
                  </a:lnTo>
                  <a:lnTo>
                    <a:pt x="4868444" y="2404087"/>
                  </a:lnTo>
                  <a:lnTo>
                    <a:pt x="4868631" y="2404893"/>
                  </a:lnTo>
                  <a:lnTo>
                    <a:pt x="4868818" y="2405614"/>
                  </a:lnTo>
                  <a:lnTo>
                    <a:pt x="4869005" y="2406450"/>
                  </a:lnTo>
                  <a:lnTo>
                    <a:pt x="4869192" y="2407084"/>
                  </a:lnTo>
                  <a:lnTo>
                    <a:pt x="4869379" y="2407464"/>
                  </a:lnTo>
                  <a:lnTo>
                    <a:pt x="4869566" y="2407786"/>
                  </a:lnTo>
                  <a:lnTo>
                    <a:pt x="4869753" y="2407899"/>
                  </a:lnTo>
                  <a:lnTo>
                    <a:pt x="4869940" y="2408158"/>
                  </a:lnTo>
                  <a:lnTo>
                    <a:pt x="4870127" y="2408359"/>
                  </a:lnTo>
                  <a:lnTo>
                    <a:pt x="4870313" y="2408542"/>
                  </a:lnTo>
                  <a:lnTo>
                    <a:pt x="4870500" y="2408656"/>
                  </a:lnTo>
                  <a:lnTo>
                    <a:pt x="4870687" y="2408888"/>
                  </a:lnTo>
                  <a:lnTo>
                    <a:pt x="4870874" y="2409203"/>
                  </a:lnTo>
                  <a:lnTo>
                    <a:pt x="4871061" y="2409487"/>
                  </a:lnTo>
                  <a:lnTo>
                    <a:pt x="4871248" y="2409919"/>
                  </a:lnTo>
                  <a:lnTo>
                    <a:pt x="4871435" y="2410351"/>
                  </a:lnTo>
                  <a:lnTo>
                    <a:pt x="4871622" y="2410695"/>
                  </a:lnTo>
                  <a:lnTo>
                    <a:pt x="4871809" y="2411069"/>
                  </a:lnTo>
                  <a:lnTo>
                    <a:pt x="4871996" y="2411441"/>
                  </a:lnTo>
                  <a:lnTo>
                    <a:pt x="4872183" y="2411679"/>
                  </a:lnTo>
                  <a:lnTo>
                    <a:pt x="4872370" y="2411984"/>
                  </a:lnTo>
                  <a:lnTo>
                    <a:pt x="4872556" y="2412479"/>
                  </a:lnTo>
                  <a:lnTo>
                    <a:pt x="4872743" y="2412947"/>
                  </a:lnTo>
                  <a:lnTo>
                    <a:pt x="4872930" y="2413416"/>
                  </a:lnTo>
                  <a:lnTo>
                    <a:pt x="4873117" y="2413880"/>
                  </a:lnTo>
                  <a:lnTo>
                    <a:pt x="4873304" y="2414361"/>
                  </a:lnTo>
                  <a:lnTo>
                    <a:pt x="4873491" y="2414797"/>
                  </a:lnTo>
                  <a:lnTo>
                    <a:pt x="4873678" y="2415304"/>
                  </a:lnTo>
                  <a:lnTo>
                    <a:pt x="4873865" y="2415821"/>
                  </a:lnTo>
                  <a:lnTo>
                    <a:pt x="4874052" y="2416009"/>
                  </a:lnTo>
                  <a:lnTo>
                    <a:pt x="4874239" y="2416082"/>
                  </a:lnTo>
                  <a:lnTo>
                    <a:pt x="4874426" y="2416320"/>
                  </a:lnTo>
                  <a:lnTo>
                    <a:pt x="4874613" y="2416682"/>
                  </a:lnTo>
                  <a:lnTo>
                    <a:pt x="4874800" y="2417014"/>
                  </a:lnTo>
                  <a:lnTo>
                    <a:pt x="4874986" y="2417462"/>
                  </a:lnTo>
                  <a:lnTo>
                    <a:pt x="4875173" y="2418018"/>
                  </a:lnTo>
                  <a:lnTo>
                    <a:pt x="4875360" y="2418772"/>
                  </a:lnTo>
                  <a:lnTo>
                    <a:pt x="4875547" y="2419612"/>
                  </a:lnTo>
                  <a:lnTo>
                    <a:pt x="4875734" y="2420348"/>
                  </a:lnTo>
                  <a:lnTo>
                    <a:pt x="4875921" y="2421253"/>
                  </a:lnTo>
                  <a:lnTo>
                    <a:pt x="4876108" y="2422184"/>
                  </a:lnTo>
                  <a:lnTo>
                    <a:pt x="4876295" y="2423046"/>
                  </a:lnTo>
                  <a:lnTo>
                    <a:pt x="4876482" y="2423608"/>
                  </a:lnTo>
                  <a:lnTo>
                    <a:pt x="4876669" y="2424433"/>
                  </a:lnTo>
                  <a:lnTo>
                    <a:pt x="4876856" y="2425266"/>
                  </a:lnTo>
                  <a:lnTo>
                    <a:pt x="4877043" y="2426040"/>
                  </a:lnTo>
                  <a:lnTo>
                    <a:pt x="4877229" y="2426604"/>
                  </a:lnTo>
                  <a:lnTo>
                    <a:pt x="4877416" y="2427171"/>
                  </a:lnTo>
                  <a:lnTo>
                    <a:pt x="4877603" y="2427786"/>
                  </a:lnTo>
                  <a:lnTo>
                    <a:pt x="4877790" y="2428297"/>
                  </a:lnTo>
                  <a:lnTo>
                    <a:pt x="4877977" y="2428573"/>
                  </a:lnTo>
                  <a:lnTo>
                    <a:pt x="4878164" y="2428844"/>
                  </a:lnTo>
                  <a:lnTo>
                    <a:pt x="4878351" y="2429264"/>
                  </a:lnTo>
                  <a:lnTo>
                    <a:pt x="4878538" y="2430030"/>
                  </a:lnTo>
                  <a:lnTo>
                    <a:pt x="4878725" y="2430736"/>
                  </a:lnTo>
                  <a:lnTo>
                    <a:pt x="4878912" y="2431413"/>
                  </a:lnTo>
                  <a:lnTo>
                    <a:pt x="4879099" y="2432083"/>
                  </a:lnTo>
                  <a:lnTo>
                    <a:pt x="4879286" y="2432796"/>
                  </a:lnTo>
                  <a:lnTo>
                    <a:pt x="4879473" y="2433461"/>
                  </a:lnTo>
                  <a:lnTo>
                    <a:pt x="4879659" y="2434130"/>
                  </a:lnTo>
                  <a:lnTo>
                    <a:pt x="4879846" y="2434793"/>
                  </a:lnTo>
                  <a:lnTo>
                    <a:pt x="4880033" y="2435526"/>
                  </a:lnTo>
                  <a:lnTo>
                    <a:pt x="4880220" y="2436261"/>
                  </a:lnTo>
                  <a:lnTo>
                    <a:pt x="4880407" y="2436915"/>
                  </a:lnTo>
                  <a:lnTo>
                    <a:pt x="4880594" y="2437751"/>
                  </a:lnTo>
                  <a:lnTo>
                    <a:pt x="4880781" y="2438378"/>
                  </a:lnTo>
                  <a:lnTo>
                    <a:pt x="4880968" y="2438835"/>
                  </a:lnTo>
                  <a:lnTo>
                    <a:pt x="4881155" y="2439450"/>
                  </a:lnTo>
                  <a:lnTo>
                    <a:pt x="4881342" y="2439944"/>
                  </a:lnTo>
                  <a:lnTo>
                    <a:pt x="4881529" y="2440439"/>
                  </a:lnTo>
                  <a:lnTo>
                    <a:pt x="4881716" y="2441021"/>
                  </a:lnTo>
                  <a:lnTo>
                    <a:pt x="4881903" y="2441351"/>
                  </a:lnTo>
                  <a:lnTo>
                    <a:pt x="4882089" y="2441541"/>
                  </a:lnTo>
                  <a:lnTo>
                    <a:pt x="4882276" y="2441549"/>
                  </a:lnTo>
                  <a:lnTo>
                    <a:pt x="4882463" y="2441549"/>
                  </a:lnTo>
                  <a:lnTo>
                    <a:pt x="4882650" y="2441549"/>
                  </a:lnTo>
                  <a:lnTo>
                    <a:pt x="4882837" y="2441217"/>
                  </a:lnTo>
                  <a:lnTo>
                    <a:pt x="4883024" y="2440743"/>
                  </a:lnTo>
                  <a:lnTo>
                    <a:pt x="4883211" y="2440085"/>
                  </a:lnTo>
                  <a:lnTo>
                    <a:pt x="4883398" y="2439566"/>
                  </a:lnTo>
                  <a:lnTo>
                    <a:pt x="4883585" y="2439106"/>
                  </a:lnTo>
                  <a:lnTo>
                    <a:pt x="4883772" y="2438701"/>
                  </a:lnTo>
                  <a:lnTo>
                    <a:pt x="4883959" y="2438413"/>
                  </a:lnTo>
                  <a:lnTo>
                    <a:pt x="4884146" y="2438208"/>
                  </a:lnTo>
                  <a:lnTo>
                    <a:pt x="4884332" y="2438040"/>
                  </a:lnTo>
                  <a:lnTo>
                    <a:pt x="4884519" y="2437810"/>
                  </a:lnTo>
                  <a:lnTo>
                    <a:pt x="4884706" y="2437563"/>
                  </a:lnTo>
                  <a:lnTo>
                    <a:pt x="4884893" y="2437395"/>
                  </a:lnTo>
                  <a:lnTo>
                    <a:pt x="4885080" y="2437227"/>
                  </a:lnTo>
                  <a:lnTo>
                    <a:pt x="4885267" y="2437058"/>
                  </a:lnTo>
                  <a:lnTo>
                    <a:pt x="4885454" y="2436890"/>
                  </a:lnTo>
                  <a:lnTo>
                    <a:pt x="4885641" y="2436707"/>
                  </a:lnTo>
                  <a:lnTo>
                    <a:pt x="4885828" y="2436674"/>
                  </a:lnTo>
                  <a:lnTo>
                    <a:pt x="4886015" y="2436686"/>
                  </a:lnTo>
                  <a:lnTo>
                    <a:pt x="4886202" y="2437018"/>
                  </a:lnTo>
                  <a:lnTo>
                    <a:pt x="4886389" y="2437358"/>
                  </a:lnTo>
                  <a:lnTo>
                    <a:pt x="4886576" y="2437699"/>
                  </a:lnTo>
                  <a:lnTo>
                    <a:pt x="4886762" y="2437986"/>
                  </a:lnTo>
                  <a:lnTo>
                    <a:pt x="4886949" y="2438720"/>
                  </a:lnTo>
                  <a:lnTo>
                    <a:pt x="4887136" y="2439380"/>
                  </a:lnTo>
                  <a:lnTo>
                    <a:pt x="4887323" y="2440148"/>
                  </a:lnTo>
                  <a:lnTo>
                    <a:pt x="4887510" y="2440965"/>
                  </a:lnTo>
                  <a:lnTo>
                    <a:pt x="4887697" y="2441625"/>
                  </a:lnTo>
                  <a:lnTo>
                    <a:pt x="4887884" y="2442285"/>
                  </a:lnTo>
                  <a:lnTo>
                    <a:pt x="4888071" y="2443085"/>
                  </a:lnTo>
                  <a:lnTo>
                    <a:pt x="4888258" y="2444076"/>
                  </a:lnTo>
                  <a:lnTo>
                    <a:pt x="4888445" y="2445223"/>
                  </a:lnTo>
                  <a:lnTo>
                    <a:pt x="4888632" y="2446576"/>
                  </a:lnTo>
                  <a:lnTo>
                    <a:pt x="4888819" y="2448028"/>
                  </a:lnTo>
                  <a:lnTo>
                    <a:pt x="4889005" y="2449431"/>
                  </a:lnTo>
                  <a:lnTo>
                    <a:pt x="4889192" y="2450916"/>
                  </a:lnTo>
                  <a:lnTo>
                    <a:pt x="4889379" y="2452402"/>
                  </a:lnTo>
                  <a:lnTo>
                    <a:pt x="4889566" y="2453780"/>
                  </a:lnTo>
                  <a:lnTo>
                    <a:pt x="4889753" y="2454442"/>
                  </a:lnTo>
                  <a:lnTo>
                    <a:pt x="4889940" y="2455062"/>
                  </a:lnTo>
                  <a:lnTo>
                    <a:pt x="4890127" y="2455556"/>
                  </a:lnTo>
                  <a:lnTo>
                    <a:pt x="4890314" y="2456009"/>
                  </a:lnTo>
                  <a:lnTo>
                    <a:pt x="4890501" y="2456461"/>
                  </a:lnTo>
                  <a:lnTo>
                    <a:pt x="4890688" y="2456914"/>
                  </a:lnTo>
                  <a:lnTo>
                    <a:pt x="4890875" y="2457148"/>
                  </a:lnTo>
                  <a:lnTo>
                    <a:pt x="4891062" y="2457080"/>
                  </a:lnTo>
                  <a:lnTo>
                    <a:pt x="4891249" y="2456848"/>
                  </a:lnTo>
                  <a:lnTo>
                    <a:pt x="4891435" y="2456465"/>
                  </a:lnTo>
                  <a:lnTo>
                    <a:pt x="4891622" y="2455986"/>
                  </a:lnTo>
                  <a:lnTo>
                    <a:pt x="4891809" y="2455448"/>
                  </a:lnTo>
                  <a:lnTo>
                    <a:pt x="4891996" y="2454849"/>
                  </a:lnTo>
                  <a:lnTo>
                    <a:pt x="4892183" y="2454250"/>
                  </a:lnTo>
                  <a:lnTo>
                    <a:pt x="4892370" y="2453651"/>
                  </a:lnTo>
                  <a:lnTo>
                    <a:pt x="4892557" y="2453074"/>
                  </a:lnTo>
                  <a:lnTo>
                    <a:pt x="4892744" y="2452516"/>
                  </a:lnTo>
                  <a:lnTo>
                    <a:pt x="4892931" y="2452186"/>
                  </a:lnTo>
                  <a:lnTo>
                    <a:pt x="4893118" y="2451856"/>
                  </a:lnTo>
                  <a:lnTo>
                    <a:pt x="4893305" y="2451526"/>
                  </a:lnTo>
                  <a:lnTo>
                    <a:pt x="4893492" y="2451196"/>
                  </a:lnTo>
                  <a:lnTo>
                    <a:pt x="4893679" y="2450998"/>
                  </a:lnTo>
                  <a:lnTo>
                    <a:pt x="4893865" y="2451113"/>
                  </a:lnTo>
                  <a:lnTo>
                    <a:pt x="4894052" y="2451418"/>
                  </a:lnTo>
                  <a:lnTo>
                    <a:pt x="4894239" y="2451748"/>
                  </a:lnTo>
                  <a:lnTo>
                    <a:pt x="4894426" y="2451749"/>
                  </a:lnTo>
                  <a:lnTo>
                    <a:pt x="4894613" y="2451750"/>
                  </a:lnTo>
                  <a:lnTo>
                    <a:pt x="4894800" y="2451757"/>
                  </a:lnTo>
                  <a:lnTo>
                    <a:pt x="4894987" y="2451849"/>
                  </a:lnTo>
                  <a:lnTo>
                    <a:pt x="4895174" y="2451941"/>
                  </a:lnTo>
                  <a:lnTo>
                    <a:pt x="4895361" y="2452141"/>
                  </a:lnTo>
                  <a:lnTo>
                    <a:pt x="4895548" y="2452473"/>
                  </a:lnTo>
                  <a:lnTo>
                    <a:pt x="4895735" y="2452805"/>
                  </a:lnTo>
                  <a:lnTo>
                    <a:pt x="4895922" y="2453137"/>
                  </a:lnTo>
                  <a:lnTo>
                    <a:pt x="4896108" y="2453470"/>
                  </a:lnTo>
                  <a:lnTo>
                    <a:pt x="4896295" y="2453802"/>
                  </a:lnTo>
                  <a:lnTo>
                    <a:pt x="4896482" y="2453843"/>
                  </a:lnTo>
                  <a:lnTo>
                    <a:pt x="4896669" y="2453721"/>
                  </a:lnTo>
                  <a:lnTo>
                    <a:pt x="4896856" y="2453879"/>
                  </a:lnTo>
                  <a:lnTo>
                    <a:pt x="4897043" y="2454301"/>
                  </a:lnTo>
                  <a:lnTo>
                    <a:pt x="4897230" y="2455109"/>
                  </a:lnTo>
                  <a:lnTo>
                    <a:pt x="4897417" y="2455873"/>
                  </a:lnTo>
                  <a:lnTo>
                    <a:pt x="4897604" y="2456853"/>
                  </a:lnTo>
                  <a:lnTo>
                    <a:pt x="4897791" y="2457830"/>
                  </a:lnTo>
                  <a:lnTo>
                    <a:pt x="4897978" y="2458807"/>
                  </a:lnTo>
                  <a:lnTo>
                    <a:pt x="4898165" y="2459726"/>
                  </a:lnTo>
                  <a:lnTo>
                    <a:pt x="4898352" y="2460576"/>
                  </a:lnTo>
                  <a:lnTo>
                    <a:pt x="4898538" y="2461426"/>
                  </a:lnTo>
                  <a:lnTo>
                    <a:pt x="4898725" y="2462275"/>
                  </a:lnTo>
                  <a:lnTo>
                    <a:pt x="4898912" y="2463125"/>
                  </a:lnTo>
                  <a:lnTo>
                    <a:pt x="4899099" y="2464016"/>
                  </a:lnTo>
                  <a:lnTo>
                    <a:pt x="4899286" y="2464929"/>
                  </a:lnTo>
                  <a:lnTo>
                    <a:pt x="4899473" y="2465951"/>
                  </a:lnTo>
                  <a:lnTo>
                    <a:pt x="4899660" y="2466774"/>
                  </a:lnTo>
                  <a:lnTo>
                    <a:pt x="4899847" y="2467369"/>
                  </a:lnTo>
                  <a:lnTo>
                    <a:pt x="4900034" y="2467641"/>
                  </a:lnTo>
                  <a:lnTo>
                    <a:pt x="4900221" y="2468023"/>
                  </a:lnTo>
                  <a:lnTo>
                    <a:pt x="4900408" y="2468303"/>
                  </a:lnTo>
                  <a:lnTo>
                    <a:pt x="4900595" y="2468468"/>
                  </a:lnTo>
                  <a:lnTo>
                    <a:pt x="4900782" y="2468633"/>
                  </a:lnTo>
                  <a:lnTo>
                    <a:pt x="4900968" y="2468799"/>
                  </a:lnTo>
                  <a:lnTo>
                    <a:pt x="4901155" y="2468964"/>
                  </a:lnTo>
                  <a:lnTo>
                    <a:pt x="4901342" y="2469129"/>
                  </a:lnTo>
                  <a:lnTo>
                    <a:pt x="4901529" y="2469294"/>
                  </a:lnTo>
                  <a:lnTo>
                    <a:pt x="4901716" y="2469459"/>
                  </a:lnTo>
                  <a:lnTo>
                    <a:pt x="4901903" y="2469516"/>
                  </a:lnTo>
                  <a:lnTo>
                    <a:pt x="4902090" y="2469516"/>
                  </a:lnTo>
                  <a:lnTo>
                    <a:pt x="4902277" y="2469516"/>
                  </a:lnTo>
                  <a:lnTo>
                    <a:pt x="4902464" y="2469516"/>
                  </a:lnTo>
                  <a:lnTo>
                    <a:pt x="4902651" y="2469516"/>
                  </a:lnTo>
                  <a:lnTo>
                    <a:pt x="4902838" y="2469293"/>
                  </a:lnTo>
                  <a:lnTo>
                    <a:pt x="4903025" y="2469046"/>
                  </a:lnTo>
                  <a:lnTo>
                    <a:pt x="4903211" y="2468778"/>
                  </a:lnTo>
                  <a:lnTo>
                    <a:pt x="4903398" y="2468509"/>
                  </a:lnTo>
                  <a:lnTo>
                    <a:pt x="4903585" y="2468240"/>
                  </a:lnTo>
                  <a:lnTo>
                    <a:pt x="4903772" y="2467971"/>
                  </a:lnTo>
                  <a:lnTo>
                    <a:pt x="4903959" y="2467702"/>
                  </a:lnTo>
                  <a:lnTo>
                    <a:pt x="4904146" y="2467433"/>
                  </a:lnTo>
                  <a:lnTo>
                    <a:pt x="4904333" y="2467164"/>
                  </a:lnTo>
                  <a:lnTo>
                    <a:pt x="4904520" y="2466895"/>
                  </a:lnTo>
                  <a:lnTo>
                    <a:pt x="4904707" y="2466514"/>
                  </a:lnTo>
                  <a:lnTo>
                    <a:pt x="4904894" y="2466187"/>
                  </a:lnTo>
                  <a:lnTo>
                    <a:pt x="4905081" y="2465914"/>
                  </a:lnTo>
                  <a:lnTo>
                    <a:pt x="4905268" y="2465689"/>
                  </a:lnTo>
                  <a:lnTo>
                    <a:pt x="4905455" y="2465464"/>
                  </a:lnTo>
                  <a:lnTo>
                    <a:pt x="4905641" y="2465231"/>
                  </a:lnTo>
                  <a:lnTo>
                    <a:pt x="4905828" y="2464998"/>
                  </a:lnTo>
                  <a:lnTo>
                    <a:pt x="4906015" y="2464765"/>
                  </a:lnTo>
                  <a:lnTo>
                    <a:pt x="4906202" y="2464616"/>
                  </a:lnTo>
                  <a:lnTo>
                    <a:pt x="4906389" y="2464353"/>
                  </a:lnTo>
                  <a:lnTo>
                    <a:pt x="4906576" y="2464118"/>
                  </a:lnTo>
                  <a:lnTo>
                    <a:pt x="4906763" y="2463949"/>
                  </a:lnTo>
                  <a:lnTo>
                    <a:pt x="4906950" y="2463826"/>
                  </a:lnTo>
                  <a:lnTo>
                    <a:pt x="4907137" y="2463740"/>
                  </a:lnTo>
                  <a:lnTo>
                    <a:pt x="4907324" y="2463654"/>
                  </a:lnTo>
                  <a:lnTo>
                    <a:pt x="4907511" y="2463536"/>
                  </a:lnTo>
                  <a:lnTo>
                    <a:pt x="4907698" y="2463353"/>
                  </a:lnTo>
                  <a:lnTo>
                    <a:pt x="4907884" y="2463272"/>
                  </a:lnTo>
                  <a:lnTo>
                    <a:pt x="4908071" y="2463425"/>
                  </a:lnTo>
                  <a:lnTo>
                    <a:pt x="4908258" y="2463522"/>
                  </a:lnTo>
                  <a:lnTo>
                    <a:pt x="4908445" y="2463667"/>
                  </a:lnTo>
                  <a:lnTo>
                    <a:pt x="4908632" y="2463834"/>
                  </a:lnTo>
                  <a:lnTo>
                    <a:pt x="4908819" y="2464001"/>
                  </a:lnTo>
                  <a:lnTo>
                    <a:pt x="4909006" y="2464256"/>
                  </a:lnTo>
                  <a:lnTo>
                    <a:pt x="4909193" y="2464481"/>
                  </a:lnTo>
                  <a:lnTo>
                    <a:pt x="4909380" y="2464707"/>
                  </a:lnTo>
                  <a:lnTo>
                    <a:pt x="4909567" y="2465166"/>
                  </a:lnTo>
                  <a:lnTo>
                    <a:pt x="4909754" y="2465519"/>
                  </a:lnTo>
                  <a:lnTo>
                    <a:pt x="4909941" y="2465649"/>
                  </a:lnTo>
                  <a:lnTo>
                    <a:pt x="4910128" y="2465639"/>
                  </a:lnTo>
                  <a:lnTo>
                    <a:pt x="4910314" y="2465625"/>
                  </a:lnTo>
                  <a:lnTo>
                    <a:pt x="4910501" y="2465434"/>
                  </a:lnTo>
                  <a:lnTo>
                    <a:pt x="4910688" y="2465328"/>
                  </a:lnTo>
                  <a:lnTo>
                    <a:pt x="4910875" y="2465078"/>
                  </a:lnTo>
                  <a:lnTo>
                    <a:pt x="4911062" y="2464757"/>
                  </a:lnTo>
                  <a:lnTo>
                    <a:pt x="4911249" y="2464364"/>
                  </a:lnTo>
                  <a:lnTo>
                    <a:pt x="4911436" y="2463889"/>
                  </a:lnTo>
                  <a:lnTo>
                    <a:pt x="4911623" y="2463528"/>
                  </a:lnTo>
                  <a:lnTo>
                    <a:pt x="4911810" y="2463168"/>
                  </a:lnTo>
                  <a:lnTo>
                    <a:pt x="4911997" y="2462849"/>
                  </a:lnTo>
                  <a:lnTo>
                    <a:pt x="4912184" y="2462608"/>
                  </a:lnTo>
                  <a:lnTo>
                    <a:pt x="4912371" y="2462402"/>
                  </a:lnTo>
                  <a:lnTo>
                    <a:pt x="4912558" y="2462242"/>
                  </a:lnTo>
                  <a:lnTo>
                    <a:pt x="4912744" y="2462036"/>
                  </a:lnTo>
                  <a:lnTo>
                    <a:pt x="4912931" y="2461690"/>
                  </a:lnTo>
                  <a:lnTo>
                    <a:pt x="4913118" y="2461532"/>
                  </a:lnTo>
                  <a:lnTo>
                    <a:pt x="4913305" y="2461725"/>
                  </a:lnTo>
                  <a:lnTo>
                    <a:pt x="4913492" y="2461808"/>
                  </a:lnTo>
                  <a:lnTo>
                    <a:pt x="4913679" y="2462077"/>
                  </a:lnTo>
                  <a:lnTo>
                    <a:pt x="4913866" y="2462737"/>
                  </a:lnTo>
                  <a:lnTo>
                    <a:pt x="4914053" y="2463397"/>
                  </a:lnTo>
                  <a:lnTo>
                    <a:pt x="4914240" y="2464049"/>
                  </a:lnTo>
                  <a:lnTo>
                    <a:pt x="4914427" y="2464210"/>
                  </a:lnTo>
                  <a:lnTo>
                    <a:pt x="4914614" y="2464427"/>
                  </a:lnTo>
                  <a:lnTo>
                    <a:pt x="4914801" y="2464603"/>
                  </a:lnTo>
                  <a:lnTo>
                    <a:pt x="4914987" y="2464695"/>
                  </a:lnTo>
                  <a:lnTo>
                    <a:pt x="4915174" y="2464787"/>
                  </a:lnTo>
                  <a:lnTo>
                    <a:pt x="4915361" y="2464879"/>
                  </a:lnTo>
                  <a:lnTo>
                    <a:pt x="4915548" y="2464971"/>
                  </a:lnTo>
                  <a:lnTo>
                    <a:pt x="4915735" y="2465038"/>
                  </a:lnTo>
                  <a:lnTo>
                    <a:pt x="4915922" y="2464770"/>
                  </a:lnTo>
                  <a:lnTo>
                    <a:pt x="4916109" y="2464442"/>
                  </a:lnTo>
                  <a:lnTo>
                    <a:pt x="4916296" y="2464115"/>
                  </a:lnTo>
                  <a:lnTo>
                    <a:pt x="4916483" y="2463794"/>
                  </a:lnTo>
                  <a:lnTo>
                    <a:pt x="4916670" y="2463474"/>
                  </a:lnTo>
                  <a:lnTo>
                    <a:pt x="4916857" y="2463153"/>
                  </a:lnTo>
                  <a:lnTo>
                    <a:pt x="4917044" y="2462833"/>
                  </a:lnTo>
                  <a:lnTo>
                    <a:pt x="4917231" y="2462505"/>
                  </a:lnTo>
                  <a:lnTo>
                    <a:pt x="4917417" y="2462106"/>
                  </a:lnTo>
                  <a:lnTo>
                    <a:pt x="4917604" y="2461705"/>
                  </a:lnTo>
                  <a:lnTo>
                    <a:pt x="4917791" y="2461436"/>
                  </a:lnTo>
                  <a:lnTo>
                    <a:pt x="4917978" y="2461264"/>
                  </a:lnTo>
                  <a:lnTo>
                    <a:pt x="4918165" y="2461133"/>
                  </a:lnTo>
                  <a:lnTo>
                    <a:pt x="4918352" y="2461352"/>
                  </a:lnTo>
                  <a:lnTo>
                    <a:pt x="4918539" y="2461570"/>
                  </a:lnTo>
                  <a:lnTo>
                    <a:pt x="4918726" y="2461818"/>
                  </a:lnTo>
                  <a:lnTo>
                    <a:pt x="4918913" y="2462088"/>
                  </a:lnTo>
                  <a:lnTo>
                    <a:pt x="4919100" y="2462393"/>
                  </a:lnTo>
                  <a:lnTo>
                    <a:pt x="4919287" y="2462992"/>
                  </a:lnTo>
                  <a:lnTo>
                    <a:pt x="4919474" y="2463591"/>
                  </a:lnTo>
                  <a:lnTo>
                    <a:pt x="4919661" y="2464190"/>
                  </a:lnTo>
                  <a:lnTo>
                    <a:pt x="4919847" y="2464789"/>
                  </a:lnTo>
                  <a:lnTo>
                    <a:pt x="4920034" y="2465388"/>
                  </a:lnTo>
                  <a:lnTo>
                    <a:pt x="4920221" y="2465987"/>
                  </a:lnTo>
                  <a:lnTo>
                    <a:pt x="4920408" y="2466586"/>
                  </a:lnTo>
                  <a:lnTo>
                    <a:pt x="4920595" y="2467184"/>
                  </a:lnTo>
                  <a:lnTo>
                    <a:pt x="4920782" y="2467651"/>
                  </a:lnTo>
                  <a:lnTo>
                    <a:pt x="4920969" y="2468061"/>
                  </a:lnTo>
                  <a:lnTo>
                    <a:pt x="4921156" y="2468308"/>
                  </a:lnTo>
                  <a:lnTo>
                    <a:pt x="4921343" y="2468555"/>
                  </a:lnTo>
                  <a:lnTo>
                    <a:pt x="4921530" y="2468782"/>
                  </a:lnTo>
                  <a:lnTo>
                    <a:pt x="4921717" y="2468782"/>
                  </a:lnTo>
                  <a:lnTo>
                    <a:pt x="4921904" y="2468733"/>
                  </a:lnTo>
                  <a:lnTo>
                    <a:pt x="4922090" y="2468568"/>
                  </a:lnTo>
                  <a:lnTo>
                    <a:pt x="4922277" y="2468403"/>
                  </a:lnTo>
                  <a:lnTo>
                    <a:pt x="4922464" y="2468122"/>
                  </a:lnTo>
                  <a:lnTo>
                    <a:pt x="4922651" y="2467792"/>
                  </a:lnTo>
                  <a:lnTo>
                    <a:pt x="4922838" y="2467462"/>
                  </a:lnTo>
                  <a:lnTo>
                    <a:pt x="4923025" y="2467132"/>
                  </a:lnTo>
                  <a:lnTo>
                    <a:pt x="4923212" y="2466802"/>
                  </a:lnTo>
                  <a:lnTo>
                    <a:pt x="4923399" y="2466472"/>
                  </a:lnTo>
                  <a:lnTo>
                    <a:pt x="4923586" y="2466142"/>
                  </a:lnTo>
                  <a:lnTo>
                    <a:pt x="4923773" y="2465812"/>
                  </a:lnTo>
                  <a:lnTo>
                    <a:pt x="4923960" y="2465482"/>
                  </a:lnTo>
                  <a:lnTo>
                    <a:pt x="4924147" y="2465151"/>
                  </a:lnTo>
                  <a:lnTo>
                    <a:pt x="4924334" y="2464821"/>
                  </a:lnTo>
                  <a:lnTo>
                    <a:pt x="4924520" y="2464491"/>
                  </a:lnTo>
                  <a:lnTo>
                    <a:pt x="4924707" y="2464211"/>
                  </a:lnTo>
                  <a:lnTo>
                    <a:pt x="4924894" y="2464046"/>
                  </a:lnTo>
                  <a:lnTo>
                    <a:pt x="4925081" y="2463881"/>
                  </a:lnTo>
                  <a:lnTo>
                    <a:pt x="4925268" y="2463831"/>
                  </a:lnTo>
                  <a:lnTo>
                    <a:pt x="4925455" y="2463831"/>
                  </a:lnTo>
                  <a:lnTo>
                    <a:pt x="4925642" y="2463831"/>
                  </a:lnTo>
                  <a:lnTo>
                    <a:pt x="4925829" y="2463831"/>
                  </a:lnTo>
                  <a:lnTo>
                    <a:pt x="4926016" y="2463831"/>
                  </a:lnTo>
                  <a:lnTo>
                    <a:pt x="4926203" y="2463831"/>
                  </a:lnTo>
                  <a:lnTo>
                    <a:pt x="4926390" y="2463831"/>
                  </a:lnTo>
                  <a:lnTo>
                    <a:pt x="4926577" y="2463831"/>
                  </a:lnTo>
                  <a:lnTo>
                    <a:pt x="4926763" y="2463831"/>
                  </a:lnTo>
                  <a:lnTo>
                    <a:pt x="4926950" y="2463831"/>
                  </a:lnTo>
                  <a:lnTo>
                    <a:pt x="4927137" y="2463831"/>
                  </a:lnTo>
                  <a:lnTo>
                    <a:pt x="4927324" y="2463831"/>
                  </a:lnTo>
                  <a:lnTo>
                    <a:pt x="4927511" y="2463831"/>
                  </a:lnTo>
                  <a:lnTo>
                    <a:pt x="4927698" y="2463831"/>
                  </a:lnTo>
                  <a:lnTo>
                    <a:pt x="4927885" y="2463831"/>
                  </a:lnTo>
                  <a:lnTo>
                    <a:pt x="4928072" y="2464054"/>
                  </a:lnTo>
                  <a:lnTo>
                    <a:pt x="4928259" y="2464417"/>
                  </a:lnTo>
                  <a:lnTo>
                    <a:pt x="4928446" y="2464962"/>
                  </a:lnTo>
                  <a:lnTo>
                    <a:pt x="4928633" y="2465447"/>
                  </a:lnTo>
                  <a:lnTo>
                    <a:pt x="4928820" y="2465926"/>
                  </a:lnTo>
                  <a:lnTo>
                    <a:pt x="4929007" y="2466404"/>
                  </a:lnTo>
                  <a:lnTo>
                    <a:pt x="4929193" y="2466883"/>
                  </a:lnTo>
                  <a:lnTo>
                    <a:pt x="4929380" y="2467362"/>
                  </a:lnTo>
                  <a:lnTo>
                    <a:pt x="4929567" y="2467841"/>
                  </a:lnTo>
                  <a:lnTo>
                    <a:pt x="4929754" y="2468199"/>
                  </a:lnTo>
                  <a:lnTo>
                    <a:pt x="4929941" y="2468558"/>
                  </a:lnTo>
                  <a:lnTo>
                    <a:pt x="4930128" y="2468916"/>
                  </a:lnTo>
                  <a:lnTo>
                    <a:pt x="4930315" y="2469275"/>
                  </a:lnTo>
                  <a:lnTo>
                    <a:pt x="4930502" y="2469633"/>
                  </a:lnTo>
                  <a:lnTo>
                    <a:pt x="4930689" y="2469992"/>
                  </a:lnTo>
                  <a:lnTo>
                    <a:pt x="4930876" y="2470345"/>
                  </a:lnTo>
                  <a:lnTo>
                    <a:pt x="4931063" y="2470559"/>
                  </a:lnTo>
                  <a:lnTo>
                    <a:pt x="4931250" y="2470575"/>
                  </a:lnTo>
                  <a:lnTo>
                    <a:pt x="4931437" y="2470402"/>
                  </a:lnTo>
                  <a:lnTo>
                    <a:pt x="4931623" y="2470237"/>
                  </a:lnTo>
                  <a:lnTo>
                    <a:pt x="4931810" y="2470072"/>
                  </a:lnTo>
                  <a:lnTo>
                    <a:pt x="4931997" y="2469907"/>
                  </a:lnTo>
                  <a:lnTo>
                    <a:pt x="4932184" y="2469742"/>
                  </a:lnTo>
                  <a:lnTo>
                    <a:pt x="4932371" y="2469577"/>
                  </a:lnTo>
                  <a:lnTo>
                    <a:pt x="4932558" y="2469577"/>
                  </a:lnTo>
                  <a:lnTo>
                    <a:pt x="4932745" y="2469577"/>
                  </a:lnTo>
                  <a:lnTo>
                    <a:pt x="4932932" y="2469577"/>
                  </a:lnTo>
                  <a:lnTo>
                    <a:pt x="4933119" y="2469577"/>
                  </a:lnTo>
                  <a:lnTo>
                    <a:pt x="4933306" y="2469577"/>
                  </a:lnTo>
                  <a:lnTo>
                    <a:pt x="4933493" y="2469577"/>
                  </a:lnTo>
                  <a:lnTo>
                    <a:pt x="4933680" y="2469577"/>
                  </a:lnTo>
                  <a:lnTo>
                    <a:pt x="4933866" y="2469577"/>
                  </a:lnTo>
                  <a:lnTo>
                    <a:pt x="4934053" y="2469577"/>
                  </a:lnTo>
                  <a:lnTo>
                    <a:pt x="4934240" y="2469577"/>
                  </a:lnTo>
                  <a:lnTo>
                    <a:pt x="4934427" y="2469577"/>
                  </a:lnTo>
                  <a:lnTo>
                    <a:pt x="4934614" y="2469577"/>
                  </a:lnTo>
                  <a:lnTo>
                    <a:pt x="4934801" y="2469577"/>
                  </a:lnTo>
                  <a:lnTo>
                    <a:pt x="4934988" y="2469577"/>
                  </a:lnTo>
                  <a:lnTo>
                    <a:pt x="4935175" y="2469577"/>
                  </a:lnTo>
                  <a:lnTo>
                    <a:pt x="4935362" y="2469577"/>
                  </a:lnTo>
                  <a:lnTo>
                    <a:pt x="4935549" y="2469804"/>
                  </a:lnTo>
                  <a:lnTo>
                    <a:pt x="4935736" y="2470014"/>
                  </a:lnTo>
                  <a:lnTo>
                    <a:pt x="4935923" y="2470163"/>
                  </a:lnTo>
                  <a:lnTo>
                    <a:pt x="4936110" y="2470465"/>
                  </a:lnTo>
                  <a:lnTo>
                    <a:pt x="4936296" y="2470786"/>
                  </a:lnTo>
                  <a:lnTo>
                    <a:pt x="4936483" y="2471106"/>
                  </a:lnTo>
                  <a:lnTo>
                    <a:pt x="4936670" y="2471427"/>
                  </a:lnTo>
                  <a:lnTo>
                    <a:pt x="4936857" y="2471747"/>
                  </a:lnTo>
                  <a:lnTo>
                    <a:pt x="4936863" y="24717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735274" y="6343077"/>
              <a:ext cx="8884" cy="11067"/>
            </a:xfrm>
            <a:custGeom>
              <a:avLst/>
              <a:pathLst>
                <a:path w="8884" h="11067">
                  <a:moveTo>
                    <a:pt x="0" y="11067"/>
                  </a:moveTo>
                  <a:lnTo>
                    <a:pt x="171" y="10765"/>
                  </a:lnTo>
                  <a:lnTo>
                    <a:pt x="357" y="10215"/>
                  </a:lnTo>
                  <a:lnTo>
                    <a:pt x="544" y="9638"/>
                  </a:lnTo>
                  <a:lnTo>
                    <a:pt x="731" y="9044"/>
                  </a:lnTo>
                  <a:lnTo>
                    <a:pt x="918" y="8280"/>
                  </a:lnTo>
                  <a:lnTo>
                    <a:pt x="1105" y="7450"/>
                  </a:lnTo>
                  <a:lnTo>
                    <a:pt x="1292" y="6521"/>
                  </a:lnTo>
                  <a:lnTo>
                    <a:pt x="1479" y="5592"/>
                  </a:lnTo>
                  <a:lnTo>
                    <a:pt x="1666" y="4828"/>
                  </a:lnTo>
                  <a:lnTo>
                    <a:pt x="1853" y="3967"/>
                  </a:lnTo>
                  <a:lnTo>
                    <a:pt x="2040" y="3144"/>
                  </a:lnTo>
                  <a:lnTo>
                    <a:pt x="2227" y="2354"/>
                  </a:lnTo>
                  <a:lnTo>
                    <a:pt x="2414" y="1730"/>
                  </a:lnTo>
                  <a:lnTo>
                    <a:pt x="2601" y="1110"/>
                  </a:lnTo>
                  <a:lnTo>
                    <a:pt x="2787" y="763"/>
                  </a:lnTo>
                  <a:lnTo>
                    <a:pt x="2974" y="496"/>
                  </a:lnTo>
                  <a:lnTo>
                    <a:pt x="3161" y="309"/>
                  </a:lnTo>
                  <a:lnTo>
                    <a:pt x="3348" y="124"/>
                  </a:lnTo>
                  <a:lnTo>
                    <a:pt x="3535" y="0"/>
                  </a:lnTo>
                  <a:lnTo>
                    <a:pt x="3722" y="287"/>
                  </a:lnTo>
                  <a:lnTo>
                    <a:pt x="3909" y="640"/>
                  </a:lnTo>
                  <a:lnTo>
                    <a:pt x="4096" y="1093"/>
                  </a:lnTo>
                  <a:lnTo>
                    <a:pt x="4283" y="1545"/>
                  </a:lnTo>
                  <a:lnTo>
                    <a:pt x="4470" y="2221"/>
                  </a:lnTo>
                  <a:lnTo>
                    <a:pt x="4657" y="2904"/>
                  </a:lnTo>
                  <a:lnTo>
                    <a:pt x="4844" y="3545"/>
                  </a:lnTo>
                  <a:lnTo>
                    <a:pt x="5030" y="4190"/>
                  </a:lnTo>
                  <a:lnTo>
                    <a:pt x="5217" y="4954"/>
                  </a:lnTo>
                  <a:lnTo>
                    <a:pt x="5404" y="5710"/>
                  </a:lnTo>
                  <a:lnTo>
                    <a:pt x="5591" y="6152"/>
                  </a:lnTo>
                  <a:lnTo>
                    <a:pt x="5778" y="6586"/>
                  </a:lnTo>
                  <a:lnTo>
                    <a:pt x="5965" y="6880"/>
                  </a:lnTo>
                  <a:lnTo>
                    <a:pt x="6152" y="7149"/>
                  </a:lnTo>
                  <a:lnTo>
                    <a:pt x="6339" y="7417"/>
                  </a:lnTo>
                  <a:lnTo>
                    <a:pt x="6526" y="7686"/>
                  </a:lnTo>
                  <a:lnTo>
                    <a:pt x="6713" y="7955"/>
                  </a:lnTo>
                  <a:lnTo>
                    <a:pt x="6900" y="8224"/>
                  </a:lnTo>
                  <a:lnTo>
                    <a:pt x="7087" y="8493"/>
                  </a:lnTo>
                  <a:lnTo>
                    <a:pt x="7274" y="8758"/>
                  </a:lnTo>
                  <a:lnTo>
                    <a:pt x="7460" y="9023"/>
                  </a:lnTo>
                  <a:lnTo>
                    <a:pt x="7647" y="9288"/>
                  </a:lnTo>
                  <a:lnTo>
                    <a:pt x="7834" y="9557"/>
                  </a:lnTo>
                  <a:lnTo>
                    <a:pt x="8021" y="9825"/>
                  </a:lnTo>
                  <a:lnTo>
                    <a:pt x="8208" y="10094"/>
                  </a:lnTo>
                  <a:lnTo>
                    <a:pt x="8395" y="10363"/>
                  </a:lnTo>
                  <a:lnTo>
                    <a:pt x="8582" y="10632"/>
                  </a:lnTo>
                  <a:lnTo>
                    <a:pt x="8769" y="10901"/>
                  </a:lnTo>
                  <a:lnTo>
                    <a:pt x="8884" y="1106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47286" y="6351263"/>
              <a:ext cx="10626" cy="2881"/>
            </a:xfrm>
            <a:custGeom>
              <a:avLst/>
              <a:pathLst>
                <a:path w="10626" h="2881">
                  <a:moveTo>
                    <a:pt x="0" y="2881"/>
                  </a:moveTo>
                  <a:lnTo>
                    <a:pt x="121" y="2706"/>
                  </a:lnTo>
                  <a:lnTo>
                    <a:pt x="308" y="2437"/>
                  </a:lnTo>
                  <a:lnTo>
                    <a:pt x="495" y="2168"/>
                  </a:lnTo>
                  <a:lnTo>
                    <a:pt x="682" y="1899"/>
                  </a:lnTo>
                  <a:lnTo>
                    <a:pt x="869" y="1630"/>
                  </a:lnTo>
                  <a:lnTo>
                    <a:pt x="1056" y="1361"/>
                  </a:lnTo>
                  <a:lnTo>
                    <a:pt x="1243" y="1093"/>
                  </a:lnTo>
                  <a:lnTo>
                    <a:pt x="1430" y="845"/>
                  </a:lnTo>
                  <a:lnTo>
                    <a:pt x="1617" y="598"/>
                  </a:lnTo>
                  <a:lnTo>
                    <a:pt x="1804" y="280"/>
                  </a:lnTo>
                  <a:lnTo>
                    <a:pt x="1991" y="115"/>
                  </a:lnTo>
                  <a:lnTo>
                    <a:pt x="2177" y="0"/>
                  </a:lnTo>
                  <a:lnTo>
                    <a:pt x="2364" y="0"/>
                  </a:lnTo>
                  <a:lnTo>
                    <a:pt x="2551" y="0"/>
                  </a:lnTo>
                  <a:lnTo>
                    <a:pt x="2738" y="82"/>
                  </a:lnTo>
                  <a:lnTo>
                    <a:pt x="2925" y="82"/>
                  </a:lnTo>
                  <a:lnTo>
                    <a:pt x="3112" y="82"/>
                  </a:lnTo>
                  <a:lnTo>
                    <a:pt x="3299" y="82"/>
                  </a:lnTo>
                  <a:lnTo>
                    <a:pt x="3486" y="82"/>
                  </a:lnTo>
                  <a:lnTo>
                    <a:pt x="3673" y="82"/>
                  </a:lnTo>
                  <a:lnTo>
                    <a:pt x="3860" y="82"/>
                  </a:lnTo>
                  <a:lnTo>
                    <a:pt x="4047" y="82"/>
                  </a:lnTo>
                  <a:lnTo>
                    <a:pt x="4234" y="82"/>
                  </a:lnTo>
                  <a:lnTo>
                    <a:pt x="4420" y="82"/>
                  </a:lnTo>
                  <a:lnTo>
                    <a:pt x="4607" y="173"/>
                  </a:lnTo>
                  <a:lnTo>
                    <a:pt x="4794" y="338"/>
                  </a:lnTo>
                  <a:lnTo>
                    <a:pt x="4981" y="453"/>
                  </a:lnTo>
                  <a:lnTo>
                    <a:pt x="5168" y="453"/>
                  </a:lnTo>
                  <a:lnTo>
                    <a:pt x="5355" y="453"/>
                  </a:lnTo>
                  <a:lnTo>
                    <a:pt x="5542" y="371"/>
                  </a:lnTo>
                  <a:lnTo>
                    <a:pt x="5729" y="371"/>
                  </a:lnTo>
                  <a:lnTo>
                    <a:pt x="5916" y="371"/>
                  </a:lnTo>
                  <a:lnTo>
                    <a:pt x="6103" y="371"/>
                  </a:lnTo>
                  <a:lnTo>
                    <a:pt x="6290" y="371"/>
                  </a:lnTo>
                  <a:lnTo>
                    <a:pt x="6477" y="371"/>
                  </a:lnTo>
                  <a:lnTo>
                    <a:pt x="6664" y="371"/>
                  </a:lnTo>
                  <a:lnTo>
                    <a:pt x="6850" y="371"/>
                  </a:lnTo>
                  <a:lnTo>
                    <a:pt x="7037" y="371"/>
                  </a:lnTo>
                  <a:lnTo>
                    <a:pt x="7224" y="371"/>
                  </a:lnTo>
                  <a:lnTo>
                    <a:pt x="7411" y="371"/>
                  </a:lnTo>
                  <a:lnTo>
                    <a:pt x="7598" y="371"/>
                  </a:lnTo>
                  <a:lnTo>
                    <a:pt x="7785" y="598"/>
                  </a:lnTo>
                  <a:lnTo>
                    <a:pt x="7972" y="845"/>
                  </a:lnTo>
                  <a:lnTo>
                    <a:pt x="8159" y="1114"/>
                  </a:lnTo>
                  <a:lnTo>
                    <a:pt x="8346" y="1160"/>
                  </a:lnTo>
                  <a:lnTo>
                    <a:pt x="8533" y="1182"/>
                  </a:lnTo>
                  <a:lnTo>
                    <a:pt x="8720" y="1186"/>
                  </a:lnTo>
                  <a:lnTo>
                    <a:pt x="8907" y="1300"/>
                  </a:lnTo>
                  <a:lnTo>
                    <a:pt x="9094" y="1421"/>
                  </a:lnTo>
                  <a:lnTo>
                    <a:pt x="9280" y="1541"/>
                  </a:lnTo>
                  <a:lnTo>
                    <a:pt x="9467" y="1661"/>
                  </a:lnTo>
                  <a:lnTo>
                    <a:pt x="9654" y="1781"/>
                  </a:lnTo>
                  <a:lnTo>
                    <a:pt x="9841" y="1901"/>
                  </a:lnTo>
                  <a:lnTo>
                    <a:pt x="10028" y="2142"/>
                  </a:lnTo>
                  <a:lnTo>
                    <a:pt x="10215" y="2382"/>
                  </a:lnTo>
                  <a:lnTo>
                    <a:pt x="10402" y="2623"/>
                  </a:lnTo>
                  <a:lnTo>
                    <a:pt x="10589" y="2841"/>
                  </a:lnTo>
                  <a:lnTo>
                    <a:pt x="10626" y="288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66755" y="6351356"/>
              <a:ext cx="6629" cy="2788"/>
            </a:xfrm>
            <a:custGeom>
              <a:avLst/>
              <a:pathLst>
                <a:path w="6629" h="2788">
                  <a:moveTo>
                    <a:pt x="0" y="2788"/>
                  </a:moveTo>
                  <a:lnTo>
                    <a:pt x="93" y="2706"/>
                  </a:lnTo>
                  <a:lnTo>
                    <a:pt x="280" y="2541"/>
                  </a:lnTo>
                  <a:lnTo>
                    <a:pt x="466" y="2376"/>
                  </a:lnTo>
                  <a:lnTo>
                    <a:pt x="653" y="2211"/>
                  </a:lnTo>
                  <a:lnTo>
                    <a:pt x="840" y="2046"/>
                  </a:lnTo>
                  <a:lnTo>
                    <a:pt x="1027" y="1881"/>
                  </a:lnTo>
                  <a:lnTo>
                    <a:pt x="1214" y="1716"/>
                  </a:lnTo>
                  <a:lnTo>
                    <a:pt x="1401" y="1551"/>
                  </a:lnTo>
                  <a:lnTo>
                    <a:pt x="1588" y="1270"/>
                  </a:lnTo>
                  <a:lnTo>
                    <a:pt x="1775" y="940"/>
                  </a:lnTo>
                  <a:lnTo>
                    <a:pt x="1962" y="610"/>
                  </a:lnTo>
                  <a:lnTo>
                    <a:pt x="2149" y="280"/>
                  </a:lnTo>
                  <a:lnTo>
                    <a:pt x="2336" y="107"/>
                  </a:lnTo>
                  <a:lnTo>
                    <a:pt x="2523" y="0"/>
                  </a:lnTo>
                  <a:lnTo>
                    <a:pt x="2710" y="0"/>
                  </a:lnTo>
                  <a:lnTo>
                    <a:pt x="2896" y="0"/>
                  </a:lnTo>
                  <a:lnTo>
                    <a:pt x="3083" y="0"/>
                  </a:lnTo>
                  <a:lnTo>
                    <a:pt x="3270" y="0"/>
                  </a:lnTo>
                  <a:lnTo>
                    <a:pt x="3457" y="0"/>
                  </a:lnTo>
                  <a:lnTo>
                    <a:pt x="3644" y="0"/>
                  </a:lnTo>
                  <a:lnTo>
                    <a:pt x="3831" y="0"/>
                  </a:lnTo>
                  <a:lnTo>
                    <a:pt x="4018" y="0"/>
                  </a:lnTo>
                  <a:lnTo>
                    <a:pt x="4205" y="0"/>
                  </a:lnTo>
                  <a:lnTo>
                    <a:pt x="4392" y="0"/>
                  </a:lnTo>
                  <a:lnTo>
                    <a:pt x="4579" y="0"/>
                  </a:lnTo>
                  <a:lnTo>
                    <a:pt x="4766" y="165"/>
                  </a:lnTo>
                  <a:lnTo>
                    <a:pt x="4953" y="330"/>
                  </a:lnTo>
                  <a:lnTo>
                    <a:pt x="5140" y="495"/>
                  </a:lnTo>
                  <a:lnTo>
                    <a:pt x="5326" y="660"/>
                  </a:lnTo>
                  <a:lnTo>
                    <a:pt x="5513" y="825"/>
                  </a:lnTo>
                  <a:lnTo>
                    <a:pt x="5700" y="990"/>
                  </a:lnTo>
                  <a:lnTo>
                    <a:pt x="5887" y="1246"/>
                  </a:lnTo>
                  <a:lnTo>
                    <a:pt x="6074" y="1576"/>
                  </a:lnTo>
                  <a:lnTo>
                    <a:pt x="6261" y="1906"/>
                  </a:lnTo>
                  <a:lnTo>
                    <a:pt x="6448" y="2236"/>
                  </a:lnTo>
                  <a:lnTo>
                    <a:pt x="6629" y="278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796196" y="6352803"/>
              <a:ext cx="1660" cy="1341"/>
            </a:xfrm>
            <a:custGeom>
              <a:avLst/>
              <a:pathLst>
                <a:path w="1660" h="1341">
                  <a:moveTo>
                    <a:pt x="0" y="1341"/>
                  </a:moveTo>
                  <a:lnTo>
                    <a:pt x="185" y="849"/>
                  </a:lnTo>
                  <a:lnTo>
                    <a:pt x="372" y="354"/>
                  </a:lnTo>
                  <a:lnTo>
                    <a:pt x="559" y="0"/>
                  </a:lnTo>
                  <a:lnTo>
                    <a:pt x="746" y="123"/>
                  </a:lnTo>
                  <a:lnTo>
                    <a:pt x="933" y="295"/>
                  </a:lnTo>
                  <a:lnTo>
                    <a:pt x="1120" y="564"/>
                  </a:lnTo>
                  <a:lnTo>
                    <a:pt x="1307" y="833"/>
                  </a:lnTo>
                  <a:lnTo>
                    <a:pt x="1494" y="1102"/>
                  </a:lnTo>
                  <a:lnTo>
                    <a:pt x="1660" y="134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800195" y="6312197"/>
              <a:ext cx="85340" cy="41947"/>
            </a:xfrm>
            <a:custGeom>
              <a:avLst/>
              <a:pathLst>
                <a:path w="85340" h="41947">
                  <a:moveTo>
                    <a:pt x="0" y="41947"/>
                  </a:moveTo>
                  <a:lnTo>
                    <a:pt x="111" y="41660"/>
                  </a:lnTo>
                  <a:lnTo>
                    <a:pt x="298" y="41113"/>
                  </a:lnTo>
                  <a:lnTo>
                    <a:pt x="485" y="40392"/>
                  </a:lnTo>
                  <a:lnTo>
                    <a:pt x="672" y="39670"/>
                  </a:lnTo>
                  <a:lnTo>
                    <a:pt x="859" y="38949"/>
                  </a:lnTo>
                  <a:lnTo>
                    <a:pt x="1046" y="38228"/>
                  </a:lnTo>
                  <a:lnTo>
                    <a:pt x="1233" y="37410"/>
                  </a:lnTo>
                  <a:lnTo>
                    <a:pt x="1419" y="36569"/>
                  </a:lnTo>
                  <a:lnTo>
                    <a:pt x="1606" y="35731"/>
                  </a:lnTo>
                  <a:lnTo>
                    <a:pt x="1793" y="34911"/>
                  </a:lnTo>
                  <a:lnTo>
                    <a:pt x="1980" y="34409"/>
                  </a:lnTo>
                  <a:lnTo>
                    <a:pt x="2167" y="34131"/>
                  </a:lnTo>
                  <a:lnTo>
                    <a:pt x="2354" y="33988"/>
                  </a:lnTo>
                  <a:lnTo>
                    <a:pt x="2541" y="33863"/>
                  </a:lnTo>
                  <a:lnTo>
                    <a:pt x="2728" y="33658"/>
                  </a:lnTo>
                  <a:lnTo>
                    <a:pt x="2915" y="33410"/>
                  </a:lnTo>
                  <a:lnTo>
                    <a:pt x="3102" y="33229"/>
                  </a:lnTo>
                  <a:lnTo>
                    <a:pt x="3289" y="33229"/>
                  </a:lnTo>
                  <a:lnTo>
                    <a:pt x="3476" y="33385"/>
                  </a:lnTo>
                  <a:lnTo>
                    <a:pt x="3663" y="33607"/>
                  </a:lnTo>
                  <a:lnTo>
                    <a:pt x="3849" y="33936"/>
                  </a:lnTo>
                  <a:lnTo>
                    <a:pt x="4036" y="34352"/>
                  </a:lnTo>
                  <a:lnTo>
                    <a:pt x="4223" y="34682"/>
                  </a:lnTo>
                  <a:lnTo>
                    <a:pt x="4410" y="34961"/>
                  </a:lnTo>
                  <a:lnTo>
                    <a:pt x="4597" y="35167"/>
                  </a:lnTo>
                  <a:lnTo>
                    <a:pt x="4784" y="35372"/>
                  </a:lnTo>
                  <a:lnTo>
                    <a:pt x="4971" y="35207"/>
                  </a:lnTo>
                  <a:lnTo>
                    <a:pt x="5158" y="35042"/>
                  </a:lnTo>
                  <a:lnTo>
                    <a:pt x="5345" y="34877"/>
                  </a:lnTo>
                  <a:lnTo>
                    <a:pt x="5532" y="34820"/>
                  </a:lnTo>
                  <a:lnTo>
                    <a:pt x="5719" y="34820"/>
                  </a:lnTo>
                  <a:lnTo>
                    <a:pt x="5906" y="34820"/>
                  </a:lnTo>
                  <a:lnTo>
                    <a:pt x="6093" y="34820"/>
                  </a:lnTo>
                  <a:lnTo>
                    <a:pt x="6279" y="34663"/>
                  </a:lnTo>
                  <a:lnTo>
                    <a:pt x="6466" y="34440"/>
                  </a:lnTo>
                  <a:lnTo>
                    <a:pt x="6653" y="34110"/>
                  </a:lnTo>
                  <a:lnTo>
                    <a:pt x="6840" y="33796"/>
                  </a:lnTo>
                  <a:lnTo>
                    <a:pt x="7027" y="33631"/>
                  </a:lnTo>
                  <a:lnTo>
                    <a:pt x="7214" y="33532"/>
                  </a:lnTo>
                  <a:lnTo>
                    <a:pt x="7401" y="33532"/>
                  </a:lnTo>
                  <a:lnTo>
                    <a:pt x="7588" y="33532"/>
                  </a:lnTo>
                  <a:lnTo>
                    <a:pt x="7775" y="33532"/>
                  </a:lnTo>
                  <a:lnTo>
                    <a:pt x="7962" y="33532"/>
                  </a:lnTo>
                  <a:lnTo>
                    <a:pt x="8149" y="33753"/>
                  </a:lnTo>
                  <a:lnTo>
                    <a:pt x="8336" y="33900"/>
                  </a:lnTo>
                  <a:lnTo>
                    <a:pt x="8522" y="34024"/>
                  </a:lnTo>
                  <a:lnTo>
                    <a:pt x="8709" y="34147"/>
                  </a:lnTo>
                  <a:lnTo>
                    <a:pt x="8896" y="34270"/>
                  </a:lnTo>
                  <a:lnTo>
                    <a:pt x="9083" y="34393"/>
                  </a:lnTo>
                  <a:lnTo>
                    <a:pt x="9270" y="34516"/>
                  </a:lnTo>
                  <a:lnTo>
                    <a:pt x="9457" y="34639"/>
                  </a:lnTo>
                  <a:lnTo>
                    <a:pt x="9644" y="34763"/>
                  </a:lnTo>
                  <a:lnTo>
                    <a:pt x="9831" y="34824"/>
                  </a:lnTo>
                  <a:lnTo>
                    <a:pt x="10018" y="34706"/>
                  </a:lnTo>
                  <a:lnTo>
                    <a:pt x="10205" y="34507"/>
                  </a:lnTo>
                  <a:lnTo>
                    <a:pt x="10392" y="34134"/>
                  </a:lnTo>
                  <a:lnTo>
                    <a:pt x="10579" y="33347"/>
                  </a:lnTo>
                  <a:lnTo>
                    <a:pt x="10766" y="32387"/>
                  </a:lnTo>
                  <a:lnTo>
                    <a:pt x="10952" y="31340"/>
                  </a:lnTo>
                  <a:lnTo>
                    <a:pt x="11139" y="29905"/>
                  </a:lnTo>
                  <a:lnTo>
                    <a:pt x="11326" y="28481"/>
                  </a:lnTo>
                  <a:lnTo>
                    <a:pt x="11513" y="27057"/>
                  </a:lnTo>
                  <a:lnTo>
                    <a:pt x="11700" y="25632"/>
                  </a:lnTo>
                  <a:lnTo>
                    <a:pt x="11887" y="24208"/>
                  </a:lnTo>
                  <a:lnTo>
                    <a:pt x="12074" y="22784"/>
                  </a:lnTo>
                  <a:lnTo>
                    <a:pt x="12261" y="21360"/>
                  </a:lnTo>
                  <a:lnTo>
                    <a:pt x="12448" y="19936"/>
                  </a:lnTo>
                  <a:lnTo>
                    <a:pt x="12635" y="18594"/>
                  </a:lnTo>
                  <a:lnTo>
                    <a:pt x="12822" y="17492"/>
                  </a:lnTo>
                  <a:lnTo>
                    <a:pt x="13009" y="16497"/>
                  </a:lnTo>
                  <a:lnTo>
                    <a:pt x="13195" y="15733"/>
                  </a:lnTo>
                  <a:lnTo>
                    <a:pt x="13382" y="15229"/>
                  </a:lnTo>
                  <a:lnTo>
                    <a:pt x="13569" y="14940"/>
                  </a:lnTo>
                  <a:lnTo>
                    <a:pt x="13756" y="14693"/>
                  </a:lnTo>
                  <a:lnTo>
                    <a:pt x="13943" y="14358"/>
                  </a:lnTo>
                  <a:lnTo>
                    <a:pt x="14130" y="14193"/>
                  </a:lnTo>
                  <a:lnTo>
                    <a:pt x="14317" y="13863"/>
                  </a:lnTo>
                  <a:lnTo>
                    <a:pt x="14504" y="13533"/>
                  </a:lnTo>
                  <a:lnTo>
                    <a:pt x="14691" y="13203"/>
                  </a:lnTo>
                  <a:lnTo>
                    <a:pt x="14878" y="12873"/>
                  </a:lnTo>
                  <a:lnTo>
                    <a:pt x="15065" y="12543"/>
                  </a:lnTo>
                  <a:lnTo>
                    <a:pt x="15252" y="12213"/>
                  </a:lnTo>
                  <a:lnTo>
                    <a:pt x="15439" y="11883"/>
                  </a:lnTo>
                  <a:lnTo>
                    <a:pt x="15625" y="11553"/>
                  </a:lnTo>
                  <a:lnTo>
                    <a:pt x="15812" y="11223"/>
                  </a:lnTo>
                  <a:lnTo>
                    <a:pt x="15999" y="10893"/>
                  </a:lnTo>
                  <a:lnTo>
                    <a:pt x="16186" y="10563"/>
                  </a:lnTo>
                  <a:lnTo>
                    <a:pt x="16373" y="10233"/>
                  </a:lnTo>
                  <a:lnTo>
                    <a:pt x="16560" y="10059"/>
                  </a:lnTo>
                  <a:lnTo>
                    <a:pt x="16747" y="10002"/>
                  </a:lnTo>
                  <a:lnTo>
                    <a:pt x="16934" y="10167"/>
                  </a:lnTo>
                  <a:lnTo>
                    <a:pt x="17121" y="10497"/>
                  </a:lnTo>
                  <a:lnTo>
                    <a:pt x="17308" y="10827"/>
                  </a:lnTo>
                  <a:lnTo>
                    <a:pt x="17495" y="11157"/>
                  </a:lnTo>
                  <a:lnTo>
                    <a:pt x="17682" y="11487"/>
                  </a:lnTo>
                  <a:lnTo>
                    <a:pt x="17869" y="11817"/>
                  </a:lnTo>
                  <a:lnTo>
                    <a:pt x="18055" y="12147"/>
                  </a:lnTo>
                  <a:lnTo>
                    <a:pt x="18242" y="12477"/>
                  </a:lnTo>
                  <a:lnTo>
                    <a:pt x="18429" y="12807"/>
                  </a:lnTo>
                  <a:lnTo>
                    <a:pt x="18616" y="12840"/>
                  </a:lnTo>
                  <a:lnTo>
                    <a:pt x="18803" y="12859"/>
                  </a:lnTo>
                  <a:lnTo>
                    <a:pt x="18990" y="12951"/>
                  </a:lnTo>
                  <a:lnTo>
                    <a:pt x="19177" y="13043"/>
                  </a:lnTo>
                  <a:lnTo>
                    <a:pt x="19364" y="12844"/>
                  </a:lnTo>
                  <a:lnTo>
                    <a:pt x="19551" y="12691"/>
                  </a:lnTo>
                  <a:lnTo>
                    <a:pt x="19738" y="12466"/>
                  </a:lnTo>
                  <a:lnTo>
                    <a:pt x="19925" y="12241"/>
                  </a:lnTo>
                  <a:lnTo>
                    <a:pt x="20112" y="12016"/>
                  </a:lnTo>
                  <a:lnTo>
                    <a:pt x="20298" y="11792"/>
                  </a:lnTo>
                  <a:lnTo>
                    <a:pt x="20485" y="11567"/>
                  </a:lnTo>
                  <a:lnTo>
                    <a:pt x="20672" y="11342"/>
                  </a:lnTo>
                  <a:lnTo>
                    <a:pt x="20859" y="11117"/>
                  </a:lnTo>
                  <a:lnTo>
                    <a:pt x="21046" y="10892"/>
                  </a:lnTo>
                  <a:lnTo>
                    <a:pt x="21233" y="10618"/>
                  </a:lnTo>
                  <a:lnTo>
                    <a:pt x="21420" y="10179"/>
                  </a:lnTo>
                  <a:lnTo>
                    <a:pt x="21607" y="9601"/>
                  </a:lnTo>
                  <a:lnTo>
                    <a:pt x="21794" y="9122"/>
                  </a:lnTo>
                  <a:lnTo>
                    <a:pt x="21981" y="8644"/>
                  </a:lnTo>
                  <a:lnTo>
                    <a:pt x="22168" y="8169"/>
                  </a:lnTo>
                  <a:lnTo>
                    <a:pt x="22355" y="7611"/>
                  </a:lnTo>
                  <a:lnTo>
                    <a:pt x="22542" y="7034"/>
                  </a:lnTo>
                  <a:lnTo>
                    <a:pt x="22728" y="6439"/>
                  </a:lnTo>
                  <a:lnTo>
                    <a:pt x="22915" y="5840"/>
                  </a:lnTo>
                  <a:lnTo>
                    <a:pt x="23102" y="5538"/>
                  </a:lnTo>
                  <a:lnTo>
                    <a:pt x="23289" y="5269"/>
                  </a:lnTo>
                  <a:lnTo>
                    <a:pt x="23476" y="4999"/>
                  </a:lnTo>
                  <a:lnTo>
                    <a:pt x="23663" y="4729"/>
                  </a:lnTo>
                  <a:lnTo>
                    <a:pt x="23850" y="4484"/>
                  </a:lnTo>
                  <a:lnTo>
                    <a:pt x="24037" y="4279"/>
                  </a:lnTo>
                  <a:lnTo>
                    <a:pt x="24224" y="4189"/>
                  </a:lnTo>
                  <a:lnTo>
                    <a:pt x="24411" y="4189"/>
                  </a:lnTo>
                  <a:lnTo>
                    <a:pt x="24598" y="4189"/>
                  </a:lnTo>
                  <a:lnTo>
                    <a:pt x="24785" y="4081"/>
                  </a:lnTo>
                  <a:lnTo>
                    <a:pt x="24972" y="4131"/>
                  </a:lnTo>
                  <a:lnTo>
                    <a:pt x="25158" y="4086"/>
                  </a:lnTo>
                  <a:lnTo>
                    <a:pt x="25345" y="4064"/>
                  </a:lnTo>
                  <a:lnTo>
                    <a:pt x="25532" y="4069"/>
                  </a:lnTo>
                  <a:lnTo>
                    <a:pt x="25719" y="4294"/>
                  </a:lnTo>
                  <a:lnTo>
                    <a:pt x="25906" y="4527"/>
                  </a:lnTo>
                  <a:lnTo>
                    <a:pt x="26093" y="4760"/>
                  </a:lnTo>
                  <a:lnTo>
                    <a:pt x="26280" y="4993"/>
                  </a:lnTo>
                  <a:lnTo>
                    <a:pt x="26467" y="5227"/>
                  </a:lnTo>
                  <a:lnTo>
                    <a:pt x="26654" y="5431"/>
                  </a:lnTo>
                  <a:lnTo>
                    <a:pt x="26841" y="5459"/>
                  </a:lnTo>
                  <a:lnTo>
                    <a:pt x="27028" y="5488"/>
                  </a:lnTo>
                  <a:lnTo>
                    <a:pt x="27215" y="5516"/>
                  </a:lnTo>
                  <a:lnTo>
                    <a:pt x="27401" y="5544"/>
                  </a:lnTo>
                  <a:lnTo>
                    <a:pt x="27588" y="5676"/>
                  </a:lnTo>
                  <a:lnTo>
                    <a:pt x="27775" y="5812"/>
                  </a:lnTo>
                  <a:lnTo>
                    <a:pt x="27962" y="5812"/>
                  </a:lnTo>
                  <a:lnTo>
                    <a:pt x="28149" y="5812"/>
                  </a:lnTo>
                  <a:lnTo>
                    <a:pt x="28336" y="5812"/>
                  </a:lnTo>
                  <a:lnTo>
                    <a:pt x="28523" y="5738"/>
                  </a:lnTo>
                  <a:lnTo>
                    <a:pt x="28710" y="5573"/>
                  </a:lnTo>
                  <a:lnTo>
                    <a:pt x="28897" y="5408"/>
                  </a:lnTo>
                  <a:lnTo>
                    <a:pt x="29084" y="5243"/>
                  </a:lnTo>
                  <a:lnTo>
                    <a:pt x="29271" y="5069"/>
                  </a:lnTo>
                  <a:lnTo>
                    <a:pt x="29458" y="4813"/>
                  </a:lnTo>
                  <a:lnTo>
                    <a:pt x="29645" y="4483"/>
                  </a:lnTo>
                  <a:lnTo>
                    <a:pt x="29831" y="4153"/>
                  </a:lnTo>
                  <a:lnTo>
                    <a:pt x="30018" y="3823"/>
                  </a:lnTo>
                  <a:lnTo>
                    <a:pt x="30205" y="3493"/>
                  </a:lnTo>
                  <a:lnTo>
                    <a:pt x="30392" y="3097"/>
                  </a:lnTo>
                  <a:lnTo>
                    <a:pt x="30579" y="2437"/>
                  </a:lnTo>
                  <a:lnTo>
                    <a:pt x="30766" y="1612"/>
                  </a:lnTo>
                  <a:lnTo>
                    <a:pt x="30953" y="787"/>
                  </a:lnTo>
                  <a:lnTo>
                    <a:pt x="31140" y="69"/>
                  </a:lnTo>
                  <a:lnTo>
                    <a:pt x="31327" y="0"/>
                  </a:lnTo>
                  <a:lnTo>
                    <a:pt x="31514" y="31"/>
                  </a:lnTo>
                  <a:lnTo>
                    <a:pt x="31701" y="195"/>
                  </a:lnTo>
                  <a:lnTo>
                    <a:pt x="31888" y="359"/>
                  </a:lnTo>
                  <a:lnTo>
                    <a:pt x="32074" y="564"/>
                  </a:lnTo>
                  <a:lnTo>
                    <a:pt x="32261" y="793"/>
                  </a:lnTo>
                  <a:lnTo>
                    <a:pt x="32448" y="1076"/>
                  </a:lnTo>
                  <a:lnTo>
                    <a:pt x="32635" y="1359"/>
                  </a:lnTo>
                  <a:lnTo>
                    <a:pt x="32822" y="1642"/>
                  </a:lnTo>
                  <a:lnTo>
                    <a:pt x="33009" y="1926"/>
                  </a:lnTo>
                  <a:lnTo>
                    <a:pt x="33196" y="2257"/>
                  </a:lnTo>
                  <a:lnTo>
                    <a:pt x="33383" y="2720"/>
                  </a:lnTo>
                  <a:lnTo>
                    <a:pt x="33570" y="3190"/>
                  </a:lnTo>
                  <a:lnTo>
                    <a:pt x="33757" y="3791"/>
                  </a:lnTo>
                  <a:lnTo>
                    <a:pt x="33944" y="4271"/>
                  </a:lnTo>
                  <a:lnTo>
                    <a:pt x="34131" y="4352"/>
                  </a:lnTo>
                  <a:lnTo>
                    <a:pt x="34318" y="4413"/>
                  </a:lnTo>
                  <a:lnTo>
                    <a:pt x="34504" y="4377"/>
                  </a:lnTo>
                  <a:lnTo>
                    <a:pt x="34691" y="4333"/>
                  </a:lnTo>
                  <a:lnTo>
                    <a:pt x="34878" y="4297"/>
                  </a:lnTo>
                  <a:lnTo>
                    <a:pt x="35065" y="4262"/>
                  </a:lnTo>
                  <a:lnTo>
                    <a:pt x="35252" y="4127"/>
                  </a:lnTo>
                  <a:lnTo>
                    <a:pt x="35439" y="3987"/>
                  </a:lnTo>
                  <a:lnTo>
                    <a:pt x="35626" y="3847"/>
                  </a:lnTo>
                  <a:lnTo>
                    <a:pt x="35813" y="3698"/>
                  </a:lnTo>
                  <a:lnTo>
                    <a:pt x="36000" y="3462"/>
                  </a:lnTo>
                  <a:lnTo>
                    <a:pt x="36187" y="3275"/>
                  </a:lnTo>
                  <a:lnTo>
                    <a:pt x="36374" y="3178"/>
                  </a:lnTo>
                  <a:lnTo>
                    <a:pt x="36561" y="3104"/>
                  </a:lnTo>
                  <a:lnTo>
                    <a:pt x="36748" y="3147"/>
                  </a:lnTo>
                  <a:lnTo>
                    <a:pt x="36934" y="3153"/>
                  </a:lnTo>
                  <a:lnTo>
                    <a:pt x="37121" y="3393"/>
                  </a:lnTo>
                  <a:lnTo>
                    <a:pt x="37308" y="3633"/>
                  </a:lnTo>
                  <a:lnTo>
                    <a:pt x="37495" y="3845"/>
                  </a:lnTo>
                  <a:lnTo>
                    <a:pt x="37682" y="4122"/>
                  </a:lnTo>
                  <a:lnTo>
                    <a:pt x="37869" y="4574"/>
                  </a:lnTo>
                  <a:lnTo>
                    <a:pt x="38056" y="4853"/>
                  </a:lnTo>
                  <a:lnTo>
                    <a:pt x="38243" y="5141"/>
                  </a:lnTo>
                  <a:lnTo>
                    <a:pt x="38430" y="5428"/>
                  </a:lnTo>
                  <a:lnTo>
                    <a:pt x="38617" y="5828"/>
                  </a:lnTo>
                  <a:lnTo>
                    <a:pt x="38804" y="6628"/>
                  </a:lnTo>
                  <a:lnTo>
                    <a:pt x="38991" y="7448"/>
                  </a:lnTo>
                  <a:lnTo>
                    <a:pt x="39177" y="8268"/>
                  </a:lnTo>
                  <a:lnTo>
                    <a:pt x="39364" y="9035"/>
                  </a:lnTo>
                  <a:lnTo>
                    <a:pt x="39551" y="9582"/>
                  </a:lnTo>
                  <a:lnTo>
                    <a:pt x="39738" y="9994"/>
                  </a:lnTo>
                  <a:lnTo>
                    <a:pt x="39925" y="10388"/>
                  </a:lnTo>
                  <a:lnTo>
                    <a:pt x="40112" y="10862"/>
                  </a:lnTo>
                  <a:lnTo>
                    <a:pt x="40299" y="11379"/>
                  </a:lnTo>
                  <a:lnTo>
                    <a:pt x="40486" y="11828"/>
                  </a:lnTo>
                  <a:lnTo>
                    <a:pt x="40673" y="12098"/>
                  </a:lnTo>
                  <a:lnTo>
                    <a:pt x="40860" y="12367"/>
                  </a:lnTo>
                  <a:lnTo>
                    <a:pt x="41047" y="12637"/>
                  </a:lnTo>
                  <a:lnTo>
                    <a:pt x="41234" y="12906"/>
                  </a:lnTo>
                  <a:lnTo>
                    <a:pt x="41421" y="13089"/>
                  </a:lnTo>
                  <a:lnTo>
                    <a:pt x="41607" y="13337"/>
                  </a:lnTo>
                  <a:lnTo>
                    <a:pt x="41794" y="13634"/>
                  </a:lnTo>
                  <a:lnTo>
                    <a:pt x="41981" y="14006"/>
                  </a:lnTo>
                  <a:lnTo>
                    <a:pt x="42168" y="14351"/>
                  </a:lnTo>
                  <a:lnTo>
                    <a:pt x="42355" y="14846"/>
                  </a:lnTo>
                  <a:lnTo>
                    <a:pt x="42542" y="15341"/>
                  </a:lnTo>
                  <a:lnTo>
                    <a:pt x="42729" y="15836"/>
                  </a:lnTo>
                  <a:lnTo>
                    <a:pt x="42916" y="16224"/>
                  </a:lnTo>
                  <a:lnTo>
                    <a:pt x="43103" y="16554"/>
                  </a:lnTo>
                  <a:lnTo>
                    <a:pt x="43290" y="16884"/>
                  </a:lnTo>
                  <a:lnTo>
                    <a:pt x="43477" y="17214"/>
                  </a:lnTo>
                  <a:lnTo>
                    <a:pt x="43664" y="17511"/>
                  </a:lnTo>
                  <a:lnTo>
                    <a:pt x="43850" y="17676"/>
                  </a:lnTo>
                  <a:lnTo>
                    <a:pt x="44037" y="17841"/>
                  </a:lnTo>
                  <a:lnTo>
                    <a:pt x="44224" y="17990"/>
                  </a:lnTo>
                  <a:lnTo>
                    <a:pt x="44411" y="17990"/>
                  </a:lnTo>
                  <a:lnTo>
                    <a:pt x="44598" y="17924"/>
                  </a:lnTo>
                  <a:lnTo>
                    <a:pt x="44785" y="17759"/>
                  </a:lnTo>
                  <a:lnTo>
                    <a:pt x="44972" y="17594"/>
                  </a:lnTo>
                  <a:lnTo>
                    <a:pt x="45159" y="17428"/>
                  </a:lnTo>
                  <a:lnTo>
                    <a:pt x="45346" y="17123"/>
                  </a:lnTo>
                  <a:lnTo>
                    <a:pt x="45533" y="16408"/>
                  </a:lnTo>
                  <a:lnTo>
                    <a:pt x="45720" y="15765"/>
                  </a:lnTo>
                  <a:lnTo>
                    <a:pt x="45907" y="15146"/>
                  </a:lnTo>
                  <a:lnTo>
                    <a:pt x="46094" y="14528"/>
                  </a:lnTo>
                  <a:lnTo>
                    <a:pt x="46280" y="13910"/>
                  </a:lnTo>
                  <a:lnTo>
                    <a:pt x="46467" y="13325"/>
                  </a:lnTo>
                  <a:lnTo>
                    <a:pt x="46654" y="12871"/>
                  </a:lnTo>
                  <a:lnTo>
                    <a:pt x="46841" y="12418"/>
                  </a:lnTo>
                  <a:lnTo>
                    <a:pt x="47028" y="11965"/>
                  </a:lnTo>
                  <a:lnTo>
                    <a:pt x="47215" y="11541"/>
                  </a:lnTo>
                  <a:lnTo>
                    <a:pt x="47402" y="11164"/>
                  </a:lnTo>
                  <a:lnTo>
                    <a:pt x="47589" y="10868"/>
                  </a:lnTo>
                  <a:lnTo>
                    <a:pt x="47776" y="10745"/>
                  </a:lnTo>
                  <a:lnTo>
                    <a:pt x="47963" y="10814"/>
                  </a:lnTo>
                  <a:lnTo>
                    <a:pt x="48150" y="11172"/>
                  </a:lnTo>
                  <a:lnTo>
                    <a:pt x="48337" y="11807"/>
                  </a:lnTo>
                  <a:lnTo>
                    <a:pt x="48524" y="12830"/>
                  </a:lnTo>
                  <a:lnTo>
                    <a:pt x="48710" y="13821"/>
                  </a:lnTo>
                  <a:lnTo>
                    <a:pt x="48897" y="14811"/>
                  </a:lnTo>
                  <a:lnTo>
                    <a:pt x="49084" y="15801"/>
                  </a:lnTo>
                  <a:lnTo>
                    <a:pt x="49271" y="16791"/>
                  </a:lnTo>
                  <a:lnTo>
                    <a:pt x="49458" y="17781"/>
                  </a:lnTo>
                  <a:lnTo>
                    <a:pt x="49645" y="18772"/>
                  </a:lnTo>
                  <a:lnTo>
                    <a:pt x="49832" y="19762"/>
                  </a:lnTo>
                  <a:lnTo>
                    <a:pt x="50019" y="20703"/>
                  </a:lnTo>
                  <a:lnTo>
                    <a:pt x="50206" y="21536"/>
                  </a:lnTo>
                  <a:lnTo>
                    <a:pt x="50393" y="22262"/>
                  </a:lnTo>
                  <a:lnTo>
                    <a:pt x="50580" y="22757"/>
                  </a:lnTo>
                  <a:lnTo>
                    <a:pt x="50767" y="22997"/>
                  </a:lnTo>
                  <a:lnTo>
                    <a:pt x="50953" y="23038"/>
                  </a:lnTo>
                  <a:lnTo>
                    <a:pt x="51140" y="23038"/>
                  </a:lnTo>
                  <a:lnTo>
                    <a:pt x="51327" y="23145"/>
                  </a:lnTo>
                  <a:lnTo>
                    <a:pt x="51514" y="23178"/>
                  </a:lnTo>
                  <a:lnTo>
                    <a:pt x="51701" y="23302"/>
                  </a:lnTo>
                  <a:lnTo>
                    <a:pt x="51888" y="23302"/>
                  </a:lnTo>
                  <a:lnTo>
                    <a:pt x="52075" y="23302"/>
                  </a:lnTo>
                  <a:lnTo>
                    <a:pt x="52262" y="23302"/>
                  </a:lnTo>
                  <a:lnTo>
                    <a:pt x="52449" y="23302"/>
                  </a:lnTo>
                  <a:lnTo>
                    <a:pt x="52636" y="23302"/>
                  </a:lnTo>
                  <a:lnTo>
                    <a:pt x="52823" y="23302"/>
                  </a:lnTo>
                  <a:lnTo>
                    <a:pt x="53010" y="23302"/>
                  </a:lnTo>
                  <a:lnTo>
                    <a:pt x="53197" y="23302"/>
                  </a:lnTo>
                  <a:lnTo>
                    <a:pt x="53383" y="23302"/>
                  </a:lnTo>
                  <a:lnTo>
                    <a:pt x="53570" y="23302"/>
                  </a:lnTo>
                  <a:lnTo>
                    <a:pt x="53757" y="23302"/>
                  </a:lnTo>
                  <a:lnTo>
                    <a:pt x="53944" y="23302"/>
                  </a:lnTo>
                  <a:lnTo>
                    <a:pt x="54131" y="23195"/>
                  </a:lnTo>
                  <a:lnTo>
                    <a:pt x="54318" y="23162"/>
                  </a:lnTo>
                  <a:lnTo>
                    <a:pt x="54505" y="23038"/>
                  </a:lnTo>
                  <a:lnTo>
                    <a:pt x="54692" y="23038"/>
                  </a:lnTo>
                  <a:lnTo>
                    <a:pt x="54879" y="23038"/>
                  </a:lnTo>
                  <a:lnTo>
                    <a:pt x="55066" y="23038"/>
                  </a:lnTo>
                  <a:lnTo>
                    <a:pt x="55253" y="23038"/>
                  </a:lnTo>
                  <a:lnTo>
                    <a:pt x="55440" y="23038"/>
                  </a:lnTo>
                  <a:lnTo>
                    <a:pt x="55627" y="23038"/>
                  </a:lnTo>
                  <a:lnTo>
                    <a:pt x="55813" y="23038"/>
                  </a:lnTo>
                  <a:lnTo>
                    <a:pt x="56000" y="23038"/>
                  </a:lnTo>
                  <a:lnTo>
                    <a:pt x="56187" y="23038"/>
                  </a:lnTo>
                  <a:lnTo>
                    <a:pt x="56374" y="23038"/>
                  </a:lnTo>
                  <a:lnTo>
                    <a:pt x="56561" y="23038"/>
                  </a:lnTo>
                  <a:lnTo>
                    <a:pt x="56748" y="23038"/>
                  </a:lnTo>
                  <a:lnTo>
                    <a:pt x="56935" y="23038"/>
                  </a:lnTo>
                  <a:lnTo>
                    <a:pt x="57122" y="23038"/>
                  </a:lnTo>
                  <a:lnTo>
                    <a:pt x="57309" y="23038"/>
                  </a:lnTo>
                  <a:lnTo>
                    <a:pt x="57496" y="23038"/>
                  </a:lnTo>
                  <a:lnTo>
                    <a:pt x="57683" y="23038"/>
                  </a:lnTo>
                  <a:lnTo>
                    <a:pt x="57870" y="23038"/>
                  </a:lnTo>
                  <a:lnTo>
                    <a:pt x="58056" y="23038"/>
                  </a:lnTo>
                  <a:lnTo>
                    <a:pt x="58243" y="23038"/>
                  </a:lnTo>
                  <a:lnTo>
                    <a:pt x="58430" y="23038"/>
                  </a:lnTo>
                  <a:lnTo>
                    <a:pt x="58617" y="23087"/>
                  </a:lnTo>
                  <a:lnTo>
                    <a:pt x="58804" y="23294"/>
                  </a:lnTo>
                  <a:lnTo>
                    <a:pt x="58991" y="23624"/>
                  </a:lnTo>
                  <a:lnTo>
                    <a:pt x="59178" y="23954"/>
                  </a:lnTo>
                  <a:lnTo>
                    <a:pt x="59365" y="24284"/>
                  </a:lnTo>
                  <a:lnTo>
                    <a:pt x="59552" y="24614"/>
                  </a:lnTo>
                  <a:lnTo>
                    <a:pt x="59739" y="24944"/>
                  </a:lnTo>
                  <a:lnTo>
                    <a:pt x="59926" y="25274"/>
                  </a:lnTo>
                  <a:lnTo>
                    <a:pt x="60113" y="25604"/>
                  </a:lnTo>
                  <a:lnTo>
                    <a:pt x="60300" y="25934"/>
                  </a:lnTo>
                  <a:lnTo>
                    <a:pt x="60486" y="25967"/>
                  </a:lnTo>
                  <a:lnTo>
                    <a:pt x="60673" y="25968"/>
                  </a:lnTo>
                  <a:lnTo>
                    <a:pt x="60860" y="25968"/>
                  </a:lnTo>
                  <a:lnTo>
                    <a:pt x="61047" y="25969"/>
                  </a:lnTo>
                  <a:lnTo>
                    <a:pt x="61234" y="25946"/>
                  </a:lnTo>
                  <a:lnTo>
                    <a:pt x="61421" y="25881"/>
                  </a:lnTo>
                  <a:lnTo>
                    <a:pt x="61608" y="25703"/>
                  </a:lnTo>
                  <a:lnTo>
                    <a:pt x="61795" y="25434"/>
                  </a:lnTo>
                  <a:lnTo>
                    <a:pt x="61982" y="25165"/>
                  </a:lnTo>
                  <a:lnTo>
                    <a:pt x="62169" y="25004"/>
                  </a:lnTo>
                  <a:lnTo>
                    <a:pt x="62356" y="24686"/>
                  </a:lnTo>
                  <a:lnTo>
                    <a:pt x="62543" y="24461"/>
                  </a:lnTo>
                  <a:lnTo>
                    <a:pt x="62729" y="24236"/>
                  </a:lnTo>
                  <a:lnTo>
                    <a:pt x="62916" y="24012"/>
                  </a:lnTo>
                  <a:lnTo>
                    <a:pt x="63103" y="23787"/>
                  </a:lnTo>
                  <a:lnTo>
                    <a:pt x="63290" y="23554"/>
                  </a:lnTo>
                  <a:lnTo>
                    <a:pt x="63477" y="23320"/>
                  </a:lnTo>
                  <a:lnTo>
                    <a:pt x="63664" y="23087"/>
                  </a:lnTo>
                  <a:lnTo>
                    <a:pt x="63851" y="22854"/>
                  </a:lnTo>
                  <a:lnTo>
                    <a:pt x="64038" y="22650"/>
                  </a:lnTo>
                  <a:lnTo>
                    <a:pt x="64225" y="22621"/>
                  </a:lnTo>
                  <a:lnTo>
                    <a:pt x="64412" y="22593"/>
                  </a:lnTo>
                  <a:lnTo>
                    <a:pt x="64599" y="22449"/>
                  </a:lnTo>
                  <a:lnTo>
                    <a:pt x="64786" y="22544"/>
                  </a:lnTo>
                  <a:lnTo>
                    <a:pt x="64973" y="22556"/>
                  </a:lnTo>
                  <a:lnTo>
                    <a:pt x="65159" y="22455"/>
                  </a:lnTo>
                  <a:lnTo>
                    <a:pt x="65346" y="22659"/>
                  </a:lnTo>
                  <a:lnTo>
                    <a:pt x="65533" y="22892"/>
                  </a:lnTo>
                  <a:lnTo>
                    <a:pt x="65720" y="23117"/>
                  </a:lnTo>
                  <a:lnTo>
                    <a:pt x="65907" y="23416"/>
                  </a:lnTo>
                  <a:lnTo>
                    <a:pt x="66094" y="23806"/>
                  </a:lnTo>
                  <a:lnTo>
                    <a:pt x="66281" y="24195"/>
                  </a:lnTo>
                  <a:lnTo>
                    <a:pt x="66468" y="24585"/>
                  </a:lnTo>
                  <a:lnTo>
                    <a:pt x="66655" y="25016"/>
                  </a:lnTo>
                  <a:lnTo>
                    <a:pt x="66842" y="25662"/>
                  </a:lnTo>
                  <a:lnTo>
                    <a:pt x="67029" y="26382"/>
                  </a:lnTo>
                  <a:lnTo>
                    <a:pt x="67216" y="27102"/>
                  </a:lnTo>
                  <a:lnTo>
                    <a:pt x="67403" y="27889"/>
                  </a:lnTo>
                  <a:lnTo>
                    <a:pt x="67589" y="28712"/>
                  </a:lnTo>
                  <a:lnTo>
                    <a:pt x="67776" y="29575"/>
                  </a:lnTo>
                  <a:lnTo>
                    <a:pt x="67963" y="30663"/>
                  </a:lnTo>
                  <a:lnTo>
                    <a:pt x="68150" y="31918"/>
                  </a:lnTo>
                  <a:lnTo>
                    <a:pt x="68337" y="33132"/>
                  </a:lnTo>
                  <a:lnTo>
                    <a:pt x="68524" y="34155"/>
                  </a:lnTo>
                  <a:lnTo>
                    <a:pt x="68711" y="34719"/>
                  </a:lnTo>
                  <a:lnTo>
                    <a:pt x="68898" y="35215"/>
                  </a:lnTo>
                  <a:lnTo>
                    <a:pt x="69085" y="35711"/>
                  </a:lnTo>
                  <a:lnTo>
                    <a:pt x="69272" y="36208"/>
                  </a:lnTo>
                  <a:lnTo>
                    <a:pt x="69459" y="36630"/>
                  </a:lnTo>
                  <a:lnTo>
                    <a:pt x="69646" y="36896"/>
                  </a:lnTo>
                  <a:lnTo>
                    <a:pt x="69832" y="37108"/>
                  </a:lnTo>
                  <a:lnTo>
                    <a:pt x="70019" y="37320"/>
                  </a:lnTo>
                  <a:lnTo>
                    <a:pt x="70206" y="37532"/>
                  </a:lnTo>
                  <a:lnTo>
                    <a:pt x="70393" y="37744"/>
                  </a:lnTo>
                  <a:lnTo>
                    <a:pt x="70580" y="37908"/>
                  </a:lnTo>
                  <a:lnTo>
                    <a:pt x="70767" y="37940"/>
                  </a:lnTo>
                  <a:lnTo>
                    <a:pt x="70954" y="37965"/>
                  </a:lnTo>
                  <a:lnTo>
                    <a:pt x="71141" y="37860"/>
                  </a:lnTo>
                  <a:lnTo>
                    <a:pt x="71328" y="37734"/>
                  </a:lnTo>
                  <a:lnTo>
                    <a:pt x="71515" y="37593"/>
                  </a:lnTo>
                  <a:lnTo>
                    <a:pt x="71702" y="37361"/>
                  </a:lnTo>
                  <a:lnTo>
                    <a:pt x="71889" y="37209"/>
                  </a:lnTo>
                  <a:lnTo>
                    <a:pt x="72076" y="37169"/>
                  </a:lnTo>
                  <a:lnTo>
                    <a:pt x="72262" y="37133"/>
                  </a:lnTo>
                  <a:lnTo>
                    <a:pt x="72449" y="37015"/>
                  </a:lnTo>
                  <a:lnTo>
                    <a:pt x="72636" y="37020"/>
                  </a:lnTo>
                  <a:lnTo>
                    <a:pt x="72823" y="36991"/>
                  </a:lnTo>
                  <a:lnTo>
                    <a:pt x="73010" y="36963"/>
                  </a:lnTo>
                  <a:lnTo>
                    <a:pt x="73197" y="36944"/>
                  </a:lnTo>
                  <a:lnTo>
                    <a:pt x="73384" y="37011"/>
                  </a:lnTo>
                  <a:lnTo>
                    <a:pt x="73571" y="37021"/>
                  </a:lnTo>
                  <a:lnTo>
                    <a:pt x="73758" y="36816"/>
                  </a:lnTo>
                  <a:lnTo>
                    <a:pt x="73945" y="36458"/>
                  </a:lnTo>
                  <a:lnTo>
                    <a:pt x="74132" y="36132"/>
                  </a:lnTo>
                  <a:lnTo>
                    <a:pt x="74319" y="36077"/>
                  </a:lnTo>
                  <a:lnTo>
                    <a:pt x="74506" y="36016"/>
                  </a:lnTo>
                  <a:lnTo>
                    <a:pt x="74692" y="35888"/>
                  </a:lnTo>
                  <a:lnTo>
                    <a:pt x="74879" y="35802"/>
                  </a:lnTo>
                  <a:lnTo>
                    <a:pt x="75066" y="35699"/>
                  </a:lnTo>
                  <a:lnTo>
                    <a:pt x="75253" y="35591"/>
                  </a:lnTo>
                  <a:lnTo>
                    <a:pt x="75440" y="35598"/>
                  </a:lnTo>
                  <a:lnTo>
                    <a:pt x="75627" y="35581"/>
                  </a:lnTo>
                  <a:lnTo>
                    <a:pt x="75814" y="35490"/>
                  </a:lnTo>
                  <a:lnTo>
                    <a:pt x="76001" y="35364"/>
                  </a:lnTo>
                  <a:lnTo>
                    <a:pt x="76188" y="34842"/>
                  </a:lnTo>
                  <a:lnTo>
                    <a:pt x="76375" y="34265"/>
                  </a:lnTo>
                  <a:lnTo>
                    <a:pt x="76562" y="33702"/>
                  </a:lnTo>
                  <a:lnTo>
                    <a:pt x="76749" y="33139"/>
                  </a:lnTo>
                  <a:lnTo>
                    <a:pt x="76935" y="32602"/>
                  </a:lnTo>
                  <a:lnTo>
                    <a:pt x="77122" y="32105"/>
                  </a:lnTo>
                  <a:lnTo>
                    <a:pt x="77309" y="31665"/>
                  </a:lnTo>
                  <a:lnTo>
                    <a:pt x="77496" y="31329"/>
                  </a:lnTo>
                  <a:lnTo>
                    <a:pt x="77683" y="31076"/>
                  </a:lnTo>
                  <a:lnTo>
                    <a:pt x="77870" y="30919"/>
                  </a:lnTo>
                  <a:lnTo>
                    <a:pt x="78057" y="30801"/>
                  </a:lnTo>
                  <a:lnTo>
                    <a:pt x="78244" y="30630"/>
                  </a:lnTo>
                  <a:lnTo>
                    <a:pt x="78431" y="30311"/>
                  </a:lnTo>
                  <a:lnTo>
                    <a:pt x="78618" y="30100"/>
                  </a:lnTo>
                  <a:lnTo>
                    <a:pt x="78805" y="29858"/>
                  </a:lnTo>
                  <a:lnTo>
                    <a:pt x="78992" y="29694"/>
                  </a:lnTo>
                  <a:lnTo>
                    <a:pt x="79179" y="29567"/>
                  </a:lnTo>
                  <a:lnTo>
                    <a:pt x="79365" y="29493"/>
                  </a:lnTo>
                  <a:lnTo>
                    <a:pt x="79552" y="29445"/>
                  </a:lnTo>
                  <a:lnTo>
                    <a:pt x="79739" y="29613"/>
                  </a:lnTo>
                  <a:lnTo>
                    <a:pt x="79926" y="29781"/>
                  </a:lnTo>
                  <a:lnTo>
                    <a:pt x="80113" y="29950"/>
                  </a:lnTo>
                  <a:lnTo>
                    <a:pt x="80300" y="30180"/>
                  </a:lnTo>
                  <a:lnTo>
                    <a:pt x="80487" y="30309"/>
                  </a:lnTo>
                  <a:lnTo>
                    <a:pt x="80674" y="30415"/>
                  </a:lnTo>
                  <a:lnTo>
                    <a:pt x="80861" y="30282"/>
                  </a:lnTo>
                  <a:lnTo>
                    <a:pt x="81048" y="30279"/>
                  </a:lnTo>
                  <a:lnTo>
                    <a:pt x="81235" y="30443"/>
                  </a:lnTo>
                  <a:lnTo>
                    <a:pt x="81422" y="30631"/>
                  </a:lnTo>
                  <a:lnTo>
                    <a:pt x="81608" y="30825"/>
                  </a:lnTo>
                  <a:lnTo>
                    <a:pt x="81795" y="31018"/>
                  </a:lnTo>
                  <a:lnTo>
                    <a:pt x="81982" y="31212"/>
                  </a:lnTo>
                  <a:lnTo>
                    <a:pt x="82169" y="31581"/>
                  </a:lnTo>
                  <a:lnTo>
                    <a:pt x="82356" y="32069"/>
                  </a:lnTo>
                  <a:lnTo>
                    <a:pt x="82543" y="32562"/>
                  </a:lnTo>
                  <a:lnTo>
                    <a:pt x="82730" y="33020"/>
                  </a:lnTo>
                  <a:lnTo>
                    <a:pt x="82917" y="33707"/>
                  </a:lnTo>
                  <a:lnTo>
                    <a:pt x="83104" y="34409"/>
                  </a:lnTo>
                  <a:lnTo>
                    <a:pt x="83291" y="35171"/>
                  </a:lnTo>
                  <a:lnTo>
                    <a:pt x="83478" y="35933"/>
                  </a:lnTo>
                  <a:lnTo>
                    <a:pt x="83665" y="36784"/>
                  </a:lnTo>
                  <a:lnTo>
                    <a:pt x="83852" y="37540"/>
                  </a:lnTo>
                  <a:lnTo>
                    <a:pt x="84038" y="38147"/>
                  </a:lnTo>
                  <a:lnTo>
                    <a:pt x="84225" y="38692"/>
                  </a:lnTo>
                  <a:lnTo>
                    <a:pt x="84412" y="39123"/>
                  </a:lnTo>
                  <a:lnTo>
                    <a:pt x="84599" y="39586"/>
                  </a:lnTo>
                  <a:lnTo>
                    <a:pt x="84786" y="40182"/>
                  </a:lnTo>
                  <a:lnTo>
                    <a:pt x="84973" y="40777"/>
                  </a:lnTo>
                  <a:lnTo>
                    <a:pt x="85160" y="41373"/>
                  </a:lnTo>
                  <a:lnTo>
                    <a:pt x="85340" y="4194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920714" y="6345584"/>
              <a:ext cx="19640" cy="8559"/>
            </a:xfrm>
            <a:custGeom>
              <a:avLst/>
              <a:pathLst>
                <a:path w="19640" h="8559">
                  <a:moveTo>
                    <a:pt x="0" y="8559"/>
                  </a:moveTo>
                  <a:lnTo>
                    <a:pt x="156" y="8336"/>
                  </a:lnTo>
                  <a:lnTo>
                    <a:pt x="343" y="8068"/>
                  </a:lnTo>
                  <a:lnTo>
                    <a:pt x="530" y="7713"/>
                  </a:lnTo>
                  <a:lnTo>
                    <a:pt x="717" y="7418"/>
                  </a:lnTo>
                  <a:lnTo>
                    <a:pt x="904" y="7142"/>
                  </a:lnTo>
                  <a:lnTo>
                    <a:pt x="1091" y="6927"/>
                  </a:lnTo>
                  <a:lnTo>
                    <a:pt x="1278" y="6826"/>
                  </a:lnTo>
                  <a:lnTo>
                    <a:pt x="1465" y="6726"/>
                  </a:lnTo>
                  <a:lnTo>
                    <a:pt x="1651" y="6625"/>
                  </a:lnTo>
                  <a:lnTo>
                    <a:pt x="1838" y="6525"/>
                  </a:lnTo>
                  <a:lnTo>
                    <a:pt x="2025" y="6425"/>
                  </a:lnTo>
                  <a:lnTo>
                    <a:pt x="2212" y="6324"/>
                  </a:lnTo>
                  <a:lnTo>
                    <a:pt x="2399" y="6127"/>
                  </a:lnTo>
                  <a:lnTo>
                    <a:pt x="2586" y="5917"/>
                  </a:lnTo>
                  <a:lnTo>
                    <a:pt x="2773" y="5722"/>
                  </a:lnTo>
                  <a:lnTo>
                    <a:pt x="2960" y="5688"/>
                  </a:lnTo>
                  <a:lnTo>
                    <a:pt x="3147" y="5644"/>
                  </a:lnTo>
                  <a:lnTo>
                    <a:pt x="3334" y="5838"/>
                  </a:lnTo>
                  <a:lnTo>
                    <a:pt x="3521" y="6226"/>
                  </a:lnTo>
                  <a:lnTo>
                    <a:pt x="3708" y="6556"/>
                  </a:lnTo>
                  <a:lnTo>
                    <a:pt x="3895" y="6688"/>
                  </a:lnTo>
                  <a:lnTo>
                    <a:pt x="4081" y="6688"/>
                  </a:lnTo>
                  <a:lnTo>
                    <a:pt x="4268" y="6688"/>
                  </a:lnTo>
                  <a:lnTo>
                    <a:pt x="4455" y="6688"/>
                  </a:lnTo>
                  <a:lnTo>
                    <a:pt x="4642" y="6688"/>
                  </a:lnTo>
                  <a:lnTo>
                    <a:pt x="4829" y="6688"/>
                  </a:lnTo>
                  <a:lnTo>
                    <a:pt x="5016" y="6688"/>
                  </a:lnTo>
                  <a:lnTo>
                    <a:pt x="5203" y="6688"/>
                  </a:lnTo>
                  <a:lnTo>
                    <a:pt x="5390" y="6465"/>
                  </a:lnTo>
                  <a:lnTo>
                    <a:pt x="5577" y="6218"/>
                  </a:lnTo>
                  <a:lnTo>
                    <a:pt x="5764" y="5971"/>
                  </a:lnTo>
                  <a:lnTo>
                    <a:pt x="5951" y="5724"/>
                  </a:lnTo>
                  <a:lnTo>
                    <a:pt x="6138" y="5477"/>
                  </a:lnTo>
                  <a:lnTo>
                    <a:pt x="6325" y="5230"/>
                  </a:lnTo>
                  <a:lnTo>
                    <a:pt x="6511" y="4983"/>
                  </a:lnTo>
                  <a:lnTo>
                    <a:pt x="6698" y="4736"/>
                  </a:lnTo>
                  <a:lnTo>
                    <a:pt x="6885" y="4489"/>
                  </a:lnTo>
                  <a:lnTo>
                    <a:pt x="7072" y="4242"/>
                  </a:lnTo>
                  <a:lnTo>
                    <a:pt x="7259" y="3977"/>
                  </a:lnTo>
                  <a:lnTo>
                    <a:pt x="7446" y="3708"/>
                  </a:lnTo>
                  <a:lnTo>
                    <a:pt x="7633" y="3439"/>
                  </a:lnTo>
                  <a:lnTo>
                    <a:pt x="7820" y="3170"/>
                  </a:lnTo>
                  <a:lnTo>
                    <a:pt x="8007" y="2877"/>
                  </a:lnTo>
                  <a:lnTo>
                    <a:pt x="8194" y="2447"/>
                  </a:lnTo>
                  <a:lnTo>
                    <a:pt x="8381" y="1960"/>
                  </a:lnTo>
                  <a:lnTo>
                    <a:pt x="8568" y="1383"/>
                  </a:lnTo>
                  <a:lnTo>
                    <a:pt x="8754" y="1135"/>
                  </a:lnTo>
                  <a:lnTo>
                    <a:pt x="8941" y="888"/>
                  </a:lnTo>
                  <a:lnTo>
                    <a:pt x="9128" y="669"/>
                  </a:lnTo>
                  <a:lnTo>
                    <a:pt x="9315" y="451"/>
                  </a:lnTo>
                  <a:lnTo>
                    <a:pt x="9502" y="232"/>
                  </a:lnTo>
                  <a:lnTo>
                    <a:pt x="9689" y="13"/>
                  </a:lnTo>
                  <a:lnTo>
                    <a:pt x="9876" y="0"/>
                  </a:lnTo>
                  <a:lnTo>
                    <a:pt x="10063" y="13"/>
                  </a:lnTo>
                  <a:lnTo>
                    <a:pt x="10250" y="237"/>
                  </a:lnTo>
                  <a:lnTo>
                    <a:pt x="10437" y="462"/>
                  </a:lnTo>
                  <a:lnTo>
                    <a:pt x="10624" y="687"/>
                  </a:lnTo>
                  <a:lnTo>
                    <a:pt x="10811" y="926"/>
                  </a:lnTo>
                  <a:lnTo>
                    <a:pt x="10998" y="1247"/>
                  </a:lnTo>
                  <a:lnTo>
                    <a:pt x="11184" y="1610"/>
                  </a:lnTo>
                  <a:lnTo>
                    <a:pt x="11371" y="2026"/>
                  </a:lnTo>
                  <a:lnTo>
                    <a:pt x="11558" y="2449"/>
                  </a:lnTo>
                  <a:lnTo>
                    <a:pt x="11745" y="2871"/>
                  </a:lnTo>
                  <a:lnTo>
                    <a:pt x="11932" y="3140"/>
                  </a:lnTo>
                  <a:lnTo>
                    <a:pt x="12119" y="3409"/>
                  </a:lnTo>
                  <a:lnTo>
                    <a:pt x="12306" y="3678"/>
                  </a:lnTo>
                  <a:lnTo>
                    <a:pt x="12493" y="3947"/>
                  </a:lnTo>
                  <a:lnTo>
                    <a:pt x="12680" y="4194"/>
                  </a:lnTo>
                  <a:lnTo>
                    <a:pt x="12867" y="4421"/>
                  </a:lnTo>
                  <a:lnTo>
                    <a:pt x="13054" y="4421"/>
                  </a:lnTo>
                  <a:lnTo>
                    <a:pt x="13241" y="4421"/>
                  </a:lnTo>
                  <a:lnTo>
                    <a:pt x="13428" y="4421"/>
                  </a:lnTo>
                  <a:lnTo>
                    <a:pt x="13614" y="4421"/>
                  </a:lnTo>
                  <a:lnTo>
                    <a:pt x="13801" y="4421"/>
                  </a:lnTo>
                  <a:lnTo>
                    <a:pt x="13988" y="4421"/>
                  </a:lnTo>
                  <a:lnTo>
                    <a:pt x="14175" y="4421"/>
                  </a:lnTo>
                  <a:lnTo>
                    <a:pt x="14362" y="4421"/>
                  </a:lnTo>
                  <a:lnTo>
                    <a:pt x="14549" y="4421"/>
                  </a:lnTo>
                  <a:lnTo>
                    <a:pt x="14736" y="4421"/>
                  </a:lnTo>
                  <a:lnTo>
                    <a:pt x="14923" y="4421"/>
                  </a:lnTo>
                  <a:lnTo>
                    <a:pt x="15110" y="4421"/>
                  </a:lnTo>
                  <a:lnTo>
                    <a:pt x="15297" y="4421"/>
                  </a:lnTo>
                  <a:lnTo>
                    <a:pt x="15484" y="4421"/>
                  </a:lnTo>
                  <a:lnTo>
                    <a:pt x="15671" y="4421"/>
                  </a:lnTo>
                  <a:lnTo>
                    <a:pt x="15857" y="4421"/>
                  </a:lnTo>
                  <a:lnTo>
                    <a:pt x="16044" y="4421"/>
                  </a:lnTo>
                  <a:lnTo>
                    <a:pt x="16231" y="4421"/>
                  </a:lnTo>
                  <a:lnTo>
                    <a:pt x="16418" y="4421"/>
                  </a:lnTo>
                  <a:lnTo>
                    <a:pt x="16605" y="4421"/>
                  </a:lnTo>
                  <a:lnTo>
                    <a:pt x="16792" y="4421"/>
                  </a:lnTo>
                  <a:lnTo>
                    <a:pt x="16979" y="4421"/>
                  </a:lnTo>
                  <a:lnTo>
                    <a:pt x="17166" y="4421"/>
                  </a:lnTo>
                  <a:lnTo>
                    <a:pt x="17353" y="4421"/>
                  </a:lnTo>
                  <a:lnTo>
                    <a:pt x="17540" y="4421"/>
                  </a:lnTo>
                  <a:lnTo>
                    <a:pt x="17727" y="4642"/>
                  </a:lnTo>
                  <a:lnTo>
                    <a:pt x="17914" y="4889"/>
                  </a:lnTo>
                  <a:lnTo>
                    <a:pt x="18101" y="5157"/>
                  </a:lnTo>
                  <a:lnTo>
                    <a:pt x="18287" y="5426"/>
                  </a:lnTo>
                  <a:lnTo>
                    <a:pt x="18474" y="5695"/>
                  </a:lnTo>
                  <a:lnTo>
                    <a:pt x="18661" y="6118"/>
                  </a:lnTo>
                  <a:lnTo>
                    <a:pt x="18848" y="6534"/>
                  </a:lnTo>
                  <a:lnTo>
                    <a:pt x="19035" y="6950"/>
                  </a:lnTo>
                  <a:lnTo>
                    <a:pt x="19222" y="7447"/>
                  </a:lnTo>
                  <a:lnTo>
                    <a:pt x="19409" y="7944"/>
                  </a:lnTo>
                  <a:lnTo>
                    <a:pt x="19596" y="8441"/>
                  </a:lnTo>
                  <a:lnTo>
                    <a:pt x="19640" y="855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964986" y="6353702"/>
              <a:ext cx="1502" cy="442"/>
            </a:xfrm>
            <a:custGeom>
              <a:avLst/>
              <a:pathLst>
                <a:path w="1502" h="442">
                  <a:moveTo>
                    <a:pt x="0" y="442"/>
                  </a:moveTo>
                  <a:lnTo>
                    <a:pt x="184" y="156"/>
                  </a:lnTo>
                  <a:lnTo>
                    <a:pt x="371" y="0"/>
                  </a:lnTo>
                  <a:lnTo>
                    <a:pt x="558" y="0"/>
                  </a:lnTo>
                  <a:lnTo>
                    <a:pt x="745" y="0"/>
                  </a:lnTo>
                  <a:lnTo>
                    <a:pt x="932" y="0"/>
                  </a:lnTo>
                  <a:lnTo>
                    <a:pt x="1119" y="24"/>
                  </a:lnTo>
                  <a:lnTo>
                    <a:pt x="1306" y="189"/>
                  </a:lnTo>
                  <a:lnTo>
                    <a:pt x="1493" y="429"/>
                  </a:lnTo>
                  <a:lnTo>
                    <a:pt x="1502" y="44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966979" y="6315671"/>
              <a:ext cx="83305" cy="38473"/>
            </a:xfrm>
            <a:custGeom>
              <a:avLst/>
              <a:pathLst>
                <a:path w="83305" h="38473">
                  <a:moveTo>
                    <a:pt x="0" y="38473"/>
                  </a:moveTo>
                  <a:lnTo>
                    <a:pt x="60" y="38420"/>
                  </a:lnTo>
                  <a:lnTo>
                    <a:pt x="247" y="38226"/>
                  </a:lnTo>
                  <a:lnTo>
                    <a:pt x="434" y="38033"/>
                  </a:lnTo>
                  <a:lnTo>
                    <a:pt x="621" y="37839"/>
                  </a:lnTo>
                  <a:lnTo>
                    <a:pt x="808" y="37481"/>
                  </a:lnTo>
                  <a:lnTo>
                    <a:pt x="995" y="36917"/>
                  </a:lnTo>
                  <a:lnTo>
                    <a:pt x="1182" y="36354"/>
                  </a:lnTo>
                  <a:lnTo>
                    <a:pt x="1369" y="35799"/>
                  </a:lnTo>
                  <a:lnTo>
                    <a:pt x="1556" y="35244"/>
                  </a:lnTo>
                  <a:lnTo>
                    <a:pt x="1743" y="34689"/>
                  </a:lnTo>
                  <a:lnTo>
                    <a:pt x="1929" y="34120"/>
                  </a:lnTo>
                  <a:lnTo>
                    <a:pt x="2116" y="33470"/>
                  </a:lnTo>
                  <a:lnTo>
                    <a:pt x="2303" y="32776"/>
                  </a:lnTo>
                  <a:lnTo>
                    <a:pt x="2490" y="32071"/>
                  </a:lnTo>
                  <a:lnTo>
                    <a:pt x="2677" y="31484"/>
                  </a:lnTo>
                  <a:lnTo>
                    <a:pt x="2864" y="30896"/>
                  </a:lnTo>
                  <a:lnTo>
                    <a:pt x="3051" y="30462"/>
                  </a:lnTo>
                  <a:lnTo>
                    <a:pt x="3238" y="30028"/>
                  </a:lnTo>
                  <a:lnTo>
                    <a:pt x="3425" y="29446"/>
                  </a:lnTo>
                  <a:lnTo>
                    <a:pt x="3612" y="29012"/>
                  </a:lnTo>
                  <a:lnTo>
                    <a:pt x="3799" y="28600"/>
                  </a:lnTo>
                  <a:lnTo>
                    <a:pt x="3986" y="28207"/>
                  </a:lnTo>
                  <a:lnTo>
                    <a:pt x="4172" y="28042"/>
                  </a:lnTo>
                  <a:lnTo>
                    <a:pt x="4359" y="27877"/>
                  </a:lnTo>
                  <a:lnTo>
                    <a:pt x="4546" y="27704"/>
                  </a:lnTo>
                  <a:lnTo>
                    <a:pt x="4733" y="27374"/>
                  </a:lnTo>
                  <a:lnTo>
                    <a:pt x="4920" y="27044"/>
                  </a:lnTo>
                  <a:lnTo>
                    <a:pt x="5107" y="26714"/>
                  </a:lnTo>
                  <a:lnTo>
                    <a:pt x="5294" y="26383"/>
                  </a:lnTo>
                  <a:lnTo>
                    <a:pt x="5481" y="26053"/>
                  </a:lnTo>
                  <a:lnTo>
                    <a:pt x="5668" y="25723"/>
                  </a:lnTo>
                  <a:lnTo>
                    <a:pt x="5855" y="25393"/>
                  </a:lnTo>
                  <a:lnTo>
                    <a:pt x="6042" y="25063"/>
                  </a:lnTo>
                  <a:lnTo>
                    <a:pt x="6229" y="24882"/>
                  </a:lnTo>
                  <a:lnTo>
                    <a:pt x="6416" y="24717"/>
                  </a:lnTo>
                  <a:lnTo>
                    <a:pt x="6602" y="24552"/>
                  </a:lnTo>
                  <a:lnTo>
                    <a:pt x="6789" y="24387"/>
                  </a:lnTo>
                  <a:lnTo>
                    <a:pt x="6976" y="24222"/>
                  </a:lnTo>
                  <a:lnTo>
                    <a:pt x="7163" y="24056"/>
                  </a:lnTo>
                  <a:lnTo>
                    <a:pt x="7350" y="23900"/>
                  </a:lnTo>
                  <a:lnTo>
                    <a:pt x="7537" y="23900"/>
                  </a:lnTo>
                  <a:lnTo>
                    <a:pt x="7724" y="23900"/>
                  </a:lnTo>
                  <a:lnTo>
                    <a:pt x="7911" y="23900"/>
                  </a:lnTo>
                  <a:lnTo>
                    <a:pt x="8098" y="23900"/>
                  </a:lnTo>
                  <a:lnTo>
                    <a:pt x="8285" y="23900"/>
                  </a:lnTo>
                  <a:lnTo>
                    <a:pt x="8472" y="23900"/>
                  </a:lnTo>
                  <a:lnTo>
                    <a:pt x="8659" y="23900"/>
                  </a:lnTo>
                  <a:lnTo>
                    <a:pt x="8845" y="23679"/>
                  </a:lnTo>
                  <a:lnTo>
                    <a:pt x="9032" y="23432"/>
                  </a:lnTo>
                  <a:lnTo>
                    <a:pt x="9219" y="23164"/>
                  </a:lnTo>
                  <a:lnTo>
                    <a:pt x="9406" y="22895"/>
                  </a:lnTo>
                  <a:lnTo>
                    <a:pt x="9593" y="22626"/>
                  </a:lnTo>
                  <a:lnTo>
                    <a:pt x="9780" y="22203"/>
                  </a:lnTo>
                  <a:lnTo>
                    <a:pt x="9967" y="21787"/>
                  </a:lnTo>
                  <a:lnTo>
                    <a:pt x="10154" y="21305"/>
                  </a:lnTo>
                  <a:lnTo>
                    <a:pt x="10341" y="20643"/>
                  </a:lnTo>
                  <a:lnTo>
                    <a:pt x="10528" y="19981"/>
                  </a:lnTo>
                  <a:lnTo>
                    <a:pt x="10715" y="19319"/>
                  </a:lnTo>
                  <a:lnTo>
                    <a:pt x="10902" y="18657"/>
                  </a:lnTo>
                  <a:lnTo>
                    <a:pt x="11089" y="17994"/>
                  </a:lnTo>
                  <a:lnTo>
                    <a:pt x="11275" y="17332"/>
                  </a:lnTo>
                  <a:lnTo>
                    <a:pt x="11462" y="16670"/>
                  </a:lnTo>
                  <a:lnTo>
                    <a:pt x="11649" y="15999"/>
                  </a:lnTo>
                  <a:lnTo>
                    <a:pt x="11836" y="15329"/>
                  </a:lnTo>
                  <a:lnTo>
                    <a:pt x="12023" y="14640"/>
                  </a:lnTo>
                  <a:lnTo>
                    <a:pt x="12210" y="13894"/>
                  </a:lnTo>
                  <a:lnTo>
                    <a:pt x="12397" y="13058"/>
                  </a:lnTo>
                  <a:lnTo>
                    <a:pt x="12584" y="12306"/>
                  </a:lnTo>
                  <a:lnTo>
                    <a:pt x="12771" y="11553"/>
                  </a:lnTo>
                  <a:lnTo>
                    <a:pt x="12958" y="10867"/>
                  </a:lnTo>
                  <a:lnTo>
                    <a:pt x="13145" y="10433"/>
                  </a:lnTo>
                  <a:lnTo>
                    <a:pt x="13332" y="9999"/>
                  </a:lnTo>
                  <a:lnTo>
                    <a:pt x="13519" y="9565"/>
                  </a:lnTo>
                  <a:lnTo>
                    <a:pt x="13705" y="9131"/>
                  </a:lnTo>
                  <a:lnTo>
                    <a:pt x="13892" y="8697"/>
                  </a:lnTo>
                  <a:lnTo>
                    <a:pt x="14079" y="8263"/>
                  </a:lnTo>
                  <a:lnTo>
                    <a:pt x="14266" y="7829"/>
                  </a:lnTo>
                  <a:lnTo>
                    <a:pt x="14453" y="7395"/>
                  </a:lnTo>
                  <a:lnTo>
                    <a:pt x="14640" y="6961"/>
                  </a:lnTo>
                  <a:lnTo>
                    <a:pt x="14827" y="6635"/>
                  </a:lnTo>
                  <a:lnTo>
                    <a:pt x="15014" y="6468"/>
                  </a:lnTo>
                  <a:lnTo>
                    <a:pt x="15201" y="6345"/>
                  </a:lnTo>
                  <a:lnTo>
                    <a:pt x="15388" y="6222"/>
                  </a:lnTo>
                  <a:lnTo>
                    <a:pt x="15575" y="6121"/>
                  </a:lnTo>
                  <a:lnTo>
                    <a:pt x="15762" y="6286"/>
                  </a:lnTo>
                  <a:lnTo>
                    <a:pt x="15948" y="6451"/>
                  </a:lnTo>
                  <a:lnTo>
                    <a:pt x="16135" y="6616"/>
                  </a:lnTo>
                  <a:lnTo>
                    <a:pt x="16322" y="6781"/>
                  </a:lnTo>
                  <a:lnTo>
                    <a:pt x="16509" y="6946"/>
                  </a:lnTo>
                  <a:lnTo>
                    <a:pt x="16696" y="7111"/>
                  </a:lnTo>
                  <a:lnTo>
                    <a:pt x="16883" y="7367"/>
                  </a:lnTo>
                  <a:lnTo>
                    <a:pt x="17070" y="7697"/>
                  </a:lnTo>
                  <a:lnTo>
                    <a:pt x="17257" y="8027"/>
                  </a:lnTo>
                  <a:lnTo>
                    <a:pt x="17444" y="8357"/>
                  </a:lnTo>
                  <a:lnTo>
                    <a:pt x="17631" y="8688"/>
                  </a:lnTo>
                  <a:lnTo>
                    <a:pt x="17818" y="8877"/>
                  </a:lnTo>
                  <a:lnTo>
                    <a:pt x="18005" y="9042"/>
                  </a:lnTo>
                  <a:lnTo>
                    <a:pt x="18192" y="9207"/>
                  </a:lnTo>
                  <a:lnTo>
                    <a:pt x="18378" y="9372"/>
                  </a:lnTo>
                  <a:lnTo>
                    <a:pt x="18565" y="9538"/>
                  </a:lnTo>
                  <a:lnTo>
                    <a:pt x="18752" y="9703"/>
                  </a:lnTo>
                  <a:lnTo>
                    <a:pt x="18939" y="9868"/>
                  </a:lnTo>
                  <a:lnTo>
                    <a:pt x="19126" y="10033"/>
                  </a:lnTo>
                  <a:lnTo>
                    <a:pt x="19313" y="10198"/>
                  </a:lnTo>
                  <a:lnTo>
                    <a:pt x="19500" y="10363"/>
                  </a:lnTo>
                  <a:lnTo>
                    <a:pt x="19687" y="10437"/>
                  </a:lnTo>
                  <a:lnTo>
                    <a:pt x="19874" y="10437"/>
                  </a:lnTo>
                  <a:lnTo>
                    <a:pt x="20061" y="10387"/>
                  </a:lnTo>
                  <a:lnTo>
                    <a:pt x="20248" y="10222"/>
                  </a:lnTo>
                  <a:lnTo>
                    <a:pt x="20435" y="10057"/>
                  </a:lnTo>
                  <a:lnTo>
                    <a:pt x="20622" y="9892"/>
                  </a:lnTo>
                  <a:lnTo>
                    <a:pt x="20808" y="9727"/>
                  </a:lnTo>
                  <a:lnTo>
                    <a:pt x="20995" y="9562"/>
                  </a:lnTo>
                  <a:lnTo>
                    <a:pt x="21182" y="9397"/>
                  </a:lnTo>
                  <a:lnTo>
                    <a:pt x="21369" y="9150"/>
                  </a:lnTo>
                  <a:lnTo>
                    <a:pt x="21556" y="8820"/>
                  </a:lnTo>
                  <a:lnTo>
                    <a:pt x="21743" y="8382"/>
                  </a:lnTo>
                  <a:lnTo>
                    <a:pt x="21930" y="7887"/>
                  </a:lnTo>
                  <a:lnTo>
                    <a:pt x="22117" y="7293"/>
                  </a:lnTo>
                  <a:lnTo>
                    <a:pt x="22304" y="6633"/>
                  </a:lnTo>
                  <a:lnTo>
                    <a:pt x="22491" y="5973"/>
                  </a:lnTo>
                  <a:lnTo>
                    <a:pt x="22678" y="5313"/>
                  </a:lnTo>
                  <a:lnTo>
                    <a:pt x="22865" y="4702"/>
                  </a:lnTo>
                  <a:lnTo>
                    <a:pt x="23051" y="4372"/>
                  </a:lnTo>
                  <a:lnTo>
                    <a:pt x="23238" y="4042"/>
                  </a:lnTo>
                  <a:lnTo>
                    <a:pt x="23425" y="3712"/>
                  </a:lnTo>
                  <a:lnTo>
                    <a:pt x="23612" y="3382"/>
                  </a:lnTo>
                  <a:lnTo>
                    <a:pt x="23799" y="3052"/>
                  </a:lnTo>
                  <a:lnTo>
                    <a:pt x="23986" y="2721"/>
                  </a:lnTo>
                  <a:lnTo>
                    <a:pt x="24173" y="2441"/>
                  </a:lnTo>
                  <a:lnTo>
                    <a:pt x="24360" y="2160"/>
                  </a:lnTo>
                  <a:lnTo>
                    <a:pt x="24547" y="1938"/>
                  </a:lnTo>
                  <a:lnTo>
                    <a:pt x="24734" y="1773"/>
                  </a:lnTo>
                  <a:lnTo>
                    <a:pt x="24921" y="1707"/>
                  </a:lnTo>
                  <a:lnTo>
                    <a:pt x="25108" y="1707"/>
                  </a:lnTo>
                  <a:lnTo>
                    <a:pt x="25295" y="1707"/>
                  </a:lnTo>
                  <a:lnTo>
                    <a:pt x="25481" y="1707"/>
                  </a:lnTo>
                  <a:lnTo>
                    <a:pt x="25668" y="1707"/>
                  </a:lnTo>
                  <a:lnTo>
                    <a:pt x="25855" y="1541"/>
                  </a:lnTo>
                  <a:lnTo>
                    <a:pt x="26042" y="1475"/>
                  </a:lnTo>
                  <a:lnTo>
                    <a:pt x="26229" y="1475"/>
                  </a:lnTo>
                  <a:lnTo>
                    <a:pt x="26416" y="1475"/>
                  </a:lnTo>
                  <a:lnTo>
                    <a:pt x="26603" y="1310"/>
                  </a:lnTo>
                  <a:lnTo>
                    <a:pt x="26790" y="1170"/>
                  </a:lnTo>
                  <a:lnTo>
                    <a:pt x="26977" y="1203"/>
                  </a:lnTo>
                  <a:lnTo>
                    <a:pt x="27164" y="1319"/>
                  </a:lnTo>
                  <a:lnTo>
                    <a:pt x="27351" y="1484"/>
                  </a:lnTo>
                  <a:lnTo>
                    <a:pt x="27538" y="1649"/>
                  </a:lnTo>
                  <a:lnTo>
                    <a:pt x="27724" y="1814"/>
                  </a:lnTo>
                  <a:lnTo>
                    <a:pt x="27911" y="1896"/>
                  </a:lnTo>
                  <a:lnTo>
                    <a:pt x="28098" y="1896"/>
                  </a:lnTo>
                  <a:lnTo>
                    <a:pt x="28285" y="1896"/>
                  </a:lnTo>
                  <a:lnTo>
                    <a:pt x="28472" y="1979"/>
                  </a:lnTo>
                  <a:lnTo>
                    <a:pt x="28659" y="2144"/>
                  </a:lnTo>
                  <a:lnTo>
                    <a:pt x="28846" y="2292"/>
                  </a:lnTo>
                  <a:lnTo>
                    <a:pt x="29033" y="1955"/>
                  </a:lnTo>
                  <a:lnTo>
                    <a:pt x="29220" y="1388"/>
                  </a:lnTo>
                  <a:lnTo>
                    <a:pt x="29407" y="1106"/>
                  </a:lnTo>
                  <a:lnTo>
                    <a:pt x="29594" y="855"/>
                  </a:lnTo>
                  <a:lnTo>
                    <a:pt x="29781" y="562"/>
                  </a:lnTo>
                  <a:lnTo>
                    <a:pt x="29968" y="333"/>
                  </a:lnTo>
                  <a:lnTo>
                    <a:pt x="30154" y="148"/>
                  </a:lnTo>
                  <a:lnTo>
                    <a:pt x="30341" y="54"/>
                  </a:lnTo>
                  <a:lnTo>
                    <a:pt x="30528" y="0"/>
                  </a:lnTo>
                  <a:lnTo>
                    <a:pt x="30715" y="287"/>
                  </a:lnTo>
                  <a:lnTo>
                    <a:pt x="30902" y="665"/>
                  </a:lnTo>
                  <a:lnTo>
                    <a:pt x="31089" y="1044"/>
                  </a:lnTo>
                  <a:lnTo>
                    <a:pt x="31276" y="1414"/>
                  </a:lnTo>
                  <a:lnTo>
                    <a:pt x="31463" y="1764"/>
                  </a:lnTo>
                  <a:lnTo>
                    <a:pt x="31650" y="2087"/>
                  </a:lnTo>
                  <a:lnTo>
                    <a:pt x="31837" y="2478"/>
                  </a:lnTo>
                  <a:lnTo>
                    <a:pt x="32024" y="2954"/>
                  </a:lnTo>
                  <a:lnTo>
                    <a:pt x="32211" y="3420"/>
                  </a:lnTo>
                  <a:lnTo>
                    <a:pt x="32398" y="3815"/>
                  </a:lnTo>
                  <a:lnTo>
                    <a:pt x="32584" y="4251"/>
                  </a:lnTo>
                  <a:lnTo>
                    <a:pt x="32771" y="4730"/>
                  </a:lnTo>
                  <a:lnTo>
                    <a:pt x="32958" y="5252"/>
                  </a:lnTo>
                  <a:lnTo>
                    <a:pt x="33145" y="5698"/>
                  </a:lnTo>
                  <a:lnTo>
                    <a:pt x="33332" y="6067"/>
                  </a:lnTo>
                  <a:lnTo>
                    <a:pt x="33519" y="6395"/>
                  </a:lnTo>
                  <a:lnTo>
                    <a:pt x="33706" y="6704"/>
                  </a:lnTo>
                  <a:lnTo>
                    <a:pt x="33893" y="7013"/>
                  </a:lnTo>
                  <a:lnTo>
                    <a:pt x="34080" y="7298"/>
                  </a:lnTo>
                  <a:lnTo>
                    <a:pt x="34267" y="7361"/>
                  </a:lnTo>
                  <a:lnTo>
                    <a:pt x="34454" y="7423"/>
                  </a:lnTo>
                  <a:lnTo>
                    <a:pt x="34641" y="7389"/>
                  </a:lnTo>
                  <a:lnTo>
                    <a:pt x="34827" y="7307"/>
                  </a:lnTo>
                  <a:lnTo>
                    <a:pt x="35014" y="7297"/>
                  </a:lnTo>
                  <a:lnTo>
                    <a:pt x="35201" y="7334"/>
                  </a:lnTo>
                  <a:lnTo>
                    <a:pt x="35388" y="7664"/>
                  </a:lnTo>
                  <a:lnTo>
                    <a:pt x="35575" y="7952"/>
                  </a:lnTo>
                  <a:lnTo>
                    <a:pt x="35762" y="8109"/>
                  </a:lnTo>
                  <a:lnTo>
                    <a:pt x="35949" y="8109"/>
                  </a:lnTo>
                  <a:lnTo>
                    <a:pt x="36136" y="8109"/>
                  </a:lnTo>
                  <a:lnTo>
                    <a:pt x="36323" y="8109"/>
                  </a:lnTo>
                  <a:lnTo>
                    <a:pt x="36510" y="8109"/>
                  </a:lnTo>
                  <a:lnTo>
                    <a:pt x="36697" y="8109"/>
                  </a:lnTo>
                  <a:lnTo>
                    <a:pt x="36884" y="8109"/>
                  </a:lnTo>
                  <a:lnTo>
                    <a:pt x="37071" y="8150"/>
                  </a:lnTo>
                  <a:lnTo>
                    <a:pt x="37257" y="8315"/>
                  </a:lnTo>
                  <a:lnTo>
                    <a:pt x="37444" y="8481"/>
                  </a:lnTo>
                  <a:lnTo>
                    <a:pt x="37631" y="8646"/>
                  </a:lnTo>
                  <a:lnTo>
                    <a:pt x="37818" y="8811"/>
                  </a:lnTo>
                  <a:lnTo>
                    <a:pt x="38005" y="8835"/>
                  </a:lnTo>
                  <a:lnTo>
                    <a:pt x="38192" y="9000"/>
                  </a:lnTo>
                  <a:lnTo>
                    <a:pt x="38379" y="9422"/>
                  </a:lnTo>
                  <a:lnTo>
                    <a:pt x="38566" y="9876"/>
                  </a:lnTo>
                  <a:lnTo>
                    <a:pt x="38753" y="10350"/>
                  </a:lnTo>
                  <a:lnTo>
                    <a:pt x="38940" y="10828"/>
                  </a:lnTo>
                  <a:lnTo>
                    <a:pt x="39127" y="11307"/>
                  </a:lnTo>
                  <a:lnTo>
                    <a:pt x="39314" y="11786"/>
                  </a:lnTo>
                  <a:lnTo>
                    <a:pt x="39501" y="12265"/>
                  </a:lnTo>
                  <a:lnTo>
                    <a:pt x="39687" y="12743"/>
                  </a:lnTo>
                  <a:lnTo>
                    <a:pt x="39874" y="13289"/>
                  </a:lnTo>
                  <a:lnTo>
                    <a:pt x="40061" y="13679"/>
                  </a:lnTo>
                  <a:lnTo>
                    <a:pt x="40248" y="14069"/>
                  </a:lnTo>
                  <a:lnTo>
                    <a:pt x="40435" y="14459"/>
                  </a:lnTo>
                  <a:lnTo>
                    <a:pt x="40622" y="14848"/>
                  </a:lnTo>
                  <a:lnTo>
                    <a:pt x="40809" y="15468"/>
                  </a:lnTo>
                  <a:lnTo>
                    <a:pt x="40996" y="15954"/>
                  </a:lnTo>
                  <a:lnTo>
                    <a:pt x="41183" y="16439"/>
                  </a:lnTo>
                  <a:lnTo>
                    <a:pt x="41370" y="16932"/>
                  </a:lnTo>
                  <a:lnTo>
                    <a:pt x="41557" y="17246"/>
                  </a:lnTo>
                  <a:lnTo>
                    <a:pt x="41744" y="17559"/>
                  </a:lnTo>
                  <a:lnTo>
                    <a:pt x="41930" y="17881"/>
                  </a:lnTo>
                  <a:lnTo>
                    <a:pt x="42117" y="18360"/>
                  </a:lnTo>
                  <a:lnTo>
                    <a:pt x="42304" y="18839"/>
                  </a:lnTo>
                  <a:lnTo>
                    <a:pt x="42491" y="19317"/>
                  </a:lnTo>
                  <a:lnTo>
                    <a:pt x="42678" y="19864"/>
                  </a:lnTo>
                  <a:lnTo>
                    <a:pt x="42865" y="20194"/>
                  </a:lnTo>
                  <a:lnTo>
                    <a:pt x="43052" y="20524"/>
                  </a:lnTo>
                  <a:lnTo>
                    <a:pt x="43239" y="20854"/>
                  </a:lnTo>
                  <a:lnTo>
                    <a:pt x="43426" y="21184"/>
                  </a:lnTo>
                  <a:lnTo>
                    <a:pt x="43613" y="21365"/>
                  </a:lnTo>
                  <a:lnTo>
                    <a:pt x="43800" y="21530"/>
                  </a:lnTo>
                  <a:lnTo>
                    <a:pt x="43987" y="21696"/>
                  </a:lnTo>
                  <a:lnTo>
                    <a:pt x="44174" y="21861"/>
                  </a:lnTo>
                  <a:lnTo>
                    <a:pt x="44360" y="22026"/>
                  </a:lnTo>
                  <a:lnTo>
                    <a:pt x="44547" y="22191"/>
                  </a:lnTo>
                  <a:lnTo>
                    <a:pt x="44734" y="22347"/>
                  </a:lnTo>
                  <a:lnTo>
                    <a:pt x="44921" y="22347"/>
                  </a:lnTo>
                  <a:lnTo>
                    <a:pt x="45108" y="22347"/>
                  </a:lnTo>
                  <a:lnTo>
                    <a:pt x="45295" y="22347"/>
                  </a:lnTo>
                  <a:lnTo>
                    <a:pt x="45482" y="22347"/>
                  </a:lnTo>
                  <a:lnTo>
                    <a:pt x="45669" y="22347"/>
                  </a:lnTo>
                  <a:lnTo>
                    <a:pt x="45856" y="22347"/>
                  </a:lnTo>
                  <a:lnTo>
                    <a:pt x="46043" y="22347"/>
                  </a:lnTo>
                  <a:lnTo>
                    <a:pt x="46230" y="22347"/>
                  </a:lnTo>
                  <a:lnTo>
                    <a:pt x="46417" y="22347"/>
                  </a:lnTo>
                  <a:lnTo>
                    <a:pt x="46603" y="22347"/>
                  </a:lnTo>
                  <a:lnTo>
                    <a:pt x="46790" y="22347"/>
                  </a:lnTo>
                  <a:lnTo>
                    <a:pt x="46977" y="22347"/>
                  </a:lnTo>
                  <a:lnTo>
                    <a:pt x="47164" y="22347"/>
                  </a:lnTo>
                  <a:lnTo>
                    <a:pt x="47351" y="22347"/>
                  </a:lnTo>
                  <a:lnTo>
                    <a:pt x="47538" y="22413"/>
                  </a:lnTo>
                  <a:lnTo>
                    <a:pt x="47725" y="22578"/>
                  </a:lnTo>
                  <a:lnTo>
                    <a:pt x="47912" y="22743"/>
                  </a:lnTo>
                  <a:lnTo>
                    <a:pt x="48099" y="22909"/>
                  </a:lnTo>
                  <a:lnTo>
                    <a:pt x="48286" y="23074"/>
                  </a:lnTo>
                  <a:lnTo>
                    <a:pt x="48473" y="23239"/>
                  </a:lnTo>
                  <a:lnTo>
                    <a:pt x="48660" y="23404"/>
                  </a:lnTo>
                  <a:lnTo>
                    <a:pt x="48847" y="23569"/>
                  </a:lnTo>
                  <a:lnTo>
                    <a:pt x="49033" y="23734"/>
                  </a:lnTo>
                  <a:lnTo>
                    <a:pt x="49220" y="23899"/>
                  </a:lnTo>
                  <a:lnTo>
                    <a:pt x="49407" y="24171"/>
                  </a:lnTo>
                  <a:lnTo>
                    <a:pt x="49594" y="24501"/>
                  </a:lnTo>
                  <a:lnTo>
                    <a:pt x="49781" y="24831"/>
                  </a:lnTo>
                  <a:lnTo>
                    <a:pt x="49968" y="25161"/>
                  </a:lnTo>
                  <a:lnTo>
                    <a:pt x="50155" y="25491"/>
                  </a:lnTo>
                  <a:lnTo>
                    <a:pt x="50342" y="25755"/>
                  </a:lnTo>
                  <a:lnTo>
                    <a:pt x="50529" y="25920"/>
                  </a:lnTo>
                  <a:lnTo>
                    <a:pt x="50716" y="26085"/>
                  </a:lnTo>
                  <a:lnTo>
                    <a:pt x="50903" y="26251"/>
                  </a:lnTo>
                  <a:lnTo>
                    <a:pt x="51090" y="26416"/>
                  </a:lnTo>
                  <a:lnTo>
                    <a:pt x="51277" y="26581"/>
                  </a:lnTo>
                  <a:lnTo>
                    <a:pt x="51463" y="26746"/>
                  </a:lnTo>
                  <a:lnTo>
                    <a:pt x="51650" y="26911"/>
                  </a:lnTo>
                  <a:lnTo>
                    <a:pt x="51837" y="27076"/>
                  </a:lnTo>
                  <a:lnTo>
                    <a:pt x="52024" y="27241"/>
                  </a:lnTo>
                  <a:lnTo>
                    <a:pt x="52211" y="27299"/>
                  </a:lnTo>
                  <a:lnTo>
                    <a:pt x="52398" y="27299"/>
                  </a:lnTo>
                  <a:lnTo>
                    <a:pt x="52585" y="27299"/>
                  </a:lnTo>
                  <a:lnTo>
                    <a:pt x="52772" y="27299"/>
                  </a:lnTo>
                  <a:lnTo>
                    <a:pt x="52959" y="27299"/>
                  </a:lnTo>
                  <a:lnTo>
                    <a:pt x="53146" y="27299"/>
                  </a:lnTo>
                  <a:lnTo>
                    <a:pt x="53333" y="27299"/>
                  </a:lnTo>
                  <a:lnTo>
                    <a:pt x="53520" y="27299"/>
                  </a:lnTo>
                  <a:lnTo>
                    <a:pt x="53706" y="27299"/>
                  </a:lnTo>
                  <a:lnTo>
                    <a:pt x="53893" y="27299"/>
                  </a:lnTo>
                  <a:lnTo>
                    <a:pt x="54080" y="27299"/>
                  </a:lnTo>
                  <a:lnTo>
                    <a:pt x="54267" y="27299"/>
                  </a:lnTo>
                  <a:lnTo>
                    <a:pt x="54454" y="27299"/>
                  </a:lnTo>
                  <a:lnTo>
                    <a:pt x="54641" y="27299"/>
                  </a:lnTo>
                  <a:lnTo>
                    <a:pt x="54828" y="27299"/>
                  </a:lnTo>
                  <a:lnTo>
                    <a:pt x="55015" y="27299"/>
                  </a:lnTo>
                  <a:lnTo>
                    <a:pt x="55202" y="27299"/>
                  </a:lnTo>
                  <a:lnTo>
                    <a:pt x="55389" y="27299"/>
                  </a:lnTo>
                  <a:lnTo>
                    <a:pt x="55576" y="27299"/>
                  </a:lnTo>
                  <a:lnTo>
                    <a:pt x="55763" y="27299"/>
                  </a:lnTo>
                  <a:lnTo>
                    <a:pt x="55950" y="27299"/>
                  </a:lnTo>
                  <a:lnTo>
                    <a:pt x="56136" y="27299"/>
                  </a:lnTo>
                  <a:lnTo>
                    <a:pt x="56323" y="27299"/>
                  </a:lnTo>
                  <a:lnTo>
                    <a:pt x="56510" y="27299"/>
                  </a:lnTo>
                  <a:lnTo>
                    <a:pt x="56697" y="27299"/>
                  </a:lnTo>
                  <a:lnTo>
                    <a:pt x="56884" y="27299"/>
                  </a:lnTo>
                  <a:lnTo>
                    <a:pt x="57071" y="27299"/>
                  </a:lnTo>
                  <a:lnTo>
                    <a:pt x="57258" y="27299"/>
                  </a:lnTo>
                  <a:lnTo>
                    <a:pt x="57445" y="27348"/>
                  </a:lnTo>
                  <a:lnTo>
                    <a:pt x="57632" y="27513"/>
                  </a:lnTo>
                  <a:lnTo>
                    <a:pt x="57819" y="27678"/>
                  </a:lnTo>
                  <a:lnTo>
                    <a:pt x="58006" y="27843"/>
                  </a:lnTo>
                  <a:lnTo>
                    <a:pt x="58193" y="28008"/>
                  </a:lnTo>
                  <a:lnTo>
                    <a:pt x="58380" y="28173"/>
                  </a:lnTo>
                  <a:lnTo>
                    <a:pt x="58566" y="28338"/>
                  </a:lnTo>
                  <a:lnTo>
                    <a:pt x="58753" y="28586"/>
                  </a:lnTo>
                  <a:lnTo>
                    <a:pt x="58940" y="28916"/>
                  </a:lnTo>
                  <a:lnTo>
                    <a:pt x="59127" y="29353"/>
                  </a:lnTo>
                  <a:lnTo>
                    <a:pt x="59314" y="29766"/>
                  </a:lnTo>
                  <a:lnTo>
                    <a:pt x="59501" y="30195"/>
                  </a:lnTo>
                  <a:lnTo>
                    <a:pt x="59688" y="30690"/>
                  </a:lnTo>
                  <a:lnTo>
                    <a:pt x="59875" y="31185"/>
                  </a:lnTo>
                  <a:lnTo>
                    <a:pt x="60062" y="31680"/>
                  </a:lnTo>
                  <a:lnTo>
                    <a:pt x="60249" y="32126"/>
                  </a:lnTo>
                  <a:lnTo>
                    <a:pt x="60436" y="32610"/>
                  </a:lnTo>
                  <a:lnTo>
                    <a:pt x="60623" y="33105"/>
                  </a:lnTo>
                  <a:lnTo>
                    <a:pt x="60809" y="33623"/>
                  </a:lnTo>
                  <a:lnTo>
                    <a:pt x="60996" y="34080"/>
                  </a:lnTo>
                  <a:lnTo>
                    <a:pt x="61183" y="34363"/>
                  </a:lnTo>
                  <a:lnTo>
                    <a:pt x="61370" y="34568"/>
                  </a:lnTo>
                  <a:lnTo>
                    <a:pt x="61557" y="34682"/>
                  </a:lnTo>
                  <a:lnTo>
                    <a:pt x="61744" y="34819"/>
                  </a:lnTo>
                  <a:lnTo>
                    <a:pt x="61931" y="34919"/>
                  </a:lnTo>
                  <a:lnTo>
                    <a:pt x="62118" y="35022"/>
                  </a:lnTo>
                  <a:lnTo>
                    <a:pt x="62305" y="35086"/>
                  </a:lnTo>
                  <a:lnTo>
                    <a:pt x="62492" y="35084"/>
                  </a:lnTo>
                  <a:lnTo>
                    <a:pt x="62679" y="35082"/>
                  </a:lnTo>
                  <a:lnTo>
                    <a:pt x="62866" y="35079"/>
                  </a:lnTo>
                  <a:lnTo>
                    <a:pt x="63053" y="35077"/>
                  </a:lnTo>
                  <a:lnTo>
                    <a:pt x="63239" y="35165"/>
                  </a:lnTo>
                  <a:lnTo>
                    <a:pt x="63426" y="35246"/>
                  </a:lnTo>
                  <a:lnTo>
                    <a:pt x="63613" y="35283"/>
                  </a:lnTo>
                  <a:lnTo>
                    <a:pt x="63800" y="35036"/>
                  </a:lnTo>
                  <a:lnTo>
                    <a:pt x="63987" y="35036"/>
                  </a:lnTo>
                  <a:lnTo>
                    <a:pt x="64174" y="35135"/>
                  </a:lnTo>
                  <a:lnTo>
                    <a:pt x="64361" y="35102"/>
                  </a:lnTo>
                  <a:lnTo>
                    <a:pt x="64548" y="34978"/>
                  </a:lnTo>
                  <a:lnTo>
                    <a:pt x="64735" y="34813"/>
                  </a:lnTo>
                  <a:lnTo>
                    <a:pt x="64922" y="34648"/>
                  </a:lnTo>
                  <a:lnTo>
                    <a:pt x="65109" y="34483"/>
                  </a:lnTo>
                  <a:lnTo>
                    <a:pt x="65296" y="34400"/>
                  </a:lnTo>
                  <a:lnTo>
                    <a:pt x="65482" y="34400"/>
                  </a:lnTo>
                  <a:lnTo>
                    <a:pt x="65669" y="34400"/>
                  </a:lnTo>
                  <a:lnTo>
                    <a:pt x="65856" y="34400"/>
                  </a:lnTo>
                  <a:lnTo>
                    <a:pt x="66043" y="34400"/>
                  </a:lnTo>
                  <a:lnTo>
                    <a:pt x="66230" y="34400"/>
                  </a:lnTo>
                  <a:lnTo>
                    <a:pt x="66417" y="34400"/>
                  </a:lnTo>
                  <a:lnTo>
                    <a:pt x="66604" y="34408"/>
                  </a:lnTo>
                  <a:lnTo>
                    <a:pt x="66791" y="34408"/>
                  </a:lnTo>
                  <a:lnTo>
                    <a:pt x="66978" y="34417"/>
                  </a:lnTo>
                  <a:lnTo>
                    <a:pt x="67165" y="34582"/>
                  </a:lnTo>
                  <a:lnTo>
                    <a:pt x="67352" y="34747"/>
                  </a:lnTo>
                  <a:lnTo>
                    <a:pt x="67539" y="34912"/>
                  </a:lnTo>
                  <a:lnTo>
                    <a:pt x="67726" y="35077"/>
                  </a:lnTo>
                  <a:lnTo>
                    <a:pt x="67912" y="35242"/>
                  </a:lnTo>
                  <a:lnTo>
                    <a:pt x="68099" y="35086"/>
                  </a:lnTo>
                  <a:lnTo>
                    <a:pt x="68286" y="34839"/>
                  </a:lnTo>
                  <a:lnTo>
                    <a:pt x="68473" y="34592"/>
                  </a:lnTo>
                  <a:lnTo>
                    <a:pt x="68660" y="34327"/>
                  </a:lnTo>
                  <a:lnTo>
                    <a:pt x="68847" y="34058"/>
                  </a:lnTo>
                  <a:lnTo>
                    <a:pt x="69034" y="33789"/>
                  </a:lnTo>
                  <a:lnTo>
                    <a:pt x="69221" y="33520"/>
                  </a:lnTo>
                  <a:lnTo>
                    <a:pt x="69408" y="33251"/>
                  </a:lnTo>
                  <a:lnTo>
                    <a:pt x="69595" y="32982"/>
                  </a:lnTo>
                  <a:lnTo>
                    <a:pt x="69782" y="32714"/>
                  </a:lnTo>
                  <a:lnTo>
                    <a:pt x="69969" y="32445"/>
                  </a:lnTo>
                  <a:lnTo>
                    <a:pt x="70156" y="32093"/>
                  </a:lnTo>
                  <a:lnTo>
                    <a:pt x="70342" y="31659"/>
                  </a:lnTo>
                  <a:lnTo>
                    <a:pt x="70529" y="31184"/>
                  </a:lnTo>
                  <a:lnTo>
                    <a:pt x="70716" y="30585"/>
                  </a:lnTo>
                  <a:lnTo>
                    <a:pt x="70903" y="29990"/>
                  </a:lnTo>
                  <a:lnTo>
                    <a:pt x="71090" y="29413"/>
                  </a:lnTo>
                  <a:lnTo>
                    <a:pt x="71277" y="28836"/>
                  </a:lnTo>
                  <a:lnTo>
                    <a:pt x="71464" y="28283"/>
                  </a:lnTo>
                  <a:lnTo>
                    <a:pt x="71651" y="27953"/>
                  </a:lnTo>
                  <a:lnTo>
                    <a:pt x="71838" y="27623"/>
                  </a:lnTo>
                  <a:lnTo>
                    <a:pt x="72025" y="27293"/>
                  </a:lnTo>
                  <a:lnTo>
                    <a:pt x="72212" y="27260"/>
                  </a:lnTo>
                  <a:lnTo>
                    <a:pt x="72399" y="27259"/>
                  </a:lnTo>
                  <a:lnTo>
                    <a:pt x="72585" y="27259"/>
                  </a:lnTo>
                  <a:lnTo>
                    <a:pt x="72772" y="27287"/>
                  </a:lnTo>
                  <a:lnTo>
                    <a:pt x="72959" y="27376"/>
                  </a:lnTo>
                  <a:lnTo>
                    <a:pt x="73146" y="27524"/>
                  </a:lnTo>
                  <a:lnTo>
                    <a:pt x="73333" y="27703"/>
                  </a:lnTo>
                  <a:lnTo>
                    <a:pt x="73520" y="27972"/>
                  </a:lnTo>
                  <a:lnTo>
                    <a:pt x="73707" y="28241"/>
                  </a:lnTo>
                  <a:lnTo>
                    <a:pt x="73894" y="28510"/>
                  </a:lnTo>
                  <a:lnTo>
                    <a:pt x="74081" y="28778"/>
                  </a:lnTo>
                  <a:lnTo>
                    <a:pt x="74268" y="29047"/>
                  </a:lnTo>
                  <a:lnTo>
                    <a:pt x="74455" y="29316"/>
                  </a:lnTo>
                  <a:lnTo>
                    <a:pt x="74642" y="29585"/>
                  </a:lnTo>
                  <a:lnTo>
                    <a:pt x="74829" y="29854"/>
                  </a:lnTo>
                  <a:lnTo>
                    <a:pt x="75015" y="30119"/>
                  </a:lnTo>
                  <a:lnTo>
                    <a:pt x="75202" y="30366"/>
                  </a:lnTo>
                  <a:lnTo>
                    <a:pt x="75389" y="30753"/>
                  </a:lnTo>
                  <a:lnTo>
                    <a:pt x="75576" y="30918"/>
                  </a:lnTo>
                  <a:lnTo>
                    <a:pt x="75763" y="31054"/>
                  </a:lnTo>
                  <a:lnTo>
                    <a:pt x="75950" y="31332"/>
                  </a:lnTo>
                  <a:lnTo>
                    <a:pt x="76137" y="31610"/>
                  </a:lnTo>
                  <a:lnTo>
                    <a:pt x="76324" y="31877"/>
                  </a:lnTo>
                  <a:lnTo>
                    <a:pt x="76511" y="32145"/>
                  </a:lnTo>
                  <a:lnTo>
                    <a:pt x="76698" y="32412"/>
                  </a:lnTo>
                  <a:lnTo>
                    <a:pt x="76885" y="32680"/>
                  </a:lnTo>
                  <a:lnTo>
                    <a:pt x="77072" y="32947"/>
                  </a:lnTo>
                  <a:lnTo>
                    <a:pt x="77258" y="33107"/>
                  </a:lnTo>
                  <a:lnTo>
                    <a:pt x="77445" y="33298"/>
                  </a:lnTo>
                  <a:lnTo>
                    <a:pt x="77632" y="33489"/>
                  </a:lnTo>
                  <a:lnTo>
                    <a:pt x="77819" y="33681"/>
                  </a:lnTo>
                  <a:lnTo>
                    <a:pt x="78006" y="33872"/>
                  </a:lnTo>
                  <a:lnTo>
                    <a:pt x="78193" y="33982"/>
                  </a:lnTo>
                  <a:lnTo>
                    <a:pt x="78380" y="34078"/>
                  </a:lnTo>
                  <a:lnTo>
                    <a:pt x="78567" y="34180"/>
                  </a:lnTo>
                  <a:lnTo>
                    <a:pt x="78754" y="34117"/>
                  </a:lnTo>
                  <a:lnTo>
                    <a:pt x="78941" y="34189"/>
                  </a:lnTo>
                  <a:lnTo>
                    <a:pt x="79128" y="34040"/>
                  </a:lnTo>
                  <a:lnTo>
                    <a:pt x="79315" y="33891"/>
                  </a:lnTo>
                  <a:lnTo>
                    <a:pt x="79502" y="33743"/>
                  </a:lnTo>
                  <a:lnTo>
                    <a:pt x="79688" y="33594"/>
                  </a:lnTo>
                  <a:lnTo>
                    <a:pt x="79875" y="33445"/>
                  </a:lnTo>
                  <a:lnTo>
                    <a:pt x="80062" y="33229"/>
                  </a:lnTo>
                  <a:lnTo>
                    <a:pt x="80249" y="33229"/>
                  </a:lnTo>
                  <a:lnTo>
                    <a:pt x="80436" y="33457"/>
                  </a:lnTo>
                  <a:lnTo>
                    <a:pt x="80623" y="33722"/>
                  </a:lnTo>
                  <a:lnTo>
                    <a:pt x="80810" y="33991"/>
                  </a:lnTo>
                  <a:lnTo>
                    <a:pt x="80997" y="34259"/>
                  </a:lnTo>
                  <a:lnTo>
                    <a:pt x="81184" y="34528"/>
                  </a:lnTo>
                  <a:lnTo>
                    <a:pt x="81371" y="34797"/>
                  </a:lnTo>
                  <a:lnTo>
                    <a:pt x="81558" y="35066"/>
                  </a:lnTo>
                  <a:lnTo>
                    <a:pt x="81745" y="35335"/>
                  </a:lnTo>
                  <a:lnTo>
                    <a:pt x="81932" y="35604"/>
                  </a:lnTo>
                  <a:lnTo>
                    <a:pt x="82118" y="35873"/>
                  </a:lnTo>
                  <a:lnTo>
                    <a:pt x="82305" y="36273"/>
                  </a:lnTo>
                  <a:lnTo>
                    <a:pt x="82492" y="36696"/>
                  </a:lnTo>
                  <a:lnTo>
                    <a:pt x="82679" y="37118"/>
                  </a:lnTo>
                  <a:lnTo>
                    <a:pt x="82866" y="37541"/>
                  </a:lnTo>
                  <a:lnTo>
                    <a:pt x="83053" y="37957"/>
                  </a:lnTo>
                  <a:lnTo>
                    <a:pt x="83240" y="38380"/>
                  </a:lnTo>
                  <a:lnTo>
                    <a:pt x="83305" y="3847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098256" y="6337355"/>
              <a:ext cx="37320" cy="16789"/>
            </a:xfrm>
            <a:custGeom>
              <a:avLst/>
              <a:pathLst>
                <a:path w="37320" h="16789">
                  <a:moveTo>
                    <a:pt x="0" y="16789"/>
                  </a:moveTo>
                  <a:lnTo>
                    <a:pt x="2" y="16780"/>
                  </a:lnTo>
                  <a:lnTo>
                    <a:pt x="189" y="16008"/>
                  </a:lnTo>
                  <a:lnTo>
                    <a:pt x="375" y="15244"/>
                  </a:lnTo>
                  <a:lnTo>
                    <a:pt x="562" y="14713"/>
                  </a:lnTo>
                  <a:lnTo>
                    <a:pt x="749" y="14411"/>
                  </a:lnTo>
                  <a:lnTo>
                    <a:pt x="936" y="14073"/>
                  </a:lnTo>
                  <a:lnTo>
                    <a:pt x="1123" y="13846"/>
                  </a:lnTo>
                  <a:lnTo>
                    <a:pt x="1310" y="13707"/>
                  </a:lnTo>
                  <a:lnTo>
                    <a:pt x="1497" y="13604"/>
                  </a:lnTo>
                  <a:lnTo>
                    <a:pt x="1684" y="13645"/>
                  </a:lnTo>
                  <a:lnTo>
                    <a:pt x="1871" y="13641"/>
                  </a:lnTo>
                  <a:lnTo>
                    <a:pt x="2058" y="13607"/>
                  </a:lnTo>
                  <a:lnTo>
                    <a:pt x="2245" y="13533"/>
                  </a:lnTo>
                  <a:lnTo>
                    <a:pt x="2432" y="13424"/>
                  </a:lnTo>
                  <a:lnTo>
                    <a:pt x="2619" y="13174"/>
                  </a:lnTo>
                  <a:lnTo>
                    <a:pt x="2805" y="12842"/>
                  </a:lnTo>
                  <a:lnTo>
                    <a:pt x="2992" y="12534"/>
                  </a:lnTo>
                  <a:lnTo>
                    <a:pt x="3179" y="12142"/>
                  </a:lnTo>
                  <a:lnTo>
                    <a:pt x="3366" y="11640"/>
                  </a:lnTo>
                  <a:lnTo>
                    <a:pt x="3553" y="11218"/>
                  </a:lnTo>
                  <a:lnTo>
                    <a:pt x="3740" y="10703"/>
                  </a:lnTo>
                  <a:lnTo>
                    <a:pt x="3927" y="10260"/>
                  </a:lnTo>
                  <a:lnTo>
                    <a:pt x="4114" y="9886"/>
                  </a:lnTo>
                  <a:lnTo>
                    <a:pt x="4301" y="9611"/>
                  </a:lnTo>
                  <a:lnTo>
                    <a:pt x="4488" y="9396"/>
                  </a:lnTo>
                  <a:lnTo>
                    <a:pt x="4675" y="9231"/>
                  </a:lnTo>
                  <a:lnTo>
                    <a:pt x="4862" y="9003"/>
                  </a:lnTo>
                  <a:lnTo>
                    <a:pt x="5048" y="8723"/>
                  </a:lnTo>
                  <a:lnTo>
                    <a:pt x="5235" y="8484"/>
                  </a:lnTo>
                  <a:lnTo>
                    <a:pt x="5422" y="8296"/>
                  </a:lnTo>
                  <a:lnTo>
                    <a:pt x="5609" y="8051"/>
                  </a:lnTo>
                  <a:lnTo>
                    <a:pt x="5796" y="8033"/>
                  </a:lnTo>
                  <a:lnTo>
                    <a:pt x="5983" y="8119"/>
                  </a:lnTo>
                  <a:lnTo>
                    <a:pt x="6170" y="8150"/>
                  </a:lnTo>
                  <a:lnTo>
                    <a:pt x="6357" y="8277"/>
                  </a:lnTo>
                  <a:lnTo>
                    <a:pt x="6544" y="8454"/>
                  </a:lnTo>
                  <a:lnTo>
                    <a:pt x="6731" y="8657"/>
                  </a:lnTo>
                  <a:lnTo>
                    <a:pt x="6918" y="8866"/>
                  </a:lnTo>
                  <a:lnTo>
                    <a:pt x="7105" y="8945"/>
                  </a:lnTo>
                  <a:lnTo>
                    <a:pt x="7292" y="8944"/>
                  </a:lnTo>
                  <a:lnTo>
                    <a:pt x="7478" y="9012"/>
                  </a:lnTo>
                  <a:lnTo>
                    <a:pt x="7665" y="9165"/>
                  </a:lnTo>
                  <a:lnTo>
                    <a:pt x="7852" y="9510"/>
                  </a:lnTo>
                  <a:lnTo>
                    <a:pt x="8039" y="9869"/>
                  </a:lnTo>
                  <a:lnTo>
                    <a:pt x="8226" y="10317"/>
                  </a:lnTo>
                  <a:lnTo>
                    <a:pt x="8413" y="10940"/>
                  </a:lnTo>
                  <a:lnTo>
                    <a:pt x="8600" y="11417"/>
                  </a:lnTo>
                  <a:lnTo>
                    <a:pt x="8787" y="11388"/>
                  </a:lnTo>
                  <a:lnTo>
                    <a:pt x="8974" y="11498"/>
                  </a:lnTo>
                  <a:lnTo>
                    <a:pt x="9161" y="11600"/>
                  </a:lnTo>
                  <a:lnTo>
                    <a:pt x="9348" y="11724"/>
                  </a:lnTo>
                  <a:lnTo>
                    <a:pt x="9535" y="11672"/>
                  </a:lnTo>
                  <a:lnTo>
                    <a:pt x="9722" y="11518"/>
                  </a:lnTo>
                  <a:lnTo>
                    <a:pt x="9908" y="11383"/>
                  </a:lnTo>
                  <a:lnTo>
                    <a:pt x="10095" y="11136"/>
                  </a:lnTo>
                  <a:lnTo>
                    <a:pt x="10282" y="10791"/>
                  </a:lnTo>
                  <a:lnTo>
                    <a:pt x="10469" y="10431"/>
                  </a:lnTo>
                  <a:lnTo>
                    <a:pt x="10656" y="10000"/>
                  </a:lnTo>
                  <a:lnTo>
                    <a:pt x="10843" y="9515"/>
                  </a:lnTo>
                  <a:lnTo>
                    <a:pt x="11030" y="8922"/>
                  </a:lnTo>
                  <a:lnTo>
                    <a:pt x="11217" y="8317"/>
                  </a:lnTo>
                  <a:lnTo>
                    <a:pt x="11404" y="7680"/>
                  </a:lnTo>
                  <a:lnTo>
                    <a:pt x="11591" y="7107"/>
                  </a:lnTo>
                  <a:lnTo>
                    <a:pt x="11778" y="6487"/>
                  </a:lnTo>
                  <a:lnTo>
                    <a:pt x="11965" y="5850"/>
                  </a:lnTo>
                  <a:lnTo>
                    <a:pt x="12151" y="5315"/>
                  </a:lnTo>
                  <a:lnTo>
                    <a:pt x="12338" y="4919"/>
                  </a:lnTo>
                  <a:lnTo>
                    <a:pt x="12525" y="4634"/>
                  </a:lnTo>
                  <a:lnTo>
                    <a:pt x="12712" y="4312"/>
                  </a:lnTo>
                  <a:lnTo>
                    <a:pt x="12899" y="4043"/>
                  </a:lnTo>
                  <a:lnTo>
                    <a:pt x="13086" y="3761"/>
                  </a:lnTo>
                  <a:lnTo>
                    <a:pt x="13273" y="3490"/>
                  </a:lnTo>
                  <a:lnTo>
                    <a:pt x="13460" y="3365"/>
                  </a:lnTo>
                  <a:lnTo>
                    <a:pt x="13647" y="3272"/>
                  </a:lnTo>
                  <a:lnTo>
                    <a:pt x="13834" y="3287"/>
                  </a:lnTo>
                  <a:lnTo>
                    <a:pt x="14021" y="3302"/>
                  </a:lnTo>
                  <a:lnTo>
                    <a:pt x="14208" y="3336"/>
                  </a:lnTo>
                  <a:lnTo>
                    <a:pt x="14395" y="3350"/>
                  </a:lnTo>
                  <a:lnTo>
                    <a:pt x="14581" y="3248"/>
                  </a:lnTo>
                  <a:lnTo>
                    <a:pt x="14768" y="3105"/>
                  </a:lnTo>
                  <a:lnTo>
                    <a:pt x="14955" y="2877"/>
                  </a:lnTo>
                  <a:lnTo>
                    <a:pt x="15142" y="2707"/>
                  </a:lnTo>
                  <a:lnTo>
                    <a:pt x="15329" y="2545"/>
                  </a:lnTo>
                  <a:lnTo>
                    <a:pt x="15516" y="2452"/>
                  </a:lnTo>
                  <a:lnTo>
                    <a:pt x="15703" y="2520"/>
                  </a:lnTo>
                  <a:lnTo>
                    <a:pt x="15890" y="2664"/>
                  </a:lnTo>
                  <a:lnTo>
                    <a:pt x="16077" y="2819"/>
                  </a:lnTo>
                  <a:lnTo>
                    <a:pt x="16264" y="2973"/>
                  </a:lnTo>
                  <a:lnTo>
                    <a:pt x="16451" y="3152"/>
                  </a:lnTo>
                  <a:lnTo>
                    <a:pt x="16638" y="3326"/>
                  </a:lnTo>
                  <a:lnTo>
                    <a:pt x="16825" y="3486"/>
                  </a:lnTo>
                  <a:lnTo>
                    <a:pt x="17011" y="3552"/>
                  </a:lnTo>
                  <a:lnTo>
                    <a:pt x="17198" y="3687"/>
                  </a:lnTo>
                  <a:lnTo>
                    <a:pt x="17385" y="3818"/>
                  </a:lnTo>
                  <a:lnTo>
                    <a:pt x="17572" y="3994"/>
                  </a:lnTo>
                  <a:lnTo>
                    <a:pt x="17759" y="4424"/>
                  </a:lnTo>
                  <a:lnTo>
                    <a:pt x="17946" y="4794"/>
                  </a:lnTo>
                  <a:lnTo>
                    <a:pt x="18133" y="5082"/>
                  </a:lnTo>
                  <a:lnTo>
                    <a:pt x="18320" y="5316"/>
                  </a:lnTo>
                  <a:lnTo>
                    <a:pt x="18507" y="5452"/>
                  </a:lnTo>
                  <a:lnTo>
                    <a:pt x="18694" y="5533"/>
                  </a:lnTo>
                  <a:lnTo>
                    <a:pt x="18881" y="5441"/>
                  </a:lnTo>
                  <a:lnTo>
                    <a:pt x="19068" y="5349"/>
                  </a:lnTo>
                  <a:lnTo>
                    <a:pt x="19254" y="5257"/>
                  </a:lnTo>
                  <a:lnTo>
                    <a:pt x="19441" y="5142"/>
                  </a:lnTo>
                  <a:lnTo>
                    <a:pt x="19628" y="4930"/>
                  </a:lnTo>
                  <a:lnTo>
                    <a:pt x="19815" y="4820"/>
                  </a:lnTo>
                  <a:lnTo>
                    <a:pt x="20002" y="4757"/>
                  </a:lnTo>
                  <a:lnTo>
                    <a:pt x="20189" y="4756"/>
                  </a:lnTo>
                  <a:lnTo>
                    <a:pt x="20376" y="4720"/>
                  </a:lnTo>
                  <a:lnTo>
                    <a:pt x="20563" y="4390"/>
                  </a:lnTo>
                  <a:lnTo>
                    <a:pt x="20750" y="3862"/>
                  </a:lnTo>
                  <a:lnTo>
                    <a:pt x="20937" y="3530"/>
                  </a:lnTo>
                  <a:lnTo>
                    <a:pt x="21124" y="3242"/>
                  </a:lnTo>
                  <a:lnTo>
                    <a:pt x="21311" y="3030"/>
                  </a:lnTo>
                  <a:lnTo>
                    <a:pt x="21498" y="2632"/>
                  </a:lnTo>
                  <a:lnTo>
                    <a:pt x="21684" y="2234"/>
                  </a:lnTo>
                  <a:lnTo>
                    <a:pt x="21871" y="1844"/>
                  </a:lnTo>
                  <a:lnTo>
                    <a:pt x="22058" y="1454"/>
                  </a:lnTo>
                  <a:lnTo>
                    <a:pt x="22245" y="1097"/>
                  </a:lnTo>
                  <a:lnTo>
                    <a:pt x="22432" y="872"/>
                  </a:lnTo>
                  <a:lnTo>
                    <a:pt x="22619" y="648"/>
                  </a:lnTo>
                  <a:lnTo>
                    <a:pt x="22806" y="423"/>
                  </a:lnTo>
                  <a:lnTo>
                    <a:pt x="22993" y="79"/>
                  </a:lnTo>
                  <a:lnTo>
                    <a:pt x="23180" y="0"/>
                  </a:lnTo>
                  <a:lnTo>
                    <a:pt x="23367" y="22"/>
                  </a:lnTo>
                  <a:lnTo>
                    <a:pt x="23554" y="273"/>
                  </a:lnTo>
                  <a:lnTo>
                    <a:pt x="23741" y="487"/>
                  </a:lnTo>
                  <a:lnTo>
                    <a:pt x="23927" y="677"/>
                  </a:lnTo>
                  <a:lnTo>
                    <a:pt x="24114" y="776"/>
                  </a:lnTo>
                  <a:lnTo>
                    <a:pt x="24301" y="1066"/>
                  </a:lnTo>
                  <a:lnTo>
                    <a:pt x="24488" y="1385"/>
                  </a:lnTo>
                  <a:lnTo>
                    <a:pt x="24675" y="1680"/>
                  </a:lnTo>
                  <a:lnTo>
                    <a:pt x="24862" y="1971"/>
                  </a:lnTo>
                  <a:lnTo>
                    <a:pt x="25049" y="2231"/>
                  </a:lnTo>
                  <a:lnTo>
                    <a:pt x="25236" y="2446"/>
                  </a:lnTo>
                  <a:lnTo>
                    <a:pt x="25423" y="2661"/>
                  </a:lnTo>
                  <a:lnTo>
                    <a:pt x="25610" y="2877"/>
                  </a:lnTo>
                  <a:lnTo>
                    <a:pt x="25797" y="3121"/>
                  </a:lnTo>
                  <a:lnTo>
                    <a:pt x="25984" y="3290"/>
                  </a:lnTo>
                  <a:lnTo>
                    <a:pt x="26171" y="3502"/>
                  </a:lnTo>
                  <a:lnTo>
                    <a:pt x="26357" y="3540"/>
                  </a:lnTo>
                  <a:lnTo>
                    <a:pt x="26544" y="3399"/>
                  </a:lnTo>
                  <a:lnTo>
                    <a:pt x="26731" y="2987"/>
                  </a:lnTo>
                  <a:lnTo>
                    <a:pt x="26918" y="2575"/>
                  </a:lnTo>
                  <a:lnTo>
                    <a:pt x="27105" y="2429"/>
                  </a:lnTo>
                  <a:lnTo>
                    <a:pt x="27292" y="2305"/>
                  </a:lnTo>
                  <a:lnTo>
                    <a:pt x="27479" y="2226"/>
                  </a:lnTo>
                  <a:lnTo>
                    <a:pt x="27666" y="2375"/>
                  </a:lnTo>
                  <a:lnTo>
                    <a:pt x="27853" y="2571"/>
                  </a:lnTo>
                  <a:lnTo>
                    <a:pt x="28040" y="2840"/>
                  </a:lnTo>
                  <a:lnTo>
                    <a:pt x="28227" y="3109"/>
                  </a:lnTo>
                  <a:lnTo>
                    <a:pt x="28414" y="3378"/>
                  </a:lnTo>
                  <a:lnTo>
                    <a:pt x="28601" y="3800"/>
                  </a:lnTo>
                  <a:lnTo>
                    <a:pt x="28787" y="4223"/>
                  </a:lnTo>
                  <a:lnTo>
                    <a:pt x="28974" y="4645"/>
                  </a:lnTo>
                  <a:lnTo>
                    <a:pt x="29161" y="5062"/>
                  </a:lnTo>
                  <a:lnTo>
                    <a:pt x="29348" y="5478"/>
                  </a:lnTo>
                  <a:lnTo>
                    <a:pt x="29535" y="5894"/>
                  </a:lnTo>
                  <a:lnTo>
                    <a:pt x="29722" y="6310"/>
                  </a:lnTo>
                  <a:lnTo>
                    <a:pt x="29909" y="6732"/>
                  </a:lnTo>
                  <a:lnTo>
                    <a:pt x="30096" y="7155"/>
                  </a:lnTo>
                  <a:lnTo>
                    <a:pt x="30283" y="7556"/>
                  </a:lnTo>
                  <a:lnTo>
                    <a:pt x="30470" y="7825"/>
                  </a:lnTo>
                  <a:lnTo>
                    <a:pt x="30657" y="8093"/>
                  </a:lnTo>
                  <a:lnTo>
                    <a:pt x="30844" y="8362"/>
                  </a:lnTo>
                  <a:lnTo>
                    <a:pt x="31030" y="8631"/>
                  </a:lnTo>
                  <a:lnTo>
                    <a:pt x="31217" y="8900"/>
                  </a:lnTo>
                  <a:lnTo>
                    <a:pt x="31404" y="9147"/>
                  </a:lnTo>
                  <a:lnTo>
                    <a:pt x="31591" y="9394"/>
                  </a:lnTo>
                  <a:lnTo>
                    <a:pt x="31778" y="9617"/>
                  </a:lnTo>
                  <a:lnTo>
                    <a:pt x="31965" y="9617"/>
                  </a:lnTo>
                  <a:lnTo>
                    <a:pt x="32152" y="9617"/>
                  </a:lnTo>
                  <a:lnTo>
                    <a:pt x="32339" y="9617"/>
                  </a:lnTo>
                  <a:lnTo>
                    <a:pt x="32526" y="9617"/>
                  </a:lnTo>
                  <a:lnTo>
                    <a:pt x="32713" y="9617"/>
                  </a:lnTo>
                  <a:lnTo>
                    <a:pt x="32900" y="9617"/>
                  </a:lnTo>
                  <a:lnTo>
                    <a:pt x="33087" y="9617"/>
                  </a:lnTo>
                  <a:lnTo>
                    <a:pt x="33274" y="9617"/>
                  </a:lnTo>
                  <a:lnTo>
                    <a:pt x="33460" y="9617"/>
                  </a:lnTo>
                  <a:lnTo>
                    <a:pt x="33647" y="9617"/>
                  </a:lnTo>
                  <a:lnTo>
                    <a:pt x="33834" y="9617"/>
                  </a:lnTo>
                  <a:lnTo>
                    <a:pt x="34021" y="9617"/>
                  </a:lnTo>
                  <a:lnTo>
                    <a:pt x="34208" y="9617"/>
                  </a:lnTo>
                  <a:lnTo>
                    <a:pt x="34395" y="9837"/>
                  </a:lnTo>
                  <a:lnTo>
                    <a:pt x="34582" y="10084"/>
                  </a:lnTo>
                  <a:lnTo>
                    <a:pt x="34769" y="10317"/>
                  </a:lnTo>
                  <a:lnTo>
                    <a:pt x="34956" y="10645"/>
                  </a:lnTo>
                  <a:lnTo>
                    <a:pt x="35143" y="10965"/>
                  </a:lnTo>
                  <a:lnTo>
                    <a:pt x="35330" y="11286"/>
                  </a:lnTo>
                  <a:lnTo>
                    <a:pt x="35517" y="11606"/>
                  </a:lnTo>
                  <a:lnTo>
                    <a:pt x="35703" y="11927"/>
                  </a:lnTo>
                  <a:lnTo>
                    <a:pt x="35890" y="12247"/>
                  </a:lnTo>
                  <a:lnTo>
                    <a:pt x="36077" y="12749"/>
                  </a:lnTo>
                  <a:lnTo>
                    <a:pt x="36264" y="13400"/>
                  </a:lnTo>
                  <a:lnTo>
                    <a:pt x="36451" y="14050"/>
                  </a:lnTo>
                  <a:lnTo>
                    <a:pt x="36638" y="14701"/>
                  </a:lnTo>
                  <a:lnTo>
                    <a:pt x="36825" y="15323"/>
                  </a:lnTo>
                  <a:lnTo>
                    <a:pt x="37012" y="15878"/>
                  </a:lnTo>
                  <a:lnTo>
                    <a:pt x="37199" y="16441"/>
                  </a:lnTo>
                  <a:lnTo>
                    <a:pt x="37320" y="1678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137460" y="6353928"/>
              <a:ext cx="816" cy="216"/>
            </a:xfrm>
            <a:custGeom>
              <a:avLst/>
              <a:pathLst>
                <a:path w="816" h="216">
                  <a:moveTo>
                    <a:pt x="0" y="216"/>
                  </a:moveTo>
                  <a:lnTo>
                    <a:pt x="52" y="171"/>
                  </a:lnTo>
                  <a:lnTo>
                    <a:pt x="238" y="40"/>
                  </a:lnTo>
                  <a:lnTo>
                    <a:pt x="425" y="0"/>
                  </a:lnTo>
                  <a:lnTo>
                    <a:pt x="612" y="108"/>
                  </a:lnTo>
                  <a:lnTo>
                    <a:pt x="799" y="201"/>
                  </a:lnTo>
                  <a:lnTo>
                    <a:pt x="816" y="21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237616" y="6302824"/>
              <a:ext cx="46317" cy="51320"/>
            </a:xfrm>
            <a:custGeom>
              <a:avLst/>
              <a:pathLst>
                <a:path w="46317" h="51320">
                  <a:moveTo>
                    <a:pt x="0" y="51320"/>
                  </a:moveTo>
                  <a:lnTo>
                    <a:pt x="85" y="51024"/>
                  </a:lnTo>
                  <a:lnTo>
                    <a:pt x="272" y="50443"/>
                  </a:lnTo>
                  <a:lnTo>
                    <a:pt x="459" y="49861"/>
                  </a:lnTo>
                  <a:lnTo>
                    <a:pt x="646" y="49157"/>
                  </a:lnTo>
                  <a:lnTo>
                    <a:pt x="833" y="48410"/>
                  </a:lnTo>
                  <a:lnTo>
                    <a:pt x="1020" y="47575"/>
                  </a:lnTo>
                  <a:lnTo>
                    <a:pt x="1206" y="46739"/>
                  </a:lnTo>
                  <a:lnTo>
                    <a:pt x="1393" y="45866"/>
                  </a:lnTo>
                  <a:lnTo>
                    <a:pt x="1580" y="44962"/>
                  </a:lnTo>
                  <a:lnTo>
                    <a:pt x="1767" y="44128"/>
                  </a:lnTo>
                  <a:lnTo>
                    <a:pt x="1954" y="43369"/>
                  </a:lnTo>
                  <a:lnTo>
                    <a:pt x="2141" y="42817"/>
                  </a:lnTo>
                  <a:lnTo>
                    <a:pt x="2328" y="42426"/>
                  </a:lnTo>
                  <a:lnTo>
                    <a:pt x="2515" y="42191"/>
                  </a:lnTo>
                  <a:lnTo>
                    <a:pt x="2702" y="42030"/>
                  </a:lnTo>
                  <a:lnTo>
                    <a:pt x="2889" y="41842"/>
                  </a:lnTo>
                  <a:lnTo>
                    <a:pt x="3076" y="41785"/>
                  </a:lnTo>
                  <a:lnTo>
                    <a:pt x="3263" y="41735"/>
                  </a:lnTo>
                  <a:lnTo>
                    <a:pt x="3450" y="41809"/>
                  </a:lnTo>
                  <a:lnTo>
                    <a:pt x="3636" y="41929"/>
                  </a:lnTo>
                  <a:lnTo>
                    <a:pt x="3823" y="41941"/>
                  </a:lnTo>
                  <a:lnTo>
                    <a:pt x="4010" y="41919"/>
                  </a:lnTo>
                  <a:lnTo>
                    <a:pt x="4197" y="41920"/>
                  </a:lnTo>
                  <a:lnTo>
                    <a:pt x="4384" y="41919"/>
                  </a:lnTo>
                  <a:lnTo>
                    <a:pt x="4571" y="41844"/>
                  </a:lnTo>
                  <a:lnTo>
                    <a:pt x="4758" y="41645"/>
                  </a:lnTo>
                  <a:lnTo>
                    <a:pt x="4945" y="41314"/>
                  </a:lnTo>
                  <a:lnTo>
                    <a:pt x="5132" y="40844"/>
                  </a:lnTo>
                  <a:lnTo>
                    <a:pt x="5319" y="40174"/>
                  </a:lnTo>
                  <a:lnTo>
                    <a:pt x="5506" y="39417"/>
                  </a:lnTo>
                  <a:lnTo>
                    <a:pt x="5693" y="38708"/>
                  </a:lnTo>
                  <a:lnTo>
                    <a:pt x="5880" y="38032"/>
                  </a:lnTo>
                  <a:lnTo>
                    <a:pt x="6066" y="37378"/>
                  </a:lnTo>
                  <a:lnTo>
                    <a:pt x="6253" y="36749"/>
                  </a:lnTo>
                  <a:lnTo>
                    <a:pt x="6440" y="35950"/>
                  </a:lnTo>
                  <a:lnTo>
                    <a:pt x="6627" y="35157"/>
                  </a:lnTo>
                  <a:lnTo>
                    <a:pt x="6814" y="34357"/>
                  </a:lnTo>
                  <a:lnTo>
                    <a:pt x="7001" y="33400"/>
                  </a:lnTo>
                  <a:lnTo>
                    <a:pt x="7188" y="32214"/>
                  </a:lnTo>
                  <a:lnTo>
                    <a:pt x="7375" y="30772"/>
                  </a:lnTo>
                  <a:lnTo>
                    <a:pt x="7562" y="29070"/>
                  </a:lnTo>
                  <a:lnTo>
                    <a:pt x="7749" y="27356"/>
                  </a:lnTo>
                  <a:lnTo>
                    <a:pt x="7936" y="25438"/>
                  </a:lnTo>
                  <a:lnTo>
                    <a:pt x="8123" y="23536"/>
                  </a:lnTo>
                  <a:lnTo>
                    <a:pt x="8309" y="21602"/>
                  </a:lnTo>
                  <a:lnTo>
                    <a:pt x="8496" y="19596"/>
                  </a:lnTo>
                  <a:lnTo>
                    <a:pt x="8683" y="18290"/>
                  </a:lnTo>
                  <a:lnTo>
                    <a:pt x="8870" y="16996"/>
                  </a:lnTo>
                  <a:lnTo>
                    <a:pt x="9057" y="14695"/>
                  </a:lnTo>
                  <a:lnTo>
                    <a:pt x="9244" y="13353"/>
                  </a:lnTo>
                  <a:lnTo>
                    <a:pt x="9431" y="12026"/>
                  </a:lnTo>
                  <a:lnTo>
                    <a:pt x="9618" y="11432"/>
                  </a:lnTo>
                  <a:lnTo>
                    <a:pt x="9805" y="11191"/>
                  </a:lnTo>
                  <a:lnTo>
                    <a:pt x="9992" y="11042"/>
                  </a:lnTo>
                  <a:lnTo>
                    <a:pt x="10179" y="10943"/>
                  </a:lnTo>
                  <a:lnTo>
                    <a:pt x="10366" y="10826"/>
                  </a:lnTo>
                  <a:lnTo>
                    <a:pt x="10553" y="10559"/>
                  </a:lnTo>
                  <a:lnTo>
                    <a:pt x="10739" y="10204"/>
                  </a:lnTo>
                  <a:lnTo>
                    <a:pt x="10926" y="9657"/>
                  </a:lnTo>
                  <a:lnTo>
                    <a:pt x="11113" y="9165"/>
                  </a:lnTo>
                  <a:lnTo>
                    <a:pt x="11300" y="8839"/>
                  </a:lnTo>
                  <a:lnTo>
                    <a:pt x="11487" y="8526"/>
                  </a:lnTo>
                  <a:lnTo>
                    <a:pt x="11674" y="8379"/>
                  </a:lnTo>
                  <a:lnTo>
                    <a:pt x="11861" y="8375"/>
                  </a:lnTo>
                  <a:lnTo>
                    <a:pt x="12048" y="8359"/>
                  </a:lnTo>
                  <a:lnTo>
                    <a:pt x="12235" y="8329"/>
                  </a:lnTo>
                  <a:lnTo>
                    <a:pt x="12422" y="8289"/>
                  </a:lnTo>
                  <a:lnTo>
                    <a:pt x="12609" y="8121"/>
                  </a:lnTo>
                  <a:lnTo>
                    <a:pt x="12796" y="7991"/>
                  </a:lnTo>
                  <a:lnTo>
                    <a:pt x="12982" y="7642"/>
                  </a:lnTo>
                  <a:lnTo>
                    <a:pt x="13169" y="7272"/>
                  </a:lnTo>
                  <a:lnTo>
                    <a:pt x="13356" y="6954"/>
                  </a:lnTo>
                  <a:lnTo>
                    <a:pt x="13543" y="6760"/>
                  </a:lnTo>
                  <a:lnTo>
                    <a:pt x="13730" y="6608"/>
                  </a:lnTo>
                  <a:lnTo>
                    <a:pt x="13917" y="6381"/>
                  </a:lnTo>
                  <a:lnTo>
                    <a:pt x="14104" y="6189"/>
                  </a:lnTo>
                  <a:lnTo>
                    <a:pt x="14291" y="6011"/>
                  </a:lnTo>
                  <a:lnTo>
                    <a:pt x="14478" y="5696"/>
                  </a:lnTo>
                  <a:lnTo>
                    <a:pt x="14665" y="5366"/>
                  </a:lnTo>
                  <a:lnTo>
                    <a:pt x="14852" y="4899"/>
                  </a:lnTo>
                  <a:lnTo>
                    <a:pt x="15039" y="4361"/>
                  </a:lnTo>
                  <a:lnTo>
                    <a:pt x="15226" y="3807"/>
                  </a:lnTo>
                  <a:lnTo>
                    <a:pt x="15412" y="3295"/>
                  </a:lnTo>
                  <a:lnTo>
                    <a:pt x="15599" y="2735"/>
                  </a:lnTo>
                  <a:lnTo>
                    <a:pt x="15786" y="2351"/>
                  </a:lnTo>
                  <a:lnTo>
                    <a:pt x="15973" y="2067"/>
                  </a:lnTo>
                  <a:lnTo>
                    <a:pt x="16160" y="1715"/>
                  </a:lnTo>
                  <a:lnTo>
                    <a:pt x="16347" y="1442"/>
                  </a:lnTo>
                  <a:lnTo>
                    <a:pt x="16534" y="1199"/>
                  </a:lnTo>
                  <a:lnTo>
                    <a:pt x="16721" y="1008"/>
                  </a:lnTo>
                  <a:lnTo>
                    <a:pt x="16908" y="791"/>
                  </a:lnTo>
                  <a:lnTo>
                    <a:pt x="17095" y="500"/>
                  </a:lnTo>
                  <a:lnTo>
                    <a:pt x="17282" y="401"/>
                  </a:lnTo>
                  <a:lnTo>
                    <a:pt x="17469" y="328"/>
                  </a:lnTo>
                  <a:lnTo>
                    <a:pt x="17656" y="228"/>
                  </a:lnTo>
                  <a:lnTo>
                    <a:pt x="17842" y="120"/>
                  </a:lnTo>
                  <a:lnTo>
                    <a:pt x="18029" y="64"/>
                  </a:lnTo>
                  <a:lnTo>
                    <a:pt x="18216" y="0"/>
                  </a:lnTo>
                  <a:lnTo>
                    <a:pt x="18403" y="63"/>
                  </a:lnTo>
                  <a:lnTo>
                    <a:pt x="18590" y="151"/>
                  </a:lnTo>
                  <a:lnTo>
                    <a:pt x="18777" y="312"/>
                  </a:lnTo>
                  <a:lnTo>
                    <a:pt x="18964" y="496"/>
                  </a:lnTo>
                  <a:lnTo>
                    <a:pt x="19151" y="680"/>
                  </a:lnTo>
                  <a:lnTo>
                    <a:pt x="19338" y="798"/>
                  </a:lnTo>
                  <a:lnTo>
                    <a:pt x="19525" y="1131"/>
                  </a:lnTo>
                  <a:lnTo>
                    <a:pt x="19712" y="1374"/>
                  </a:lnTo>
                  <a:lnTo>
                    <a:pt x="19899" y="1454"/>
                  </a:lnTo>
                  <a:lnTo>
                    <a:pt x="20085" y="1366"/>
                  </a:lnTo>
                  <a:lnTo>
                    <a:pt x="20272" y="1368"/>
                  </a:lnTo>
                  <a:lnTo>
                    <a:pt x="20459" y="1377"/>
                  </a:lnTo>
                  <a:lnTo>
                    <a:pt x="20646" y="1420"/>
                  </a:lnTo>
                  <a:lnTo>
                    <a:pt x="20833" y="1511"/>
                  </a:lnTo>
                  <a:lnTo>
                    <a:pt x="21020" y="2047"/>
                  </a:lnTo>
                  <a:lnTo>
                    <a:pt x="21207" y="2410"/>
                  </a:lnTo>
                  <a:lnTo>
                    <a:pt x="21394" y="2576"/>
                  </a:lnTo>
                  <a:lnTo>
                    <a:pt x="21581" y="2617"/>
                  </a:lnTo>
                  <a:lnTo>
                    <a:pt x="21768" y="2617"/>
                  </a:lnTo>
                  <a:lnTo>
                    <a:pt x="21955" y="2617"/>
                  </a:lnTo>
                  <a:lnTo>
                    <a:pt x="22142" y="2617"/>
                  </a:lnTo>
                  <a:lnTo>
                    <a:pt x="22329" y="2691"/>
                  </a:lnTo>
                  <a:lnTo>
                    <a:pt x="22515" y="3076"/>
                  </a:lnTo>
                  <a:lnTo>
                    <a:pt x="22702" y="3488"/>
                  </a:lnTo>
                  <a:lnTo>
                    <a:pt x="22889" y="3885"/>
                  </a:lnTo>
                  <a:lnTo>
                    <a:pt x="23076" y="4154"/>
                  </a:lnTo>
                  <a:lnTo>
                    <a:pt x="23263" y="4423"/>
                  </a:lnTo>
                  <a:lnTo>
                    <a:pt x="23450" y="4692"/>
                  </a:lnTo>
                  <a:lnTo>
                    <a:pt x="23637" y="4961"/>
                  </a:lnTo>
                  <a:lnTo>
                    <a:pt x="23824" y="5230"/>
                  </a:lnTo>
                  <a:lnTo>
                    <a:pt x="24011" y="5499"/>
                  </a:lnTo>
                  <a:lnTo>
                    <a:pt x="24198" y="5767"/>
                  </a:lnTo>
                  <a:lnTo>
                    <a:pt x="24385" y="6036"/>
                  </a:lnTo>
                  <a:lnTo>
                    <a:pt x="24572" y="6305"/>
                  </a:lnTo>
                  <a:lnTo>
                    <a:pt x="24759" y="6574"/>
                  </a:lnTo>
                  <a:lnTo>
                    <a:pt x="24945" y="6843"/>
                  </a:lnTo>
                  <a:lnTo>
                    <a:pt x="25132" y="7112"/>
                  </a:lnTo>
                  <a:lnTo>
                    <a:pt x="25319" y="7149"/>
                  </a:lnTo>
                  <a:lnTo>
                    <a:pt x="25506" y="7149"/>
                  </a:lnTo>
                  <a:lnTo>
                    <a:pt x="25693" y="7122"/>
                  </a:lnTo>
                  <a:lnTo>
                    <a:pt x="25880" y="6875"/>
                  </a:lnTo>
                  <a:lnTo>
                    <a:pt x="26067" y="6690"/>
                  </a:lnTo>
                  <a:lnTo>
                    <a:pt x="26254" y="6550"/>
                  </a:lnTo>
                  <a:lnTo>
                    <a:pt x="26441" y="6262"/>
                  </a:lnTo>
                  <a:lnTo>
                    <a:pt x="26628" y="6015"/>
                  </a:lnTo>
                  <a:lnTo>
                    <a:pt x="26815" y="5875"/>
                  </a:lnTo>
                  <a:lnTo>
                    <a:pt x="27002" y="5448"/>
                  </a:lnTo>
                  <a:lnTo>
                    <a:pt x="27188" y="4979"/>
                  </a:lnTo>
                  <a:lnTo>
                    <a:pt x="27375" y="4563"/>
                  </a:lnTo>
                  <a:lnTo>
                    <a:pt x="27562" y="4199"/>
                  </a:lnTo>
                  <a:lnTo>
                    <a:pt x="27749" y="3836"/>
                  </a:lnTo>
                  <a:lnTo>
                    <a:pt x="27936" y="3472"/>
                  </a:lnTo>
                  <a:lnTo>
                    <a:pt x="28123" y="3098"/>
                  </a:lnTo>
                  <a:lnTo>
                    <a:pt x="28310" y="2724"/>
                  </a:lnTo>
                  <a:lnTo>
                    <a:pt x="28497" y="2350"/>
                  </a:lnTo>
                  <a:lnTo>
                    <a:pt x="28684" y="1976"/>
                  </a:lnTo>
                  <a:lnTo>
                    <a:pt x="28871" y="1555"/>
                  </a:lnTo>
                  <a:lnTo>
                    <a:pt x="29058" y="1183"/>
                  </a:lnTo>
                  <a:lnTo>
                    <a:pt x="29245" y="988"/>
                  </a:lnTo>
                  <a:lnTo>
                    <a:pt x="29432" y="1089"/>
                  </a:lnTo>
                  <a:lnTo>
                    <a:pt x="29618" y="1082"/>
                  </a:lnTo>
                  <a:lnTo>
                    <a:pt x="29805" y="1198"/>
                  </a:lnTo>
                  <a:lnTo>
                    <a:pt x="29992" y="1352"/>
                  </a:lnTo>
                  <a:lnTo>
                    <a:pt x="30179" y="1773"/>
                  </a:lnTo>
                  <a:lnTo>
                    <a:pt x="30366" y="2103"/>
                  </a:lnTo>
                  <a:lnTo>
                    <a:pt x="30553" y="2433"/>
                  </a:lnTo>
                  <a:lnTo>
                    <a:pt x="30740" y="2763"/>
                  </a:lnTo>
                  <a:lnTo>
                    <a:pt x="30927" y="3093"/>
                  </a:lnTo>
                  <a:lnTo>
                    <a:pt x="31114" y="3423"/>
                  </a:lnTo>
                  <a:lnTo>
                    <a:pt x="31301" y="3753"/>
                  </a:lnTo>
                  <a:lnTo>
                    <a:pt x="31488" y="4083"/>
                  </a:lnTo>
                  <a:lnTo>
                    <a:pt x="31675" y="4413"/>
                  </a:lnTo>
                  <a:lnTo>
                    <a:pt x="31861" y="4603"/>
                  </a:lnTo>
                  <a:lnTo>
                    <a:pt x="32048" y="4743"/>
                  </a:lnTo>
                  <a:lnTo>
                    <a:pt x="32235" y="4743"/>
                  </a:lnTo>
                  <a:lnTo>
                    <a:pt x="32422" y="4743"/>
                  </a:lnTo>
                  <a:lnTo>
                    <a:pt x="32609" y="4991"/>
                  </a:lnTo>
                  <a:lnTo>
                    <a:pt x="32796" y="5255"/>
                  </a:lnTo>
                  <a:lnTo>
                    <a:pt x="32983" y="5607"/>
                  </a:lnTo>
                  <a:lnTo>
                    <a:pt x="33170" y="6041"/>
                  </a:lnTo>
                  <a:lnTo>
                    <a:pt x="33357" y="6475"/>
                  </a:lnTo>
                  <a:lnTo>
                    <a:pt x="33544" y="6909"/>
                  </a:lnTo>
                  <a:lnTo>
                    <a:pt x="33731" y="7342"/>
                  </a:lnTo>
                  <a:lnTo>
                    <a:pt x="33918" y="7776"/>
                  </a:lnTo>
                  <a:lnTo>
                    <a:pt x="34105" y="8210"/>
                  </a:lnTo>
                  <a:lnTo>
                    <a:pt x="34291" y="8776"/>
                  </a:lnTo>
                  <a:lnTo>
                    <a:pt x="34478" y="9364"/>
                  </a:lnTo>
                  <a:lnTo>
                    <a:pt x="34665" y="10027"/>
                  </a:lnTo>
                  <a:lnTo>
                    <a:pt x="34852" y="10863"/>
                  </a:lnTo>
                  <a:lnTo>
                    <a:pt x="35039" y="11699"/>
                  </a:lnTo>
                  <a:lnTo>
                    <a:pt x="35226" y="12526"/>
                  </a:lnTo>
                  <a:lnTo>
                    <a:pt x="35413" y="13353"/>
                  </a:lnTo>
                  <a:lnTo>
                    <a:pt x="35600" y="14226"/>
                  </a:lnTo>
                  <a:lnTo>
                    <a:pt x="35787" y="15051"/>
                  </a:lnTo>
                  <a:lnTo>
                    <a:pt x="35974" y="15793"/>
                  </a:lnTo>
                  <a:lnTo>
                    <a:pt x="36161" y="16536"/>
                  </a:lnTo>
                  <a:lnTo>
                    <a:pt x="36348" y="17310"/>
                  </a:lnTo>
                  <a:lnTo>
                    <a:pt x="36535" y="18112"/>
                  </a:lnTo>
                  <a:lnTo>
                    <a:pt x="36721" y="19078"/>
                  </a:lnTo>
                  <a:lnTo>
                    <a:pt x="36908" y="20027"/>
                  </a:lnTo>
                  <a:lnTo>
                    <a:pt x="37095" y="20882"/>
                  </a:lnTo>
                  <a:lnTo>
                    <a:pt x="37282" y="21636"/>
                  </a:lnTo>
                  <a:lnTo>
                    <a:pt x="37469" y="22285"/>
                  </a:lnTo>
                  <a:lnTo>
                    <a:pt x="37656" y="22805"/>
                  </a:lnTo>
                  <a:lnTo>
                    <a:pt x="37843" y="23371"/>
                  </a:lnTo>
                  <a:lnTo>
                    <a:pt x="38030" y="24016"/>
                  </a:lnTo>
                  <a:lnTo>
                    <a:pt x="38217" y="24702"/>
                  </a:lnTo>
                  <a:lnTo>
                    <a:pt x="38404" y="25334"/>
                  </a:lnTo>
                  <a:lnTo>
                    <a:pt x="38591" y="25908"/>
                  </a:lnTo>
                  <a:lnTo>
                    <a:pt x="38778" y="26406"/>
                  </a:lnTo>
                  <a:lnTo>
                    <a:pt x="38964" y="26973"/>
                  </a:lnTo>
                  <a:lnTo>
                    <a:pt x="39151" y="27536"/>
                  </a:lnTo>
                  <a:lnTo>
                    <a:pt x="39338" y="27989"/>
                  </a:lnTo>
                  <a:lnTo>
                    <a:pt x="39525" y="28260"/>
                  </a:lnTo>
                  <a:lnTo>
                    <a:pt x="39712" y="28518"/>
                  </a:lnTo>
                  <a:lnTo>
                    <a:pt x="39899" y="28801"/>
                  </a:lnTo>
                  <a:lnTo>
                    <a:pt x="40086" y="29077"/>
                  </a:lnTo>
                  <a:lnTo>
                    <a:pt x="40273" y="29260"/>
                  </a:lnTo>
                  <a:lnTo>
                    <a:pt x="40460" y="29421"/>
                  </a:lnTo>
                  <a:lnTo>
                    <a:pt x="40647" y="29493"/>
                  </a:lnTo>
                  <a:lnTo>
                    <a:pt x="40834" y="29421"/>
                  </a:lnTo>
                  <a:lnTo>
                    <a:pt x="41021" y="29232"/>
                  </a:lnTo>
                  <a:lnTo>
                    <a:pt x="41208" y="29146"/>
                  </a:lnTo>
                  <a:lnTo>
                    <a:pt x="41394" y="29112"/>
                  </a:lnTo>
                  <a:lnTo>
                    <a:pt x="41581" y="29007"/>
                  </a:lnTo>
                  <a:lnTo>
                    <a:pt x="41768" y="28953"/>
                  </a:lnTo>
                  <a:lnTo>
                    <a:pt x="41955" y="28947"/>
                  </a:lnTo>
                  <a:lnTo>
                    <a:pt x="42142" y="29012"/>
                  </a:lnTo>
                  <a:lnTo>
                    <a:pt x="42329" y="29185"/>
                  </a:lnTo>
                  <a:lnTo>
                    <a:pt x="42516" y="29394"/>
                  </a:lnTo>
                  <a:lnTo>
                    <a:pt x="42703" y="29650"/>
                  </a:lnTo>
                  <a:lnTo>
                    <a:pt x="42890" y="29930"/>
                  </a:lnTo>
                  <a:lnTo>
                    <a:pt x="43077" y="30311"/>
                  </a:lnTo>
                  <a:lnTo>
                    <a:pt x="43264" y="30704"/>
                  </a:lnTo>
                  <a:lnTo>
                    <a:pt x="43451" y="31241"/>
                  </a:lnTo>
                  <a:lnTo>
                    <a:pt x="43638" y="31879"/>
                  </a:lnTo>
                  <a:lnTo>
                    <a:pt x="43824" y="32611"/>
                  </a:lnTo>
                  <a:lnTo>
                    <a:pt x="44011" y="33382"/>
                  </a:lnTo>
                  <a:lnTo>
                    <a:pt x="44198" y="34146"/>
                  </a:lnTo>
                  <a:lnTo>
                    <a:pt x="44385" y="35048"/>
                  </a:lnTo>
                  <a:lnTo>
                    <a:pt x="44572" y="36271"/>
                  </a:lnTo>
                  <a:lnTo>
                    <a:pt x="44759" y="37587"/>
                  </a:lnTo>
                  <a:lnTo>
                    <a:pt x="44946" y="39100"/>
                  </a:lnTo>
                  <a:lnTo>
                    <a:pt x="45133" y="40551"/>
                  </a:lnTo>
                  <a:lnTo>
                    <a:pt x="45320" y="42344"/>
                  </a:lnTo>
                  <a:lnTo>
                    <a:pt x="45507" y="44004"/>
                  </a:lnTo>
                  <a:lnTo>
                    <a:pt x="45694" y="45927"/>
                  </a:lnTo>
                  <a:lnTo>
                    <a:pt x="45881" y="47953"/>
                  </a:lnTo>
                  <a:lnTo>
                    <a:pt x="46067" y="49278"/>
                  </a:lnTo>
                  <a:lnTo>
                    <a:pt x="46254" y="50563"/>
                  </a:lnTo>
                  <a:lnTo>
                    <a:pt x="46317" y="513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310776" y="6254134"/>
              <a:ext cx="144836" cy="100009"/>
            </a:xfrm>
            <a:custGeom>
              <a:avLst/>
              <a:pathLst>
                <a:path w="144836" h="100009">
                  <a:moveTo>
                    <a:pt x="0" y="100009"/>
                  </a:moveTo>
                  <a:lnTo>
                    <a:pt x="11" y="99974"/>
                  </a:lnTo>
                  <a:lnTo>
                    <a:pt x="198" y="99396"/>
                  </a:lnTo>
                  <a:lnTo>
                    <a:pt x="385" y="98819"/>
                  </a:lnTo>
                  <a:lnTo>
                    <a:pt x="572" y="98209"/>
                  </a:lnTo>
                  <a:lnTo>
                    <a:pt x="759" y="97573"/>
                  </a:lnTo>
                  <a:lnTo>
                    <a:pt x="946" y="96936"/>
                  </a:lnTo>
                  <a:lnTo>
                    <a:pt x="1133" y="96317"/>
                  </a:lnTo>
                  <a:lnTo>
                    <a:pt x="1320" y="95793"/>
                  </a:lnTo>
                  <a:lnTo>
                    <a:pt x="1506" y="95368"/>
                  </a:lnTo>
                  <a:lnTo>
                    <a:pt x="1693" y="94968"/>
                  </a:lnTo>
                  <a:lnTo>
                    <a:pt x="1880" y="94612"/>
                  </a:lnTo>
                  <a:lnTo>
                    <a:pt x="2067" y="94211"/>
                  </a:lnTo>
                  <a:lnTo>
                    <a:pt x="2254" y="93855"/>
                  </a:lnTo>
                  <a:lnTo>
                    <a:pt x="2441" y="93500"/>
                  </a:lnTo>
                  <a:lnTo>
                    <a:pt x="2628" y="93197"/>
                  </a:lnTo>
                  <a:lnTo>
                    <a:pt x="2815" y="92953"/>
                  </a:lnTo>
                  <a:lnTo>
                    <a:pt x="3002" y="92785"/>
                  </a:lnTo>
                  <a:lnTo>
                    <a:pt x="3189" y="92548"/>
                  </a:lnTo>
                  <a:lnTo>
                    <a:pt x="3376" y="92315"/>
                  </a:lnTo>
                  <a:lnTo>
                    <a:pt x="3563" y="92193"/>
                  </a:lnTo>
                  <a:lnTo>
                    <a:pt x="3750" y="92087"/>
                  </a:lnTo>
                  <a:lnTo>
                    <a:pt x="3936" y="91994"/>
                  </a:lnTo>
                  <a:lnTo>
                    <a:pt x="4123" y="91876"/>
                  </a:lnTo>
                  <a:lnTo>
                    <a:pt x="4310" y="91765"/>
                  </a:lnTo>
                  <a:lnTo>
                    <a:pt x="4497" y="91747"/>
                  </a:lnTo>
                  <a:lnTo>
                    <a:pt x="4684" y="91751"/>
                  </a:lnTo>
                  <a:lnTo>
                    <a:pt x="4871" y="91844"/>
                  </a:lnTo>
                  <a:lnTo>
                    <a:pt x="5058" y="91957"/>
                  </a:lnTo>
                  <a:lnTo>
                    <a:pt x="5245" y="92146"/>
                  </a:lnTo>
                  <a:lnTo>
                    <a:pt x="5432" y="92364"/>
                  </a:lnTo>
                  <a:lnTo>
                    <a:pt x="5619" y="92563"/>
                  </a:lnTo>
                  <a:lnTo>
                    <a:pt x="5806" y="92834"/>
                  </a:lnTo>
                  <a:lnTo>
                    <a:pt x="5993" y="93052"/>
                  </a:lnTo>
                  <a:lnTo>
                    <a:pt x="6179" y="93331"/>
                  </a:lnTo>
                  <a:lnTo>
                    <a:pt x="6366" y="93596"/>
                  </a:lnTo>
                  <a:lnTo>
                    <a:pt x="6553" y="93893"/>
                  </a:lnTo>
                  <a:lnTo>
                    <a:pt x="6740" y="94180"/>
                  </a:lnTo>
                  <a:lnTo>
                    <a:pt x="6927" y="94418"/>
                  </a:lnTo>
                  <a:lnTo>
                    <a:pt x="7114" y="94634"/>
                  </a:lnTo>
                  <a:lnTo>
                    <a:pt x="7301" y="94772"/>
                  </a:lnTo>
                  <a:lnTo>
                    <a:pt x="7488" y="94845"/>
                  </a:lnTo>
                  <a:lnTo>
                    <a:pt x="7675" y="94888"/>
                  </a:lnTo>
                  <a:lnTo>
                    <a:pt x="7862" y="94859"/>
                  </a:lnTo>
                  <a:lnTo>
                    <a:pt x="8049" y="94820"/>
                  </a:lnTo>
                  <a:lnTo>
                    <a:pt x="8236" y="94748"/>
                  </a:lnTo>
                  <a:lnTo>
                    <a:pt x="8423" y="94689"/>
                  </a:lnTo>
                  <a:lnTo>
                    <a:pt x="8609" y="94612"/>
                  </a:lnTo>
                  <a:lnTo>
                    <a:pt x="8796" y="94551"/>
                  </a:lnTo>
                  <a:lnTo>
                    <a:pt x="8983" y="94529"/>
                  </a:lnTo>
                  <a:lnTo>
                    <a:pt x="9170" y="94497"/>
                  </a:lnTo>
                  <a:lnTo>
                    <a:pt x="9357" y="94496"/>
                  </a:lnTo>
                  <a:lnTo>
                    <a:pt x="9544" y="94357"/>
                  </a:lnTo>
                  <a:lnTo>
                    <a:pt x="9731" y="94353"/>
                  </a:lnTo>
                  <a:lnTo>
                    <a:pt x="9918" y="94234"/>
                  </a:lnTo>
                  <a:lnTo>
                    <a:pt x="10105" y="94085"/>
                  </a:lnTo>
                  <a:lnTo>
                    <a:pt x="10292" y="93937"/>
                  </a:lnTo>
                  <a:lnTo>
                    <a:pt x="10479" y="93788"/>
                  </a:lnTo>
                  <a:lnTo>
                    <a:pt x="10666" y="93603"/>
                  </a:lnTo>
                  <a:lnTo>
                    <a:pt x="10853" y="93335"/>
                  </a:lnTo>
                  <a:lnTo>
                    <a:pt x="11039" y="93066"/>
                  </a:lnTo>
                  <a:lnTo>
                    <a:pt x="11226" y="92797"/>
                  </a:lnTo>
                  <a:lnTo>
                    <a:pt x="11413" y="92528"/>
                  </a:lnTo>
                  <a:lnTo>
                    <a:pt x="11600" y="92259"/>
                  </a:lnTo>
                  <a:lnTo>
                    <a:pt x="11787" y="92012"/>
                  </a:lnTo>
                  <a:lnTo>
                    <a:pt x="11974" y="91765"/>
                  </a:lnTo>
                  <a:lnTo>
                    <a:pt x="12161" y="91639"/>
                  </a:lnTo>
                  <a:lnTo>
                    <a:pt x="12348" y="91516"/>
                  </a:lnTo>
                  <a:lnTo>
                    <a:pt x="12535" y="91367"/>
                  </a:lnTo>
                  <a:lnTo>
                    <a:pt x="12722" y="91106"/>
                  </a:lnTo>
                  <a:lnTo>
                    <a:pt x="12909" y="90866"/>
                  </a:lnTo>
                  <a:lnTo>
                    <a:pt x="13096" y="90575"/>
                  </a:lnTo>
                  <a:lnTo>
                    <a:pt x="13282" y="90177"/>
                  </a:lnTo>
                  <a:lnTo>
                    <a:pt x="13469" y="89847"/>
                  </a:lnTo>
                  <a:lnTo>
                    <a:pt x="13656" y="89517"/>
                  </a:lnTo>
                  <a:lnTo>
                    <a:pt x="13843" y="89187"/>
                  </a:lnTo>
                  <a:lnTo>
                    <a:pt x="14030" y="88857"/>
                  </a:lnTo>
                  <a:lnTo>
                    <a:pt x="14217" y="88527"/>
                  </a:lnTo>
                  <a:lnTo>
                    <a:pt x="14404" y="88198"/>
                  </a:lnTo>
                  <a:lnTo>
                    <a:pt x="14591" y="87868"/>
                  </a:lnTo>
                  <a:lnTo>
                    <a:pt x="14778" y="87439"/>
                  </a:lnTo>
                  <a:lnTo>
                    <a:pt x="14965" y="86732"/>
                  </a:lnTo>
                  <a:lnTo>
                    <a:pt x="15152" y="85962"/>
                  </a:lnTo>
                  <a:lnTo>
                    <a:pt x="15339" y="85133"/>
                  </a:lnTo>
                  <a:lnTo>
                    <a:pt x="15526" y="84251"/>
                  </a:lnTo>
                  <a:lnTo>
                    <a:pt x="15712" y="83433"/>
                  </a:lnTo>
                  <a:lnTo>
                    <a:pt x="15899" y="82610"/>
                  </a:lnTo>
                  <a:lnTo>
                    <a:pt x="16086" y="81992"/>
                  </a:lnTo>
                  <a:lnTo>
                    <a:pt x="16273" y="81497"/>
                  </a:lnTo>
                  <a:lnTo>
                    <a:pt x="16460" y="81002"/>
                  </a:lnTo>
                  <a:lnTo>
                    <a:pt x="16647" y="80507"/>
                  </a:lnTo>
                  <a:lnTo>
                    <a:pt x="16834" y="80012"/>
                  </a:lnTo>
                  <a:lnTo>
                    <a:pt x="17021" y="79649"/>
                  </a:lnTo>
                  <a:lnTo>
                    <a:pt x="17208" y="79170"/>
                  </a:lnTo>
                  <a:lnTo>
                    <a:pt x="17395" y="78791"/>
                  </a:lnTo>
                  <a:lnTo>
                    <a:pt x="17582" y="78394"/>
                  </a:lnTo>
                  <a:lnTo>
                    <a:pt x="17769" y="78221"/>
                  </a:lnTo>
                  <a:lnTo>
                    <a:pt x="17955" y="78097"/>
                  </a:lnTo>
                  <a:lnTo>
                    <a:pt x="18142" y="78097"/>
                  </a:lnTo>
                  <a:lnTo>
                    <a:pt x="18329" y="78097"/>
                  </a:lnTo>
                  <a:lnTo>
                    <a:pt x="18516" y="78097"/>
                  </a:lnTo>
                  <a:lnTo>
                    <a:pt x="18703" y="78097"/>
                  </a:lnTo>
                  <a:lnTo>
                    <a:pt x="18890" y="78097"/>
                  </a:lnTo>
                  <a:lnTo>
                    <a:pt x="19077" y="78097"/>
                  </a:lnTo>
                  <a:lnTo>
                    <a:pt x="19264" y="78097"/>
                  </a:lnTo>
                  <a:lnTo>
                    <a:pt x="19451" y="78097"/>
                  </a:lnTo>
                  <a:lnTo>
                    <a:pt x="19638" y="78097"/>
                  </a:lnTo>
                  <a:lnTo>
                    <a:pt x="19825" y="77965"/>
                  </a:lnTo>
                  <a:lnTo>
                    <a:pt x="20012" y="77949"/>
                  </a:lnTo>
                  <a:lnTo>
                    <a:pt x="20199" y="77833"/>
                  </a:lnTo>
                  <a:lnTo>
                    <a:pt x="20385" y="77833"/>
                  </a:lnTo>
                  <a:lnTo>
                    <a:pt x="20572" y="77833"/>
                  </a:lnTo>
                  <a:lnTo>
                    <a:pt x="20759" y="77833"/>
                  </a:lnTo>
                  <a:lnTo>
                    <a:pt x="20946" y="77523"/>
                  </a:lnTo>
                  <a:lnTo>
                    <a:pt x="21133" y="77111"/>
                  </a:lnTo>
                  <a:lnTo>
                    <a:pt x="21320" y="76707"/>
                  </a:lnTo>
                  <a:lnTo>
                    <a:pt x="21507" y="76394"/>
                  </a:lnTo>
                  <a:lnTo>
                    <a:pt x="21694" y="76080"/>
                  </a:lnTo>
                  <a:lnTo>
                    <a:pt x="21881" y="75766"/>
                  </a:lnTo>
                  <a:lnTo>
                    <a:pt x="22068" y="75452"/>
                  </a:lnTo>
                  <a:lnTo>
                    <a:pt x="22255" y="75122"/>
                  </a:lnTo>
                  <a:lnTo>
                    <a:pt x="22442" y="74644"/>
                  </a:lnTo>
                  <a:lnTo>
                    <a:pt x="22629" y="74243"/>
                  </a:lnTo>
                  <a:lnTo>
                    <a:pt x="22815" y="73884"/>
                  </a:lnTo>
                  <a:lnTo>
                    <a:pt x="23002" y="73628"/>
                  </a:lnTo>
                  <a:lnTo>
                    <a:pt x="23189" y="73390"/>
                  </a:lnTo>
                  <a:lnTo>
                    <a:pt x="23376" y="73152"/>
                  </a:lnTo>
                  <a:lnTo>
                    <a:pt x="23563" y="72913"/>
                  </a:lnTo>
                  <a:lnTo>
                    <a:pt x="23750" y="72790"/>
                  </a:lnTo>
                  <a:lnTo>
                    <a:pt x="23937" y="72779"/>
                  </a:lnTo>
                  <a:lnTo>
                    <a:pt x="24124" y="73225"/>
                  </a:lnTo>
                  <a:lnTo>
                    <a:pt x="24311" y="73555"/>
                  </a:lnTo>
                  <a:lnTo>
                    <a:pt x="24498" y="73885"/>
                  </a:lnTo>
                  <a:lnTo>
                    <a:pt x="24685" y="74215"/>
                  </a:lnTo>
                  <a:lnTo>
                    <a:pt x="24872" y="74611"/>
                  </a:lnTo>
                  <a:lnTo>
                    <a:pt x="25058" y="75123"/>
                  </a:lnTo>
                  <a:lnTo>
                    <a:pt x="25245" y="75403"/>
                  </a:lnTo>
                  <a:lnTo>
                    <a:pt x="25432" y="75584"/>
                  </a:lnTo>
                  <a:lnTo>
                    <a:pt x="25619" y="75802"/>
                  </a:lnTo>
                  <a:lnTo>
                    <a:pt x="25806" y="75912"/>
                  </a:lnTo>
                  <a:lnTo>
                    <a:pt x="25993" y="76004"/>
                  </a:lnTo>
                  <a:lnTo>
                    <a:pt x="26180" y="76096"/>
                  </a:lnTo>
                  <a:lnTo>
                    <a:pt x="26367" y="76254"/>
                  </a:lnTo>
                  <a:lnTo>
                    <a:pt x="26554" y="76353"/>
                  </a:lnTo>
                  <a:lnTo>
                    <a:pt x="26741" y="76520"/>
                  </a:lnTo>
                  <a:lnTo>
                    <a:pt x="26928" y="76573"/>
                  </a:lnTo>
                  <a:lnTo>
                    <a:pt x="27115" y="76620"/>
                  </a:lnTo>
                  <a:lnTo>
                    <a:pt x="27302" y="76667"/>
                  </a:lnTo>
                  <a:lnTo>
                    <a:pt x="27488" y="76714"/>
                  </a:lnTo>
                  <a:lnTo>
                    <a:pt x="27675" y="76680"/>
                  </a:lnTo>
                  <a:lnTo>
                    <a:pt x="27862" y="76442"/>
                  </a:lnTo>
                  <a:lnTo>
                    <a:pt x="28049" y="76236"/>
                  </a:lnTo>
                  <a:lnTo>
                    <a:pt x="28236" y="76018"/>
                  </a:lnTo>
                  <a:lnTo>
                    <a:pt x="28423" y="75725"/>
                  </a:lnTo>
                  <a:lnTo>
                    <a:pt x="28610" y="75725"/>
                  </a:lnTo>
                  <a:lnTo>
                    <a:pt x="28797" y="75684"/>
                  </a:lnTo>
                  <a:lnTo>
                    <a:pt x="28984" y="75519"/>
                  </a:lnTo>
                  <a:lnTo>
                    <a:pt x="29171" y="75263"/>
                  </a:lnTo>
                  <a:lnTo>
                    <a:pt x="29358" y="75032"/>
                  </a:lnTo>
                  <a:lnTo>
                    <a:pt x="29545" y="74702"/>
                  </a:lnTo>
                  <a:lnTo>
                    <a:pt x="29732" y="74372"/>
                  </a:lnTo>
                  <a:lnTo>
                    <a:pt x="29918" y="74041"/>
                  </a:lnTo>
                  <a:lnTo>
                    <a:pt x="30105" y="73711"/>
                  </a:lnTo>
                  <a:lnTo>
                    <a:pt x="30292" y="73249"/>
                  </a:lnTo>
                  <a:lnTo>
                    <a:pt x="30479" y="72787"/>
                  </a:lnTo>
                  <a:lnTo>
                    <a:pt x="30666" y="72457"/>
                  </a:lnTo>
                  <a:lnTo>
                    <a:pt x="30853" y="72127"/>
                  </a:lnTo>
                  <a:lnTo>
                    <a:pt x="31040" y="71797"/>
                  </a:lnTo>
                  <a:lnTo>
                    <a:pt x="31227" y="71467"/>
                  </a:lnTo>
                  <a:lnTo>
                    <a:pt x="31414" y="71137"/>
                  </a:lnTo>
                  <a:lnTo>
                    <a:pt x="31601" y="70848"/>
                  </a:lnTo>
                  <a:lnTo>
                    <a:pt x="31788" y="70683"/>
                  </a:lnTo>
                  <a:lnTo>
                    <a:pt x="31975" y="70518"/>
                  </a:lnTo>
                  <a:lnTo>
                    <a:pt x="32161" y="70353"/>
                  </a:lnTo>
                  <a:lnTo>
                    <a:pt x="32348" y="70039"/>
                  </a:lnTo>
                  <a:lnTo>
                    <a:pt x="32535" y="69709"/>
                  </a:lnTo>
                  <a:lnTo>
                    <a:pt x="32722" y="69247"/>
                  </a:lnTo>
                  <a:lnTo>
                    <a:pt x="32909" y="68752"/>
                  </a:lnTo>
                  <a:lnTo>
                    <a:pt x="33096" y="68700"/>
                  </a:lnTo>
                  <a:lnTo>
                    <a:pt x="33283" y="68582"/>
                  </a:lnTo>
                  <a:lnTo>
                    <a:pt x="33470" y="68457"/>
                  </a:lnTo>
                  <a:lnTo>
                    <a:pt x="33657" y="68233"/>
                  </a:lnTo>
                  <a:lnTo>
                    <a:pt x="33844" y="68021"/>
                  </a:lnTo>
                  <a:lnTo>
                    <a:pt x="34031" y="67809"/>
                  </a:lnTo>
                  <a:lnTo>
                    <a:pt x="34218" y="67597"/>
                  </a:lnTo>
                  <a:lnTo>
                    <a:pt x="34405" y="67385"/>
                  </a:lnTo>
                  <a:lnTo>
                    <a:pt x="34591" y="67173"/>
                  </a:lnTo>
                  <a:lnTo>
                    <a:pt x="34778" y="66961"/>
                  </a:lnTo>
                  <a:lnTo>
                    <a:pt x="34965" y="66749"/>
                  </a:lnTo>
                  <a:lnTo>
                    <a:pt x="35152" y="66645"/>
                  </a:lnTo>
                  <a:lnTo>
                    <a:pt x="35339" y="66554"/>
                  </a:lnTo>
                  <a:lnTo>
                    <a:pt x="35526" y="66558"/>
                  </a:lnTo>
                  <a:lnTo>
                    <a:pt x="35713" y="66586"/>
                  </a:lnTo>
                  <a:lnTo>
                    <a:pt x="35900" y="66586"/>
                  </a:lnTo>
                  <a:lnTo>
                    <a:pt x="36087" y="66703"/>
                  </a:lnTo>
                  <a:lnTo>
                    <a:pt x="36274" y="66826"/>
                  </a:lnTo>
                  <a:lnTo>
                    <a:pt x="36461" y="67048"/>
                  </a:lnTo>
                  <a:lnTo>
                    <a:pt x="36648" y="67048"/>
                  </a:lnTo>
                  <a:lnTo>
                    <a:pt x="36834" y="67048"/>
                  </a:lnTo>
                  <a:lnTo>
                    <a:pt x="37021" y="67048"/>
                  </a:lnTo>
                  <a:lnTo>
                    <a:pt x="37208" y="67048"/>
                  </a:lnTo>
                  <a:lnTo>
                    <a:pt x="37395" y="67048"/>
                  </a:lnTo>
                  <a:lnTo>
                    <a:pt x="37582" y="67048"/>
                  </a:lnTo>
                  <a:lnTo>
                    <a:pt x="37769" y="67048"/>
                  </a:lnTo>
                  <a:lnTo>
                    <a:pt x="37956" y="67048"/>
                  </a:lnTo>
                  <a:lnTo>
                    <a:pt x="38143" y="66974"/>
                  </a:lnTo>
                  <a:lnTo>
                    <a:pt x="38330" y="66809"/>
                  </a:lnTo>
                  <a:lnTo>
                    <a:pt x="38517" y="66644"/>
                  </a:lnTo>
                  <a:lnTo>
                    <a:pt x="38704" y="66479"/>
                  </a:lnTo>
                  <a:lnTo>
                    <a:pt x="38891" y="66314"/>
                  </a:lnTo>
                  <a:lnTo>
                    <a:pt x="39078" y="66149"/>
                  </a:lnTo>
                  <a:lnTo>
                    <a:pt x="39264" y="65984"/>
                  </a:lnTo>
                  <a:lnTo>
                    <a:pt x="39451" y="65753"/>
                  </a:lnTo>
                  <a:lnTo>
                    <a:pt x="39638" y="65423"/>
                  </a:lnTo>
                  <a:lnTo>
                    <a:pt x="39825" y="65093"/>
                  </a:lnTo>
                  <a:lnTo>
                    <a:pt x="40012" y="64762"/>
                  </a:lnTo>
                  <a:lnTo>
                    <a:pt x="40199" y="64432"/>
                  </a:lnTo>
                  <a:lnTo>
                    <a:pt x="40386" y="64102"/>
                  </a:lnTo>
                  <a:lnTo>
                    <a:pt x="40573" y="63772"/>
                  </a:lnTo>
                  <a:lnTo>
                    <a:pt x="40760" y="63442"/>
                  </a:lnTo>
                  <a:lnTo>
                    <a:pt x="40947" y="63186"/>
                  </a:lnTo>
                  <a:lnTo>
                    <a:pt x="41134" y="63021"/>
                  </a:lnTo>
                  <a:lnTo>
                    <a:pt x="41321" y="62856"/>
                  </a:lnTo>
                  <a:lnTo>
                    <a:pt x="41508" y="62691"/>
                  </a:lnTo>
                  <a:lnTo>
                    <a:pt x="41694" y="62526"/>
                  </a:lnTo>
                  <a:lnTo>
                    <a:pt x="41881" y="62361"/>
                  </a:lnTo>
                  <a:lnTo>
                    <a:pt x="42068" y="62196"/>
                  </a:lnTo>
                  <a:lnTo>
                    <a:pt x="42255" y="62097"/>
                  </a:lnTo>
                  <a:lnTo>
                    <a:pt x="42442" y="62325"/>
                  </a:lnTo>
                  <a:lnTo>
                    <a:pt x="42629" y="62572"/>
                  </a:lnTo>
                  <a:lnTo>
                    <a:pt x="42816" y="62841"/>
                  </a:lnTo>
                  <a:lnTo>
                    <a:pt x="43003" y="63263"/>
                  </a:lnTo>
                  <a:lnTo>
                    <a:pt x="43190" y="63679"/>
                  </a:lnTo>
                  <a:lnTo>
                    <a:pt x="43377" y="64095"/>
                  </a:lnTo>
                  <a:lnTo>
                    <a:pt x="43564" y="64601"/>
                  </a:lnTo>
                  <a:lnTo>
                    <a:pt x="43751" y="65098"/>
                  </a:lnTo>
                  <a:lnTo>
                    <a:pt x="43937" y="65595"/>
                  </a:lnTo>
                  <a:lnTo>
                    <a:pt x="44124" y="66092"/>
                  </a:lnTo>
                  <a:lnTo>
                    <a:pt x="44311" y="66589"/>
                  </a:lnTo>
                  <a:lnTo>
                    <a:pt x="44498" y="67087"/>
                  </a:lnTo>
                  <a:lnTo>
                    <a:pt x="44685" y="67584"/>
                  </a:lnTo>
                  <a:lnTo>
                    <a:pt x="44872" y="68081"/>
                  </a:lnTo>
                  <a:lnTo>
                    <a:pt x="45059" y="68578"/>
                  </a:lnTo>
                  <a:lnTo>
                    <a:pt x="45246" y="69083"/>
                  </a:lnTo>
                  <a:lnTo>
                    <a:pt x="45433" y="69589"/>
                  </a:lnTo>
                  <a:lnTo>
                    <a:pt x="45620" y="70005"/>
                  </a:lnTo>
                  <a:lnTo>
                    <a:pt x="45807" y="70428"/>
                  </a:lnTo>
                  <a:lnTo>
                    <a:pt x="45994" y="70697"/>
                  </a:lnTo>
                  <a:lnTo>
                    <a:pt x="46181" y="70966"/>
                  </a:lnTo>
                  <a:lnTo>
                    <a:pt x="46367" y="71213"/>
                  </a:lnTo>
                  <a:lnTo>
                    <a:pt x="46554" y="71213"/>
                  </a:lnTo>
                  <a:lnTo>
                    <a:pt x="46741" y="71213"/>
                  </a:lnTo>
                  <a:lnTo>
                    <a:pt x="46928" y="71213"/>
                  </a:lnTo>
                  <a:lnTo>
                    <a:pt x="47115" y="71213"/>
                  </a:lnTo>
                  <a:lnTo>
                    <a:pt x="47302" y="71213"/>
                  </a:lnTo>
                  <a:lnTo>
                    <a:pt x="47489" y="71213"/>
                  </a:lnTo>
                  <a:lnTo>
                    <a:pt x="47676" y="71213"/>
                  </a:lnTo>
                  <a:lnTo>
                    <a:pt x="47863" y="71213"/>
                  </a:lnTo>
                  <a:lnTo>
                    <a:pt x="48050" y="71213"/>
                  </a:lnTo>
                  <a:lnTo>
                    <a:pt x="48237" y="71213"/>
                  </a:lnTo>
                  <a:lnTo>
                    <a:pt x="48424" y="71213"/>
                  </a:lnTo>
                  <a:lnTo>
                    <a:pt x="48611" y="71213"/>
                  </a:lnTo>
                  <a:lnTo>
                    <a:pt x="48797" y="71213"/>
                  </a:lnTo>
                  <a:lnTo>
                    <a:pt x="48984" y="71204"/>
                  </a:lnTo>
                  <a:lnTo>
                    <a:pt x="49171" y="71039"/>
                  </a:lnTo>
                  <a:lnTo>
                    <a:pt x="49358" y="70874"/>
                  </a:lnTo>
                  <a:lnTo>
                    <a:pt x="49545" y="70602"/>
                  </a:lnTo>
                  <a:lnTo>
                    <a:pt x="49732" y="70247"/>
                  </a:lnTo>
                  <a:lnTo>
                    <a:pt x="49919" y="69752"/>
                  </a:lnTo>
                  <a:lnTo>
                    <a:pt x="50106" y="69257"/>
                  </a:lnTo>
                  <a:lnTo>
                    <a:pt x="50293" y="68762"/>
                  </a:lnTo>
                  <a:lnTo>
                    <a:pt x="50480" y="68333"/>
                  </a:lnTo>
                  <a:lnTo>
                    <a:pt x="50667" y="67887"/>
                  </a:lnTo>
                  <a:lnTo>
                    <a:pt x="50854" y="67392"/>
                  </a:lnTo>
                  <a:lnTo>
                    <a:pt x="51040" y="66897"/>
                  </a:lnTo>
                  <a:lnTo>
                    <a:pt x="51227" y="66344"/>
                  </a:lnTo>
                  <a:lnTo>
                    <a:pt x="51414" y="65684"/>
                  </a:lnTo>
                  <a:lnTo>
                    <a:pt x="51601" y="64916"/>
                  </a:lnTo>
                  <a:lnTo>
                    <a:pt x="51788" y="64099"/>
                  </a:lnTo>
                  <a:lnTo>
                    <a:pt x="51975" y="63439"/>
                  </a:lnTo>
                  <a:lnTo>
                    <a:pt x="52162" y="62754"/>
                  </a:lnTo>
                  <a:lnTo>
                    <a:pt x="52349" y="62358"/>
                  </a:lnTo>
                  <a:lnTo>
                    <a:pt x="52536" y="62086"/>
                  </a:lnTo>
                  <a:lnTo>
                    <a:pt x="52723" y="61921"/>
                  </a:lnTo>
                  <a:lnTo>
                    <a:pt x="52910" y="61756"/>
                  </a:lnTo>
                  <a:lnTo>
                    <a:pt x="53097" y="61591"/>
                  </a:lnTo>
                  <a:lnTo>
                    <a:pt x="53284" y="61360"/>
                  </a:lnTo>
                  <a:lnTo>
                    <a:pt x="53470" y="61145"/>
                  </a:lnTo>
                  <a:lnTo>
                    <a:pt x="53657" y="60980"/>
                  </a:lnTo>
                  <a:lnTo>
                    <a:pt x="53844" y="60815"/>
                  </a:lnTo>
                  <a:lnTo>
                    <a:pt x="54031" y="60708"/>
                  </a:lnTo>
                  <a:lnTo>
                    <a:pt x="54218" y="60568"/>
                  </a:lnTo>
                  <a:lnTo>
                    <a:pt x="54405" y="60510"/>
                  </a:lnTo>
                  <a:lnTo>
                    <a:pt x="54592" y="60675"/>
                  </a:lnTo>
                  <a:lnTo>
                    <a:pt x="54779" y="60889"/>
                  </a:lnTo>
                  <a:lnTo>
                    <a:pt x="54966" y="61244"/>
                  </a:lnTo>
                  <a:lnTo>
                    <a:pt x="55153" y="61385"/>
                  </a:lnTo>
                  <a:lnTo>
                    <a:pt x="55340" y="61261"/>
                  </a:lnTo>
                  <a:lnTo>
                    <a:pt x="55527" y="61096"/>
                  </a:lnTo>
                  <a:lnTo>
                    <a:pt x="55713" y="60931"/>
                  </a:lnTo>
                  <a:lnTo>
                    <a:pt x="55900" y="60766"/>
                  </a:lnTo>
                  <a:lnTo>
                    <a:pt x="56087" y="60601"/>
                  </a:lnTo>
                  <a:lnTo>
                    <a:pt x="56274" y="60205"/>
                  </a:lnTo>
                  <a:lnTo>
                    <a:pt x="56461" y="59709"/>
                  </a:lnTo>
                  <a:lnTo>
                    <a:pt x="56648" y="59165"/>
                  </a:lnTo>
                  <a:lnTo>
                    <a:pt x="56835" y="58340"/>
                  </a:lnTo>
                  <a:lnTo>
                    <a:pt x="57022" y="57481"/>
                  </a:lnTo>
                  <a:lnTo>
                    <a:pt x="57209" y="56491"/>
                  </a:lnTo>
                  <a:lnTo>
                    <a:pt x="57396" y="55336"/>
                  </a:lnTo>
                  <a:lnTo>
                    <a:pt x="57583" y="54131"/>
                  </a:lnTo>
                  <a:lnTo>
                    <a:pt x="57770" y="52811"/>
                  </a:lnTo>
                  <a:lnTo>
                    <a:pt x="57957" y="51400"/>
                  </a:lnTo>
                  <a:lnTo>
                    <a:pt x="58143" y="50022"/>
                  </a:lnTo>
                  <a:lnTo>
                    <a:pt x="58330" y="48619"/>
                  </a:lnTo>
                  <a:lnTo>
                    <a:pt x="58517" y="47068"/>
                  </a:lnTo>
                  <a:lnTo>
                    <a:pt x="58704" y="45318"/>
                  </a:lnTo>
                  <a:lnTo>
                    <a:pt x="58891" y="43503"/>
                  </a:lnTo>
                  <a:lnTo>
                    <a:pt x="59078" y="41753"/>
                  </a:lnTo>
                  <a:lnTo>
                    <a:pt x="59265" y="40103"/>
                  </a:lnTo>
                  <a:lnTo>
                    <a:pt x="59452" y="38502"/>
                  </a:lnTo>
                  <a:lnTo>
                    <a:pt x="59639" y="37198"/>
                  </a:lnTo>
                  <a:lnTo>
                    <a:pt x="59826" y="36167"/>
                  </a:lnTo>
                  <a:lnTo>
                    <a:pt x="60013" y="35177"/>
                  </a:lnTo>
                  <a:lnTo>
                    <a:pt x="60200" y="34187"/>
                  </a:lnTo>
                  <a:lnTo>
                    <a:pt x="60387" y="33139"/>
                  </a:lnTo>
                  <a:lnTo>
                    <a:pt x="60573" y="31959"/>
                  </a:lnTo>
                  <a:lnTo>
                    <a:pt x="60760" y="30688"/>
                  </a:lnTo>
                  <a:lnTo>
                    <a:pt x="60947" y="29467"/>
                  </a:lnTo>
                  <a:lnTo>
                    <a:pt x="61134" y="28229"/>
                  </a:lnTo>
                  <a:lnTo>
                    <a:pt x="61321" y="26983"/>
                  </a:lnTo>
                  <a:lnTo>
                    <a:pt x="61508" y="25926"/>
                  </a:lnTo>
                  <a:lnTo>
                    <a:pt x="61695" y="24821"/>
                  </a:lnTo>
                  <a:lnTo>
                    <a:pt x="61882" y="23665"/>
                  </a:lnTo>
                  <a:lnTo>
                    <a:pt x="62069" y="22510"/>
                  </a:lnTo>
                  <a:lnTo>
                    <a:pt x="62256" y="21322"/>
                  </a:lnTo>
                  <a:lnTo>
                    <a:pt x="62443" y="19985"/>
                  </a:lnTo>
                  <a:lnTo>
                    <a:pt x="62630" y="18294"/>
                  </a:lnTo>
                  <a:lnTo>
                    <a:pt x="62816" y="16561"/>
                  </a:lnTo>
                  <a:lnTo>
                    <a:pt x="63003" y="14745"/>
                  </a:lnTo>
                  <a:lnTo>
                    <a:pt x="63190" y="12988"/>
                  </a:lnTo>
                  <a:lnTo>
                    <a:pt x="63377" y="11362"/>
                  </a:lnTo>
                  <a:lnTo>
                    <a:pt x="63564" y="9951"/>
                  </a:lnTo>
                  <a:lnTo>
                    <a:pt x="63751" y="8680"/>
                  </a:lnTo>
                  <a:lnTo>
                    <a:pt x="63938" y="7673"/>
                  </a:lnTo>
                  <a:lnTo>
                    <a:pt x="64125" y="6840"/>
                  </a:lnTo>
                  <a:lnTo>
                    <a:pt x="64312" y="6015"/>
                  </a:lnTo>
                  <a:lnTo>
                    <a:pt x="64499" y="5305"/>
                  </a:lnTo>
                  <a:lnTo>
                    <a:pt x="64686" y="4810"/>
                  </a:lnTo>
                  <a:lnTo>
                    <a:pt x="64873" y="4315"/>
                  </a:lnTo>
                  <a:lnTo>
                    <a:pt x="65060" y="3886"/>
                  </a:lnTo>
                  <a:lnTo>
                    <a:pt x="65246" y="3721"/>
                  </a:lnTo>
                  <a:lnTo>
                    <a:pt x="65433" y="3812"/>
                  </a:lnTo>
                  <a:lnTo>
                    <a:pt x="65620" y="4059"/>
                  </a:lnTo>
                  <a:lnTo>
                    <a:pt x="65807" y="4389"/>
                  </a:lnTo>
                  <a:lnTo>
                    <a:pt x="65994" y="4719"/>
                  </a:lnTo>
                  <a:lnTo>
                    <a:pt x="66181" y="5091"/>
                  </a:lnTo>
                  <a:lnTo>
                    <a:pt x="66368" y="5586"/>
                  </a:lnTo>
                  <a:lnTo>
                    <a:pt x="66555" y="6304"/>
                  </a:lnTo>
                  <a:lnTo>
                    <a:pt x="66742" y="6897"/>
                  </a:lnTo>
                  <a:lnTo>
                    <a:pt x="66929" y="7496"/>
                  </a:lnTo>
                  <a:lnTo>
                    <a:pt x="67116" y="8095"/>
                  </a:lnTo>
                  <a:lnTo>
                    <a:pt x="67303" y="8694"/>
                  </a:lnTo>
                  <a:lnTo>
                    <a:pt x="67490" y="9293"/>
                  </a:lnTo>
                  <a:lnTo>
                    <a:pt x="67676" y="10024"/>
                  </a:lnTo>
                  <a:lnTo>
                    <a:pt x="67863" y="10755"/>
                  </a:lnTo>
                  <a:lnTo>
                    <a:pt x="68050" y="11354"/>
                  </a:lnTo>
                  <a:lnTo>
                    <a:pt x="68237" y="11953"/>
                  </a:lnTo>
                  <a:lnTo>
                    <a:pt x="68424" y="12552"/>
                  </a:lnTo>
                  <a:lnTo>
                    <a:pt x="68611" y="13151"/>
                  </a:lnTo>
                  <a:lnTo>
                    <a:pt x="68798" y="13750"/>
                  </a:lnTo>
                  <a:lnTo>
                    <a:pt x="68985" y="14308"/>
                  </a:lnTo>
                  <a:lnTo>
                    <a:pt x="69172" y="14741"/>
                  </a:lnTo>
                  <a:lnTo>
                    <a:pt x="69359" y="15171"/>
                  </a:lnTo>
                  <a:lnTo>
                    <a:pt x="69546" y="15583"/>
                  </a:lnTo>
                  <a:lnTo>
                    <a:pt x="69733" y="15897"/>
                  </a:lnTo>
                  <a:lnTo>
                    <a:pt x="69919" y="16227"/>
                  </a:lnTo>
                  <a:lnTo>
                    <a:pt x="70106" y="16689"/>
                  </a:lnTo>
                  <a:lnTo>
                    <a:pt x="70293" y="17184"/>
                  </a:lnTo>
                  <a:lnTo>
                    <a:pt x="70480" y="17236"/>
                  </a:lnTo>
                  <a:lnTo>
                    <a:pt x="70667" y="17355"/>
                  </a:lnTo>
                  <a:lnTo>
                    <a:pt x="70854" y="17479"/>
                  </a:lnTo>
                  <a:lnTo>
                    <a:pt x="71041" y="17703"/>
                  </a:lnTo>
                  <a:lnTo>
                    <a:pt x="71228" y="17915"/>
                  </a:lnTo>
                  <a:lnTo>
                    <a:pt x="71415" y="18127"/>
                  </a:lnTo>
                  <a:lnTo>
                    <a:pt x="71602" y="18339"/>
                  </a:lnTo>
                  <a:lnTo>
                    <a:pt x="71789" y="18485"/>
                  </a:lnTo>
                  <a:lnTo>
                    <a:pt x="71976" y="18532"/>
                  </a:lnTo>
                  <a:lnTo>
                    <a:pt x="72163" y="18463"/>
                  </a:lnTo>
                  <a:lnTo>
                    <a:pt x="72349" y="18345"/>
                  </a:lnTo>
                  <a:lnTo>
                    <a:pt x="72536" y="18119"/>
                  </a:lnTo>
                  <a:lnTo>
                    <a:pt x="72723" y="17881"/>
                  </a:lnTo>
                  <a:lnTo>
                    <a:pt x="72910" y="17546"/>
                  </a:lnTo>
                  <a:lnTo>
                    <a:pt x="73097" y="17188"/>
                  </a:lnTo>
                  <a:lnTo>
                    <a:pt x="73284" y="16660"/>
                  </a:lnTo>
                  <a:lnTo>
                    <a:pt x="73471" y="15735"/>
                  </a:lnTo>
                  <a:lnTo>
                    <a:pt x="73658" y="14786"/>
                  </a:lnTo>
                  <a:lnTo>
                    <a:pt x="73845" y="13739"/>
                  </a:lnTo>
                  <a:lnTo>
                    <a:pt x="74032" y="12914"/>
                  </a:lnTo>
                  <a:lnTo>
                    <a:pt x="74219" y="12089"/>
                  </a:lnTo>
                  <a:lnTo>
                    <a:pt x="74406" y="11263"/>
                  </a:lnTo>
                  <a:lnTo>
                    <a:pt x="74592" y="10504"/>
                  </a:lnTo>
                  <a:lnTo>
                    <a:pt x="74779" y="9844"/>
                  </a:lnTo>
                  <a:lnTo>
                    <a:pt x="74966" y="9300"/>
                  </a:lnTo>
                  <a:lnTo>
                    <a:pt x="75153" y="8804"/>
                  </a:lnTo>
                  <a:lnTo>
                    <a:pt x="75340" y="8309"/>
                  </a:lnTo>
                  <a:lnTo>
                    <a:pt x="75527" y="7888"/>
                  </a:lnTo>
                  <a:lnTo>
                    <a:pt x="75714" y="7558"/>
                  </a:lnTo>
                  <a:lnTo>
                    <a:pt x="75901" y="7228"/>
                  </a:lnTo>
                  <a:lnTo>
                    <a:pt x="76088" y="6939"/>
                  </a:lnTo>
                  <a:lnTo>
                    <a:pt x="76275" y="6923"/>
                  </a:lnTo>
                  <a:lnTo>
                    <a:pt x="76462" y="6923"/>
                  </a:lnTo>
                  <a:lnTo>
                    <a:pt x="76649" y="6824"/>
                  </a:lnTo>
                  <a:lnTo>
                    <a:pt x="76836" y="6725"/>
                  </a:lnTo>
                  <a:lnTo>
                    <a:pt x="77022" y="6725"/>
                  </a:lnTo>
                  <a:lnTo>
                    <a:pt x="77209" y="6725"/>
                  </a:lnTo>
                  <a:lnTo>
                    <a:pt x="77396" y="6725"/>
                  </a:lnTo>
                  <a:lnTo>
                    <a:pt x="77583" y="6725"/>
                  </a:lnTo>
                  <a:lnTo>
                    <a:pt x="77770" y="6725"/>
                  </a:lnTo>
                  <a:lnTo>
                    <a:pt x="77957" y="6725"/>
                  </a:lnTo>
                  <a:lnTo>
                    <a:pt x="78144" y="6634"/>
                  </a:lnTo>
                  <a:lnTo>
                    <a:pt x="78331" y="6395"/>
                  </a:lnTo>
                  <a:lnTo>
                    <a:pt x="78518" y="6065"/>
                  </a:lnTo>
                  <a:lnTo>
                    <a:pt x="78705" y="5735"/>
                  </a:lnTo>
                  <a:lnTo>
                    <a:pt x="78892" y="5861"/>
                  </a:lnTo>
                  <a:lnTo>
                    <a:pt x="79079" y="6025"/>
                  </a:lnTo>
                  <a:lnTo>
                    <a:pt x="79266" y="6218"/>
                  </a:lnTo>
                  <a:lnTo>
                    <a:pt x="79452" y="6484"/>
                  </a:lnTo>
                  <a:lnTo>
                    <a:pt x="79639" y="6732"/>
                  </a:lnTo>
                  <a:lnTo>
                    <a:pt x="79826" y="6653"/>
                  </a:lnTo>
                  <a:lnTo>
                    <a:pt x="80013" y="6554"/>
                  </a:lnTo>
                  <a:lnTo>
                    <a:pt x="80200" y="6434"/>
                  </a:lnTo>
                  <a:lnTo>
                    <a:pt x="80387" y="6160"/>
                  </a:lnTo>
                  <a:lnTo>
                    <a:pt x="80574" y="5893"/>
                  </a:lnTo>
                  <a:lnTo>
                    <a:pt x="80761" y="5625"/>
                  </a:lnTo>
                  <a:lnTo>
                    <a:pt x="80948" y="5334"/>
                  </a:lnTo>
                  <a:lnTo>
                    <a:pt x="81135" y="5106"/>
                  </a:lnTo>
                  <a:lnTo>
                    <a:pt x="81322" y="4878"/>
                  </a:lnTo>
                  <a:lnTo>
                    <a:pt x="81509" y="4650"/>
                  </a:lnTo>
                  <a:lnTo>
                    <a:pt x="81695" y="4400"/>
                  </a:lnTo>
                  <a:lnTo>
                    <a:pt x="81882" y="4126"/>
                  </a:lnTo>
                  <a:lnTo>
                    <a:pt x="82069" y="3628"/>
                  </a:lnTo>
                  <a:lnTo>
                    <a:pt x="82256" y="3131"/>
                  </a:lnTo>
                  <a:lnTo>
                    <a:pt x="82443" y="2634"/>
                  </a:lnTo>
                  <a:lnTo>
                    <a:pt x="82630" y="2129"/>
                  </a:lnTo>
                  <a:lnTo>
                    <a:pt x="82817" y="1623"/>
                  </a:lnTo>
                  <a:lnTo>
                    <a:pt x="83004" y="1207"/>
                  </a:lnTo>
                  <a:lnTo>
                    <a:pt x="83191" y="784"/>
                  </a:lnTo>
                  <a:lnTo>
                    <a:pt x="83378" y="515"/>
                  </a:lnTo>
                  <a:lnTo>
                    <a:pt x="83565" y="247"/>
                  </a:lnTo>
                  <a:lnTo>
                    <a:pt x="83752" y="0"/>
                  </a:lnTo>
                  <a:lnTo>
                    <a:pt x="83939" y="0"/>
                  </a:lnTo>
                  <a:lnTo>
                    <a:pt x="84125" y="0"/>
                  </a:lnTo>
                  <a:lnTo>
                    <a:pt x="84312" y="0"/>
                  </a:lnTo>
                  <a:lnTo>
                    <a:pt x="84499" y="0"/>
                  </a:lnTo>
                  <a:lnTo>
                    <a:pt x="84686" y="0"/>
                  </a:lnTo>
                  <a:lnTo>
                    <a:pt x="84873" y="0"/>
                  </a:lnTo>
                  <a:lnTo>
                    <a:pt x="85060" y="0"/>
                  </a:lnTo>
                  <a:lnTo>
                    <a:pt x="85247" y="0"/>
                  </a:lnTo>
                  <a:lnTo>
                    <a:pt x="85434" y="0"/>
                  </a:lnTo>
                  <a:lnTo>
                    <a:pt x="85621" y="0"/>
                  </a:lnTo>
                  <a:lnTo>
                    <a:pt x="85808" y="0"/>
                  </a:lnTo>
                  <a:lnTo>
                    <a:pt x="85995" y="0"/>
                  </a:lnTo>
                  <a:lnTo>
                    <a:pt x="86182" y="0"/>
                  </a:lnTo>
                  <a:lnTo>
                    <a:pt x="86369" y="8"/>
                  </a:lnTo>
                  <a:lnTo>
                    <a:pt x="86555" y="173"/>
                  </a:lnTo>
                  <a:lnTo>
                    <a:pt x="86742" y="338"/>
                  </a:lnTo>
                  <a:lnTo>
                    <a:pt x="86929" y="610"/>
                  </a:lnTo>
                  <a:lnTo>
                    <a:pt x="87116" y="965"/>
                  </a:lnTo>
                  <a:lnTo>
                    <a:pt x="87303" y="1460"/>
                  </a:lnTo>
                  <a:lnTo>
                    <a:pt x="87490" y="1955"/>
                  </a:lnTo>
                  <a:lnTo>
                    <a:pt x="87677" y="2401"/>
                  </a:lnTo>
                  <a:lnTo>
                    <a:pt x="87864" y="2731"/>
                  </a:lnTo>
                  <a:lnTo>
                    <a:pt x="88051" y="3176"/>
                  </a:lnTo>
                  <a:lnTo>
                    <a:pt x="88238" y="3672"/>
                  </a:lnTo>
                  <a:lnTo>
                    <a:pt x="88425" y="4167"/>
                  </a:lnTo>
                  <a:lnTo>
                    <a:pt x="88612" y="4703"/>
                  </a:lnTo>
                  <a:lnTo>
                    <a:pt x="88798" y="5198"/>
                  </a:lnTo>
                  <a:lnTo>
                    <a:pt x="88985" y="5801"/>
                  </a:lnTo>
                  <a:lnTo>
                    <a:pt x="89172" y="6711"/>
                  </a:lnTo>
                  <a:lnTo>
                    <a:pt x="89359" y="7412"/>
                  </a:lnTo>
                  <a:lnTo>
                    <a:pt x="89546" y="8233"/>
                  </a:lnTo>
                  <a:lnTo>
                    <a:pt x="89733" y="8904"/>
                  </a:lnTo>
                  <a:lnTo>
                    <a:pt x="89920" y="9374"/>
                  </a:lnTo>
                  <a:lnTo>
                    <a:pt x="90107" y="9651"/>
                  </a:lnTo>
                  <a:lnTo>
                    <a:pt x="90294" y="9891"/>
                  </a:lnTo>
                  <a:lnTo>
                    <a:pt x="90481" y="10060"/>
                  </a:lnTo>
                  <a:lnTo>
                    <a:pt x="90668" y="10312"/>
                  </a:lnTo>
                  <a:lnTo>
                    <a:pt x="90855" y="10449"/>
                  </a:lnTo>
                  <a:lnTo>
                    <a:pt x="91042" y="10537"/>
                  </a:lnTo>
                  <a:lnTo>
                    <a:pt x="91228" y="10624"/>
                  </a:lnTo>
                  <a:lnTo>
                    <a:pt x="91415" y="10666"/>
                  </a:lnTo>
                  <a:lnTo>
                    <a:pt x="91602" y="10849"/>
                  </a:lnTo>
                  <a:lnTo>
                    <a:pt x="91789" y="10949"/>
                  </a:lnTo>
                  <a:lnTo>
                    <a:pt x="91976" y="11020"/>
                  </a:lnTo>
                  <a:lnTo>
                    <a:pt x="92163" y="11107"/>
                  </a:lnTo>
                  <a:lnTo>
                    <a:pt x="92350" y="10703"/>
                  </a:lnTo>
                  <a:lnTo>
                    <a:pt x="92537" y="10406"/>
                  </a:lnTo>
                  <a:lnTo>
                    <a:pt x="92724" y="10497"/>
                  </a:lnTo>
                  <a:lnTo>
                    <a:pt x="92911" y="10794"/>
                  </a:lnTo>
                  <a:lnTo>
                    <a:pt x="93098" y="11140"/>
                  </a:lnTo>
                  <a:lnTo>
                    <a:pt x="93285" y="11635"/>
                  </a:lnTo>
                  <a:lnTo>
                    <a:pt x="93471" y="12131"/>
                  </a:lnTo>
                  <a:lnTo>
                    <a:pt x="93658" y="12857"/>
                  </a:lnTo>
                  <a:lnTo>
                    <a:pt x="93845" y="13682"/>
                  </a:lnTo>
                  <a:lnTo>
                    <a:pt x="94032" y="14557"/>
                  </a:lnTo>
                  <a:lnTo>
                    <a:pt x="94219" y="15712"/>
                  </a:lnTo>
                  <a:lnTo>
                    <a:pt x="94406" y="16900"/>
                  </a:lnTo>
                  <a:lnTo>
                    <a:pt x="94593" y="18220"/>
                  </a:lnTo>
                  <a:lnTo>
                    <a:pt x="94780" y="19541"/>
                  </a:lnTo>
                  <a:lnTo>
                    <a:pt x="94967" y="20746"/>
                  </a:lnTo>
                  <a:lnTo>
                    <a:pt x="95154" y="21785"/>
                  </a:lnTo>
                  <a:lnTo>
                    <a:pt x="95341" y="22866"/>
                  </a:lnTo>
                  <a:lnTo>
                    <a:pt x="95528" y="23914"/>
                  </a:lnTo>
                  <a:lnTo>
                    <a:pt x="95715" y="25069"/>
                  </a:lnTo>
                  <a:lnTo>
                    <a:pt x="95901" y="26759"/>
                  </a:lnTo>
                  <a:lnTo>
                    <a:pt x="96088" y="28673"/>
                  </a:lnTo>
                  <a:lnTo>
                    <a:pt x="96275" y="30677"/>
                  </a:lnTo>
                  <a:lnTo>
                    <a:pt x="96462" y="32499"/>
                  </a:lnTo>
                  <a:lnTo>
                    <a:pt x="96649" y="34223"/>
                  </a:lnTo>
                  <a:lnTo>
                    <a:pt x="96836" y="35897"/>
                  </a:lnTo>
                  <a:lnTo>
                    <a:pt x="97023" y="37236"/>
                  </a:lnTo>
                  <a:lnTo>
                    <a:pt x="97210" y="38266"/>
                  </a:lnTo>
                  <a:lnTo>
                    <a:pt x="97397" y="39535"/>
                  </a:lnTo>
                  <a:lnTo>
                    <a:pt x="97584" y="40781"/>
                  </a:lnTo>
                  <a:lnTo>
                    <a:pt x="97771" y="42068"/>
                  </a:lnTo>
                  <a:lnTo>
                    <a:pt x="97958" y="43574"/>
                  </a:lnTo>
                  <a:lnTo>
                    <a:pt x="98145" y="45127"/>
                  </a:lnTo>
                  <a:lnTo>
                    <a:pt x="98331" y="46498"/>
                  </a:lnTo>
                  <a:lnTo>
                    <a:pt x="98518" y="47825"/>
                  </a:lnTo>
                  <a:lnTo>
                    <a:pt x="98705" y="48988"/>
                  </a:lnTo>
                  <a:lnTo>
                    <a:pt x="98892" y="49857"/>
                  </a:lnTo>
                  <a:lnTo>
                    <a:pt x="99079" y="50696"/>
                  </a:lnTo>
                  <a:lnTo>
                    <a:pt x="99266" y="51603"/>
                  </a:lnTo>
                  <a:lnTo>
                    <a:pt x="99453" y="52459"/>
                  </a:lnTo>
                  <a:lnTo>
                    <a:pt x="99640" y="53200"/>
                  </a:lnTo>
                  <a:lnTo>
                    <a:pt x="99827" y="54014"/>
                  </a:lnTo>
                  <a:lnTo>
                    <a:pt x="100014" y="54970"/>
                  </a:lnTo>
                  <a:lnTo>
                    <a:pt x="100201" y="55837"/>
                  </a:lnTo>
                  <a:lnTo>
                    <a:pt x="100388" y="56696"/>
                  </a:lnTo>
                  <a:lnTo>
                    <a:pt x="100574" y="57482"/>
                  </a:lnTo>
                  <a:lnTo>
                    <a:pt x="100761" y="58112"/>
                  </a:lnTo>
                  <a:lnTo>
                    <a:pt x="100948" y="58605"/>
                  </a:lnTo>
                  <a:lnTo>
                    <a:pt x="101135" y="59016"/>
                  </a:lnTo>
                  <a:lnTo>
                    <a:pt x="101322" y="59344"/>
                  </a:lnTo>
                  <a:lnTo>
                    <a:pt x="101509" y="59710"/>
                  </a:lnTo>
                  <a:lnTo>
                    <a:pt x="101696" y="60065"/>
                  </a:lnTo>
                  <a:lnTo>
                    <a:pt x="101883" y="60317"/>
                  </a:lnTo>
                  <a:lnTo>
                    <a:pt x="102070" y="60319"/>
                  </a:lnTo>
                  <a:lnTo>
                    <a:pt x="102257" y="60388"/>
                  </a:lnTo>
                  <a:lnTo>
                    <a:pt x="102444" y="60442"/>
                  </a:lnTo>
                  <a:lnTo>
                    <a:pt x="102631" y="60406"/>
                  </a:lnTo>
                  <a:lnTo>
                    <a:pt x="102818" y="60156"/>
                  </a:lnTo>
                  <a:lnTo>
                    <a:pt x="103004" y="59849"/>
                  </a:lnTo>
                  <a:lnTo>
                    <a:pt x="103191" y="59484"/>
                  </a:lnTo>
                  <a:lnTo>
                    <a:pt x="103378" y="59214"/>
                  </a:lnTo>
                  <a:lnTo>
                    <a:pt x="103565" y="58877"/>
                  </a:lnTo>
                  <a:lnTo>
                    <a:pt x="103752" y="58659"/>
                  </a:lnTo>
                  <a:lnTo>
                    <a:pt x="103939" y="58187"/>
                  </a:lnTo>
                  <a:lnTo>
                    <a:pt x="104126" y="57733"/>
                  </a:lnTo>
                  <a:lnTo>
                    <a:pt x="104313" y="57342"/>
                  </a:lnTo>
                  <a:lnTo>
                    <a:pt x="104500" y="56949"/>
                  </a:lnTo>
                  <a:lnTo>
                    <a:pt x="104687" y="56667"/>
                  </a:lnTo>
                  <a:lnTo>
                    <a:pt x="104874" y="56447"/>
                  </a:lnTo>
                  <a:lnTo>
                    <a:pt x="105061" y="56061"/>
                  </a:lnTo>
                  <a:lnTo>
                    <a:pt x="105247" y="55664"/>
                  </a:lnTo>
                  <a:lnTo>
                    <a:pt x="105434" y="55209"/>
                  </a:lnTo>
                  <a:lnTo>
                    <a:pt x="105621" y="54843"/>
                  </a:lnTo>
                  <a:lnTo>
                    <a:pt x="105808" y="54494"/>
                  </a:lnTo>
                  <a:lnTo>
                    <a:pt x="105995" y="54219"/>
                  </a:lnTo>
                  <a:lnTo>
                    <a:pt x="106182" y="53970"/>
                  </a:lnTo>
                  <a:lnTo>
                    <a:pt x="106369" y="53669"/>
                  </a:lnTo>
                  <a:lnTo>
                    <a:pt x="106556" y="53346"/>
                  </a:lnTo>
                  <a:lnTo>
                    <a:pt x="106743" y="53063"/>
                  </a:lnTo>
                  <a:lnTo>
                    <a:pt x="106930" y="52902"/>
                  </a:lnTo>
                  <a:lnTo>
                    <a:pt x="107117" y="53004"/>
                  </a:lnTo>
                  <a:lnTo>
                    <a:pt x="107304" y="53142"/>
                  </a:lnTo>
                  <a:lnTo>
                    <a:pt x="107491" y="53367"/>
                  </a:lnTo>
                  <a:lnTo>
                    <a:pt x="107677" y="53602"/>
                  </a:lnTo>
                  <a:lnTo>
                    <a:pt x="107864" y="53922"/>
                  </a:lnTo>
                  <a:lnTo>
                    <a:pt x="108051" y="54243"/>
                  </a:lnTo>
                  <a:lnTo>
                    <a:pt x="108238" y="54563"/>
                  </a:lnTo>
                  <a:lnTo>
                    <a:pt x="108425" y="54884"/>
                  </a:lnTo>
                  <a:lnTo>
                    <a:pt x="108612" y="55204"/>
                  </a:lnTo>
                  <a:lnTo>
                    <a:pt x="108799" y="55506"/>
                  </a:lnTo>
                  <a:lnTo>
                    <a:pt x="108986" y="55650"/>
                  </a:lnTo>
                  <a:lnTo>
                    <a:pt x="109173" y="55667"/>
                  </a:lnTo>
                  <a:lnTo>
                    <a:pt x="109360" y="55791"/>
                  </a:lnTo>
                  <a:lnTo>
                    <a:pt x="109547" y="56166"/>
                  </a:lnTo>
                  <a:lnTo>
                    <a:pt x="109734" y="56620"/>
                  </a:lnTo>
                  <a:lnTo>
                    <a:pt x="109921" y="56984"/>
                  </a:lnTo>
                  <a:lnTo>
                    <a:pt x="110107" y="57343"/>
                  </a:lnTo>
                  <a:lnTo>
                    <a:pt x="110294" y="57701"/>
                  </a:lnTo>
                  <a:lnTo>
                    <a:pt x="110481" y="58060"/>
                  </a:lnTo>
                  <a:lnTo>
                    <a:pt x="110668" y="58616"/>
                  </a:lnTo>
                  <a:lnTo>
                    <a:pt x="110855" y="59453"/>
                  </a:lnTo>
                  <a:lnTo>
                    <a:pt x="111042" y="60307"/>
                  </a:lnTo>
                  <a:lnTo>
                    <a:pt x="111229" y="61161"/>
                  </a:lnTo>
                  <a:lnTo>
                    <a:pt x="111416" y="62014"/>
                  </a:lnTo>
                  <a:lnTo>
                    <a:pt x="111603" y="62868"/>
                  </a:lnTo>
                  <a:lnTo>
                    <a:pt x="111790" y="63721"/>
                  </a:lnTo>
                  <a:lnTo>
                    <a:pt x="111977" y="64509"/>
                  </a:lnTo>
                  <a:lnTo>
                    <a:pt x="112164" y="65228"/>
                  </a:lnTo>
                  <a:lnTo>
                    <a:pt x="112350" y="65916"/>
                  </a:lnTo>
                  <a:lnTo>
                    <a:pt x="112537" y="66512"/>
                  </a:lnTo>
                  <a:lnTo>
                    <a:pt x="112724" y="66999"/>
                  </a:lnTo>
                  <a:lnTo>
                    <a:pt x="112911" y="67494"/>
                  </a:lnTo>
                  <a:lnTo>
                    <a:pt x="113098" y="67989"/>
                  </a:lnTo>
                  <a:lnTo>
                    <a:pt x="113285" y="68484"/>
                  </a:lnTo>
                  <a:lnTo>
                    <a:pt x="113472" y="68938"/>
                  </a:lnTo>
                  <a:lnTo>
                    <a:pt x="113659" y="69119"/>
                  </a:lnTo>
                  <a:lnTo>
                    <a:pt x="113846" y="69285"/>
                  </a:lnTo>
                  <a:lnTo>
                    <a:pt x="114033" y="69549"/>
                  </a:lnTo>
                  <a:lnTo>
                    <a:pt x="114220" y="69879"/>
                  </a:lnTo>
                  <a:lnTo>
                    <a:pt x="114407" y="70209"/>
                  </a:lnTo>
                  <a:lnTo>
                    <a:pt x="114594" y="70539"/>
                  </a:lnTo>
                  <a:lnTo>
                    <a:pt x="114780" y="70869"/>
                  </a:lnTo>
                  <a:lnTo>
                    <a:pt x="114967" y="71199"/>
                  </a:lnTo>
                  <a:lnTo>
                    <a:pt x="115154" y="71529"/>
                  </a:lnTo>
                  <a:lnTo>
                    <a:pt x="115341" y="71859"/>
                  </a:lnTo>
                  <a:lnTo>
                    <a:pt x="115528" y="72280"/>
                  </a:lnTo>
                  <a:lnTo>
                    <a:pt x="115715" y="72775"/>
                  </a:lnTo>
                  <a:lnTo>
                    <a:pt x="115902" y="73270"/>
                  </a:lnTo>
                  <a:lnTo>
                    <a:pt x="116089" y="73765"/>
                  </a:lnTo>
                  <a:lnTo>
                    <a:pt x="116276" y="73804"/>
                  </a:lnTo>
                  <a:lnTo>
                    <a:pt x="116463" y="73805"/>
                  </a:lnTo>
                  <a:lnTo>
                    <a:pt x="116650" y="73777"/>
                  </a:lnTo>
                  <a:lnTo>
                    <a:pt x="116837" y="73676"/>
                  </a:lnTo>
                  <a:lnTo>
                    <a:pt x="117024" y="73528"/>
                  </a:lnTo>
                  <a:lnTo>
                    <a:pt x="117210" y="73379"/>
                  </a:lnTo>
                  <a:lnTo>
                    <a:pt x="117397" y="73230"/>
                  </a:lnTo>
                  <a:lnTo>
                    <a:pt x="117584" y="73082"/>
                  </a:lnTo>
                  <a:lnTo>
                    <a:pt x="117771" y="72933"/>
                  </a:lnTo>
                  <a:lnTo>
                    <a:pt x="117958" y="72743"/>
                  </a:lnTo>
                  <a:lnTo>
                    <a:pt x="118145" y="72405"/>
                  </a:lnTo>
                  <a:lnTo>
                    <a:pt x="118332" y="71860"/>
                  </a:lnTo>
                  <a:lnTo>
                    <a:pt x="118519" y="71261"/>
                  </a:lnTo>
                  <a:lnTo>
                    <a:pt x="118706" y="70662"/>
                  </a:lnTo>
                  <a:lnTo>
                    <a:pt x="118893" y="70063"/>
                  </a:lnTo>
                  <a:lnTo>
                    <a:pt x="119080" y="69486"/>
                  </a:lnTo>
                  <a:lnTo>
                    <a:pt x="119267" y="68924"/>
                  </a:lnTo>
                  <a:lnTo>
                    <a:pt x="119453" y="68429"/>
                  </a:lnTo>
                  <a:lnTo>
                    <a:pt x="119640" y="67926"/>
                  </a:lnTo>
                  <a:lnTo>
                    <a:pt x="119827" y="67266"/>
                  </a:lnTo>
                  <a:lnTo>
                    <a:pt x="120014" y="66606"/>
                  </a:lnTo>
                  <a:lnTo>
                    <a:pt x="120201" y="65946"/>
                  </a:lnTo>
                  <a:lnTo>
                    <a:pt x="120388" y="65285"/>
                  </a:lnTo>
                  <a:lnTo>
                    <a:pt x="120575" y="64625"/>
                  </a:lnTo>
                  <a:lnTo>
                    <a:pt x="120762" y="64006"/>
                  </a:lnTo>
                  <a:lnTo>
                    <a:pt x="120949" y="63536"/>
                  </a:lnTo>
                  <a:lnTo>
                    <a:pt x="121136" y="63206"/>
                  </a:lnTo>
                  <a:lnTo>
                    <a:pt x="121323" y="62876"/>
                  </a:lnTo>
                  <a:lnTo>
                    <a:pt x="121510" y="62546"/>
                  </a:lnTo>
                  <a:lnTo>
                    <a:pt x="121697" y="62216"/>
                  </a:lnTo>
                  <a:lnTo>
                    <a:pt x="121883" y="61886"/>
                  </a:lnTo>
                  <a:lnTo>
                    <a:pt x="122070" y="61564"/>
                  </a:lnTo>
                  <a:lnTo>
                    <a:pt x="122257" y="61399"/>
                  </a:lnTo>
                  <a:lnTo>
                    <a:pt x="122444" y="61242"/>
                  </a:lnTo>
                  <a:lnTo>
                    <a:pt x="122631" y="61242"/>
                  </a:lnTo>
                  <a:lnTo>
                    <a:pt x="122818" y="61242"/>
                  </a:lnTo>
                  <a:lnTo>
                    <a:pt x="123005" y="61242"/>
                  </a:lnTo>
                  <a:lnTo>
                    <a:pt x="123192" y="61242"/>
                  </a:lnTo>
                  <a:lnTo>
                    <a:pt x="123379" y="61242"/>
                  </a:lnTo>
                  <a:lnTo>
                    <a:pt x="123566" y="61242"/>
                  </a:lnTo>
                  <a:lnTo>
                    <a:pt x="123753" y="61242"/>
                  </a:lnTo>
                  <a:lnTo>
                    <a:pt x="123940" y="61242"/>
                  </a:lnTo>
                  <a:lnTo>
                    <a:pt x="124126" y="61242"/>
                  </a:lnTo>
                  <a:lnTo>
                    <a:pt x="124313" y="61242"/>
                  </a:lnTo>
                  <a:lnTo>
                    <a:pt x="124500" y="61242"/>
                  </a:lnTo>
                  <a:lnTo>
                    <a:pt x="124687" y="61242"/>
                  </a:lnTo>
                  <a:lnTo>
                    <a:pt x="124874" y="61242"/>
                  </a:lnTo>
                  <a:lnTo>
                    <a:pt x="125061" y="61292"/>
                  </a:lnTo>
                  <a:lnTo>
                    <a:pt x="125248" y="61457"/>
                  </a:lnTo>
                  <a:lnTo>
                    <a:pt x="125435" y="61622"/>
                  </a:lnTo>
                  <a:lnTo>
                    <a:pt x="125622" y="61787"/>
                  </a:lnTo>
                  <a:lnTo>
                    <a:pt x="125809" y="61952"/>
                  </a:lnTo>
                  <a:lnTo>
                    <a:pt x="125996" y="62133"/>
                  </a:lnTo>
                  <a:lnTo>
                    <a:pt x="126183" y="62463"/>
                  </a:lnTo>
                  <a:lnTo>
                    <a:pt x="126370" y="62793"/>
                  </a:lnTo>
                  <a:lnTo>
                    <a:pt x="126556" y="62865"/>
                  </a:lnTo>
                  <a:lnTo>
                    <a:pt x="126743" y="62989"/>
                  </a:lnTo>
                  <a:lnTo>
                    <a:pt x="126930" y="63117"/>
                  </a:lnTo>
                  <a:lnTo>
                    <a:pt x="127117" y="63329"/>
                  </a:lnTo>
                  <a:lnTo>
                    <a:pt x="127304" y="63667"/>
                  </a:lnTo>
                  <a:lnTo>
                    <a:pt x="127491" y="64216"/>
                  </a:lnTo>
                  <a:lnTo>
                    <a:pt x="127678" y="64801"/>
                  </a:lnTo>
                  <a:lnTo>
                    <a:pt x="127865" y="65457"/>
                  </a:lnTo>
                  <a:lnTo>
                    <a:pt x="128052" y="66030"/>
                  </a:lnTo>
                  <a:lnTo>
                    <a:pt x="128239" y="66603"/>
                  </a:lnTo>
                  <a:lnTo>
                    <a:pt x="128426" y="67176"/>
                  </a:lnTo>
                  <a:lnTo>
                    <a:pt x="128613" y="67748"/>
                  </a:lnTo>
                  <a:lnTo>
                    <a:pt x="128800" y="68309"/>
                  </a:lnTo>
                  <a:lnTo>
                    <a:pt x="128986" y="68761"/>
                  </a:lnTo>
                  <a:lnTo>
                    <a:pt x="129173" y="69214"/>
                  </a:lnTo>
                  <a:lnTo>
                    <a:pt x="129360" y="69638"/>
                  </a:lnTo>
                  <a:lnTo>
                    <a:pt x="129547" y="70046"/>
                  </a:lnTo>
                  <a:lnTo>
                    <a:pt x="129734" y="70821"/>
                  </a:lnTo>
                  <a:lnTo>
                    <a:pt x="129921" y="71482"/>
                  </a:lnTo>
                  <a:lnTo>
                    <a:pt x="130108" y="71968"/>
                  </a:lnTo>
                  <a:lnTo>
                    <a:pt x="130295" y="72167"/>
                  </a:lnTo>
                  <a:lnTo>
                    <a:pt x="130482" y="72315"/>
                  </a:lnTo>
                  <a:lnTo>
                    <a:pt x="130669" y="72315"/>
                  </a:lnTo>
                  <a:lnTo>
                    <a:pt x="130856" y="72315"/>
                  </a:lnTo>
                  <a:lnTo>
                    <a:pt x="131043" y="72315"/>
                  </a:lnTo>
                  <a:lnTo>
                    <a:pt x="131229" y="72315"/>
                  </a:lnTo>
                  <a:lnTo>
                    <a:pt x="131416" y="72315"/>
                  </a:lnTo>
                  <a:lnTo>
                    <a:pt x="131603" y="72315"/>
                  </a:lnTo>
                  <a:lnTo>
                    <a:pt x="131790" y="72315"/>
                  </a:lnTo>
                  <a:lnTo>
                    <a:pt x="131977" y="72315"/>
                  </a:lnTo>
                  <a:lnTo>
                    <a:pt x="132164" y="72315"/>
                  </a:lnTo>
                  <a:lnTo>
                    <a:pt x="132351" y="72431"/>
                  </a:lnTo>
                  <a:lnTo>
                    <a:pt x="132538" y="72711"/>
                  </a:lnTo>
                  <a:lnTo>
                    <a:pt x="132725" y="73041"/>
                  </a:lnTo>
                  <a:lnTo>
                    <a:pt x="132912" y="73371"/>
                  </a:lnTo>
                  <a:lnTo>
                    <a:pt x="133099" y="73701"/>
                  </a:lnTo>
                  <a:lnTo>
                    <a:pt x="133286" y="73728"/>
                  </a:lnTo>
                  <a:lnTo>
                    <a:pt x="133473" y="73729"/>
                  </a:lnTo>
                  <a:lnTo>
                    <a:pt x="133659" y="73706"/>
                  </a:lnTo>
                  <a:lnTo>
                    <a:pt x="133846" y="73797"/>
                  </a:lnTo>
                  <a:lnTo>
                    <a:pt x="134033" y="73889"/>
                  </a:lnTo>
                  <a:lnTo>
                    <a:pt x="134220" y="73981"/>
                  </a:lnTo>
                  <a:lnTo>
                    <a:pt x="134407" y="74127"/>
                  </a:lnTo>
                  <a:lnTo>
                    <a:pt x="134594" y="74459"/>
                  </a:lnTo>
                  <a:lnTo>
                    <a:pt x="134781" y="74510"/>
                  </a:lnTo>
                  <a:lnTo>
                    <a:pt x="134968" y="74584"/>
                  </a:lnTo>
                  <a:lnTo>
                    <a:pt x="135155" y="74675"/>
                  </a:lnTo>
                  <a:lnTo>
                    <a:pt x="135342" y="74680"/>
                  </a:lnTo>
                  <a:lnTo>
                    <a:pt x="135529" y="74727"/>
                  </a:lnTo>
                  <a:lnTo>
                    <a:pt x="135716" y="74907"/>
                  </a:lnTo>
                  <a:lnTo>
                    <a:pt x="135903" y="75066"/>
                  </a:lnTo>
                  <a:lnTo>
                    <a:pt x="136089" y="75314"/>
                  </a:lnTo>
                  <a:lnTo>
                    <a:pt x="136276" y="75666"/>
                  </a:lnTo>
                  <a:lnTo>
                    <a:pt x="136463" y="76098"/>
                  </a:lnTo>
                  <a:lnTo>
                    <a:pt x="136650" y="76511"/>
                  </a:lnTo>
                  <a:lnTo>
                    <a:pt x="136837" y="76975"/>
                  </a:lnTo>
                  <a:lnTo>
                    <a:pt x="137024" y="77588"/>
                  </a:lnTo>
                  <a:lnTo>
                    <a:pt x="137211" y="78259"/>
                  </a:lnTo>
                  <a:lnTo>
                    <a:pt x="137398" y="78995"/>
                  </a:lnTo>
                  <a:lnTo>
                    <a:pt x="137585" y="79861"/>
                  </a:lnTo>
                  <a:lnTo>
                    <a:pt x="137772" y="80818"/>
                  </a:lnTo>
                  <a:lnTo>
                    <a:pt x="137959" y="81789"/>
                  </a:lnTo>
                  <a:lnTo>
                    <a:pt x="138146" y="82784"/>
                  </a:lnTo>
                  <a:lnTo>
                    <a:pt x="138332" y="83702"/>
                  </a:lnTo>
                  <a:lnTo>
                    <a:pt x="138519" y="84562"/>
                  </a:lnTo>
                  <a:lnTo>
                    <a:pt x="138706" y="85390"/>
                  </a:lnTo>
                  <a:lnTo>
                    <a:pt x="138893" y="86022"/>
                  </a:lnTo>
                  <a:lnTo>
                    <a:pt x="139080" y="86657"/>
                  </a:lnTo>
                  <a:lnTo>
                    <a:pt x="139267" y="87280"/>
                  </a:lnTo>
                  <a:lnTo>
                    <a:pt x="139454" y="87938"/>
                  </a:lnTo>
                  <a:lnTo>
                    <a:pt x="139641" y="88529"/>
                  </a:lnTo>
                  <a:lnTo>
                    <a:pt x="139828" y="89103"/>
                  </a:lnTo>
                  <a:lnTo>
                    <a:pt x="140015" y="89633"/>
                  </a:lnTo>
                  <a:lnTo>
                    <a:pt x="140202" y="90123"/>
                  </a:lnTo>
                  <a:lnTo>
                    <a:pt x="140389" y="90512"/>
                  </a:lnTo>
                  <a:lnTo>
                    <a:pt x="140576" y="90877"/>
                  </a:lnTo>
                  <a:lnTo>
                    <a:pt x="140762" y="91147"/>
                  </a:lnTo>
                  <a:lnTo>
                    <a:pt x="140949" y="91485"/>
                  </a:lnTo>
                  <a:lnTo>
                    <a:pt x="141136" y="91702"/>
                  </a:lnTo>
                  <a:lnTo>
                    <a:pt x="141323" y="91951"/>
                  </a:lnTo>
                  <a:lnTo>
                    <a:pt x="141510" y="92158"/>
                  </a:lnTo>
                  <a:lnTo>
                    <a:pt x="141697" y="92508"/>
                  </a:lnTo>
                  <a:lnTo>
                    <a:pt x="141884" y="92879"/>
                  </a:lnTo>
                  <a:lnTo>
                    <a:pt x="142071" y="93161"/>
                  </a:lnTo>
                  <a:lnTo>
                    <a:pt x="142258" y="93381"/>
                  </a:lnTo>
                  <a:lnTo>
                    <a:pt x="142445" y="93767"/>
                  </a:lnTo>
                  <a:lnTo>
                    <a:pt x="142632" y="94317"/>
                  </a:lnTo>
                  <a:lnTo>
                    <a:pt x="142819" y="94920"/>
                  </a:lnTo>
                  <a:lnTo>
                    <a:pt x="143005" y="95523"/>
                  </a:lnTo>
                  <a:lnTo>
                    <a:pt x="143192" y="96100"/>
                  </a:lnTo>
                  <a:lnTo>
                    <a:pt x="143379" y="96603"/>
                  </a:lnTo>
                  <a:lnTo>
                    <a:pt x="143566" y="97080"/>
                  </a:lnTo>
                  <a:lnTo>
                    <a:pt x="143753" y="97610"/>
                  </a:lnTo>
                  <a:lnTo>
                    <a:pt x="143940" y="98161"/>
                  </a:lnTo>
                  <a:lnTo>
                    <a:pt x="144127" y="98676"/>
                  </a:lnTo>
                  <a:lnTo>
                    <a:pt x="144314" y="99087"/>
                  </a:lnTo>
                  <a:lnTo>
                    <a:pt x="144501" y="99491"/>
                  </a:lnTo>
                  <a:lnTo>
                    <a:pt x="144688" y="99858"/>
                  </a:lnTo>
                  <a:lnTo>
                    <a:pt x="144836" y="10000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456743" y="6353230"/>
              <a:ext cx="3955" cy="914"/>
            </a:xfrm>
            <a:custGeom>
              <a:avLst/>
              <a:pathLst>
                <a:path w="3955" h="914">
                  <a:moveTo>
                    <a:pt x="0" y="914"/>
                  </a:moveTo>
                  <a:lnTo>
                    <a:pt x="29" y="864"/>
                  </a:lnTo>
                  <a:lnTo>
                    <a:pt x="216" y="561"/>
                  </a:lnTo>
                  <a:lnTo>
                    <a:pt x="403" y="417"/>
                  </a:lnTo>
                  <a:lnTo>
                    <a:pt x="590" y="467"/>
                  </a:lnTo>
                  <a:lnTo>
                    <a:pt x="776" y="508"/>
                  </a:lnTo>
                  <a:lnTo>
                    <a:pt x="963" y="413"/>
                  </a:lnTo>
                  <a:lnTo>
                    <a:pt x="1150" y="290"/>
                  </a:lnTo>
                  <a:lnTo>
                    <a:pt x="1337" y="255"/>
                  </a:lnTo>
                  <a:lnTo>
                    <a:pt x="1524" y="227"/>
                  </a:lnTo>
                  <a:lnTo>
                    <a:pt x="1711" y="198"/>
                  </a:lnTo>
                  <a:lnTo>
                    <a:pt x="1898" y="170"/>
                  </a:lnTo>
                  <a:lnTo>
                    <a:pt x="2085" y="142"/>
                  </a:lnTo>
                  <a:lnTo>
                    <a:pt x="2272" y="113"/>
                  </a:lnTo>
                  <a:lnTo>
                    <a:pt x="2459" y="85"/>
                  </a:lnTo>
                  <a:lnTo>
                    <a:pt x="2646" y="56"/>
                  </a:lnTo>
                  <a:lnTo>
                    <a:pt x="2833" y="28"/>
                  </a:lnTo>
                  <a:lnTo>
                    <a:pt x="3019" y="0"/>
                  </a:lnTo>
                  <a:lnTo>
                    <a:pt x="3206" y="194"/>
                  </a:lnTo>
                  <a:lnTo>
                    <a:pt x="3393" y="413"/>
                  </a:lnTo>
                  <a:lnTo>
                    <a:pt x="3580" y="619"/>
                  </a:lnTo>
                  <a:lnTo>
                    <a:pt x="3767" y="744"/>
                  </a:lnTo>
                  <a:lnTo>
                    <a:pt x="3954" y="912"/>
                  </a:lnTo>
                  <a:lnTo>
                    <a:pt x="3955" y="91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602945" y="6340316"/>
              <a:ext cx="28997" cy="13828"/>
            </a:xfrm>
            <a:custGeom>
              <a:avLst/>
              <a:pathLst>
                <a:path w="28997" h="13828">
                  <a:moveTo>
                    <a:pt x="0" y="13828"/>
                  </a:moveTo>
                  <a:lnTo>
                    <a:pt x="186" y="13428"/>
                  </a:lnTo>
                  <a:lnTo>
                    <a:pt x="373" y="13159"/>
                  </a:lnTo>
                  <a:lnTo>
                    <a:pt x="560" y="12894"/>
                  </a:lnTo>
                  <a:lnTo>
                    <a:pt x="747" y="12647"/>
                  </a:lnTo>
                  <a:lnTo>
                    <a:pt x="934" y="12400"/>
                  </a:lnTo>
                  <a:lnTo>
                    <a:pt x="1121" y="12400"/>
                  </a:lnTo>
                  <a:lnTo>
                    <a:pt x="1308" y="12400"/>
                  </a:lnTo>
                  <a:lnTo>
                    <a:pt x="1495" y="12400"/>
                  </a:lnTo>
                  <a:lnTo>
                    <a:pt x="1681" y="12400"/>
                  </a:lnTo>
                  <a:lnTo>
                    <a:pt x="1868" y="12400"/>
                  </a:lnTo>
                  <a:lnTo>
                    <a:pt x="2055" y="12400"/>
                  </a:lnTo>
                  <a:lnTo>
                    <a:pt x="2242" y="12400"/>
                  </a:lnTo>
                  <a:lnTo>
                    <a:pt x="2429" y="12310"/>
                  </a:lnTo>
                  <a:lnTo>
                    <a:pt x="2616" y="12417"/>
                  </a:lnTo>
                  <a:lnTo>
                    <a:pt x="2803" y="12546"/>
                  </a:lnTo>
                  <a:lnTo>
                    <a:pt x="2990" y="12304"/>
                  </a:lnTo>
                  <a:lnTo>
                    <a:pt x="3177" y="12123"/>
                  </a:lnTo>
                  <a:lnTo>
                    <a:pt x="3364" y="11802"/>
                  </a:lnTo>
                  <a:lnTo>
                    <a:pt x="3551" y="11176"/>
                  </a:lnTo>
                  <a:lnTo>
                    <a:pt x="3738" y="10500"/>
                  </a:lnTo>
                  <a:lnTo>
                    <a:pt x="3924" y="9824"/>
                  </a:lnTo>
                  <a:lnTo>
                    <a:pt x="4111" y="9148"/>
                  </a:lnTo>
                  <a:lnTo>
                    <a:pt x="4298" y="8472"/>
                  </a:lnTo>
                  <a:lnTo>
                    <a:pt x="4485" y="7796"/>
                  </a:lnTo>
                  <a:lnTo>
                    <a:pt x="4672" y="7175"/>
                  </a:lnTo>
                  <a:lnTo>
                    <a:pt x="4859" y="6428"/>
                  </a:lnTo>
                  <a:lnTo>
                    <a:pt x="5046" y="5611"/>
                  </a:lnTo>
                  <a:lnTo>
                    <a:pt x="5233" y="4957"/>
                  </a:lnTo>
                  <a:lnTo>
                    <a:pt x="5420" y="4282"/>
                  </a:lnTo>
                  <a:lnTo>
                    <a:pt x="5607" y="3775"/>
                  </a:lnTo>
                  <a:lnTo>
                    <a:pt x="5794" y="3095"/>
                  </a:lnTo>
                  <a:lnTo>
                    <a:pt x="5981" y="2487"/>
                  </a:lnTo>
                  <a:lnTo>
                    <a:pt x="6168" y="2354"/>
                  </a:lnTo>
                  <a:lnTo>
                    <a:pt x="6354" y="2642"/>
                  </a:lnTo>
                  <a:lnTo>
                    <a:pt x="6541" y="3003"/>
                  </a:lnTo>
                  <a:lnTo>
                    <a:pt x="6728" y="3424"/>
                  </a:lnTo>
                  <a:lnTo>
                    <a:pt x="6915" y="3904"/>
                  </a:lnTo>
                  <a:lnTo>
                    <a:pt x="7102" y="4104"/>
                  </a:lnTo>
                  <a:lnTo>
                    <a:pt x="7289" y="4315"/>
                  </a:lnTo>
                  <a:lnTo>
                    <a:pt x="7476" y="4482"/>
                  </a:lnTo>
                  <a:lnTo>
                    <a:pt x="7663" y="4641"/>
                  </a:lnTo>
                  <a:lnTo>
                    <a:pt x="7850" y="4902"/>
                  </a:lnTo>
                  <a:lnTo>
                    <a:pt x="8037" y="5245"/>
                  </a:lnTo>
                  <a:lnTo>
                    <a:pt x="8224" y="5407"/>
                  </a:lnTo>
                  <a:lnTo>
                    <a:pt x="8411" y="5528"/>
                  </a:lnTo>
                  <a:lnTo>
                    <a:pt x="8598" y="5469"/>
                  </a:lnTo>
                  <a:lnTo>
                    <a:pt x="8784" y="5413"/>
                  </a:lnTo>
                  <a:lnTo>
                    <a:pt x="8971" y="5221"/>
                  </a:lnTo>
                  <a:lnTo>
                    <a:pt x="9158" y="4806"/>
                  </a:lnTo>
                  <a:lnTo>
                    <a:pt x="9345" y="4391"/>
                  </a:lnTo>
                  <a:lnTo>
                    <a:pt x="9532" y="3935"/>
                  </a:lnTo>
                  <a:lnTo>
                    <a:pt x="9719" y="3438"/>
                  </a:lnTo>
                  <a:lnTo>
                    <a:pt x="9906" y="2933"/>
                  </a:lnTo>
                  <a:lnTo>
                    <a:pt x="10093" y="2516"/>
                  </a:lnTo>
                  <a:lnTo>
                    <a:pt x="10280" y="2100"/>
                  </a:lnTo>
                  <a:lnTo>
                    <a:pt x="10467" y="1684"/>
                  </a:lnTo>
                  <a:lnTo>
                    <a:pt x="10654" y="1268"/>
                  </a:lnTo>
                  <a:lnTo>
                    <a:pt x="10841" y="933"/>
                  </a:lnTo>
                  <a:lnTo>
                    <a:pt x="11027" y="613"/>
                  </a:lnTo>
                  <a:lnTo>
                    <a:pt x="11214" y="292"/>
                  </a:lnTo>
                  <a:lnTo>
                    <a:pt x="11401" y="144"/>
                  </a:lnTo>
                  <a:lnTo>
                    <a:pt x="11588" y="0"/>
                  </a:lnTo>
                  <a:lnTo>
                    <a:pt x="11775" y="165"/>
                  </a:lnTo>
                  <a:lnTo>
                    <a:pt x="11962" y="330"/>
                  </a:lnTo>
                  <a:lnTo>
                    <a:pt x="12149" y="495"/>
                  </a:lnTo>
                  <a:lnTo>
                    <a:pt x="12336" y="668"/>
                  </a:lnTo>
                  <a:lnTo>
                    <a:pt x="12523" y="998"/>
                  </a:lnTo>
                  <a:lnTo>
                    <a:pt x="12710" y="1328"/>
                  </a:lnTo>
                  <a:lnTo>
                    <a:pt x="12897" y="1765"/>
                  </a:lnTo>
                  <a:lnTo>
                    <a:pt x="13084" y="2351"/>
                  </a:lnTo>
                  <a:lnTo>
                    <a:pt x="13271" y="3011"/>
                  </a:lnTo>
                  <a:lnTo>
                    <a:pt x="13457" y="3672"/>
                  </a:lnTo>
                  <a:lnTo>
                    <a:pt x="13644" y="4191"/>
                  </a:lnTo>
                  <a:lnTo>
                    <a:pt x="13831" y="4316"/>
                  </a:lnTo>
                  <a:lnTo>
                    <a:pt x="14018" y="4414"/>
                  </a:lnTo>
                  <a:lnTo>
                    <a:pt x="14205" y="4506"/>
                  </a:lnTo>
                  <a:lnTo>
                    <a:pt x="14392" y="4597"/>
                  </a:lnTo>
                  <a:lnTo>
                    <a:pt x="14579" y="4689"/>
                  </a:lnTo>
                  <a:lnTo>
                    <a:pt x="14766" y="4781"/>
                  </a:lnTo>
                  <a:lnTo>
                    <a:pt x="14953" y="4873"/>
                  </a:lnTo>
                  <a:lnTo>
                    <a:pt x="15140" y="4958"/>
                  </a:lnTo>
                  <a:lnTo>
                    <a:pt x="15327" y="4930"/>
                  </a:lnTo>
                  <a:lnTo>
                    <a:pt x="15514" y="4950"/>
                  </a:lnTo>
                  <a:lnTo>
                    <a:pt x="15700" y="5084"/>
                  </a:lnTo>
                  <a:lnTo>
                    <a:pt x="15887" y="5109"/>
                  </a:lnTo>
                  <a:lnTo>
                    <a:pt x="16074" y="5081"/>
                  </a:lnTo>
                  <a:lnTo>
                    <a:pt x="16261" y="5052"/>
                  </a:lnTo>
                  <a:lnTo>
                    <a:pt x="16448" y="5024"/>
                  </a:lnTo>
                  <a:lnTo>
                    <a:pt x="16635" y="5025"/>
                  </a:lnTo>
                  <a:lnTo>
                    <a:pt x="16822" y="5057"/>
                  </a:lnTo>
                  <a:lnTo>
                    <a:pt x="17009" y="5528"/>
                  </a:lnTo>
                  <a:lnTo>
                    <a:pt x="17196" y="5689"/>
                  </a:lnTo>
                  <a:lnTo>
                    <a:pt x="17383" y="5871"/>
                  </a:lnTo>
                  <a:lnTo>
                    <a:pt x="17570" y="5863"/>
                  </a:lnTo>
                  <a:lnTo>
                    <a:pt x="17757" y="5830"/>
                  </a:lnTo>
                  <a:lnTo>
                    <a:pt x="17944" y="5796"/>
                  </a:lnTo>
                  <a:lnTo>
                    <a:pt x="18130" y="5763"/>
                  </a:lnTo>
                  <a:lnTo>
                    <a:pt x="18317" y="5691"/>
                  </a:lnTo>
                  <a:lnTo>
                    <a:pt x="18504" y="5466"/>
                  </a:lnTo>
                  <a:lnTo>
                    <a:pt x="18691" y="5242"/>
                  </a:lnTo>
                  <a:lnTo>
                    <a:pt x="18878" y="5237"/>
                  </a:lnTo>
                  <a:lnTo>
                    <a:pt x="19065" y="5259"/>
                  </a:lnTo>
                  <a:lnTo>
                    <a:pt x="19252" y="5299"/>
                  </a:lnTo>
                  <a:lnTo>
                    <a:pt x="19439" y="5343"/>
                  </a:lnTo>
                  <a:lnTo>
                    <a:pt x="19626" y="5388"/>
                  </a:lnTo>
                  <a:lnTo>
                    <a:pt x="19813" y="5350"/>
                  </a:lnTo>
                  <a:lnTo>
                    <a:pt x="20000" y="5291"/>
                  </a:lnTo>
                  <a:lnTo>
                    <a:pt x="20187" y="5327"/>
                  </a:lnTo>
                  <a:lnTo>
                    <a:pt x="20374" y="5331"/>
                  </a:lnTo>
                  <a:lnTo>
                    <a:pt x="20560" y="5600"/>
                  </a:lnTo>
                  <a:lnTo>
                    <a:pt x="20747" y="5869"/>
                  </a:lnTo>
                  <a:lnTo>
                    <a:pt x="20934" y="6213"/>
                  </a:lnTo>
                  <a:lnTo>
                    <a:pt x="21121" y="6306"/>
                  </a:lnTo>
                  <a:lnTo>
                    <a:pt x="21308" y="6403"/>
                  </a:lnTo>
                  <a:lnTo>
                    <a:pt x="21495" y="6467"/>
                  </a:lnTo>
                  <a:lnTo>
                    <a:pt x="21682" y="6531"/>
                  </a:lnTo>
                  <a:lnTo>
                    <a:pt x="21869" y="6606"/>
                  </a:lnTo>
                  <a:lnTo>
                    <a:pt x="22056" y="6562"/>
                  </a:lnTo>
                  <a:lnTo>
                    <a:pt x="22243" y="6518"/>
                  </a:lnTo>
                  <a:lnTo>
                    <a:pt x="22430" y="6474"/>
                  </a:lnTo>
                  <a:lnTo>
                    <a:pt x="22617" y="6436"/>
                  </a:lnTo>
                  <a:lnTo>
                    <a:pt x="22803" y="6512"/>
                  </a:lnTo>
                  <a:lnTo>
                    <a:pt x="22990" y="6569"/>
                  </a:lnTo>
                  <a:lnTo>
                    <a:pt x="23177" y="6521"/>
                  </a:lnTo>
                  <a:lnTo>
                    <a:pt x="23364" y="6391"/>
                  </a:lnTo>
                  <a:lnTo>
                    <a:pt x="23551" y="6181"/>
                  </a:lnTo>
                  <a:lnTo>
                    <a:pt x="23738" y="5724"/>
                  </a:lnTo>
                  <a:lnTo>
                    <a:pt x="23925" y="5268"/>
                  </a:lnTo>
                  <a:lnTo>
                    <a:pt x="24112" y="4887"/>
                  </a:lnTo>
                  <a:lnTo>
                    <a:pt x="24299" y="4433"/>
                  </a:lnTo>
                  <a:lnTo>
                    <a:pt x="24486" y="4103"/>
                  </a:lnTo>
                  <a:lnTo>
                    <a:pt x="24673" y="4289"/>
                  </a:lnTo>
                  <a:lnTo>
                    <a:pt x="24860" y="4686"/>
                  </a:lnTo>
                  <a:lnTo>
                    <a:pt x="25047" y="4954"/>
                  </a:lnTo>
                  <a:lnTo>
                    <a:pt x="25233" y="5485"/>
                  </a:lnTo>
                  <a:lnTo>
                    <a:pt x="25420" y="6095"/>
                  </a:lnTo>
                  <a:lnTo>
                    <a:pt x="25607" y="6549"/>
                  </a:lnTo>
                  <a:lnTo>
                    <a:pt x="25794" y="7095"/>
                  </a:lnTo>
                  <a:lnTo>
                    <a:pt x="25981" y="7743"/>
                  </a:lnTo>
                  <a:lnTo>
                    <a:pt x="26168" y="8439"/>
                  </a:lnTo>
                  <a:lnTo>
                    <a:pt x="26355" y="9160"/>
                  </a:lnTo>
                  <a:lnTo>
                    <a:pt x="26542" y="9895"/>
                  </a:lnTo>
                  <a:lnTo>
                    <a:pt x="26729" y="10612"/>
                  </a:lnTo>
                  <a:lnTo>
                    <a:pt x="26916" y="10956"/>
                  </a:lnTo>
                  <a:lnTo>
                    <a:pt x="27103" y="11321"/>
                  </a:lnTo>
                  <a:lnTo>
                    <a:pt x="27290" y="11514"/>
                  </a:lnTo>
                  <a:lnTo>
                    <a:pt x="27477" y="11646"/>
                  </a:lnTo>
                  <a:lnTo>
                    <a:pt x="27663" y="11749"/>
                  </a:lnTo>
                  <a:lnTo>
                    <a:pt x="27850" y="12005"/>
                  </a:lnTo>
                  <a:lnTo>
                    <a:pt x="28037" y="12319"/>
                  </a:lnTo>
                  <a:lnTo>
                    <a:pt x="28224" y="12633"/>
                  </a:lnTo>
                  <a:lnTo>
                    <a:pt x="28411" y="12899"/>
                  </a:lnTo>
                  <a:lnTo>
                    <a:pt x="28598" y="13166"/>
                  </a:lnTo>
                  <a:lnTo>
                    <a:pt x="28785" y="13455"/>
                  </a:lnTo>
                  <a:lnTo>
                    <a:pt x="28972" y="13781"/>
                  </a:lnTo>
                  <a:lnTo>
                    <a:pt x="28997" y="1382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652707" y="6353686"/>
              <a:ext cx="1266" cy="458"/>
            </a:xfrm>
            <a:custGeom>
              <a:avLst/>
              <a:pathLst>
                <a:path w="1266" h="458">
                  <a:moveTo>
                    <a:pt x="0" y="458"/>
                  </a:moveTo>
                  <a:lnTo>
                    <a:pt x="145" y="330"/>
                  </a:lnTo>
                  <a:lnTo>
                    <a:pt x="331" y="165"/>
                  </a:lnTo>
                  <a:lnTo>
                    <a:pt x="518" y="0"/>
                  </a:lnTo>
                  <a:lnTo>
                    <a:pt x="705" y="31"/>
                  </a:lnTo>
                  <a:lnTo>
                    <a:pt x="892" y="54"/>
                  </a:lnTo>
                  <a:lnTo>
                    <a:pt x="1079" y="258"/>
                  </a:lnTo>
                  <a:lnTo>
                    <a:pt x="1266" y="4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663640" y="6352843"/>
              <a:ext cx="1054" cy="1301"/>
            </a:xfrm>
            <a:custGeom>
              <a:avLst/>
              <a:pathLst>
                <a:path w="1054" h="1301">
                  <a:moveTo>
                    <a:pt x="0" y="1301"/>
                  </a:moveTo>
                  <a:lnTo>
                    <a:pt x="54" y="1104"/>
                  </a:lnTo>
                  <a:lnTo>
                    <a:pt x="241" y="506"/>
                  </a:lnTo>
                  <a:lnTo>
                    <a:pt x="427" y="162"/>
                  </a:lnTo>
                  <a:lnTo>
                    <a:pt x="614" y="0"/>
                  </a:lnTo>
                  <a:lnTo>
                    <a:pt x="801" y="247"/>
                  </a:lnTo>
                  <a:lnTo>
                    <a:pt x="988" y="1002"/>
                  </a:lnTo>
                  <a:lnTo>
                    <a:pt x="1054" y="130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7696685" y="6139532"/>
              <a:ext cx="405769" cy="214612"/>
            </a:xfrm>
            <a:custGeom>
              <a:avLst/>
              <a:pathLst>
                <a:path w="405769" h="214612">
                  <a:moveTo>
                    <a:pt x="0" y="214612"/>
                  </a:moveTo>
                  <a:lnTo>
                    <a:pt x="93" y="214321"/>
                  </a:lnTo>
                  <a:lnTo>
                    <a:pt x="280" y="213648"/>
                  </a:lnTo>
                  <a:lnTo>
                    <a:pt x="467" y="212534"/>
                  </a:lnTo>
                  <a:lnTo>
                    <a:pt x="654" y="211519"/>
                  </a:lnTo>
                  <a:lnTo>
                    <a:pt x="841" y="210208"/>
                  </a:lnTo>
                  <a:lnTo>
                    <a:pt x="1028" y="208889"/>
                  </a:lnTo>
                  <a:lnTo>
                    <a:pt x="1215" y="207309"/>
                  </a:lnTo>
                  <a:lnTo>
                    <a:pt x="1402" y="205739"/>
                  </a:lnTo>
                  <a:lnTo>
                    <a:pt x="1589" y="204169"/>
                  </a:lnTo>
                  <a:lnTo>
                    <a:pt x="1776" y="202739"/>
                  </a:lnTo>
                  <a:lnTo>
                    <a:pt x="1962" y="201379"/>
                  </a:lnTo>
                  <a:lnTo>
                    <a:pt x="2149" y="199999"/>
                  </a:lnTo>
                  <a:lnTo>
                    <a:pt x="2336" y="198536"/>
                  </a:lnTo>
                  <a:lnTo>
                    <a:pt x="2523" y="196916"/>
                  </a:lnTo>
                  <a:lnTo>
                    <a:pt x="2710" y="195477"/>
                  </a:lnTo>
                  <a:lnTo>
                    <a:pt x="2897" y="194176"/>
                  </a:lnTo>
                  <a:lnTo>
                    <a:pt x="3084" y="192842"/>
                  </a:lnTo>
                  <a:lnTo>
                    <a:pt x="3271" y="192045"/>
                  </a:lnTo>
                  <a:lnTo>
                    <a:pt x="3458" y="191544"/>
                  </a:lnTo>
                  <a:lnTo>
                    <a:pt x="3645" y="191358"/>
                  </a:lnTo>
                  <a:lnTo>
                    <a:pt x="3832" y="191182"/>
                  </a:lnTo>
                  <a:lnTo>
                    <a:pt x="4019" y="190956"/>
                  </a:lnTo>
                  <a:lnTo>
                    <a:pt x="4205" y="191110"/>
                  </a:lnTo>
                  <a:lnTo>
                    <a:pt x="4392" y="191330"/>
                  </a:lnTo>
                  <a:lnTo>
                    <a:pt x="4579" y="191545"/>
                  </a:lnTo>
                  <a:lnTo>
                    <a:pt x="4766" y="191695"/>
                  </a:lnTo>
                  <a:lnTo>
                    <a:pt x="4953" y="191731"/>
                  </a:lnTo>
                  <a:lnTo>
                    <a:pt x="5140" y="191400"/>
                  </a:lnTo>
                  <a:lnTo>
                    <a:pt x="5327" y="191094"/>
                  </a:lnTo>
                  <a:lnTo>
                    <a:pt x="5514" y="190716"/>
                  </a:lnTo>
                  <a:lnTo>
                    <a:pt x="5701" y="190124"/>
                  </a:lnTo>
                  <a:lnTo>
                    <a:pt x="5888" y="189550"/>
                  </a:lnTo>
                  <a:lnTo>
                    <a:pt x="6075" y="188525"/>
                  </a:lnTo>
                  <a:lnTo>
                    <a:pt x="6262" y="187484"/>
                  </a:lnTo>
                  <a:lnTo>
                    <a:pt x="6449" y="185666"/>
                  </a:lnTo>
                  <a:lnTo>
                    <a:pt x="6635" y="183740"/>
                  </a:lnTo>
                  <a:lnTo>
                    <a:pt x="6822" y="181947"/>
                  </a:lnTo>
                  <a:lnTo>
                    <a:pt x="7009" y="180208"/>
                  </a:lnTo>
                  <a:lnTo>
                    <a:pt x="7196" y="178287"/>
                  </a:lnTo>
                  <a:lnTo>
                    <a:pt x="7383" y="176101"/>
                  </a:lnTo>
                  <a:lnTo>
                    <a:pt x="7570" y="174044"/>
                  </a:lnTo>
                  <a:lnTo>
                    <a:pt x="7757" y="172601"/>
                  </a:lnTo>
                  <a:lnTo>
                    <a:pt x="7944" y="171218"/>
                  </a:lnTo>
                  <a:lnTo>
                    <a:pt x="8131" y="170284"/>
                  </a:lnTo>
                  <a:lnTo>
                    <a:pt x="8318" y="169468"/>
                  </a:lnTo>
                  <a:lnTo>
                    <a:pt x="8505" y="168711"/>
                  </a:lnTo>
                  <a:lnTo>
                    <a:pt x="8692" y="167978"/>
                  </a:lnTo>
                  <a:lnTo>
                    <a:pt x="8878" y="167020"/>
                  </a:lnTo>
                  <a:lnTo>
                    <a:pt x="9065" y="166029"/>
                  </a:lnTo>
                  <a:lnTo>
                    <a:pt x="9252" y="165049"/>
                  </a:lnTo>
                  <a:lnTo>
                    <a:pt x="9439" y="164064"/>
                  </a:lnTo>
                  <a:lnTo>
                    <a:pt x="9626" y="163088"/>
                  </a:lnTo>
                  <a:lnTo>
                    <a:pt x="9813" y="161981"/>
                  </a:lnTo>
                  <a:lnTo>
                    <a:pt x="10000" y="161103"/>
                  </a:lnTo>
                  <a:lnTo>
                    <a:pt x="10187" y="160299"/>
                  </a:lnTo>
                  <a:lnTo>
                    <a:pt x="10374" y="159527"/>
                  </a:lnTo>
                  <a:lnTo>
                    <a:pt x="10561" y="158805"/>
                  </a:lnTo>
                  <a:lnTo>
                    <a:pt x="10748" y="158130"/>
                  </a:lnTo>
                  <a:lnTo>
                    <a:pt x="10935" y="157344"/>
                  </a:lnTo>
                  <a:lnTo>
                    <a:pt x="11122" y="156720"/>
                  </a:lnTo>
                  <a:lnTo>
                    <a:pt x="11308" y="156150"/>
                  </a:lnTo>
                  <a:lnTo>
                    <a:pt x="11495" y="155631"/>
                  </a:lnTo>
                  <a:lnTo>
                    <a:pt x="11682" y="155338"/>
                  </a:lnTo>
                  <a:lnTo>
                    <a:pt x="11869" y="154982"/>
                  </a:lnTo>
                  <a:lnTo>
                    <a:pt x="12056" y="154674"/>
                  </a:lnTo>
                  <a:lnTo>
                    <a:pt x="12243" y="154319"/>
                  </a:lnTo>
                  <a:lnTo>
                    <a:pt x="12430" y="154048"/>
                  </a:lnTo>
                  <a:lnTo>
                    <a:pt x="12617" y="153874"/>
                  </a:lnTo>
                  <a:lnTo>
                    <a:pt x="12804" y="153814"/>
                  </a:lnTo>
                  <a:lnTo>
                    <a:pt x="12991" y="153785"/>
                  </a:lnTo>
                  <a:lnTo>
                    <a:pt x="13178" y="153714"/>
                  </a:lnTo>
                  <a:lnTo>
                    <a:pt x="13365" y="153511"/>
                  </a:lnTo>
                  <a:lnTo>
                    <a:pt x="13552" y="153405"/>
                  </a:lnTo>
                  <a:lnTo>
                    <a:pt x="13738" y="153246"/>
                  </a:lnTo>
                  <a:lnTo>
                    <a:pt x="13925" y="153069"/>
                  </a:lnTo>
                  <a:lnTo>
                    <a:pt x="14112" y="152860"/>
                  </a:lnTo>
                  <a:lnTo>
                    <a:pt x="14299" y="152489"/>
                  </a:lnTo>
                  <a:lnTo>
                    <a:pt x="14486" y="151990"/>
                  </a:lnTo>
                  <a:lnTo>
                    <a:pt x="14673" y="151529"/>
                  </a:lnTo>
                  <a:lnTo>
                    <a:pt x="14860" y="151010"/>
                  </a:lnTo>
                  <a:lnTo>
                    <a:pt x="15047" y="150382"/>
                  </a:lnTo>
                  <a:lnTo>
                    <a:pt x="15234" y="149719"/>
                  </a:lnTo>
                  <a:lnTo>
                    <a:pt x="15421" y="148951"/>
                  </a:lnTo>
                  <a:lnTo>
                    <a:pt x="15608" y="148036"/>
                  </a:lnTo>
                  <a:lnTo>
                    <a:pt x="15795" y="146858"/>
                  </a:lnTo>
                  <a:lnTo>
                    <a:pt x="15981" y="145810"/>
                  </a:lnTo>
                  <a:lnTo>
                    <a:pt x="16168" y="144551"/>
                  </a:lnTo>
                  <a:lnTo>
                    <a:pt x="16355" y="142743"/>
                  </a:lnTo>
                  <a:lnTo>
                    <a:pt x="16542" y="141281"/>
                  </a:lnTo>
                  <a:lnTo>
                    <a:pt x="16729" y="139843"/>
                  </a:lnTo>
                  <a:lnTo>
                    <a:pt x="16916" y="138459"/>
                  </a:lnTo>
                  <a:lnTo>
                    <a:pt x="17103" y="136929"/>
                  </a:lnTo>
                  <a:lnTo>
                    <a:pt x="17290" y="136096"/>
                  </a:lnTo>
                  <a:lnTo>
                    <a:pt x="17477" y="135729"/>
                  </a:lnTo>
                  <a:lnTo>
                    <a:pt x="17664" y="135581"/>
                  </a:lnTo>
                  <a:lnTo>
                    <a:pt x="17851" y="135811"/>
                  </a:lnTo>
                  <a:lnTo>
                    <a:pt x="18038" y="136222"/>
                  </a:lnTo>
                  <a:lnTo>
                    <a:pt x="18225" y="136426"/>
                  </a:lnTo>
                  <a:lnTo>
                    <a:pt x="18411" y="136511"/>
                  </a:lnTo>
                  <a:lnTo>
                    <a:pt x="18598" y="136289"/>
                  </a:lnTo>
                  <a:lnTo>
                    <a:pt x="18785" y="135993"/>
                  </a:lnTo>
                  <a:lnTo>
                    <a:pt x="18972" y="135454"/>
                  </a:lnTo>
                  <a:lnTo>
                    <a:pt x="19159" y="134783"/>
                  </a:lnTo>
                  <a:lnTo>
                    <a:pt x="19346" y="134049"/>
                  </a:lnTo>
                  <a:lnTo>
                    <a:pt x="19533" y="133421"/>
                  </a:lnTo>
                  <a:lnTo>
                    <a:pt x="19720" y="132696"/>
                  </a:lnTo>
                  <a:lnTo>
                    <a:pt x="19907" y="131970"/>
                  </a:lnTo>
                  <a:lnTo>
                    <a:pt x="20094" y="131111"/>
                  </a:lnTo>
                  <a:lnTo>
                    <a:pt x="20281" y="130314"/>
                  </a:lnTo>
                  <a:lnTo>
                    <a:pt x="20468" y="129426"/>
                  </a:lnTo>
                  <a:lnTo>
                    <a:pt x="20655" y="128343"/>
                  </a:lnTo>
                  <a:lnTo>
                    <a:pt x="20841" y="127270"/>
                  </a:lnTo>
                  <a:lnTo>
                    <a:pt x="21028" y="126288"/>
                  </a:lnTo>
                  <a:lnTo>
                    <a:pt x="21215" y="125348"/>
                  </a:lnTo>
                  <a:lnTo>
                    <a:pt x="21402" y="124537"/>
                  </a:lnTo>
                  <a:lnTo>
                    <a:pt x="21589" y="123824"/>
                  </a:lnTo>
                  <a:lnTo>
                    <a:pt x="21776" y="123482"/>
                  </a:lnTo>
                  <a:lnTo>
                    <a:pt x="21963" y="123171"/>
                  </a:lnTo>
                  <a:lnTo>
                    <a:pt x="22150" y="123016"/>
                  </a:lnTo>
                  <a:lnTo>
                    <a:pt x="22337" y="122852"/>
                  </a:lnTo>
                  <a:lnTo>
                    <a:pt x="22524" y="122607"/>
                  </a:lnTo>
                  <a:lnTo>
                    <a:pt x="22711" y="122354"/>
                  </a:lnTo>
                  <a:lnTo>
                    <a:pt x="22898" y="122185"/>
                  </a:lnTo>
                  <a:lnTo>
                    <a:pt x="23084" y="122172"/>
                  </a:lnTo>
                  <a:lnTo>
                    <a:pt x="23271" y="122334"/>
                  </a:lnTo>
                  <a:lnTo>
                    <a:pt x="23458" y="122369"/>
                  </a:lnTo>
                  <a:lnTo>
                    <a:pt x="23645" y="122098"/>
                  </a:lnTo>
                  <a:lnTo>
                    <a:pt x="23832" y="121732"/>
                  </a:lnTo>
                  <a:lnTo>
                    <a:pt x="24019" y="121537"/>
                  </a:lnTo>
                  <a:lnTo>
                    <a:pt x="24206" y="121173"/>
                  </a:lnTo>
                  <a:lnTo>
                    <a:pt x="24393" y="120661"/>
                  </a:lnTo>
                  <a:lnTo>
                    <a:pt x="24580" y="120039"/>
                  </a:lnTo>
                  <a:lnTo>
                    <a:pt x="24767" y="119495"/>
                  </a:lnTo>
                  <a:lnTo>
                    <a:pt x="24954" y="119055"/>
                  </a:lnTo>
                  <a:lnTo>
                    <a:pt x="25141" y="118492"/>
                  </a:lnTo>
                  <a:lnTo>
                    <a:pt x="25328" y="118072"/>
                  </a:lnTo>
                  <a:lnTo>
                    <a:pt x="25514" y="117963"/>
                  </a:lnTo>
                  <a:lnTo>
                    <a:pt x="25701" y="117842"/>
                  </a:lnTo>
                  <a:lnTo>
                    <a:pt x="25888" y="117539"/>
                  </a:lnTo>
                  <a:lnTo>
                    <a:pt x="26075" y="116942"/>
                  </a:lnTo>
                  <a:lnTo>
                    <a:pt x="26262" y="116223"/>
                  </a:lnTo>
                  <a:lnTo>
                    <a:pt x="26449" y="115504"/>
                  </a:lnTo>
                  <a:lnTo>
                    <a:pt x="26636" y="115203"/>
                  </a:lnTo>
                  <a:lnTo>
                    <a:pt x="26823" y="114801"/>
                  </a:lnTo>
                  <a:lnTo>
                    <a:pt x="27010" y="114612"/>
                  </a:lnTo>
                  <a:lnTo>
                    <a:pt x="27197" y="114580"/>
                  </a:lnTo>
                  <a:lnTo>
                    <a:pt x="27384" y="114605"/>
                  </a:lnTo>
                  <a:lnTo>
                    <a:pt x="27571" y="114628"/>
                  </a:lnTo>
                  <a:lnTo>
                    <a:pt x="27757" y="114748"/>
                  </a:lnTo>
                  <a:lnTo>
                    <a:pt x="27944" y="114835"/>
                  </a:lnTo>
                  <a:lnTo>
                    <a:pt x="28131" y="114914"/>
                  </a:lnTo>
                  <a:lnTo>
                    <a:pt x="28318" y="114993"/>
                  </a:lnTo>
                  <a:lnTo>
                    <a:pt x="28505" y="115079"/>
                  </a:lnTo>
                  <a:lnTo>
                    <a:pt x="28692" y="115240"/>
                  </a:lnTo>
                  <a:lnTo>
                    <a:pt x="28879" y="115449"/>
                  </a:lnTo>
                  <a:lnTo>
                    <a:pt x="29066" y="115606"/>
                  </a:lnTo>
                  <a:lnTo>
                    <a:pt x="29253" y="115766"/>
                  </a:lnTo>
                  <a:lnTo>
                    <a:pt x="29440" y="115972"/>
                  </a:lnTo>
                  <a:lnTo>
                    <a:pt x="29627" y="116121"/>
                  </a:lnTo>
                  <a:lnTo>
                    <a:pt x="29814" y="116130"/>
                  </a:lnTo>
                  <a:lnTo>
                    <a:pt x="30001" y="115956"/>
                  </a:lnTo>
                  <a:lnTo>
                    <a:pt x="30187" y="115799"/>
                  </a:lnTo>
                  <a:lnTo>
                    <a:pt x="30374" y="115741"/>
                  </a:lnTo>
                  <a:lnTo>
                    <a:pt x="30561" y="115817"/>
                  </a:lnTo>
                  <a:lnTo>
                    <a:pt x="30748" y="115894"/>
                  </a:lnTo>
                  <a:lnTo>
                    <a:pt x="30935" y="116266"/>
                  </a:lnTo>
                  <a:lnTo>
                    <a:pt x="31122" y="116689"/>
                  </a:lnTo>
                  <a:lnTo>
                    <a:pt x="31309" y="117207"/>
                  </a:lnTo>
                  <a:lnTo>
                    <a:pt x="31496" y="117837"/>
                  </a:lnTo>
                  <a:lnTo>
                    <a:pt x="31683" y="119162"/>
                  </a:lnTo>
                  <a:lnTo>
                    <a:pt x="31870" y="120601"/>
                  </a:lnTo>
                  <a:lnTo>
                    <a:pt x="32057" y="122013"/>
                  </a:lnTo>
                  <a:lnTo>
                    <a:pt x="32244" y="122771"/>
                  </a:lnTo>
                  <a:lnTo>
                    <a:pt x="32431" y="123143"/>
                  </a:lnTo>
                  <a:lnTo>
                    <a:pt x="32617" y="123588"/>
                  </a:lnTo>
                  <a:lnTo>
                    <a:pt x="32804" y="124273"/>
                  </a:lnTo>
                  <a:lnTo>
                    <a:pt x="32991" y="125024"/>
                  </a:lnTo>
                  <a:lnTo>
                    <a:pt x="33178" y="125684"/>
                  </a:lnTo>
                  <a:lnTo>
                    <a:pt x="33365" y="126402"/>
                  </a:lnTo>
                  <a:lnTo>
                    <a:pt x="33552" y="127280"/>
                  </a:lnTo>
                  <a:lnTo>
                    <a:pt x="33739" y="128102"/>
                  </a:lnTo>
                  <a:lnTo>
                    <a:pt x="33926" y="128849"/>
                  </a:lnTo>
                  <a:lnTo>
                    <a:pt x="34113" y="129454"/>
                  </a:lnTo>
                  <a:lnTo>
                    <a:pt x="34300" y="130372"/>
                  </a:lnTo>
                  <a:lnTo>
                    <a:pt x="34487" y="130900"/>
                  </a:lnTo>
                  <a:lnTo>
                    <a:pt x="34674" y="131425"/>
                  </a:lnTo>
                  <a:lnTo>
                    <a:pt x="34860" y="131848"/>
                  </a:lnTo>
                  <a:lnTo>
                    <a:pt x="35047" y="132263"/>
                  </a:lnTo>
                  <a:lnTo>
                    <a:pt x="35234" y="132778"/>
                  </a:lnTo>
                  <a:lnTo>
                    <a:pt x="35421" y="133310"/>
                  </a:lnTo>
                  <a:lnTo>
                    <a:pt x="35608" y="133587"/>
                  </a:lnTo>
                  <a:lnTo>
                    <a:pt x="35795" y="133761"/>
                  </a:lnTo>
                  <a:lnTo>
                    <a:pt x="35982" y="133935"/>
                  </a:lnTo>
                  <a:lnTo>
                    <a:pt x="36169" y="134110"/>
                  </a:lnTo>
                  <a:lnTo>
                    <a:pt x="36356" y="134399"/>
                  </a:lnTo>
                  <a:lnTo>
                    <a:pt x="36543" y="134812"/>
                  </a:lnTo>
                  <a:lnTo>
                    <a:pt x="36730" y="135052"/>
                  </a:lnTo>
                  <a:lnTo>
                    <a:pt x="36917" y="135377"/>
                  </a:lnTo>
                  <a:lnTo>
                    <a:pt x="37104" y="135639"/>
                  </a:lnTo>
                  <a:lnTo>
                    <a:pt x="37290" y="135958"/>
                  </a:lnTo>
                  <a:lnTo>
                    <a:pt x="37477" y="136465"/>
                  </a:lnTo>
                  <a:lnTo>
                    <a:pt x="37664" y="137234"/>
                  </a:lnTo>
                  <a:lnTo>
                    <a:pt x="37851" y="138265"/>
                  </a:lnTo>
                  <a:lnTo>
                    <a:pt x="38038" y="138786"/>
                  </a:lnTo>
                  <a:lnTo>
                    <a:pt x="38225" y="139557"/>
                  </a:lnTo>
                  <a:lnTo>
                    <a:pt x="38412" y="140331"/>
                  </a:lnTo>
                  <a:lnTo>
                    <a:pt x="38599" y="141192"/>
                  </a:lnTo>
                  <a:lnTo>
                    <a:pt x="38786" y="141895"/>
                  </a:lnTo>
                  <a:lnTo>
                    <a:pt x="38973" y="142646"/>
                  </a:lnTo>
                  <a:lnTo>
                    <a:pt x="39160" y="142987"/>
                  </a:lnTo>
                  <a:lnTo>
                    <a:pt x="39347" y="143143"/>
                  </a:lnTo>
                  <a:lnTo>
                    <a:pt x="39534" y="143427"/>
                  </a:lnTo>
                  <a:lnTo>
                    <a:pt x="39720" y="143827"/>
                  </a:lnTo>
                  <a:lnTo>
                    <a:pt x="39907" y="144340"/>
                  </a:lnTo>
                  <a:lnTo>
                    <a:pt x="40094" y="144655"/>
                  </a:lnTo>
                  <a:lnTo>
                    <a:pt x="40281" y="144661"/>
                  </a:lnTo>
                  <a:lnTo>
                    <a:pt x="40468" y="144734"/>
                  </a:lnTo>
                  <a:lnTo>
                    <a:pt x="40655" y="144347"/>
                  </a:lnTo>
                  <a:lnTo>
                    <a:pt x="40842" y="143965"/>
                  </a:lnTo>
                  <a:lnTo>
                    <a:pt x="41029" y="143385"/>
                  </a:lnTo>
                  <a:lnTo>
                    <a:pt x="41216" y="142813"/>
                  </a:lnTo>
                  <a:lnTo>
                    <a:pt x="41403" y="142320"/>
                  </a:lnTo>
                  <a:lnTo>
                    <a:pt x="41590" y="141924"/>
                  </a:lnTo>
                  <a:lnTo>
                    <a:pt x="41777" y="141509"/>
                  </a:lnTo>
                  <a:lnTo>
                    <a:pt x="41963" y="141347"/>
                  </a:lnTo>
                  <a:lnTo>
                    <a:pt x="42150" y="141132"/>
                  </a:lnTo>
                  <a:lnTo>
                    <a:pt x="42337" y="140891"/>
                  </a:lnTo>
                  <a:lnTo>
                    <a:pt x="42524" y="140511"/>
                  </a:lnTo>
                  <a:lnTo>
                    <a:pt x="42711" y="140152"/>
                  </a:lnTo>
                  <a:lnTo>
                    <a:pt x="42898" y="139851"/>
                  </a:lnTo>
                  <a:lnTo>
                    <a:pt x="43085" y="139757"/>
                  </a:lnTo>
                  <a:lnTo>
                    <a:pt x="43272" y="139654"/>
                  </a:lnTo>
                  <a:lnTo>
                    <a:pt x="43459" y="139906"/>
                  </a:lnTo>
                  <a:lnTo>
                    <a:pt x="43646" y="140114"/>
                  </a:lnTo>
                  <a:lnTo>
                    <a:pt x="43833" y="141027"/>
                  </a:lnTo>
                  <a:lnTo>
                    <a:pt x="44020" y="142047"/>
                  </a:lnTo>
                  <a:lnTo>
                    <a:pt x="44207" y="143020"/>
                  </a:lnTo>
                  <a:lnTo>
                    <a:pt x="44393" y="143954"/>
                  </a:lnTo>
                  <a:lnTo>
                    <a:pt x="44580" y="145000"/>
                  </a:lnTo>
                  <a:lnTo>
                    <a:pt x="44767" y="146277"/>
                  </a:lnTo>
                  <a:lnTo>
                    <a:pt x="44954" y="147454"/>
                  </a:lnTo>
                  <a:lnTo>
                    <a:pt x="45141" y="148057"/>
                  </a:lnTo>
                  <a:lnTo>
                    <a:pt x="45328" y="148770"/>
                  </a:lnTo>
                  <a:lnTo>
                    <a:pt x="45515" y="149156"/>
                  </a:lnTo>
                  <a:lnTo>
                    <a:pt x="45702" y="149233"/>
                  </a:lnTo>
                  <a:lnTo>
                    <a:pt x="45889" y="149326"/>
                  </a:lnTo>
                  <a:lnTo>
                    <a:pt x="46076" y="149396"/>
                  </a:lnTo>
                  <a:lnTo>
                    <a:pt x="46263" y="149731"/>
                  </a:lnTo>
                  <a:lnTo>
                    <a:pt x="46450" y="150215"/>
                  </a:lnTo>
                  <a:lnTo>
                    <a:pt x="46636" y="151074"/>
                  </a:lnTo>
                  <a:lnTo>
                    <a:pt x="46823" y="151879"/>
                  </a:lnTo>
                  <a:lnTo>
                    <a:pt x="47010" y="152568"/>
                  </a:lnTo>
                  <a:lnTo>
                    <a:pt x="47197" y="153272"/>
                  </a:lnTo>
                  <a:lnTo>
                    <a:pt x="47384" y="153822"/>
                  </a:lnTo>
                  <a:lnTo>
                    <a:pt x="47571" y="154313"/>
                  </a:lnTo>
                  <a:lnTo>
                    <a:pt x="47758" y="154554"/>
                  </a:lnTo>
                  <a:lnTo>
                    <a:pt x="47945" y="154525"/>
                  </a:lnTo>
                  <a:lnTo>
                    <a:pt x="48132" y="154423"/>
                  </a:lnTo>
                  <a:lnTo>
                    <a:pt x="48319" y="154315"/>
                  </a:lnTo>
                  <a:lnTo>
                    <a:pt x="48506" y="153916"/>
                  </a:lnTo>
                  <a:lnTo>
                    <a:pt x="48693" y="153501"/>
                  </a:lnTo>
                  <a:lnTo>
                    <a:pt x="48880" y="152938"/>
                  </a:lnTo>
                  <a:lnTo>
                    <a:pt x="49066" y="152246"/>
                  </a:lnTo>
                  <a:lnTo>
                    <a:pt x="49253" y="151438"/>
                  </a:lnTo>
                  <a:lnTo>
                    <a:pt x="49440" y="150615"/>
                  </a:lnTo>
                  <a:lnTo>
                    <a:pt x="49627" y="149951"/>
                  </a:lnTo>
                  <a:lnTo>
                    <a:pt x="49814" y="149368"/>
                  </a:lnTo>
                  <a:lnTo>
                    <a:pt x="50001" y="148747"/>
                  </a:lnTo>
                  <a:lnTo>
                    <a:pt x="50188" y="147960"/>
                  </a:lnTo>
                  <a:lnTo>
                    <a:pt x="50375" y="147134"/>
                  </a:lnTo>
                  <a:lnTo>
                    <a:pt x="50562" y="146276"/>
                  </a:lnTo>
                  <a:lnTo>
                    <a:pt x="50749" y="145373"/>
                  </a:lnTo>
                  <a:lnTo>
                    <a:pt x="50936" y="144507"/>
                  </a:lnTo>
                  <a:lnTo>
                    <a:pt x="51123" y="143788"/>
                  </a:lnTo>
                  <a:lnTo>
                    <a:pt x="51310" y="143100"/>
                  </a:lnTo>
                  <a:lnTo>
                    <a:pt x="51496" y="142426"/>
                  </a:lnTo>
                  <a:lnTo>
                    <a:pt x="51683" y="141748"/>
                  </a:lnTo>
                  <a:lnTo>
                    <a:pt x="51870" y="141018"/>
                  </a:lnTo>
                  <a:lnTo>
                    <a:pt x="52057" y="140244"/>
                  </a:lnTo>
                  <a:lnTo>
                    <a:pt x="52244" y="139603"/>
                  </a:lnTo>
                  <a:lnTo>
                    <a:pt x="52431" y="138985"/>
                  </a:lnTo>
                  <a:lnTo>
                    <a:pt x="52618" y="138430"/>
                  </a:lnTo>
                  <a:lnTo>
                    <a:pt x="52805" y="137888"/>
                  </a:lnTo>
                  <a:lnTo>
                    <a:pt x="52992" y="137494"/>
                  </a:lnTo>
                  <a:lnTo>
                    <a:pt x="53179" y="137393"/>
                  </a:lnTo>
                  <a:lnTo>
                    <a:pt x="53366" y="137191"/>
                  </a:lnTo>
                  <a:lnTo>
                    <a:pt x="53553" y="137372"/>
                  </a:lnTo>
                  <a:lnTo>
                    <a:pt x="53739" y="138066"/>
                  </a:lnTo>
                  <a:lnTo>
                    <a:pt x="53926" y="138287"/>
                  </a:lnTo>
                  <a:lnTo>
                    <a:pt x="54113" y="138492"/>
                  </a:lnTo>
                  <a:lnTo>
                    <a:pt x="54300" y="138560"/>
                  </a:lnTo>
                  <a:lnTo>
                    <a:pt x="54487" y="138779"/>
                  </a:lnTo>
                  <a:lnTo>
                    <a:pt x="54674" y="138484"/>
                  </a:lnTo>
                  <a:lnTo>
                    <a:pt x="54861" y="137820"/>
                  </a:lnTo>
                  <a:lnTo>
                    <a:pt x="55048" y="136861"/>
                  </a:lnTo>
                  <a:lnTo>
                    <a:pt x="55235" y="135922"/>
                  </a:lnTo>
                  <a:lnTo>
                    <a:pt x="55422" y="134791"/>
                  </a:lnTo>
                  <a:lnTo>
                    <a:pt x="55609" y="133891"/>
                  </a:lnTo>
                  <a:lnTo>
                    <a:pt x="55796" y="133024"/>
                  </a:lnTo>
                  <a:lnTo>
                    <a:pt x="55983" y="132078"/>
                  </a:lnTo>
                  <a:lnTo>
                    <a:pt x="56169" y="131211"/>
                  </a:lnTo>
                  <a:lnTo>
                    <a:pt x="56356" y="130353"/>
                  </a:lnTo>
                  <a:lnTo>
                    <a:pt x="56543" y="129632"/>
                  </a:lnTo>
                  <a:lnTo>
                    <a:pt x="56730" y="129013"/>
                  </a:lnTo>
                  <a:lnTo>
                    <a:pt x="56917" y="128254"/>
                  </a:lnTo>
                  <a:lnTo>
                    <a:pt x="57104" y="127688"/>
                  </a:lnTo>
                  <a:lnTo>
                    <a:pt x="57291" y="127051"/>
                  </a:lnTo>
                  <a:lnTo>
                    <a:pt x="57478" y="126449"/>
                  </a:lnTo>
                  <a:lnTo>
                    <a:pt x="57665" y="125217"/>
                  </a:lnTo>
                  <a:lnTo>
                    <a:pt x="57852" y="124111"/>
                  </a:lnTo>
                  <a:lnTo>
                    <a:pt x="58039" y="122990"/>
                  </a:lnTo>
                  <a:lnTo>
                    <a:pt x="58226" y="121693"/>
                  </a:lnTo>
                  <a:lnTo>
                    <a:pt x="58413" y="120441"/>
                  </a:lnTo>
                  <a:lnTo>
                    <a:pt x="58599" y="119113"/>
                  </a:lnTo>
                  <a:lnTo>
                    <a:pt x="58786" y="116788"/>
                  </a:lnTo>
                  <a:lnTo>
                    <a:pt x="58973" y="114136"/>
                  </a:lnTo>
                  <a:lnTo>
                    <a:pt x="59160" y="111193"/>
                  </a:lnTo>
                  <a:lnTo>
                    <a:pt x="59347" y="108199"/>
                  </a:lnTo>
                  <a:lnTo>
                    <a:pt x="59534" y="105105"/>
                  </a:lnTo>
                  <a:lnTo>
                    <a:pt x="59721" y="101922"/>
                  </a:lnTo>
                  <a:lnTo>
                    <a:pt x="59908" y="98731"/>
                  </a:lnTo>
                  <a:lnTo>
                    <a:pt x="60095" y="95786"/>
                  </a:lnTo>
                  <a:lnTo>
                    <a:pt x="60282" y="92958"/>
                  </a:lnTo>
                  <a:lnTo>
                    <a:pt x="60469" y="90106"/>
                  </a:lnTo>
                  <a:lnTo>
                    <a:pt x="60656" y="87428"/>
                  </a:lnTo>
                  <a:lnTo>
                    <a:pt x="60842" y="85007"/>
                  </a:lnTo>
                  <a:lnTo>
                    <a:pt x="61029" y="82909"/>
                  </a:lnTo>
                  <a:lnTo>
                    <a:pt x="61216" y="80950"/>
                  </a:lnTo>
                  <a:lnTo>
                    <a:pt x="61403" y="78001"/>
                  </a:lnTo>
                  <a:lnTo>
                    <a:pt x="61590" y="75705"/>
                  </a:lnTo>
                  <a:lnTo>
                    <a:pt x="61777" y="73760"/>
                  </a:lnTo>
                  <a:lnTo>
                    <a:pt x="61964" y="72205"/>
                  </a:lnTo>
                  <a:lnTo>
                    <a:pt x="62151" y="70897"/>
                  </a:lnTo>
                  <a:lnTo>
                    <a:pt x="62338" y="69682"/>
                  </a:lnTo>
                  <a:lnTo>
                    <a:pt x="62525" y="68765"/>
                  </a:lnTo>
                  <a:lnTo>
                    <a:pt x="62712" y="67968"/>
                  </a:lnTo>
                  <a:lnTo>
                    <a:pt x="62899" y="66843"/>
                  </a:lnTo>
                  <a:lnTo>
                    <a:pt x="63086" y="65738"/>
                  </a:lnTo>
                  <a:lnTo>
                    <a:pt x="63272" y="65215"/>
                  </a:lnTo>
                  <a:lnTo>
                    <a:pt x="63459" y="64869"/>
                  </a:lnTo>
                  <a:lnTo>
                    <a:pt x="63646" y="64319"/>
                  </a:lnTo>
                  <a:lnTo>
                    <a:pt x="63833" y="63892"/>
                  </a:lnTo>
                  <a:lnTo>
                    <a:pt x="64020" y="63118"/>
                  </a:lnTo>
                  <a:lnTo>
                    <a:pt x="64207" y="62190"/>
                  </a:lnTo>
                  <a:lnTo>
                    <a:pt x="64394" y="60874"/>
                  </a:lnTo>
                  <a:lnTo>
                    <a:pt x="64581" y="59180"/>
                  </a:lnTo>
                  <a:lnTo>
                    <a:pt x="64768" y="57360"/>
                  </a:lnTo>
                  <a:lnTo>
                    <a:pt x="64955" y="55359"/>
                  </a:lnTo>
                  <a:lnTo>
                    <a:pt x="65142" y="53124"/>
                  </a:lnTo>
                  <a:lnTo>
                    <a:pt x="65329" y="50661"/>
                  </a:lnTo>
                  <a:lnTo>
                    <a:pt x="65515" y="47653"/>
                  </a:lnTo>
                  <a:lnTo>
                    <a:pt x="65702" y="44446"/>
                  </a:lnTo>
                  <a:lnTo>
                    <a:pt x="65889" y="40911"/>
                  </a:lnTo>
                  <a:lnTo>
                    <a:pt x="66076" y="37284"/>
                  </a:lnTo>
                  <a:lnTo>
                    <a:pt x="66263" y="33543"/>
                  </a:lnTo>
                  <a:lnTo>
                    <a:pt x="66450" y="29978"/>
                  </a:lnTo>
                  <a:lnTo>
                    <a:pt x="66637" y="26524"/>
                  </a:lnTo>
                  <a:lnTo>
                    <a:pt x="66824" y="23069"/>
                  </a:lnTo>
                  <a:lnTo>
                    <a:pt x="67011" y="20653"/>
                  </a:lnTo>
                  <a:lnTo>
                    <a:pt x="67198" y="18681"/>
                  </a:lnTo>
                  <a:lnTo>
                    <a:pt x="67385" y="16956"/>
                  </a:lnTo>
                  <a:lnTo>
                    <a:pt x="67572" y="15160"/>
                  </a:lnTo>
                  <a:lnTo>
                    <a:pt x="67759" y="13500"/>
                  </a:lnTo>
                  <a:lnTo>
                    <a:pt x="67945" y="12009"/>
                  </a:lnTo>
                  <a:lnTo>
                    <a:pt x="68132" y="10794"/>
                  </a:lnTo>
                  <a:lnTo>
                    <a:pt x="68319" y="10032"/>
                  </a:lnTo>
                  <a:lnTo>
                    <a:pt x="68506" y="9699"/>
                  </a:lnTo>
                  <a:lnTo>
                    <a:pt x="68693" y="9584"/>
                  </a:lnTo>
                  <a:lnTo>
                    <a:pt x="68880" y="9481"/>
                  </a:lnTo>
                  <a:lnTo>
                    <a:pt x="69067" y="9691"/>
                  </a:lnTo>
                  <a:lnTo>
                    <a:pt x="69254" y="9923"/>
                  </a:lnTo>
                  <a:lnTo>
                    <a:pt x="69441" y="10018"/>
                  </a:lnTo>
                  <a:lnTo>
                    <a:pt x="69628" y="10261"/>
                  </a:lnTo>
                  <a:lnTo>
                    <a:pt x="69815" y="10885"/>
                  </a:lnTo>
                  <a:lnTo>
                    <a:pt x="70002" y="11450"/>
                  </a:lnTo>
                  <a:lnTo>
                    <a:pt x="70189" y="12040"/>
                  </a:lnTo>
                  <a:lnTo>
                    <a:pt x="70375" y="12745"/>
                  </a:lnTo>
                  <a:lnTo>
                    <a:pt x="70562" y="13449"/>
                  </a:lnTo>
                  <a:lnTo>
                    <a:pt x="70749" y="14024"/>
                  </a:lnTo>
                  <a:lnTo>
                    <a:pt x="70936" y="14018"/>
                  </a:lnTo>
                  <a:lnTo>
                    <a:pt x="71123" y="13505"/>
                  </a:lnTo>
                  <a:lnTo>
                    <a:pt x="71310" y="12826"/>
                  </a:lnTo>
                  <a:lnTo>
                    <a:pt x="71497" y="12384"/>
                  </a:lnTo>
                  <a:lnTo>
                    <a:pt x="71684" y="11650"/>
                  </a:lnTo>
                  <a:lnTo>
                    <a:pt x="71871" y="10799"/>
                  </a:lnTo>
                  <a:lnTo>
                    <a:pt x="72058" y="9940"/>
                  </a:lnTo>
                  <a:lnTo>
                    <a:pt x="72245" y="9485"/>
                  </a:lnTo>
                  <a:lnTo>
                    <a:pt x="72432" y="8792"/>
                  </a:lnTo>
                  <a:lnTo>
                    <a:pt x="72618" y="8017"/>
                  </a:lnTo>
                  <a:lnTo>
                    <a:pt x="72805" y="7242"/>
                  </a:lnTo>
                  <a:lnTo>
                    <a:pt x="72992" y="6476"/>
                  </a:lnTo>
                  <a:lnTo>
                    <a:pt x="73179" y="5711"/>
                  </a:lnTo>
                  <a:lnTo>
                    <a:pt x="73366" y="4946"/>
                  </a:lnTo>
                  <a:lnTo>
                    <a:pt x="73553" y="4218"/>
                  </a:lnTo>
                  <a:lnTo>
                    <a:pt x="73740" y="3507"/>
                  </a:lnTo>
                  <a:lnTo>
                    <a:pt x="73927" y="2931"/>
                  </a:lnTo>
                  <a:lnTo>
                    <a:pt x="74114" y="2641"/>
                  </a:lnTo>
                  <a:lnTo>
                    <a:pt x="74301" y="2408"/>
                  </a:lnTo>
                  <a:lnTo>
                    <a:pt x="74488" y="2221"/>
                  </a:lnTo>
                  <a:lnTo>
                    <a:pt x="74675" y="1909"/>
                  </a:lnTo>
                  <a:lnTo>
                    <a:pt x="74862" y="1525"/>
                  </a:lnTo>
                  <a:lnTo>
                    <a:pt x="75048" y="695"/>
                  </a:lnTo>
                  <a:lnTo>
                    <a:pt x="75235" y="201"/>
                  </a:lnTo>
                  <a:lnTo>
                    <a:pt x="75422" y="216"/>
                  </a:lnTo>
                  <a:lnTo>
                    <a:pt x="75609" y="105"/>
                  </a:lnTo>
                  <a:lnTo>
                    <a:pt x="75796" y="0"/>
                  </a:lnTo>
                  <a:lnTo>
                    <a:pt x="75983" y="258"/>
                  </a:lnTo>
                  <a:lnTo>
                    <a:pt x="76170" y="709"/>
                  </a:lnTo>
                  <a:lnTo>
                    <a:pt x="76357" y="1156"/>
                  </a:lnTo>
                  <a:lnTo>
                    <a:pt x="76544" y="2133"/>
                  </a:lnTo>
                  <a:lnTo>
                    <a:pt x="76731" y="3253"/>
                  </a:lnTo>
                  <a:lnTo>
                    <a:pt x="76918" y="4263"/>
                  </a:lnTo>
                  <a:lnTo>
                    <a:pt x="77105" y="5380"/>
                  </a:lnTo>
                  <a:lnTo>
                    <a:pt x="77291" y="6571"/>
                  </a:lnTo>
                  <a:lnTo>
                    <a:pt x="77478" y="7778"/>
                  </a:lnTo>
                  <a:lnTo>
                    <a:pt x="77665" y="9145"/>
                  </a:lnTo>
                  <a:lnTo>
                    <a:pt x="77852" y="10478"/>
                  </a:lnTo>
                  <a:lnTo>
                    <a:pt x="78039" y="11734"/>
                  </a:lnTo>
                  <a:lnTo>
                    <a:pt x="78226" y="12799"/>
                  </a:lnTo>
                  <a:lnTo>
                    <a:pt x="78413" y="13954"/>
                  </a:lnTo>
                  <a:lnTo>
                    <a:pt x="78600" y="15095"/>
                  </a:lnTo>
                  <a:lnTo>
                    <a:pt x="78787" y="16288"/>
                  </a:lnTo>
                  <a:lnTo>
                    <a:pt x="78974" y="17456"/>
                  </a:lnTo>
                  <a:lnTo>
                    <a:pt x="79161" y="18711"/>
                  </a:lnTo>
                  <a:lnTo>
                    <a:pt x="79348" y="19566"/>
                  </a:lnTo>
                  <a:lnTo>
                    <a:pt x="79535" y="20530"/>
                  </a:lnTo>
                  <a:lnTo>
                    <a:pt x="79721" y="21458"/>
                  </a:lnTo>
                  <a:lnTo>
                    <a:pt x="79908" y="22202"/>
                  </a:lnTo>
                  <a:lnTo>
                    <a:pt x="80095" y="22838"/>
                  </a:lnTo>
                  <a:lnTo>
                    <a:pt x="80282" y="23489"/>
                  </a:lnTo>
                  <a:lnTo>
                    <a:pt x="80469" y="23941"/>
                  </a:lnTo>
                  <a:lnTo>
                    <a:pt x="80656" y="24394"/>
                  </a:lnTo>
                  <a:lnTo>
                    <a:pt x="80843" y="24834"/>
                  </a:lnTo>
                  <a:lnTo>
                    <a:pt x="81030" y="25335"/>
                  </a:lnTo>
                  <a:lnTo>
                    <a:pt x="81217" y="25907"/>
                  </a:lnTo>
                  <a:lnTo>
                    <a:pt x="81404" y="26480"/>
                  </a:lnTo>
                  <a:lnTo>
                    <a:pt x="81591" y="26950"/>
                  </a:lnTo>
                  <a:lnTo>
                    <a:pt x="81778" y="27337"/>
                  </a:lnTo>
                  <a:lnTo>
                    <a:pt x="81965" y="27669"/>
                  </a:lnTo>
                  <a:lnTo>
                    <a:pt x="82151" y="28001"/>
                  </a:lnTo>
                  <a:lnTo>
                    <a:pt x="82338" y="28376"/>
                  </a:lnTo>
                  <a:lnTo>
                    <a:pt x="82525" y="28810"/>
                  </a:lnTo>
                  <a:lnTo>
                    <a:pt x="82712" y="29108"/>
                  </a:lnTo>
                  <a:lnTo>
                    <a:pt x="82899" y="29384"/>
                  </a:lnTo>
                  <a:lnTo>
                    <a:pt x="83086" y="29879"/>
                  </a:lnTo>
                  <a:lnTo>
                    <a:pt x="83273" y="30374"/>
                  </a:lnTo>
                  <a:lnTo>
                    <a:pt x="83460" y="30869"/>
                  </a:lnTo>
                  <a:lnTo>
                    <a:pt x="83647" y="31323"/>
                  </a:lnTo>
                  <a:lnTo>
                    <a:pt x="83834" y="31587"/>
                  </a:lnTo>
                  <a:lnTo>
                    <a:pt x="84021" y="31464"/>
                  </a:lnTo>
                  <a:lnTo>
                    <a:pt x="84208" y="31341"/>
                  </a:lnTo>
                  <a:lnTo>
                    <a:pt x="84394" y="31273"/>
                  </a:lnTo>
                  <a:lnTo>
                    <a:pt x="84581" y="31305"/>
                  </a:lnTo>
                  <a:lnTo>
                    <a:pt x="84768" y="31253"/>
                  </a:lnTo>
                  <a:lnTo>
                    <a:pt x="84955" y="31209"/>
                  </a:lnTo>
                  <a:lnTo>
                    <a:pt x="85142" y="31396"/>
                  </a:lnTo>
                  <a:lnTo>
                    <a:pt x="85329" y="31793"/>
                  </a:lnTo>
                  <a:lnTo>
                    <a:pt x="85516" y="32200"/>
                  </a:lnTo>
                  <a:lnTo>
                    <a:pt x="85703" y="32728"/>
                  </a:lnTo>
                  <a:lnTo>
                    <a:pt x="85890" y="33320"/>
                  </a:lnTo>
                  <a:lnTo>
                    <a:pt x="86077" y="33874"/>
                  </a:lnTo>
                  <a:lnTo>
                    <a:pt x="86264" y="34526"/>
                  </a:lnTo>
                  <a:lnTo>
                    <a:pt x="86451" y="35128"/>
                  </a:lnTo>
                  <a:lnTo>
                    <a:pt x="86638" y="35909"/>
                  </a:lnTo>
                  <a:lnTo>
                    <a:pt x="86824" y="36657"/>
                  </a:lnTo>
                  <a:lnTo>
                    <a:pt x="87011" y="37294"/>
                  </a:lnTo>
                  <a:lnTo>
                    <a:pt x="87198" y="37808"/>
                  </a:lnTo>
                  <a:lnTo>
                    <a:pt x="87385" y="38264"/>
                  </a:lnTo>
                  <a:lnTo>
                    <a:pt x="87572" y="38829"/>
                  </a:lnTo>
                  <a:lnTo>
                    <a:pt x="87759" y="39461"/>
                  </a:lnTo>
                  <a:lnTo>
                    <a:pt x="87946" y="40180"/>
                  </a:lnTo>
                  <a:lnTo>
                    <a:pt x="88133" y="41251"/>
                  </a:lnTo>
                  <a:lnTo>
                    <a:pt x="88320" y="42264"/>
                  </a:lnTo>
                  <a:lnTo>
                    <a:pt x="88507" y="43282"/>
                  </a:lnTo>
                  <a:lnTo>
                    <a:pt x="88694" y="44309"/>
                  </a:lnTo>
                  <a:lnTo>
                    <a:pt x="88881" y="45323"/>
                  </a:lnTo>
                  <a:lnTo>
                    <a:pt x="89068" y="46377"/>
                  </a:lnTo>
                  <a:lnTo>
                    <a:pt x="89254" y="47503"/>
                  </a:lnTo>
                  <a:lnTo>
                    <a:pt x="89441" y="48564"/>
                  </a:lnTo>
                  <a:lnTo>
                    <a:pt x="89628" y="49453"/>
                  </a:lnTo>
                  <a:lnTo>
                    <a:pt x="89815" y="50389"/>
                  </a:lnTo>
                  <a:lnTo>
                    <a:pt x="90002" y="51337"/>
                  </a:lnTo>
                  <a:lnTo>
                    <a:pt x="90189" y="52381"/>
                  </a:lnTo>
                  <a:lnTo>
                    <a:pt x="90376" y="53418"/>
                  </a:lnTo>
                  <a:lnTo>
                    <a:pt x="90563" y="54322"/>
                  </a:lnTo>
                  <a:lnTo>
                    <a:pt x="90750" y="55188"/>
                  </a:lnTo>
                  <a:lnTo>
                    <a:pt x="90937" y="55942"/>
                  </a:lnTo>
                  <a:lnTo>
                    <a:pt x="91124" y="56701"/>
                  </a:lnTo>
                  <a:lnTo>
                    <a:pt x="91311" y="57231"/>
                  </a:lnTo>
                  <a:lnTo>
                    <a:pt x="91497" y="57686"/>
                  </a:lnTo>
                  <a:lnTo>
                    <a:pt x="91684" y="58278"/>
                  </a:lnTo>
                  <a:lnTo>
                    <a:pt x="91871" y="58900"/>
                  </a:lnTo>
                  <a:lnTo>
                    <a:pt x="92058" y="59349"/>
                  </a:lnTo>
                  <a:lnTo>
                    <a:pt x="92245" y="59830"/>
                  </a:lnTo>
                  <a:lnTo>
                    <a:pt x="92432" y="60299"/>
                  </a:lnTo>
                  <a:lnTo>
                    <a:pt x="92619" y="60586"/>
                  </a:lnTo>
                  <a:lnTo>
                    <a:pt x="92806" y="60826"/>
                  </a:lnTo>
                  <a:lnTo>
                    <a:pt x="92993" y="61304"/>
                  </a:lnTo>
                  <a:lnTo>
                    <a:pt x="93180" y="61768"/>
                  </a:lnTo>
                  <a:lnTo>
                    <a:pt x="93367" y="62509"/>
                  </a:lnTo>
                  <a:lnTo>
                    <a:pt x="93554" y="63216"/>
                  </a:lnTo>
                  <a:lnTo>
                    <a:pt x="93741" y="63926"/>
                  </a:lnTo>
                  <a:lnTo>
                    <a:pt x="93927" y="64482"/>
                  </a:lnTo>
                  <a:lnTo>
                    <a:pt x="94114" y="65024"/>
                  </a:lnTo>
                  <a:lnTo>
                    <a:pt x="94301" y="65681"/>
                  </a:lnTo>
                  <a:lnTo>
                    <a:pt x="94488" y="66553"/>
                  </a:lnTo>
                  <a:lnTo>
                    <a:pt x="94675" y="67546"/>
                  </a:lnTo>
                  <a:lnTo>
                    <a:pt x="94862" y="68717"/>
                  </a:lnTo>
                  <a:lnTo>
                    <a:pt x="95049" y="70406"/>
                  </a:lnTo>
                  <a:lnTo>
                    <a:pt x="95236" y="72126"/>
                  </a:lnTo>
                  <a:lnTo>
                    <a:pt x="95423" y="73966"/>
                  </a:lnTo>
                  <a:lnTo>
                    <a:pt x="95610" y="75947"/>
                  </a:lnTo>
                  <a:lnTo>
                    <a:pt x="95797" y="77884"/>
                  </a:lnTo>
                  <a:lnTo>
                    <a:pt x="95984" y="79771"/>
                  </a:lnTo>
                  <a:lnTo>
                    <a:pt x="96170" y="82566"/>
                  </a:lnTo>
                  <a:lnTo>
                    <a:pt x="96357" y="85572"/>
                  </a:lnTo>
                  <a:lnTo>
                    <a:pt x="96544" y="88638"/>
                  </a:lnTo>
                  <a:lnTo>
                    <a:pt x="96731" y="91890"/>
                  </a:lnTo>
                  <a:lnTo>
                    <a:pt x="96918" y="95115"/>
                  </a:lnTo>
                  <a:lnTo>
                    <a:pt x="97105" y="98458"/>
                  </a:lnTo>
                  <a:lnTo>
                    <a:pt x="97292" y="101465"/>
                  </a:lnTo>
                  <a:lnTo>
                    <a:pt x="97479" y="104228"/>
                  </a:lnTo>
                  <a:lnTo>
                    <a:pt x="97666" y="106836"/>
                  </a:lnTo>
                  <a:lnTo>
                    <a:pt x="97853" y="109472"/>
                  </a:lnTo>
                  <a:lnTo>
                    <a:pt x="98040" y="111958"/>
                  </a:lnTo>
                  <a:lnTo>
                    <a:pt x="98227" y="114403"/>
                  </a:lnTo>
                  <a:lnTo>
                    <a:pt x="98414" y="116828"/>
                  </a:lnTo>
                  <a:lnTo>
                    <a:pt x="98600" y="119230"/>
                  </a:lnTo>
                  <a:lnTo>
                    <a:pt x="98787" y="122513"/>
                  </a:lnTo>
                  <a:lnTo>
                    <a:pt x="98974" y="125248"/>
                  </a:lnTo>
                  <a:lnTo>
                    <a:pt x="99161" y="127585"/>
                  </a:lnTo>
                  <a:lnTo>
                    <a:pt x="99348" y="129529"/>
                  </a:lnTo>
                  <a:lnTo>
                    <a:pt x="99535" y="131079"/>
                  </a:lnTo>
                  <a:lnTo>
                    <a:pt x="99722" y="132423"/>
                  </a:lnTo>
                  <a:lnTo>
                    <a:pt x="99909" y="133735"/>
                  </a:lnTo>
                  <a:lnTo>
                    <a:pt x="100096" y="134917"/>
                  </a:lnTo>
                  <a:lnTo>
                    <a:pt x="100283" y="136266"/>
                  </a:lnTo>
                  <a:lnTo>
                    <a:pt x="100470" y="137592"/>
                  </a:lnTo>
                  <a:lnTo>
                    <a:pt x="100657" y="138489"/>
                  </a:lnTo>
                  <a:lnTo>
                    <a:pt x="100844" y="139264"/>
                  </a:lnTo>
                  <a:lnTo>
                    <a:pt x="101030" y="140139"/>
                  </a:lnTo>
                  <a:lnTo>
                    <a:pt x="101217" y="140984"/>
                  </a:lnTo>
                  <a:lnTo>
                    <a:pt x="101404" y="141751"/>
                  </a:lnTo>
                  <a:lnTo>
                    <a:pt x="101591" y="142754"/>
                  </a:lnTo>
                  <a:lnTo>
                    <a:pt x="101778" y="144030"/>
                  </a:lnTo>
                  <a:lnTo>
                    <a:pt x="101965" y="145588"/>
                  </a:lnTo>
                  <a:lnTo>
                    <a:pt x="102152" y="147362"/>
                  </a:lnTo>
                  <a:lnTo>
                    <a:pt x="102339" y="149476"/>
                  </a:lnTo>
                  <a:lnTo>
                    <a:pt x="102526" y="151773"/>
                  </a:lnTo>
                  <a:lnTo>
                    <a:pt x="102713" y="154315"/>
                  </a:lnTo>
                  <a:lnTo>
                    <a:pt x="102900" y="157400"/>
                  </a:lnTo>
                  <a:lnTo>
                    <a:pt x="103087" y="160585"/>
                  </a:lnTo>
                  <a:lnTo>
                    <a:pt x="103273" y="164025"/>
                  </a:lnTo>
                  <a:lnTo>
                    <a:pt x="103460" y="167482"/>
                  </a:lnTo>
                  <a:lnTo>
                    <a:pt x="103647" y="170975"/>
                  </a:lnTo>
                  <a:lnTo>
                    <a:pt x="103834" y="174365"/>
                  </a:lnTo>
                  <a:lnTo>
                    <a:pt x="104021" y="177490"/>
                  </a:lnTo>
                  <a:lnTo>
                    <a:pt x="104208" y="180611"/>
                  </a:lnTo>
                  <a:lnTo>
                    <a:pt x="104395" y="182778"/>
                  </a:lnTo>
                  <a:lnTo>
                    <a:pt x="104582" y="184602"/>
                  </a:lnTo>
                  <a:lnTo>
                    <a:pt x="104769" y="186307"/>
                  </a:lnTo>
                  <a:lnTo>
                    <a:pt x="104956" y="187996"/>
                  </a:lnTo>
                  <a:lnTo>
                    <a:pt x="105143" y="189630"/>
                  </a:lnTo>
                  <a:lnTo>
                    <a:pt x="105330" y="191071"/>
                  </a:lnTo>
                  <a:lnTo>
                    <a:pt x="105517" y="192150"/>
                  </a:lnTo>
                  <a:lnTo>
                    <a:pt x="105703" y="192790"/>
                  </a:lnTo>
                  <a:lnTo>
                    <a:pt x="105890" y="193171"/>
                  </a:lnTo>
                  <a:lnTo>
                    <a:pt x="106077" y="193420"/>
                  </a:lnTo>
                  <a:lnTo>
                    <a:pt x="106264" y="193625"/>
                  </a:lnTo>
                  <a:lnTo>
                    <a:pt x="106451" y="193462"/>
                  </a:lnTo>
                  <a:lnTo>
                    <a:pt x="106638" y="193223"/>
                  </a:lnTo>
                  <a:lnTo>
                    <a:pt x="106825" y="193136"/>
                  </a:lnTo>
                  <a:lnTo>
                    <a:pt x="107012" y="193272"/>
                  </a:lnTo>
                  <a:lnTo>
                    <a:pt x="107199" y="193127"/>
                  </a:lnTo>
                  <a:lnTo>
                    <a:pt x="107386" y="193026"/>
                  </a:lnTo>
                  <a:lnTo>
                    <a:pt x="107573" y="192850"/>
                  </a:lnTo>
                  <a:lnTo>
                    <a:pt x="107760" y="192573"/>
                  </a:lnTo>
                  <a:lnTo>
                    <a:pt x="107947" y="191972"/>
                  </a:lnTo>
                  <a:lnTo>
                    <a:pt x="108133" y="190933"/>
                  </a:lnTo>
                  <a:lnTo>
                    <a:pt x="108320" y="190256"/>
                  </a:lnTo>
                  <a:lnTo>
                    <a:pt x="108507" y="190238"/>
                  </a:lnTo>
                  <a:lnTo>
                    <a:pt x="108694" y="190244"/>
                  </a:lnTo>
                  <a:lnTo>
                    <a:pt x="108881" y="190259"/>
                  </a:lnTo>
                  <a:lnTo>
                    <a:pt x="109068" y="190626"/>
                  </a:lnTo>
                  <a:lnTo>
                    <a:pt x="109255" y="191076"/>
                  </a:lnTo>
                  <a:lnTo>
                    <a:pt x="109442" y="191573"/>
                  </a:lnTo>
                  <a:lnTo>
                    <a:pt x="109629" y="191570"/>
                  </a:lnTo>
                  <a:lnTo>
                    <a:pt x="109816" y="191624"/>
                  </a:lnTo>
                  <a:lnTo>
                    <a:pt x="110003" y="191622"/>
                  </a:lnTo>
                  <a:lnTo>
                    <a:pt x="110190" y="191889"/>
                  </a:lnTo>
                  <a:lnTo>
                    <a:pt x="110376" y="192235"/>
                  </a:lnTo>
                  <a:lnTo>
                    <a:pt x="110563" y="192572"/>
                  </a:lnTo>
                  <a:lnTo>
                    <a:pt x="110750" y="192844"/>
                  </a:lnTo>
                  <a:lnTo>
                    <a:pt x="110937" y="193203"/>
                  </a:lnTo>
                  <a:lnTo>
                    <a:pt x="111124" y="193350"/>
                  </a:lnTo>
                  <a:lnTo>
                    <a:pt x="111311" y="193178"/>
                  </a:lnTo>
                  <a:lnTo>
                    <a:pt x="111498" y="193053"/>
                  </a:lnTo>
                  <a:lnTo>
                    <a:pt x="111685" y="192752"/>
                  </a:lnTo>
                  <a:lnTo>
                    <a:pt x="111872" y="192308"/>
                  </a:lnTo>
                  <a:lnTo>
                    <a:pt x="112059" y="191960"/>
                  </a:lnTo>
                  <a:lnTo>
                    <a:pt x="112246" y="191588"/>
                  </a:lnTo>
                  <a:lnTo>
                    <a:pt x="112433" y="191400"/>
                  </a:lnTo>
                  <a:lnTo>
                    <a:pt x="112620" y="191035"/>
                  </a:lnTo>
                  <a:lnTo>
                    <a:pt x="112806" y="190492"/>
                  </a:lnTo>
                  <a:lnTo>
                    <a:pt x="112993" y="189956"/>
                  </a:lnTo>
                  <a:lnTo>
                    <a:pt x="113180" y="189344"/>
                  </a:lnTo>
                  <a:lnTo>
                    <a:pt x="113367" y="188465"/>
                  </a:lnTo>
                  <a:lnTo>
                    <a:pt x="113554" y="187714"/>
                  </a:lnTo>
                  <a:lnTo>
                    <a:pt x="113741" y="186865"/>
                  </a:lnTo>
                  <a:lnTo>
                    <a:pt x="113928" y="185792"/>
                  </a:lnTo>
                  <a:lnTo>
                    <a:pt x="114115" y="184704"/>
                  </a:lnTo>
                  <a:lnTo>
                    <a:pt x="114302" y="183460"/>
                  </a:lnTo>
                  <a:lnTo>
                    <a:pt x="114489" y="182131"/>
                  </a:lnTo>
                  <a:lnTo>
                    <a:pt x="114676" y="180711"/>
                  </a:lnTo>
                  <a:lnTo>
                    <a:pt x="114863" y="179255"/>
                  </a:lnTo>
                  <a:lnTo>
                    <a:pt x="115049" y="177817"/>
                  </a:lnTo>
                  <a:lnTo>
                    <a:pt x="115236" y="176459"/>
                  </a:lnTo>
                  <a:lnTo>
                    <a:pt x="115423" y="175231"/>
                  </a:lnTo>
                  <a:lnTo>
                    <a:pt x="115610" y="174049"/>
                  </a:lnTo>
                  <a:lnTo>
                    <a:pt x="115797" y="172813"/>
                  </a:lnTo>
                  <a:lnTo>
                    <a:pt x="115984" y="171704"/>
                  </a:lnTo>
                  <a:lnTo>
                    <a:pt x="116171" y="170560"/>
                  </a:lnTo>
                  <a:lnTo>
                    <a:pt x="116358" y="169342"/>
                  </a:lnTo>
                  <a:lnTo>
                    <a:pt x="116545" y="168189"/>
                  </a:lnTo>
                  <a:lnTo>
                    <a:pt x="116732" y="167252"/>
                  </a:lnTo>
                  <a:lnTo>
                    <a:pt x="116919" y="166217"/>
                  </a:lnTo>
                  <a:lnTo>
                    <a:pt x="117106" y="165167"/>
                  </a:lnTo>
                  <a:lnTo>
                    <a:pt x="117293" y="164333"/>
                  </a:lnTo>
                  <a:lnTo>
                    <a:pt x="117479" y="163618"/>
                  </a:lnTo>
                  <a:lnTo>
                    <a:pt x="117666" y="163029"/>
                  </a:lnTo>
                  <a:lnTo>
                    <a:pt x="117853" y="162297"/>
                  </a:lnTo>
                  <a:lnTo>
                    <a:pt x="118040" y="161562"/>
                  </a:lnTo>
                  <a:lnTo>
                    <a:pt x="118227" y="160844"/>
                  </a:lnTo>
                  <a:lnTo>
                    <a:pt x="118414" y="159743"/>
                  </a:lnTo>
                  <a:lnTo>
                    <a:pt x="118601" y="158636"/>
                  </a:lnTo>
                  <a:lnTo>
                    <a:pt x="118788" y="157084"/>
                  </a:lnTo>
                  <a:lnTo>
                    <a:pt x="118975" y="155202"/>
                  </a:lnTo>
                  <a:lnTo>
                    <a:pt x="119162" y="153552"/>
                  </a:lnTo>
                  <a:lnTo>
                    <a:pt x="119349" y="152100"/>
                  </a:lnTo>
                  <a:lnTo>
                    <a:pt x="119536" y="150614"/>
                  </a:lnTo>
                  <a:lnTo>
                    <a:pt x="119723" y="149129"/>
                  </a:lnTo>
                  <a:lnTo>
                    <a:pt x="119909" y="147644"/>
                  </a:lnTo>
                  <a:lnTo>
                    <a:pt x="120096" y="146158"/>
                  </a:lnTo>
                  <a:lnTo>
                    <a:pt x="120283" y="144830"/>
                  </a:lnTo>
                  <a:lnTo>
                    <a:pt x="120470" y="143666"/>
                  </a:lnTo>
                  <a:lnTo>
                    <a:pt x="120657" y="142552"/>
                  </a:lnTo>
                  <a:lnTo>
                    <a:pt x="120844" y="141562"/>
                  </a:lnTo>
                  <a:lnTo>
                    <a:pt x="121031" y="140597"/>
                  </a:lnTo>
                  <a:lnTo>
                    <a:pt x="121218" y="139978"/>
                  </a:lnTo>
                  <a:lnTo>
                    <a:pt x="121405" y="139824"/>
                  </a:lnTo>
                  <a:lnTo>
                    <a:pt x="121592" y="139699"/>
                  </a:lnTo>
                  <a:lnTo>
                    <a:pt x="121779" y="139575"/>
                  </a:lnTo>
                  <a:lnTo>
                    <a:pt x="121966" y="139686"/>
                  </a:lnTo>
                  <a:lnTo>
                    <a:pt x="122152" y="139919"/>
                  </a:lnTo>
                  <a:lnTo>
                    <a:pt x="122339" y="140239"/>
                  </a:lnTo>
                  <a:lnTo>
                    <a:pt x="122526" y="140560"/>
                  </a:lnTo>
                  <a:lnTo>
                    <a:pt x="122713" y="140785"/>
                  </a:lnTo>
                  <a:lnTo>
                    <a:pt x="122900" y="140933"/>
                  </a:lnTo>
                  <a:lnTo>
                    <a:pt x="123087" y="141067"/>
                  </a:lnTo>
                  <a:lnTo>
                    <a:pt x="123274" y="141234"/>
                  </a:lnTo>
                  <a:lnTo>
                    <a:pt x="123461" y="141296"/>
                  </a:lnTo>
                  <a:lnTo>
                    <a:pt x="123648" y="141330"/>
                  </a:lnTo>
                  <a:lnTo>
                    <a:pt x="123835" y="141363"/>
                  </a:lnTo>
                  <a:lnTo>
                    <a:pt x="124022" y="141397"/>
                  </a:lnTo>
                  <a:lnTo>
                    <a:pt x="124209" y="141441"/>
                  </a:lnTo>
                  <a:lnTo>
                    <a:pt x="124396" y="141485"/>
                  </a:lnTo>
                  <a:lnTo>
                    <a:pt x="124582" y="141492"/>
                  </a:lnTo>
                  <a:lnTo>
                    <a:pt x="124769" y="141165"/>
                  </a:lnTo>
                  <a:lnTo>
                    <a:pt x="124956" y="140757"/>
                  </a:lnTo>
                  <a:lnTo>
                    <a:pt x="125143" y="139841"/>
                  </a:lnTo>
                  <a:lnTo>
                    <a:pt x="125330" y="138851"/>
                  </a:lnTo>
                  <a:lnTo>
                    <a:pt x="125517" y="137779"/>
                  </a:lnTo>
                  <a:lnTo>
                    <a:pt x="125704" y="136838"/>
                  </a:lnTo>
                  <a:lnTo>
                    <a:pt x="125891" y="135835"/>
                  </a:lnTo>
                  <a:lnTo>
                    <a:pt x="126078" y="134840"/>
                  </a:lnTo>
                  <a:lnTo>
                    <a:pt x="126265" y="134027"/>
                  </a:lnTo>
                  <a:lnTo>
                    <a:pt x="126452" y="133246"/>
                  </a:lnTo>
                  <a:lnTo>
                    <a:pt x="126639" y="132317"/>
                  </a:lnTo>
                  <a:lnTo>
                    <a:pt x="126826" y="131792"/>
                  </a:lnTo>
                  <a:lnTo>
                    <a:pt x="127012" y="131394"/>
                  </a:lnTo>
                  <a:lnTo>
                    <a:pt x="127199" y="130991"/>
                  </a:lnTo>
                  <a:lnTo>
                    <a:pt x="127386" y="130510"/>
                  </a:lnTo>
                  <a:lnTo>
                    <a:pt x="127573" y="130138"/>
                  </a:lnTo>
                  <a:lnTo>
                    <a:pt x="127760" y="129789"/>
                  </a:lnTo>
                  <a:lnTo>
                    <a:pt x="127947" y="129518"/>
                  </a:lnTo>
                  <a:lnTo>
                    <a:pt x="128134" y="129278"/>
                  </a:lnTo>
                  <a:lnTo>
                    <a:pt x="128321" y="129067"/>
                  </a:lnTo>
                  <a:lnTo>
                    <a:pt x="128508" y="128887"/>
                  </a:lnTo>
                  <a:lnTo>
                    <a:pt x="128695" y="129117"/>
                  </a:lnTo>
                  <a:lnTo>
                    <a:pt x="128882" y="129521"/>
                  </a:lnTo>
                  <a:lnTo>
                    <a:pt x="129069" y="129924"/>
                  </a:lnTo>
                  <a:lnTo>
                    <a:pt x="129255" y="130364"/>
                  </a:lnTo>
                  <a:lnTo>
                    <a:pt x="129442" y="131053"/>
                  </a:lnTo>
                  <a:lnTo>
                    <a:pt x="129629" y="131679"/>
                  </a:lnTo>
                  <a:lnTo>
                    <a:pt x="129816" y="132297"/>
                  </a:lnTo>
                  <a:lnTo>
                    <a:pt x="130003" y="132937"/>
                  </a:lnTo>
                  <a:lnTo>
                    <a:pt x="130190" y="133498"/>
                  </a:lnTo>
                  <a:lnTo>
                    <a:pt x="130377" y="133724"/>
                  </a:lnTo>
                  <a:lnTo>
                    <a:pt x="130564" y="134000"/>
                  </a:lnTo>
                  <a:lnTo>
                    <a:pt x="130751" y="134299"/>
                  </a:lnTo>
                  <a:lnTo>
                    <a:pt x="130938" y="134631"/>
                  </a:lnTo>
                  <a:lnTo>
                    <a:pt x="131125" y="134963"/>
                  </a:lnTo>
                  <a:lnTo>
                    <a:pt x="131312" y="135290"/>
                  </a:lnTo>
                  <a:lnTo>
                    <a:pt x="131499" y="135536"/>
                  </a:lnTo>
                  <a:lnTo>
                    <a:pt x="131685" y="135637"/>
                  </a:lnTo>
                  <a:lnTo>
                    <a:pt x="131872" y="135701"/>
                  </a:lnTo>
                  <a:lnTo>
                    <a:pt x="132059" y="135737"/>
                  </a:lnTo>
                  <a:lnTo>
                    <a:pt x="132246" y="135937"/>
                  </a:lnTo>
                  <a:lnTo>
                    <a:pt x="132433" y="136227"/>
                  </a:lnTo>
                  <a:lnTo>
                    <a:pt x="132620" y="136443"/>
                  </a:lnTo>
                  <a:lnTo>
                    <a:pt x="132807" y="136634"/>
                  </a:lnTo>
                  <a:lnTo>
                    <a:pt x="132994" y="136787"/>
                  </a:lnTo>
                  <a:lnTo>
                    <a:pt x="133181" y="136891"/>
                  </a:lnTo>
                  <a:lnTo>
                    <a:pt x="133368" y="137087"/>
                  </a:lnTo>
                  <a:lnTo>
                    <a:pt x="133555" y="137296"/>
                  </a:lnTo>
                  <a:lnTo>
                    <a:pt x="133742" y="137612"/>
                  </a:lnTo>
                  <a:lnTo>
                    <a:pt x="133928" y="138049"/>
                  </a:lnTo>
                  <a:lnTo>
                    <a:pt x="134115" y="138368"/>
                  </a:lnTo>
                  <a:lnTo>
                    <a:pt x="134302" y="138870"/>
                  </a:lnTo>
                  <a:lnTo>
                    <a:pt x="134489" y="139385"/>
                  </a:lnTo>
                  <a:lnTo>
                    <a:pt x="134676" y="140251"/>
                  </a:lnTo>
                  <a:lnTo>
                    <a:pt x="134863" y="141067"/>
                  </a:lnTo>
                  <a:lnTo>
                    <a:pt x="135050" y="141701"/>
                  </a:lnTo>
                  <a:lnTo>
                    <a:pt x="135237" y="142402"/>
                  </a:lnTo>
                  <a:lnTo>
                    <a:pt x="135424" y="142888"/>
                  </a:lnTo>
                  <a:lnTo>
                    <a:pt x="135611" y="143219"/>
                  </a:lnTo>
                  <a:lnTo>
                    <a:pt x="135798" y="143550"/>
                  </a:lnTo>
                  <a:lnTo>
                    <a:pt x="135985" y="143881"/>
                  </a:lnTo>
                  <a:lnTo>
                    <a:pt x="136172" y="144212"/>
                  </a:lnTo>
                  <a:lnTo>
                    <a:pt x="136358" y="144538"/>
                  </a:lnTo>
                  <a:lnTo>
                    <a:pt x="136545" y="144826"/>
                  </a:lnTo>
                  <a:lnTo>
                    <a:pt x="136732" y="145127"/>
                  </a:lnTo>
                  <a:lnTo>
                    <a:pt x="136919" y="145490"/>
                  </a:lnTo>
                  <a:lnTo>
                    <a:pt x="137106" y="145833"/>
                  </a:lnTo>
                  <a:lnTo>
                    <a:pt x="137293" y="145982"/>
                  </a:lnTo>
                  <a:lnTo>
                    <a:pt x="137480" y="146102"/>
                  </a:lnTo>
                  <a:lnTo>
                    <a:pt x="137667" y="146178"/>
                  </a:lnTo>
                  <a:lnTo>
                    <a:pt x="137854" y="146270"/>
                  </a:lnTo>
                  <a:lnTo>
                    <a:pt x="138041" y="146262"/>
                  </a:lnTo>
                  <a:lnTo>
                    <a:pt x="138228" y="146179"/>
                  </a:lnTo>
                  <a:lnTo>
                    <a:pt x="138415" y="146185"/>
                  </a:lnTo>
                  <a:lnTo>
                    <a:pt x="138602" y="146075"/>
                  </a:lnTo>
                  <a:lnTo>
                    <a:pt x="138788" y="146082"/>
                  </a:lnTo>
                  <a:lnTo>
                    <a:pt x="138975" y="145971"/>
                  </a:lnTo>
                  <a:lnTo>
                    <a:pt x="139162" y="145666"/>
                  </a:lnTo>
                  <a:lnTo>
                    <a:pt x="139349" y="145270"/>
                  </a:lnTo>
                  <a:lnTo>
                    <a:pt x="139536" y="145006"/>
                  </a:lnTo>
                  <a:lnTo>
                    <a:pt x="139723" y="144562"/>
                  </a:lnTo>
                  <a:lnTo>
                    <a:pt x="139910" y="144243"/>
                  </a:lnTo>
                  <a:lnTo>
                    <a:pt x="140097" y="144003"/>
                  </a:lnTo>
                  <a:lnTo>
                    <a:pt x="140284" y="143778"/>
                  </a:lnTo>
                  <a:lnTo>
                    <a:pt x="140471" y="143514"/>
                  </a:lnTo>
                  <a:lnTo>
                    <a:pt x="140658" y="143289"/>
                  </a:lnTo>
                  <a:lnTo>
                    <a:pt x="140845" y="142940"/>
                  </a:lnTo>
                  <a:lnTo>
                    <a:pt x="141031" y="142481"/>
                  </a:lnTo>
                  <a:lnTo>
                    <a:pt x="141218" y="141998"/>
                  </a:lnTo>
                  <a:lnTo>
                    <a:pt x="141405" y="141822"/>
                  </a:lnTo>
                  <a:lnTo>
                    <a:pt x="141592" y="141649"/>
                  </a:lnTo>
                  <a:lnTo>
                    <a:pt x="141779" y="141521"/>
                  </a:lnTo>
                  <a:lnTo>
                    <a:pt x="141966" y="141476"/>
                  </a:lnTo>
                  <a:lnTo>
                    <a:pt x="142153" y="141469"/>
                  </a:lnTo>
                  <a:lnTo>
                    <a:pt x="142340" y="141467"/>
                  </a:lnTo>
                  <a:lnTo>
                    <a:pt x="142527" y="141184"/>
                  </a:lnTo>
                  <a:lnTo>
                    <a:pt x="142714" y="140774"/>
                  </a:lnTo>
                  <a:lnTo>
                    <a:pt x="142901" y="140358"/>
                  </a:lnTo>
                  <a:lnTo>
                    <a:pt x="143088" y="139863"/>
                  </a:lnTo>
                  <a:lnTo>
                    <a:pt x="143275" y="139413"/>
                  </a:lnTo>
                  <a:lnTo>
                    <a:pt x="143461" y="138934"/>
                  </a:lnTo>
                  <a:lnTo>
                    <a:pt x="143648" y="138762"/>
                  </a:lnTo>
                  <a:lnTo>
                    <a:pt x="143835" y="138570"/>
                  </a:lnTo>
                  <a:lnTo>
                    <a:pt x="144022" y="138396"/>
                  </a:lnTo>
                  <a:lnTo>
                    <a:pt x="144209" y="138277"/>
                  </a:lnTo>
                  <a:lnTo>
                    <a:pt x="144396" y="137734"/>
                  </a:lnTo>
                  <a:lnTo>
                    <a:pt x="144583" y="137378"/>
                  </a:lnTo>
                  <a:lnTo>
                    <a:pt x="144770" y="137332"/>
                  </a:lnTo>
                  <a:lnTo>
                    <a:pt x="144957" y="137384"/>
                  </a:lnTo>
                  <a:lnTo>
                    <a:pt x="145144" y="137562"/>
                  </a:lnTo>
                  <a:lnTo>
                    <a:pt x="145331" y="138213"/>
                  </a:lnTo>
                  <a:lnTo>
                    <a:pt x="145518" y="139392"/>
                  </a:lnTo>
                  <a:lnTo>
                    <a:pt x="145705" y="140311"/>
                  </a:lnTo>
                  <a:lnTo>
                    <a:pt x="145891" y="141038"/>
                  </a:lnTo>
                  <a:lnTo>
                    <a:pt x="146078" y="141736"/>
                  </a:lnTo>
                  <a:lnTo>
                    <a:pt x="146265" y="142247"/>
                  </a:lnTo>
                  <a:lnTo>
                    <a:pt x="146452" y="142598"/>
                  </a:lnTo>
                  <a:lnTo>
                    <a:pt x="146639" y="143189"/>
                  </a:lnTo>
                  <a:lnTo>
                    <a:pt x="146826" y="143811"/>
                  </a:lnTo>
                  <a:lnTo>
                    <a:pt x="147013" y="144557"/>
                  </a:lnTo>
                  <a:lnTo>
                    <a:pt x="147200" y="145411"/>
                  </a:lnTo>
                  <a:lnTo>
                    <a:pt x="147387" y="146370"/>
                  </a:lnTo>
                  <a:lnTo>
                    <a:pt x="147574" y="147071"/>
                  </a:lnTo>
                  <a:lnTo>
                    <a:pt x="147761" y="147655"/>
                  </a:lnTo>
                  <a:lnTo>
                    <a:pt x="147948" y="148030"/>
                  </a:lnTo>
                  <a:lnTo>
                    <a:pt x="148134" y="148457"/>
                  </a:lnTo>
                  <a:lnTo>
                    <a:pt x="148321" y="148771"/>
                  </a:lnTo>
                  <a:lnTo>
                    <a:pt x="148508" y="149335"/>
                  </a:lnTo>
                  <a:lnTo>
                    <a:pt x="148695" y="150060"/>
                  </a:lnTo>
                  <a:lnTo>
                    <a:pt x="148882" y="150716"/>
                  </a:lnTo>
                  <a:lnTo>
                    <a:pt x="149069" y="151406"/>
                  </a:lnTo>
                  <a:lnTo>
                    <a:pt x="149256" y="152064"/>
                  </a:lnTo>
                  <a:lnTo>
                    <a:pt x="149443" y="152740"/>
                  </a:lnTo>
                  <a:lnTo>
                    <a:pt x="149630" y="152884"/>
                  </a:lnTo>
                  <a:lnTo>
                    <a:pt x="149817" y="153121"/>
                  </a:lnTo>
                  <a:lnTo>
                    <a:pt x="150004" y="153404"/>
                  </a:lnTo>
                  <a:lnTo>
                    <a:pt x="150191" y="153782"/>
                  </a:lnTo>
                  <a:lnTo>
                    <a:pt x="150378" y="154152"/>
                  </a:lnTo>
                  <a:lnTo>
                    <a:pt x="150564" y="154971"/>
                  </a:lnTo>
                  <a:lnTo>
                    <a:pt x="150751" y="155761"/>
                  </a:lnTo>
                  <a:lnTo>
                    <a:pt x="150938" y="156458"/>
                  </a:lnTo>
                  <a:lnTo>
                    <a:pt x="151125" y="157208"/>
                  </a:lnTo>
                  <a:lnTo>
                    <a:pt x="151312" y="158117"/>
                  </a:lnTo>
                  <a:lnTo>
                    <a:pt x="151499" y="159007"/>
                  </a:lnTo>
                  <a:lnTo>
                    <a:pt x="151686" y="159956"/>
                  </a:lnTo>
                  <a:lnTo>
                    <a:pt x="151873" y="160855"/>
                  </a:lnTo>
                  <a:lnTo>
                    <a:pt x="152060" y="161796"/>
                  </a:lnTo>
                  <a:lnTo>
                    <a:pt x="152247" y="162774"/>
                  </a:lnTo>
                  <a:lnTo>
                    <a:pt x="152434" y="163800"/>
                  </a:lnTo>
                  <a:lnTo>
                    <a:pt x="152621" y="164814"/>
                  </a:lnTo>
                  <a:lnTo>
                    <a:pt x="152807" y="165755"/>
                  </a:lnTo>
                  <a:lnTo>
                    <a:pt x="152994" y="166650"/>
                  </a:lnTo>
                  <a:lnTo>
                    <a:pt x="153181" y="167599"/>
                  </a:lnTo>
                  <a:lnTo>
                    <a:pt x="153368" y="168420"/>
                  </a:lnTo>
                  <a:lnTo>
                    <a:pt x="153555" y="169271"/>
                  </a:lnTo>
                  <a:lnTo>
                    <a:pt x="153742" y="170196"/>
                  </a:lnTo>
                  <a:lnTo>
                    <a:pt x="153929" y="171145"/>
                  </a:lnTo>
                  <a:lnTo>
                    <a:pt x="154116" y="172038"/>
                  </a:lnTo>
                  <a:lnTo>
                    <a:pt x="154303" y="172855"/>
                  </a:lnTo>
                  <a:lnTo>
                    <a:pt x="154490" y="173790"/>
                  </a:lnTo>
                  <a:lnTo>
                    <a:pt x="154677" y="174749"/>
                  </a:lnTo>
                  <a:lnTo>
                    <a:pt x="154864" y="175613"/>
                  </a:lnTo>
                  <a:lnTo>
                    <a:pt x="155051" y="176350"/>
                  </a:lnTo>
                  <a:lnTo>
                    <a:pt x="155237" y="177230"/>
                  </a:lnTo>
                  <a:lnTo>
                    <a:pt x="155424" y="178114"/>
                  </a:lnTo>
                  <a:lnTo>
                    <a:pt x="155611" y="178981"/>
                  </a:lnTo>
                  <a:lnTo>
                    <a:pt x="155798" y="180230"/>
                  </a:lnTo>
                  <a:lnTo>
                    <a:pt x="155985" y="181420"/>
                  </a:lnTo>
                  <a:lnTo>
                    <a:pt x="156172" y="182972"/>
                  </a:lnTo>
                  <a:lnTo>
                    <a:pt x="156359" y="184852"/>
                  </a:lnTo>
                  <a:lnTo>
                    <a:pt x="156546" y="186502"/>
                  </a:lnTo>
                  <a:lnTo>
                    <a:pt x="156733" y="187983"/>
                  </a:lnTo>
                  <a:lnTo>
                    <a:pt x="156920" y="189496"/>
                  </a:lnTo>
                  <a:lnTo>
                    <a:pt x="157107" y="191010"/>
                  </a:lnTo>
                  <a:lnTo>
                    <a:pt x="157294" y="192560"/>
                  </a:lnTo>
                  <a:lnTo>
                    <a:pt x="157481" y="194134"/>
                  </a:lnTo>
                  <a:lnTo>
                    <a:pt x="157667" y="195491"/>
                  </a:lnTo>
                  <a:lnTo>
                    <a:pt x="157854" y="196683"/>
                  </a:lnTo>
                  <a:lnTo>
                    <a:pt x="158041" y="197825"/>
                  </a:lnTo>
                  <a:lnTo>
                    <a:pt x="158228" y="198844"/>
                  </a:lnTo>
                  <a:lnTo>
                    <a:pt x="158415" y="199838"/>
                  </a:lnTo>
                  <a:lnTo>
                    <a:pt x="158602" y="200485"/>
                  </a:lnTo>
                  <a:lnTo>
                    <a:pt x="158789" y="200613"/>
                  </a:lnTo>
                  <a:lnTo>
                    <a:pt x="158976" y="200766"/>
                  </a:lnTo>
                  <a:lnTo>
                    <a:pt x="159163" y="200914"/>
                  </a:lnTo>
                  <a:lnTo>
                    <a:pt x="159350" y="200802"/>
                  </a:lnTo>
                  <a:lnTo>
                    <a:pt x="159537" y="200239"/>
                  </a:lnTo>
                  <a:lnTo>
                    <a:pt x="159724" y="199440"/>
                  </a:lnTo>
                  <a:lnTo>
                    <a:pt x="159910" y="198624"/>
                  </a:lnTo>
                  <a:lnTo>
                    <a:pt x="160097" y="197904"/>
                  </a:lnTo>
                  <a:lnTo>
                    <a:pt x="160284" y="197343"/>
                  </a:lnTo>
                  <a:lnTo>
                    <a:pt x="160471" y="196880"/>
                  </a:lnTo>
                  <a:lnTo>
                    <a:pt x="160658" y="196382"/>
                  </a:lnTo>
                  <a:lnTo>
                    <a:pt x="160845" y="195990"/>
                  </a:lnTo>
                  <a:lnTo>
                    <a:pt x="161032" y="195519"/>
                  </a:lnTo>
                  <a:lnTo>
                    <a:pt x="161219" y="194991"/>
                  </a:lnTo>
                  <a:lnTo>
                    <a:pt x="161406" y="194462"/>
                  </a:lnTo>
                  <a:lnTo>
                    <a:pt x="161593" y="194088"/>
                  </a:lnTo>
                  <a:lnTo>
                    <a:pt x="161780" y="193714"/>
                  </a:lnTo>
                  <a:lnTo>
                    <a:pt x="161967" y="193680"/>
                  </a:lnTo>
                  <a:lnTo>
                    <a:pt x="162154" y="194006"/>
                  </a:lnTo>
                  <a:lnTo>
                    <a:pt x="162340" y="194437"/>
                  </a:lnTo>
                  <a:lnTo>
                    <a:pt x="162527" y="195490"/>
                  </a:lnTo>
                  <a:lnTo>
                    <a:pt x="162714" y="196629"/>
                  </a:lnTo>
                  <a:lnTo>
                    <a:pt x="162901" y="197603"/>
                  </a:lnTo>
                  <a:lnTo>
                    <a:pt x="163088" y="198444"/>
                  </a:lnTo>
                  <a:lnTo>
                    <a:pt x="163275" y="199327"/>
                  </a:lnTo>
                  <a:lnTo>
                    <a:pt x="163462" y="200202"/>
                  </a:lnTo>
                  <a:lnTo>
                    <a:pt x="163649" y="200896"/>
                  </a:lnTo>
                  <a:lnTo>
                    <a:pt x="163836" y="201634"/>
                  </a:lnTo>
                  <a:lnTo>
                    <a:pt x="164023" y="202563"/>
                  </a:lnTo>
                  <a:lnTo>
                    <a:pt x="164210" y="203113"/>
                  </a:lnTo>
                  <a:lnTo>
                    <a:pt x="164397" y="203558"/>
                  </a:lnTo>
                  <a:lnTo>
                    <a:pt x="164584" y="204115"/>
                  </a:lnTo>
                  <a:lnTo>
                    <a:pt x="164770" y="204596"/>
                  </a:lnTo>
                  <a:lnTo>
                    <a:pt x="164957" y="205122"/>
                  </a:lnTo>
                  <a:lnTo>
                    <a:pt x="165144" y="205637"/>
                  </a:lnTo>
                  <a:lnTo>
                    <a:pt x="165331" y="205991"/>
                  </a:lnTo>
                  <a:lnTo>
                    <a:pt x="165518" y="206232"/>
                  </a:lnTo>
                  <a:lnTo>
                    <a:pt x="165705" y="206472"/>
                  </a:lnTo>
                  <a:lnTo>
                    <a:pt x="165892" y="206713"/>
                  </a:lnTo>
                  <a:lnTo>
                    <a:pt x="166079" y="206899"/>
                  </a:lnTo>
                  <a:lnTo>
                    <a:pt x="166266" y="206965"/>
                  </a:lnTo>
                  <a:lnTo>
                    <a:pt x="166453" y="206791"/>
                  </a:lnTo>
                  <a:lnTo>
                    <a:pt x="166640" y="206538"/>
                  </a:lnTo>
                  <a:lnTo>
                    <a:pt x="166827" y="206052"/>
                  </a:lnTo>
                  <a:lnTo>
                    <a:pt x="167013" y="205480"/>
                  </a:lnTo>
                  <a:lnTo>
                    <a:pt x="167200" y="204980"/>
                  </a:lnTo>
                  <a:lnTo>
                    <a:pt x="167387" y="204523"/>
                  </a:lnTo>
                  <a:lnTo>
                    <a:pt x="167574" y="204020"/>
                  </a:lnTo>
                  <a:lnTo>
                    <a:pt x="167761" y="203438"/>
                  </a:lnTo>
                  <a:lnTo>
                    <a:pt x="167948" y="203173"/>
                  </a:lnTo>
                  <a:lnTo>
                    <a:pt x="168135" y="202949"/>
                  </a:lnTo>
                  <a:lnTo>
                    <a:pt x="168322" y="202877"/>
                  </a:lnTo>
                  <a:lnTo>
                    <a:pt x="168509" y="202998"/>
                  </a:lnTo>
                  <a:lnTo>
                    <a:pt x="168696" y="203168"/>
                  </a:lnTo>
                  <a:lnTo>
                    <a:pt x="168883" y="203325"/>
                  </a:lnTo>
                  <a:lnTo>
                    <a:pt x="169070" y="203512"/>
                  </a:lnTo>
                  <a:lnTo>
                    <a:pt x="169257" y="203507"/>
                  </a:lnTo>
                  <a:lnTo>
                    <a:pt x="169443" y="203415"/>
                  </a:lnTo>
                  <a:lnTo>
                    <a:pt x="169630" y="203105"/>
                  </a:lnTo>
                  <a:lnTo>
                    <a:pt x="169817" y="202822"/>
                  </a:lnTo>
                  <a:lnTo>
                    <a:pt x="170004" y="202548"/>
                  </a:lnTo>
                  <a:lnTo>
                    <a:pt x="170191" y="202280"/>
                  </a:lnTo>
                  <a:lnTo>
                    <a:pt x="170378" y="202060"/>
                  </a:lnTo>
                  <a:lnTo>
                    <a:pt x="170565" y="201859"/>
                  </a:lnTo>
                  <a:lnTo>
                    <a:pt x="170752" y="201674"/>
                  </a:lnTo>
                  <a:lnTo>
                    <a:pt x="170939" y="201511"/>
                  </a:lnTo>
                  <a:lnTo>
                    <a:pt x="171126" y="201347"/>
                  </a:lnTo>
                  <a:lnTo>
                    <a:pt x="171313" y="201219"/>
                  </a:lnTo>
                  <a:lnTo>
                    <a:pt x="171500" y="201152"/>
                  </a:lnTo>
                  <a:lnTo>
                    <a:pt x="171686" y="201139"/>
                  </a:lnTo>
                  <a:lnTo>
                    <a:pt x="171873" y="201082"/>
                  </a:lnTo>
                  <a:lnTo>
                    <a:pt x="172060" y="200952"/>
                  </a:lnTo>
                  <a:lnTo>
                    <a:pt x="172247" y="200921"/>
                  </a:lnTo>
                  <a:lnTo>
                    <a:pt x="172434" y="201077"/>
                  </a:lnTo>
                  <a:lnTo>
                    <a:pt x="172621" y="201036"/>
                  </a:lnTo>
                  <a:lnTo>
                    <a:pt x="172808" y="201058"/>
                  </a:lnTo>
                  <a:lnTo>
                    <a:pt x="172995" y="201135"/>
                  </a:lnTo>
                  <a:lnTo>
                    <a:pt x="173182" y="201211"/>
                  </a:lnTo>
                  <a:lnTo>
                    <a:pt x="173369" y="201406"/>
                  </a:lnTo>
                  <a:lnTo>
                    <a:pt x="173556" y="201590"/>
                  </a:lnTo>
                  <a:lnTo>
                    <a:pt x="173743" y="201774"/>
                  </a:lnTo>
                  <a:lnTo>
                    <a:pt x="173930" y="202030"/>
                  </a:lnTo>
                  <a:lnTo>
                    <a:pt x="174116" y="202202"/>
                  </a:lnTo>
                  <a:lnTo>
                    <a:pt x="174303" y="202356"/>
                  </a:lnTo>
                  <a:lnTo>
                    <a:pt x="174490" y="202386"/>
                  </a:lnTo>
                  <a:lnTo>
                    <a:pt x="174677" y="202518"/>
                  </a:lnTo>
                  <a:lnTo>
                    <a:pt x="174864" y="202528"/>
                  </a:lnTo>
                  <a:lnTo>
                    <a:pt x="175051" y="202548"/>
                  </a:lnTo>
                  <a:lnTo>
                    <a:pt x="175238" y="202558"/>
                  </a:lnTo>
                  <a:lnTo>
                    <a:pt x="175425" y="202697"/>
                  </a:lnTo>
                  <a:lnTo>
                    <a:pt x="175612" y="202949"/>
                  </a:lnTo>
                  <a:lnTo>
                    <a:pt x="175799" y="203130"/>
                  </a:lnTo>
                  <a:lnTo>
                    <a:pt x="175986" y="203249"/>
                  </a:lnTo>
                  <a:lnTo>
                    <a:pt x="176173" y="203299"/>
                  </a:lnTo>
                  <a:lnTo>
                    <a:pt x="176360" y="203360"/>
                  </a:lnTo>
                  <a:lnTo>
                    <a:pt x="176546" y="203288"/>
                  </a:lnTo>
                  <a:lnTo>
                    <a:pt x="176733" y="203611"/>
                  </a:lnTo>
                  <a:lnTo>
                    <a:pt x="176920" y="203775"/>
                  </a:lnTo>
                  <a:lnTo>
                    <a:pt x="177107" y="203963"/>
                  </a:lnTo>
                  <a:lnTo>
                    <a:pt x="177294" y="204028"/>
                  </a:lnTo>
                  <a:lnTo>
                    <a:pt x="177481" y="203974"/>
                  </a:lnTo>
                  <a:lnTo>
                    <a:pt x="177668" y="203907"/>
                  </a:lnTo>
                  <a:lnTo>
                    <a:pt x="177855" y="203977"/>
                  </a:lnTo>
                  <a:lnTo>
                    <a:pt x="178042" y="204250"/>
                  </a:lnTo>
                  <a:lnTo>
                    <a:pt x="178229" y="204676"/>
                  </a:lnTo>
                  <a:lnTo>
                    <a:pt x="178416" y="205215"/>
                  </a:lnTo>
                  <a:lnTo>
                    <a:pt x="178603" y="205785"/>
                  </a:lnTo>
                  <a:lnTo>
                    <a:pt x="178789" y="206258"/>
                  </a:lnTo>
                  <a:lnTo>
                    <a:pt x="178976" y="206485"/>
                  </a:lnTo>
                  <a:lnTo>
                    <a:pt x="179163" y="206827"/>
                  </a:lnTo>
                  <a:lnTo>
                    <a:pt x="179350" y="207144"/>
                  </a:lnTo>
                  <a:lnTo>
                    <a:pt x="179537" y="207443"/>
                  </a:lnTo>
                  <a:lnTo>
                    <a:pt x="179724" y="207648"/>
                  </a:lnTo>
                  <a:lnTo>
                    <a:pt x="179911" y="208053"/>
                  </a:lnTo>
                  <a:lnTo>
                    <a:pt x="180098" y="208641"/>
                  </a:lnTo>
                  <a:lnTo>
                    <a:pt x="180285" y="209256"/>
                  </a:lnTo>
                  <a:lnTo>
                    <a:pt x="180472" y="209854"/>
                  </a:lnTo>
                  <a:lnTo>
                    <a:pt x="180659" y="210333"/>
                  </a:lnTo>
                  <a:lnTo>
                    <a:pt x="180846" y="210787"/>
                  </a:lnTo>
                  <a:lnTo>
                    <a:pt x="181033" y="210966"/>
                  </a:lnTo>
                  <a:lnTo>
                    <a:pt x="181219" y="210930"/>
                  </a:lnTo>
                  <a:lnTo>
                    <a:pt x="181406" y="210870"/>
                  </a:lnTo>
                  <a:lnTo>
                    <a:pt x="181593" y="210657"/>
                  </a:lnTo>
                  <a:lnTo>
                    <a:pt x="181780" y="211039"/>
                  </a:lnTo>
                  <a:lnTo>
                    <a:pt x="181967" y="211203"/>
                  </a:lnTo>
                  <a:lnTo>
                    <a:pt x="182154" y="210947"/>
                  </a:lnTo>
                  <a:lnTo>
                    <a:pt x="182341" y="209992"/>
                  </a:lnTo>
                  <a:lnTo>
                    <a:pt x="182528" y="208868"/>
                  </a:lnTo>
                  <a:lnTo>
                    <a:pt x="182715" y="207453"/>
                  </a:lnTo>
                  <a:lnTo>
                    <a:pt x="182902" y="205946"/>
                  </a:lnTo>
                  <a:lnTo>
                    <a:pt x="183089" y="204601"/>
                  </a:lnTo>
                  <a:lnTo>
                    <a:pt x="183276" y="203524"/>
                  </a:lnTo>
                  <a:lnTo>
                    <a:pt x="183462" y="203000"/>
                  </a:lnTo>
                  <a:lnTo>
                    <a:pt x="183649" y="202475"/>
                  </a:lnTo>
                  <a:lnTo>
                    <a:pt x="183836" y="201845"/>
                  </a:lnTo>
                  <a:lnTo>
                    <a:pt x="184023" y="200992"/>
                  </a:lnTo>
                  <a:lnTo>
                    <a:pt x="184210" y="200157"/>
                  </a:lnTo>
                  <a:lnTo>
                    <a:pt x="184397" y="199513"/>
                  </a:lnTo>
                  <a:lnTo>
                    <a:pt x="184584" y="199003"/>
                  </a:lnTo>
                  <a:lnTo>
                    <a:pt x="184771" y="198597"/>
                  </a:lnTo>
                  <a:lnTo>
                    <a:pt x="184958" y="198107"/>
                  </a:lnTo>
                  <a:lnTo>
                    <a:pt x="185145" y="197578"/>
                  </a:lnTo>
                  <a:lnTo>
                    <a:pt x="185332" y="197009"/>
                  </a:lnTo>
                  <a:lnTo>
                    <a:pt x="185519" y="196174"/>
                  </a:lnTo>
                  <a:lnTo>
                    <a:pt x="185706" y="195206"/>
                  </a:lnTo>
                  <a:lnTo>
                    <a:pt x="185892" y="194178"/>
                  </a:lnTo>
                  <a:lnTo>
                    <a:pt x="186079" y="193447"/>
                  </a:lnTo>
                  <a:lnTo>
                    <a:pt x="186266" y="192731"/>
                  </a:lnTo>
                  <a:lnTo>
                    <a:pt x="186453" y="192336"/>
                  </a:lnTo>
                  <a:lnTo>
                    <a:pt x="186640" y="192242"/>
                  </a:lnTo>
                  <a:lnTo>
                    <a:pt x="186827" y="192222"/>
                  </a:lnTo>
                  <a:lnTo>
                    <a:pt x="187014" y="192703"/>
                  </a:lnTo>
                  <a:lnTo>
                    <a:pt x="187201" y="192957"/>
                  </a:lnTo>
                  <a:lnTo>
                    <a:pt x="187388" y="193127"/>
                  </a:lnTo>
                  <a:lnTo>
                    <a:pt x="187575" y="193249"/>
                  </a:lnTo>
                  <a:lnTo>
                    <a:pt x="187762" y="193321"/>
                  </a:lnTo>
                  <a:lnTo>
                    <a:pt x="187949" y="192980"/>
                  </a:lnTo>
                  <a:lnTo>
                    <a:pt x="188136" y="192673"/>
                  </a:lnTo>
                  <a:lnTo>
                    <a:pt x="188322" y="192372"/>
                  </a:lnTo>
                  <a:lnTo>
                    <a:pt x="188509" y="192056"/>
                  </a:lnTo>
                  <a:lnTo>
                    <a:pt x="188696" y="191546"/>
                  </a:lnTo>
                  <a:lnTo>
                    <a:pt x="188883" y="191107"/>
                  </a:lnTo>
                  <a:lnTo>
                    <a:pt x="189070" y="190750"/>
                  </a:lnTo>
                  <a:lnTo>
                    <a:pt x="189257" y="190474"/>
                  </a:lnTo>
                  <a:lnTo>
                    <a:pt x="189444" y="190141"/>
                  </a:lnTo>
                  <a:lnTo>
                    <a:pt x="189631" y="189690"/>
                  </a:lnTo>
                  <a:lnTo>
                    <a:pt x="189818" y="189186"/>
                  </a:lnTo>
                  <a:lnTo>
                    <a:pt x="190005" y="188720"/>
                  </a:lnTo>
                  <a:lnTo>
                    <a:pt x="190192" y="188188"/>
                  </a:lnTo>
                  <a:lnTo>
                    <a:pt x="190379" y="187692"/>
                  </a:lnTo>
                  <a:lnTo>
                    <a:pt x="190565" y="187213"/>
                  </a:lnTo>
                  <a:lnTo>
                    <a:pt x="190752" y="186770"/>
                  </a:lnTo>
                  <a:lnTo>
                    <a:pt x="190939" y="186331"/>
                  </a:lnTo>
                  <a:lnTo>
                    <a:pt x="191126" y="185897"/>
                  </a:lnTo>
                  <a:lnTo>
                    <a:pt x="191313" y="185431"/>
                  </a:lnTo>
                  <a:lnTo>
                    <a:pt x="191500" y="184932"/>
                  </a:lnTo>
                  <a:lnTo>
                    <a:pt x="191687" y="184628"/>
                  </a:lnTo>
                  <a:lnTo>
                    <a:pt x="191874" y="184235"/>
                  </a:lnTo>
                  <a:lnTo>
                    <a:pt x="192061" y="183758"/>
                  </a:lnTo>
                  <a:lnTo>
                    <a:pt x="192248" y="183404"/>
                  </a:lnTo>
                  <a:lnTo>
                    <a:pt x="192435" y="183136"/>
                  </a:lnTo>
                  <a:lnTo>
                    <a:pt x="192622" y="182944"/>
                  </a:lnTo>
                  <a:lnTo>
                    <a:pt x="192809" y="182812"/>
                  </a:lnTo>
                  <a:lnTo>
                    <a:pt x="192995" y="182735"/>
                  </a:lnTo>
                  <a:lnTo>
                    <a:pt x="193182" y="182771"/>
                  </a:lnTo>
                  <a:lnTo>
                    <a:pt x="193369" y="182838"/>
                  </a:lnTo>
                  <a:lnTo>
                    <a:pt x="193556" y="183028"/>
                  </a:lnTo>
                  <a:lnTo>
                    <a:pt x="193743" y="183097"/>
                  </a:lnTo>
                  <a:lnTo>
                    <a:pt x="193930" y="183136"/>
                  </a:lnTo>
                  <a:lnTo>
                    <a:pt x="194117" y="183162"/>
                  </a:lnTo>
                  <a:lnTo>
                    <a:pt x="194304" y="183257"/>
                  </a:lnTo>
                  <a:lnTo>
                    <a:pt x="194491" y="183249"/>
                  </a:lnTo>
                  <a:lnTo>
                    <a:pt x="194678" y="183081"/>
                  </a:lnTo>
                  <a:lnTo>
                    <a:pt x="194865" y="182882"/>
                  </a:lnTo>
                  <a:lnTo>
                    <a:pt x="195052" y="182900"/>
                  </a:lnTo>
                  <a:lnTo>
                    <a:pt x="195239" y="182969"/>
                  </a:lnTo>
                  <a:lnTo>
                    <a:pt x="195425" y="182913"/>
                  </a:lnTo>
                  <a:lnTo>
                    <a:pt x="195612" y="182847"/>
                  </a:lnTo>
                  <a:lnTo>
                    <a:pt x="195799" y="182666"/>
                  </a:lnTo>
                  <a:lnTo>
                    <a:pt x="195986" y="182485"/>
                  </a:lnTo>
                  <a:lnTo>
                    <a:pt x="196173" y="182240"/>
                  </a:lnTo>
                  <a:lnTo>
                    <a:pt x="196360" y="181940"/>
                  </a:lnTo>
                  <a:lnTo>
                    <a:pt x="196547" y="181688"/>
                  </a:lnTo>
                  <a:lnTo>
                    <a:pt x="196734" y="181462"/>
                  </a:lnTo>
                  <a:lnTo>
                    <a:pt x="196921" y="181570"/>
                  </a:lnTo>
                  <a:lnTo>
                    <a:pt x="197108" y="181872"/>
                  </a:lnTo>
                  <a:lnTo>
                    <a:pt x="197295" y="182182"/>
                  </a:lnTo>
                  <a:lnTo>
                    <a:pt x="197482" y="182592"/>
                  </a:lnTo>
                  <a:lnTo>
                    <a:pt x="197668" y="182960"/>
                  </a:lnTo>
                  <a:lnTo>
                    <a:pt x="197855" y="183173"/>
                  </a:lnTo>
                  <a:lnTo>
                    <a:pt x="198042" y="183381"/>
                  </a:lnTo>
                  <a:lnTo>
                    <a:pt x="198229" y="183698"/>
                  </a:lnTo>
                  <a:lnTo>
                    <a:pt x="198416" y="184172"/>
                  </a:lnTo>
                  <a:lnTo>
                    <a:pt x="198603" y="184717"/>
                  </a:lnTo>
                  <a:lnTo>
                    <a:pt x="198790" y="185229"/>
                  </a:lnTo>
                  <a:lnTo>
                    <a:pt x="198977" y="185330"/>
                  </a:lnTo>
                  <a:lnTo>
                    <a:pt x="199164" y="184999"/>
                  </a:lnTo>
                  <a:lnTo>
                    <a:pt x="199351" y="184366"/>
                  </a:lnTo>
                  <a:lnTo>
                    <a:pt x="199538" y="183706"/>
                  </a:lnTo>
                  <a:lnTo>
                    <a:pt x="199725" y="183023"/>
                  </a:lnTo>
                  <a:lnTo>
                    <a:pt x="199912" y="182226"/>
                  </a:lnTo>
                  <a:lnTo>
                    <a:pt x="200098" y="181418"/>
                  </a:lnTo>
                  <a:lnTo>
                    <a:pt x="200285" y="180625"/>
                  </a:lnTo>
                  <a:lnTo>
                    <a:pt x="200472" y="180122"/>
                  </a:lnTo>
                  <a:lnTo>
                    <a:pt x="200659" y="179717"/>
                  </a:lnTo>
                  <a:lnTo>
                    <a:pt x="200846" y="179478"/>
                  </a:lnTo>
                  <a:lnTo>
                    <a:pt x="201033" y="179329"/>
                  </a:lnTo>
                  <a:lnTo>
                    <a:pt x="201220" y="179103"/>
                  </a:lnTo>
                  <a:lnTo>
                    <a:pt x="201407" y="178834"/>
                  </a:lnTo>
                  <a:lnTo>
                    <a:pt x="201594" y="178565"/>
                  </a:lnTo>
                  <a:lnTo>
                    <a:pt x="201781" y="178368"/>
                  </a:lnTo>
                  <a:lnTo>
                    <a:pt x="201968" y="178066"/>
                  </a:lnTo>
                  <a:lnTo>
                    <a:pt x="202155" y="177917"/>
                  </a:lnTo>
                  <a:lnTo>
                    <a:pt x="202341" y="177614"/>
                  </a:lnTo>
                  <a:lnTo>
                    <a:pt x="202528" y="177312"/>
                  </a:lnTo>
                  <a:lnTo>
                    <a:pt x="202715" y="177199"/>
                  </a:lnTo>
                  <a:lnTo>
                    <a:pt x="202902" y="177171"/>
                  </a:lnTo>
                  <a:lnTo>
                    <a:pt x="203089" y="177143"/>
                  </a:lnTo>
                  <a:lnTo>
                    <a:pt x="203276" y="177114"/>
                  </a:lnTo>
                  <a:lnTo>
                    <a:pt x="203463" y="177086"/>
                  </a:lnTo>
                  <a:lnTo>
                    <a:pt x="203650" y="177111"/>
                  </a:lnTo>
                  <a:lnTo>
                    <a:pt x="203837" y="177377"/>
                  </a:lnTo>
                  <a:lnTo>
                    <a:pt x="204024" y="177710"/>
                  </a:lnTo>
                  <a:lnTo>
                    <a:pt x="204211" y="178168"/>
                  </a:lnTo>
                  <a:lnTo>
                    <a:pt x="204398" y="178741"/>
                  </a:lnTo>
                  <a:lnTo>
                    <a:pt x="204585" y="179241"/>
                  </a:lnTo>
                  <a:lnTo>
                    <a:pt x="204771" y="179718"/>
                  </a:lnTo>
                  <a:lnTo>
                    <a:pt x="204958" y="180387"/>
                  </a:lnTo>
                  <a:lnTo>
                    <a:pt x="205145" y="181134"/>
                  </a:lnTo>
                  <a:lnTo>
                    <a:pt x="205332" y="181563"/>
                  </a:lnTo>
                  <a:lnTo>
                    <a:pt x="205519" y="181820"/>
                  </a:lnTo>
                  <a:lnTo>
                    <a:pt x="205706" y="181893"/>
                  </a:lnTo>
                  <a:lnTo>
                    <a:pt x="205893" y="181771"/>
                  </a:lnTo>
                  <a:lnTo>
                    <a:pt x="206080" y="181709"/>
                  </a:lnTo>
                  <a:lnTo>
                    <a:pt x="206267" y="181717"/>
                  </a:lnTo>
                  <a:lnTo>
                    <a:pt x="206454" y="181761"/>
                  </a:lnTo>
                  <a:lnTo>
                    <a:pt x="206641" y="181768"/>
                  </a:lnTo>
                  <a:lnTo>
                    <a:pt x="206828" y="181695"/>
                  </a:lnTo>
                  <a:lnTo>
                    <a:pt x="207015" y="181607"/>
                  </a:lnTo>
                  <a:lnTo>
                    <a:pt x="207201" y="181491"/>
                  </a:lnTo>
                  <a:lnTo>
                    <a:pt x="207388" y="181376"/>
                  </a:lnTo>
                  <a:lnTo>
                    <a:pt x="207575" y="181254"/>
                  </a:lnTo>
                  <a:lnTo>
                    <a:pt x="207762" y="181084"/>
                  </a:lnTo>
                  <a:lnTo>
                    <a:pt x="207949" y="180879"/>
                  </a:lnTo>
                  <a:lnTo>
                    <a:pt x="208136" y="180509"/>
                  </a:lnTo>
                  <a:lnTo>
                    <a:pt x="208323" y="180117"/>
                  </a:lnTo>
                  <a:lnTo>
                    <a:pt x="208510" y="179726"/>
                  </a:lnTo>
                  <a:lnTo>
                    <a:pt x="208697" y="179299"/>
                  </a:lnTo>
                  <a:lnTo>
                    <a:pt x="208884" y="178749"/>
                  </a:lnTo>
                  <a:lnTo>
                    <a:pt x="209071" y="178112"/>
                  </a:lnTo>
                  <a:lnTo>
                    <a:pt x="209258" y="177480"/>
                  </a:lnTo>
                  <a:lnTo>
                    <a:pt x="209444" y="176883"/>
                  </a:lnTo>
                  <a:lnTo>
                    <a:pt x="209631" y="176348"/>
                  </a:lnTo>
                  <a:lnTo>
                    <a:pt x="209818" y="175758"/>
                  </a:lnTo>
                  <a:lnTo>
                    <a:pt x="210005" y="175233"/>
                  </a:lnTo>
                  <a:lnTo>
                    <a:pt x="210192" y="174843"/>
                  </a:lnTo>
                  <a:lnTo>
                    <a:pt x="210379" y="174453"/>
                  </a:lnTo>
                  <a:lnTo>
                    <a:pt x="210566" y="174063"/>
                  </a:lnTo>
                  <a:lnTo>
                    <a:pt x="210753" y="173570"/>
                  </a:lnTo>
                  <a:lnTo>
                    <a:pt x="210940" y="173238"/>
                  </a:lnTo>
                  <a:lnTo>
                    <a:pt x="211127" y="172905"/>
                  </a:lnTo>
                  <a:lnTo>
                    <a:pt x="211314" y="172500"/>
                  </a:lnTo>
                  <a:lnTo>
                    <a:pt x="211501" y="172180"/>
                  </a:lnTo>
                  <a:lnTo>
                    <a:pt x="211688" y="171877"/>
                  </a:lnTo>
                  <a:lnTo>
                    <a:pt x="211874" y="171729"/>
                  </a:lnTo>
                  <a:lnTo>
                    <a:pt x="212061" y="171580"/>
                  </a:lnTo>
                  <a:lnTo>
                    <a:pt x="212248" y="171431"/>
                  </a:lnTo>
                  <a:lnTo>
                    <a:pt x="212435" y="171283"/>
                  </a:lnTo>
                  <a:lnTo>
                    <a:pt x="212622" y="171134"/>
                  </a:lnTo>
                  <a:lnTo>
                    <a:pt x="212809" y="170889"/>
                  </a:lnTo>
                  <a:lnTo>
                    <a:pt x="212996" y="170662"/>
                  </a:lnTo>
                  <a:lnTo>
                    <a:pt x="213183" y="170526"/>
                  </a:lnTo>
                  <a:lnTo>
                    <a:pt x="213370" y="170497"/>
                  </a:lnTo>
                  <a:lnTo>
                    <a:pt x="213557" y="170498"/>
                  </a:lnTo>
                  <a:lnTo>
                    <a:pt x="213744" y="170534"/>
                  </a:lnTo>
                  <a:lnTo>
                    <a:pt x="213931" y="170865"/>
                  </a:lnTo>
                  <a:lnTo>
                    <a:pt x="214118" y="170891"/>
                  </a:lnTo>
                  <a:lnTo>
                    <a:pt x="214304" y="170868"/>
                  </a:lnTo>
                  <a:lnTo>
                    <a:pt x="214491" y="170840"/>
                  </a:lnTo>
                  <a:lnTo>
                    <a:pt x="214678" y="170811"/>
                  </a:lnTo>
                  <a:lnTo>
                    <a:pt x="214865" y="170783"/>
                  </a:lnTo>
                  <a:lnTo>
                    <a:pt x="215052" y="170754"/>
                  </a:lnTo>
                  <a:lnTo>
                    <a:pt x="215239" y="170726"/>
                  </a:lnTo>
                  <a:lnTo>
                    <a:pt x="215426" y="170522"/>
                  </a:lnTo>
                  <a:lnTo>
                    <a:pt x="215613" y="170288"/>
                  </a:lnTo>
                  <a:lnTo>
                    <a:pt x="215800" y="170083"/>
                  </a:lnTo>
                  <a:lnTo>
                    <a:pt x="215987" y="169848"/>
                  </a:lnTo>
                  <a:lnTo>
                    <a:pt x="216174" y="169561"/>
                  </a:lnTo>
                  <a:lnTo>
                    <a:pt x="216361" y="169523"/>
                  </a:lnTo>
                  <a:lnTo>
                    <a:pt x="216547" y="169225"/>
                  </a:lnTo>
                  <a:lnTo>
                    <a:pt x="216734" y="168892"/>
                  </a:lnTo>
                  <a:lnTo>
                    <a:pt x="216921" y="168544"/>
                  </a:lnTo>
                  <a:lnTo>
                    <a:pt x="217108" y="168345"/>
                  </a:lnTo>
                  <a:lnTo>
                    <a:pt x="217295" y="168147"/>
                  </a:lnTo>
                  <a:lnTo>
                    <a:pt x="217482" y="167949"/>
                  </a:lnTo>
                  <a:lnTo>
                    <a:pt x="217669" y="167879"/>
                  </a:lnTo>
                  <a:lnTo>
                    <a:pt x="217856" y="167934"/>
                  </a:lnTo>
                  <a:lnTo>
                    <a:pt x="218043" y="167866"/>
                  </a:lnTo>
                  <a:lnTo>
                    <a:pt x="218230" y="167776"/>
                  </a:lnTo>
                  <a:lnTo>
                    <a:pt x="218417" y="167686"/>
                  </a:lnTo>
                  <a:lnTo>
                    <a:pt x="218604" y="167862"/>
                  </a:lnTo>
                  <a:lnTo>
                    <a:pt x="218791" y="167985"/>
                  </a:lnTo>
                  <a:lnTo>
                    <a:pt x="218977" y="168167"/>
                  </a:lnTo>
                  <a:lnTo>
                    <a:pt x="219164" y="168115"/>
                  </a:lnTo>
                  <a:lnTo>
                    <a:pt x="219351" y="168397"/>
                  </a:lnTo>
                  <a:lnTo>
                    <a:pt x="219538" y="168781"/>
                  </a:lnTo>
                  <a:lnTo>
                    <a:pt x="219725" y="169763"/>
                  </a:lnTo>
                  <a:lnTo>
                    <a:pt x="219912" y="170778"/>
                  </a:lnTo>
                  <a:lnTo>
                    <a:pt x="220099" y="171934"/>
                  </a:lnTo>
                  <a:lnTo>
                    <a:pt x="220286" y="173163"/>
                  </a:lnTo>
                  <a:lnTo>
                    <a:pt x="220473" y="174261"/>
                  </a:lnTo>
                  <a:lnTo>
                    <a:pt x="220660" y="175144"/>
                  </a:lnTo>
                  <a:lnTo>
                    <a:pt x="220847" y="175632"/>
                  </a:lnTo>
                  <a:lnTo>
                    <a:pt x="221034" y="176128"/>
                  </a:lnTo>
                  <a:lnTo>
                    <a:pt x="221220" y="176729"/>
                  </a:lnTo>
                  <a:lnTo>
                    <a:pt x="221407" y="177291"/>
                  </a:lnTo>
                  <a:lnTo>
                    <a:pt x="221594" y="177746"/>
                  </a:lnTo>
                  <a:lnTo>
                    <a:pt x="221781" y="178096"/>
                  </a:lnTo>
                  <a:lnTo>
                    <a:pt x="221968" y="178384"/>
                  </a:lnTo>
                  <a:lnTo>
                    <a:pt x="222155" y="178591"/>
                  </a:lnTo>
                  <a:lnTo>
                    <a:pt x="222342" y="178873"/>
                  </a:lnTo>
                  <a:lnTo>
                    <a:pt x="222529" y="179229"/>
                  </a:lnTo>
                  <a:lnTo>
                    <a:pt x="222716" y="179844"/>
                  </a:lnTo>
                  <a:lnTo>
                    <a:pt x="222903" y="180739"/>
                  </a:lnTo>
                  <a:lnTo>
                    <a:pt x="223090" y="181613"/>
                  </a:lnTo>
                  <a:lnTo>
                    <a:pt x="223277" y="182457"/>
                  </a:lnTo>
                  <a:lnTo>
                    <a:pt x="223464" y="182949"/>
                  </a:lnTo>
                  <a:lnTo>
                    <a:pt x="223650" y="183427"/>
                  </a:lnTo>
                  <a:lnTo>
                    <a:pt x="223837" y="183585"/>
                  </a:lnTo>
                  <a:lnTo>
                    <a:pt x="224024" y="183446"/>
                  </a:lnTo>
                  <a:lnTo>
                    <a:pt x="224211" y="183318"/>
                  </a:lnTo>
                  <a:lnTo>
                    <a:pt x="224398" y="183266"/>
                  </a:lnTo>
                  <a:lnTo>
                    <a:pt x="224585" y="183408"/>
                  </a:lnTo>
                  <a:lnTo>
                    <a:pt x="224772" y="183610"/>
                  </a:lnTo>
                  <a:lnTo>
                    <a:pt x="224959" y="183818"/>
                  </a:lnTo>
                  <a:lnTo>
                    <a:pt x="225146" y="184075"/>
                  </a:lnTo>
                  <a:lnTo>
                    <a:pt x="225333" y="184376"/>
                  </a:lnTo>
                  <a:lnTo>
                    <a:pt x="225520" y="184643"/>
                  </a:lnTo>
                  <a:lnTo>
                    <a:pt x="225707" y="184835"/>
                  </a:lnTo>
                  <a:lnTo>
                    <a:pt x="225894" y="185181"/>
                  </a:lnTo>
                  <a:lnTo>
                    <a:pt x="226080" y="185657"/>
                  </a:lnTo>
                  <a:lnTo>
                    <a:pt x="226267" y="186054"/>
                  </a:lnTo>
                  <a:lnTo>
                    <a:pt x="226454" y="186400"/>
                  </a:lnTo>
                  <a:lnTo>
                    <a:pt x="226641" y="186748"/>
                  </a:lnTo>
                  <a:lnTo>
                    <a:pt x="226828" y="187171"/>
                  </a:lnTo>
                  <a:lnTo>
                    <a:pt x="227015" y="187713"/>
                  </a:lnTo>
                  <a:lnTo>
                    <a:pt x="227202" y="188240"/>
                  </a:lnTo>
                  <a:lnTo>
                    <a:pt x="227389" y="188663"/>
                  </a:lnTo>
                  <a:lnTo>
                    <a:pt x="227576" y="189095"/>
                  </a:lnTo>
                  <a:lnTo>
                    <a:pt x="227763" y="189490"/>
                  </a:lnTo>
                  <a:lnTo>
                    <a:pt x="227950" y="189868"/>
                  </a:lnTo>
                  <a:lnTo>
                    <a:pt x="228137" y="190210"/>
                  </a:lnTo>
                  <a:lnTo>
                    <a:pt x="228323" y="190423"/>
                  </a:lnTo>
                  <a:lnTo>
                    <a:pt x="228510" y="190497"/>
                  </a:lnTo>
                  <a:lnTo>
                    <a:pt x="228697" y="190435"/>
                  </a:lnTo>
                  <a:lnTo>
                    <a:pt x="228884" y="190499"/>
                  </a:lnTo>
                  <a:lnTo>
                    <a:pt x="229071" y="190563"/>
                  </a:lnTo>
                  <a:lnTo>
                    <a:pt x="229258" y="190679"/>
                  </a:lnTo>
                  <a:lnTo>
                    <a:pt x="229445" y="190537"/>
                  </a:lnTo>
                  <a:lnTo>
                    <a:pt x="229632" y="190246"/>
                  </a:lnTo>
                  <a:lnTo>
                    <a:pt x="229819" y="189871"/>
                  </a:lnTo>
                  <a:lnTo>
                    <a:pt x="230006" y="189419"/>
                  </a:lnTo>
                  <a:lnTo>
                    <a:pt x="230193" y="188907"/>
                  </a:lnTo>
                  <a:lnTo>
                    <a:pt x="230380" y="188241"/>
                  </a:lnTo>
                  <a:lnTo>
                    <a:pt x="230567" y="187396"/>
                  </a:lnTo>
                  <a:lnTo>
                    <a:pt x="230753" y="186587"/>
                  </a:lnTo>
                  <a:lnTo>
                    <a:pt x="230940" y="185737"/>
                  </a:lnTo>
                  <a:lnTo>
                    <a:pt x="231127" y="185183"/>
                  </a:lnTo>
                  <a:lnTo>
                    <a:pt x="231314" y="184839"/>
                  </a:lnTo>
                  <a:lnTo>
                    <a:pt x="231501" y="184620"/>
                  </a:lnTo>
                  <a:lnTo>
                    <a:pt x="231688" y="184331"/>
                  </a:lnTo>
                  <a:lnTo>
                    <a:pt x="231875" y="184411"/>
                  </a:lnTo>
                  <a:lnTo>
                    <a:pt x="232062" y="184658"/>
                  </a:lnTo>
                  <a:lnTo>
                    <a:pt x="232249" y="184918"/>
                  </a:lnTo>
                  <a:lnTo>
                    <a:pt x="232436" y="185020"/>
                  </a:lnTo>
                  <a:lnTo>
                    <a:pt x="232623" y="185071"/>
                  </a:lnTo>
                  <a:lnTo>
                    <a:pt x="232810" y="185247"/>
                  </a:lnTo>
                  <a:lnTo>
                    <a:pt x="232997" y="185433"/>
                  </a:lnTo>
                  <a:lnTo>
                    <a:pt x="233183" y="185807"/>
                  </a:lnTo>
                  <a:lnTo>
                    <a:pt x="233370" y="186229"/>
                  </a:lnTo>
                  <a:lnTo>
                    <a:pt x="233557" y="186767"/>
                  </a:lnTo>
                  <a:lnTo>
                    <a:pt x="233744" y="187308"/>
                  </a:lnTo>
                  <a:lnTo>
                    <a:pt x="233931" y="187806"/>
                  </a:lnTo>
                  <a:lnTo>
                    <a:pt x="234118" y="188302"/>
                  </a:lnTo>
                  <a:lnTo>
                    <a:pt x="234305" y="188792"/>
                  </a:lnTo>
                  <a:lnTo>
                    <a:pt x="234492" y="189238"/>
                  </a:lnTo>
                  <a:lnTo>
                    <a:pt x="234679" y="189670"/>
                  </a:lnTo>
                  <a:lnTo>
                    <a:pt x="234866" y="189976"/>
                  </a:lnTo>
                  <a:lnTo>
                    <a:pt x="235053" y="190020"/>
                  </a:lnTo>
                  <a:lnTo>
                    <a:pt x="235240" y="190137"/>
                  </a:lnTo>
                  <a:lnTo>
                    <a:pt x="235426" y="190260"/>
                  </a:lnTo>
                  <a:lnTo>
                    <a:pt x="235613" y="190273"/>
                  </a:lnTo>
                  <a:lnTo>
                    <a:pt x="235800" y="190236"/>
                  </a:lnTo>
                  <a:lnTo>
                    <a:pt x="235987" y="190186"/>
                  </a:lnTo>
                  <a:lnTo>
                    <a:pt x="236174" y="190169"/>
                  </a:lnTo>
                  <a:lnTo>
                    <a:pt x="236361" y="190398"/>
                  </a:lnTo>
                  <a:lnTo>
                    <a:pt x="236548" y="191059"/>
                  </a:lnTo>
                  <a:lnTo>
                    <a:pt x="236735" y="191719"/>
                  </a:lnTo>
                  <a:lnTo>
                    <a:pt x="236922" y="192379"/>
                  </a:lnTo>
                  <a:lnTo>
                    <a:pt x="237109" y="193039"/>
                  </a:lnTo>
                  <a:lnTo>
                    <a:pt x="237296" y="193699"/>
                  </a:lnTo>
                  <a:lnTo>
                    <a:pt x="237483" y="194359"/>
                  </a:lnTo>
                  <a:lnTo>
                    <a:pt x="237670" y="195003"/>
                  </a:lnTo>
                  <a:lnTo>
                    <a:pt x="237856" y="195234"/>
                  </a:lnTo>
                  <a:lnTo>
                    <a:pt x="238043" y="195325"/>
                  </a:lnTo>
                  <a:lnTo>
                    <a:pt x="238230" y="195250"/>
                  </a:lnTo>
                  <a:lnTo>
                    <a:pt x="238417" y="195085"/>
                  </a:lnTo>
                  <a:lnTo>
                    <a:pt x="238604" y="194920"/>
                  </a:lnTo>
                  <a:lnTo>
                    <a:pt x="238791" y="194755"/>
                  </a:lnTo>
                  <a:lnTo>
                    <a:pt x="238978" y="194590"/>
                  </a:lnTo>
                  <a:lnTo>
                    <a:pt x="239165" y="194425"/>
                  </a:lnTo>
                  <a:lnTo>
                    <a:pt x="239352" y="194235"/>
                  </a:lnTo>
                  <a:lnTo>
                    <a:pt x="239539" y="193905"/>
                  </a:lnTo>
                  <a:lnTo>
                    <a:pt x="239726" y="193575"/>
                  </a:lnTo>
                  <a:lnTo>
                    <a:pt x="239913" y="193088"/>
                  </a:lnTo>
                  <a:lnTo>
                    <a:pt x="240099" y="192593"/>
                  </a:lnTo>
                  <a:lnTo>
                    <a:pt x="240286" y="192098"/>
                  </a:lnTo>
                  <a:lnTo>
                    <a:pt x="240473" y="191603"/>
                  </a:lnTo>
                  <a:lnTo>
                    <a:pt x="240660" y="191232"/>
                  </a:lnTo>
                  <a:lnTo>
                    <a:pt x="240847" y="190902"/>
                  </a:lnTo>
                  <a:lnTo>
                    <a:pt x="241034" y="190572"/>
                  </a:lnTo>
                  <a:lnTo>
                    <a:pt x="241221" y="190394"/>
                  </a:lnTo>
                  <a:lnTo>
                    <a:pt x="241408" y="190146"/>
                  </a:lnTo>
                  <a:lnTo>
                    <a:pt x="241595" y="189897"/>
                  </a:lnTo>
                  <a:lnTo>
                    <a:pt x="241782" y="189685"/>
                  </a:lnTo>
                  <a:lnTo>
                    <a:pt x="241969" y="189473"/>
                  </a:lnTo>
                  <a:lnTo>
                    <a:pt x="242156" y="189279"/>
                  </a:lnTo>
                  <a:lnTo>
                    <a:pt x="242343" y="189187"/>
                  </a:lnTo>
                  <a:lnTo>
                    <a:pt x="242529" y="189072"/>
                  </a:lnTo>
                  <a:lnTo>
                    <a:pt x="242716" y="188974"/>
                  </a:lnTo>
                  <a:lnTo>
                    <a:pt x="242903" y="188882"/>
                  </a:lnTo>
                  <a:lnTo>
                    <a:pt x="243090" y="188790"/>
                  </a:lnTo>
                  <a:lnTo>
                    <a:pt x="243277" y="188698"/>
                  </a:lnTo>
                  <a:lnTo>
                    <a:pt x="243464" y="188607"/>
                  </a:lnTo>
                  <a:lnTo>
                    <a:pt x="243651" y="188515"/>
                  </a:lnTo>
                  <a:lnTo>
                    <a:pt x="243838" y="188423"/>
                  </a:lnTo>
                  <a:lnTo>
                    <a:pt x="244025" y="188483"/>
                  </a:lnTo>
                  <a:lnTo>
                    <a:pt x="244212" y="188771"/>
                  </a:lnTo>
                  <a:lnTo>
                    <a:pt x="244399" y="189037"/>
                  </a:lnTo>
                  <a:lnTo>
                    <a:pt x="244586" y="189037"/>
                  </a:lnTo>
                  <a:lnTo>
                    <a:pt x="244773" y="189037"/>
                  </a:lnTo>
                  <a:lnTo>
                    <a:pt x="244959" y="189037"/>
                  </a:lnTo>
                  <a:lnTo>
                    <a:pt x="245146" y="189294"/>
                  </a:lnTo>
                  <a:lnTo>
                    <a:pt x="245333" y="189643"/>
                  </a:lnTo>
                  <a:lnTo>
                    <a:pt x="245520" y="190334"/>
                  </a:lnTo>
                  <a:lnTo>
                    <a:pt x="245707" y="190992"/>
                  </a:lnTo>
                  <a:lnTo>
                    <a:pt x="245894" y="191557"/>
                  </a:lnTo>
                  <a:lnTo>
                    <a:pt x="246081" y="192112"/>
                  </a:lnTo>
                  <a:lnTo>
                    <a:pt x="246268" y="192667"/>
                  </a:lnTo>
                  <a:lnTo>
                    <a:pt x="246455" y="193221"/>
                  </a:lnTo>
                  <a:lnTo>
                    <a:pt x="246642" y="193728"/>
                  </a:lnTo>
                  <a:lnTo>
                    <a:pt x="246829" y="194125"/>
                  </a:lnTo>
                  <a:lnTo>
                    <a:pt x="247016" y="194323"/>
                  </a:lnTo>
                  <a:lnTo>
                    <a:pt x="247202" y="194522"/>
                  </a:lnTo>
                  <a:lnTo>
                    <a:pt x="247389" y="194720"/>
                  </a:lnTo>
                  <a:lnTo>
                    <a:pt x="247576" y="194918"/>
                  </a:lnTo>
                  <a:lnTo>
                    <a:pt x="247763" y="195117"/>
                  </a:lnTo>
                  <a:lnTo>
                    <a:pt x="247950" y="195326"/>
                  </a:lnTo>
                  <a:lnTo>
                    <a:pt x="248137" y="195482"/>
                  </a:lnTo>
                  <a:lnTo>
                    <a:pt x="248324" y="195209"/>
                  </a:lnTo>
                  <a:lnTo>
                    <a:pt x="248511" y="194920"/>
                  </a:lnTo>
                  <a:lnTo>
                    <a:pt x="248698" y="194409"/>
                  </a:lnTo>
                  <a:lnTo>
                    <a:pt x="248885" y="193914"/>
                  </a:lnTo>
                  <a:lnTo>
                    <a:pt x="249072" y="193419"/>
                  </a:lnTo>
                  <a:lnTo>
                    <a:pt x="249259" y="192924"/>
                  </a:lnTo>
                  <a:lnTo>
                    <a:pt x="249446" y="192511"/>
                  </a:lnTo>
                  <a:lnTo>
                    <a:pt x="249632" y="192247"/>
                  </a:lnTo>
                  <a:lnTo>
                    <a:pt x="249819" y="191917"/>
                  </a:lnTo>
                  <a:lnTo>
                    <a:pt x="250006" y="191587"/>
                  </a:lnTo>
                  <a:lnTo>
                    <a:pt x="250193" y="191257"/>
                  </a:lnTo>
                  <a:lnTo>
                    <a:pt x="250380" y="190927"/>
                  </a:lnTo>
                  <a:lnTo>
                    <a:pt x="250567" y="190596"/>
                  </a:lnTo>
                  <a:lnTo>
                    <a:pt x="250754" y="190266"/>
                  </a:lnTo>
                  <a:lnTo>
                    <a:pt x="250941" y="189936"/>
                  </a:lnTo>
                  <a:lnTo>
                    <a:pt x="251128" y="189747"/>
                  </a:lnTo>
                  <a:lnTo>
                    <a:pt x="251315" y="189582"/>
                  </a:lnTo>
                  <a:lnTo>
                    <a:pt x="251502" y="189416"/>
                  </a:lnTo>
                  <a:lnTo>
                    <a:pt x="251689" y="189251"/>
                  </a:lnTo>
                  <a:lnTo>
                    <a:pt x="251876" y="189086"/>
                  </a:lnTo>
                  <a:lnTo>
                    <a:pt x="252062" y="188921"/>
                  </a:lnTo>
                  <a:lnTo>
                    <a:pt x="252249" y="188756"/>
                  </a:lnTo>
                  <a:lnTo>
                    <a:pt x="252436" y="188591"/>
                  </a:lnTo>
                  <a:lnTo>
                    <a:pt x="252623" y="188591"/>
                  </a:lnTo>
                  <a:lnTo>
                    <a:pt x="252810" y="188591"/>
                  </a:lnTo>
                  <a:lnTo>
                    <a:pt x="252997" y="188591"/>
                  </a:lnTo>
                  <a:lnTo>
                    <a:pt x="253184" y="188591"/>
                  </a:lnTo>
                  <a:lnTo>
                    <a:pt x="253371" y="188591"/>
                  </a:lnTo>
                  <a:lnTo>
                    <a:pt x="253558" y="188591"/>
                  </a:lnTo>
                  <a:lnTo>
                    <a:pt x="253745" y="188591"/>
                  </a:lnTo>
                  <a:lnTo>
                    <a:pt x="253932" y="188707"/>
                  </a:lnTo>
                  <a:lnTo>
                    <a:pt x="254119" y="188872"/>
                  </a:lnTo>
                  <a:lnTo>
                    <a:pt x="254305" y="189037"/>
                  </a:lnTo>
                  <a:lnTo>
                    <a:pt x="254492" y="189202"/>
                  </a:lnTo>
                  <a:lnTo>
                    <a:pt x="254679" y="189367"/>
                  </a:lnTo>
                  <a:lnTo>
                    <a:pt x="254866" y="189532"/>
                  </a:lnTo>
                  <a:lnTo>
                    <a:pt x="255053" y="189697"/>
                  </a:lnTo>
                  <a:lnTo>
                    <a:pt x="255240" y="189862"/>
                  </a:lnTo>
                  <a:lnTo>
                    <a:pt x="255427" y="190184"/>
                  </a:lnTo>
                  <a:lnTo>
                    <a:pt x="255614" y="190514"/>
                  </a:lnTo>
                  <a:lnTo>
                    <a:pt x="255801" y="190844"/>
                  </a:lnTo>
                  <a:lnTo>
                    <a:pt x="255988" y="191174"/>
                  </a:lnTo>
                  <a:lnTo>
                    <a:pt x="256175" y="191504"/>
                  </a:lnTo>
                  <a:lnTo>
                    <a:pt x="256362" y="191834"/>
                  </a:lnTo>
                  <a:lnTo>
                    <a:pt x="256549" y="192164"/>
                  </a:lnTo>
                  <a:lnTo>
                    <a:pt x="256735" y="192296"/>
                  </a:lnTo>
                  <a:lnTo>
                    <a:pt x="256922" y="192296"/>
                  </a:lnTo>
                  <a:lnTo>
                    <a:pt x="257109" y="192296"/>
                  </a:lnTo>
                  <a:lnTo>
                    <a:pt x="257296" y="192296"/>
                  </a:lnTo>
                  <a:lnTo>
                    <a:pt x="257483" y="192296"/>
                  </a:lnTo>
                  <a:lnTo>
                    <a:pt x="257670" y="192296"/>
                  </a:lnTo>
                  <a:lnTo>
                    <a:pt x="257857" y="192296"/>
                  </a:lnTo>
                  <a:lnTo>
                    <a:pt x="258044" y="192296"/>
                  </a:lnTo>
                  <a:lnTo>
                    <a:pt x="258231" y="191975"/>
                  </a:lnTo>
                  <a:lnTo>
                    <a:pt x="258418" y="191471"/>
                  </a:lnTo>
                  <a:lnTo>
                    <a:pt x="258605" y="190811"/>
                  </a:lnTo>
                  <a:lnTo>
                    <a:pt x="258792" y="190209"/>
                  </a:lnTo>
                  <a:lnTo>
                    <a:pt x="258978" y="189714"/>
                  </a:lnTo>
                  <a:lnTo>
                    <a:pt x="259165" y="189218"/>
                  </a:lnTo>
                  <a:lnTo>
                    <a:pt x="259352" y="188723"/>
                  </a:lnTo>
                  <a:lnTo>
                    <a:pt x="259539" y="188311"/>
                  </a:lnTo>
                  <a:lnTo>
                    <a:pt x="259726" y="187981"/>
                  </a:lnTo>
                  <a:lnTo>
                    <a:pt x="259913" y="187651"/>
                  </a:lnTo>
                  <a:lnTo>
                    <a:pt x="260100" y="187321"/>
                  </a:lnTo>
                  <a:lnTo>
                    <a:pt x="260287" y="186990"/>
                  </a:lnTo>
                  <a:lnTo>
                    <a:pt x="260474" y="186792"/>
                  </a:lnTo>
                  <a:lnTo>
                    <a:pt x="260661" y="186462"/>
                  </a:lnTo>
                  <a:lnTo>
                    <a:pt x="260848" y="186132"/>
                  </a:lnTo>
                  <a:lnTo>
                    <a:pt x="261035" y="185967"/>
                  </a:lnTo>
                  <a:lnTo>
                    <a:pt x="261222" y="185975"/>
                  </a:lnTo>
                  <a:lnTo>
                    <a:pt x="261408" y="186141"/>
                  </a:lnTo>
                  <a:lnTo>
                    <a:pt x="261595" y="186248"/>
                  </a:lnTo>
                  <a:lnTo>
                    <a:pt x="261782" y="186248"/>
                  </a:lnTo>
                  <a:lnTo>
                    <a:pt x="261969" y="186231"/>
                  </a:lnTo>
                  <a:lnTo>
                    <a:pt x="262156" y="186066"/>
                  </a:lnTo>
                  <a:lnTo>
                    <a:pt x="262343" y="185901"/>
                  </a:lnTo>
                  <a:lnTo>
                    <a:pt x="262530" y="185736"/>
                  </a:lnTo>
                  <a:lnTo>
                    <a:pt x="262717" y="185571"/>
                  </a:lnTo>
                  <a:lnTo>
                    <a:pt x="262904" y="185406"/>
                  </a:lnTo>
                  <a:lnTo>
                    <a:pt x="263091" y="185241"/>
                  </a:lnTo>
                  <a:lnTo>
                    <a:pt x="263278" y="184944"/>
                  </a:lnTo>
                  <a:lnTo>
                    <a:pt x="263465" y="184674"/>
                  </a:lnTo>
                  <a:lnTo>
                    <a:pt x="263652" y="184423"/>
                  </a:lnTo>
                  <a:lnTo>
                    <a:pt x="263838" y="184235"/>
                  </a:lnTo>
                  <a:lnTo>
                    <a:pt x="264025" y="184042"/>
                  </a:lnTo>
                  <a:lnTo>
                    <a:pt x="264212" y="183848"/>
                  </a:lnTo>
                  <a:lnTo>
                    <a:pt x="264399" y="183655"/>
                  </a:lnTo>
                  <a:lnTo>
                    <a:pt x="264586" y="183461"/>
                  </a:lnTo>
                  <a:lnTo>
                    <a:pt x="264773" y="183284"/>
                  </a:lnTo>
                  <a:lnTo>
                    <a:pt x="264960" y="183256"/>
                  </a:lnTo>
                  <a:lnTo>
                    <a:pt x="265147" y="183227"/>
                  </a:lnTo>
                  <a:lnTo>
                    <a:pt x="265334" y="183199"/>
                  </a:lnTo>
                  <a:lnTo>
                    <a:pt x="265521" y="183170"/>
                  </a:lnTo>
                  <a:lnTo>
                    <a:pt x="265708" y="183268"/>
                  </a:lnTo>
                  <a:lnTo>
                    <a:pt x="265895" y="183498"/>
                  </a:lnTo>
                  <a:lnTo>
                    <a:pt x="266081" y="183732"/>
                  </a:lnTo>
                  <a:lnTo>
                    <a:pt x="266268" y="183797"/>
                  </a:lnTo>
                  <a:lnTo>
                    <a:pt x="266455" y="183843"/>
                  </a:lnTo>
                  <a:lnTo>
                    <a:pt x="266642" y="183843"/>
                  </a:lnTo>
                  <a:lnTo>
                    <a:pt x="266829" y="184173"/>
                  </a:lnTo>
                  <a:lnTo>
                    <a:pt x="267016" y="184363"/>
                  </a:lnTo>
                  <a:lnTo>
                    <a:pt x="267203" y="184528"/>
                  </a:lnTo>
                  <a:lnTo>
                    <a:pt x="267390" y="184693"/>
                  </a:lnTo>
                  <a:lnTo>
                    <a:pt x="267577" y="185155"/>
                  </a:lnTo>
                  <a:lnTo>
                    <a:pt x="267764" y="185749"/>
                  </a:lnTo>
                  <a:lnTo>
                    <a:pt x="267951" y="186437"/>
                  </a:lnTo>
                  <a:lnTo>
                    <a:pt x="268138" y="187126"/>
                  </a:lnTo>
                  <a:lnTo>
                    <a:pt x="268325" y="187809"/>
                  </a:lnTo>
                  <a:lnTo>
                    <a:pt x="268511" y="188204"/>
                  </a:lnTo>
                  <a:lnTo>
                    <a:pt x="268698" y="188417"/>
                  </a:lnTo>
                  <a:lnTo>
                    <a:pt x="268885" y="188538"/>
                  </a:lnTo>
                  <a:lnTo>
                    <a:pt x="269072" y="188612"/>
                  </a:lnTo>
                  <a:lnTo>
                    <a:pt x="269259" y="188323"/>
                  </a:lnTo>
                  <a:lnTo>
                    <a:pt x="269446" y="187967"/>
                  </a:lnTo>
                  <a:lnTo>
                    <a:pt x="269633" y="187607"/>
                  </a:lnTo>
                  <a:lnTo>
                    <a:pt x="269820" y="187348"/>
                  </a:lnTo>
                  <a:lnTo>
                    <a:pt x="270007" y="186981"/>
                  </a:lnTo>
                  <a:lnTo>
                    <a:pt x="270194" y="186500"/>
                  </a:lnTo>
                  <a:lnTo>
                    <a:pt x="270381" y="185922"/>
                  </a:lnTo>
                  <a:lnTo>
                    <a:pt x="270568" y="185081"/>
                  </a:lnTo>
                  <a:lnTo>
                    <a:pt x="270755" y="183657"/>
                  </a:lnTo>
                  <a:lnTo>
                    <a:pt x="270941" y="182233"/>
                  </a:lnTo>
                  <a:lnTo>
                    <a:pt x="271128" y="180817"/>
                  </a:lnTo>
                  <a:lnTo>
                    <a:pt x="271315" y="179558"/>
                  </a:lnTo>
                  <a:lnTo>
                    <a:pt x="271502" y="178299"/>
                  </a:lnTo>
                  <a:lnTo>
                    <a:pt x="271689" y="177072"/>
                  </a:lnTo>
                  <a:lnTo>
                    <a:pt x="271876" y="175978"/>
                  </a:lnTo>
                  <a:lnTo>
                    <a:pt x="272063" y="175038"/>
                  </a:lnTo>
                  <a:lnTo>
                    <a:pt x="272250" y="174158"/>
                  </a:lnTo>
                  <a:lnTo>
                    <a:pt x="272437" y="173498"/>
                  </a:lnTo>
                  <a:lnTo>
                    <a:pt x="272624" y="172838"/>
                  </a:lnTo>
                  <a:lnTo>
                    <a:pt x="272811" y="172351"/>
                  </a:lnTo>
                  <a:lnTo>
                    <a:pt x="272998" y="172021"/>
                  </a:lnTo>
                  <a:lnTo>
                    <a:pt x="273184" y="171814"/>
                  </a:lnTo>
                  <a:lnTo>
                    <a:pt x="273371" y="171814"/>
                  </a:lnTo>
                  <a:lnTo>
                    <a:pt x="273558" y="171814"/>
                  </a:lnTo>
                  <a:lnTo>
                    <a:pt x="273745" y="171814"/>
                  </a:lnTo>
                  <a:lnTo>
                    <a:pt x="273932" y="171814"/>
                  </a:lnTo>
                  <a:lnTo>
                    <a:pt x="274119" y="171814"/>
                  </a:lnTo>
                  <a:lnTo>
                    <a:pt x="274306" y="171814"/>
                  </a:lnTo>
                  <a:lnTo>
                    <a:pt x="274493" y="171682"/>
                  </a:lnTo>
                  <a:lnTo>
                    <a:pt x="274680" y="171426"/>
                  </a:lnTo>
                  <a:lnTo>
                    <a:pt x="274867" y="170931"/>
                  </a:lnTo>
                  <a:lnTo>
                    <a:pt x="275054" y="170304"/>
                  </a:lnTo>
                  <a:lnTo>
                    <a:pt x="275241" y="169768"/>
                  </a:lnTo>
                  <a:lnTo>
                    <a:pt x="275428" y="169231"/>
                  </a:lnTo>
                  <a:lnTo>
                    <a:pt x="275614" y="168390"/>
                  </a:lnTo>
                  <a:lnTo>
                    <a:pt x="275801" y="167671"/>
                  </a:lnTo>
                  <a:lnTo>
                    <a:pt x="275988" y="166602"/>
                  </a:lnTo>
                  <a:lnTo>
                    <a:pt x="276175" y="165889"/>
                  </a:lnTo>
                  <a:lnTo>
                    <a:pt x="276362" y="165191"/>
                  </a:lnTo>
                  <a:lnTo>
                    <a:pt x="276549" y="164480"/>
                  </a:lnTo>
                  <a:lnTo>
                    <a:pt x="276736" y="163794"/>
                  </a:lnTo>
                  <a:lnTo>
                    <a:pt x="276923" y="163248"/>
                  </a:lnTo>
                  <a:lnTo>
                    <a:pt x="277110" y="162703"/>
                  </a:lnTo>
                  <a:lnTo>
                    <a:pt x="277297" y="162318"/>
                  </a:lnTo>
                  <a:lnTo>
                    <a:pt x="277484" y="161903"/>
                  </a:lnTo>
                  <a:lnTo>
                    <a:pt x="277671" y="161523"/>
                  </a:lnTo>
                  <a:lnTo>
                    <a:pt x="277857" y="161285"/>
                  </a:lnTo>
                  <a:lnTo>
                    <a:pt x="278044" y="160686"/>
                  </a:lnTo>
                  <a:lnTo>
                    <a:pt x="278231" y="160039"/>
                  </a:lnTo>
                  <a:lnTo>
                    <a:pt x="278418" y="159399"/>
                  </a:lnTo>
                  <a:lnTo>
                    <a:pt x="278605" y="158878"/>
                  </a:lnTo>
                  <a:lnTo>
                    <a:pt x="278792" y="158440"/>
                  </a:lnTo>
                  <a:lnTo>
                    <a:pt x="278979" y="157869"/>
                  </a:lnTo>
                  <a:lnTo>
                    <a:pt x="279166" y="157055"/>
                  </a:lnTo>
                  <a:lnTo>
                    <a:pt x="279353" y="156284"/>
                  </a:lnTo>
                  <a:lnTo>
                    <a:pt x="279540" y="155479"/>
                  </a:lnTo>
                  <a:lnTo>
                    <a:pt x="279727" y="154530"/>
                  </a:lnTo>
                  <a:lnTo>
                    <a:pt x="279914" y="153606"/>
                  </a:lnTo>
                  <a:lnTo>
                    <a:pt x="280101" y="152814"/>
                  </a:lnTo>
                  <a:lnTo>
                    <a:pt x="280287" y="152062"/>
                  </a:lnTo>
                  <a:lnTo>
                    <a:pt x="280474" y="151255"/>
                  </a:lnTo>
                  <a:lnTo>
                    <a:pt x="280661" y="150371"/>
                  </a:lnTo>
                  <a:lnTo>
                    <a:pt x="280848" y="149509"/>
                  </a:lnTo>
                  <a:lnTo>
                    <a:pt x="281035" y="148565"/>
                  </a:lnTo>
                  <a:lnTo>
                    <a:pt x="281222" y="147721"/>
                  </a:lnTo>
                  <a:lnTo>
                    <a:pt x="281409" y="146605"/>
                  </a:lnTo>
                  <a:lnTo>
                    <a:pt x="281596" y="145413"/>
                  </a:lnTo>
                  <a:lnTo>
                    <a:pt x="281783" y="144531"/>
                  </a:lnTo>
                  <a:lnTo>
                    <a:pt x="281970" y="144030"/>
                  </a:lnTo>
                  <a:lnTo>
                    <a:pt x="282157" y="143708"/>
                  </a:lnTo>
                  <a:lnTo>
                    <a:pt x="282344" y="143356"/>
                  </a:lnTo>
                  <a:lnTo>
                    <a:pt x="282531" y="142741"/>
                  </a:lnTo>
                  <a:lnTo>
                    <a:pt x="282717" y="141892"/>
                  </a:lnTo>
                  <a:lnTo>
                    <a:pt x="282904" y="140545"/>
                  </a:lnTo>
                  <a:lnTo>
                    <a:pt x="283091" y="139072"/>
                  </a:lnTo>
                  <a:lnTo>
                    <a:pt x="283278" y="137361"/>
                  </a:lnTo>
                  <a:lnTo>
                    <a:pt x="283465" y="136014"/>
                  </a:lnTo>
                  <a:lnTo>
                    <a:pt x="283652" y="134823"/>
                  </a:lnTo>
                  <a:lnTo>
                    <a:pt x="283839" y="133732"/>
                  </a:lnTo>
                  <a:lnTo>
                    <a:pt x="284026" y="132557"/>
                  </a:lnTo>
                  <a:lnTo>
                    <a:pt x="284213" y="131311"/>
                  </a:lnTo>
                  <a:lnTo>
                    <a:pt x="284400" y="130287"/>
                  </a:lnTo>
                  <a:lnTo>
                    <a:pt x="284587" y="129263"/>
                  </a:lnTo>
                  <a:lnTo>
                    <a:pt x="284774" y="128240"/>
                  </a:lnTo>
                  <a:lnTo>
                    <a:pt x="284960" y="127216"/>
                  </a:lnTo>
                  <a:lnTo>
                    <a:pt x="285147" y="126556"/>
                  </a:lnTo>
                  <a:lnTo>
                    <a:pt x="285334" y="125966"/>
                  </a:lnTo>
                  <a:lnTo>
                    <a:pt x="285521" y="125389"/>
                  </a:lnTo>
                  <a:lnTo>
                    <a:pt x="285708" y="125090"/>
                  </a:lnTo>
                  <a:lnTo>
                    <a:pt x="285895" y="124890"/>
                  </a:lnTo>
                  <a:lnTo>
                    <a:pt x="286082" y="124829"/>
                  </a:lnTo>
                  <a:lnTo>
                    <a:pt x="286269" y="124751"/>
                  </a:lnTo>
                  <a:lnTo>
                    <a:pt x="286456" y="124881"/>
                  </a:lnTo>
                  <a:lnTo>
                    <a:pt x="286643" y="125131"/>
                  </a:lnTo>
                  <a:lnTo>
                    <a:pt x="286830" y="125386"/>
                  </a:lnTo>
                  <a:lnTo>
                    <a:pt x="287017" y="125492"/>
                  </a:lnTo>
                  <a:lnTo>
                    <a:pt x="287204" y="125664"/>
                  </a:lnTo>
                  <a:lnTo>
                    <a:pt x="287390" y="125836"/>
                  </a:lnTo>
                  <a:lnTo>
                    <a:pt x="287577" y="126008"/>
                  </a:lnTo>
                  <a:lnTo>
                    <a:pt x="287764" y="126180"/>
                  </a:lnTo>
                  <a:lnTo>
                    <a:pt x="287951" y="126420"/>
                  </a:lnTo>
                  <a:lnTo>
                    <a:pt x="288138" y="126615"/>
                  </a:lnTo>
                  <a:lnTo>
                    <a:pt x="288325" y="126943"/>
                  </a:lnTo>
                  <a:lnTo>
                    <a:pt x="288512" y="127166"/>
                  </a:lnTo>
                  <a:lnTo>
                    <a:pt x="288699" y="127560"/>
                  </a:lnTo>
                  <a:lnTo>
                    <a:pt x="288886" y="127941"/>
                  </a:lnTo>
                  <a:lnTo>
                    <a:pt x="289073" y="128310"/>
                  </a:lnTo>
                  <a:lnTo>
                    <a:pt x="289260" y="128658"/>
                  </a:lnTo>
                  <a:lnTo>
                    <a:pt x="289447" y="128954"/>
                  </a:lnTo>
                  <a:lnTo>
                    <a:pt x="289633" y="129222"/>
                  </a:lnTo>
                  <a:lnTo>
                    <a:pt x="289820" y="129543"/>
                  </a:lnTo>
                  <a:lnTo>
                    <a:pt x="290007" y="129460"/>
                  </a:lnTo>
                  <a:lnTo>
                    <a:pt x="290194" y="129247"/>
                  </a:lnTo>
                  <a:lnTo>
                    <a:pt x="290381" y="128871"/>
                  </a:lnTo>
                  <a:lnTo>
                    <a:pt x="290568" y="128498"/>
                  </a:lnTo>
                  <a:lnTo>
                    <a:pt x="290755" y="128055"/>
                  </a:lnTo>
                  <a:lnTo>
                    <a:pt x="290942" y="127665"/>
                  </a:lnTo>
                  <a:lnTo>
                    <a:pt x="291129" y="127262"/>
                  </a:lnTo>
                  <a:lnTo>
                    <a:pt x="291316" y="126705"/>
                  </a:lnTo>
                  <a:lnTo>
                    <a:pt x="291503" y="126094"/>
                  </a:lnTo>
                  <a:lnTo>
                    <a:pt x="291690" y="125372"/>
                  </a:lnTo>
                  <a:lnTo>
                    <a:pt x="291877" y="124578"/>
                  </a:lnTo>
                  <a:lnTo>
                    <a:pt x="292063" y="123578"/>
                  </a:lnTo>
                  <a:lnTo>
                    <a:pt x="292250" y="122526"/>
                  </a:lnTo>
                  <a:lnTo>
                    <a:pt x="292437" y="121603"/>
                  </a:lnTo>
                  <a:lnTo>
                    <a:pt x="292624" y="120534"/>
                  </a:lnTo>
                  <a:lnTo>
                    <a:pt x="292811" y="119555"/>
                  </a:lnTo>
                  <a:lnTo>
                    <a:pt x="292998" y="118682"/>
                  </a:lnTo>
                  <a:lnTo>
                    <a:pt x="293185" y="117761"/>
                  </a:lnTo>
                  <a:lnTo>
                    <a:pt x="293372" y="116855"/>
                  </a:lnTo>
                  <a:lnTo>
                    <a:pt x="293559" y="115971"/>
                  </a:lnTo>
                  <a:lnTo>
                    <a:pt x="293746" y="114978"/>
                  </a:lnTo>
                  <a:lnTo>
                    <a:pt x="293933" y="113995"/>
                  </a:lnTo>
                  <a:lnTo>
                    <a:pt x="294120" y="113031"/>
                  </a:lnTo>
                  <a:lnTo>
                    <a:pt x="294307" y="112112"/>
                  </a:lnTo>
                  <a:lnTo>
                    <a:pt x="294493" y="111497"/>
                  </a:lnTo>
                  <a:lnTo>
                    <a:pt x="294680" y="111053"/>
                  </a:lnTo>
                  <a:lnTo>
                    <a:pt x="294867" y="110596"/>
                  </a:lnTo>
                  <a:lnTo>
                    <a:pt x="295054" y="110176"/>
                  </a:lnTo>
                  <a:lnTo>
                    <a:pt x="295241" y="109370"/>
                  </a:lnTo>
                  <a:lnTo>
                    <a:pt x="295428" y="108314"/>
                  </a:lnTo>
                  <a:lnTo>
                    <a:pt x="295615" y="107595"/>
                  </a:lnTo>
                  <a:lnTo>
                    <a:pt x="295802" y="106695"/>
                  </a:lnTo>
                  <a:lnTo>
                    <a:pt x="295989" y="105911"/>
                  </a:lnTo>
                  <a:lnTo>
                    <a:pt x="296176" y="105375"/>
                  </a:lnTo>
                  <a:lnTo>
                    <a:pt x="296363" y="104641"/>
                  </a:lnTo>
                  <a:lnTo>
                    <a:pt x="296550" y="103980"/>
                  </a:lnTo>
                  <a:lnTo>
                    <a:pt x="296736" y="103155"/>
                  </a:lnTo>
                  <a:lnTo>
                    <a:pt x="296923" y="101719"/>
                  </a:lnTo>
                  <a:lnTo>
                    <a:pt x="297110" y="100069"/>
                  </a:lnTo>
                  <a:lnTo>
                    <a:pt x="297297" y="98303"/>
                  </a:lnTo>
                  <a:lnTo>
                    <a:pt x="297484" y="96554"/>
                  </a:lnTo>
                  <a:lnTo>
                    <a:pt x="297671" y="95052"/>
                  </a:lnTo>
                  <a:lnTo>
                    <a:pt x="297858" y="93418"/>
                  </a:lnTo>
                  <a:lnTo>
                    <a:pt x="298045" y="91891"/>
                  </a:lnTo>
                  <a:lnTo>
                    <a:pt x="298232" y="91244"/>
                  </a:lnTo>
                  <a:lnTo>
                    <a:pt x="298419" y="90312"/>
                  </a:lnTo>
                  <a:lnTo>
                    <a:pt x="298606" y="89159"/>
                  </a:lnTo>
                  <a:lnTo>
                    <a:pt x="298793" y="87880"/>
                  </a:lnTo>
                  <a:lnTo>
                    <a:pt x="298980" y="86474"/>
                  </a:lnTo>
                  <a:lnTo>
                    <a:pt x="299166" y="85063"/>
                  </a:lnTo>
                  <a:lnTo>
                    <a:pt x="299353" y="83596"/>
                  </a:lnTo>
                  <a:lnTo>
                    <a:pt x="299540" y="82271"/>
                  </a:lnTo>
                  <a:lnTo>
                    <a:pt x="299727" y="81331"/>
                  </a:lnTo>
                  <a:lnTo>
                    <a:pt x="299914" y="80487"/>
                  </a:lnTo>
                  <a:lnTo>
                    <a:pt x="300101" y="79728"/>
                  </a:lnTo>
                  <a:lnTo>
                    <a:pt x="300288" y="79004"/>
                  </a:lnTo>
                  <a:lnTo>
                    <a:pt x="300475" y="78305"/>
                  </a:lnTo>
                  <a:lnTo>
                    <a:pt x="300662" y="77808"/>
                  </a:lnTo>
                  <a:lnTo>
                    <a:pt x="300849" y="77256"/>
                  </a:lnTo>
                  <a:lnTo>
                    <a:pt x="301036" y="76621"/>
                  </a:lnTo>
                  <a:lnTo>
                    <a:pt x="301223" y="76114"/>
                  </a:lnTo>
                  <a:lnTo>
                    <a:pt x="301410" y="75124"/>
                  </a:lnTo>
                  <a:lnTo>
                    <a:pt x="301596" y="74133"/>
                  </a:lnTo>
                  <a:lnTo>
                    <a:pt x="301783" y="73358"/>
                  </a:lnTo>
                  <a:lnTo>
                    <a:pt x="301970" y="72731"/>
                  </a:lnTo>
                  <a:lnTo>
                    <a:pt x="302157" y="72211"/>
                  </a:lnTo>
                  <a:lnTo>
                    <a:pt x="302344" y="71551"/>
                  </a:lnTo>
                  <a:lnTo>
                    <a:pt x="302531" y="70725"/>
                  </a:lnTo>
                  <a:lnTo>
                    <a:pt x="302718" y="69900"/>
                  </a:lnTo>
                  <a:lnTo>
                    <a:pt x="302905" y="69333"/>
                  </a:lnTo>
                  <a:lnTo>
                    <a:pt x="303092" y="68683"/>
                  </a:lnTo>
                  <a:lnTo>
                    <a:pt x="303279" y="67939"/>
                  </a:lnTo>
                  <a:lnTo>
                    <a:pt x="303466" y="67335"/>
                  </a:lnTo>
                  <a:lnTo>
                    <a:pt x="303653" y="66748"/>
                  </a:lnTo>
                  <a:lnTo>
                    <a:pt x="303839" y="66220"/>
                  </a:lnTo>
                  <a:lnTo>
                    <a:pt x="304026" y="65692"/>
                  </a:lnTo>
                  <a:lnTo>
                    <a:pt x="304213" y="65224"/>
                  </a:lnTo>
                  <a:lnTo>
                    <a:pt x="304400" y="64554"/>
                  </a:lnTo>
                  <a:lnTo>
                    <a:pt x="304587" y="63620"/>
                  </a:lnTo>
                  <a:lnTo>
                    <a:pt x="304774" y="62548"/>
                  </a:lnTo>
                  <a:lnTo>
                    <a:pt x="304961" y="60992"/>
                  </a:lnTo>
                  <a:lnTo>
                    <a:pt x="305148" y="59458"/>
                  </a:lnTo>
                  <a:lnTo>
                    <a:pt x="305335" y="58016"/>
                  </a:lnTo>
                  <a:lnTo>
                    <a:pt x="305522" y="56573"/>
                  </a:lnTo>
                  <a:lnTo>
                    <a:pt x="305709" y="55218"/>
                  </a:lnTo>
                  <a:lnTo>
                    <a:pt x="305896" y="54102"/>
                  </a:lnTo>
                  <a:lnTo>
                    <a:pt x="306083" y="52867"/>
                  </a:lnTo>
                  <a:lnTo>
                    <a:pt x="306269" y="51114"/>
                  </a:lnTo>
                  <a:lnTo>
                    <a:pt x="306456" y="48309"/>
                  </a:lnTo>
                  <a:lnTo>
                    <a:pt x="306643" y="45114"/>
                  </a:lnTo>
                  <a:lnTo>
                    <a:pt x="306830" y="41794"/>
                  </a:lnTo>
                  <a:lnTo>
                    <a:pt x="307017" y="38152"/>
                  </a:lnTo>
                  <a:lnTo>
                    <a:pt x="307204" y="34854"/>
                  </a:lnTo>
                  <a:lnTo>
                    <a:pt x="307391" y="32060"/>
                  </a:lnTo>
                  <a:lnTo>
                    <a:pt x="307578" y="29694"/>
                  </a:lnTo>
                  <a:lnTo>
                    <a:pt x="307765" y="27690"/>
                  </a:lnTo>
                  <a:lnTo>
                    <a:pt x="307952" y="25834"/>
                  </a:lnTo>
                  <a:lnTo>
                    <a:pt x="308139" y="24514"/>
                  </a:lnTo>
                  <a:lnTo>
                    <a:pt x="308326" y="23194"/>
                  </a:lnTo>
                  <a:lnTo>
                    <a:pt x="308512" y="21865"/>
                  </a:lnTo>
                  <a:lnTo>
                    <a:pt x="308699" y="20380"/>
                  </a:lnTo>
                  <a:lnTo>
                    <a:pt x="308886" y="19175"/>
                  </a:lnTo>
                  <a:lnTo>
                    <a:pt x="309073" y="18358"/>
                  </a:lnTo>
                  <a:lnTo>
                    <a:pt x="309260" y="17739"/>
                  </a:lnTo>
                  <a:lnTo>
                    <a:pt x="309447" y="17525"/>
                  </a:lnTo>
                  <a:lnTo>
                    <a:pt x="309634" y="17426"/>
                  </a:lnTo>
                  <a:lnTo>
                    <a:pt x="309821" y="17484"/>
                  </a:lnTo>
                  <a:lnTo>
                    <a:pt x="310008" y="17574"/>
                  </a:lnTo>
                  <a:lnTo>
                    <a:pt x="310195" y="17401"/>
                  </a:lnTo>
                  <a:lnTo>
                    <a:pt x="310382" y="17443"/>
                  </a:lnTo>
                  <a:lnTo>
                    <a:pt x="310569" y="17454"/>
                  </a:lnTo>
                  <a:lnTo>
                    <a:pt x="310756" y="17363"/>
                  </a:lnTo>
                  <a:lnTo>
                    <a:pt x="310942" y="17271"/>
                  </a:lnTo>
                  <a:lnTo>
                    <a:pt x="311129" y="17179"/>
                  </a:lnTo>
                  <a:lnTo>
                    <a:pt x="311316" y="17081"/>
                  </a:lnTo>
                  <a:lnTo>
                    <a:pt x="311503" y="17125"/>
                  </a:lnTo>
                  <a:lnTo>
                    <a:pt x="311690" y="17169"/>
                  </a:lnTo>
                  <a:lnTo>
                    <a:pt x="311877" y="17387"/>
                  </a:lnTo>
                  <a:lnTo>
                    <a:pt x="312064" y="17772"/>
                  </a:lnTo>
                  <a:lnTo>
                    <a:pt x="312251" y="18363"/>
                  </a:lnTo>
                  <a:lnTo>
                    <a:pt x="312438" y="19024"/>
                  </a:lnTo>
                  <a:lnTo>
                    <a:pt x="312625" y="19813"/>
                  </a:lnTo>
                  <a:lnTo>
                    <a:pt x="312812" y="20686"/>
                  </a:lnTo>
                  <a:lnTo>
                    <a:pt x="312999" y="21918"/>
                  </a:lnTo>
                  <a:lnTo>
                    <a:pt x="313186" y="23035"/>
                  </a:lnTo>
                  <a:lnTo>
                    <a:pt x="313372" y="24473"/>
                  </a:lnTo>
                  <a:lnTo>
                    <a:pt x="313559" y="25380"/>
                  </a:lnTo>
                  <a:lnTo>
                    <a:pt x="313746" y="26271"/>
                  </a:lnTo>
                  <a:lnTo>
                    <a:pt x="313933" y="27176"/>
                  </a:lnTo>
                  <a:lnTo>
                    <a:pt x="314120" y="28080"/>
                  </a:lnTo>
                  <a:lnTo>
                    <a:pt x="314307" y="29011"/>
                  </a:lnTo>
                  <a:lnTo>
                    <a:pt x="314494" y="29851"/>
                  </a:lnTo>
                  <a:lnTo>
                    <a:pt x="314681" y="30393"/>
                  </a:lnTo>
                  <a:lnTo>
                    <a:pt x="314868" y="30906"/>
                  </a:lnTo>
                  <a:lnTo>
                    <a:pt x="315055" y="31344"/>
                  </a:lnTo>
                  <a:lnTo>
                    <a:pt x="315242" y="32041"/>
                  </a:lnTo>
                  <a:lnTo>
                    <a:pt x="315429" y="33010"/>
                  </a:lnTo>
                  <a:lnTo>
                    <a:pt x="315615" y="33887"/>
                  </a:lnTo>
                  <a:lnTo>
                    <a:pt x="315802" y="34689"/>
                  </a:lnTo>
                  <a:lnTo>
                    <a:pt x="315989" y="35396"/>
                  </a:lnTo>
                  <a:lnTo>
                    <a:pt x="316176" y="36189"/>
                  </a:lnTo>
                  <a:lnTo>
                    <a:pt x="316363" y="37012"/>
                  </a:lnTo>
                  <a:lnTo>
                    <a:pt x="316550" y="37959"/>
                  </a:lnTo>
                  <a:lnTo>
                    <a:pt x="316737" y="38963"/>
                  </a:lnTo>
                  <a:lnTo>
                    <a:pt x="316924" y="39982"/>
                  </a:lnTo>
                  <a:lnTo>
                    <a:pt x="317111" y="41156"/>
                  </a:lnTo>
                  <a:lnTo>
                    <a:pt x="317298" y="42360"/>
                  </a:lnTo>
                  <a:lnTo>
                    <a:pt x="317485" y="43415"/>
                  </a:lnTo>
                  <a:lnTo>
                    <a:pt x="317672" y="44513"/>
                  </a:lnTo>
                  <a:lnTo>
                    <a:pt x="317859" y="45653"/>
                  </a:lnTo>
                  <a:lnTo>
                    <a:pt x="318045" y="46858"/>
                  </a:lnTo>
                  <a:lnTo>
                    <a:pt x="318232" y="48003"/>
                  </a:lnTo>
                  <a:lnTo>
                    <a:pt x="318419" y="49255"/>
                  </a:lnTo>
                  <a:lnTo>
                    <a:pt x="318606" y="50375"/>
                  </a:lnTo>
                  <a:lnTo>
                    <a:pt x="318793" y="51521"/>
                  </a:lnTo>
                  <a:lnTo>
                    <a:pt x="318980" y="52539"/>
                  </a:lnTo>
                  <a:lnTo>
                    <a:pt x="319167" y="53302"/>
                  </a:lnTo>
                  <a:lnTo>
                    <a:pt x="319354" y="53995"/>
                  </a:lnTo>
                  <a:lnTo>
                    <a:pt x="319541" y="54493"/>
                  </a:lnTo>
                  <a:lnTo>
                    <a:pt x="319728" y="54933"/>
                  </a:lnTo>
                  <a:lnTo>
                    <a:pt x="319915" y="55129"/>
                  </a:lnTo>
                  <a:lnTo>
                    <a:pt x="320102" y="55390"/>
                  </a:lnTo>
                  <a:lnTo>
                    <a:pt x="320289" y="55909"/>
                  </a:lnTo>
                  <a:lnTo>
                    <a:pt x="320475" y="56453"/>
                  </a:lnTo>
                  <a:lnTo>
                    <a:pt x="320662" y="57376"/>
                  </a:lnTo>
                  <a:lnTo>
                    <a:pt x="320849" y="57956"/>
                  </a:lnTo>
                  <a:lnTo>
                    <a:pt x="321036" y="58414"/>
                  </a:lnTo>
                  <a:lnTo>
                    <a:pt x="321223" y="58797"/>
                  </a:lnTo>
                  <a:lnTo>
                    <a:pt x="321410" y="59374"/>
                  </a:lnTo>
                  <a:lnTo>
                    <a:pt x="321597" y="60119"/>
                  </a:lnTo>
                  <a:lnTo>
                    <a:pt x="321784" y="60655"/>
                  </a:lnTo>
                  <a:lnTo>
                    <a:pt x="321971" y="61192"/>
                  </a:lnTo>
                  <a:lnTo>
                    <a:pt x="322158" y="61590"/>
                  </a:lnTo>
                  <a:lnTo>
                    <a:pt x="322345" y="61962"/>
                  </a:lnTo>
                  <a:lnTo>
                    <a:pt x="322532" y="62053"/>
                  </a:lnTo>
                  <a:lnTo>
                    <a:pt x="322718" y="62187"/>
                  </a:lnTo>
                  <a:lnTo>
                    <a:pt x="322905" y="62513"/>
                  </a:lnTo>
                  <a:lnTo>
                    <a:pt x="323092" y="62657"/>
                  </a:lnTo>
                  <a:lnTo>
                    <a:pt x="323279" y="62730"/>
                  </a:lnTo>
                  <a:lnTo>
                    <a:pt x="323466" y="62730"/>
                  </a:lnTo>
                  <a:lnTo>
                    <a:pt x="323653" y="62513"/>
                  </a:lnTo>
                  <a:lnTo>
                    <a:pt x="323840" y="61783"/>
                  </a:lnTo>
                  <a:lnTo>
                    <a:pt x="324027" y="60752"/>
                  </a:lnTo>
                  <a:lnTo>
                    <a:pt x="324214" y="59447"/>
                  </a:lnTo>
                  <a:lnTo>
                    <a:pt x="324401" y="58143"/>
                  </a:lnTo>
                  <a:lnTo>
                    <a:pt x="324588" y="57055"/>
                  </a:lnTo>
                  <a:lnTo>
                    <a:pt x="324775" y="55997"/>
                  </a:lnTo>
                  <a:lnTo>
                    <a:pt x="324962" y="54765"/>
                  </a:lnTo>
                  <a:lnTo>
                    <a:pt x="325148" y="53312"/>
                  </a:lnTo>
                  <a:lnTo>
                    <a:pt x="325335" y="51649"/>
                  </a:lnTo>
                  <a:lnTo>
                    <a:pt x="325522" y="49833"/>
                  </a:lnTo>
                  <a:lnTo>
                    <a:pt x="325709" y="47178"/>
                  </a:lnTo>
                  <a:lnTo>
                    <a:pt x="325896" y="44207"/>
                  </a:lnTo>
                  <a:lnTo>
                    <a:pt x="326083" y="41123"/>
                  </a:lnTo>
                  <a:lnTo>
                    <a:pt x="326270" y="38266"/>
                  </a:lnTo>
                  <a:lnTo>
                    <a:pt x="326457" y="35702"/>
                  </a:lnTo>
                  <a:lnTo>
                    <a:pt x="326644" y="33432"/>
                  </a:lnTo>
                  <a:lnTo>
                    <a:pt x="326831" y="31337"/>
                  </a:lnTo>
                  <a:lnTo>
                    <a:pt x="327018" y="29485"/>
                  </a:lnTo>
                  <a:lnTo>
                    <a:pt x="327205" y="27777"/>
                  </a:lnTo>
                  <a:lnTo>
                    <a:pt x="327391" y="26293"/>
                  </a:lnTo>
                  <a:lnTo>
                    <a:pt x="327578" y="24913"/>
                  </a:lnTo>
                  <a:lnTo>
                    <a:pt x="327765" y="23936"/>
                  </a:lnTo>
                  <a:lnTo>
                    <a:pt x="327952" y="23153"/>
                  </a:lnTo>
                  <a:lnTo>
                    <a:pt x="328139" y="22631"/>
                  </a:lnTo>
                  <a:lnTo>
                    <a:pt x="328326" y="22196"/>
                  </a:lnTo>
                  <a:lnTo>
                    <a:pt x="328513" y="21773"/>
                  </a:lnTo>
                  <a:lnTo>
                    <a:pt x="328700" y="21802"/>
                  </a:lnTo>
                  <a:lnTo>
                    <a:pt x="328887" y="21869"/>
                  </a:lnTo>
                  <a:lnTo>
                    <a:pt x="329074" y="22302"/>
                  </a:lnTo>
                  <a:lnTo>
                    <a:pt x="329261" y="22817"/>
                  </a:lnTo>
                  <a:lnTo>
                    <a:pt x="329448" y="23508"/>
                  </a:lnTo>
                  <a:lnTo>
                    <a:pt x="329635" y="24258"/>
                  </a:lnTo>
                  <a:lnTo>
                    <a:pt x="329821" y="24849"/>
                  </a:lnTo>
                  <a:lnTo>
                    <a:pt x="330008" y="25586"/>
                  </a:lnTo>
                  <a:lnTo>
                    <a:pt x="330195" y="26239"/>
                  </a:lnTo>
                  <a:lnTo>
                    <a:pt x="330382" y="26779"/>
                  </a:lnTo>
                  <a:lnTo>
                    <a:pt x="330569" y="27649"/>
                  </a:lnTo>
                  <a:lnTo>
                    <a:pt x="330756" y="28505"/>
                  </a:lnTo>
                  <a:lnTo>
                    <a:pt x="330943" y="29255"/>
                  </a:lnTo>
                  <a:lnTo>
                    <a:pt x="331130" y="30090"/>
                  </a:lnTo>
                  <a:lnTo>
                    <a:pt x="331317" y="30762"/>
                  </a:lnTo>
                  <a:lnTo>
                    <a:pt x="331504" y="31325"/>
                  </a:lnTo>
                  <a:lnTo>
                    <a:pt x="331691" y="32109"/>
                  </a:lnTo>
                  <a:lnTo>
                    <a:pt x="331878" y="32618"/>
                  </a:lnTo>
                  <a:lnTo>
                    <a:pt x="332065" y="32931"/>
                  </a:lnTo>
                  <a:lnTo>
                    <a:pt x="332251" y="33376"/>
                  </a:lnTo>
                  <a:lnTo>
                    <a:pt x="332438" y="33825"/>
                  </a:lnTo>
                  <a:lnTo>
                    <a:pt x="332625" y="34636"/>
                  </a:lnTo>
                  <a:lnTo>
                    <a:pt x="332812" y="35668"/>
                  </a:lnTo>
                  <a:lnTo>
                    <a:pt x="332999" y="36511"/>
                  </a:lnTo>
                  <a:lnTo>
                    <a:pt x="333186" y="37754"/>
                  </a:lnTo>
                  <a:lnTo>
                    <a:pt x="333373" y="39058"/>
                  </a:lnTo>
                  <a:lnTo>
                    <a:pt x="333560" y="39852"/>
                  </a:lnTo>
                  <a:lnTo>
                    <a:pt x="333747" y="40725"/>
                  </a:lnTo>
                  <a:lnTo>
                    <a:pt x="333934" y="41471"/>
                  </a:lnTo>
                  <a:lnTo>
                    <a:pt x="334121" y="42643"/>
                  </a:lnTo>
                  <a:lnTo>
                    <a:pt x="334308" y="44379"/>
                  </a:lnTo>
                  <a:lnTo>
                    <a:pt x="334494" y="45912"/>
                  </a:lnTo>
                  <a:lnTo>
                    <a:pt x="334681" y="47507"/>
                  </a:lnTo>
                  <a:lnTo>
                    <a:pt x="334868" y="48924"/>
                  </a:lnTo>
                  <a:lnTo>
                    <a:pt x="335055" y="49951"/>
                  </a:lnTo>
                  <a:lnTo>
                    <a:pt x="335242" y="50993"/>
                  </a:lnTo>
                  <a:lnTo>
                    <a:pt x="335429" y="52467"/>
                  </a:lnTo>
                  <a:lnTo>
                    <a:pt x="335616" y="53024"/>
                  </a:lnTo>
                  <a:lnTo>
                    <a:pt x="335803" y="53640"/>
                  </a:lnTo>
                  <a:lnTo>
                    <a:pt x="335990" y="54213"/>
                  </a:lnTo>
                  <a:lnTo>
                    <a:pt x="336177" y="54841"/>
                  </a:lnTo>
                  <a:lnTo>
                    <a:pt x="336364" y="55460"/>
                  </a:lnTo>
                  <a:lnTo>
                    <a:pt x="336551" y="56049"/>
                  </a:lnTo>
                  <a:lnTo>
                    <a:pt x="336738" y="56705"/>
                  </a:lnTo>
                  <a:lnTo>
                    <a:pt x="336924" y="57428"/>
                  </a:lnTo>
                  <a:lnTo>
                    <a:pt x="337111" y="57804"/>
                  </a:lnTo>
                  <a:lnTo>
                    <a:pt x="337298" y="58068"/>
                  </a:lnTo>
                  <a:lnTo>
                    <a:pt x="337485" y="58161"/>
                  </a:lnTo>
                  <a:lnTo>
                    <a:pt x="337672" y="58244"/>
                  </a:lnTo>
                  <a:lnTo>
                    <a:pt x="337859" y="58303"/>
                  </a:lnTo>
                  <a:lnTo>
                    <a:pt x="338046" y="58197"/>
                  </a:lnTo>
                  <a:lnTo>
                    <a:pt x="338233" y="58072"/>
                  </a:lnTo>
                  <a:lnTo>
                    <a:pt x="338420" y="58170"/>
                  </a:lnTo>
                  <a:lnTo>
                    <a:pt x="338607" y="58199"/>
                  </a:lnTo>
                  <a:lnTo>
                    <a:pt x="338794" y="58868"/>
                  </a:lnTo>
                  <a:lnTo>
                    <a:pt x="338981" y="59497"/>
                  </a:lnTo>
                  <a:lnTo>
                    <a:pt x="339168" y="60027"/>
                  </a:lnTo>
                  <a:lnTo>
                    <a:pt x="339354" y="60453"/>
                  </a:lnTo>
                  <a:lnTo>
                    <a:pt x="339541" y="60744"/>
                  </a:lnTo>
                  <a:lnTo>
                    <a:pt x="339728" y="61003"/>
                  </a:lnTo>
                  <a:lnTo>
                    <a:pt x="339915" y="61529"/>
                  </a:lnTo>
                  <a:lnTo>
                    <a:pt x="340102" y="62056"/>
                  </a:lnTo>
                  <a:lnTo>
                    <a:pt x="340289" y="62455"/>
                  </a:lnTo>
                  <a:lnTo>
                    <a:pt x="340476" y="62984"/>
                  </a:lnTo>
                  <a:lnTo>
                    <a:pt x="340663" y="63581"/>
                  </a:lnTo>
                  <a:lnTo>
                    <a:pt x="340850" y="64113"/>
                  </a:lnTo>
                  <a:lnTo>
                    <a:pt x="341037" y="64669"/>
                  </a:lnTo>
                  <a:lnTo>
                    <a:pt x="341224" y="65142"/>
                  </a:lnTo>
                  <a:lnTo>
                    <a:pt x="341411" y="65530"/>
                  </a:lnTo>
                  <a:lnTo>
                    <a:pt x="341597" y="65914"/>
                  </a:lnTo>
                  <a:lnTo>
                    <a:pt x="341784" y="66736"/>
                  </a:lnTo>
                  <a:lnTo>
                    <a:pt x="341971" y="67856"/>
                  </a:lnTo>
                  <a:lnTo>
                    <a:pt x="342158" y="69190"/>
                  </a:lnTo>
                  <a:lnTo>
                    <a:pt x="342345" y="70722"/>
                  </a:lnTo>
                  <a:lnTo>
                    <a:pt x="342532" y="72192"/>
                  </a:lnTo>
                  <a:lnTo>
                    <a:pt x="342719" y="73498"/>
                  </a:lnTo>
                  <a:lnTo>
                    <a:pt x="342906" y="74821"/>
                  </a:lnTo>
                  <a:lnTo>
                    <a:pt x="343093" y="75923"/>
                  </a:lnTo>
                  <a:lnTo>
                    <a:pt x="343280" y="76925"/>
                  </a:lnTo>
                  <a:lnTo>
                    <a:pt x="343467" y="78041"/>
                  </a:lnTo>
                  <a:lnTo>
                    <a:pt x="343654" y="79857"/>
                  </a:lnTo>
                  <a:lnTo>
                    <a:pt x="343841" y="82816"/>
                  </a:lnTo>
                  <a:lnTo>
                    <a:pt x="344027" y="86318"/>
                  </a:lnTo>
                  <a:lnTo>
                    <a:pt x="344214" y="89879"/>
                  </a:lnTo>
                  <a:lnTo>
                    <a:pt x="344401" y="93739"/>
                  </a:lnTo>
                  <a:lnTo>
                    <a:pt x="344588" y="97052"/>
                  </a:lnTo>
                  <a:lnTo>
                    <a:pt x="344775" y="99926"/>
                  </a:lnTo>
                  <a:lnTo>
                    <a:pt x="344962" y="102478"/>
                  </a:lnTo>
                  <a:lnTo>
                    <a:pt x="345149" y="104644"/>
                  </a:lnTo>
                  <a:lnTo>
                    <a:pt x="345336" y="106792"/>
                  </a:lnTo>
                  <a:lnTo>
                    <a:pt x="345523" y="108909"/>
                  </a:lnTo>
                  <a:lnTo>
                    <a:pt x="345710" y="111025"/>
                  </a:lnTo>
                  <a:lnTo>
                    <a:pt x="345897" y="113270"/>
                  </a:lnTo>
                  <a:lnTo>
                    <a:pt x="346084" y="115434"/>
                  </a:lnTo>
                  <a:lnTo>
                    <a:pt x="346270" y="117243"/>
                  </a:lnTo>
                  <a:lnTo>
                    <a:pt x="346457" y="118594"/>
                  </a:lnTo>
                  <a:lnTo>
                    <a:pt x="346644" y="119569"/>
                  </a:lnTo>
                  <a:lnTo>
                    <a:pt x="346831" y="119973"/>
                  </a:lnTo>
                  <a:lnTo>
                    <a:pt x="347018" y="120242"/>
                  </a:lnTo>
                  <a:lnTo>
                    <a:pt x="347205" y="120369"/>
                  </a:lnTo>
                  <a:lnTo>
                    <a:pt x="347392" y="120587"/>
                  </a:lnTo>
                  <a:lnTo>
                    <a:pt x="347579" y="120986"/>
                  </a:lnTo>
                  <a:lnTo>
                    <a:pt x="347766" y="120938"/>
                  </a:lnTo>
                  <a:lnTo>
                    <a:pt x="347953" y="120970"/>
                  </a:lnTo>
                  <a:lnTo>
                    <a:pt x="348140" y="120865"/>
                  </a:lnTo>
                  <a:lnTo>
                    <a:pt x="348327" y="120837"/>
                  </a:lnTo>
                  <a:lnTo>
                    <a:pt x="348514" y="120834"/>
                  </a:lnTo>
                  <a:lnTo>
                    <a:pt x="348700" y="120837"/>
                  </a:lnTo>
                  <a:lnTo>
                    <a:pt x="348887" y="120753"/>
                  </a:lnTo>
                  <a:lnTo>
                    <a:pt x="349074" y="120755"/>
                  </a:lnTo>
                  <a:lnTo>
                    <a:pt x="349261" y="120759"/>
                  </a:lnTo>
                  <a:lnTo>
                    <a:pt x="349448" y="120754"/>
                  </a:lnTo>
                  <a:lnTo>
                    <a:pt x="349635" y="120765"/>
                  </a:lnTo>
                  <a:lnTo>
                    <a:pt x="349822" y="120824"/>
                  </a:lnTo>
                  <a:lnTo>
                    <a:pt x="350009" y="120798"/>
                  </a:lnTo>
                  <a:lnTo>
                    <a:pt x="350196" y="120674"/>
                  </a:lnTo>
                  <a:lnTo>
                    <a:pt x="350383" y="120525"/>
                  </a:lnTo>
                  <a:lnTo>
                    <a:pt x="350570" y="120390"/>
                  </a:lnTo>
                  <a:lnTo>
                    <a:pt x="350757" y="120058"/>
                  </a:lnTo>
                  <a:lnTo>
                    <a:pt x="350944" y="119929"/>
                  </a:lnTo>
                  <a:lnTo>
                    <a:pt x="351130" y="119845"/>
                  </a:lnTo>
                  <a:lnTo>
                    <a:pt x="351317" y="119640"/>
                  </a:lnTo>
                  <a:lnTo>
                    <a:pt x="351504" y="119357"/>
                  </a:lnTo>
                  <a:lnTo>
                    <a:pt x="351691" y="118962"/>
                  </a:lnTo>
                  <a:lnTo>
                    <a:pt x="351878" y="118612"/>
                  </a:lnTo>
                  <a:lnTo>
                    <a:pt x="352065" y="118676"/>
                  </a:lnTo>
                  <a:lnTo>
                    <a:pt x="352252" y="119027"/>
                  </a:lnTo>
                  <a:lnTo>
                    <a:pt x="352439" y="119473"/>
                  </a:lnTo>
                  <a:lnTo>
                    <a:pt x="352626" y="119367"/>
                  </a:lnTo>
                  <a:lnTo>
                    <a:pt x="352813" y="119085"/>
                  </a:lnTo>
                  <a:lnTo>
                    <a:pt x="353000" y="118845"/>
                  </a:lnTo>
                  <a:lnTo>
                    <a:pt x="353187" y="118648"/>
                  </a:lnTo>
                  <a:lnTo>
                    <a:pt x="353373" y="118284"/>
                  </a:lnTo>
                  <a:lnTo>
                    <a:pt x="353560" y="117853"/>
                  </a:lnTo>
                  <a:lnTo>
                    <a:pt x="353747" y="117529"/>
                  </a:lnTo>
                  <a:lnTo>
                    <a:pt x="353934" y="117301"/>
                  </a:lnTo>
                  <a:lnTo>
                    <a:pt x="354121" y="116981"/>
                  </a:lnTo>
                  <a:lnTo>
                    <a:pt x="354308" y="116682"/>
                  </a:lnTo>
                  <a:lnTo>
                    <a:pt x="354495" y="116293"/>
                  </a:lnTo>
                  <a:lnTo>
                    <a:pt x="354682" y="115935"/>
                  </a:lnTo>
                  <a:lnTo>
                    <a:pt x="354869" y="115648"/>
                  </a:lnTo>
                  <a:lnTo>
                    <a:pt x="355056" y="115289"/>
                  </a:lnTo>
                  <a:lnTo>
                    <a:pt x="355243" y="115059"/>
                  </a:lnTo>
                  <a:lnTo>
                    <a:pt x="355430" y="115001"/>
                  </a:lnTo>
                  <a:lnTo>
                    <a:pt x="355617" y="115163"/>
                  </a:lnTo>
                  <a:lnTo>
                    <a:pt x="355803" y="115362"/>
                  </a:lnTo>
                  <a:lnTo>
                    <a:pt x="355990" y="115597"/>
                  </a:lnTo>
                  <a:lnTo>
                    <a:pt x="356177" y="116001"/>
                  </a:lnTo>
                  <a:lnTo>
                    <a:pt x="356364" y="116475"/>
                  </a:lnTo>
                  <a:lnTo>
                    <a:pt x="356551" y="116795"/>
                  </a:lnTo>
                  <a:lnTo>
                    <a:pt x="356738" y="116912"/>
                  </a:lnTo>
                  <a:lnTo>
                    <a:pt x="356925" y="116737"/>
                  </a:lnTo>
                  <a:lnTo>
                    <a:pt x="357112" y="116649"/>
                  </a:lnTo>
                  <a:lnTo>
                    <a:pt x="357299" y="116811"/>
                  </a:lnTo>
                  <a:lnTo>
                    <a:pt x="357486" y="117156"/>
                  </a:lnTo>
                  <a:lnTo>
                    <a:pt x="357673" y="117623"/>
                  </a:lnTo>
                  <a:lnTo>
                    <a:pt x="357860" y="118167"/>
                  </a:lnTo>
                  <a:lnTo>
                    <a:pt x="358047" y="118424"/>
                  </a:lnTo>
                  <a:lnTo>
                    <a:pt x="358233" y="118636"/>
                  </a:lnTo>
                  <a:lnTo>
                    <a:pt x="358420" y="118698"/>
                  </a:lnTo>
                  <a:lnTo>
                    <a:pt x="358607" y="118686"/>
                  </a:lnTo>
                  <a:lnTo>
                    <a:pt x="358794" y="118613"/>
                  </a:lnTo>
                  <a:lnTo>
                    <a:pt x="358981" y="118519"/>
                  </a:lnTo>
                  <a:lnTo>
                    <a:pt x="359168" y="118189"/>
                  </a:lnTo>
                  <a:lnTo>
                    <a:pt x="359355" y="117794"/>
                  </a:lnTo>
                  <a:lnTo>
                    <a:pt x="359542" y="117271"/>
                  </a:lnTo>
                  <a:lnTo>
                    <a:pt x="359729" y="117228"/>
                  </a:lnTo>
                  <a:lnTo>
                    <a:pt x="359916" y="117134"/>
                  </a:lnTo>
                  <a:lnTo>
                    <a:pt x="360103" y="116810"/>
                  </a:lnTo>
                  <a:lnTo>
                    <a:pt x="360290" y="116240"/>
                  </a:lnTo>
                  <a:lnTo>
                    <a:pt x="360476" y="115855"/>
                  </a:lnTo>
                  <a:lnTo>
                    <a:pt x="360663" y="115501"/>
                  </a:lnTo>
                  <a:lnTo>
                    <a:pt x="360850" y="115477"/>
                  </a:lnTo>
                  <a:lnTo>
                    <a:pt x="361037" y="115591"/>
                  </a:lnTo>
                  <a:lnTo>
                    <a:pt x="361224" y="116078"/>
                  </a:lnTo>
                  <a:lnTo>
                    <a:pt x="361411" y="116781"/>
                  </a:lnTo>
                  <a:lnTo>
                    <a:pt x="361598" y="117671"/>
                  </a:lnTo>
                  <a:lnTo>
                    <a:pt x="361785" y="118889"/>
                  </a:lnTo>
                  <a:lnTo>
                    <a:pt x="361972" y="119942"/>
                  </a:lnTo>
                  <a:lnTo>
                    <a:pt x="362159" y="120823"/>
                  </a:lnTo>
                  <a:lnTo>
                    <a:pt x="362346" y="122031"/>
                  </a:lnTo>
                  <a:lnTo>
                    <a:pt x="362533" y="123464"/>
                  </a:lnTo>
                  <a:lnTo>
                    <a:pt x="362720" y="125015"/>
                  </a:lnTo>
                  <a:lnTo>
                    <a:pt x="362906" y="126842"/>
                  </a:lnTo>
                  <a:lnTo>
                    <a:pt x="363093" y="129403"/>
                  </a:lnTo>
                  <a:lnTo>
                    <a:pt x="363280" y="132183"/>
                  </a:lnTo>
                  <a:lnTo>
                    <a:pt x="363467" y="134784"/>
                  </a:lnTo>
                  <a:lnTo>
                    <a:pt x="363654" y="137171"/>
                  </a:lnTo>
                  <a:lnTo>
                    <a:pt x="363841" y="139359"/>
                  </a:lnTo>
                  <a:lnTo>
                    <a:pt x="364028" y="141265"/>
                  </a:lnTo>
                  <a:lnTo>
                    <a:pt x="364215" y="142904"/>
                  </a:lnTo>
                  <a:lnTo>
                    <a:pt x="364402" y="144318"/>
                  </a:lnTo>
                  <a:lnTo>
                    <a:pt x="364589" y="145545"/>
                  </a:lnTo>
                  <a:lnTo>
                    <a:pt x="364776" y="146570"/>
                  </a:lnTo>
                  <a:lnTo>
                    <a:pt x="364963" y="147830"/>
                  </a:lnTo>
                  <a:lnTo>
                    <a:pt x="365149" y="148851"/>
                  </a:lnTo>
                  <a:lnTo>
                    <a:pt x="365336" y="149709"/>
                  </a:lnTo>
                  <a:lnTo>
                    <a:pt x="365523" y="150394"/>
                  </a:lnTo>
                  <a:lnTo>
                    <a:pt x="365710" y="150559"/>
                  </a:lnTo>
                  <a:lnTo>
                    <a:pt x="365897" y="150782"/>
                  </a:lnTo>
                  <a:lnTo>
                    <a:pt x="366084" y="150815"/>
                  </a:lnTo>
                  <a:lnTo>
                    <a:pt x="366271" y="151030"/>
                  </a:lnTo>
                  <a:lnTo>
                    <a:pt x="366458" y="150988"/>
                  </a:lnTo>
                  <a:lnTo>
                    <a:pt x="366645" y="150937"/>
                  </a:lnTo>
                  <a:lnTo>
                    <a:pt x="366832" y="150957"/>
                  </a:lnTo>
                  <a:lnTo>
                    <a:pt x="367019" y="151218"/>
                  </a:lnTo>
                  <a:lnTo>
                    <a:pt x="367206" y="151426"/>
                  </a:lnTo>
                  <a:lnTo>
                    <a:pt x="367393" y="151758"/>
                  </a:lnTo>
                  <a:lnTo>
                    <a:pt x="367579" y="152112"/>
                  </a:lnTo>
                  <a:lnTo>
                    <a:pt x="367766" y="152287"/>
                  </a:lnTo>
                  <a:lnTo>
                    <a:pt x="367953" y="152132"/>
                  </a:lnTo>
                  <a:lnTo>
                    <a:pt x="368140" y="152042"/>
                  </a:lnTo>
                  <a:lnTo>
                    <a:pt x="368327" y="151926"/>
                  </a:lnTo>
                  <a:lnTo>
                    <a:pt x="368514" y="151669"/>
                  </a:lnTo>
                  <a:lnTo>
                    <a:pt x="368701" y="151491"/>
                  </a:lnTo>
                  <a:lnTo>
                    <a:pt x="368888" y="151378"/>
                  </a:lnTo>
                  <a:lnTo>
                    <a:pt x="369075" y="151025"/>
                  </a:lnTo>
                  <a:lnTo>
                    <a:pt x="369262" y="150642"/>
                  </a:lnTo>
                  <a:lnTo>
                    <a:pt x="369449" y="150285"/>
                  </a:lnTo>
                  <a:lnTo>
                    <a:pt x="369636" y="149933"/>
                  </a:lnTo>
                  <a:lnTo>
                    <a:pt x="369823" y="149492"/>
                  </a:lnTo>
                  <a:lnTo>
                    <a:pt x="370009" y="149249"/>
                  </a:lnTo>
                  <a:lnTo>
                    <a:pt x="370196" y="149011"/>
                  </a:lnTo>
                  <a:lnTo>
                    <a:pt x="370383" y="148788"/>
                  </a:lnTo>
                  <a:lnTo>
                    <a:pt x="370570" y="148637"/>
                  </a:lnTo>
                  <a:lnTo>
                    <a:pt x="370757" y="148575"/>
                  </a:lnTo>
                  <a:lnTo>
                    <a:pt x="370944" y="148918"/>
                  </a:lnTo>
                  <a:lnTo>
                    <a:pt x="371131" y="149315"/>
                  </a:lnTo>
                  <a:lnTo>
                    <a:pt x="371318" y="149932"/>
                  </a:lnTo>
                  <a:lnTo>
                    <a:pt x="371505" y="150375"/>
                  </a:lnTo>
                  <a:lnTo>
                    <a:pt x="371692" y="150868"/>
                  </a:lnTo>
                  <a:lnTo>
                    <a:pt x="371879" y="151705"/>
                  </a:lnTo>
                  <a:lnTo>
                    <a:pt x="372066" y="152533"/>
                  </a:lnTo>
                  <a:lnTo>
                    <a:pt x="372252" y="153499"/>
                  </a:lnTo>
                  <a:lnTo>
                    <a:pt x="372439" y="154610"/>
                  </a:lnTo>
                  <a:lnTo>
                    <a:pt x="372626" y="155734"/>
                  </a:lnTo>
                  <a:lnTo>
                    <a:pt x="372813" y="156445"/>
                  </a:lnTo>
                  <a:lnTo>
                    <a:pt x="373000" y="157169"/>
                  </a:lnTo>
                  <a:lnTo>
                    <a:pt x="373187" y="157635"/>
                  </a:lnTo>
                  <a:lnTo>
                    <a:pt x="373374" y="158041"/>
                  </a:lnTo>
                  <a:lnTo>
                    <a:pt x="373561" y="158362"/>
                  </a:lnTo>
                  <a:lnTo>
                    <a:pt x="373748" y="158818"/>
                  </a:lnTo>
                  <a:lnTo>
                    <a:pt x="373935" y="159311"/>
                  </a:lnTo>
                  <a:lnTo>
                    <a:pt x="374122" y="159808"/>
                  </a:lnTo>
                  <a:lnTo>
                    <a:pt x="374309" y="160244"/>
                  </a:lnTo>
                  <a:lnTo>
                    <a:pt x="374496" y="160710"/>
                  </a:lnTo>
                  <a:lnTo>
                    <a:pt x="374682" y="161587"/>
                  </a:lnTo>
                  <a:lnTo>
                    <a:pt x="374869" y="162663"/>
                  </a:lnTo>
                  <a:lnTo>
                    <a:pt x="375056" y="163765"/>
                  </a:lnTo>
                  <a:lnTo>
                    <a:pt x="375243" y="164968"/>
                  </a:lnTo>
                  <a:lnTo>
                    <a:pt x="375430" y="166127"/>
                  </a:lnTo>
                  <a:lnTo>
                    <a:pt x="375617" y="167193"/>
                  </a:lnTo>
                  <a:lnTo>
                    <a:pt x="375804" y="168119"/>
                  </a:lnTo>
                  <a:lnTo>
                    <a:pt x="375991" y="168998"/>
                  </a:lnTo>
                  <a:lnTo>
                    <a:pt x="376178" y="169804"/>
                  </a:lnTo>
                  <a:lnTo>
                    <a:pt x="376365" y="170651"/>
                  </a:lnTo>
                  <a:lnTo>
                    <a:pt x="376552" y="171382"/>
                  </a:lnTo>
                  <a:lnTo>
                    <a:pt x="376739" y="172068"/>
                  </a:lnTo>
                  <a:lnTo>
                    <a:pt x="376926" y="172766"/>
                  </a:lnTo>
                  <a:lnTo>
                    <a:pt x="377112" y="173488"/>
                  </a:lnTo>
                  <a:lnTo>
                    <a:pt x="377299" y="174108"/>
                  </a:lnTo>
                  <a:lnTo>
                    <a:pt x="377486" y="174733"/>
                  </a:lnTo>
                  <a:lnTo>
                    <a:pt x="377673" y="175229"/>
                  </a:lnTo>
                  <a:lnTo>
                    <a:pt x="377860" y="175518"/>
                  </a:lnTo>
                  <a:lnTo>
                    <a:pt x="378047" y="175912"/>
                  </a:lnTo>
                  <a:lnTo>
                    <a:pt x="378234" y="176310"/>
                  </a:lnTo>
                  <a:lnTo>
                    <a:pt x="378421" y="176772"/>
                  </a:lnTo>
                  <a:lnTo>
                    <a:pt x="378608" y="177182"/>
                  </a:lnTo>
                  <a:lnTo>
                    <a:pt x="378795" y="177815"/>
                  </a:lnTo>
                  <a:lnTo>
                    <a:pt x="378982" y="178289"/>
                  </a:lnTo>
                  <a:lnTo>
                    <a:pt x="379169" y="178667"/>
                  </a:lnTo>
                  <a:lnTo>
                    <a:pt x="379355" y="179002"/>
                  </a:lnTo>
                  <a:lnTo>
                    <a:pt x="379542" y="179166"/>
                  </a:lnTo>
                  <a:lnTo>
                    <a:pt x="379729" y="179256"/>
                  </a:lnTo>
                  <a:lnTo>
                    <a:pt x="379916" y="179354"/>
                  </a:lnTo>
                  <a:lnTo>
                    <a:pt x="380103" y="179496"/>
                  </a:lnTo>
                  <a:lnTo>
                    <a:pt x="380290" y="179620"/>
                  </a:lnTo>
                  <a:lnTo>
                    <a:pt x="380477" y="180033"/>
                  </a:lnTo>
                  <a:lnTo>
                    <a:pt x="380664" y="180422"/>
                  </a:lnTo>
                  <a:lnTo>
                    <a:pt x="380851" y="180801"/>
                  </a:lnTo>
                  <a:lnTo>
                    <a:pt x="381038" y="180950"/>
                  </a:lnTo>
                  <a:lnTo>
                    <a:pt x="381225" y="180921"/>
                  </a:lnTo>
                  <a:lnTo>
                    <a:pt x="381412" y="180908"/>
                  </a:lnTo>
                  <a:lnTo>
                    <a:pt x="381599" y="180985"/>
                  </a:lnTo>
                  <a:lnTo>
                    <a:pt x="381785" y="181007"/>
                  </a:lnTo>
                  <a:lnTo>
                    <a:pt x="381972" y="181131"/>
                  </a:lnTo>
                  <a:lnTo>
                    <a:pt x="382159" y="181338"/>
                  </a:lnTo>
                  <a:lnTo>
                    <a:pt x="382346" y="181676"/>
                  </a:lnTo>
                  <a:lnTo>
                    <a:pt x="382533" y="182344"/>
                  </a:lnTo>
                  <a:lnTo>
                    <a:pt x="382720" y="183094"/>
                  </a:lnTo>
                  <a:lnTo>
                    <a:pt x="382907" y="183876"/>
                  </a:lnTo>
                  <a:lnTo>
                    <a:pt x="383094" y="184636"/>
                  </a:lnTo>
                  <a:lnTo>
                    <a:pt x="383281" y="185268"/>
                  </a:lnTo>
                  <a:lnTo>
                    <a:pt x="383468" y="185980"/>
                  </a:lnTo>
                  <a:lnTo>
                    <a:pt x="383655" y="186635"/>
                  </a:lnTo>
                  <a:lnTo>
                    <a:pt x="383842" y="187327"/>
                  </a:lnTo>
                  <a:lnTo>
                    <a:pt x="384028" y="188065"/>
                  </a:lnTo>
                  <a:lnTo>
                    <a:pt x="384215" y="188838"/>
                  </a:lnTo>
                  <a:lnTo>
                    <a:pt x="384402" y="189596"/>
                  </a:lnTo>
                  <a:lnTo>
                    <a:pt x="384589" y="190340"/>
                  </a:lnTo>
                  <a:lnTo>
                    <a:pt x="384776" y="190919"/>
                  </a:lnTo>
                  <a:lnTo>
                    <a:pt x="384963" y="191328"/>
                  </a:lnTo>
                  <a:lnTo>
                    <a:pt x="385150" y="191742"/>
                  </a:lnTo>
                  <a:lnTo>
                    <a:pt x="385337" y="191928"/>
                  </a:lnTo>
                  <a:lnTo>
                    <a:pt x="385524" y="192123"/>
                  </a:lnTo>
                  <a:lnTo>
                    <a:pt x="385711" y="192243"/>
                  </a:lnTo>
                  <a:lnTo>
                    <a:pt x="385898" y="192337"/>
                  </a:lnTo>
                  <a:lnTo>
                    <a:pt x="386085" y="192101"/>
                  </a:lnTo>
                  <a:lnTo>
                    <a:pt x="386272" y="191811"/>
                  </a:lnTo>
                  <a:lnTo>
                    <a:pt x="386458" y="191434"/>
                  </a:lnTo>
                  <a:lnTo>
                    <a:pt x="386645" y="191015"/>
                  </a:lnTo>
                  <a:lnTo>
                    <a:pt x="386832" y="190511"/>
                  </a:lnTo>
                  <a:lnTo>
                    <a:pt x="387019" y="189910"/>
                  </a:lnTo>
                  <a:lnTo>
                    <a:pt x="387206" y="189322"/>
                  </a:lnTo>
                  <a:lnTo>
                    <a:pt x="387393" y="188723"/>
                  </a:lnTo>
                  <a:lnTo>
                    <a:pt x="387580" y="187957"/>
                  </a:lnTo>
                  <a:lnTo>
                    <a:pt x="387767" y="187222"/>
                  </a:lnTo>
                  <a:lnTo>
                    <a:pt x="387954" y="186563"/>
                  </a:lnTo>
                  <a:lnTo>
                    <a:pt x="388141" y="186195"/>
                  </a:lnTo>
                  <a:lnTo>
                    <a:pt x="388328" y="185759"/>
                  </a:lnTo>
                  <a:lnTo>
                    <a:pt x="388515" y="185105"/>
                  </a:lnTo>
                  <a:lnTo>
                    <a:pt x="388702" y="184456"/>
                  </a:lnTo>
                  <a:lnTo>
                    <a:pt x="388888" y="183679"/>
                  </a:lnTo>
                  <a:lnTo>
                    <a:pt x="389075" y="182863"/>
                  </a:lnTo>
                  <a:lnTo>
                    <a:pt x="389262" y="182094"/>
                  </a:lnTo>
                  <a:lnTo>
                    <a:pt x="389449" y="181205"/>
                  </a:lnTo>
                  <a:lnTo>
                    <a:pt x="389636" y="180144"/>
                  </a:lnTo>
                  <a:lnTo>
                    <a:pt x="389823" y="179146"/>
                  </a:lnTo>
                  <a:lnTo>
                    <a:pt x="390010" y="178298"/>
                  </a:lnTo>
                  <a:lnTo>
                    <a:pt x="390197" y="177591"/>
                  </a:lnTo>
                  <a:lnTo>
                    <a:pt x="390384" y="177221"/>
                  </a:lnTo>
                  <a:lnTo>
                    <a:pt x="390571" y="176926"/>
                  </a:lnTo>
                  <a:lnTo>
                    <a:pt x="390758" y="176622"/>
                  </a:lnTo>
                  <a:lnTo>
                    <a:pt x="390945" y="176287"/>
                  </a:lnTo>
                  <a:lnTo>
                    <a:pt x="391131" y="175987"/>
                  </a:lnTo>
                  <a:lnTo>
                    <a:pt x="391318" y="176167"/>
                  </a:lnTo>
                  <a:lnTo>
                    <a:pt x="391505" y="176467"/>
                  </a:lnTo>
                  <a:lnTo>
                    <a:pt x="391692" y="176921"/>
                  </a:lnTo>
                  <a:lnTo>
                    <a:pt x="391879" y="177592"/>
                  </a:lnTo>
                  <a:lnTo>
                    <a:pt x="392066" y="178290"/>
                  </a:lnTo>
                  <a:lnTo>
                    <a:pt x="392253" y="178910"/>
                  </a:lnTo>
                  <a:lnTo>
                    <a:pt x="392440" y="179557"/>
                  </a:lnTo>
                  <a:lnTo>
                    <a:pt x="392627" y="180088"/>
                  </a:lnTo>
                  <a:lnTo>
                    <a:pt x="392814" y="180459"/>
                  </a:lnTo>
                  <a:lnTo>
                    <a:pt x="393001" y="180649"/>
                  </a:lnTo>
                  <a:lnTo>
                    <a:pt x="393188" y="180777"/>
                  </a:lnTo>
                  <a:lnTo>
                    <a:pt x="393375" y="180900"/>
                  </a:lnTo>
                  <a:lnTo>
                    <a:pt x="393561" y="180972"/>
                  </a:lnTo>
                  <a:lnTo>
                    <a:pt x="393748" y="181092"/>
                  </a:lnTo>
                  <a:lnTo>
                    <a:pt x="393935" y="181331"/>
                  </a:lnTo>
                  <a:lnTo>
                    <a:pt x="394122" y="181730"/>
                  </a:lnTo>
                  <a:lnTo>
                    <a:pt x="394309" y="182392"/>
                  </a:lnTo>
                  <a:lnTo>
                    <a:pt x="394496" y="183054"/>
                  </a:lnTo>
                  <a:lnTo>
                    <a:pt x="394683" y="183635"/>
                  </a:lnTo>
                  <a:lnTo>
                    <a:pt x="394870" y="184110"/>
                  </a:lnTo>
                  <a:lnTo>
                    <a:pt x="395057" y="184379"/>
                  </a:lnTo>
                  <a:lnTo>
                    <a:pt x="395244" y="184664"/>
                  </a:lnTo>
                  <a:lnTo>
                    <a:pt x="395431" y="184962"/>
                  </a:lnTo>
                  <a:lnTo>
                    <a:pt x="395618" y="185292"/>
                  </a:lnTo>
                  <a:lnTo>
                    <a:pt x="395804" y="185737"/>
                  </a:lnTo>
                  <a:lnTo>
                    <a:pt x="395991" y="186232"/>
                  </a:lnTo>
                  <a:lnTo>
                    <a:pt x="396178" y="186727"/>
                  </a:lnTo>
                  <a:lnTo>
                    <a:pt x="396365" y="187231"/>
                  </a:lnTo>
                  <a:lnTo>
                    <a:pt x="396552" y="188015"/>
                  </a:lnTo>
                  <a:lnTo>
                    <a:pt x="396739" y="188865"/>
                  </a:lnTo>
                  <a:lnTo>
                    <a:pt x="396926" y="189979"/>
                  </a:lnTo>
                  <a:lnTo>
                    <a:pt x="397113" y="190641"/>
                  </a:lnTo>
                  <a:lnTo>
                    <a:pt x="397300" y="191270"/>
                  </a:lnTo>
                  <a:lnTo>
                    <a:pt x="397487" y="192005"/>
                  </a:lnTo>
                  <a:lnTo>
                    <a:pt x="397674" y="192818"/>
                  </a:lnTo>
                  <a:lnTo>
                    <a:pt x="397861" y="193632"/>
                  </a:lnTo>
                  <a:lnTo>
                    <a:pt x="398048" y="194403"/>
                  </a:lnTo>
                  <a:lnTo>
                    <a:pt x="398234" y="194999"/>
                  </a:lnTo>
                  <a:lnTo>
                    <a:pt x="398421" y="195674"/>
                  </a:lnTo>
                  <a:lnTo>
                    <a:pt x="398608" y="196283"/>
                  </a:lnTo>
                  <a:lnTo>
                    <a:pt x="398795" y="196856"/>
                  </a:lnTo>
                  <a:lnTo>
                    <a:pt x="398982" y="197651"/>
                  </a:lnTo>
                  <a:lnTo>
                    <a:pt x="399169" y="198143"/>
                  </a:lnTo>
                  <a:lnTo>
                    <a:pt x="399356" y="198583"/>
                  </a:lnTo>
                  <a:lnTo>
                    <a:pt x="399543" y="199165"/>
                  </a:lnTo>
                  <a:lnTo>
                    <a:pt x="399730" y="199611"/>
                  </a:lnTo>
                  <a:lnTo>
                    <a:pt x="399917" y="200212"/>
                  </a:lnTo>
                  <a:lnTo>
                    <a:pt x="400104" y="200830"/>
                  </a:lnTo>
                  <a:lnTo>
                    <a:pt x="400291" y="201371"/>
                  </a:lnTo>
                  <a:lnTo>
                    <a:pt x="400478" y="201883"/>
                  </a:lnTo>
                  <a:lnTo>
                    <a:pt x="400664" y="202457"/>
                  </a:lnTo>
                  <a:lnTo>
                    <a:pt x="400851" y="203127"/>
                  </a:lnTo>
                  <a:lnTo>
                    <a:pt x="401038" y="203796"/>
                  </a:lnTo>
                  <a:lnTo>
                    <a:pt x="401225" y="204385"/>
                  </a:lnTo>
                  <a:lnTo>
                    <a:pt x="401412" y="204983"/>
                  </a:lnTo>
                  <a:lnTo>
                    <a:pt x="401599" y="205724"/>
                  </a:lnTo>
                  <a:lnTo>
                    <a:pt x="401786" y="206481"/>
                  </a:lnTo>
                  <a:lnTo>
                    <a:pt x="401973" y="207229"/>
                  </a:lnTo>
                  <a:lnTo>
                    <a:pt x="402160" y="208194"/>
                  </a:lnTo>
                  <a:lnTo>
                    <a:pt x="402347" y="208949"/>
                  </a:lnTo>
                  <a:lnTo>
                    <a:pt x="402534" y="209682"/>
                  </a:lnTo>
                  <a:lnTo>
                    <a:pt x="402721" y="210206"/>
                  </a:lnTo>
                  <a:lnTo>
                    <a:pt x="402907" y="210487"/>
                  </a:lnTo>
                  <a:lnTo>
                    <a:pt x="403094" y="211147"/>
                  </a:lnTo>
                  <a:lnTo>
                    <a:pt x="403281" y="211750"/>
                  </a:lnTo>
                  <a:lnTo>
                    <a:pt x="403468" y="212245"/>
                  </a:lnTo>
                  <a:lnTo>
                    <a:pt x="403655" y="212575"/>
                  </a:lnTo>
                  <a:lnTo>
                    <a:pt x="403842" y="212905"/>
                  </a:lnTo>
                  <a:lnTo>
                    <a:pt x="404029" y="213235"/>
                  </a:lnTo>
                  <a:lnTo>
                    <a:pt x="404216" y="213524"/>
                  </a:lnTo>
                  <a:lnTo>
                    <a:pt x="404403" y="213565"/>
                  </a:lnTo>
                  <a:lnTo>
                    <a:pt x="404590" y="213689"/>
                  </a:lnTo>
                  <a:lnTo>
                    <a:pt x="404777" y="213690"/>
                  </a:lnTo>
                  <a:lnTo>
                    <a:pt x="404964" y="213661"/>
                  </a:lnTo>
                  <a:lnTo>
                    <a:pt x="405151" y="213819"/>
                  </a:lnTo>
                  <a:lnTo>
                    <a:pt x="405337" y="214025"/>
                  </a:lnTo>
                  <a:lnTo>
                    <a:pt x="405524" y="214165"/>
                  </a:lnTo>
                  <a:lnTo>
                    <a:pt x="405711" y="214415"/>
                  </a:lnTo>
                  <a:lnTo>
                    <a:pt x="405769" y="21461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135836" y="6196286"/>
              <a:ext cx="163027" cy="157858"/>
            </a:xfrm>
            <a:custGeom>
              <a:avLst/>
              <a:pathLst>
                <a:path w="163027" h="157858">
                  <a:moveTo>
                    <a:pt x="0" y="157858"/>
                  </a:moveTo>
                  <a:lnTo>
                    <a:pt x="19" y="157753"/>
                  </a:lnTo>
                  <a:lnTo>
                    <a:pt x="206" y="156758"/>
                  </a:lnTo>
                  <a:lnTo>
                    <a:pt x="393" y="155763"/>
                  </a:lnTo>
                  <a:lnTo>
                    <a:pt x="580" y="154768"/>
                  </a:lnTo>
                  <a:lnTo>
                    <a:pt x="767" y="153770"/>
                  </a:lnTo>
                  <a:lnTo>
                    <a:pt x="954" y="152961"/>
                  </a:lnTo>
                  <a:lnTo>
                    <a:pt x="1141" y="152348"/>
                  </a:lnTo>
                  <a:lnTo>
                    <a:pt x="1328" y="151798"/>
                  </a:lnTo>
                  <a:lnTo>
                    <a:pt x="1515" y="150808"/>
                  </a:lnTo>
                  <a:lnTo>
                    <a:pt x="1701" y="149817"/>
                  </a:lnTo>
                  <a:lnTo>
                    <a:pt x="1888" y="148827"/>
                  </a:lnTo>
                  <a:lnTo>
                    <a:pt x="2075" y="147961"/>
                  </a:lnTo>
                  <a:lnTo>
                    <a:pt x="2262" y="147136"/>
                  </a:lnTo>
                  <a:lnTo>
                    <a:pt x="2449" y="146632"/>
                  </a:lnTo>
                  <a:lnTo>
                    <a:pt x="2636" y="146302"/>
                  </a:lnTo>
                  <a:lnTo>
                    <a:pt x="2823" y="145898"/>
                  </a:lnTo>
                  <a:lnTo>
                    <a:pt x="3010" y="145403"/>
                  </a:lnTo>
                  <a:lnTo>
                    <a:pt x="3197" y="144908"/>
                  </a:lnTo>
                  <a:lnTo>
                    <a:pt x="3384" y="144412"/>
                  </a:lnTo>
                  <a:lnTo>
                    <a:pt x="3571" y="143851"/>
                  </a:lnTo>
                  <a:lnTo>
                    <a:pt x="3758" y="143191"/>
                  </a:lnTo>
                  <a:lnTo>
                    <a:pt x="3945" y="142663"/>
                  </a:lnTo>
                  <a:lnTo>
                    <a:pt x="4131" y="141807"/>
                  </a:lnTo>
                  <a:lnTo>
                    <a:pt x="4318" y="140735"/>
                  </a:lnTo>
                  <a:lnTo>
                    <a:pt x="4505" y="139548"/>
                  </a:lnTo>
                  <a:lnTo>
                    <a:pt x="4692" y="138058"/>
                  </a:lnTo>
                  <a:lnTo>
                    <a:pt x="4879" y="136454"/>
                  </a:lnTo>
                  <a:lnTo>
                    <a:pt x="5066" y="134941"/>
                  </a:lnTo>
                  <a:lnTo>
                    <a:pt x="5253" y="133427"/>
                  </a:lnTo>
                  <a:lnTo>
                    <a:pt x="5440" y="131814"/>
                  </a:lnTo>
                  <a:lnTo>
                    <a:pt x="5627" y="130069"/>
                  </a:lnTo>
                  <a:lnTo>
                    <a:pt x="5814" y="128857"/>
                  </a:lnTo>
                  <a:lnTo>
                    <a:pt x="6001" y="127713"/>
                  </a:lnTo>
                  <a:lnTo>
                    <a:pt x="6188" y="126620"/>
                  </a:lnTo>
                  <a:lnTo>
                    <a:pt x="6374" y="125664"/>
                  </a:lnTo>
                  <a:lnTo>
                    <a:pt x="6561" y="124817"/>
                  </a:lnTo>
                  <a:lnTo>
                    <a:pt x="6748" y="123843"/>
                  </a:lnTo>
                  <a:lnTo>
                    <a:pt x="6935" y="122868"/>
                  </a:lnTo>
                  <a:lnTo>
                    <a:pt x="7122" y="122056"/>
                  </a:lnTo>
                  <a:lnTo>
                    <a:pt x="7309" y="121353"/>
                  </a:lnTo>
                  <a:lnTo>
                    <a:pt x="7496" y="121131"/>
                  </a:lnTo>
                  <a:lnTo>
                    <a:pt x="7683" y="120923"/>
                  </a:lnTo>
                  <a:lnTo>
                    <a:pt x="7870" y="120590"/>
                  </a:lnTo>
                  <a:lnTo>
                    <a:pt x="8057" y="120258"/>
                  </a:lnTo>
                  <a:lnTo>
                    <a:pt x="8244" y="119998"/>
                  </a:lnTo>
                  <a:lnTo>
                    <a:pt x="8431" y="119882"/>
                  </a:lnTo>
                  <a:lnTo>
                    <a:pt x="8618" y="119784"/>
                  </a:lnTo>
                  <a:lnTo>
                    <a:pt x="8804" y="119598"/>
                  </a:lnTo>
                  <a:lnTo>
                    <a:pt x="8991" y="119176"/>
                  </a:lnTo>
                  <a:lnTo>
                    <a:pt x="9178" y="118285"/>
                  </a:lnTo>
                  <a:lnTo>
                    <a:pt x="9365" y="117287"/>
                  </a:lnTo>
                  <a:lnTo>
                    <a:pt x="9552" y="116090"/>
                  </a:lnTo>
                  <a:lnTo>
                    <a:pt x="9739" y="114996"/>
                  </a:lnTo>
                  <a:lnTo>
                    <a:pt x="9926" y="113723"/>
                  </a:lnTo>
                  <a:lnTo>
                    <a:pt x="10113" y="112347"/>
                  </a:lnTo>
                  <a:lnTo>
                    <a:pt x="10300" y="110991"/>
                  </a:lnTo>
                  <a:lnTo>
                    <a:pt x="10487" y="109522"/>
                  </a:lnTo>
                  <a:lnTo>
                    <a:pt x="10674" y="107683"/>
                  </a:lnTo>
                  <a:lnTo>
                    <a:pt x="10861" y="105758"/>
                  </a:lnTo>
                  <a:lnTo>
                    <a:pt x="11048" y="103797"/>
                  </a:lnTo>
                  <a:lnTo>
                    <a:pt x="11234" y="101681"/>
                  </a:lnTo>
                  <a:lnTo>
                    <a:pt x="11421" y="99299"/>
                  </a:lnTo>
                  <a:lnTo>
                    <a:pt x="11608" y="96915"/>
                  </a:lnTo>
                  <a:lnTo>
                    <a:pt x="11795" y="94779"/>
                  </a:lnTo>
                  <a:lnTo>
                    <a:pt x="11982" y="93298"/>
                  </a:lnTo>
                  <a:lnTo>
                    <a:pt x="12169" y="91798"/>
                  </a:lnTo>
                  <a:lnTo>
                    <a:pt x="12356" y="90209"/>
                  </a:lnTo>
                  <a:lnTo>
                    <a:pt x="12543" y="88511"/>
                  </a:lnTo>
                  <a:lnTo>
                    <a:pt x="12730" y="86757"/>
                  </a:lnTo>
                  <a:lnTo>
                    <a:pt x="12917" y="85019"/>
                  </a:lnTo>
                  <a:lnTo>
                    <a:pt x="13104" y="83411"/>
                  </a:lnTo>
                  <a:lnTo>
                    <a:pt x="13291" y="81975"/>
                  </a:lnTo>
                  <a:lnTo>
                    <a:pt x="13477" y="80875"/>
                  </a:lnTo>
                  <a:lnTo>
                    <a:pt x="13664" y="79832"/>
                  </a:lnTo>
                  <a:lnTo>
                    <a:pt x="13851" y="78874"/>
                  </a:lnTo>
                  <a:lnTo>
                    <a:pt x="14038" y="78051"/>
                  </a:lnTo>
                  <a:lnTo>
                    <a:pt x="14225" y="77566"/>
                  </a:lnTo>
                  <a:lnTo>
                    <a:pt x="14412" y="77002"/>
                  </a:lnTo>
                  <a:lnTo>
                    <a:pt x="14599" y="76439"/>
                  </a:lnTo>
                  <a:lnTo>
                    <a:pt x="14786" y="75771"/>
                  </a:lnTo>
                  <a:lnTo>
                    <a:pt x="14973" y="75115"/>
                  </a:lnTo>
                  <a:lnTo>
                    <a:pt x="15160" y="74244"/>
                  </a:lnTo>
                  <a:lnTo>
                    <a:pt x="15347" y="73274"/>
                  </a:lnTo>
                  <a:lnTo>
                    <a:pt x="15534" y="72775"/>
                  </a:lnTo>
                  <a:lnTo>
                    <a:pt x="15721" y="72188"/>
                  </a:lnTo>
                  <a:lnTo>
                    <a:pt x="15907" y="71573"/>
                  </a:lnTo>
                  <a:lnTo>
                    <a:pt x="16094" y="70819"/>
                  </a:lnTo>
                  <a:lnTo>
                    <a:pt x="16281" y="69830"/>
                  </a:lnTo>
                  <a:lnTo>
                    <a:pt x="16468" y="68955"/>
                  </a:lnTo>
                  <a:lnTo>
                    <a:pt x="16655" y="68102"/>
                  </a:lnTo>
                  <a:lnTo>
                    <a:pt x="16842" y="67252"/>
                  </a:lnTo>
                  <a:lnTo>
                    <a:pt x="17029" y="66078"/>
                  </a:lnTo>
                  <a:lnTo>
                    <a:pt x="17216" y="64610"/>
                  </a:lnTo>
                  <a:lnTo>
                    <a:pt x="17403" y="63316"/>
                  </a:lnTo>
                  <a:lnTo>
                    <a:pt x="17590" y="62184"/>
                  </a:lnTo>
                  <a:lnTo>
                    <a:pt x="17777" y="61131"/>
                  </a:lnTo>
                  <a:lnTo>
                    <a:pt x="17964" y="60161"/>
                  </a:lnTo>
                  <a:lnTo>
                    <a:pt x="18151" y="59348"/>
                  </a:lnTo>
                  <a:lnTo>
                    <a:pt x="18337" y="58480"/>
                  </a:lnTo>
                  <a:lnTo>
                    <a:pt x="18524" y="57558"/>
                  </a:lnTo>
                  <a:lnTo>
                    <a:pt x="18711" y="55759"/>
                  </a:lnTo>
                  <a:lnTo>
                    <a:pt x="18898" y="53622"/>
                  </a:lnTo>
                  <a:lnTo>
                    <a:pt x="19085" y="51798"/>
                  </a:lnTo>
                  <a:lnTo>
                    <a:pt x="19272" y="49982"/>
                  </a:lnTo>
                  <a:lnTo>
                    <a:pt x="19459" y="48134"/>
                  </a:lnTo>
                  <a:lnTo>
                    <a:pt x="19646" y="46335"/>
                  </a:lnTo>
                  <a:lnTo>
                    <a:pt x="19833" y="44858"/>
                  </a:lnTo>
                  <a:lnTo>
                    <a:pt x="20020" y="43431"/>
                  </a:lnTo>
                  <a:lnTo>
                    <a:pt x="20207" y="41673"/>
                  </a:lnTo>
                  <a:lnTo>
                    <a:pt x="20394" y="40481"/>
                  </a:lnTo>
                  <a:lnTo>
                    <a:pt x="20580" y="39366"/>
                  </a:lnTo>
                  <a:lnTo>
                    <a:pt x="20767" y="38312"/>
                  </a:lnTo>
                  <a:lnTo>
                    <a:pt x="20954" y="37632"/>
                  </a:lnTo>
                  <a:lnTo>
                    <a:pt x="21141" y="36990"/>
                  </a:lnTo>
                  <a:lnTo>
                    <a:pt x="21328" y="36254"/>
                  </a:lnTo>
                  <a:lnTo>
                    <a:pt x="21515" y="35574"/>
                  </a:lnTo>
                  <a:lnTo>
                    <a:pt x="21702" y="35034"/>
                  </a:lnTo>
                  <a:lnTo>
                    <a:pt x="21889" y="34493"/>
                  </a:lnTo>
                  <a:lnTo>
                    <a:pt x="22076" y="33952"/>
                  </a:lnTo>
                  <a:lnTo>
                    <a:pt x="22263" y="33431"/>
                  </a:lnTo>
                  <a:lnTo>
                    <a:pt x="22450" y="32986"/>
                  </a:lnTo>
                  <a:lnTo>
                    <a:pt x="22637" y="32627"/>
                  </a:lnTo>
                  <a:lnTo>
                    <a:pt x="22824" y="32488"/>
                  </a:lnTo>
                  <a:lnTo>
                    <a:pt x="23010" y="32584"/>
                  </a:lnTo>
                  <a:lnTo>
                    <a:pt x="23197" y="32722"/>
                  </a:lnTo>
                  <a:lnTo>
                    <a:pt x="23384" y="32861"/>
                  </a:lnTo>
                  <a:lnTo>
                    <a:pt x="23571" y="32769"/>
                  </a:lnTo>
                  <a:lnTo>
                    <a:pt x="23758" y="32645"/>
                  </a:lnTo>
                  <a:lnTo>
                    <a:pt x="23945" y="32523"/>
                  </a:lnTo>
                  <a:lnTo>
                    <a:pt x="24132" y="32267"/>
                  </a:lnTo>
                  <a:lnTo>
                    <a:pt x="24319" y="32325"/>
                  </a:lnTo>
                  <a:lnTo>
                    <a:pt x="24506" y="32630"/>
                  </a:lnTo>
                  <a:lnTo>
                    <a:pt x="24693" y="32960"/>
                  </a:lnTo>
                  <a:lnTo>
                    <a:pt x="24880" y="33191"/>
                  </a:lnTo>
                  <a:lnTo>
                    <a:pt x="25067" y="33540"/>
                  </a:lnTo>
                  <a:lnTo>
                    <a:pt x="25253" y="33893"/>
                  </a:lnTo>
                  <a:lnTo>
                    <a:pt x="25440" y="34227"/>
                  </a:lnTo>
                  <a:lnTo>
                    <a:pt x="25627" y="34436"/>
                  </a:lnTo>
                  <a:lnTo>
                    <a:pt x="25814" y="34383"/>
                  </a:lnTo>
                  <a:lnTo>
                    <a:pt x="26001" y="34273"/>
                  </a:lnTo>
                  <a:lnTo>
                    <a:pt x="26188" y="33943"/>
                  </a:lnTo>
                  <a:lnTo>
                    <a:pt x="26375" y="33601"/>
                  </a:lnTo>
                  <a:lnTo>
                    <a:pt x="26562" y="32973"/>
                  </a:lnTo>
                  <a:lnTo>
                    <a:pt x="26749" y="32257"/>
                  </a:lnTo>
                  <a:lnTo>
                    <a:pt x="26936" y="31633"/>
                  </a:lnTo>
                  <a:lnTo>
                    <a:pt x="27123" y="30855"/>
                  </a:lnTo>
                  <a:lnTo>
                    <a:pt x="27310" y="30089"/>
                  </a:lnTo>
                  <a:lnTo>
                    <a:pt x="27497" y="29299"/>
                  </a:lnTo>
                  <a:lnTo>
                    <a:pt x="27683" y="28534"/>
                  </a:lnTo>
                  <a:lnTo>
                    <a:pt x="27870" y="27814"/>
                  </a:lnTo>
                  <a:lnTo>
                    <a:pt x="28057" y="27110"/>
                  </a:lnTo>
                  <a:lnTo>
                    <a:pt x="28244" y="26415"/>
                  </a:lnTo>
                  <a:lnTo>
                    <a:pt x="28431" y="25870"/>
                  </a:lnTo>
                  <a:lnTo>
                    <a:pt x="28618" y="25399"/>
                  </a:lnTo>
                  <a:lnTo>
                    <a:pt x="28805" y="24946"/>
                  </a:lnTo>
                  <a:lnTo>
                    <a:pt x="28992" y="24795"/>
                  </a:lnTo>
                  <a:lnTo>
                    <a:pt x="29179" y="24940"/>
                  </a:lnTo>
                  <a:lnTo>
                    <a:pt x="29366" y="25511"/>
                  </a:lnTo>
                  <a:lnTo>
                    <a:pt x="29553" y="26325"/>
                  </a:lnTo>
                  <a:lnTo>
                    <a:pt x="29740" y="27213"/>
                  </a:lnTo>
                  <a:lnTo>
                    <a:pt x="29927" y="28133"/>
                  </a:lnTo>
                  <a:lnTo>
                    <a:pt x="30113" y="28956"/>
                  </a:lnTo>
                  <a:lnTo>
                    <a:pt x="30300" y="29600"/>
                  </a:lnTo>
                  <a:lnTo>
                    <a:pt x="30487" y="29998"/>
                  </a:lnTo>
                  <a:lnTo>
                    <a:pt x="30674" y="30341"/>
                  </a:lnTo>
                  <a:lnTo>
                    <a:pt x="30861" y="30165"/>
                  </a:lnTo>
                  <a:lnTo>
                    <a:pt x="31048" y="29960"/>
                  </a:lnTo>
                  <a:lnTo>
                    <a:pt x="31235" y="29814"/>
                  </a:lnTo>
                  <a:lnTo>
                    <a:pt x="31422" y="29904"/>
                  </a:lnTo>
                  <a:lnTo>
                    <a:pt x="31609" y="29935"/>
                  </a:lnTo>
                  <a:lnTo>
                    <a:pt x="31796" y="29858"/>
                  </a:lnTo>
                  <a:lnTo>
                    <a:pt x="31983" y="29680"/>
                  </a:lnTo>
                  <a:lnTo>
                    <a:pt x="32170" y="29411"/>
                  </a:lnTo>
                  <a:lnTo>
                    <a:pt x="32356" y="29095"/>
                  </a:lnTo>
                  <a:lnTo>
                    <a:pt x="32543" y="28778"/>
                  </a:lnTo>
                  <a:lnTo>
                    <a:pt x="32730" y="28378"/>
                  </a:lnTo>
                  <a:lnTo>
                    <a:pt x="32917" y="28036"/>
                  </a:lnTo>
                  <a:lnTo>
                    <a:pt x="33104" y="27586"/>
                  </a:lnTo>
                  <a:lnTo>
                    <a:pt x="33291" y="27054"/>
                  </a:lnTo>
                  <a:lnTo>
                    <a:pt x="33478" y="26503"/>
                  </a:lnTo>
                  <a:lnTo>
                    <a:pt x="33665" y="26229"/>
                  </a:lnTo>
                  <a:lnTo>
                    <a:pt x="33852" y="25970"/>
                  </a:lnTo>
                  <a:lnTo>
                    <a:pt x="34039" y="25678"/>
                  </a:lnTo>
                  <a:lnTo>
                    <a:pt x="34226" y="25350"/>
                  </a:lnTo>
                  <a:lnTo>
                    <a:pt x="34413" y="25040"/>
                  </a:lnTo>
                  <a:lnTo>
                    <a:pt x="34600" y="24726"/>
                  </a:lnTo>
                  <a:lnTo>
                    <a:pt x="34786" y="24412"/>
                  </a:lnTo>
                  <a:lnTo>
                    <a:pt x="34973" y="23975"/>
                  </a:lnTo>
                  <a:lnTo>
                    <a:pt x="35160" y="23447"/>
                  </a:lnTo>
                  <a:lnTo>
                    <a:pt x="35347" y="22709"/>
                  </a:lnTo>
                  <a:lnTo>
                    <a:pt x="35534" y="21605"/>
                  </a:lnTo>
                  <a:lnTo>
                    <a:pt x="35721" y="20366"/>
                  </a:lnTo>
                  <a:lnTo>
                    <a:pt x="35908" y="19193"/>
                  </a:lnTo>
                  <a:lnTo>
                    <a:pt x="36095" y="17948"/>
                  </a:lnTo>
                  <a:lnTo>
                    <a:pt x="36282" y="16546"/>
                  </a:lnTo>
                  <a:lnTo>
                    <a:pt x="36469" y="14988"/>
                  </a:lnTo>
                  <a:lnTo>
                    <a:pt x="36656" y="13520"/>
                  </a:lnTo>
                  <a:lnTo>
                    <a:pt x="36843" y="12081"/>
                  </a:lnTo>
                  <a:lnTo>
                    <a:pt x="37030" y="10687"/>
                  </a:lnTo>
                  <a:lnTo>
                    <a:pt x="37216" y="9280"/>
                  </a:lnTo>
                  <a:lnTo>
                    <a:pt x="37403" y="7872"/>
                  </a:lnTo>
                  <a:lnTo>
                    <a:pt x="37590" y="6464"/>
                  </a:lnTo>
                  <a:lnTo>
                    <a:pt x="37777" y="5048"/>
                  </a:lnTo>
                  <a:lnTo>
                    <a:pt x="37964" y="3690"/>
                  </a:lnTo>
                  <a:lnTo>
                    <a:pt x="38151" y="2620"/>
                  </a:lnTo>
                  <a:lnTo>
                    <a:pt x="38338" y="1939"/>
                  </a:lnTo>
                  <a:lnTo>
                    <a:pt x="38525" y="1405"/>
                  </a:lnTo>
                  <a:lnTo>
                    <a:pt x="38712" y="882"/>
                  </a:lnTo>
                  <a:lnTo>
                    <a:pt x="38899" y="734"/>
                  </a:lnTo>
                  <a:lnTo>
                    <a:pt x="39086" y="585"/>
                  </a:lnTo>
                  <a:lnTo>
                    <a:pt x="39273" y="585"/>
                  </a:lnTo>
                  <a:lnTo>
                    <a:pt x="39459" y="462"/>
                  </a:lnTo>
                  <a:lnTo>
                    <a:pt x="39646" y="297"/>
                  </a:lnTo>
                  <a:lnTo>
                    <a:pt x="39833" y="0"/>
                  </a:lnTo>
                  <a:lnTo>
                    <a:pt x="40020" y="81"/>
                  </a:lnTo>
                  <a:lnTo>
                    <a:pt x="40207" y="218"/>
                  </a:lnTo>
                  <a:lnTo>
                    <a:pt x="40394" y="341"/>
                  </a:lnTo>
                  <a:lnTo>
                    <a:pt x="40581" y="563"/>
                  </a:lnTo>
                  <a:lnTo>
                    <a:pt x="40768" y="840"/>
                  </a:lnTo>
                  <a:lnTo>
                    <a:pt x="40955" y="1189"/>
                  </a:lnTo>
                  <a:lnTo>
                    <a:pt x="41142" y="1637"/>
                  </a:lnTo>
                  <a:lnTo>
                    <a:pt x="41329" y="1995"/>
                  </a:lnTo>
                  <a:lnTo>
                    <a:pt x="41516" y="2509"/>
                  </a:lnTo>
                  <a:lnTo>
                    <a:pt x="41703" y="3242"/>
                  </a:lnTo>
                  <a:lnTo>
                    <a:pt x="41889" y="4205"/>
                  </a:lnTo>
                  <a:lnTo>
                    <a:pt x="42076" y="5466"/>
                  </a:lnTo>
                  <a:lnTo>
                    <a:pt x="42263" y="6842"/>
                  </a:lnTo>
                  <a:lnTo>
                    <a:pt x="42450" y="8115"/>
                  </a:lnTo>
                  <a:lnTo>
                    <a:pt x="42637" y="9388"/>
                  </a:lnTo>
                  <a:lnTo>
                    <a:pt x="42824" y="10724"/>
                  </a:lnTo>
                  <a:lnTo>
                    <a:pt x="43011" y="12211"/>
                  </a:lnTo>
                  <a:lnTo>
                    <a:pt x="43198" y="13245"/>
                  </a:lnTo>
                  <a:lnTo>
                    <a:pt x="43385" y="14112"/>
                  </a:lnTo>
                  <a:lnTo>
                    <a:pt x="43572" y="14658"/>
                  </a:lnTo>
                  <a:lnTo>
                    <a:pt x="43759" y="14430"/>
                  </a:lnTo>
                  <a:lnTo>
                    <a:pt x="43946" y="14045"/>
                  </a:lnTo>
                  <a:lnTo>
                    <a:pt x="44132" y="13670"/>
                  </a:lnTo>
                  <a:lnTo>
                    <a:pt x="44319" y="13359"/>
                  </a:lnTo>
                  <a:lnTo>
                    <a:pt x="44506" y="13016"/>
                  </a:lnTo>
                  <a:lnTo>
                    <a:pt x="44693" y="12590"/>
                  </a:lnTo>
                  <a:lnTo>
                    <a:pt x="44880" y="11971"/>
                  </a:lnTo>
                  <a:lnTo>
                    <a:pt x="45067" y="11338"/>
                  </a:lnTo>
                  <a:lnTo>
                    <a:pt x="45254" y="10845"/>
                  </a:lnTo>
                  <a:lnTo>
                    <a:pt x="45441" y="10352"/>
                  </a:lnTo>
                  <a:lnTo>
                    <a:pt x="45628" y="9787"/>
                  </a:lnTo>
                  <a:lnTo>
                    <a:pt x="45815" y="9077"/>
                  </a:lnTo>
                  <a:lnTo>
                    <a:pt x="46002" y="8383"/>
                  </a:lnTo>
                  <a:lnTo>
                    <a:pt x="46189" y="7909"/>
                  </a:lnTo>
                  <a:lnTo>
                    <a:pt x="46376" y="7968"/>
                  </a:lnTo>
                  <a:lnTo>
                    <a:pt x="46562" y="8694"/>
                  </a:lnTo>
                  <a:lnTo>
                    <a:pt x="46749" y="9577"/>
                  </a:lnTo>
                  <a:lnTo>
                    <a:pt x="46936" y="10550"/>
                  </a:lnTo>
                  <a:lnTo>
                    <a:pt x="47123" y="11376"/>
                  </a:lnTo>
                  <a:lnTo>
                    <a:pt x="47310" y="12201"/>
                  </a:lnTo>
                  <a:lnTo>
                    <a:pt x="47497" y="13026"/>
                  </a:lnTo>
                  <a:lnTo>
                    <a:pt x="47684" y="13851"/>
                  </a:lnTo>
                  <a:lnTo>
                    <a:pt x="47871" y="14970"/>
                  </a:lnTo>
                  <a:lnTo>
                    <a:pt x="48058" y="16504"/>
                  </a:lnTo>
                  <a:lnTo>
                    <a:pt x="48245" y="18242"/>
                  </a:lnTo>
                  <a:lnTo>
                    <a:pt x="48432" y="20079"/>
                  </a:lnTo>
                  <a:lnTo>
                    <a:pt x="48619" y="22229"/>
                  </a:lnTo>
                  <a:lnTo>
                    <a:pt x="48806" y="24625"/>
                  </a:lnTo>
                  <a:lnTo>
                    <a:pt x="48992" y="26942"/>
                  </a:lnTo>
                  <a:lnTo>
                    <a:pt x="49179" y="28951"/>
                  </a:lnTo>
                  <a:lnTo>
                    <a:pt x="49366" y="30324"/>
                  </a:lnTo>
                  <a:lnTo>
                    <a:pt x="49553" y="31731"/>
                  </a:lnTo>
                  <a:lnTo>
                    <a:pt x="49740" y="33228"/>
                  </a:lnTo>
                  <a:lnTo>
                    <a:pt x="49927" y="34869"/>
                  </a:lnTo>
                  <a:lnTo>
                    <a:pt x="50114" y="36570"/>
                  </a:lnTo>
                  <a:lnTo>
                    <a:pt x="50301" y="38374"/>
                  </a:lnTo>
                  <a:lnTo>
                    <a:pt x="50488" y="40177"/>
                  </a:lnTo>
                  <a:lnTo>
                    <a:pt x="50675" y="41903"/>
                  </a:lnTo>
                  <a:lnTo>
                    <a:pt x="50862" y="43315"/>
                  </a:lnTo>
                  <a:lnTo>
                    <a:pt x="51049" y="44411"/>
                  </a:lnTo>
                  <a:lnTo>
                    <a:pt x="51235" y="45435"/>
                  </a:lnTo>
                  <a:lnTo>
                    <a:pt x="51422" y="46225"/>
                  </a:lnTo>
                  <a:lnTo>
                    <a:pt x="51609" y="46775"/>
                  </a:lnTo>
                  <a:lnTo>
                    <a:pt x="51796" y="47386"/>
                  </a:lnTo>
                  <a:lnTo>
                    <a:pt x="51983" y="48078"/>
                  </a:lnTo>
                  <a:lnTo>
                    <a:pt x="52170" y="48835"/>
                  </a:lnTo>
                  <a:lnTo>
                    <a:pt x="52357" y="49545"/>
                  </a:lnTo>
                  <a:lnTo>
                    <a:pt x="52544" y="50577"/>
                  </a:lnTo>
                  <a:lnTo>
                    <a:pt x="52731" y="51468"/>
                  </a:lnTo>
                  <a:lnTo>
                    <a:pt x="52918" y="51819"/>
                  </a:lnTo>
                  <a:lnTo>
                    <a:pt x="53105" y="51968"/>
                  </a:lnTo>
                  <a:lnTo>
                    <a:pt x="53292" y="51806"/>
                  </a:lnTo>
                  <a:lnTo>
                    <a:pt x="53479" y="51649"/>
                  </a:lnTo>
                  <a:lnTo>
                    <a:pt x="53665" y="51629"/>
                  </a:lnTo>
                  <a:lnTo>
                    <a:pt x="53852" y="51298"/>
                  </a:lnTo>
                  <a:lnTo>
                    <a:pt x="54039" y="50925"/>
                  </a:lnTo>
                  <a:lnTo>
                    <a:pt x="54226" y="50685"/>
                  </a:lnTo>
                  <a:lnTo>
                    <a:pt x="54413" y="50787"/>
                  </a:lnTo>
                  <a:lnTo>
                    <a:pt x="54600" y="51202"/>
                  </a:lnTo>
                  <a:lnTo>
                    <a:pt x="54787" y="51671"/>
                  </a:lnTo>
                  <a:lnTo>
                    <a:pt x="54974" y="51977"/>
                  </a:lnTo>
                  <a:lnTo>
                    <a:pt x="55161" y="52206"/>
                  </a:lnTo>
                  <a:lnTo>
                    <a:pt x="55348" y="52350"/>
                  </a:lnTo>
                  <a:lnTo>
                    <a:pt x="55535" y="52486"/>
                  </a:lnTo>
                  <a:lnTo>
                    <a:pt x="55722" y="52397"/>
                  </a:lnTo>
                  <a:lnTo>
                    <a:pt x="55909" y="52280"/>
                  </a:lnTo>
                  <a:lnTo>
                    <a:pt x="56095" y="53253"/>
                  </a:lnTo>
                  <a:lnTo>
                    <a:pt x="56282" y="54969"/>
                  </a:lnTo>
                  <a:lnTo>
                    <a:pt x="56469" y="56476"/>
                  </a:lnTo>
                  <a:lnTo>
                    <a:pt x="56656" y="58275"/>
                  </a:lnTo>
                  <a:lnTo>
                    <a:pt x="56843" y="60167"/>
                  </a:lnTo>
                  <a:lnTo>
                    <a:pt x="57030" y="61918"/>
                  </a:lnTo>
                  <a:lnTo>
                    <a:pt x="57217" y="63214"/>
                  </a:lnTo>
                  <a:lnTo>
                    <a:pt x="57404" y="64301"/>
                  </a:lnTo>
                  <a:lnTo>
                    <a:pt x="57591" y="65710"/>
                  </a:lnTo>
                  <a:lnTo>
                    <a:pt x="57778" y="66552"/>
                  </a:lnTo>
                  <a:lnTo>
                    <a:pt x="57965" y="67203"/>
                  </a:lnTo>
                  <a:lnTo>
                    <a:pt x="58152" y="67716"/>
                  </a:lnTo>
                  <a:lnTo>
                    <a:pt x="58338" y="67860"/>
                  </a:lnTo>
                  <a:lnTo>
                    <a:pt x="58525" y="68134"/>
                  </a:lnTo>
                  <a:lnTo>
                    <a:pt x="58712" y="68584"/>
                  </a:lnTo>
                  <a:lnTo>
                    <a:pt x="58899" y="69010"/>
                  </a:lnTo>
                  <a:lnTo>
                    <a:pt x="59086" y="69310"/>
                  </a:lnTo>
                  <a:lnTo>
                    <a:pt x="59273" y="69412"/>
                  </a:lnTo>
                  <a:lnTo>
                    <a:pt x="59460" y="69208"/>
                  </a:lnTo>
                  <a:lnTo>
                    <a:pt x="59647" y="68930"/>
                  </a:lnTo>
                  <a:lnTo>
                    <a:pt x="59834" y="68195"/>
                  </a:lnTo>
                  <a:lnTo>
                    <a:pt x="60021" y="67605"/>
                  </a:lnTo>
                  <a:lnTo>
                    <a:pt x="60208" y="67067"/>
                  </a:lnTo>
                  <a:lnTo>
                    <a:pt x="60395" y="66311"/>
                  </a:lnTo>
                  <a:lnTo>
                    <a:pt x="60582" y="65512"/>
                  </a:lnTo>
                  <a:lnTo>
                    <a:pt x="60768" y="64911"/>
                  </a:lnTo>
                  <a:lnTo>
                    <a:pt x="60955" y="64442"/>
                  </a:lnTo>
                  <a:lnTo>
                    <a:pt x="61142" y="63907"/>
                  </a:lnTo>
                  <a:lnTo>
                    <a:pt x="61329" y="63236"/>
                  </a:lnTo>
                  <a:lnTo>
                    <a:pt x="61516" y="62725"/>
                  </a:lnTo>
                  <a:lnTo>
                    <a:pt x="61703" y="62007"/>
                  </a:lnTo>
                  <a:lnTo>
                    <a:pt x="61890" y="61182"/>
                  </a:lnTo>
                  <a:lnTo>
                    <a:pt x="62077" y="60629"/>
                  </a:lnTo>
                  <a:lnTo>
                    <a:pt x="62264" y="60233"/>
                  </a:lnTo>
                  <a:lnTo>
                    <a:pt x="62451" y="59719"/>
                  </a:lnTo>
                  <a:lnTo>
                    <a:pt x="62638" y="58929"/>
                  </a:lnTo>
                  <a:lnTo>
                    <a:pt x="62825" y="58389"/>
                  </a:lnTo>
                  <a:lnTo>
                    <a:pt x="63011" y="58015"/>
                  </a:lnTo>
                  <a:lnTo>
                    <a:pt x="63198" y="57901"/>
                  </a:lnTo>
                  <a:lnTo>
                    <a:pt x="63385" y="57881"/>
                  </a:lnTo>
                  <a:lnTo>
                    <a:pt x="63572" y="58005"/>
                  </a:lnTo>
                  <a:lnTo>
                    <a:pt x="63759" y="58273"/>
                  </a:lnTo>
                  <a:lnTo>
                    <a:pt x="63946" y="58898"/>
                  </a:lnTo>
                  <a:lnTo>
                    <a:pt x="64133" y="59708"/>
                  </a:lnTo>
                  <a:lnTo>
                    <a:pt x="64320" y="60392"/>
                  </a:lnTo>
                  <a:lnTo>
                    <a:pt x="64507" y="61124"/>
                  </a:lnTo>
                  <a:lnTo>
                    <a:pt x="64694" y="61510"/>
                  </a:lnTo>
                  <a:lnTo>
                    <a:pt x="64881" y="61799"/>
                  </a:lnTo>
                  <a:lnTo>
                    <a:pt x="65068" y="61991"/>
                  </a:lnTo>
                  <a:lnTo>
                    <a:pt x="65255" y="62139"/>
                  </a:lnTo>
                  <a:lnTo>
                    <a:pt x="65441" y="62468"/>
                  </a:lnTo>
                  <a:lnTo>
                    <a:pt x="65628" y="62915"/>
                  </a:lnTo>
                  <a:lnTo>
                    <a:pt x="65815" y="63211"/>
                  </a:lnTo>
                  <a:lnTo>
                    <a:pt x="66002" y="63434"/>
                  </a:lnTo>
                  <a:lnTo>
                    <a:pt x="66189" y="63594"/>
                  </a:lnTo>
                  <a:lnTo>
                    <a:pt x="66376" y="63283"/>
                  </a:lnTo>
                  <a:lnTo>
                    <a:pt x="66563" y="62899"/>
                  </a:lnTo>
                  <a:lnTo>
                    <a:pt x="66750" y="62245"/>
                  </a:lnTo>
                  <a:lnTo>
                    <a:pt x="66937" y="61653"/>
                  </a:lnTo>
                  <a:lnTo>
                    <a:pt x="67124" y="60924"/>
                  </a:lnTo>
                  <a:lnTo>
                    <a:pt x="67311" y="60071"/>
                  </a:lnTo>
                  <a:lnTo>
                    <a:pt x="67498" y="59375"/>
                  </a:lnTo>
                  <a:lnTo>
                    <a:pt x="67685" y="58702"/>
                  </a:lnTo>
                  <a:lnTo>
                    <a:pt x="67871" y="57975"/>
                  </a:lnTo>
                  <a:lnTo>
                    <a:pt x="68058" y="57073"/>
                  </a:lnTo>
                  <a:lnTo>
                    <a:pt x="68245" y="56648"/>
                  </a:lnTo>
                  <a:lnTo>
                    <a:pt x="68432" y="56246"/>
                  </a:lnTo>
                  <a:lnTo>
                    <a:pt x="68619" y="55779"/>
                  </a:lnTo>
                  <a:lnTo>
                    <a:pt x="68806" y="54654"/>
                  </a:lnTo>
                  <a:lnTo>
                    <a:pt x="68993" y="53500"/>
                  </a:lnTo>
                  <a:lnTo>
                    <a:pt x="69180" y="52418"/>
                  </a:lnTo>
                  <a:lnTo>
                    <a:pt x="69367" y="51324"/>
                  </a:lnTo>
                  <a:lnTo>
                    <a:pt x="69554" y="50121"/>
                  </a:lnTo>
                  <a:lnTo>
                    <a:pt x="69741" y="49009"/>
                  </a:lnTo>
                  <a:lnTo>
                    <a:pt x="69928" y="47948"/>
                  </a:lnTo>
                  <a:lnTo>
                    <a:pt x="70114" y="46927"/>
                  </a:lnTo>
                  <a:lnTo>
                    <a:pt x="70301" y="45517"/>
                  </a:lnTo>
                  <a:lnTo>
                    <a:pt x="70488" y="44562"/>
                  </a:lnTo>
                  <a:lnTo>
                    <a:pt x="70675" y="43792"/>
                  </a:lnTo>
                  <a:lnTo>
                    <a:pt x="70862" y="43329"/>
                  </a:lnTo>
                  <a:lnTo>
                    <a:pt x="71049" y="42719"/>
                  </a:lnTo>
                  <a:lnTo>
                    <a:pt x="71236" y="42146"/>
                  </a:lnTo>
                  <a:lnTo>
                    <a:pt x="71423" y="41523"/>
                  </a:lnTo>
                  <a:lnTo>
                    <a:pt x="71610" y="41128"/>
                  </a:lnTo>
                  <a:lnTo>
                    <a:pt x="71797" y="40805"/>
                  </a:lnTo>
                  <a:lnTo>
                    <a:pt x="71984" y="40640"/>
                  </a:lnTo>
                  <a:lnTo>
                    <a:pt x="72171" y="40492"/>
                  </a:lnTo>
                  <a:lnTo>
                    <a:pt x="72358" y="40525"/>
                  </a:lnTo>
                  <a:lnTo>
                    <a:pt x="72544" y="40516"/>
                  </a:lnTo>
                  <a:lnTo>
                    <a:pt x="72731" y="41036"/>
                  </a:lnTo>
                  <a:lnTo>
                    <a:pt x="72918" y="41986"/>
                  </a:lnTo>
                  <a:lnTo>
                    <a:pt x="73105" y="43115"/>
                  </a:lnTo>
                  <a:lnTo>
                    <a:pt x="73292" y="44294"/>
                  </a:lnTo>
                  <a:lnTo>
                    <a:pt x="73479" y="45539"/>
                  </a:lnTo>
                  <a:lnTo>
                    <a:pt x="73666" y="46941"/>
                  </a:lnTo>
                  <a:lnTo>
                    <a:pt x="73853" y="48500"/>
                  </a:lnTo>
                  <a:lnTo>
                    <a:pt x="74040" y="50058"/>
                  </a:lnTo>
                  <a:lnTo>
                    <a:pt x="74227" y="51701"/>
                  </a:lnTo>
                  <a:lnTo>
                    <a:pt x="74414" y="53570"/>
                  </a:lnTo>
                  <a:lnTo>
                    <a:pt x="74601" y="55578"/>
                  </a:lnTo>
                  <a:lnTo>
                    <a:pt x="74787" y="57587"/>
                  </a:lnTo>
                  <a:lnTo>
                    <a:pt x="74974" y="59596"/>
                  </a:lnTo>
                  <a:lnTo>
                    <a:pt x="75161" y="61679"/>
                  </a:lnTo>
                  <a:lnTo>
                    <a:pt x="75348" y="63801"/>
                  </a:lnTo>
                  <a:lnTo>
                    <a:pt x="75535" y="65715"/>
                  </a:lnTo>
                  <a:lnTo>
                    <a:pt x="75722" y="67200"/>
                  </a:lnTo>
                  <a:lnTo>
                    <a:pt x="75909" y="68347"/>
                  </a:lnTo>
                  <a:lnTo>
                    <a:pt x="76096" y="69420"/>
                  </a:lnTo>
                  <a:lnTo>
                    <a:pt x="76283" y="70559"/>
                  </a:lnTo>
                  <a:lnTo>
                    <a:pt x="76470" y="71698"/>
                  </a:lnTo>
                  <a:lnTo>
                    <a:pt x="76657" y="72688"/>
                  </a:lnTo>
                  <a:lnTo>
                    <a:pt x="76844" y="73398"/>
                  </a:lnTo>
                  <a:lnTo>
                    <a:pt x="77031" y="74058"/>
                  </a:lnTo>
                  <a:lnTo>
                    <a:pt x="77217" y="74528"/>
                  </a:lnTo>
                  <a:lnTo>
                    <a:pt x="77404" y="74446"/>
                  </a:lnTo>
                  <a:lnTo>
                    <a:pt x="77591" y="74383"/>
                  </a:lnTo>
                  <a:lnTo>
                    <a:pt x="77778" y="74426"/>
                  </a:lnTo>
                  <a:lnTo>
                    <a:pt x="77965" y="74327"/>
                  </a:lnTo>
                  <a:lnTo>
                    <a:pt x="78152" y="74051"/>
                  </a:lnTo>
                  <a:lnTo>
                    <a:pt x="78339" y="74077"/>
                  </a:lnTo>
                  <a:lnTo>
                    <a:pt x="78526" y="73962"/>
                  </a:lnTo>
                  <a:lnTo>
                    <a:pt x="78713" y="73883"/>
                  </a:lnTo>
                  <a:lnTo>
                    <a:pt x="78900" y="73618"/>
                  </a:lnTo>
                  <a:lnTo>
                    <a:pt x="79087" y="73327"/>
                  </a:lnTo>
                  <a:lnTo>
                    <a:pt x="79274" y="72802"/>
                  </a:lnTo>
                  <a:lnTo>
                    <a:pt x="79461" y="72418"/>
                  </a:lnTo>
                  <a:lnTo>
                    <a:pt x="79647" y="72322"/>
                  </a:lnTo>
                  <a:lnTo>
                    <a:pt x="79834" y="72426"/>
                  </a:lnTo>
                  <a:lnTo>
                    <a:pt x="80021" y="72516"/>
                  </a:lnTo>
                  <a:lnTo>
                    <a:pt x="80208" y="72642"/>
                  </a:lnTo>
                  <a:lnTo>
                    <a:pt x="80395" y="72843"/>
                  </a:lnTo>
                  <a:lnTo>
                    <a:pt x="80582" y="72990"/>
                  </a:lnTo>
                  <a:lnTo>
                    <a:pt x="80769" y="73282"/>
                  </a:lnTo>
                  <a:lnTo>
                    <a:pt x="80956" y="73845"/>
                  </a:lnTo>
                  <a:lnTo>
                    <a:pt x="81143" y="75029"/>
                  </a:lnTo>
                  <a:lnTo>
                    <a:pt x="81330" y="76138"/>
                  </a:lnTo>
                  <a:lnTo>
                    <a:pt x="81517" y="77337"/>
                  </a:lnTo>
                  <a:lnTo>
                    <a:pt x="81704" y="78389"/>
                  </a:lnTo>
                  <a:lnTo>
                    <a:pt x="81890" y="79272"/>
                  </a:lnTo>
                  <a:lnTo>
                    <a:pt x="82077" y="80189"/>
                  </a:lnTo>
                  <a:lnTo>
                    <a:pt x="82264" y="80961"/>
                  </a:lnTo>
                  <a:lnTo>
                    <a:pt x="82451" y="81539"/>
                  </a:lnTo>
                  <a:lnTo>
                    <a:pt x="82638" y="81960"/>
                  </a:lnTo>
                  <a:lnTo>
                    <a:pt x="82825" y="82332"/>
                  </a:lnTo>
                  <a:lnTo>
                    <a:pt x="83012" y="82666"/>
                  </a:lnTo>
                  <a:lnTo>
                    <a:pt x="83199" y="82921"/>
                  </a:lnTo>
                  <a:lnTo>
                    <a:pt x="83386" y="83051"/>
                  </a:lnTo>
                  <a:lnTo>
                    <a:pt x="83573" y="83065"/>
                  </a:lnTo>
                  <a:lnTo>
                    <a:pt x="83760" y="82733"/>
                  </a:lnTo>
                  <a:lnTo>
                    <a:pt x="83947" y="82289"/>
                  </a:lnTo>
                  <a:lnTo>
                    <a:pt x="84134" y="81827"/>
                  </a:lnTo>
                  <a:lnTo>
                    <a:pt x="84320" y="81226"/>
                  </a:lnTo>
                  <a:lnTo>
                    <a:pt x="84507" y="80558"/>
                  </a:lnTo>
                  <a:lnTo>
                    <a:pt x="84694" y="79832"/>
                  </a:lnTo>
                  <a:lnTo>
                    <a:pt x="84881" y="79084"/>
                  </a:lnTo>
                  <a:lnTo>
                    <a:pt x="85068" y="78324"/>
                  </a:lnTo>
                  <a:lnTo>
                    <a:pt x="85255" y="77085"/>
                  </a:lnTo>
                  <a:lnTo>
                    <a:pt x="85442" y="75586"/>
                  </a:lnTo>
                  <a:lnTo>
                    <a:pt x="85629" y="73674"/>
                  </a:lnTo>
                  <a:lnTo>
                    <a:pt x="85816" y="71823"/>
                  </a:lnTo>
                  <a:lnTo>
                    <a:pt x="86003" y="70242"/>
                  </a:lnTo>
                  <a:lnTo>
                    <a:pt x="86190" y="68883"/>
                  </a:lnTo>
                  <a:lnTo>
                    <a:pt x="86377" y="67681"/>
                  </a:lnTo>
                  <a:lnTo>
                    <a:pt x="86564" y="66695"/>
                  </a:lnTo>
                  <a:lnTo>
                    <a:pt x="86750" y="65625"/>
                  </a:lnTo>
                  <a:lnTo>
                    <a:pt x="86937" y="64615"/>
                  </a:lnTo>
                  <a:lnTo>
                    <a:pt x="87124" y="63756"/>
                  </a:lnTo>
                  <a:lnTo>
                    <a:pt x="87311" y="63034"/>
                  </a:lnTo>
                  <a:lnTo>
                    <a:pt x="87498" y="62283"/>
                  </a:lnTo>
                  <a:lnTo>
                    <a:pt x="87685" y="61520"/>
                  </a:lnTo>
                  <a:lnTo>
                    <a:pt x="87872" y="60910"/>
                  </a:lnTo>
                  <a:lnTo>
                    <a:pt x="88059" y="60438"/>
                  </a:lnTo>
                  <a:lnTo>
                    <a:pt x="88246" y="60092"/>
                  </a:lnTo>
                  <a:lnTo>
                    <a:pt x="88433" y="59994"/>
                  </a:lnTo>
                  <a:lnTo>
                    <a:pt x="88620" y="60116"/>
                  </a:lnTo>
                  <a:lnTo>
                    <a:pt x="88807" y="60277"/>
                  </a:lnTo>
                  <a:lnTo>
                    <a:pt x="88993" y="60252"/>
                  </a:lnTo>
                  <a:lnTo>
                    <a:pt x="89180" y="60095"/>
                  </a:lnTo>
                  <a:lnTo>
                    <a:pt x="89367" y="59855"/>
                  </a:lnTo>
                  <a:lnTo>
                    <a:pt x="89554" y="59687"/>
                  </a:lnTo>
                  <a:lnTo>
                    <a:pt x="89741" y="59568"/>
                  </a:lnTo>
                  <a:lnTo>
                    <a:pt x="89928" y="59553"/>
                  </a:lnTo>
                  <a:lnTo>
                    <a:pt x="90115" y="59743"/>
                  </a:lnTo>
                  <a:lnTo>
                    <a:pt x="90302" y="59966"/>
                  </a:lnTo>
                  <a:lnTo>
                    <a:pt x="90489" y="60318"/>
                  </a:lnTo>
                  <a:lnTo>
                    <a:pt x="90676" y="60951"/>
                  </a:lnTo>
                  <a:lnTo>
                    <a:pt x="90863" y="61585"/>
                  </a:lnTo>
                  <a:lnTo>
                    <a:pt x="91050" y="62310"/>
                  </a:lnTo>
                  <a:lnTo>
                    <a:pt x="91237" y="63275"/>
                  </a:lnTo>
                  <a:lnTo>
                    <a:pt x="91423" y="64232"/>
                  </a:lnTo>
                  <a:lnTo>
                    <a:pt x="91610" y="65211"/>
                  </a:lnTo>
                  <a:lnTo>
                    <a:pt x="91797" y="66283"/>
                  </a:lnTo>
                  <a:lnTo>
                    <a:pt x="91984" y="67356"/>
                  </a:lnTo>
                  <a:lnTo>
                    <a:pt x="92171" y="68401"/>
                  </a:lnTo>
                  <a:lnTo>
                    <a:pt x="92358" y="69226"/>
                  </a:lnTo>
                  <a:lnTo>
                    <a:pt x="92545" y="69911"/>
                  </a:lnTo>
                  <a:lnTo>
                    <a:pt x="92732" y="70571"/>
                  </a:lnTo>
                  <a:lnTo>
                    <a:pt x="92919" y="71083"/>
                  </a:lnTo>
                  <a:lnTo>
                    <a:pt x="93106" y="71875"/>
                  </a:lnTo>
                  <a:lnTo>
                    <a:pt x="93293" y="72750"/>
                  </a:lnTo>
                  <a:lnTo>
                    <a:pt x="93480" y="73393"/>
                  </a:lnTo>
                  <a:lnTo>
                    <a:pt x="93666" y="73485"/>
                  </a:lnTo>
                  <a:lnTo>
                    <a:pt x="93853" y="73471"/>
                  </a:lnTo>
                  <a:lnTo>
                    <a:pt x="94040" y="73158"/>
                  </a:lnTo>
                  <a:lnTo>
                    <a:pt x="94227" y="72784"/>
                  </a:lnTo>
                  <a:lnTo>
                    <a:pt x="94414" y="72805"/>
                  </a:lnTo>
                  <a:lnTo>
                    <a:pt x="94601" y="73010"/>
                  </a:lnTo>
                  <a:lnTo>
                    <a:pt x="94788" y="73495"/>
                  </a:lnTo>
                  <a:lnTo>
                    <a:pt x="94975" y="73964"/>
                  </a:lnTo>
                  <a:lnTo>
                    <a:pt x="95162" y="74347"/>
                  </a:lnTo>
                  <a:lnTo>
                    <a:pt x="95349" y="75049"/>
                  </a:lnTo>
                  <a:lnTo>
                    <a:pt x="95536" y="75908"/>
                  </a:lnTo>
                  <a:lnTo>
                    <a:pt x="95723" y="76815"/>
                  </a:lnTo>
                  <a:lnTo>
                    <a:pt x="95910" y="77555"/>
                  </a:lnTo>
                  <a:lnTo>
                    <a:pt x="96096" y="78213"/>
                  </a:lnTo>
                  <a:lnTo>
                    <a:pt x="96283" y="78845"/>
                  </a:lnTo>
                  <a:lnTo>
                    <a:pt x="96470" y="79525"/>
                  </a:lnTo>
                  <a:lnTo>
                    <a:pt x="96657" y="80369"/>
                  </a:lnTo>
                  <a:lnTo>
                    <a:pt x="96844" y="81467"/>
                  </a:lnTo>
                  <a:lnTo>
                    <a:pt x="97031" y="82570"/>
                  </a:lnTo>
                  <a:lnTo>
                    <a:pt x="97218" y="84052"/>
                  </a:lnTo>
                  <a:lnTo>
                    <a:pt x="97405" y="85245"/>
                  </a:lnTo>
                  <a:lnTo>
                    <a:pt x="97592" y="86210"/>
                  </a:lnTo>
                  <a:lnTo>
                    <a:pt x="97779" y="87137"/>
                  </a:lnTo>
                  <a:lnTo>
                    <a:pt x="97966" y="88130"/>
                  </a:lnTo>
                  <a:lnTo>
                    <a:pt x="98153" y="88817"/>
                  </a:lnTo>
                  <a:lnTo>
                    <a:pt x="98340" y="89407"/>
                  </a:lnTo>
                  <a:lnTo>
                    <a:pt x="98526" y="89737"/>
                  </a:lnTo>
                  <a:lnTo>
                    <a:pt x="98713" y="90199"/>
                  </a:lnTo>
                  <a:lnTo>
                    <a:pt x="98900" y="90636"/>
                  </a:lnTo>
                  <a:lnTo>
                    <a:pt x="99087" y="90966"/>
                  </a:lnTo>
                  <a:lnTo>
                    <a:pt x="99274" y="91296"/>
                  </a:lnTo>
                  <a:lnTo>
                    <a:pt x="99461" y="91436"/>
                  </a:lnTo>
                  <a:lnTo>
                    <a:pt x="99648" y="91478"/>
                  </a:lnTo>
                  <a:lnTo>
                    <a:pt x="99835" y="91643"/>
                  </a:lnTo>
                  <a:lnTo>
                    <a:pt x="100022" y="92080"/>
                  </a:lnTo>
                  <a:lnTo>
                    <a:pt x="100209" y="92285"/>
                  </a:lnTo>
                  <a:lnTo>
                    <a:pt x="100396" y="92451"/>
                  </a:lnTo>
                  <a:lnTo>
                    <a:pt x="100583" y="92617"/>
                  </a:lnTo>
                  <a:lnTo>
                    <a:pt x="100769" y="92747"/>
                  </a:lnTo>
                  <a:lnTo>
                    <a:pt x="100956" y="92954"/>
                  </a:lnTo>
                  <a:lnTo>
                    <a:pt x="101143" y="93028"/>
                  </a:lnTo>
                  <a:lnTo>
                    <a:pt x="101330" y="93031"/>
                  </a:lnTo>
                  <a:lnTo>
                    <a:pt x="101517" y="92937"/>
                  </a:lnTo>
                  <a:lnTo>
                    <a:pt x="101704" y="92876"/>
                  </a:lnTo>
                  <a:lnTo>
                    <a:pt x="101891" y="92890"/>
                  </a:lnTo>
                  <a:lnTo>
                    <a:pt x="102078" y="92965"/>
                  </a:lnTo>
                  <a:lnTo>
                    <a:pt x="102265" y="93135"/>
                  </a:lnTo>
                  <a:lnTo>
                    <a:pt x="102452" y="93543"/>
                  </a:lnTo>
                  <a:lnTo>
                    <a:pt x="102639" y="93950"/>
                  </a:lnTo>
                  <a:lnTo>
                    <a:pt x="102826" y="94160"/>
                  </a:lnTo>
                  <a:lnTo>
                    <a:pt x="103013" y="94243"/>
                  </a:lnTo>
                  <a:lnTo>
                    <a:pt x="103199" y="94326"/>
                  </a:lnTo>
                  <a:lnTo>
                    <a:pt x="103386" y="94410"/>
                  </a:lnTo>
                  <a:lnTo>
                    <a:pt x="103573" y="94497"/>
                  </a:lnTo>
                  <a:lnTo>
                    <a:pt x="103760" y="94711"/>
                  </a:lnTo>
                  <a:lnTo>
                    <a:pt x="103947" y="94876"/>
                  </a:lnTo>
                  <a:lnTo>
                    <a:pt x="104134" y="94884"/>
                  </a:lnTo>
                  <a:lnTo>
                    <a:pt x="104321" y="94663"/>
                  </a:lnTo>
                  <a:lnTo>
                    <a:pt x="104508" y="94503"/>
                  </a:lnTo>
                  <a:lnTo>
                    <a:pt x="104695" y="94469"/>
                  </a:lnTo>
                  <a:lnTo>
                    <a:pt x="104882" y="94425"/>
                  </a:lnTo>
                  <a:lnTo>
                    <a:pt x="105069" y="94454"/>
                  </a:lnTo>
                  <a:lnTo>
                    <a:pt x="105256" y="94538"/>
                  </a:lnTo>
                  <a:lnTo>
                    <a:pt x="105443" y="94850"/>
                  </a:lnTo>
                  <a:lnTo>
                    <a:pt x="105629" y="95168"/>
                  </a:lnTo>
                  <a:lnTo>
                    <a:pt x="105816" y="95570"/>
                  </a:lnTo>
                  <a:lnTo>
                    <a:pt x="106003" y="96020"/>
                  </a:lnTo>
                  <a:lnTo>
                    <a:pt x="106190" y="96992"/>
                  </a:lnTo>
                  <a:lnTo>
                    <a:pt x="106377" y="98073"/>
                  </a:lnTo>
                  <a:lnTo>
                    <a:pt x="106564" y="99395"/>
                  </a:lnTo>
                  <a:lnTo>
                    <a:pt x="106751" y="100775"/>
                  </a:lnTo>
                  <a:lnTo>
                    <a:pt x="106938" y="102316"/>
                  </a:lnTo>
                  <a:lnTo>
                    <a:pt x="107125" y="103770"/>
                  </a:lnTo>
                  <a:lnTo>
                    <a:pt x="107312" y="105173"/>
                  </a:lnTo>
                  <a:lnTo>
                    <a:pt x="107499" y="106605"/>
                  </a:lnTo>
                  <a:lnTo>
                    <a:pt x="107686" y="108462"/>
                  </a:lnTo>
                  <a:lnTo>
                    <a:pt x="107872" y="110011"/>
                  </a:lnTo>
                  <a:lnTo>
                    <a:pt x="108059" y="111386"/>
                  </a:lnTo>
                  <a:lnTo>
                    <a:pt x="108246" y="112447"/>
                  </a:lnTo>
                  <a:lnTo>
                    <a:pt x="108433" y="113501"/>
                  </a:lnTo>
                  <a:lnTo>
                    <a:pt x="108620" y="114438"/>
                  </a:lnTo>
                  <a:lnTo>
                    <a:pt x="108807" y="115426"/>
                  </a:lnTo>
                  <a:lnTo>
                    <a:pt x="108994" y="116215"/>
                  </a:lnTo>
                  <a:lnTo>
                    <a:pt x="109181" y="116938"/>
                  </a:lnTo>
                  <a:lnTo>
                    <a:pt x="109368" y="117579"/>
                  </a:lnTo>
                  <a:lnTo>
                    <a:pt x="109555" y="118258"/>
                  </a:lnTo>
                  <a:lnTo>
                    <a:pt x="109742" y="118663"/>
                  </a:lnTo>
                  <a:lnTo>
                    <a:pt x="109929" y="119353"/>
                  </a:lnTo>
                  <a:lnTo>
                    <a:pt x="110116" y="119780"/>
                  </a:lnTo>
                  <a:lnTo>
                    <a:pt x="110302" y="120180"/>
                  </a:lnTo>
                  <a:lnTo>
                    <a:pt x="110489" y="120600"/>
                  </a:lnTo>
                  <a:lnTo>
                    <a:pt x="110676" y="121117"/>
                  </a:lnTo>
                  <a:lnTo>
                    <a:pt x="110863" y="121623"/>
                  </a:lnTo>
                  <a:lnTo>
                    <a:pt x="111050" y="122130"/>
                  </a:lnTo>
                  <a:lnTo>
                    <a:pt x="111237" y="122637"/>
                  </a:lnTo>
                  <a:lnTo>
                    <a:pt x="111424" y="123143"/>
                  </a:lnTo>
                  <a:lnTo>
                    <a:pt x="111611" y="123566"/>
                  </a:lnTo>
                  <a:lnTo>
                    <a:pt x="111798" y="123882"/>
                  </a:lnTo>
                  <a:lnTo>
                    <a:pt x="111985" y="124187"/>
                  </a:lnTo>
                  <a:lnTo>
                    <a:pt x="112172" y="124491"/>
                  </a:lnTo>
                  <a:lnTo>
                    <a:pt x="112359" y="124832"/>
                  </a:lnTo>
                  <a:lnTo>
                    <a:pt x="112545" y="125153"/>
                  </a:lnTo>
                  <a:lnTo>
                    <a:pt x="112732" y="125387"/>
                  </a:lnTo>
                  <a:lnTo>
                    <a:pt x="112919" y="125565"/>
                  </a:lnTo>
                  <a:lnTo>
                    <a:pt x="113106" y="125662"/>
                  </a:lnTo>
                  <a:lnTo>
                    <a:pt x="113293" y="125965"/>
                  </a:lnTo>
                  <a:lnTo>
                    <a:pt x="113480" y="126088"/>
                  </a:lnTo>
                  <a:lnTo>
                    <a:pt x="113667" y="125923"/>
                  </a:lnTo>
                  <a:lnTo>
                    <a:pt x="113854" y="125758"/>
                  </a:lnTo>
                  <a:lnTo>
                    <a:pt x="114041" y="125502"/>
                  </a:lnTo>
                  <a:lnTo>
                    <a:pt x="114228" y="125403"/>
                  </a:lnTo>
                  <a:lnTo>
                    <a:pt x="114415" y="125238"/>
                  </a:lnTo>
                  <a:lnTo>
                    <a:pt x="114602" y="125213"/>
                  </a:lnTo>
                  <a:lnTo>
                    <a:pt x="114789" y="125213"/>
                  </a:lnTo>
                  <a:lnTo>
                    <a:pt x="114975" y="125213"/>
                  </a:lnTo>
                  <a:lnTo>
                    <a:pt x="115162" y="125213"/>
                  </a:lnTo>
                  <a:lnTo>
                    <a:pt x="115349" y="125254"/>
                  </a:lnTo>
                  <a:lnTo>
                    <a:pt x="115536" y="125419"/>
                  </a:lnTo>
                  <a:lnTo>
                    <a:pt x="115723" y="125275"/>
                  </a:lnTo>
                  <a:lnTo>
                    <a:pt x="115910" y="125272"/>
                  </a:lnTo>
                  <a:lnTo>
                    <a:pt x="116097" y="125191"/>
                  </a:lnTo>
                  <a:lnTo>
                    <a:pt x="116284" y="125248"/>
                  </a:lnTo>
                  <a:lnTo>
                    <a:pt x="116471" y="125301"/>
                  </a:lnTo>
                  <a:lnTo>
                    <a:pt x="116658" y="125473"/>
                  </a:lnTo>
                  <a:lnTo>
                    <a:pt x="116845" y="125619"/>
                  </a:lnTo>
                  <a:lnTo>
                    <a:pt x="117032" y="125709"/>
                  </a:lnTo>
                  <a:lnTo>
                    <a:pt x="117219" y="125818"/>
                  </a:lnTo>
                  <a:lnTo>
                    <a:pt x="117405" y="125940"/>
                  </a:lnTo>
                  <a:lnTo>
                    <a:pt x="117592" y="126062"/>
                  </a:lnTo>
                  <a:lnTo>
                    <a:pt x="117779" y="126066"/>
                  </a:lnTo>
                  <a:lnTo>
                    <a:pt x="117966" y="125904"/>
                  </a:lnTo>
                  <a:lnTo>
                    <a:pt x="118153" y="125695"/>
                  </a:lnTo>
                  <a:lnTo>
                    <a:pt x="118340" y="125486"/>
                  </a:lnTo>
                  <a:lnTo>
                    <a:pt x="118527" y="125292"/>
                  </a:lnTo>
                  <a:lnTo>
                    <a:pt x="118714" y="125223"/>
                  </a:lnTo>
                  <a:lnTo>
                    <a:pt x="118901" y="125436"/>
                  </a:lnTo>
                  <a:lnTo>
                    <a:pt x="119088" y="125770"/>
                  </a:lnTo>
                  <a:lnTo>
                    <a:pt x="119275" y="126184"/>
                  </a:lnTo>
                  <a:lnTo>
                    <a:pt x="119462" y="126355"/>
                  </a:lnTo>
                  <a:lnTo>
                    <a:pt x="119648" y="126497"/>
                  </a:lnTo>
                  <a:lnTo>
                    <a:pt x="119835" y="126552"/>
                  </a:lnTo>
                  <a:lnTo>
                    <a:pt x="120022" y="126558"/>
                  </a:lnTo>
                  <a:lnTo>
                    <a:pt x="120209" y="126559"/>
                  </a:lnTo>
                  <a:lnTo>
                    <a:pt x="120396" y="126597"/>
                  </a:lnTo>
                  <a:lnTo>
                    <a:pt x="120583" y="126733"/>
                  </a:lnTo>
                  <a:lnTo>
                    <a:pt x="120770" y="127345"/>
                  </a:lnTo>
                  <a:lnTo>
                    <a:pt x="120957" y="127940"/>
                  </a:lnTo>
                  <a:lnTo>
                    <a:pt x="121144" y="128573"/>
                  </a:lnTo>
                  <a:lnTo>
                    <a:pt x="121331" y="129120"/>
                  </a:lnTo>
                  <a:lnTo>
                    <a:pt x="121518" y="129636"/>
                  </a:lnTo>
                  <a:lnTo>
                    <a:pt x="121705" y="130174"/>
                  </a:lnTo>
                  <a:lnTo>
                    <a:pt x="121892" y="130751"/>
                  </a:lnTo>
                  <a:lnTo>
                    <a:pt x="122078" y="131151"/>
                  </a:lnTo>
                  <a:lnTo>
                    <a:pt x="122265" y="131783"/>
                  </a:lnTo>
                  <a:lnTo>
                    <a:pt x="122452" y="132560"/>
                  </a:lnTo>
                  <a:lnTo>
                    <a:pt x="122639" y="133720"/>
                  </a:lnTo>
                  <a:lnTo>
                    <a:pt x="122826" y="135187"/>
                  </a:lnTo>
                  <a:lnTo>
                    <a:pt x="123013" y="137098"/>
                  </a:lnTo>
                  <a:lnTo>
                    <a:pt x="123200" y="138950"/>
                  </a:lnTo>
                  <a:lnTo>
                    <a:pt x="123387" y="140527"/>
                  </a:lnTo>
                  <a:lnTo>
                    <a:pt x="123574" y="141948"/>
                  </a:lnTo>
                  <a:lnTo>
                    <a:pt x="123761" y="143289"/>
                  </a:lnTo>
                  <a:lnTo>
                    <a:pt x="123948" y="144246"/>
                  </a:lnTo>
                  <a:lnTo>
                    <a:pt x="124135" y="145288"/>
                  </a:lnTo>
                  <a:lnTo>
                    <a:pt x="124322" y="146269"/>
                  </a:lnTo>
                  <a:lnTo>
                    <a:pt x="124508" y="147100"/>
                  </a:lnTo>
                  <a:lnTo>
                    <a:pt x="124695" y="147793"/>
                  </a:lnTo>
                  <a:lnTo>
                    <a:pt x="124882" y="148516"/>
                  </a:lnTo>
                  <a:lnTo>
                    <a:pt x="125069" y="149251"/>
                  </a:lnTo>
                  <a:lnTo>
                    <a:pt x="125256" y="149833"/>
                  </a:lnTo>
                  <a:lnTo>
                    <a:pt x="125443" y="150305"/>
                  </a:lnTo>
                  <a:lnTo>
                    <a:pt x="125630" y="150677"/>
                  </a:lnTo>
                  <a:lnTo>
                    <a:pt x="125817" y="151105"/>
                  </a:lnTo>
                  <a:lnTo>
                    <a:pt x="126004" y="151314"/>
                  </a:lnTo>
                  <a:lnTo>
                    <a:pt x="126191" y="151483"/>
                  </a:lnTo>
                  <a:lnTo>
                    <a:pt x="126378" y="151723"/>
                  </a:lnTo>
                  <a:lnTo>
                    <a:pt x="126565" y="151963"/>
                  </a:lnTo>
                  <a:lnTo>
                    <a:pt x="126751" y="152202"/>
                  </a:lnTo>
                  <a:lnTo>
                    <a:pt x="126938" y="152304"/>
                  </a:lnTo>
                  <a:lnTo>
                    <a:pt x="127125" y="152258"/>
                  </a:lnTo>
                  <a:lnTo>
                    <a:pt x="127312" y="152108"/>
                  </a:lnTo>
                  <a:lnTo>
                    <a:pt x="127499" y="152175"/>
                  </a:lnTo>
                  <a:lnTo>
                    <a:pt x="127686" y="152241"/>
                  </a:lnTo>
                  <a:lnTo>
                    <a:pt x="127873" y="152260"/>
                  </a:lnTo>
                  <a:lnTo>
                    <a:pt x="128060" y="152270"/>
                  </a:lnTo>
                  <a:lnTo>
                    <a:pt x="128247" y="152375"/>
                  </a:lnTo>
                  <a:lnTo>
                    <a:pt x="128434" y="152380"/>
                  </a:lnTo>
                  <a:lnTo>
                    <a:pt x="128621" y="152449"/>
                  </a:lnTo>
                  <a:lnTo>
                    <a:pt x="128808" y="152568"/>
                  </a:lnTo>
                  <a:lnTo>
                    <a:pt x="128995" y="152664"/>
                  </a:lnTo>
                  <a:lnTo>
                    <a:pt x="129181" y="152668"/>
                  </a:lnTo>
                  <a:lnTo>
                    <a:pt x="129368" y="152671"/>
                  </a:lnTo>
                  <a:lnTo>
                    <a:pt x="129555" y="152702"/>
                  </a:lnTo>
                  <a:lnTo>
                    <a:pt x="129742" y="152882"/>
                  </a:lnTo>
                  <a:lnTo>
                    <a:pt x="129929" y="153192"/>
                  </a:lnTo>
                  <a:lnTo>
                    <a:pt x="130116" y="153489"/>
                  </a:lnTo>
                  <a:lnTo>
                    <a:pt x="130303" y="153748"/>
                  </a:lnTo>
                  <a:lnTo>
                    <a:pt x="130490" y="154008"/>
                  </a:lnTo>
                  <a:lnTo>
                    <a:pt x="130677" y="154267"/>
                  </a:lnTo>
                  <a:lnTo>
                    <a:pt x="130864" y="154543"/>
                  </a:lnTo>
                  <a:lnTo>
                    <a:pt x="131051" y="155013"/>
                  </a:lnTo>
                  <a:lnTo>
                    <a:pt x="131238" y="155576"/>
                  </a:lnTo>
                  <a:lnTo>
                    <a:pt x="131424" y="156074"/>
                  </a:lnTo>
                  <a:lnTo>
                    <a:pt x="131611" y="156560"/>
                  </a:lnTo>
                  <a:lnTo>
                    <a:pt x="131798" y="156673"/>
                  </a:lnTo>
                  <a:lnTo>
                    <a:pt x="131985" y="156736"/>
                  </a:lnTo>
                  <a:lnTo>
                    <a:pt x="132172" y="156677"/>
                  </a:lnTo>
                  <a:lnTo>
                    <a:pt x="132359" y="156590"/>
                  </a:lnTo>
                  <a:lnTo>
                    <a:pt x="132546" y="156597"/>
                  </a:lnTo>
                  <a:lnTo>
                    <a:pt x="132733" y="156542"/>
                  </a:lnTo>
                  <a:lnTo>
                    <a:pt x="132920" y="156242"/>
                  </a:lnTo>
                  <a:lnTo>
                    <a:pt x="133107" y="155876"/>
                  </a:lnTo>
                  <a:lnTo>
                    <a:pt x="133294" y="155445"/>
                  </a:lnTo>
                  <a:lnTo>
                    <a:pt x="133481" y="154820"/>
                  </a:lnTo>
                  <a:lnTo>
                    <a:pt x="133668" y="154174"/>
                  </a:lnTo>
                  <a:lnTo>
                    <a:pt x="133854" y="153400"/>
                  </a:lnTo>
                  <a:lnTo>
                    <a:pt x="134041" y="152645"/>
                  </a:lnTo>
                  <a:lnTo>
                    <a:pt x="134228" y="151942"/>
                  </a:lnTo>
                  <a:lnTo>
                    <a:pt x="134415" y="151304"/>
                  </a:lnTo>
                  <a:lnTo>
                    <a:pt x="134602" y="150739"/>
                  </a:lnTo>
                  <a:lnTo>
                    <a:pt x="134789" y="150084"/>
                  </a:lnTo>
                  <a:lnTo>
                    <a:pt x="134976" y="149288"/>
                  </a:lnTo>
                  <a:lnTo>
                    <a:pt x="135163" y="148542"/>
                  </a:lnTo>
                  <a:lnTo>
                    <a:pt x="135350" y="147841"/>
                  </a:lnTo>
                  <a:lnTo>
                    <a:pt x="135537" y="147181"/>
                  </a:lnTo>
                  <a:lnTo>
                    <a:pt x="135724" y="146770"/>
                  </a:lnTo>
                  <a:lnTo>
                    <a:pt x="135911" y="146779"/>
                  </a:lnTo>
                  <a:lnTo>
                    <a:pt x="136098" y="147059"/>
                  </a:lnTo>
                  <a:lnTo>
                    <a:pt x="136284" y="147356"/>
                  </a:lnTo>
                  <a:lnTo>
                    <a:pt x="136471" y="147537"/>
                  </a:lnTo>
                  <a:lnTo>
                    <a:pt x="136658" y="147814"/>
                  </a:lnTo>
                  <a:lnTo>
                    <a:pt x="136845" y="147885"/>
                  </a:lnTo>
                  <a:lnTo>
                    <a:pt x="137032" y="147514"/>
                  </a:lnTo>
                  <a:lnTo>
                    <a:pt x="137219" y="147018"/>
                  </a:lnTo>
                  <a:lnTo>
                    <a:pt x="137406" y="146540"/>
                  </a:lnTo>
                  <a:lnTo>
                    <a:pt x="137593" y="146317"/>
                  </a:lnTo>
                  <a:lnTo>
                    <a:pt x="137780" y="146259"/>
                  </a:lnTo>
                  <a:lnTo>
                    <a:pt x="137967" y="146259"/>
                  </a:lnTo>
                  <a:lnTo>
                    <a:pt x="138154" y="146259"/>
                  </a:lnTo>
                  <a:lnTo>
                    <a:pt x="138341" y="146408"/>
                  </a:lnTo>
                  <a:lnTo>
                    <a:pt x="138527" y="146573"/>
                  </a:lnTo>
                  <a:lnTo>
                    <a:pt x="138714" y="146713"/>
                  </a:lnTo>
                  <a:lnTo>
                    <a:pt x="138901" y="146713"/>
                  </a:lnTo>
                  <a:lnTo>
                    <a:pt x="139088" y="146408"/>
                  </a:lnTo>
                  <a:lnTo>
                    <a:pt x="139275" y="146262"/>
                  </a:lnTo>
                  <a:lnTo>
                    <a:pt x="139462" y="146219"/>
                  </a:lnTo>
                  <a:lnTo>
                    <a:pt x="139649" y="146270"/>
                  </a:lnTo>
                  <a:lnTo>
                    <a:pt x="139836" y="146216"/>
                  </a:lnTo>
                  <a:lnTo>
                    <a:pt x="140023" y="146169"/>
                  </a:lnTo>
                  <a:lnTo>
                    <a:pt x="140210" y="146122"/>
                  </a:lnTo>
                  <a:lnTo>
                    <a:pt x="140397" y="145967"/>
                  </a:lnTo>
                  <a:lnTo>
                    <a:pt x="140584" y="145746"/>
                  </a:lnTo>
                  <a:lnTo>
                    <a:pt x="140771" y="145459"/>
                  </a:lnTo>
                  <a:lnTo>
                    <a:pt x="140957" y="145050"/>
                  </a:lnTo>
                  <a:lnTo>
                    <a:pt x="141144" y="144567"/>
                  </a:lnTo>
                  <a:lnTo>
                    <a:pt x="141331" y="144036"/>
                  </a:lnTo>
                  <a:lnTo>
                    <a:pt x="141518" y="143607"/>
                  </a:lnTo>
                  <a:lnTo>
                    <a:pt x="141705" y="143289"/>
                  </a:lnTo>
                  <a:lnTo>
                    <a:pt x="141892" y="143128"/>
                  </a:lnTo>
                  <a:lnTo>
                    <a:pt x="142079" y="142948"/>
                  </a:lnTo>
                  <a:lnTo>
                    <a:pt x="142266" y="142782"/>
                  </a:lnTo>
                  <a:lnTo>
                    <a:pt x="142453" y="142892"/>
                  </a:lnTo>
                  <a:lnTo>
                    <a:pt x="142640" y="143052"/>
                  </a:lnTo>
                  <a:lnTo>
                    <a:pt x="142827" y="143198"/>
                  </a:lnTo>
                  <a:lnTo>
                    <a:pt x="143014" y="143438"/>
                  </a:lnTo>
                  <a:lnTo>
                    <a:pt x="143201" y="143768"/>
                  </a:lnTo>
                  <a:lnTo>
                    <a:pt x="143387" y="144051"/>
                  </a:lnTo>
                  <a:lnTo>
                    <a:pt x="143574" y="143886"/>
                  </a:lnTo>
                  <a:lnTo>
                    <a:pt x="143761" y="143657"/>
                  </a:lnTo>
                  <a:lnTo>
                    <a:pt x="143948" y="143276"/>
                  </a:lnTo>
                  <a:lnTo>
                    <a:pt x="144135" y="142870"/>
                  </a:lnTo>
                  <a:lnTo>
                    <a:pt x="144322" y="142432"/>
                  </a:lnTo>
                  <a:lnTo>
                    <a:pt x="144509" y="141948"/>
                  </a:lnTo>
                  <a:lnTo>
                    <a:pt x="144696" y="141476"/>
                  </a:lnTo>
                  <a:lnTo>
                    <a:pt x="144883" y="140960"/>
                  </a:lnTo>
                  <a:lnTo>
                    <a:pt x="145070" y="140337"/>
                  </a:lnTo>
                  <a:lnTo>
                    <a:pt x="145257" y="139661"/>
                  </a:lnTo>
                  <a:lnTo>
                    <a:pt x="145444" y="138979"/>
                  </a:lnTo>
                  <a:lnTo>
                    <a:pt x="145630" y="138404"/>
                  </a:lnTo>
                  <a:lnTo>
                    <a:pt x="145817" y="137730"/>
                  </a:lnTo>
                  <a:lnTo>
                    <a:pt x="146004" y="137071"/>
                  </a:lnTo>
                  <a:lnTo>
                    <a:pt x="146191" y="136580"/>
                  </a:lnTo>
                  <a:lnTo>
                    <a:pt x="146378" y="136216"/>
                  </a:lnTo>
                  <a:lnTo>
                    <a:pt x="146565" y="135916"/>
                  </a:lnTo>
                  <a:lnTo>
                    <a:pt x="146752" y="135669"/>
                  </a:lnTo>
                  <a:lnTo>
                    <a:pt x="146939" y="135403"/>
                  </a:lnTo>
                  <a:lnTo>
                    <a:pt x="147126" y="135396"/>
                  </a:lnTo>
                  <a:lnTo>
                    <a:pt x="147313" y="135329"/>
                  </a:lnTo>
                  <a:lnTo>
                    <a:pt x="147500" y="135262"/>
                  </a:lnTo>
                  <a:lnTo>
                    <a:pt x="147687" y="135212"/>
                  </a:lnTo>
                  <a:lnTo>
                    <a:pt x="147874" y="135197"/>
                  </a:lnTo>
                  <a:lnTo>
                    <a:pt x="148060" y="135145"/>
                  </a:lnTo>
                  <a:lnTo>
                    <a:pt x="148247" y="135074"/>
                  </a:lnTo>
                  <a:lnTo>
                    <a:pt x="148434" y="134909"/>
                  </a:lnTo>
                  <a:lnTo>
                    <a:pt x="148621" y="134833"/>
                  </a:lnTo>
                  <a:lnTo>
                    <a:pt x="148808" y="134800"/>
                  </a:lnTo>
                  <a:lnTo>
                    <a:pt x="148995" y="134767"/>
                  </a:lnTo>
                  <a:lnTo>
                    <a:pt x="149182" y="134820"/>
                  </a:lnTo>
                  <a:lnTo>
                    <a:pt x="149369" y="134913"/>
                  </a:lnTo>
                  <a:lnTo>
                    <a:pt x="149556" y="135049"/>
                  </a:lnTo>
                  <a:lnTo>
                    <a:pt x="149743" y="135148"/>
                  </a:lnTo>
                  <a:lnTo>
                    <a:pt x="149930" y="135144"/>
                  </a:lnTo>
                  <a:lnTo>
                    <a:pt x="150117" y="135046"/>
                  </a:lnTo>
                  <a:lnTo>
                    <a:pt x="150303" y="134875"/>
                  </a:lnTo>
                  <a:lnTo>
                    <a:pt x="150490" y="134831"/>
                  </a:lnTo>
                  <a:lnTo>
                    <a:pt x="150677" y="134764"/>
                  </a:lnTo>
                  <a:lnTo>
                    <a:pt x="150864" y="134785"/>
                  </a:lnTo>
                  <a:lnTo>
                    <a:pt x="151051" y="135145"/>
                  </a:lnTo>
                  <a:lnTo>
                    <a:pt x="151238" y="135579"/>
                  </a:lnTo>
                  <a:lnTo>
                    <a:pt x="151425" y="136117"/>
                  </a:lnTo>
                  <a:lnTo>
                    <a:pt x="151612" y="136781"/>
                  </a:lnTo>
                  <a:lnTo>
                    <a:pt x="151799" y="137578"/>
                  </a:lnTo>
                  <a:lnTo>
                    <a:pt x="151986" y="138265"/>
                  </a:lnTo>
                  <a:lnTo>
                    <a:pt x="152173" y="138938"/>
                  </a:lnTo>
                  <a:lnTo>
                    <a:pt x="152360" y="139568"/>
                  </a:lnTo>
                  <a:lnTo>
                    <a:pt x="152547" y="140195"/>
                  </a:lnTo>
                  <a:lnTo>
                    <a:pt x="152733" y="140852"/>
                  </a:lnTo>
                  <a:lnTo>
                    <a:pt x="152920" y="141511"/>
                  </a:lnTo>
                  <a:lnTo>
                    <a:pt x="153107" y="142195"/>
                  </a:lnTo>
                  <a:lnTo>
                    <a:pt x="153294" y="142854"/>
                  </a:lnTo>
                  <a:lnTo>
                    <a:pt x="153481" y="143511"/>
                  </a:lnTo>
                  <a:lnTo>
                    <a:pt x="153668" y="144173"/>
                  </a:lnTo>
                  <a:lnTo>
                    <a:pt x="153855" y="144818"/>
                  </a:lnTo>
                  <a:lnTo>
                    <a:pt x="154042" y="145381"/>
                  </a:lnTo>
                  <a:lnTo>
                    <a:pt x="154229" y="145825"/>
                  </a:lnTo>
                  <a:lnTo>
                    <a:pt x="154416" y="146108"/>
                  </a:lnTo>
                  <a:lnTo>
                    <a:pt x="154603" y="146180"/>
                  </a:lnTo>
                  <a:lnTo>
                    <a:pt x="154790" y="146239"/>
                  </a:lnTo>
                  <a:lnTo>
                    <a:pt x="154977" y="146270"/>
                  </a:lnTo>
                  <a:lnTo>
                    <a:pt x="155163" y="146329"/>
                  </a:lnTo>
                  <a:lnTo>
                    <a:pt x="155350" y="146606"/>
                  </a:lnTo>
                  <a:lnTo>
                    <a:pt x="155537" y="146892"/>
                  </a:lnTo>
                  <a:lnTo>
                    <a:pt x="155724" y="147177"/>
                  </a:lnTo>
                  <a:lnTo>
                    <a:pt x="155911" y="147396"/>
                  </a:lnTo>
                  <a:lnTo>
                    <a:pt x="156098" y="147587"/>
                  </a:lnTo>
                  <a:lnTo>
                    <a:pt x="156285" y="147521"/>
                  </a:lnTo>
                  <a:lnTo>
                    <a:pt x="156472" y="147468"/>
                  </a:lnTo>
                  <a:lnTo>
                    <a:pt x="156659" y="147369"/>
                  </a:lnTo>
                  <a:lnTo>
                    <a:pt x="156846" y="147564"/>
                  </a:lnTo>
                  <a:lnTo>
                    <a:pt x="157033" y="147897"/>
                  </a:lnTo>
                  <a:lnTo>
                    <a:pt x="157220" y="148351"/>
                  </a:lnTo>
                  <a:lnTo>
                    <a:pt x="157406" y="148821"/>
                  </a:lnTo>
                  <a:lnTo>
                    <a:pt x="157593" y="149351"/>
                  </a:lnTo>
                  <a:lnTo>
                    <a:pt x="157780" y="149917"/>
                  </a:lnTo>
                  <a:lnTo>
                    <a:pt x="157967" y="150373"/>
                  </a:lnTo>
                  <a:lnTo>
                    <a:pt x="158154" y="150445"/>
                  </a:lnTo>
                  <a:lnTo>
                    <a:pt x="158341" y="150590"/>
                  </a:lnTo>
                  <a:lnTo>
                    <a:pt x="158528" y="150736"/>
                  </a:lnTo>
                  <a:lnTo>
                    <a:pt x="158715" y="150933"/>
                  </a:lnTo>
                  <a:lnTo>
                    <a:pt x="158902" y="151191"/>
                  </a:lnTo>
                  <a:lnTo>
                    <a:pt x="159089" y="151488"/>
                  </a:lnTo>
                  <a:lnTo>
                    <a:pt x="159276" y="151829"/>
                  </a:lnTo>
                  <a:lnTo>
                    <a:pt x="159463" y="152511"/>
                  </a:lnTo>
                  <a:lnTo>
                    <a:pt x="159650" y="152956"/>
                  </a:lnTo>
                  <a:lnTo>
                    <a:pt x="159836" y="153255"/>
                  </a:lnTo>
                  <a:lnTo>
                    <a:pt x="160023" y="153472"/>
                  </a:lnTo>
                  <a:lnTo>
                    <a:pt x="160210" y="153663"/>
                  </a:lnTo>
                  <a:lnTo>
                    <a:pt x="160397" y="153816"/>
                  </a:lnTo>
                  <a:lnTo>
                    <a:pt x="160584" y="153953"/>
                  </a:lnTo>
                  <a:lnTo>
                    <a:pt x="160771" y="154020"/>
                  </a:lnTo>
                  <a:lnTo>
                    <a:pt x="160958" y="153974"/>
                  </a:lnTo>
                  <a:lnTo>
                    <a:pt x="161145" y="153622"/>
                  </a:lnTo>
                  <a:lnTo>
                    <a:pt x="161332" y="153621"/>
                  </a:lnTo>
                  <a:lnTo>
                    <a:pt x="161519" y="153825"/>
                  </a:lnTo>
                  <a:lnTo>
                    <a:pt x="161706" y="154170"/>
                  </a:lnTo>
                  <a:lnTo>
                    <a:pt x="161893" y="154502"/>
                  </a:lnTo>
                  <a:lnTo>
                    <a:pt x="162080" y="154942"/>
                  </a:lnTo>
                  <a:lnTo>
                    <a:pt x="162266" y="155461"/>
                  </a:lnTo>
                  <a:lnTo>
                    <a:pt x="162453" y="156038"/>
                  </a:lnTo>
                  <a:lnTo>
                    <a:pt x="162640" y="156616"/>
                  </a:lnTo>
                  <a:lnTo>
                    <a:pt x="162827" y="157217"/>
                  </a:lnTo>
                  <a:lnTo>
                    <a:pt x="163014" y="157818"/>
                  </a:lnTo>
                  <a:lnTo>
                    <a:pt x="163027" y="1578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302323" y="6345233"/>
              <a:ext cx="5435" cy="8911"/>
            </a:xfrm>
            <a:custGeom>
              <a:avLst/>
              <a:pathLst>
                <a:path w="5435" h="8911">
                  <a:moveTo>
                    <a:pt x="0" y="8911"/>
                  </a:moveTo>
                  <a:lnTo>
                    <a:pt x="78" y="8343"/>
                  </a:lnTo>
                  <a:lnTo>
                    <a:pt x="265" y="6805"/>
                  </a:lnTo>
                  <a:lnTo>
                    <a:pt x="452" y="5684"/>
                  </a:lnTo>
                  <a:lnTo>
                    <a:pt x="639" y="4635"/>
                  </a:lnTo>
                  <a:lnTo>
                    <a:pt x="826" y="3643"/>
                  </a:lnTo>
                  <a:lnTo>
                    <a:pt x="1013" y="2752"/>
                  </a:lnTo>
                  <a:lnTo>
                    <a:pt x="1200" y="2272"/>
                  </a:lnTo>
                  <a:lnTo>
                    <a:pt x="1387" y="1867"/>
                  </a:lnTo>
                  <a:lnTo>
                    <a:pt x="1574" y="1533"/>
                  </a:lnTo>
                  <a:lnTo>
                    <a:pt x="1761" y="1198"/>
                  </a:lnTo>
                  <a:lnTo>
                    <a:pt x="1947" y="895"/>
                  </a:lnTo>
                  <a:lnTo>
                    <a:pt x="2134" y="573"/>
                  </a:lnTo>
                  <a:lnTo>
                    <a:pt x="2321" y="355"/>
                  </a:lnTo>
                  <a:lnTo>
                    <a:pt x="2508" y="148"/>
                  </a:lnTo>
                  <a:lnTo>
                    <a:pt x="2695" y="0"/>
                  </a:lnTo>
                  <a:lnTo>
                    <a:pt x="2882" y="149"/>
                  </a:lnTo>
                  <a:lnTo>
                    <a:pt x="3069" y="379"/>
                  </a:lnTo>
                  <a:lnTo>
                    <a:pt x="3256" y="776"/>
                  </a:lnTo>
                  <a:lnTo>
                    <a:pt x="3443" y="1203"/>
                  </a:lnTo>
                  <a:lnTo>
                    <a:pt x="3630" y="1488"/>
                  </a:lnTo>
                  <a:lnTo>
                    <a:pt x="3817" y="1937"/>
                  </a:lnTo>
                  <a:lnTo>
                    <a:pt x="4004" y="2400"/>
                  </a:lnTo>
                  <a:lnTo>
                    <a:pt x="4191" y="3027"/>
                  </a:lnTo>
                  <a:lnTo>
                    <a:pt x="4377" y="3858"/>
                  </a:lnTo>
                  <a:lnTo>
                    <a:pt x="4564" y="4703"/>
                  </a:lnTo>
                  <a:lnTo>
                    <a:pt x="4751" y="5615"/>
                  </a:lnTo>
                  <a:lnTo>
                    <a:pt x="4938" y="6542"/>
                  </a:lnTo>
                  <a:lnTo>
                    <a:pt x="5125" y="7469"/>
                  </a:lnTo>
                  <a:lnTo>
                    <a:pt x="5312" y="8381"/>
                  </a:lnTo>
                  <a:lnTo>
                    <a:pt x="5435" y="891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312817" y="6351010"/>
              <a:ext cx="2083" cy="3133"/>
            </a:xfrm>
            <a:custGeom>
              <a:avLst/>
              <a:pathLst>
                <a:path w="2083" h="3133">
                  <a:moveTo>
                    <a:pt x="0" y="3133"/>
                  </a:moveTo>
                  <a:lnTo>
                    <a:pt x="52" y="2934"/>
                  </a:lnTo>
                  <a:lnTo>
                    <a:pt x="239" y="2163"/>
                  </a:lnTo>
                  <a:lnTo>
                    <a:pt x="426" y="1385"/>
                  </a:lnTo>
                  <a:lnTo>
                    <a:pt x="613" y="606"/>
                  </a:lnTo>
                  <a:lnTo>
                    <a:pt x="800" y="151"/>
                  </a:lnTo>
                  <a:lnTo>
                    <a:pt x="986" y="42"/>
                  </a:lnTo>
                  <a:lnTo>
                    <a:pt x="1173" y="0"/>
                  </a:lnTo>
                  <a:lnTo>
                    <a:pt x="1360" y="268"/>
                  </a:lnTo>
                  <a:lnTo>
                    <a:pt x="1547" y="866"/>
                  </a:lnTo>
                  <a:lnTo>
                    <a:pt x="1734" y="1701"/>
                  </a:lnTo>
                  <a:lnTo>
                    <a:pt x="1921" y="2510"/>
                  </a:lnTo>
                  <a:lnTo>
                    <a:pt x="2083" y="313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322312" y="6197234"/>
              <a:ext cx="132123" cy="156910"/>
            </a:xfrm>
            <a:custGeom>
              <a:avLst/>
              <a:pathLst>
                <a:path w="132123" h="156910">
                  <a:moveTo>
                    <a:pt x="0" y="156910"/>
                  </a:moveTo>
                  <a:lnTo>
                    <a:pt x="90" y="156519"/>
                  </a:lnTo>
                  <a:lnTo>
                    <a:pt x="277" y="155722"/>
                  </a:lnTo>
                  <a:lnTo>
                    <a:pt x="464" y="154758"/>
                  </a:lnTo>
                  <a:lnTo>
                    <a:pt x="651" y="153777"/>
                  </a:lnTo>
                  <a:lnTo>
                    <a:pt x="837" y="152484"/>
                  </a:lnTo>
                  <a:lnTo>
                    <a:pt x="1024" y="151166"/>
                  </a:lnTo>
                  <a:lnTo>
                    <a:pt x="1211" y="149923"/>
                  </a:lnTo>
                  <a:lnTo>
                    <a:pt x="1398" y="148656"/>
                  </a:lnTo>
                  <a:lnTo>
                    <a:pt x="1585" y="147430"/>
                  </a:lnTo>
                  <a:lnTo>
                    <a:pt x="1772" y="146296"/>
                  </a:lnTo>
                  <a:lnTo>
                    <a:pt x="1959" y="145110"/>
                  </a:lnTo>
                  <a:lnTo>
                    <a:pt x="2146" y="143720"/>
                  </a:lnTo>
                  <a:lnTo>
                    <a:pt x="2333" y="141951"/>
                  </a:lnTo>
                  <a:lnTo>
                    <a:pt x="2520" y="140017"/>
                  </a:lnTo>
                  <a:lnTo>
                    <a:pt x="2707" y="137965"/>
                  </a:lnTo>
                  <a:lnTo>
                    <a:pt x="2894" y="135984"/>
                  </a:lnTo>
                  <a:lnTo>
                    <a:pt x="3081" y="134680"/>
                  </a:lnTo>
                  <a:lnTo>
                    <a:pt x="3267" y="133512"/>
                  </a:lnTo>
                  <a:lnTo>
                    <a:pt x="3454" y="132741"/>
                  </a:lnTo>
                  <a:lnTo>
                    <a:pt x="3641" y="132184"/>
                  </a:lnTo>
                  <a:lnTo>
                    <a:pt x="3828" y="131511"/>
                  </a:lnTo>
                  <a:lnTo>
                    <a:pt x="4015" y="130874"/>
                  </a:lnTo>
                  <a:lnTo>
                    <a:pt x="4202" y="130168"/>
                  </a:lnTo>
                  <a:lnTo>
                    <a:pt x="4389" y="129495"/>
                  </a:lnTo>
                  <a:lnTo>
                    <a:pt x="4576" y="128862"/>
                  </a:lnTo>
                  <a:lnTo>
                    <a:pt x="4763" y="128138"/>
                  </a:lnTo>
                  <a:lnTo>
                    <a:pt x="4950" y="127537"/>
                  </a:lnTo>
                  <a:lnTo>
                    <a:pt x="5137" y="127128"/>
                  </a:lnTo>
                  <a:lnTo>
                    <a:pt x="5324" y="126831"/>
                  </a:lnTo>
                  <a:lnTo>
                    <a:pt x="5510" y="126611"/>
                  </a:lnTo>
                  <a:lnTo>
                    <a:pt x="5697" y="126510"/>
                  </a:lnTo>
                  <a:lnTo>
                    <a:pt x="5884" y="126438"/>
                  </a:lnTo>
                  <a:lnTo>
                    <a:pt x="6071" y="126363"/>
                  </a:lnTo>
                  <a:lnTo>
                    <a:pt x="6258" y="126121"/>
                  </a:lnTo>
                  <a:lnTo>
                    <a:pt x="6445" y="125878"/>
                  </a:lnTo>
                  <a:lnTo>
                    <a:pt x="6632" y="125536"/>
                  </a:lnTo>
                  <a:lnTo>
                    <a:pt x="6819" y="125398"/>
                  </a:lnTo>
                  <a:lnTo>
                    <a:pt x="7006" y="125099"/>
                  </a:lnTo>
                  <a:lnTo>
                    <a:pt x="7193" y="124928"/>
                  </a:lnTo>
                  <a:lnTo>
                    <a:pt x="7380" y="124699"/>
                  </a:lnTo>
                  <a:lnTo>
                    <a:pt x="7567" y="124412"/>
                  </a:lnTo>
                  <a:lnTo>
                    <a:pt x="7754" y="124074"/>
                  </a:lnTo>
                  <a:lnTo>
                    <a:pt x="7940" y="123729"/>
                  </a:lnTo>
                  <a:lnTo>
                    <a:pt x="8127" y="123395"/>
                  </a:lnTo>
                  <a:lnTo>
                    <a:pt x="8314" y="123213"/>
                  </a:lnTo>
                  <a:lnTo>
                    <a:pt x="8501" y="123011"/>
                  </a:lnTo>
                  <a:lnTo>
                    <a:pt x="8688" y="122733"/>
                  </a:lnTo>
                  <a:lnTo>
                    <a:pt x="8875" y="122216"/>
                  </a:lnTo>
                  <a:lnTo>
                    <a:pt x="9062" y="121700"/>
                  </a:lnTo>
                  <a:lnTo>
                    <a:pt x="9249" y="121135"/>
                  </a:lnTo>
                  <a:lnTo>
                    <a:pt x="9436" y="120836"/>
                  </a:lnTo>
                  <a:lnTo>
                    <a:pt x="9623" y="120545"/>
                  </a:lnTo>
                  <a:lnTo>
                    <a:pt x="9810" y="120350"/>
                  </a:lnTo>
                  <a:lnTo>
                    <a:pt x="9997" y="120114"/>
                  </a:lnTo>
                  <a:lnTo>
                    <a:pt x="10184" y="119864"/>
                  </a:lnTo>
                  <a:lnTo>
                    <a:pt x="10370" y="119426"/>
                  </a:lnTo>
                  <a:lnTo>
                    <a:pt x="10557" y="119191"/>
                  </a:lnTo>
                  <a:lnTo>
                    <a:pt x="10744" y="118960"/>
                  </a:lnTo>
                  <a:lnTo>
                    <a:pt x="10931" y="118623"/>
                  </a:lnTo>
                  <a:lnTo>
                    <a:pt x="11118" y="118137"/>
                  </a:lnTo>
                  <a:lnTo>
                    <a:pt x="11305" y="117624"/>
                  </a:lnTo>
                  <a:lnTo>
                    <a:pt x="11492" y="117126"/>
                  </a:lnTo>
                  <a:lnTo>
                    <a:pt x="11679" y="116684"/>
                  </a:lnTo>
                  <a:lnTo>
                    <a:pt x="11866" y="116271"/>
                  </a:lnTo>
                  <a:lnTo>
                    <a:pt x="12053" y="116183"/>
                  </a:lnTo>
                  <a:lnTo>
                    <a:pt x="12240" y="115972"/>
                  </a:lnTo>
                  <a:lnTo>
                    <a:pt x="12427" y="115556"/>
                  </a:lnTo>
                  <a:lnTo>
                    <a:pt x="12613" y="115000"/>
                  </a:lnTo>
                  <a:lnTo>
                    <a:pt x="12800" y="114455"/>
                  </a:lnTo>
                  <a:lnTo>
                    <a:pt x="12987" y="113803"/>
                  </a:lnTo>
                  <a:lnTo>
                    <a:pt x="13174" y="113132"/>
                  </a:lnTo>
                  <a:lnTo>
                    <a:pt x="13361" y="112430"/>
                  </a:lnTo>
                  <a:lnTo>
                    <a:pt x="13548" y="111756"/>
                  </a:lnTo>
                  <a:lnTo>
                    <a:pt x="13735" y="110825"/>
                  </a:lnTo>
                  <a:lnTo>
                    <a:pt x="13922" y="110043"/>
                  </a:lnTo>
                  <a:lnTo>
                    <a:pt x="14109" y="109277"/>
                  </a:lnTo>
                  <a:lnTo>
                    <a:pt x="14296" y="108511"/>
                  </a:lnTo>
                  <a:lnTo>
                    <a:pt x="14483" y="107769"/>
                  </a:lnTo>
                  <a:lnTo>
                    <a:pt x="14670" y="107155"/>
                  </a:lnTo>
                  <a:lnTo>
                    <a:pt x="14857" y="106498"/>
                  </a:lnTo>
                  <a:lnTo>
                    <a:pt x="15043" y="105842"/>
                  </a:lnTo>
                  <a:lnTo>
                    <a:pt x="15230" y="105073"/>
                  </a:lnTo>
                  <a:lnTo>
                    <a:pt x="15417" y="104298"/>
                  </a:lnTo>
                  <a:lnTo>
                    <a:pt x="15604" y="103587"/>
                  </a:lnTo>
                  <a:lnTo>
                    <a:pt x="15791" y="103007"/>
                  </a:lnTo>
                  <a:lnTo>
                    <a:pt x="15978" y="102618"/>
                  </a:lnTo>
                  <a:lnTo>
                    <a:pt x="16165" y="102545"/>
                  </a:lnTo>
                  <a:lnTo>
                    <a:pt x="16352" y="102504"/>
                  </a:lnTo>
                  <a:lnTo>
                    <a:pt x="16539" y="102967"/>
                  </a:lnTo>
                  <a:lnTo>
                    <a:pt x="16726" y="103718"/>
                  </a:lnTo>
                  <a:lnTo>
                    <a:pt x="16913" y="104357"/>
                  </a:lnTo>
                  <a:lnTo>
                    <a:pt x="17100" y="104970"/>
                  </a:lnTo>
                  <a:lnTo>
                    <a:pt x="17287" y="105559"/>
                  </a:lnTo>
                  <a:lnTo>
                    <a:pt x="17473" y="106192"/>
                  </a:lnTo>
                  <a:lnTo>
                    <a:pt x="17660" y="106907"/>
                  </a:lnTo>
                  <a:lnTo>
                    <a:pt x="17847" y="107181"/>
                  </a:lnTo>
                  <a:lnTo>
                    <a:pt x="18034" y="107452"/>
                  </a:lnTo>
                  <a:lnTo>
                    <a:pt x="18221" y="107702"/>
                  </a:lnTo>
                  <a:lnTo>
                    <a:pt x="18408" y="107576"/>
                  </a:lnTo>
                  <a:lnTo>
                    <a:pt x="18595" y="107028"/>
                  </a:lnTo>
                  <a:lnTo>
                    <a:pt x="18782" y="106291"/>
                  </a:lnTo>
                  <a:lnTo>
                    <a:pt x="18969" y="105165"/>
                  </a:lnTo>
                  <a:lnTo>
                    <a:pt x="19156" y="103768"/>
                  </a:lnTo>
                  <a:lnTo>
                    <a:pt x="19343" y="102751"/>
                  </a:lnTo>
                  <a:lnTo>
                    <a:pt x="19530" y="101461"/>
                  </a:lnTo>
                  <a:lnTo>
                    <a:pt x="19716" y="100130"/>
                  </a:lnTo>
                  <a:lnTo>
                    <a:pt x="19903" y="98231"/>
                  </a:lnTo>
                  <a:lnTo>
                    <a:pt x="20090" y="96302"/>
                  </a:lnTo>
                  <a:lnTo>
                    <a:pt x="20277" y="94304"/>
                  </a:lnTo>
                  <a:lnTo>
                    <a:pt x="20464" y="92333"/>
                  </a:lnTo>
                  <a:lnTo>
                    <a:pt x="20651" y="90272"/>
                  </a:lnTo>
                  <a:lnTo>
                    <a:pt x="20838" y="88239"/>
                  </a:lnTo>
                  <a:lnTo>
                    <a:pt x="21025" y="86117"/>
                  </a:lnTo>
                  <a:lnTo>
                    <a:pt x="21212" y="84307"/>
                  </a:lnTo>
                  <a:lnTo>
                    <a:pt x="21399" y="82545"/>
                  </a:lnTo>
                  <a:lnTo>
                    <a:pt x="21586" y="80798"/>
                  </a:lnTo>
                  <a:lnTo>
                    <a:pt x="21773" y="79360"/>
                  </a:lnTo>
                  <a:lnTo>
                    <a:pt x="21960" y="78183"/>
                  </a:lnTo>
                  <a:lnTo>
                    <a:pt x="22146" y="76979"/>
                  </a:lnTo>
                  <a:lnTo>
                    <a:pt x="22333" y="75895"/>
                  </a:lnTo>
                  <a:lnTo>
                    <a:pt x="22520" y="74435"/>
                  </a:lnTo>
                  <a:lnTo>
                    <a:pt x="22707" y="73107"/>
                  </a:lnTo>
                  <a:lnTo>
                    <a:pt x="22894" y="71904"/>
                  </a:lnTo>
                  <a:lnTo>
                    <a:pt x="23081" y="70747"/>
                  </a:lnTo>
                  <a:lnTo>
                    <a:pt x="23268" y="69590"/>
                  </a:lnTo>
                  <a:lnTo>
                    <a:pt x="23455" y="68513"/>
                  </a:lnTo>
                  <a:lnTo>
                    <a:pt x="23642" y="67478"/>
                  </a:lnTo>
                  <a:lnTo>
                    <a:pt x="23829" y="66462"/>
                  </a:lnTo>
                  <a:lnTo>
                    <a:pt x="24016" y="65368"/>
                  </a:lnTo>
                  <a:lnTo>
                    <a:pt x="24203" y="64241"/>
                  </a:lnTo>
                  <a:lnTo>
                    <a:pt x="24389" y="63481"/>
                  </a:lnTo>
                  <a:lnTo>
                    <a:pt x="24576" y="62821"/>
                  </a:lnTo>
                  <a:lnTo>
                    <a:pt x="24763" y="62161"/>
                  </a:lnTo>
                  <a:lnTo>
                    <a:pt x="24950" y="61666"/>
                  </a:lnTo>
                  <a:lnTo>
                    <a:pt x="25137" y="61278"/>
                  </a:lnTo>
                  <a:lnTo>
                    <a:pt x="25324" y="61080"/>
                  </a:lnTo>
                  <a:lnTo>
                    <a:pt x="25511" y="60750"/>
                  </a:lnTo>
                  <a:lnTo>
                    <a:pt x="25698" y="60420"/>
                  </a:lnTo>
                  <a:lnTo>
                    <a:pt x="25885" y="60304"/>
                  </a:lnTo>
                  <a:lnTo>
                    <a:pt x="26072" y="60469"/>
                  </a:lnTo>
                  <a:lnTo>
                    <a:pt x="26259" y="60486"/>
                  </a:lnTo>
                  <a:lnTo>
                    <a:pt x="26446" y="60634"/>
                  </a:lnTo>
                  <a:lnTo>
                    <a:pt x="26633" y="61022"/>
                  </a:lnTo>
                  <a:lnTo>
                    <a:pt x="26819" y="61682"/>
                  </a:lnTo>
                  <a:lnTo>
                    <a:pt x="27006" y="62417"/>
                  </a:lnTo>
                  <a:lnTo>
                    <a:pt x="27193" y="63011"/>
                  </a:lnTo>
                  <a:lnTo>
                    <a:pt x="27380" y="63506"/>
                  </a:lnTo>
                  <a:lnTo>
                    <a:pt x="27567" y="64001"/>
                  </a:lnTo>
                  <a:lnTo>
                    <a:pt x="27754" y="64612"/>
                  </a:lnTo>
                  <a:lnTo>
                    <a:pt x="27941" y="65272"/>
                  </a:lnTo>
                  <a:lnTo>
                    <a:pt x="28128" y="65965"/>
                  </a:lnTo>
                  <a:lnTo>
                    <a:pt x="28315" y="66790"/>
                  </a:lnTo>
                  <a:lnTo>
                    <a:pt x="28502" y="67616"/>
                  </a:lnTo>
                  <a:lnTo>
                    <a:pt x="28689" y="68226"/>
                  </a:lnTo>
                  <a:lnTo>
                    <a:pt x="28876" y="68556"/>
                  </a:lnTo>
                  <a:lnTo>
                    <a:pt x="29063" y="69035"/>
                  </a:lnTo>
                  <a:lnTo>
                    <a:pt x="29249" y="69381"/>
                  </a:lnTo>
                  <a:lnTo>
                    <a:pt x="29436" y="69596"/>
                  </a:lnTo>
                  <a:lnTo>
                    <a:pt x="29623" y="69491"/>
                  </a:lnTo>
                  <a:lnTo>
                    <a:pt x="29810" y="69431"/>
                  </a:lnTo>
                  <a:lnTo>
                    <a:pt x="29997" y="69358"/>
                  </a:lnTo>
                  <a:lnTo>
                    <a:pt x="30184" y="69285"/>
                  </a:lnTo>
                  <a:lnTo>
                    <a:pt x="30371" y="69212"/>
                  </a:lnTo>
                  <a:lnTo>
                    <a:pt x="30558" y="68842"/>
                  </a:lnTo>
                  <a:lnTo>
                    <a:pt x="30745" y="68452"/>
                  </a:lnTo>
                  <a:lnTo>
                    <a:pt x="30932" y="67943"/>
                  </a:lnTo>
                  <a:lnTo>
                    <a:pt x="31119" y="67313"/>
                  </a:lnTo>
                  <a:lnTo>
                    <a:pt x="31306" y="66650"/>
                  </a:lnTo>
                  <a:lnTo>
                    <a:pt x="31492" y="66045"/>
                  </a:lnTo>
                  <a:lnTo>
                    <a:pt x="31679" y="65464"/>
                  </a:lnTo>
                  <a:lnTo>
                    <a:pt x="31866" y="64884"/>
                  </a:lnTo>
                  <a:lnTo>
                    <a:pt x="32053" y="64303"/>
                  </a:lnTo>
                  <a:lnTo>
                    <a:pt x="32240" y="63719"/>
                  </a:lnTo>
                  <a:lnTo>
                    <a:pt x="32427" y="63176"/>
                  </a:lnTo>
                  <a:lnTo>
                    <a:pt x="32614" y="62611"/>
                  </a:lnTo>
                  <a:lnTo>
                    <a:pt x="32801" y="62221"/>
                  </a:lnTo>
                  <a:lnTo>
                    <a:pt x="32988" y="61864"/>
                  </a:lnTo>
                  <a:lnTo>
                    <a:pt x="33175" y="61561"/>
                  </a:lnTo>
                  <a:lnTo>
                    <a:pt x="33362" y="61290"/>
                  </a:lnTo>
                  <a:lnTo>
                    <a:pt x="33549" y="61217"/>
                  </a:lnTo>
                  <a:lnTo>
                    <a:pt x="33736" y="61216"/>
                  </a:lnTo>
                  <a:lnTo>
                    <a:pt x="33922" y="61678"/>
                  </a:lnTo>
                  <a:lnTo>
                    <a:pt x="34109" y="62174"/>
                  </a:lnTo>
                  <a:lnTo>
                    <a:pt x="34296" y="62553"/>
                  </a:lnTo>
                  <a:lnTo>
                    <a:pt x="34483" y="62883"/>
                  </a:lnTo>
                  <a:lnTo>
                    <a:pt x="34670" y="63296"/>
                  </a:lnTo>
                  <a:lnTo>
                    <a:pt x="34857" y="63791"/>
                  </a:lnTo>
                  <a:lnTo>
                    <a:pt x="35044" y="64286"/>
                  </a:lnTo>
                  <a:lnTo>
                    <a:pt x="35231" y="64781"/>
                  </a:lnTo>
                  <a:lnTo>
                    <a:pt x="35418" y="65251"/>
                  </a:lnTo>
                  <a:lnTo>
                    <a:pt x="35605" y="65582"/>
                  </a:lnTo>
                  <a:lnTo>
                    <a:pt x="35792" y="65854"/>
                  </a:lnTo>
                  <a:lnTo>
                    <a:pt x="35979" y="66019"/>
                  </a:lnTo>
                  <a:lnTo>
                    <a:pt x="36165" y="66200"/>
                  </a:lnTo>
                  <a:lnTo>
                    <a:pt x="36352" y="66530"/>
                  </a:lnTo>
                  <a:lnTo>
                    <a:pt x="36539" y="66861"/>
                  </a:lnTo>
                  <a:lnTo>
                    <a:pt x="36726" y="67191"/>
                  </a:lnTo>
                  <a:lnTo>
                    <a:pt x="36913" y="67521"/>
                  </a:lnTo>
                  <a:lnTo>
                    <a:pt x="37100" y="67727"/>
                  </a:lnTo>
                  <a:lnTo>
                    <a:pt x="37287" y="67900"/>
                  </a:lnTo>
                  <a:lnTo>
                    <a:pt x="37474" y="68098"/>
                  </a:lnTo>
                  <a:lnTo>
                    <a:pt x="37661" y="68140"/>
                  </a:lnTo>
                  <a:lnTo>
                    <a:pt x="37848" y="68305"/>
                  </a:lnTo>
                  <a:lnTo>
                    <a:pt x="38035" y="68486"/>
                  </a:lnTo>
                  <a:lnTo>
                    <a:pt x="38222" y="69039"/>
                  </a:lnTo>
                  <a:lnTo>
                    <a:pt x="38409" y="69699"/>
                  </a:lnTo>
                  <a:lnTo>
                    <a:pt x="38595" y="70359"/>
                  </a:lnTo>
                  <a:lnTo>
                    <a:pt x="38782" y="71019"/>
                  </a:lnTo>
                  <a:lnTo>
                    <a:pt x="38969" y="71680"/>
                  </a:lnTo>
                  <a:lnTo>
                    <a:pt x="39156" y="72183"/>
                  </a:lnTo>
                  <a:lnTo>
                    <a:pt x="39343" y="72513"/>
                  </a:lnTo>
                  <a:lnTo>
                    <a:pt x="39530" y="72975"/>
                  </a:lnTo>
                  <a:lnTo>
                    <a:pt x="39717" y="73800"/>
                  </a:lnTo>
                  <a:lnTo>
                    <a:pt x="39904" y="74914"/>
                  </a:lnTo>
                  <a:lnTo>
                    <a:pt x="40091" y="76169"/>
                  </a:lnTo>
                  <a:lnTo>
                    <a:pt x="40278" y="77373"/>
                  </a:lnTo>
                  <a:lnTo>
                    <a:pt x="40465" y="77847"/>
                  </a:lnTo>
                  <a:lnTo>
                    <a:pt x="40652" y="78055"/>
                  </a:lnTo>
                  <a:lnTo>
                    <a:pt x="40839" y="77868"/>
                  </a:lnTo>
                  <a:lnTo>
                    <a:pt x="41025" y="77439"/>
                  </a:lnTo>
                  <a:lnTo>
                    <a:pt x="41212" y="77123"/>
                  </a:lnTo>
                  <a:lnTo>
                    <a:pt x="41399" y="76745"/>
                  </a:lnTo>
                  <a:lnTo>
                    <a:pt x="41586" y="76463"/>
                  </a:lnTo>
                  <a:lnTo>
                    <a:pt x="41773" y="76148"/>
                  </a:lnTo>
                  <a:lnTo>
                    <a:pt x="41960" y="75946"/>
                  </a:lnTo>
                  <a:lnTo>
                    <a:pt x="42147" y="76025"/>
                  </a:lnTo>
                  <a:lnTo>
                    <a:pt x="42334" y="76063"/>
                  </a:lnTo>
                  <a:lnTo>
                    <a:pt x="42521" y="75937"/>
                  </a:lnTo>
                  <a:lnTo>
                    <a:pt x="42708" y="75737"/>
                  </a:lnTo>
                  <a:lnTo>
                    <a:pt x="42895" y="75555"/>
                  </a:lnTo>
                  <a:lnTo>
                    <a:pt x="43082" y="75266"/>
                  </a:lnTo>
                  <a:lnTo>
                    <a:pt x="43268" y="75134"/>
                  </a:lnTo>
                  <a:lnTo>
                    <a:pt x="43455" y="75176"/>
                  </a:lnTo>
                  <a:lnTo>
                    <a:pt x="43642" y="75305"/>
                  </a:lnTo>
                  <a:lnTo>
                    <a:pt x="43829" y="75353"/>
                  </a:lnTo>
                  <a:lnTo>
                    <a:pt x="44016" y="75080"/>
                  </a:lnTo>
                  <a:lnTo>
                    <a:pt x="44203" y="74504"/>
                  </a:lnTo>
                  <a:lnTo>
                    <a:pt x="44390" y="74116"/>
                  </a:lnTo>
                  <a:lnTo>
                    <a:pt x="44577" y="73601"/>
                  </a:lnTo>
                  <a:lnTo>
                    <a:pt x="44764" y="73101"/>
                  </a:lnTo>
                  <a:lnTo>
                    <a:pt x="44951" y="72683"/>
                  </a:lnTo>
                  <a:lnTo>
                    <a:pt x="45138" y="72201"/>
                  </a:lnTo>
                  <a:lnTo>
                    <a:pt x="45325" y="71465"/>
                  </a:lnTo>
                  <a:lnTo>
                    <a:pt x="45512" y="70257"/>
                  </a:lnTo>
                  <a:lnTo>
                    <a:pt x="45698" y="68882"/>
                  </a:lnTo>
                  <a:lnTo>
                    <a:pt x="45885" y="67438"/>
                  </a:lnTo>
                  <a:lnTo>
                    <a:pt x="46072" y="65491"/>
                  </a:lnTo>
                  <a:lnTo>
                    <a:pt x="46259" y="63840"/>
                  </a:lnTo>
                  <a:lnTo>
                    <a:pt x="46446" y="62190"/>
                  </a:lnTo>
                  <a:lnTo>
                    <a:pt x="46633" y="60441"/>
                  </a:lnTo>
                  <a:lnTo>
                    <a:pt x="46820" y="58840"/>
                  </a:lnTo>
                  <a:lnTo>
                    <a:pt x="47007" y="57264"/>
                  </a:lnTo>
                  <a:lnTo>
                    <a:pt x="47194" y="55448"/>
                  </a:lnTo>
                  <a:lnTo>
                    <a:pt x="47381" y="53633"/>
                  </a:lnTo>
                  <a:lnTo>
                    <a:pt x="47568" y="51586"/>
                  </a:lnTo>
                  <a:lnTo>
                    <a:pt x="47755" y="49523"/>
                  </a:lnTo>
                  <a:lnTo>
                    <a:pt x="47942" y="47167"/>
                  </a:lnTo>
                  <a:lnTo>
                    <a:pt x="48128" y="45062"/>
                  </a:lnTo>
                  <a:lnTo>
                    <a:pt x="48315" y="43482"/>
                  </a:lnTo>
                  <a:lnTo>
                    <a:pt x="48502" y="42011"/>
                  </a:lnTo>
                  <a:lnTo>
                    <a:pt x="48689" y="40370"/>
                  </a:lnTo>
                  <a:lnTo>
                    <a:pt x="48876" y="39273"/>
                  </a:lnTo>
                  <a:lnTo>
                    <a:pt x="49063" y="38228"/>
                  </a:lnTo>
                  <a:lnTo>
                    <a:pt x="49250" y="37284"/>
                  </a:lnTo>
                  <a:lnTo>
                    <a:pt x="49437" y="36490"/>
                  </a:lnTo>
                  <a:lnTo>
                    <a:pt x="49624" y="35712"/>
                  </a:lnTo>
                  <a:lnTo>
                    <a:pt x="49811" y="35016"/>
                  </a:lnTo>
                  <a:lnTo>
                    <a:pt x="49998" y="34238"/>
                  </a:lnTo>
                  <a:lnTo>
                    <a:pt x="50185" y="33900"/>
                  </a:lnTo>
                  <a:lnTo>
                    <a:pt x="50371" y="33789"/>
                  </a:lnTo>
                  <a:lnTo>
                    <a:pt x="50558" y="33693"/>
                  </a:lnTo>
                  <a:lnTo>
                    <a:pt x="50745" y="33707"/>
                  </a:lnTo>
                  <a:lnTo>
                    <a:pt x="50932" y="33712"/>
                  </a:lnTo>
                  <a:lnTo>
                    <a:pt x="51119" y="33867"/>
                  </a:lnTo>
                  <a:lnTo>
                    <a:pt x="51306" y="33884"/>
                  </a:lnTo>
                  <a:lnTo>
                    <a:pt x="51493" y="33975"/>
                  </a:lnTo>
                  <a:lnTo>
                    <a:pt x="51680" y="34049"/>
                  </a:lnTo>
                  <a:lnTo>
                    <a:pt x="51867" y="34097"/>
                  </a:lnTo>
                  <a:lnTo>
                    <a:pt x="52054" y="34005"/>
                  </a:lnTo>
                  <a:lnTo>
                    <a:pt x="52241" y="33914"/>
                  </a:lnTo>
                  <a:lnTo>
                    <a:pt x="52428" y="33822"/>
                  </a:lnTo>
                  <a:lnTo>
                    <a:pt x="52615" y="33862"/>
                  </a:lnTo>
                  <a:lnTo>
                    <a:pt x="52801" y="34019"/>
                  </a:lnTo>
                  <a:lnTo>
                    <a:pt x="52988" y="34087"/>
                  </a:lnTo>
                  <a:lnTo>
                    <a:pt x="53175" y="34109"/>
                  </a:lnTo>
                  <a:lnTo>
                    <a:pt x="53362" y="34025"/>
                  </a:lnTo>
                  <a:lnTo>
                    <a:pt x="53549" y="33902"/>
                  </a:lnTo>
                  <a:lnTo>
                    <a:pt x="53736" y="33407"/>
                  </a:lnTo>
                  <a:lnTo>
                    <a:pt x="53923" y="33027"/>
                  </a:lnTo>
                  <a:lnTo>
                    <a:pt x="54110" y="32539"/>
                  </a:lnTo>
                  <a:lnTo>
                    <a:pt x="54297" y="32371"/>
                  </a:lnTo>
                  <a:lnTo>
                    <a:pt x="54484" y="32253"/>
                  </a:lnTo>
                  <a:lnTo>
                    <a:pt x="54671" y="32159"/>
                  </a:lnTo>
                  <a:lnTo>
                    <a:pt x="54858" y="32293"/>
                  </a:lnTo>
                  <a:lnTo>
                    <a:pt x="55044" y="32536"/>
                  </a:lnTo>
                  <a:lnTo>
                    <a:pt x="55231" y="32506"/>
                  </a:lnTo>
                  <a:lnTo>
                    <a:pt x="55418" y="32442"/>
                  </a:lnTo>
                  <a:lnTo>
                    <a:pt x="55605" y="32404"/>
                  </a:lnTo>
                  <a:lnTo>
                    <a:pt x="55792" y="32794"/>
                  </a:lnTo>
                  <a:lnTo>
                    <a:pt x="55979" y="33125"/>
                  </a:lnTo>
                  <a:lnTo>
                    <a:pt x="56166" y="33678"/>
                  </a:lnTo>
                  <a:lnTo>
                    <a:pt x="56353" y="34549"/>
                  </a:lnTo>
                  <a:lnTo>
                    <a:pt x="56540" y="35682"/>
                  </a:lnTo>
                  <a:lnTo>
                    <a:pt x="56727" y="36203"/>
                  </a:lnTo>
                  <a:lnTo>
                    <a:pt x="56914" y="36921"/>
                  </a:lnTo>
                  <a:lnTo>
                    <a:pt x="57101" y="37643"/>
                  </a:lnTo>
                  <a:lnTo>
                    <a:pt x="57288" y="38932"/>
                  </a:lnTo>
                  <a:lnTo>
                    <a:pt x="57474" y="40264"/>
                  </a:lnTo>
                  <a:lnTo>
                    <a:pt x="57661" y="41366"/>
                  </a:lnTo>
                  <a:lnTo>
                    <a:pt x="57848" y="42361"/>
                  </a:lnTo>
                  <a:lnTo>
                    <a:pt x="58035" y="43629"/>
                  </a:lnTo>
                  <a:lnTo>
                    <a:pt x="58222" y="44863"/>
                  </a:lnTo>
                  <a:lnTo>
                    <a:pt x="58409" y="46188"/>
                  </a:lnTo>
                  <a:lnTo>
                    <a:pt x="58596" y="47200"/>
                  </a:lnTo>
                  <a:lnTo>
                    <a:pt x="58783" y="48164"/>
                  </a:lnTo>
                  <a:lnTo>
                    <a:pt x="58970" y="49269"/>
                  </a:lnTo>
                  <a:lnTo>
                    <a:pt x="59157" y="49968"/>
                  </a:lnTo>
                  <a:lnTo>
                    <a:pt x="59344" y="50232"/>
                  </a:lnTo>
                  <a:lnTo>
                    <a:pt x="59531" y="50647"/>
                  </a:lnTo>
                  <a:lnTo>
                    <a:pt x="59718" y="50940"/>
                  </a:lnTo>
                  <a:lnTo>
                    <a:pt x="59904" y="51611"/>
                  </a:lnTo>
                  <a:lnTo>
                    <a:pt x="60091" y="52150"/>
                  </a:lnTo>
                  <a:lnTo>
                    <a:pt x="60278" y="52598"/>
                  </a:lnTo>
                  <a:lnTo>
                    <a:pt x="60465" y="53047"/>
                  </a:lnTo>
                  <a:lnTo>
                    <a:pt x="60652" y="53495"/>
                  </a:lnTo>
                  <a:lnTo>
                    <a:pt x="60839" y="53829"/>
                  </a:lnTo>
                  <a:lnTo>
                    <a:pt x="61026" y="54115"/>
                  </a:lnTo>
                  <a:lnTo>
                    <a:pt x="61213" y="54377"/>
                  </a:lnTo>
                  <a:lnTo>
                    <a:pt x="61400" y="54672"/>
                  </a:lnTo>
                  <a:lnTo>
                    <a:pt x="61587" y="54776"/>
                  </a:lnTo>
                  <a:lnTo>
                    <a:pt x="61774" y="54973"/>
                  </a:lnTo>
                  <a:lnTo>
                    <a:pt x="61961" y="55132"/>
                  </a:lnTo>
                  <a:lnTo>
                    <a:pt x="62147" y="55399"/>
                  </a:lnTo>
                  <a:lnTo>
                    <a:pt x="62334" y="55531"/>
                  </a:lnTo>
                  <a:lnTo>
                    <a:pt x="62521" y="55556"/>
                  </a:lnTo>
                  <a:lnTo>
                    <a:pt x="62708" y="55392"/>
                  </a:lnTo>
                  <a:lnTo>
                    <a:pt x="62895" y="55353"/>
                  </a:lnTo>
                  <a:lnTo>
                    <a:pt x="63082" y="55176"/>
                  </a:lnTo>
                  <a:lnTo>
                    <a:pt x="63269" y="54872"/>
                  </a:lnTo>
                  <a:lnTo>
                    <a:pt x="63456" y="54467"/>
                  </a:lnTo>
                  <a:lnTo>
                    <a:pt x="63643" y="54482"/>
                  </a:lnTo>
                  <a:lnTo>
                    <a:pt x="63830" y="54541"/>
                  </a:lnTo>
                  <a:lnTo>
                    <a:pt x="64017" y="54481"/>
                  </a:lnTo>
                  <a:lnTo>
                    <a:pt x="64204" y="54384"/>
                  </a:lnTo>
                  <a:lnTo>
                    <a:pt x="64391" y="54558"/>
                  </a:lnTo>
                  <a:lnTo>
                    <a:pt x="64577" y="54699"/>
                  </a:lnTo>
                  <a:lnTo>
                    <a:pt x="64764" y="54882"/>
                  </a:lnTo>
                  <a:lnTo>
                    <a:pt x="64951" y="55126"/>
                  </a:lnTo>
                  <a:lnTo>
                    <a:pt x="65138" y="55334"/>
                  </a:lnTo>
                  <a:lnTo>
                    <a:pt x="65325" y="55533"/>
                  </a:lnTo>
                  <a:lnTo>
                    <a:pt x="65512" y="55567"/>
                  </a:lnTo>
                  <a:lnTo>
                    <a:pt x="65699" y="55401"/>
                  </a:lnTo>
                  <a:lnTo>
                    <a:pt x="65886" y="55146"/>
                  </a:lnTo>
                  <a:lnTo>
                    <a:pt x="66073" y="54761"/>
                  </a:lnTo>
                  <a:lnTo>
                    <a:pt x="66260" y="54304"/>
                  </a:lnTo>
                  <a:lnTo>
                    <a:pt x="66447" y="53750"/>
                  </a:lnTo>
                  <a:lnTo>
                    <a:pt x="66634" y="53202"/>
                  </a:lnTo>
                  <a:lnTo>
                    <a:pt x="66821" y="52651"/>
                  </a:lnTo>
                  <a:lnTo>
                    <a:pt x="67007" y="51974"/>
                  </a:lnTo>
                  <a:lnTo>
                    <a:pt x="67194" y="51087"/>
                  </a:lnTo>
                  <a:lnTo>
                    <a:pt x="67381" y="50272"/>
                  </a:lnTo>
                  <a:lnTo>
                    <a:pt x="67568" y="48720"/>
                  </a:lnTo>
                  <a:lnTo>
                    <a:pt x="67755" y="46215"/>
                  </a:lnTo>
                  <a:lnTo>
                    <a:pt x="67942" y="43624"/>
                  </a:lnTo>
                  <a:lnTo>
                    <a:pt x="68129" y="39564"/>
                  </a:lnTo>
                  <a:lnTo>
                    <a:pt x="68316" y="35694"/>
                  </a:lnTo>
                  <a:lnTo>
                    <a:pt x="68503" y="32046"/>
                  </a:lnTo>
                  <a:lnTo>
                    <a:pt x="68690" y="29844"/>
                  </a:lnTo>
                  <a:lnTo>
                    <a:pt x="68877" y="28185"/>
                  </a:lnTo>
                  <a:lnTo>
                    <a:pt x="69064" y="26793"/>
                  </a:lnTo>
                  <a:lnTo>
                    <a:pt x="69250" y="25617"/>
                  </a:lnTo>
                  <a:lnTo>
                    <a:pt x="69437" y="24635"/>
                  </a:lnTo>
                  <a:lnTo>
                    <a:pt x="69624" y="23659"/>
                  </a:lnTo>
                  <a:lnTo>
                    <a:pt x="69811" y="22563"/>
                  </a:lnTo>
                  <a:lnTo>
                    <a:pt x="69998" y="21434"/>
                  </a:lnTo>
                  <a:lnTo>
                    <a:pt x="70185" y="20353"/>
                  </a:lnTo>
                  <a:lnTo>
                    <a:pt x="70372" y="19699"/>
                  </a:lnTo>
                  <a:lnTo>
                    <a:pt x="70559" y="19262"/>
                  </a:lnTo>
                  <a:lnTo>
                    <a:pt x="70746" y="18884"/>
                  </a:lnTo>
                  <a:lnTo>
                    <a:pt x="70933" y="18796"/>
                  </a:lnTo>
                  <a:lnTo>
                    <a:pt x="71120" y="18816"/>
                  </a:lnTo>
                  <a:lnTo>
                    <a:pt x="71307" y="18728"/>
                  </a:lnTo>
                  <a:lnTo>
                    <a:pt x="71494" y="18488"/>
                  </a:lnTo>
                  <a:lnTo>
                    <a:pt x="71680" y="18158"/>
                  </a:lnTo>
                  <a:lnTo>
                    <a:pt x="71867" y="17582"/>
                  </a:lnTo>
                  <a:lnTo>
                    <a:pt x="72054" y="16793"/>
                  </a:lnTo>
                  <a:lnTo>
                    <a:pt x="72241" y="15789"/>
                  </a:lnTo>
                  <a:lnTo>
                    <a:pt x="72428" y="14794"/>
                  </a:lnTo>
                  <a:lnTo>
                    <a:pt x="72615" y="13784"/>
                  </a:lnTo>
                  <a:lnTo>
                    <a:pt x="72802" y="12953"/>
                  </a:lnTo>
                  <a:lnTo>
                    <a:pt x="72989" y="12053"/>
                  </a:lnTo>
                  <a:lnTo>
                    <a:pt x="73176" y="11308"/>
                  </a:lnTo>
                  <a:lnTo>
                    <a:pt x="73363" y="10593"/>
                  </a:lnTo>
                  <a:lnTo>
                    <a:pt x="73550" y="9885"/>
                  </a:lnTo>
                  <a:lnTo>
                    <a:pt x="73737" y="9099"/>
                  </a:lnTo>
                  <a:lnTo>
                    <a:pt x="73923" y="8294"/>
                  </a:lnTo>
                  <a:lnTo>
                    <a:pt x="74110" y="7426"/>
                  </a:lnTo>
                  <a:lnTo>
                    <a:pt x="74297" y="6761"/>
                  </a:lnTo>
                  <a:lnTo>
                    <a:pt x="74484" y="6187"/>
                  </a:lnTo>
                  <a:lnTo>
                    <a:pt x="74671" y="5798"/>
                  </a:lnTo>
                  <a:lnTo>
                    <a:pt x="74858" y="5562"/>
                  </a:lnTo>
                  <a:lnTo>
                    <a:pt x="75045" y="5404"/>
                  </a:lnTo>
                  <a:lnTo>
                    <a:pt x="75232" y="5187"/>
                  </a:lnTo>
                  <a:lnTo>
                    <a:pt x="75419" y="4984"/>
                  </a:lnTo>
                  <a:lnTo>
                    <a:pt x="75606" y="4665"/>
                  </a:lnTo>
                  <a:lnTo>
                    <a:pt x="75793" y="4251"/>
                  </a:lnTo>
                  <a:lnTo>
                    <a:pt x="75980" y="3759"/>
                  </a:lnTo>
                  <a:lnTo>
                    <a:pt x="76167" y="3189"/>
                  </a:lnTo>
                  <a:lnTo>
                    <a:pt x="76353" y="2603"/>
                  </a:lnTo>
                  <a:lnTo>
                    <a:pt x="76540" y="2400"/>
                  </a:lnTo>
                  <a:lnTo>
                    <a:pt x="76727" y="2439"/>
                  </a:lnTo>
                  <a:lnTo>
                    <a:pt x="76914" y="2305"/>
                  </a:lnTo>
                  <a:lnTo>
                    <a:pt x="77101" y="2257"/>
                  </a:lnTo>
                  <a:lnTo>
                    <a:pt x="77288" y="2095"/>
                  </a:lnTo>
                  <a:lnTo>
                    <a:pt x="77475" y="1762"/>
                  </a:lnTo>
                  <a:lnTo>
                    <a:pt x="77662" y="1452"/>
                  </a:lnTo>
                  <a:lnTo>
                    <a:pt x="77849" y="1528"/>
                  </a:lnTo>
                  <a:lnTo>
                    <a:pt x="78036" y="1793"/>
                  </a:lnTo>
                  <a:lnTo>
                    <a:pt x="78223" y="2009"/>
                  </a:lnTo>
                  <a:lnTo>
                    <a:pt x="78410" y="2222"/>
                  </a:lnTo>
                  <a:lnTo>
                    <a:pt x="78597" y="2565"/>
                  </a:lnTo>
                  <a:lnTo>
                    <a:pt x="78783" y="3028"/>
                  </a:lnTo>
                  <a:lnTo>
                    <a:pt x="78970" y="3528"/>
                  </a:lnTo>
                  <a:lnTo>
                    <a:pt x="79157" y="4204"/>
                  </a:lnTo>
                  <a:lnTo>
                    <a:pt x="79344" y="4713"/>
                  </a:lnTo>
                  <a:lnTo>
                    <a:pt x="79531" y="4988"/>
                  </a:lnTo>
                  <a:lnTo>
                    <a:pt x="79718" y="5155"/>
                  </a:lnTo>
                  <a:lnTo>
                    <a:pt x="79905" y="5207"/>
                  </a:lnTo>
                  <a:lnTo>
                    <a:pt x="80092" y="5269"/>
                  </a:lnTo>
                  <a:lnTo>
                    <a:pt x="80279" y="5291"/>
                  </a:lnTo>
                  <a:lnTo>
                    <a:pt x="80466" y="5417"/>
                  </a:lnTo>
                  <a:lnTo>
                    <a:pt x="80653" y="5265"/>
                  </a:lnTo>
                  <a:lnTo>
                    <a:pt x="80840" y="4949"/>
                  </a:lnTo>
                  <a:lnTo>
                    <a:pt x="81026" y="4686"/>
                  </a:lnTo>
                  <a:lnTo>
                    <a:pt x="81213" y="4599"/>
                  </a:lnTo>
                  <a:lnTo>
                    <a:pt x="81400" y="4942"/>
                  </a:lnTo>
                  <a:lnTo>
                    <a:pt x="81587" y="5365"/>
                  </a:lnTo>
                  <a:lnTo>
                    <a:pt x="81774" y="5596"/>
                  </a:lnTo>
                  <a:lnTo>
                    <a:pt x="81961" y="5443"/>
                  </a:lnTo>
                  <a:lnTo>
                    <a:pt x="82148" y="5290"/>
                  </a:lnTo>
                  <a:lnTo>
                    <a:pt x="82335" y="5137"/>
                  </a:lnTo>
                  <a:lnTo>
                    <a:pt x="82522" y="5191"/>
                  </a:lnTo>
                  <a:lnTo>
                    <a:pt x="82709" y="5688"/>
                  </a:lnTo>
                  <a:lnTo>
                    <a:pt x="82896" y="6713"/>
                  </a:lnTo>
                  <a:lnTo>
                    <a:pt x="83083" y="7597"/>
                  </a:lnTo>
                  <a:lnTo>
                    <a:pt x="83270" y="8339"/>
                  </a:lnTo>
                  <a:lnTo>
                    <a:pt x="83456" y="8744"/>
                  </a:lnTo>
                  <a:lnTo>
                    <a:pt x="83643" y="9016"/>
                  </a:lnTo>
                  <a:lnTo>
                    <a:pt x="83830" y="9346"/>
                  </a:lnTo>
                  <a:lnTo>
                    <a:pt x="84017" y="9750"/>
                  </a:lnTo>
                  <a:lnTo>
                    <a:pt x="84204" y="9775"/>
                  </a:lnTo>
                  <a:lnTo>
                    <a:pt x="84391" y="9948"/>
                  </a:lnTo>
                  <a:lnTo>
                    <a:pt x="84578" y="10171"/>
                  </a:lnTo>
                  <a:lnTo>
                    <a:pt x="84765" y="10336"/>
                  </a:lnTo>
                  <a:lnTo>
                    <a:pt x="84952" y="10765"/>
                  </a:lnTo>
                  <a:lnTo>
                    <a:pt x="85139" y="11277"/>
                  </a:lnTo>
                  <a:lnTo>
                    <a:pt x="85326" y="11822"/>
                  </a:lnTo>
                  <a:lnTo>
                    <a:pt x="85513" y="12028"/>
                  </a:lnTo>
                  <a:lnTo>
                    <a:pt x="85700" y="11838"/>
                  </a:lnTo>
                  <a:lnTo>
                    <a:pt x="85886" y="12011"/>
                  </a:lnTo>
                  <a:lnTo>
                    <a:pt x="86073" y="12614"/>
                  </a:lnTo>
                  <a:lnTo>
                    <a:pt x="86260" y="13035"/>
                  </a:lnTo>
                  <a:lnTo>
                    <a:pt x="86447" y="13695"/>
                  </a:lnTo>
                  <a:lnTo>
                    <a:pt x="86634" y="14338"/>
                  </a:lnTo>
                  <a:lnTo>
                    <a:pt x="86821" y="14569"/>
                  </a:lnTo>
                  <a:lnTo>
                    <a:pt x="87008" y="14734"/>
                  </a:lnTo>
                  <a:lnTo>
                    <a:pt x="87195" y="14817"/>
                  </a:lnTo>
                  <a:lnTo>
                    <a:pt x="87382" y="15089"/>
                  </a:lnTo>
                  <a:lnTo>
                    <a:pt x="87569" y="14979"/>
                  </a:lnTo>
                  <a:lnTo>
                    <a:pt x="87756" y="14642"/>
                  </a:lnTo>
                  <a:lnTo>
                    <a:pt x="87943" y="14378"/>
                  </a:lnTo>
                  <a:lnTo>
                    <a:pt x="88129" y="14034"/>
                  </a:lnTo>
                  <a:lnTo>
                    <a:pt x="88316" y="13507"/>
                  </a:lnTo>
                  <a:lnTo>
                    <a:pt x="88503" y="13023"/>
                  </a:lnTo>
                  <a:lnTo>
                    <a:pt x="88690" y="12527"/>
                  </a:lnTo>
                  <a:lnTo>
                    <a:pt x="88877" y="11940"/>
                  </a:lnTo>
                  <a:lnTo>
                    <a:pt x="89064" y="11331"/>
                  </a:lnTo>
                  <a:lnTo>
                    <a:pt x="89251" y="10564"/>
                  </a:lnTo>
                  <a:lnTo>
                    <a:pt x="89438" y="9683"/>
                  </a:lnTo>
                  <a:lnTo>
                    <a:pt x="89625" y="9065"/>
                  </a:lnTo>
                  <a:lnTo>
                    <a:pt x="89812" y="8496"/>
                  </a:lnTo>
                  <a:lnTo>
                    <a:pt x="89999" y="7788"/>
                  </a:lnTo>
                  <a:lnTo>
                    <a:pt x="90186" y="6970"/>
                  </a:lnTo>
                  <a:lnTo>
                    <a:pt x="90373" y="6243"/>
                  </a:lnTo>
                  <a:lnTo>
                    <a:pt x="90559" y="5486"/>
                  </a:lnTo>
                  <a:lnTo>
                    <a:pt x="90746" y="4745"/>
                  </a:lnTo>
                  <a:lnTo>
                    <a:pt x="90933" y="4068"/>
                  </a:lnTo>
                  <a:lnTo>
                    <a:pt x="91120" y="3903"/>
                  </a:lnTo>
                  <a:lnTo>
                    <a:pt x="91307" y="3457"/>
                  </a:lnTo>
                  <a:lnTo>
                    <a:pt x="91494" y="2962"/>
                  </a:lnTo>
                  <a:lnTo>
                    <a:pt x="91681" y="2327"/>
                  </a:lnTo>
                  <a:lnTo>
                    <a:pt x="91868" y="1708"/>
                  </a:lnTo>
                  <a:lnTo>
                    <a:pt x="92055" y="1246"/>
                  </a:lnTo>
                  <a:lnTo>
                    <a:pt x="92242" y="915"/>
                  </a:lnTo>
                  <a:lnTo>
                    <a:pt x="92429" y="544"/>
                  </a:lnTo>
                  <a:lnTo>
                    <a:pt x="92616" y="346"/>
                  </a:lnTo>
                  <a:lnTo>
                    <a:pt x="92802" y="321"/>
                  </a:lnTo>
                  <a:lnTo>
                    <a:pt x="92989" y="272"/>
                  </a:lnTo>
                  <a:lnTo>
                    <a:pt x="93176" y="107"/>
                  </a:lnTo>
                  <a:lnTo>
                    <a:pt x="93363" y="123"/>
                  </a:lnTo>
                  <a:lnTo>
                    <a:pt x="93550" y="123"/>
                  </a:lnTo>
                  <a:lnTo>
                    <a:pt x="93737" y="33"/>
                  </a:lnTo>
                  <a:lnTo>
                    <a:pt x="93924" y="0"/>
                  </a:lnTo>
                  <a:lnTo>
                    <a:pt x="94111" y="330"/>
                  </a:lnTo>
                  <a:lnTo>
                    <a:pt x="94298" y="660"/>
                  </a:lnTo>
                  <a:lnTo>
                    <a:pt x="94485" y="990"/>
                  </a:lnTo>
                  <a:lnTo>
                    <a:pt x="94672" y="1320"/>
                  </a:lnTo>
                  <a:lnTo>
                    <a:pt x="94859" y="1650"/>
                  </a:lnTo>
                  <a:lnTo>
                    <a:pt x="95046" y="1980"/>
                  </a:lnTo>
                  <a:lnTo>
                    <a:pt x="95232" y="2351"/>
                  </a:lnTo>
                  <a:lnTo>
                    <a:pt x="95419" y="2549"/>
                  </a:lnTo>
                  <a:lnTo>
                    <a:pt x="95606" y="2714"/>
                  </a:lnTo>
                  <a:lnTo>
                    <a:pt x="95793" y="2879"/>
                  </a:lnTo>
                  <a:lnTo>
                    <a:pt x="95980" y="3044"/>
                  </a:lnTo>
                  <a:lnTo>
                    <a:pt x="96167" y="3209"/>
                  </a:lnTo>
                  <a:lnTo>
                    <a:pt x="96354" y="3119"/>
                  </a:lnTo>
                  <a:lnTo>
                    <a:pt x="96541" y="3207"/>
                  </a:lnTo>
                  <a:lnTo>
                    <a:pt x="96728" y="3542"/>
                  </a:lnTo>
                  <a:lnTo>
                    <a:pt x="96915" y="3754"/>
                  </a:lnTo>
                  <a:lnTo>
                    <a:pt x="97102" y="3966"/>
                  </a:lnTo>
                  <a:lnTo>
                    <a:pt x="97289" y="4178"/>
                  </a:lnTo>
                  <a:lnTo>
                    <a:pt x="97476" y="4390"/>
                  </a:lnTo>
                  <a:lnTo>
                    <a:pt x="97662" y="4602"/>
                  </a:lnTo>
                  <a:lnTo>
                    <a:pt x="97849" y="4814"/>
                  </a:lnTo>
                  <a:lnTo>
                    <a:pt x="98036" y="5026"/>
                  </a:lnTo>
                  <a:lnTo>
                    <a:pt x="98223" y="5352"/>
                  </a:lnTo>
                  <a:lnTo>
                    <a:pt x="98410" y="5685"/>
                  </a:lnTo>
                  <a:lnTo>
                    <a:pt x="98597" y="6017"/>
                  </a:lnTo>
                  <a:lnTo>
                    <a:pt x="98784" y="6547"/>
                  </a:lnTo>
                  <a:lnTo>
                    <a:pt x="98971" y="7343"/>
                  </a:lnTo>
                  <a:lnTo>
                    <a:pt x="99158" y="8136"/>
                  </a:lnTo>
                  <a:lnTo>
                    <a:pt x="99345" y="8967"/>
                  </a:lnTo>
                  <a:lnTo>
                    <a:pt x="99532" y="9690"/>
                  </a:lnTo>
                  <a:lnTo>
                    <a:pt x="99719" y="10358"/>
                  </a:lnTo>
                  <a:lnTo>
                    <a:pt x="99905" y="10861"/>
                  </a:lnTo>
                  <a:lnTo>
                    <a:pt x="100092" y="11224"/>
                  </a:lnTo>
                  <a:lnTo>
                    <a:pt x="100279" y="11593"/>
                  </a:lnTo>
                  <a:lnTo>
                    <a:pt x="100466" y="12100"/>
                  </a:lnTo>
                  <a:lnTo>
                    <a:pt x="100653" y="12734"/>
                  </a:lnTo>
                  <a:lnTo>
                    <a:pt x="100840" y="13469"/>
                  </a:lnTo>
                  <a:lnTo>
                    <a:pt x="101027" y="13933"/>
                  </a:lnTo>
                  <a:lnTo>
                    <a:pt x="101214" y="14369"/>
                  </a:lnTo>
                  <a:lnTo>
                    <a:pt x="101401" y="14825"/>
                  </a:lnTo>
                  <a:lnTo>
                    <a:pt x="101588" y="15087"/>
                  </a:lnTo>
                  <a:lnTo>
                    <a:pt x="101775" y="15004"/>
                  </a:lnTo>
                  <a:lnTo>
                    <a:pt x="101962" y="14863"/>
                  </a:lnTo>
                  <a:lnTo>
                    <a:pt x="102149" y="14680"/>
                  </a:lnTo>
                  <a:lnTo>
                    <a:pt x="102335" y="14436"/>
                  </a:lnTo>
                  <a:lnTo>
                    <a:pt x="102522" y="14253"/>
                  </a:lnTo>
                  <a:lnTo>
                    <a:pt x="102709" y="14243"/>
                  </a:lnTo>
                  <a:lnTo>
                    <a:pt x="102896" y="14424"/>
                  </a:lnTo>
                  <a:lnTo>
                    <a:pt x="103083" y="14590"/>
                  </a:lnTo>
                  <a:lnTo>
                    <a:pt x="103270" y="14844"/>
                  </a:lnTo>
                  <a:lnTo>
                    <a:pt x="103457" y="15230"/>
                  </a:lnTo>
                  <a:lnTo>
                    <a:pt x="103644" y="15687"/>
                  </a:lnTo>
                  <a:lnTo>
                    <a:pt x="103831" y="16092"/>
                  </a:lnTo>
                  <a:lnTo>
                    <a:pt x="104018" y="16475"/>
                  </a:lnTo>
                  <a:lnTo>
                    <a:pt x="104205" y="16862"/>
                  </a:lnTo>
                  <a:lnTo>
                    <a:pt x="104392" y="17505"/>
                  </a:lnTo>
                  <a:lnTo>
                    <a:pt x="104579" y="18293"/>
                  </a:lnTo>
                  <a:lnTo>
                    <a:pt x="104765" y="18943"/>
                  </a:lnTo>
                  <a:lnTo>
                    <a:pt x="104952" y="20330"/>
                  </a:lnTo>
                  <a:lnTo>
                    <a:pt x="105139" y="22670"/>
                  </a:lnTo>
                  <a:lnTo>
                    <a:pt x="105326" y="25096"/>
                  </a:lnTo>
                  <a:lnTo>
                    <a:pt x="105513" y="28991"/>
                  </a:lnTo>
                  <a:lnTo>
                    <a:pt x="105700" y="32779"/>
                  </a:lnTo>
                  <a:lnTo>
                    <a:pt x="105887" y="36558"/>
                  </a:lnTo>
                  <a:lnTo>
                    <a:pt x="106074" y="38893"/>
                  </a:lnTo>
                  <a:lnTo>
                    <a:pt x="106261" y="40734"/>
                  </a:lnTo>
                  <a:lnTo>
                    <a:pt x="106448" y="42331"/>
                  </a:lnTo>
                  <a:lnTo>
                    <a:pt x="106635" y="43679"/>
                  </a:lnTo>
                  <a:lnTo>
                    <a:pt x="106822" y="44659"/>
                  </a:lnTo>
                  <a:lnTo>
                    <a:pt x="107008" y="45525"/>
                  </a:lnTo>
                  <a:lnTo>
                    <a:pt x="107195" y="46366"/>
                  </a:lnTo>
                  <a:lnTo>
                    <a:pt x="107382" y="47280"/>
                  </a:lnTo>
                  <a:lnTo>
                    <a:pt x="107569" y="48194"/>
                  </a:lnTo>
                  <a:lnTo>
                    <a:pt x="107756" y="48680"/>
                  </a:lnTo>
                  <a:lnTo>
                    <a:pt x="107943" y="48951"/>
                  </a:lnTo>
                  <a:lnTo>
                    <a:pt x="108130" y="49161"/>
                  </a:lnTo>
                  <a:lnTo>
                    <a:pt x="108317" y="48992"/>
                  </a:lnTo>
                  <a:lnTo>
                    <a:pt x="108504" y="48618"/>
                  </a:lnTo>
                  <a:lnTo>
                    <a:pt x="108691" y="48167"/>
                  </a:lnTo>
                  <a:lnTo>
                    <a:pt x="108878" y="47858"/>
                  </a:lnTo>
                  <a:lnTo>
                    <a:pt x="109065" y="47804"/>
                  </a:lnTo>
                  <a:lnTo>
                    <a:pt x="109252" y="48007"/>
                  </a:lnTo>
                  <a:lnTo>
                    <a:pt x="109438" y="48061"/>
                  </a:lnTo>
                  <a:lnTo>
                    <a:pt x="109625" y="48912"/>
                  </a:lnTo>
                  <a:lnTo>
                    <a:pt x="109812" y="49918"/>
                  </a:lnTo>
                  <a:lnTo>
                    <a:pt x="109999" y="50956"/>
                  </a:lnTo>
                  <a:lnTo>
                    <a:pt x="110186" y="51816"/>
                  </a:lnTo>
                  <a:lnTo>
                    <a:pt x="110373" y="52744"/>
                  </a:lnTo>
                  <a:lnTo>
                    <a:pt x="110560" y="53518"/>
                  </a:lnTo>
                  <a:lnTo>
                    <a:pt x="110747" y="54261"/>
                  </a:lnTo>
                  <a:lnTo>
                    <a:pt x="110934" y="54998"/>
                  </a:lnTo>
                  <a:lnTo>
                    <a:pt x="111121" y="55903"/>
                  </a:lnTo>
                  <a:lnTo>
                    <a:pt x="111308" y="56922"/>
                  </a:lnTo>
                  <a:lnTo>
                    <a:pt x="111495" y="58059"/>
                  </a:lnTo>
                  <a:lnTo>
                    <a:pt x="111681" y="58992"/>
                  </a:lnTo>
                  <a:lnTo>
                    <a:pt x="111868" y="59960"/>
                  </a:lnTo>
                  <a:lnTo>
                    <a:pt x="112055" y="60782"/>
                  </a:lnTo>
                  <a:lnTo>
                    <a:pt x="112242" y="61502"/>
                  </a:lnTo>
                  <a:lnTo>
                    <a:pt x="112429" y="62237"/>
                  </a:lnTo>
                  <a:lnTo>
                    <a:pt x="112616" y="63004"/>
                  </a:lnTo>
                  <a:lnTo>
                    <a:pt x="112803" y="63537"/>
                  </a:lnTo>
                  <a:lnTo>
                    <a:pt x="112990" y="64186"/>
                  </a:lnTo>
                  <a:lnTo>
                    <a:pt x="113177" y="64930"/>
                  </a:lnTo>
                  <a:lnTo>
                    <a:pt x="113364" y="65752"/>
                  </a:lnTo>
                  <a:lnTo>
                    <a:pt x="113551" y="66652"/>
                  </a:lnTo>
                  <a:lnTo>
                    <a:pt x="113738" y="67789"/>
                  </a:lnTo>
                  <a:lnTo>
                    <a:pt x="113925" y="68726"/>
                  </a:lnTo>
                  <a:lnTo>
                    <a:pt x="114111" y="69594"/>
                  </a:lnTo>
                  <a:lnTo>
                    <a:pt x="114298" y="70657"/>
                  </a:lnTo>
                  <a:lnTo>
                    <a:pt x="114485" y="71634"/>
                  </a:lnTo>
                  <a:lnTo>
                    <a:pt x="114672" y="72601"/>
                  </a:lnTo>
                  <a:lnTo>
                    <a:pt x="114859" y="73698"/>
                  </a:lnTo>
                  <a:lnTo>
                    <a:pt x="115046" y="74723"/>
                  </a:lnTo>
                  <a:lnTo>
                    <a:pt x="115233" y="75402"/>
                  </a:lnTo>
                  <a:lnTo>
                    <a:pt x="115420" y="76066"/>
                  </a:lnTo>
                  <a:lnTo>
                    <a:pt x="115607" y="76779"/>
                  </a:lnTo>
                  <a:lnTo>
                    <a:pt x="115794" y="77496"/>
                  </a:lnTo>
                  <a:lnTo>
                    <a:pt x="115981" y="78081"/>
                  </a:lnTo>
                  <a:lnTo>
                    <a:pt x="116168" y="78469"/>
                  </a:lnTo>
                  <a:lnTo>
                    <a:pt x="116355" y="78778"/>
                  </a:lnTo>
                  <a:lnTo>
                    <a:pt x="116541" y="79064"/>
                  </a:lnTo>
                  <a:lnTo>
                    <a:pt x="116728" y="79208"/>
                  </a:lnTo>
                  <a:lnTo>
                    <a:pt x="116915" y="79591"/>
                  </a:lnTo>
                  <a:lnTo>
                    <a:pt x="117102" y="79902"/>
                  </a:lnTo>
                  <a:lnTo>
                    <a:pt x="117289" y="80483"/>
                  </a:lnTo>
                  <a:lnTo>
                    <a:pt x="117476" y="81017"/>
                  </a:lnTo>
                  <a:lnTo>
                    <a:pt x="117663" y="81550"/>
                  </a:lnTo>
                  <a:lnTo>
                    <a:pt x="117850" y="81936"/>
                  </a:lnTo>
                  <a:lnTo>
                    <a:pt x="118037" y="82390"/>
                  </a:lnTo>
                  <a:lnTo>
                    <a:pt x="118224" y="82836"/>
                  </a:lnTo>
                  <a:lnTo>
                    <a:pt x="118411" y="83228"/>
                  </a:lnTo>
                  <a:lnTo>
                    <a:pt x="118598" y="83518"/>
                  </a:lnTo>
                  <a:lnTo>
                    <a:pt x="118784" y="83790"/>
                  </a:lnTo>
                  <a:lnTo>
                    <a:pt x="118971" y="84214"/>
                  </a:lnTo>
                  <a:lnTo>
                    <a:pt x="119158" y="84778"/>
                  </a:lnTo>
                  <a:lnTo>
                    <a:pt x="119345" y="85693"/>
                  </a:lnTo>
                  <a:lnTo>
                    <a:pt x="119532" y="86719"/>
                  </a:lnTo>
                  <a:lnTo>
                    <a:pt x="119719" y="87714"/>
                  </a:lnTo>
                  <a:lnTo>
                    <a:pt x="119906" y="88534"/>
                  </a:lnTo>
                  <a:lnTo>
                    <a:pt x="120093" y="89131"/>
                  </a:lnTo>
                  <a:lnTo>
                    <a:pt x="120280" y="89608"/>
                  </a:lnTo>
                  <a:lnTo>
                    <a:pt x="120467" y="90255"/>
                  </a:lnTo>
                  <a:lnTo>
                    <a:pt x="120654" y="91150"/>
                  </a:lnTo>
                  <a:lnTo>
                    <a:pt x="120841" y="92959"/>
                  </a:lnTo>
                  <a:lnTo>
                    <a:pt x="121028" y="94907"/>
                  </a:lnTo>
                  <a:lnTo>
                    <a:pt x="121214" y="96767"/>
                  </a:lnTo>
                  <a:lnTo>
                    <a:pt x="121401" y="98628"/>
                  </a:lnTo>
                  <a:lnTo>
                    <a:pt x="121588" y="100519"/>
                  </a:lnTo>
                  <a:lnTo>
                    <a:pt x="121775" y="102283"/>
                  </a:lnTo>
                  <a:lnTo>
                    <a:pt x="121962" y="104145"/>
                  </a:lnTo>
                  <a:lnTo>
                    <a:pt x="122149" y="106091"/>
                  </a:lnTo>
                  <a:lnTo>
                    <a:pt x="122336" y="107999"/>
                  </a:lnTo>
                  <a:lnTo>
                    <a:pt x="122523" y="109942"/>
                  </a:lnTo>
                  <a:lnTo>
                    <a:pt x="122710" y="111952"/>
                  </a:lnTo>
                  <a:lnTo>
                    <a:pt x="122897" y="114025"/>
                  </a:lnTo>
                  <a:lnTo>
                    <a:pt x="123084" y="116063"/>
                  </a:lnTo>
                  <a:lnTo>
                    <a:pt x="123271" y="117771"/>
                  </a:lnTo>
                  <a:lnTo>
                    <a:pt x="123458" y="119224"/>
                  </a:lnTo>
                  <a:lnTo>
                    <a:pt x="123644" y="120274"/>
                  </a:lnTo>
                  <a:lnTo>
                    <a:pt x="123831" y="121073"/>
                  </a:lnTo>
                  <a:lnTo>
                    <a:pt x="124018" y="121898"/>
                  </a:lnTo>
                  <a:lnTo>
                    <a:pt x="124205" y="122942"/>
                  </a:lnTo>
                  <a:lnTo>
                    <a:pt x="124392" y="123984"/>
                  </a:lnTo>
                  <a:lnTo>
                    <a:pt x="124579" y="124997"/>
                  </a:lnTo>
                  <a:lnTo>
                    <a:pt x="124766" y="125821"/>
                  </a:lnTo>
                  <a:lnTo>
                    <a:pt x="124953" y="126587"/>
                  </a:lnTo>
                  <a:lnTo>
                    <a:pt x="125140" y="127147"/>
                  </a:lnTo>
                  <a:lnTo>
                    <a:pt x="125327" y="127536"/>
                  </a:lnTo>
                  <a:lnTo>
                    <a:pt x="125514" y="127889"/>
                  </a:lnTo>
                  <a:lnTo>
                    <a:pt x="125701" y="128279"/>
                  </a:lnTo>
                  <a:lnTo>
                    <a:pt x="125887" y="128747"/>
                  </a:lnTo>
                  <a:lnTo>
                    <a:pt x="126074" y="129250"/>
                  </a:lnTo>
                  <a:lnTo>
                    <a:pt x="126261" y="129766"/>
                  </a:lnTo>
                  <a:lnTo>
                    <a:pt x="126448" y="130405"/>
                  </a:lnTo>
                  <a:lnTo>
                    <a:pt x="126635" y="131201"/>
                  </a:lnTo>
                  <a:lnTo>
                    <a:pt x="126822" y="132157"/>
                  </a:lnTo>
                  <a:lnTo>
                    <a:pt x="127009" y="132691"/>
                  </a:lnTo>
                  <a:lnTo>
                    <a:pt x="127196" y="133374"/>
                  </a:lnTo>
                  <a:lnTo>
                    <a:pt x="127383" y="134407"/>
                  </a:lnTo>
                  <a:lnTo>
                    <a:pt x="127570" y="135437"/>
                  </a:lnTo>
                  <a:lnTo>
                    <a:pt x="127757" y="136367"/>
                  </a:lnTo>
                  <a:lnTo>
                    <a:pt x="127944" y="137311"/>
                  </a:lnTo>
                  <a:lnTo>
                    <a:pt x="128131" y="138306"/>
                  </a:lnTo>
                  <a:lnTo>
                    <a:pt x="128317" y="139286"/>
                  </a:lnTo>
                  <a:lnTo>
                    <a:pt x="128504" y="140192"/>
                  </a:lnTo>
                  <a:lnTo>
                    <a:pt x="128691" y="141311"/>
                  </a:lnTo>
                  <a:lnTo>
                    <a:pt x="128878" y="142565"/>
                  </a:lnTo>
                  <a:lnTo>
                    <a:pt x="129065" y="143819"/>
                  </a:lnTo>
                  <a:lnTo>
                    <a:pt x="129252" y="145018"/>
                  </a:lnTo>
                  <a:lnTo>
                    <a:pt x="129439" y="146061"/>
                  </a:lnTo>
                  <a:lnTo>
                    <a:pt x="129626" y="146971"/>
                  </a:lnTo>
                  <a:lnTo>
                    <a:pt x="129813" y="147923"/>
                  </a:lnTo>
                  <a:lnTo>
                    <a:pt x="130000" y="149012"/>
                  </a:lnTo>
                  <a:lnTo>
                    <a:pt x="130187" y="149826"/>
                  </a:lnTo>
                  <a:lnTo>
                    <a:pt x="130374" y="150625"/>
                  </a:lnTo>
                  <a:lnTo>
                    <a:pt x="130560" y="151551"/>
                  </a:lnTo>
                  <a:lnTo>
                    <a:pt x="130747" y="152440"/>
                  </a:lnTo>
                  <a:lnTo>
                    <a:pt x="130934" y="153119"/>
                  </a:lnTo>
                  <a:lnTo>
                    <a:pt x="131121" y="153974"/>
                  </a:lnTo>
                  <a:lnTo>
                    <a:pt x="131308" y="154779"/>
                  </a:lnTo>
                  <a:lnTo>
                    <a:pt x="131495" y="155378"/>
                  </a:lnTo>
                  <a:lnTo>
                    <a:pt x="131682" y="155955"/>
                  </a:lnTo>
                  <a:lnTo>
                    <a:pt x="131869" y="156506"/>
                  </a:lnTo>
                  <a:lnTo>
                    <a:pt x="132056" y="156836"/>
                  </a:lnTo>
                  <a:lnTo>
                    <a:pt x="132123" y="1569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455415" y="6353748"/>
              <a:ext cx="1586" cy="396"/>
            </a:xfrm>
            <a:custGeom>
              <a:avLst/>
              <a:pathLst>
                <a:path w="1586" h="396">
                  <a:moveTo>
                    <a:pt x="0" y="396"/>
                  </a:moveTo>
                  <a:lnTo>
                    <a:pt x="74" y="330"/>
                  </a:lnTo>
                  <a:lnTo>
                    <a:pt x="261" y="165"/>
                  </a:lnTo>
                  <a:lnTo>
                    <a:pt x="448" y="0"/>
                  </a:lnTo>
                  <a:lnTo>
                    <a:pt x="635" y="164"/>
                  </a:lnTo>
                  <a:lnTo>
                    <a:pt x="822" y="261"/>
                  </a:lnTo>
                  <a:lnTo>
                    <a:pt x="1009" y="290"/>
                  </a:lnTo>
                  <a:lnTo>
                    <a:pt x="1196" y="318"/>
                  </a:lnTo>
                  <a:lnTo>
                    <a:pt x="1383" y="347"/>
                  </a:lnTo>
                  <a:lnTo>
                    <a:pt x="1570" y="375"/>
                  </a:lnTo>
                  <a:lnTo>
                    <a:pt x="1586" y="39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496563" y="6303401"/>
              <a:ext cx="116440" cy="50743"/>
            </a:xfrm>
            <a:custGeom>
              <a:avLst/>
              <a:pathLst>
                <a:path w="116440" h="50743">
                  <a:moveTo>
                    <a:pt x="0" y="50743"/>
                  </a:moveTo>
                  <a:lnTo>
                    <a:pt x="49" y="50710"/>
                  </a:lnTo>
                  <a:lnTo>
                    <a:pt x="236" y="50614"/>
                  </a:lnTo>
                  <a:lnTo>
                    <a:pt x="423" y="50514"/>
                  </a:lnTo>
                  <a:lnTo>
                    <a:pt x="610" y="50359"/>
                  </a:lnTo>
                  <a:lnTo>
                    <a:pt x="797" y="50195"/>
                  </a:lnTo>
                  <a:lnTo>
                    <a:pt x="984" y="50109"/>
                  </a:lnTo>
                  <a:lnTo>
                    <a:pt x="1171" y="49988"/>
                  </a:lnTo>
                  <a:lnTo>
                    <a:pt x="1358" y="49990"/>
                  </a:lnTo>
                  <a:lnTo>
                    <a:pt x="1545" y="49755"/>
                  </a:lnTo>
                  <a:lnTo>
                    <a:pt x="1732" y="49498"/>
                  </a:lnTo>
                  <a:lnTo>
                    <a:pt x="1919" y="49114"/>
                  </a:lnTo>
                  <a:lnTo>
                    <a:pt x="2106" y="48864"/>
                  </a:lnTo>
                  <a:lnTo>
                    <a:pt x="2292" y="48174"/>
                  </a:lnTo>
                  <a:lnTo>
                    <a:pt x="2479" y="47401"/>
                  </a:lnTo>
                  <a:lnTo>
                    <a:pt x="2666" y="46628"/>
                  </a:lnTo>
                  <a:lnTo>
                    <a:pt x="2853" y="45750"/>
                  </a:lnTo>
                  <a:lnTo>
                    <a:pt x="3040" y="44883"/>
                  </a:lnTo>
                  <a:lnTo>
                    <a:pt x="3227" y="44022"/>
                  </a:lnTo>
                  <a:lnTo>
                    <a:pt x="3414" y="43275"/>
                  </a:lnTo>
                  <a:lnTo>
                    <a:pt x="3601" y="42581"/>
                  </a:lnTo>
                  <a:lnTo>
                    <a:pt x="3788" y="41933"/>
                  </a:lnTo>
                  <a:lnTo>
                    <a:pt x="3975" y="41376"/>
                  </a:lnTo>
                  <a:lnTo>
                    <a:pt x="4162" y="40905"/>
                  </a:lnTo>
                  <a:lnTo>
                    <a:pt x="4349" y="40395"/>
                  </a:lnTo>
                  <a:lnTo>
                    <a:pt x="4536" y="39886"/>
                  </a:lnTo>
                  <a:lnTo>
                    <a:pt x="4722" y="39496"/>
                  </a:lnTo>
                  <a:lnTo>
                    <a:pt x="4909" y="39030"/>
                  </a:lnTo>
                  <a:lnTo>
                    <a:pt x="5096" y="38578"/>
                  </a:lnTo>
                  <a:lnTo>
                    <a:pt x="5283" y="38430"/>
                  </a:lnTo>
                  <a:lnTo>
                    <a:pt x="5470" y="38286"/>
                  </a:lnTo>
                  <a:lnTo>
                    <a:pt x="5657" y="38194"/>
                  </a:lnTo>
                  <a:lnTo>
                    <a:pt x="5844" y="38359"/>
                  </a:lnTo>
                  <a:lnTo>
                    <a:pt x="6031" y="38524"/>
                  </a:lnTo>
                  <a:lnTo>
                    <a:pt x="6218" y="38689"/>
                  </a:lnTo>
                  <a:lnTo>
                    <a:pt x="6405" y="38747"/>
                  </a:lnTo>
                  <a:lnTo>
                    <a:pt x="6592" y="38747"/>
                  </a:lnTo>
                  <a:lnTo>
                    <a:pt x="6779" y="38747"/>
                  </a:lnTo>
                  <a:lnTo>
                    <a:pt x="6966" y="38747"/>
                  </a:lnTo>
                  <a:lnTo>
                    <a:pt x="7152" y="38747"/>
                  </a:lnTo>
                  <a:lnTo>
                    <a:pt x="7339" y="38722"/>
                  </a:lnTo>
                  <a:lnTo>
                    <a:pt x="7526" y="38615"/>
                  </a:lnTo>
                  <a:lnTo>
                    <a:pt x="7713" y="38615"/>
                  </a:lnTo>
                  <a:lnTo>
                    <a:pt x="7900" y="38615"/>
                  </a:lnTo>
                  <a:lnTo>
                    <a:pt x="8087" y="38615"/>
                  </a:lnTo>
                  <a:lnTo>
                    <a:pt x="8274" y="38615"/>
                  </a:lnTo>
                  <a:lnTo>
                    <a:pt x="8461" y="38615"/>
                  </a:lnTo>
                  <a:lnTo>
                    <a:pt x="8648" y="38557"/>
                  </a:lnTo>
                  <a:lnTo>
                    <a:pt x="8835" y="38334"/>
                  </a:lnTo>
                  <a:lnTo>
                    <a:pt x="9022" y="38169"/>
                  </a:lnTo>
                  <a:lnTo>
                    <a:pt x="9209" y="37979"/>
                  </a:lnTo>
                  <a:lnTo>
                    <a:pt x="9395" y="37641"/>
                  </a:lnTo>
                  <a:lnTo>
                    <a:pt x="9582" y="37146"/>
                  </a:lnTo>
                  <a:lnTo>
                    <a:pt x="9769" y="36651"/>
                  </a:lnTo>
                  <a:lnTo>
                    <a:pt x="9956" y="36609"/>
                  </a:lnTo>
                  <a:lnTo>
                    <a:pt x="10143" y="36542"/>
                  </a:lnTo>
                  <a:lnTo>
                    <a:pt x="10330" y="36474"/>
                  </a:lnTo>
                  <a:lnTo>
                    <a:pt x="10517" y="36307"/>
                  </a:lnTo>
                  <a:lnTo>
                    <a:pt x="10704" y="36140"/>
                  </a:lnTo>
                  <a:lnTo>
                    <a:pt x="10891" y="35973"/>
                  </a:lnTo>
                  <a:lnTo>
                    <a:pt x="11078" y="35806"/>
                  </a:lnTo>
                  <a:lnTo>
                    <a:pt x="11265" y="35680"/>
                  </a:lnTo>
                  <a:lnTo>
                    <a:pt x="11452" y="35720"/>
                  </a:lnTo>
                  <a:lnTo>
                    <a:pt x="11639" y="35859"/>
                  </a:lnTo>
                  <a:lnTo>
                    <a:pt x="11825" y="35933"/>
                  </a:lnTo>
                  <a:lnTo>
                    <a:pt x="12012" y="36024"/>
                  </a:lnTo>
                  <a:lnTo>
                    <a:pt x="12199" y="36223"/>
                  </a:lnTo>
                  <a:lnTo>
                    <a:pt x="12386" y="36537"/>
                  </a:lnTo>
                  <a:lnTo>
                    <a:pt x="12573" y="36851"/>
                  </a:lnTo>
                  <a:lnTo>
                    <a:pt x="12760" y="37139"/>
                  </a:lnTo>
                  <a:lnTo>
                    <a:pt x="12947" y="37471"/>
                  </a:lnTo>
                  <a:lnTo>
                    <a:pt x="13134" y="37859"/>
                  </a:lnTo>
                  <a:lnTo>
                    <a:pt x="13321" y="38123"/>
                  </a:lnTo>
                  <a:lnTo>
                    <a:pt x="13508" y="38453"/>
                  </a:lnTo>
                  <a:lnTo>
                    <a:pt x="13695" y="38783"/>
                  </a:lnTo>
                  <a:lnTo>
                    <a:pt x="13882" y="39113"/>
                  </a:lnTo>
                  <a:lnTo>
                    <a:pt x="14068" y="39402"/>
                  </a:lnTo>
                  <a:lnTo>
                    <a:pt x="14255" y="39567"/>
                  </a:lnTo>
                  <a:lnTo>
                    <a:pt x="14442" y="39732"/>
                  </a:lnTo>
                  <a:lnTo>
                    <a:pt x="14629" y="39897"/>
                  </a:lnTo>
                  <a:lnTo>
                    <a:pt x="14816" y="40062"/>
                  </a:lnTo>
                  <a:lnTo>
                    <a:pt x="15003" y="40227"/>
                  </a:lnTo>
                  <a:lnTo>
                    <a:pt x="15190" y="40392"/>
                  </a:lnTo>
                  <a:lnTo>
                    <a:pt x="15377" y="40557"/>
                  </a:lnTo>
                  <a:lnTo>
                    <a:pt x="15564" y="40722"/>
                  </a:lnTo>
                  <a:lnTo>
                    <a:pt x="15751" y="40887"/>
                  </a:lnTo>
                  <a:lnTo>
                    <a:pt x="15938" y="41052"/>
                  </a:lnTo>
                  <a:lnTo>
                    <a:pt x="16125" y="41118"/>
                  </a:lnTo>
                  <a:lnTo>
                    <a:pt x="16312" y="41118"/>
                  </a:lnTo>
                  <a:lnTo>
                    <a:pt x="16498" y="41118"/>
                  </a:lnTo>
                  <a:lnTo>
                    <a:pt x="16685" y="41118"/>
                  </a:lnTo>
                  <a:lnTo>
                    <a:pt x="16872" y="41118"/>
                  </a:lnTo>
                  <a:lnTo>
                    <a:pt x="17059" y="41118"/>
                  </a:lnTo>
                  <a:lnTo>
                    <a:pt x="17246" y="41118"/>
                  </a:lnTo>
                  <a:lnTo>
                    <a:pt x="17433" y="41118"/>
                  </a:lnTo>
                  <a:lnTo>
                    <a:pt x="17620" y="41118"/>
                  </a:lnTo>
                  <a:lnTo>
                    <a:pt x="17807" y="41118"/>
                  </a:lnTo>
                  <a:lnTo>
                    <a:pt x="17994" y="40953"/>
                  </a:lnTo>
                  <a:lnTo>
                    <a:pt x="18181" y="40623"/>
                  </a:lnTo>
                  <a:lnTo>
                    <a:pt x="18368" y="40276"/>
                  </a:lnTo>
                  <a:lnTo>
                    <a:pt x="18555" y="40073"/>
                  </a:lnTo>
                  <a:lnTo>
                    <a:pt x="18742" y="39825"/>
                  </a:lnTo>
                  <a:lnTo>
                    <a:pt x="18928" y="39527"/>
                  </a:lnTo>
                  <a:lnTo>
                    <a:pt x="19115" y="39195"/>
                  </a:lnTo>
                  <a:lnTo>
                    <a:pt x="19302" y="38767"/>
                  </a:lnTo>
                  <a:lnTo>
                    <a:pt x="19489" y="38314"/>
                  </a:lnTo>
                  <a:lnTo>
                    <a:pt x="19676" y="37862"/>
                  </a:lnTo>
                  <a:lnTo>
                    <a:pt x="19863" y="37409"/>
                  </a:lnTo>
                  <a:lnTo>
                    <a:pt x="20050" y="36957"/>
                  </a:lnTo>
                  <a:lnTo>
                    <a:pt x="20237" y="36504"/>
                  </a:lnTo>
                  <a:lnTo>
                    <a:pt x="20424" y="36052"/>
                  </a:lnTo>
                  <a:lnTo>
                    <a:pt x="20611" y="35600"/>
                  </a:lnTo>
                  <a:lnTo>
                    <a:pt x="20798" y="35267"/>
                  </a:lnTo>
                  <a:lnTo>
                    <a:pt x="20985" y="35055"/>
                  </a:lnTo>
                  <a:lnTo>
                    <a:pt x="21171" y="34855"/>
                  </a:lnTo>
                  <a:lnTo>
                    <a:pt x="21358" y="34794"/>
                  </a:lnTo>
                  <a:lnTo>
                    <a:pt x="21545" y="34793"/>
                  </a:lnTo>
                  <a:lnTo>
                    <a:pt x="21732" y="34840"/>
                  </a:lnTo>
                  <a:lnTo>
                    <a:pt x="21919" y="34675"/>
                  </a:lnTo>
                  <a:lnTo>
                    <a:pt x="22106" y="34642"/>
                  </a:lnTo>
                  <a:lnTo>
                    <a:pt x="22293" y="34642"/>
                  </a:lnTo>
                  <a:lnTo>
                    <a:pt x="22480" y="34642"/>
                  </a:lnTo>
                  <a:lnTo>
                    <a:pt x="22667" y="34642"/>
                  </a:lnTo>
                  <a:lnTo>
                    <a:pt x="22854" y="34642"/>
                  </a:lnTo>
                  <a:lnTo>
                    <a:pt x="23041" y="34642"/>
                  </a:lnTo>
                  <a:lnTo>
                    <a:pt x="23228" y="34395"/>
                  </a:lnTo>
                  <a:lnTo>
                    <a:pt x="23415" y="34148"/>
                  </a:lnTo>
                  <a:lnTo>
                    <a:pt x="23601" y="33963"/>
                  </a:lnTo>
                  <a:lnTo>
                    <a:pt x="23788" y="33840"/>
                  </a:lnTo>
                  <a:lnTo>
                    <a:pt x="23975" y="33805"/>
                  </a:lnTo>
                  <a:lnTo>
                    <a:pt x="24162" y="33777"/>
                  </a:lnTo>
                  <a:lnTo>
                    <a:pt x="24349" y="33748"/>
                  </a:lnTo>
                  <a:lnTo>
                    <a:pt x="24536" y="33720"/>
                  </a:lnTo>
                  <a:lnTo>
                    <a:pt x="24723" y="33692"/>
                  </a:lnTo>
                  <a:lnTo>
                    <a:pt x="24910" y="33663"/>
                  </a:lnTo>
                  <a:lnTo>
                    <a:pt x="25097" y="33635"/>
                  </a:lnTo>
                  <a:lnTo>
                    <a:pt x="25284" y="33606"/>
                  </a:lnTo>
                  <a:lnTo>
                    <a:pt x="25471" y="33578"/>
                  </a:lnTo>
                  <a:lnTo>
                    <a:pt x="25658" y="33549"/>
                  </a:lnTo>
                  <a:lnTo>
                    <a:pt x="25845" y="33521"/>
                  </a:lnTo>
                  <a:lnTo>
                    <a:pt x="26031" y="33522"/>
                  </a:lnTo>
                  <a:lnTo>
                    <a:pt x="26218" y="33522"/>
                  </a:lnTo>
                  <a:lnTo>
                    <a:pt x="26405" y="33461"/>
                  </a:lnTo>
                  <a:lnTo>
                    <a:pt x="26592" y="33338"/>
                  </a:lnTo>
                  <a:lnTo>
                    <a:pt x="26779" y="33346"/>
                  </a:lnTo>
                  <a:lnTo>
                    <a:pt x="26966" y="33346"/>
                  </a:lnTo>
                  <a:lnTo>
                    <a:pt x="27153" y="33346"/>
                  </a:lnTo>
                  <a:lnTo>
                    <a:pt x="27340" y="33346"/>
                  </a:lnTo>
                  <a:lnTo>
                    <a:pt x="27527" y="33346"/>
                  </a:lnTo>
                  <a:lnTo>
                    <a:pt x="27714" y="33346"/>
                  </a:lnTo>
                  <a:lnTo>
                    <a:pt x="27901" y="33346"/>
                  </a:lnTo>
                  <a:lnTo>
                    <a:pt x="28088" y="33346"/>
                  </a:lnTo>
                  <a:lnTo>
                    <a:pt x="28274" y="33346"/>
                  </a:lnTo>
                  <a:lnTo>
                    <a:pt x="28461" y="33346"/>
                  </a:lnTo>
                  <a:lnTo>
                    <a:pt x="28648" y="33346"/>
                  </a:lnTo>
                  <a:lnTo>
                    <a:pt x="28835" y="33346"/>
                  </a:lnTo>
                  <a:lnTo>
                    <a:pt x="29022" y="33346"/>
                  </a:lnTo>
                  <a:lnTo>
                    <a:pt x="29209" y="33346"/>
                  </a:lnTo>
                  <a:lnTo>
                    <a:pt x="29396" y="33346"/>
                  </a:lnTo>
                  <a:lnTo>
                    <a:pt x="29583" y="33346"/>
                  </a:lnTo>
                  <a:lnTo>
                    <a:pt x="29770" y="33346"/>
                  </a:lnTo>
                  <a:lnTo>
                    <a:pt x="29957" y="33346"/>
                  </a:lnTo>
                  <a:lnTo>
                    <a:pt x="30144" y="33346"/>
                  </a:lnTo>
                  <a:lnTo>
                    <a:pt x="30331" y="33346"/>
                  </a:lnTo>
                  <a:lnTo>
                    <a:pt x="30518" y="33346"/>
                  </a:lnTo>
                  <a:lnTo>
                    <a:pt x="30704" y="33346"/>
                  </a:lnTo>
                  <a:lnTo>
                    <a:pt x="30891" y="33346"/>
                  </a:lnTo>
                  <a:lnTo>
                    <a:pt x="31078" y="33346"/>
                  </a:lnTo>
                  <a:lnTo>
                    <a:pt x="31265" y="33247"/>
                  </a:lnTo>
                  <a:lnTo>
                    <a:pt x="31452" y="33082"/>
                  </a:lnTo>
                  <a:lnTo>
                    <a:pt x="31639" y="32851"/>
                  </a:lnTo>
                  <a:lnTo>
                    <a:pt x="31826" y="32521"/>
                  </a:lnTo>
                  <a:lnTo>
                    <a:pt x="32013" y="32191"/>
                  </a:lnTo>
                  <a:lnTo>
                    <a:pt x="32200" y="31861"/>
                  </a:lnTo>
                  <a:lnTo>
                    <a:pt x="32387" y="31531"/>
                  </a:lnTo>
                  <a:lnTo>
                    <a:pt x="32574" y="31201"/>
                  </a:lnTo>
                  <a:lnTo>
                    <a:pt x="32761" y="30780"/>
                  </a:lnTo>
                  <a:lnTo>
                    <a:pt x="32947" y="30293"/>
                  </a:lnTo>
                  <a:lnTo>
                    <a:pt x="33134" y="29798"/>
                  </a:lnTo>
                  <a:lnTo>
                    <a:pt x="33321" y="29303"/>
                  </a:lnTo>
                  <a:lnTo>
                    <a:pt x="33508" y="28808"/>
                  </a:lnTo>
                  <a:lnTo>
                    <a:pt x="33695" y="28313"/>
                  </a:lnTo>
                  <a:lnTo>
                    <a:pt x="33882" y="27817"/>
                  </a:lnTo>
                  <a:lnTo>
                    <a:pt x="34069" y="27421"/>
                  </a:lnTo>
                  <a:lnTo>
                    <a:pt x="34256" y="27091"/>
                  </a:lnTo>
                  <a:lnTo>
                    <a:pt x="34443" y="26827"/>
                  </a:lnTo>
                  <a:lnTo>
                    <a:pt x="34630" y="26753"/>
                  </a:lnTo>
                  <a:lnTo>
                    <a:pt x="34817" y="26604"/>
                  </a:lnTo>
                  <a:lnTo>
                    <a:pt x="35004" y="26439"/>
                  </a:lnTo>
                  <a:lnTo>
                    <a:pt x="35191" y="26274"/>
                  </a:lnTo>
                  <a:lnTo>
                    <a:pt x="35377" y="26109"/>
                  </a:lnTo>
                  <a:lnTo>
                    <a:pt x="35564" y="26321"/>
                  </a:lnTo>
                  <a:lnTo>
                    <a:pt x="35751" y="26242"/>
                  </a:lnTo>
                  <a:lnTo>
                    <a:pt x="35938" y="26247"/>
                  </a:lnTo>
                  <a:lnTo>
                    <a:pt x="36125" y="25891"/>
                  </a:lnTo>
                  <a:lnTo>
                    <a:pt x="36312" y="25404"/>
                  </a:lnTo>
                  <a:lnTo>
                    <a:pt x="36499" y="24772"/>
                  </a:lnTo>
                  <a:lnTo>
                    <a:pt x="36686" y="24138"/>
                  </a:lnTo>
                  <a:lnTo>
                    <a:pt x="36873" y="23464"/>
                  </a:lnTo>
                  <a:lnTo>
                    <a:pt x="37060" y="22790"/>
                  </a:lnTo>
                  <a:lnTo>
                    <a:pt x="37247" y="22037"/>
                  </a:lnTo>
                  <a:lnTo>
                    <a:pt x="37434" y="21211"/>
                  </a:lnTo>
                  <a:lnTo>
                    <a:pt x="37621" y="20394"/>
                  </a:lnTo>
                  <a:lnTo>
                    <a:pt x="37807" y="19477"/>
                  </a:lnTo>
                  <a:lnTo>
                    <a:pt x="37994" y="18563"/>
                  </a:lnTo>
                  <a:lnTo>
                    <a:pt x="38181" y="17648"/>
                  </a:lnTo>
                  <a:lnTo>
                    <a:pt x="38368" y="16760"/>
                  </a:lnTo>
                  <a:lnTo>
                    <a:pt x="38555" y="15945"/>
                  </a:lnTo>
                  <a:lnTo>
                    <a:pt x="38742" y="14684"/>
                  </a:lnTo>
                  <a:lnTo>
                    <a:pt x="38929" y="13776"/>
                  </a:lnTo>
                  <a:lnTo>
                    <a:pt x="39116" y="12967"/>
                  </a:lnTo>
                  <a:lnTo>
                    <a:pt x="39303" y="12434"/>
                  </a:lnTo>
                  <a:lnTo>
                    <a:pt x="39490" y="11700"/>
                  </a:lnTo>
                  <a:lnTo>
                    <a:pt x="39677" y="11402"/>
                  </a:lnTo>
                  <a:lnTo>
                    <a:pt x="39864" y="11096"/>
                  </a:lnTo>
                  <a:lnTo>
                    <a:pt x="40050" y="10673"/>
                  </a:lnTo>
                  <a:lnTo>
                    <a:pt x="40237" y="10301"/>
                  </a:lnTo>
                  <a:lnTo>
                    <a:pt x="40424" y="10027"/>
                  </a:lnTo>
                  <a:lnTo>
                    <a:pt x="40611" y="9904"/>
                  </a:lnTo>
                  <a:lnTo>
                    <a:pt x="40798" y="9741"/>
                  </a:lnTo>
                  <a:lnTo>
                    <a:pt x="40985" y="9578"/>
                  </a:lnTo>
                  <a:lnTo>
                    <a:pt x="41172" y="9399"/>
                  </a:lnTo>
                  <a:lnTo>
                    <a:pt x="41359" y="9127"/>
                  </a:lnTo>
                  <a:lnTo>
                    <a:pt x="41546" y="8771"/>
                  </a:lnTo>
                  <a:lnTo>
                    <a:pt x="41733" y="8309"/>
                  </a:lnTo>
                  <a:lnTo>
                    <a:pt x="41920" y="7814"/>
                  </a:lnTo>
                  <a:lnTo>
                    <a:pt x="42107" y="7319"/>
                  </a:lnTo>
                  <a:lnTo>
                    <a:pt x="42294" y="6972"/>
                  </a:lnTo>
                  <a:lnTo>
                    <a:pt x="42480" y="6601"/>
                  </a:lnTo>
                  <a:lnTo>
                    <a:pt x="42667" y="6205"/>
                  </a:lnTo>
                  <a:lnTo>
                    <a:pt x="42854" y="6032"/>
                  </a:lnTo>
                  <a:lnTo>
                    <a:pt x="43041" y="5710"/>
                  </a:lnTo>
                  <a:lnTo>
                    <a:pt x="43228" y="5338"/>
                  </a:lnTo>
                  <a:lnTo>
                    <a:pt x="43415" y="4843"/>
                  </a:lnTo>
                  <a:lnTo>
                    <a:pt x="43602" y="4348"/>
                  </a:lnTo>
                  <a:lnTo>
                    <a:pt x="43789" y="3853"/>
                  </a:lnTo>
                  <a:lnTo>
                    <a:pt x="43976" y="3358"/>
                  </a:lnTo>
                  <a:lnTo>
                    <a:pt x="44163" y="2863"/>
                  </a:lnTo>
                  <a:lnTo>
                    <a:pt x="44350" y="2368"/>
                  </a:lnTo>
                  <a:lnTo>
                    <a:pt x="44537" y="2005"/>
                  </a:lnTo>
                  <a:lnTo>
                    <a:pt x="44723" y="1699"/>
                  </a:lnTo>
                  <a:lnTo>
                    <a:pt x="44910" y="1534"/>
                  </a:lnTo>
                  <a:lnTo>
                    <a:pt x="45097" y="1229"/>
                  </a:lnTo>
                  <a:lnTo>
                    <a:pt x="45284" y="899"/>
                  </a:lnTo>
                  <a:lnTo>
                    <a:pt x="45471" y="569"/>
                  </a:lnTo>
                  <a:lnTo>
                    <a:pt x="45658" y="239"/>
                  </a:lnTo>
                  <a:lnTo>
                    <a:pt x="45845" y="66"/>
                  </a:lnTo>
                  <a:lnTo>
                    <a:pt x="46032" y="0"/>
                  </a:lnTo>
                  <a:lnTo>
                    <a:pt x="46219" y="297"/>
                  </a:lnTo>
                  <a:lnTo>
                    <a:pt x="46406" y="627"/>
                  </a:lnTo>
                  <a:lnTo>
                    <a:pt x="46593" y="981"/>
                  </a:lnTo>
                  <a:lnTo>
                    <a:pt x="46780" y="1435"/>
                  </a:lnTo>
                  <a:lnTo>
                    <a:pt x="46967" y="1807"/>
                  </a:lnTo>
                  <a:lnTo>
                    <a:pt x="47153" y="2137"/>
                  </a:lnTo>
                  <a:lnTo>
                    <a:pt x="47340" y="2014"/>
                  </a:lnTo>
                  <a:lnTo>
                    <a:pt x="47527" y="1916"/>
                  </a:lnTo>
                  <a:lnTo>
                    <a:pt x="47714" y="1760"/>
                  </a:lnTo>
                  <a:lnTo>
                    <a:pt x="47901" y="1738"/>
                  </a:lnTo>
                  <a:lnTo>
                    <a:pt x="48088" y="1740"/>
                  </a:lnTo>
                  <a:lnTo>
                    <a:pt x="48275" y="1742"/>
                  </a:lnTo>
                  <a:lnTo>
                    <a:pt x="48462" y="1914"/>
                  </a:lnTo>
                  <a:lnTo>
                    <a:pt x="48649" y="2121"/>
                  </a:lnTo>
                  <a:lnTo>
                    <a:pt x="48836" y="2314"/>
                  </a:lnTo>
                  <a:lnTo>
                    <a:pt x="49023" y="2338"/>
                  </a:lnTo>
                  <a:lnTo>
                    <a:pt x="49210" y="2338"/>
                  </a:lnTo>
                  <a:lnTo>
                    <a:pt x="49397" y="2320"/>
                  </a:lnTo>
                  <a:lnTo>
                    <a:pt x="49583" y="2230"/>
                  </a:lnTo>
                  <a:lnTo>
                    <a:pt x="49770" y="2199"/>
                  </a:lnTo>
                  <a:lnTo>
                    <a:pt x="49957" y="2199"/>
                  </a:lnTo>
                  <a:lnTo>
                    <a:pt x="50144" y="2225"/>
                  </a:lnTo>
                  <a:lnTo>
                    <a:pt x="50331" y="2207"/>
                  </a:lnTo>
                  <a:lnTo>
                    <a:pt x="50518" y="2133"/>
                  </a:lnTo>
                  <a:lnTo>
                    <a:pt x="50705" y="2281"/>
                  </a:lnTo>
                  <a:lnTo>
                    <a:pt x="50892" y="2430"/>
                  </a:lnTo>
                  <a:lnTo>
                    <a:pt x="51079" y="2579"/>
                  </a:lnTo>
                  <a:lnTo>
                    <a:pt x="51266" y="2844"/>
                  </a:lnTo>
                  <a:lnTo>
                    <a:pt x="51453" y="3091"/>
                  </a:lnTo>
                  <a:lnTo>
                    <a:pt x="51640" y="3311"/>
                  </a:lnTo>
                  <a:lnTo>
                    <a:pt x="51826" y="3311"/>
                  </a:lnTo>
                  <a:lnTo>
                    <a:pt x="52013" y="3311"/>
                  </a:lnTo>
                  <a:lnTo>
                    <a:pt x="52200" y="3311"/>
                  </a:lnTo>
                  <a:lnTo>
                    <a:pt x="52387" y="3311"/>
                  </a:lnTo>
                  <a:lnTo>
                    <a:pt x="52574" y="3311"/>
                  </a:lnTo>
                  <a:lnTo>
                    <a:pt x="52761" y="3311"/>
                  </a:lnTo>
                  <a:lnTo>
                    <a:pt x="52948" y="3311"/>
                  </a:lnTo>
                  <a:lnTo>
                    <a:pt x="53135" y="3311"/>
                  </a:lnTo>
                  <a:lnTo>
                    <a:pt x="53322" y="3531"/>
                  </a:lnTo>
                  <a:lnTo>
                    <a:pt x="53509" y="3778"/>
                  </a:lnTo>
                  <a:lnTo>
                    <a:pt x="53696" y="4025"/>
                  </a:lnTo>
                  <a:lnTo>
                    <a:pt x="53883" y="4260"/>
                  </a:lnTo>
                  <a:lnTo>
                    <a:pt x="54070" y="4404"/>
                  </a:lnTo>
                  <a:lnTo>
                    <a:pt x="54256" y="4510"/>
                  </a:lnTo>
                  <a:lnTo>
                    <a:pt x="54443" y="4509"/>
                  </a:lnTo>
                  <a:lnTo>
                    <a:pt x="54630" y="4417"/>
                  </a:lnTo>
                  <a:lnTo>
                    <a:pt x="54817" y="4325"/>
                  </a:lnTo>
                  <a:lnTo>
                    <a:pt x="55004" y="4233"/>
                  </a:lnTo>
                  <a:lnTo>
                    <a:pt x="55191" y="4142"/>
                  </a:lnTo>
                  <a:lnTo>
                    <a:pt x="55378" y="4215"/>
                  </a:lnTo>
                  <a:lnTo>
                    <a:pt x="55565" y="4453"/>
                  </a:lnTo>
                  <a:lnTo>
                    <a:pt x="55752" y="4678"/>
                  </a:lnTo>
                  <a:lnTo>
                    <a:pt x="55939" y="4669"/>
                  </a:lnTo>
                  <a:lnTo>
                    <a:pt x="56126" y="4699"/>
                  </a:lnTo>
                  <a:lnTo>
                    <a:pt x="56313" y="4748"/>
                  </a:lnTo>
                  <a:lnTo>
                    <a:pt x="56500" y="4832"/>
                  </a:lnTo>
                  <a:lnTo>
                    <a:pt x="56686" y="5024"/>
                  </a:lnTo>
                  <a:lnTo>
                    <a:pt x="56873" y="5312"/>
                  </a:lnTo>
                  <a:lnTo>
                    <a:pt x="57060" y="5327"/>
                  </a:lnTo>
                  <a:lnTo>
                    <a:pt x="57247" y="5490"/>
                  </a:lnTo>
                  <a:lnTo>
                    <a:pt x="57434" y="5778"/>
                  </a:lnTo>
                  <a:lnTo>
                    <a:pt x="57621" y="6065"/>
                  </a:lnTo>
                  <a:lnTo>
                    <a:pt x="57808" y="6353"/>
                  </a:lnTo>
                  <a:lnTo>
                    <a:pt x="57995" y="6640"/>
                  </a:lnTo>
                  <a:lnTo>
                    <a:pt x="58182" y="6807"/>
                  </a:lnTo>
                  <a:lnTo>
                    <a:pt x="58369" y="6854"/>
                  </a:lnTo>
                  <a:lnTo>
                    <a:pt x="58556" y="6931"/>
                  </a:lnTo>
                  <a:lnTo>
                    <a:pt x="58743" y="6992"/>
                  </a:lnTo>
                  <a:lnTo>
                    <a:pt x="58929" y="6993"/>
                  </a:lnTo>
                  <a:lnTo>
                    <a:pt x="59116" y="6946"/>
                  </a:lnTo>
                  <a:lnTo>
                    <a:pt x="59303" y="7053"/>
                  </a:lnTo>
                  <a:lnTo>
                    <a:pt x="59490" y="6921"/>
                  </a:lnTo>
                  <a:lnTo>
                    <a:pt x="59677" y="6756"/>
                  </a:lnTo>
                  <a:lnTo>
                    <a:pt x="59864" y="6492"/>
                  </a:lnTo>
                  <a:lnTo>
                    <a:pt x="60051" y="6459"/>
                  </a:lnTo>
                  <a:lnTo>
                    <a:pt x="60238" y="6458"/>
                  </a:lnTo>
                  <a:lnTo>
                    <a:pt x="60425" y="6487"/>
                  </a:lnTo>
                  <a:lnTo>
                    <a:pt x="60612" y="6515"/>
                  </a:lnTo>
                  <a:lnTo>
                    <a:pt x="60799" y="6544"/>
                  </a:lnTo>
                  <a:lnTo>
                    <a:pt x="60986" y="6542"/>
                  </a:lnTo>
                  <a:lnTo>
                    <a:pt x="61173" y="6450"/>
                  </a:lnTo>
                  <a:lnTo>
                    <a:pt x="61359" y="6358"/>
                  </a:lnTo>
                  <a:lnTo>
                    <a:pt x="61546" y="6267"/>
                  </a:lnTo>
                  <a:lnTo>
                    <a:pt x="61733" y="6067"/>
                  </a:lnTo>
                  <a:lnTo>
                    <a:pt x="61920" y="5855"/>
                  </a:lnTo>
                  <a:lnTo>
                    <a:pt x="62107" y="5685"/>
                  </a:lnTo>
                  <a:lnTo>
                    <a:pt x="62294" y="5593"/>
                  </a:lnTo>
                  <a:lnTo>
                    <a:pt x="62481" y="5501"/>
                  </a:lnTo>
                  <a:lnTo>
                    <a:pt x="62668" y="5481"/>
                  </a:lnTo>
                  <a:lnTo>
                    <a:pt x="62855" y="5505"/>
                  </a:lnTo>
                  <a:lnTo>
                    <a:pt x="63042" y="5478"/>
                  </a:lnTo>
                  <a:lnTo>
                    <a:pt x="63229" y="5148"/>
                  </a:lnTo>
                  <a:lnTo>
                    <a:pt x="63416" y="4818"/>
                  </a:lnTo>
                  <a:lnTo>
                    <a:pt x="63602" y="4488"/>
                  </a:lnTo>
                  <a:lnTo>
                    <a:pt x="63789" y="4199"/>
                  </a:lnTo>
                  <a:lnTo>
                    <a:pt x="63976" y="4034"/>
                  </a:lnTo>
                  <a:lnTo>
                    <a:pt x="64163" y="3869"/>
                  </a:lnTo>
                  <a:lnTo>
                    <a:pt x="64350" y="3704"/>
                  </a:lnTo>
                  <a:lnTo>
                    <a:pt x="64537" y="3687"/>
                  </a:lnTo>
                  <a:lnTo>
                    <a:pt x="64724" y="3687"/>
                  </a:lnTo>
                  <a:lnTo>
                    <a:pt x="64911" y="3687"/>
                  </a:lnTo>
                  <a:lnTo>
                    <a:pt x="65098" y="3687"/>
                  </a:lnTo>
                  <a:lnTo>
                    <a:pt x="65285" y="3687"/>
                  </a:lnTo>
                  <a:lnTo>
                    <a:pt x="65472" y="3687"/>
                  </a:lnTo>
                  <a:lnTo>
                    <a:pt x="65659" y="3687"/>
                  </a:lnTo>
                  <a:lnTo>
                    <a:pt x="65846" y="3687"/>
                  </a:lnTo>
                  <a:lnTo>
                    <a:pt x="66032" y="3687"/>
                  </a:lnTo>
                  <a:lnTo>
                    <a:pt x="66219" y="3687"/>
                  </a:lnTo>
                  <a:lnTo>
                    <a:pt x="66406" y="3687"/>
                  </a:lnTo>
                  <a:lnTo>
                    <a:pt x="66593" y="3687"/>
                  </a:lnTo>
                  <a:lnTo>
                    <a:pt x="66780" y="3687"/>
                  </a:lnTo>
                  <a:lnTo>
                    <a:pt x="66967" y="3687"/>
                  </a:lnTo>
                  <a:lnTo>
                    <a:pt x="67154" y="3687"/>
                  </a:lnTo>
                  <a:lnTo>
                    <a:pt x="67341" y="3687"/>
                  </a:lnTo>
                  <a:lnTo>
                    <a:pt x="67528" y="3687"/>
                  </a:lnTo>
                  <a:lnTo>
                    <a:pt x="67715" y="3687"/>
                  </a:lnTo>
                  <a:lnTo>
                    <a:pt x="67902" y="3687"/>
                  </a:lnTo>
                  <a:lnTo>
                    <a:pt x="68089" y="3687"/>
                  </a:lnTo>
                  <a:lnTo>
                    <a:pt x="68276" y="3687"/>
                  </a:lnTo>
                  <a:lnTo>
                    <a:pt x="68462" y="3687"/>
                  </a:lnTo>
                  <a:lnTo>
                    <a:pt x="68649" y="3786"/>
                  </a:lnTo>
                  <a:lnTo>
                    <a:pt x="68836" y="3951"/>
                  </a:lnTo>
                  <a:lnTo>
                    <a:pt x="69023" y="4182"/>
                  </a:lnTo>
                  <a:lnTo>
                    <a:pt x="69210" y="4513"/>
                  </a:lnTo>
                  <a:lnTo>
                    <a:pt x="69397" y="4843"/>
                  </a:lnTo>
                  <a:lnTo>
                    <a:pt x="69584" y="5173"/>
                  </a:lnTo>
                  <a:lnTo>
                    <a:pt x="69771" y="5503"/>
                  </a:lnTo>
                  <a:lnTo>
                    <a:pt x="69958" y="5833"/>
                  </a:lnTo>
                  <a:lnTo>
                    <a:pt x="70145" y="6254"/>
                  </a:lnTo>
                  <a:lnTo>
                    <a:pt x="70332" y="6889"/>
                  </a:lnTo>
                  <a:lnTo>
                    <a:pt x="70519" y="7549"/>
                  </a:lnTo>
                  <a:lnTo>
                    <a:pt x="70705" y="8209"/>
                  </a:lnTo>
                  <a:lnTo>
                    <a:pt x="70892" y="8869"/>
                  </a:lnTo>
                  <a:lnTo>
                    <a:pt x="71079" y="9530"/>
                  </a:lnTo>
                  <a:lnTo>
                    <a:pt x="71266" y="10190"/>
                  </a:lnTo>
                  <a:lnTo>
                    <a:pt x="71453" y="10751"/>
                  </a:lnTo>
                  <a:lnTo>
                    <a:pt x="71640" y="11246"/>
                  </a:lnTo>
                  <a:lnTo>
                    <a:pt x="71827" y="11675"/>
                  </a:lnTo>
                  <a:lnTo>
                    <a:pt x="72014" y="12005"/>
                  </a:lnTo>
                  <a:lnTo>
                    <a:pt x="72201" y="12484"/>
                  </a:lnTo>
                  <a:lnTo>
                    <a:pt x="72388" y="12979"/>
                  </a:lnTo>
                  <a:lnTo>
                    <a:pt x="72575" y="13474"/>
                  </a:lnTo>
                  <a:lnTo>
                    <a:pt x="72762" y="13969"/>
                  </a:lnTo>
                  <a:lnTo>
                    <a:pt x="72949" y="14087"/>
                  </a:lnTo>
                  <a:lnTo>
                    <a:pt x="73135" y="14107"/>
                  </a:lnTo>
                  <a:lnTo>
                    <a:pt x="73322" y="14078"/>
                  </a:lnTo>
                  <a:lnTo>
                    <a:pt x="73509" y="14230"/>
                  </a:lnTo>
                  <a:lnTo>
                    <a:pt x="73696" y="14454"/>
                  </a:lnTo>
                  <a:lnTo>
                    <a:pt x="73883" y="14787"/>
                  </a:lnTo>
                  <a:lnTo>
                    <a:pt x="74070" y="15119"/>
                  </a:lnTo>
                  <a:lnTo>
                    <a:pt x="74257" y="15451"/>
                  </a:lnTo>
                  <a:lnTo>
                    <a:pt x="74444" y="15783"/>
                  </a:lnTo>
                  <a:lnTo>
                    <a:pt x="74631" y="16194"/>
                  </a:lnTo>
                  <a:lnTo>
                    <a:pt x="74818" y="16646"/>
                  </a:lnTo>
                  <a:lnTo>
                    <a:pt x="75005" y="17063"/>
                  </a:lnTo>
                  <a:lnTo>
                    <a:pt x="75192" y="17581"/>
                  </a:lnTo>
                  <a:lnTo>
                    <a:pt x="75379" y="18154"/>
                  </a:lnTo>
                  <a:lnTo>
                    <a:pt x="75565" y="18726"/>
                  </a:lnTo>
                  <a:lnTo>
                    <a:pt x="75752" y="19285"/>
                  </a:lnTo>
                  <a:lnTo>
                    <a:pt x="75939" y="19820"/>
                  </a:lnTo>
                  <a:lnTo>
                    <a:pt x="76126" y="20810"/>
                  </a:lnTo>
                  <a:lnTo>
                    <a:pt x="76313" y="21552"/>
                  </a:lnTo>
                  <a:lnTo>
                    <a:pt x="76500" y="22196"/>
                  </a:lnTo>
                  <a:lnTo>
                    <a:pt x="76687" y="22691"/>
                  </a:lnTo>
                  <a:lnTo>
                    <a:pt x="76874" y="23335"/>
                  </a:lnTo>
                  <a:lnTo>
                    <a:pt x="77061" y="23995"/>
                  </a:lnTo>
                  <a:lnTo>
                    <a:pt x="77248" y="24754"/>
                  </a:lnTo>
                  <a:lnTo>
                    <a:pt x="77435" y="25629"/>
                  </a:lnTo>
                  <a:lnTo>
                    <a:pt x="77622" y="26454"/>
                  </a:lnTo>
                  <a:lnTo>
                    <a:pt x="77808" y="27180"/>
                  </a:lnTo>
                  <a:lnTo>
                    <a:pt x="77995" y="27750"/>
                  </a:lnTo>
                  <a:lnTo>
                    <a:pt x="78182" y="28245"/>
                  </a:lnTo>
                  <a:lnTo>
                    <a:pt x="78369" y="28740"/>
                  </a:lnTo>
                  <a:lnTo>
                    <a:pt x="78556" y="29235"/>
                  </a:lnTo>
                  <a:lnTo>
                    <a:pt x="78743" y="29730"/>
                  </a:lnTo>
                  <a:lnTo>
                    <a:pt x="78930" y="30225"/>
                  </a:lnTo>
                  <a:lnTo>
                    <a:pt x="79117" y="30852"/>
                  </a:lnTo>
                  <a:lnTo>
                    <a:pt x="79304" y="31512"/>
                  </a:lnTo>
                  <a:lnTo>
                    <a:pt x="79491" y="32173"/>
                  </a:lnTo>
                  <a:lnTo>
                    <a:pt x="79678" y="32684"/>
                  </a:lnTo>
                  <a:lnTo>
                    <a:pt x="79865" y="33179"/>
                  </a:lnTo>
                  <a:lnTo>
                    <a:pt x="80052" y="33575"/>
                  </a:lnTo>
                  <a:lnTo>
                    <a:pt x="80238" y="33749"/>
                  </a:lnTo>
                  <a:lnTo>
                    <a:pt x="80425" y="34070"/>
                  </a:lnTo>
                  <a:lnTo>
                    <a:pt x="80612" y="34442"/>
                  </a:lnTo>
                  <a:lnTo>
                    <a:pt x="80799" y="34937"/>
                  </a:lnTo>
                  <a:lnTo>
                    <a:pt x="80986" y="35432"/>
                  </a:lnTo>
                  <a:lnTo>
                    <a:pt x="81173" y="35927"/>
                  </a:lnTo>
                  <a:lnTo>
                    <a:pt x="81360" y="36422"/>
                  </a:lnTo>
                  <a:lnTo>
                    <a:pt x="81547" y="36917"/>
                  </a:lnTo>
                  <a:lnTo>
                    <a:pt x="81734" y="37412"/>
                  </a:lnTo>
                  <a:lnTo>
                    <a:pt x="81921" y="37776"/>
                  </a:lnTo>
                  <a:lnTo>
                    <a:pt x="82108" y="38106"/>
                  </a:lnTo>
                  <a:lnTo>
                    <a:pt x="82295" y="38436"/>
                  </a:lnTo>
                  <a:lnTo>
                    <a:pt x="82481" y="38906"/>
                  </a:lnTo>
                  <a:lnTo>
                    <a:pt x="82668" y="39401"/>
                  </a:lnTo>
                  <a:lnTo>
                    <a:pt x="82855" y="39896"/>
                  </a:lnTo>
                  <a:lnTo>
                    <a:pt x="83042" y="40391"/>
                  </a:lnTo>
                  <a:lnTo>
                    <a:pt x="83229" y="40730"/>
                  </a:lnTo>
                  <a:lnTo>
                    <a:pt x="83416" y="41019"/>
                  </a:lnTo>
                  <a:lnTo>
                    <a:pt x="83603" y="41184"/>
                  </a:lnTo>
                  <a:lnTo>
                    <a:pt x="83790" y="41349"/>
                  </a:lnTo>
                  <a:lnTo>
                    <a:pt x="83977" y="41514"/>
                  </a:lnTo>
                  <a:lnTo>
                    <a:pt x="84164" y="41728"/>
                  </a:lnTo>
                  <a:lnTo>
                    <a:pt x="84351" y="42182"/>
                  </a:lnTo>
                  <a:lnTo>
                    <a:pt x="84538" y="42677"/>
                  </a:lnTo>
                  <a:lnTo>
                    <a:pt x="84725" y="43172"/>
                  </a:lnTo>
                  <a:lnTo>
                    <a:pt x="84911" y="43667"/>
                  </a:lnTo>
                  <a:lnTo>
                    <a:pt x="85098" y="44162"/>
                  </a:lnTo>
                  <a:lnTo>
                    <a:pt x="85285" y="44517"/>
                  </a:lnTo>
                  <a:lnTo>
                    <a:pt x="85472" y="44847"/>
                  </a:lnTo>
                  <a:lnTo>
                    <a:pt x="85659" y="45177"/>
                  </a:lnTo>
                  <a:lnTo>
                    <a:pt x="85846" y="45338"/>
                  </a:lnTo>
                  <a:lnTo>
                    <a:pt x="86033" y="45463"/>
                  </a:lnTo>
                  <a:lnTo>
                    <a:pt x="86220" y="45781"/>
                  </a:lnTo>
                  <a:lnTo>
                    <a:pt x="86407" y="46119"/>
                  </a:lnTo>
                  <a:lnTo>
                    <a:pt x="86594" y="46480"/>
                  </a:lnTo>
                  <a:lnTo>
                    <a:pt x="86781" y="46841"/>
                  </a:lnTo>
                  <a:lnTo>
                    <a:pt x="86968" y="47165"/>
                  </a:lnTo>
                  <a:lnTo>
                    <a:pt x="87155" y="47298"/>
                  </a:lnTo>
                  <a:lnTo>
                    <a:pt x="87341" y="47298"/>
                  </a:lnTo>
                  <a:lnTo>
                    <a:pt x="87528" y="47298"/>
                  </a:lnTo>
                  <a:lnTo>
                    <a:pt x="87715" y="47298"/>
                  </a:lnTo>
                  <a:lnTo>
                    <a:pt x="87902" y="47298"/>
                  </a:lnTo>
                  <a:lnTo>
                    <a:pt x="88089" y="47298"/>
                  </a:lnTo>
                  <a:lnTo>
                    <a:pt x="88276" y="47298"/>
                  </a:lnTo>
                  <a:lnTo>
                    <a:pt x="88463" y="47298"/>
                  </a:lnTo>
                  <a:lnTo>
                    <a:pt x="88650" y="47181"/>
                  </a:lnTo>
                  <a:lnTo>
                    <a:pt x="88837" y="47083"/>
                  </a:lnTo>
                  <a:lnTo>
                    <a:pt x="89024" y="47007"/>
                  </a:lnTo>
                  <a:lnTo>
                    <a:pt x="89211" y="47107"/>
                  </a:lnTo>
                  <a:lnTo>
                    <a:pt x="89398" y="46942"/>
                  </a:lnTo>
                  <a:lnTo>
                    <a:pt x="89584" y="46777"/>
                  </a:lnTo>
                  <a:lnTo>
                    <a:pt x="89771" y="46571"/>
                  </a:lnTo>
                  <a:lnTo>
                    <a:pt x="89958" y="46266"/>
                  </a:lnTo>
                  <a:lnTo>
                    <a:pt x="90145" y="46101"/>
                  </a:lnTo>
                  <a:lnTo>
                    <a:pt x="90332" y="45936"/>
                  </a:lnTo>
                  <a:lnTo>
                    <a:pt x="90519" y="45771"/>
                  </a:lnTo>
                  <a:lnTo>
                    <a:pt x="90706" y="45385"/>
                  </a:lnTo>
                  <a:lnTo>
                    <a:pt x="90893" y="44973"/>
                  </a:lnTo>
                  <a:lnTo>
                    <a:pt x="91080" y="44561"/>
                  </a:lnTo>
                  <a:lnTo>
                    <a:pt x="91267" y="44161"/>
                  </a:lnTo>
                  <a:lnTo>
                    <a:pt x="91454" y="43852"/>
                  </a:lnTo>
                  <a:lnTo>
                    <a:pt x="91641" y="43581"/>
                  </a:lnTo>
                  <a:lnTo>
                    <a:pt x="91828" y="43417"/>
                  </a:lnTo>
                  <a:lnTo>
                    <a:pt x="92014" y="43344"/>
                  </a:lnTo>
                  <a:lnTo>
                    <a:pt x="92201" y="43271"/>
                  </a:lnTo>
                  <a:lnTo>
                    <a:pt x="92388" y="43198"/>
                  </a:lnTo>
                  <a:lnTo>
                    <a:pt x="92575" y="43166"/>
                  </a:lnTo>
                  <a:lnTo>
                    <a:pt x="92762" y="43257"/>
                  </a:lnTo>
                  <a:lnTo>
                    <a:pt x="92949" y="43349"/>
                  </a:lnTo>
                  <a:lnTo>
                    <a:pt x="93136" y="43471"/>
                  </a:lnTo>
                  <a:lnTo>
                    <a:pt x="93323" y="43683"/>
                  </a:lnTo>
                  <a:lnTo>
                    <a:pt x="93510" y="43902"/>
                  </a:lnTo>
                  <a:lnTo>
                    <a:pt x="93697" y="44150"/>
                  </a:lnTo>
                  <a:lnTo>
                    <a:pt x="93884" y="44399"/>
                  </a:lnTo>
                  <a:lnTo>
                    <a:pt x="94071" y="44635"/>
                  </a:lnTo>
                  <a:lnTo>
                    <a:pt x="94258" y="44799"/>
                  </a:lnTo>
                  <a:lnTo>
                    <a:pt x="94444" y="45237"/>
                  </a:lnTo>
                  <a:lnTo>
                    <a:pt x="94631" y="45526"/>
                  </a:lnTo>
                  <a:lnTo>
                    <a:pt x="94818" y="45691"/>
                  </a:lnTo>
                  <a:lnTo>
                    <a:pt x="95005" y="45856"/>
                  </a:lnTo>
                  <a:lnTo>
                    <a:pt x="95192" y="46021"/>
                  </a:lnTo>
                  <a:lnTo>
                    <a:pt x="95379" y="46186"/>
                  </a:lnTo>
                  <a:lnTo>
                    <a:pt x="95566" y="46351"/>
                  </a:lnTo>
                  <a:lnTo>
                    <a:pt x="95753" y="46516"/>
                  </a:lnTo>
                  <a:lnTo>
                    <a:pt x="95940" y="46640"/>
                  </a:lnTo>
                  <a:lnTo>
                    <a:pt x="96127" y="46640"/>
                  </a:lnTo>
                  <a:lnTo>
                    <a:pt x="96314" y="46640"/>
                  </a:lnTo>
                  <a:lnTo>
                    <a:pt x="96501" y="46640"/>
                  </a:lnTo>
                  <a:lnTo>
                    <a:pt x="96687" y="46631"/>
                  </a:lnTo>
                  <a:lnTo>
                    <a:pt x="96874" y="46631"/>
                  </a:lnTo>
                  <a:lnTo>
                    <a:pt x="97061" y="46631"/>
                  </a:lnTo>
                  <a:lnTo>
                    <a:pt x="97248" y="46730"/>
                  </a:lnTo>
                  <a:lnTo>
                    <a:pt x="97435" y="46573"/>
                  </a:lnTo>
                  <a:lnTo>
                    <a:pt x="97622" y="46079"/>
                  </a:lnTo>
                  <a:lnTo>
                    <a:pt x="97809" y="45555"/>
                  </a:lnTo>
                  <a:lnTo>
                    <a:pt x="97996" y="45032"/>
                  </a:lnTo>
                  <a:lnTo>
                    <a:pt x="98183" y="44508"/>
                  </a:lnTo>
                  <a:lnTo>
                    <a:pt x="98370" y="44015"/>
                  </a:lnTo>
                  <a:lnTo>
                    <a:pt x="98557" y="43612"/>
                  </a:lnTo>
                  <a:lnTo>
                    <a:pt x="98744" y="43208"/>
                  </a:lnTo>
                  <a:lnTo>
                    <a:pt x="98931" y="42805"/>
                  </a:lnTo>
                  <a:lnTo>
                    <a:pt x="99117" y="42510"/>
                  </a:lnTo>
                  <a:lnTo>
                    <a:pt x="99304" y="42111"/>
                  </a:lnTo>
                  <a:lnTo>
                    <a:pt x="99491" y="41687"/>
                  </a:lnTo>
                  <a:lnTo>
                    <a:pt x="99678" y="41284"/>
                  </a:lnTo>
                  <a:lnTo>
                    <a:pt x="99865" y="40880"/>
                  </a:lnTo>
                  <a:lnTo>
                    <a:pt x="100052" y="40405"/>
                  </a:lnTo>
                  <a:lnTo>
                    <a:pt x="100239" y="39911"/>
                  </a:lnTo>
                  <a:lnTo>
                    <a:pt x="100426" y="39773"/>
                  </a:lnTo>
                  <a:lnTo>
                    <a:pt x="100613" y="39938"/>
                  </a:lnTo>
                  <a:lnTo>
                    <a:pt x="100800" y="40363"/>
                  </a:lnTo>
                  <a:lnTo>
                    <a:pt x="100987" y="40816"/>
                  </a:lnTo>
                  <a:lnTo>
                    <a:pt x="101174" y="41254"/>
                  </a:lnTo>
                  <a:lnTo>
                    <a:pt x="101360" y="41568"/>
                  </a:lnTo>
                  <a:lnTo>
                    <a:pt x="101547" y="41881"/>
                  </a:lnTo>
                  <a:lnTo>
                    <a:pt x="101734" y="42195"/>
                  </a:lnTo>
                  <a:lnTo>
                    <a:pt x="101921" y="42360"/>
                  </a:lnTo>
                  <a:lnTo>
                    <a:pt x="102108" y="42593"/>
                  </a:lnTo>
                  <a:lnTo>
                    <a:pt x="102295" y="42862"/>
                  </a:lnTo>
                  <a:lnTo>
                    <a:pt x="102482" y="43131"/>
                  </a:lnTo>
                  <a:lnTo>
                    <a:pt x="102669" y="43400"/>
                  </a:lnTo>
                  <a:lnTo>
                    <a:pt x="102856" y="43668"/>
                  </a:lnTo>
                  <a:lnTo>
                    <a:pt x="103043" y="43937"/>
                  </a:lnTo>
                  <a:lnTo>
                    <a:pt x="103230" y="44206"/>
                  </a:lnTo>
                  <a:lnTo>
                    <a:pt x="103417" y="44475"/>
                  </a:lnTo>
                  <a:lnTo>
                    <a:pt x="103604" y="44722"/>
                  </a:lnTo>
                  <a:lnTo>
                    <a:pt x="103790" y="44950"/>
                  </a:lnTo>
                  <a:lnTo>
                    <a:pt x="103977" y="44950"/>
                  </a:lnTo>
                  <a:lnTo>
                    <a:pt x="104164" y="44950"/>
                  </a:lnTo>
                  <a:lnTo>
                    <a:pt x="104351" y="44950"/>
                  </a:lnTo>
                  <a:lnTo>
                    <a:pt x="104538" y="44950"/>
                  </a:lnTo>
                  <a:lnTo>
                    <a:pt x="104725" y="44950"/>
                  </a:lnTo>
                  <a:lnTo>
                    <a:pt x="104912" y="44950"/>
                  </a:lnTo>
                  <a:lnTo>
                    <a:pt x="105099" y="44950"/>
                  </a:lnTo>
                  <a:lnTo>
                    <a:pt x="105286" y="44950"/>
                  </a:lnTo>
                  <a:lnTo>
                    <a:pt x="105473" y="44950"/>
                  </a:lnTo>
                  <a:lnTo>
                    <a:pt x="105660" y="44950"/>
                  </a:lnTo>
                  <a:lnTo>
                    <a:pt x="105847" y="44950"/>
                  </a:lnTo>
                  <a:lnTo>
                    <a:pt x="106034" y="44950"/>
                  </a:lnTo>
                  <a:lnTo>
                    <a:pt x="106220" y="44950"/>
                  </a:lnTo>
                  <a:lnTo>
                    <a:pt x="106407" y="44950"/>
                  </a:lnTo>
                  <a:lnTo>
                    <a:pt x="106594" y="44950"/>
                  </a:lnTo>
                  <a:lnTo>
                    <a:pt x="106781" y="44950"/>
                  </a:lnTo>
                  <a:lnTo>
                    <a:pt x="106968" y="44950"/>
                  </a:lnTo>
                  <a:lnTo>
                    <a:pt x="107155" y="44950"/>
                  </a:lnTo>
                  <a:lnTo>
                    <a:pt x="107342" y="44950"/>
                  </a:lnTo>
                  <a:lnTo>
                    <a:pt x="107529" y="44950"/>
                  </a:lnTo>
                  <a:lnTo>
                    <a:pt x="107716" y="44950"/>
                  </a:lnTo>
                  <a:lnTo>
                    <a:pt x="107903" y="44950"/>
                  </a:lnTo>
                  <a:lnTo>
                    <a:pt x="108090" y="44950"/>
                  </a:lnTo>
                  <a:lnTo>
                    <a:pt x="108277" y="44950"/>
                  </a:lnTo>
                  <a:lnTo>
                    <a:pt x="108463" y="44950"/>
                  </a:lnTo>
                  <a:lnTo>
                    <a:pt x="108650" y="44950"/>
                  </a:lnTo>
                  <a:lnTo>
                    <a:pt x="108837" y="44950"/>
                  </a:lnTo>
                  <a:lnTo>
                    <a:pt x="109024" y="44950"/>
                  </a:lnTo>
                  <a:lnTo>
                    <a:pt x="109211" y="44950"/>
                  </a:lnTo>
                  <a:lnTo>
                    <a:pt x="109398" y="44950"/>
                  </a:lnTo>
                  <a:lnTo>
                    <a:pt x="109585" y="44950"/>
                  </a:lnTo>
                  <a:lnTo>
                    <a:pt x="109772" y="44950"/>
                  </a:lnTo>
                  <a:lnTo>
                    <a:pt x="109959" y="44950"/>
                  </a:lnTo>
                  <a:lnTo>
                    <a:pt x="110146" y="44950"/>
                  </a:lnTo>
                  <a:lnTo>
                    <a:pt x="110333" y="44950"/>
                  </a:lnTo>
                  <a:lnTo>
                    <a:pt x="110520" y="44950"/>
                  </a:lnTo>
                  <a:lnTo>
                    <a:pt x="110707" y="44950"/>
                  </a:lnTo>
                  <a:lnTo>
                    <a:pt x="110893" y="44950"/>
                  </a:lnTo>
                  <a:lnTo>
                    <a:pt x="111080" y="44950"/>
                  </a:lnTo>
                  <a:lnTo>
                    <a:pt x="111267" y="44950"/>
                  </a:lnTo>
                  <a:lnTo>
                    <a:pt x="111454" y="44950"/>
                  </a:lnTo>
                  <a:lnTo>
                    <a:pt x="111641" y="44950"/>
                  </a:lnTo>
                  <a:lnTo>
                    <a:pt x="111828" y="44950"/>
                  </a:lnTo>
                  <a:lnTo>
                    <a:pt x="112015" y="44950"/>
                  </a:lnTo>
                  <a:lnTo>
                    <a:pt x="112202" y="44950"/>
                  </a:lnTo>
                  <a:lnTo>
                    <a:pt x="112389" y="44950"/>
                  </a:lnTo>
                  <a:lnTo>
                    <a:pt x="112576" y="44950"/>
                  </a:lnTo>
                  <a:lnTo>
                    <a:pt x="112763" y="44950"/>
                  </a:lnTo>
                  <a:lnTo>
                    <a:pt x="112950" y="44950"/>
                  </a:lnTo>
                  <a:lnTo>
                    <a:pt x="113137" y="44950"/>
                  </a:lnTo>
                  <a:lnTo>
                    <a:pt x="113323" y="44950"/>
                  </a:lnTo>
                  <a:lnTo>
                    <a:pt x="113510" y="44950"/>
                  </a:lnTo>
                  <a:lnTo>
                    <a:pt x="113697" y="44950"/>
                  </a:lnTo>
                  <a:lnTo>
                    <a:pt x="113884" y="45197"/>
                  </a:lnTo>
                  <a:lnTo>
                    <a:pt x="114071" y="45462"/>
                  </a:lnTo>
                  <a:lnTo>
                    <a:pt x="114258" y="45884"/>
                  </a:lnTo>
                  <a:lnTo>
                    <a:pt x="114445" y="46300"/>
                  </a:lnTo>
                  <a:lnTo>
                    <a:pt x="114632" y="46716"/>
                  </a:lnTo>
                  <a:lnTo>
                    <a:pt x="114819" y="47133"/>
                  </a:lnTo>
                  <a:lnTo>
                    <a:pt x="115006" y="47549"/>
                  </a:lnTo>
                  <a:lnTo>
                    <a:pt x="115193" y="47965"/>
                  </a:lnTo>
                  <a:lnTo>
                    <a:pt x="115380" y="48381"/>
                  </a:lnTo>
                  <a:lnTo>
                    <a:pt x="115566" y="48797"/>
                  </a:lnTo>
                  <a:lnTo>
                    <a:pt x="115753" y="49213"/>
                  </a:lnTo>
                  <a:lnTo>
                    <a:pt x="115940" y="49629"/>
                  </a:lnTo>
                  <a:lnTo>
                    <a:pt x="116127" y="50046"/>
                  </a:lnTo>
                  <a:lnTo>
                    <a:pt x="116314" y="50462"/>
                  </a:lnTo>
                  <a:lnTo>
                    <a:pt x="116440" y="5074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620632" y="6349663"/>
              <a:ext cx="10984" cy="4481"/>
            </a:xfrm>
            <a:custGeom>
              <a:avLst/>
              <a:pathLst>
                <a:path w="10984" h="4481">
                  <a:moveTo>
                    <a:pt x="0" y="4481"/>
                  </a:moveTo>
                  <a:lnTo>
                    <a:pt x="96" y="4173"/>
                  </a:lnTo>
                  <a:lnTo>
                    <a:pt x="282" y="3574"/>
                  </a:lnTo>
                  <a:lnTo>
                    <a:pt x="469" y="2993"/>
                  </a:lnTo>
                  <a:lnTo>
                    <a:pt x="656" y="2514"/>
                  </a:lnTo>
                  <a:lnTo>
                    <a:pt x="843" y="2036"/>
                  </a:lnTo>
                  <a:lnTo>
                    <a:pt x="1030" y="1557"/>
                  </a:lnTo>
                  <a:lnTo>
                    <a:pt x="1217" y="1161"/>
                  </a:lnTo>
                  <a:lnTo>
                    <a:pt x="1404" y="847"/>
                  </a:lnTo>
                  <a:lnTo>
                    <a:pt x="1591" y="690"/>
                  </a:lnTo>
                  <a:lnTo>
                    <a:pt x="1778" y="541"/>
                  </a:lnTo>
                  <a:lnTo>
                    <a:pt x="1965" y="393"/>
                  </a:lnTo>
                  <a:lnTo>
                    <a:pt x="2152" y="244"/>
                  </a:lnTo>
                  <a:lnTo>
                    <a:pt x="2339" y="100"/>
                  </a:lnTo>
                  <a:lnTo>
                    <a:pt x="2526" y="0"/>
                  </a:lnTo>
                  <a:lnTo>
                    <a:pt x="2712" y="165"/>
                  </a:lnTo>
                  <a:lnTo>
                    <a:pt x="2899" y="330"/>
                  </a:lnTo>
                  <a:lnTo>
                    <a:pt x="3086" y="536"/>
                  </a:lnTo>
                  <a:lnTo>
                    <a:pt x="3273" y="841"/>
                  </a:lnTo>
                  <a:lnTo>
                    <a:pt x="3460" y="1006"/>
                  </a:lnTo>
                  <a:lnTo>
                    <a:pt x="3647" y="1171"/>
                  </a:lnTo>
                  <a:lnTo>
                    <a:pt x="3834" y="1336"/>
                  </a:lnTo>
                  <a:lnTo>
                    <a:pt x="4021" y="1501"/>
                  </a:lnTo>
                  <a:lnTo>
                    <a:pt x="4208" y="1666"/>
                  </a:lnTo>
                  <a:lnTo>
                    <a:pt x="4395" y="1831"/>
                  </a:lnTo>
                  <a:lnTo>
                    <a:pt x="4582" y="1996"/>
                  </a:lnTo>
                  <a:lnTo>
                    <a:pt x="4769" y="2161"/>
                  </a:lnTo>
                  <a:lnTo>
                    <a:pt x="4955" y="2327"/>
                  </a:lnTo>
                  <a:lnTo>
                    <a:pt x="5142" y="2492"/>
                  </a:lnTo>
                  <a:lnTo>
                    <a:pt x="5329" y="2657"/>
                  </a:lnTo>
                  <a:lnTo>
                    <a:pt x="5516" y="2822"/>
                  </a:lnTo>
                  <a:lnTo>
                    <a:pt x="5703" y="2987"/>
                  </a:lnTo>
                  <a:lnTo>
                    <a:pt x="5890" y="3110"/>
                  </a:lnTo>
                  <a:lnTo>
                    <a:pt x="6077" y="3110"/>
                  </a:lnTo>
                  <a:lnTo>
                    <a:pt x="6264" y="3110"/>
                  </a:lnTo>
                  <a:lnTo>
                    <a:pt x="6451" y="3110"/>
                  </a:lnTo>
                  <a:lnTo>
                    <a:pt x="6638" y="3110"/>
                  </a:lnTo>
                  <a:lnTo>
                    <a:pt x="6825" y="3110"/>
                  </a:lnTo>
                  <a:lnTo>
                    <a:pt x="7012" y="3110"/>
                  </a:lnTo>
                  <a:lnTo>
                    <a:pt x="7199" y="3110"/>
                  </a:lnTo>
                  <a:lnTo>
                    <a:pt x="7385" y="3110"/>
                  </a:lnTo>
                  <a:lnTo>
                    <a:pt x="7572" y="3110"/>
                  </a:lnTo>
                  <a:lnTo>
                    <a:pt x="7759" y="3110"/>
                  </a:lnTo>
                  <a:lnTo>
                    <a:pt x="7946" y="3110"/>
                  </a:lnTo>
                  <a:lnTo>
                    <a:pt x="8133" y="3110"/>
                  </a:lnTo>
                  <a:lnTo>
                    <a:pt x="8320" y="3110"/>
                  </a:lnTo>
                  <a:lnTo>
                    <a:pt x="8507" y="3110"/>
                  </a:lnTo>
                  <a:lnTo>
                    <a:pt x="8694" y="3110"/>
                  </a:lnTo>
                  <a:lnTo>
                    <a:pt x="8881" y="3110"/>
                  </a:lnTo>
                  <a:lnTo>
                    <a:pt x="9068" y="3110"/>
                  </a:lnTo>
                  <a:lnTo>
                    <a:pt x="9255" y="3110"/>
                  </a:lnTo>
                  <a:lnTo>
                    <a:pt x="9442" y="3110"/>
                  </a:lnTo>
                  <a:lnTo>
                    <a:pt x="9628" y="3110"/>
                  </a:lnTo>
                  <a:lnTo>
                    <a:pt x="9815" y="3110"/>
                  </a:lnTo>
                  <a:lnTo>
                    <a:pt x="10002" y="3176"/>
                  </a:lnTo>
                  <a:lnTo>
                    <a:pt x="10189" y="3341"/>
                  </a:lnTo>
                  <a:lnTo>
                    <a:pt x="10376" y="3507"/>
                  </a:lnTo>
                  <a:lnTo>
                    <a:pt x="10563" y="3672"/>
                  </a:lnTo>
                  <a:lnTo>
                    <a:pt x="10750" y="3861"/>
                  </a:lnTo>
                  <a:lnTo>
                    <a:pt x="10937" y="4356"/>
                  </a:lnTo>
                  <a:lnTo>
                    <a:pt x="10984" y="448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638472" y="6333515"/>
              <a:ext cx="77310" cy="20629"/>
            </a:xfrm>
            <a:custGeom>
              <a:avLst/>
              <a:pathLst>
                <a:path w="77310" h="20629">
                  <a:moveTo>
                    <a:pt x="0" y="20629"/>
                  </a:moveTo>
                  <a:lnTo>
                    <a:pt x="13" y="20592"/>
                  </a:lnTo>
                  <a:lnTo>
                    <a:pt x="200" y="20097"/>
                  </a:lnTo>
                  <a:lnTo>
                    <a:pt x="387" y="19388"/>
                  </a:lnTo>
                  <a:lnTo>
                    <a:pt x="574" y="18562"/>
                  </a:lnTo>
                  <a:lnTo>
                    <a:pt x="761" y="17737"/>
                  </a:lnTo>
                  <a:lnTo>
                    <a:pt x="948" y="16805"/>
                  </a:lnTo>
                  <a:lnTo>
                    <a:pt x="1135" y="15831"/>
                  </a:lnTo>
                  <a:lnTo>
                    <a:pt x="1322" y="14973"/>
                  </a:lnTo>
                  <a:lnTo>
                    <a:pt x="1509" y="14508"/>
                  </a:lnTo>
                  <a:lnTo>
                    <a:pt x="1695" y="14452"/>
                  </a:lnTo>
                  <a:lnTo>
                    <a:pt x="1882" y="14389"/>
                  </a:lnTo>
                  <a:lnTo>
                    <a:pt x="2069" y="14476"/>
                  </a:lnTo>
                  <a:lnTo>
                    <a:pt x="2256" y="14562"/>
                  </a:lnTo>
                  <a:lnTo>
                    <a:pt x="2443" y="14648"/>
                  </a:lnTo>
                  <a:lnTo>
                    <a:pt x="2630" y="14734"/>
                  </a:lnTo>
                  <a:lnTo>
                    <a:pt x="2817" y="14820"/>
                  </a:lnTo>
                  <a:lnTo>
                    <a:pt x="3004" y="14906"/>
                  </a:lnTo>
                  <a:lnTo>
                    <a:pt x="3191" y="15099"/>
                  </a:lnTo>
                  <a:lnTo>
                    <a:pt x="3378" y="15350"/>
                  </a:lnTo>
                  <a:lnTo>
                    <a:pt x="3565" y="15600"/>
                  </a:lnTo>
                  <a:lnTo>
                    <a:pt x="3752" y="15904"/>
                  </a:lnTo>
                  <a:lnTo>
                    <a:pt x="3938" y="16237"/>
                  </a:lnTo>
                  <a:lnTo>
                    <a:pt x="4125" y="16586"/>
                  </a:lnTo>
                  <a:lnTo>
                    <a:pt x="4312" y="17011"/>
                  </a:lnTo>
                  <a:lnTo>
                    <a:pt x="4499" y="17348"/>
                  </a:lnTo>
                  <a:lnTo>
                    <a:pt x="4686" y="17613"/>
                  </a:lnTo>
                  <a:lnTo>
                    <a:pt x="4873" y="17613"/>
                  </a:lnTo>
                  <a:lnTo>
                    <a:pt x="5060" y="17613"/>
                  </a:lnTo>
                  <a:lnTo>
                    <a:pt x="5247" y="17613"/>
                  </a:lnTo>
                  <a:lnTo>
                    <a:pt x="5434" y="17613"/>
                  </a:lnTo>
                  <a:lnTo>
                    <a:pt x="5621" y="17613"/>
                  </a:lnTo>
                  <a:lnTo>
                    <a:pt x="5808" y="17613"/>
                  </a:lnTo>
                  <a:lnTo>
                    <a:pt x="5995" y="17613"/>
                  </a:lnTo>
                  <a:lnTo>
                    <a:pt x="6182" y="17613"/>
                  </a:lnTo>
                  <a:lnTo>
                    <a:pt x="6368" y="17613"/>
                  </a:lnTo>
                  <a:lnTo>
                    <a:pt x="6555" y="17613"/>
                  </a:lnTo>
                  <a:lnTo>
                    <a:pt x="6742" y="17613"/>
                  </a:lnTo>
                  <a:lnTo>
                    <a:pt x="6929" y="17613"/>
                  </a:lnTo>
                  <a:lnTo>
                    <a:pt x="7116" y="17613"/>
                  </a:lnTo>
                  <a:lnTo>
                    <a:pt x="7303" y="17613"/>
                  </a:lnTo>
                  <a:lnTo>
                    <a:pt x="7490" y="17613"/>
                  </a:lnTo>
                  <a:lnTo>
                    <a:pt x="7677" y="17613"/>
                  </a:lnTo>
                  <a:lnTo>
                    <a:pt x="7864" y="17613"/>
                  </a:lnTo>
                  <a:lnTo>
                    <a:pt x="8051" y="17613"/>
                  </a:lnTo>
                  <a:lnTo>
                    <a:pt x="8238" y="17613"/>
                  </a:lnTo>
                  <a:lnTo>
                    <a:pt x="8425" y="17613"/>
                  </a:lnTo>
                  <a:lnTo>
                    <a:pt x="8612" y="17613"/>
                  </a:lnTo>
                  <a:lnTo>
                    <a:pt x="8798" y="17613"/>
                  </a:lnTo>
                  <a:lnTo>
                    <a:pt x="8985" y="17613"/>
                  </a:lnTo>
                  <a:lnTo>
                    <a:pt x="9172" y="17613"/>
                  </a:lnTo>
                  <a:lnTo>
                    <a:pt x="9359" y="17366"/>
                  </a:lnTo>
                  <a:lnTo>
                    <a:pt x="9546" y="17101"/>
                  </a:lnTo>
                  <a:lnTo>
                    <a:pt x="9733" y="16679"/>
                  </a:lnTo>
                  <a:lnTo>
                    <a:pt x="9920" y="16263"/>
                  </a:lnTo>
                  <a:lnTo>
                    <a:pt x="10107" y="15846"/>
                  </a:lnTo>
                  <a:lnTo>
                    <a:pt x="10294" y="15430"/>
                  </a:lnTo>
                  <a:lnTo>
                    <a:pt x="10481" y="15014"/>
                  </a:lnTo>
                  <a:lnTo>
                    <a:pt x="10668" y="14598"/>
                  </a:lnTo>
                  <a:lnTo>
                    <a:pt x="10855" y="14182"/>
                  </a:lnTo>
                  <a:lnTo>
                    <a:pt x="11041" y="13766"/>
                  </a:lnTo>
                  <a:lnTo>
                    <a:pt x="11228" y="13350"/>
                  </a:lnTo>
                  <a:lnTo>
                    <a:pt x="11415" y="12933"/>
                  </a:lnTo>
                  <a:lnTo>
                    <a:pt x="11602" y="12517"/>
                  </a:lnTo>
                  <a:lnTo>
                    <a:pt x="11789" y="12101"/>
                  </a:lnTo>
                  <a:lnTo>
                    <a:pt x="11976" y="11685"/>
                  </a:lnTo>
                  <a:lnTo>
                    <a:pt x="12163" y="11263"/>
                  </a:lnTo>
                  <a:lnTo>
                    <a:pt x="12350" y="10862"/>
                  </a:lnTo>
                  <a:lnTo>
                    <a:pt x="12537" y="10634"/>
                  </a:lnTo>
                  <a:lnTo>
                    <a:pt x="12724" y="10634"/>
                  </a:lnTo>
                  <a:lnTo>
                    <a:pt x="12911" y="10634"/>
                  </a:lnTo>
                  <a:lnTo>
                    <a:pt x="13098" y="10626"/>
                  </a:lnTo>
                  <a:lnTo>
                    <a:pt x="13285" y="10461"/>
                  </a:lnTo>
                  <a:lnTo>
                    <a:pt x="13471" y="10556"/>
                  </a:lnTo>
                  <a:lnTo>
                    <a:pt x="13658" y="10679"/>
                  </a:lnTo>
                  <a:lnTo>
                    <a:pt x="13845" y="10828"/>
                  </a:lnTo>
                  <a:lnTo>
                    <a:pt x="14032" y="10868"/>
                  </a:lnTo>
                  <a:lnTo>
                    <a:pt x="14219" y="10913"/>
                  </a:lnTo>
                  <a:lnTo>
                    <a:pt x="14406" y="10843"/>
                  </a:lnTo>
                  <a:lnTo>
                    <a:pt x="14593" y="10848"/>
                  </a:lnTo>
                  <a:lnTo>
                    <a:pt x="14780" y="10909"/>
                  </a:lnTo>
                  <a:lnTo>
                    <a:pt x="14967" y="10808"/>
                  </a:lnTo>
                  <a:lnTo>
                    <a:pt x="15154" y="10707"/>
                  </a:lnTo>
                  <a:lnTo>
                    <a:pt x="15341" y="10607"/>
                  </a:lnTo>
                  <a:lnTo>
                    <a:pt x="15528" y="10506"/>
                  </a:lnTo>
                  <a:lnTo>
                    <a:pt x="15714" y="10405"/>
                  </a:lnTo>
                  <a:lnTo>
                    <a:pt x="15901" y="10310"/>
                  </a:lnTo>
                  <a:lnTo>
                    <a:pt x="16088" y="10330"/>
                  </a:lnTo>
                  <a:lnTo>
                    <a:pt x="16275" y="10345"/>
                  </a:lnTo>
                  <a:lnTo>
                    <a:pt x="16462" y="10339"/>
                  </a:lnTo>
                  <a:lnTo>
                    <a:pt x="16649" y="10045"/>
                  </a:lnTo>
                  <a:lnTo>
                    <a:pt x="16836" y="9899"/>
                  </a:lnTo>
                  <a:lnTo>
                    <a:pt x="17023" y="9761"/>
                  </a:lnTo>
                  <a:lnTo>
                    <a:pt x="17210" y="9508"/>
                  </a:lnTo>
                  <a:lnTo>
                    <a:pt x="17397" y="9206"/>
                  </a:lnTo>
                  <a:lnTo>
                    <a:pt x="17584" y="9001"/>
                  </a:lnTo>
                  <a:lnTo>
                    <a:pt x="17771" y="9001"/>
                  </a:lnTo>
                  <a:lnTo>
                    <a:pt x="17958" y="9084"/>
                  </a:lnTo>
                  <a:lnTo>
                    <a:pt x="18144" y="9249"/>
                  </a:lnTo>
                  <a:lnTo>
                    <a:pt x="18331" y="9571"/>
                  </a:lnTo>
                  <a:lnTo>
                    <a:pt x="18518" y="9901"/>
                  </a:lnTo>
                  <a:lnTo>
                    <a:pt x="18705" y="10231"/>
                  </a:lnTo>
                  <a:lnTo>
                    <a:pt x="18892" y="10561"/>
                  </a:lnTo>
                  <a:lnTo>
                    <a:pt x="19079" y="10891"/>
                  </a:lnTo>
                  <a:lnTo>
                    <a:pt x="19266" y="11221"/>
                  </a:lnTo>
                  <a:lnTo>
                    <a:pt x="19453" y="11551"/>
                  </a:lnTo>
                  <a:lnTo>
                    <a:pt x="19640" y="11881"/>
                  </a:lnTo>
                  <a:lnTo>
                    <a:pt x="19827" y="12211"/>
                  </a:lnTo>
                  <a:lnTo>
                    <a:pt x="20014" y="12541"/>
                  </a:lnTo>
                  <a:lnTo>
                    <a:pt x="20201" y="12872"/>
                  </a:lnTo>
                  <a:lnTo>
                    <a:pt x="20388" y="13202"/>
                  </a:lnTo>
                  <a:lnTo>
                    <a:pt x="20574" y="13532"/>
                  </a:lnTo>
                  <a:lnTo>
                    <a:pt x="20761" y="13779"/>
                  </a:lnTo>
                  <a:lnTo>
                    <a:pt x="20948" y="13944"/>
                  </a:lnTo>
                  <a:lnTo>
                    <a:pt x="21135" y="13804"/>
                  </a:lnTo>
                  <a:lnTo>
                    <a:pt x="21322" y="13639"/>
                  </a:lnTo>
                  <a:lnTo>
                    <a:pt x="21509" y="13474"/>
                  </a:lnTo>
                  <a:lnTo>
                    <a:pt x="21696" y="13309"/>
                  </a:lnTo>
                  <a:lnTo>
                    <a:pt x="21883" y="13144"/>
                  </a:lnTo>
                  <a:lnTo>
                    <a:pt x="22070" y="12979"/>
                  </a:lnTo>
                  <a:lnTo>
                    <a:pt x="22257" y="12814"/>
                  </a:lnTo>
                  <a:lnTo>
                    <a:pt x="22444" y="12599"/>
                  </a:lnTo>
                  <a:lnTo>
                    <a:pt x="22631" y="12269"/>
                  </a:lnTo>
                  <a:lnTo>
                    <a:pt x="22817" y="11939"/>
                  </a:lnTo>
                  <a:lnTo>
                    <a:pt x="23004" y="11609"/>
                  </a:lnTo>
                  <a:lnTo>
                    <a:pt x="23191" y="11279"/>
                  </a:lnTo>
                  <a:lnTo>
                    <a:pt x="23378" y="10949"/>
                  </a:lnTo>
                  <a:lnTo>
                    <a:pt x="23565" y="10619"/>
                  </a:lnTo>
                  <a:lnTo>
                    <a:pt x="23752" y="10289"/>
                  </a:lnTo>
                  <a:lnTo>
                    <a:pt x="23939" y="10107"/>
                  </a:lnTo>
                  <a:lnTo>
                    <a:pt x="24126" y="9942"/>
                  </a:lnTo>
                  <a:lnTo>
                    <a:pt x="24313" y="9777"/>
                  </a:lnTo>
                  <a:lnTo>
                    <a:pt x="24500" y="9612"/>
                  </a:lnTo>
                  <a:lnTo>
                    <a:pt x="24687" y="9447"/>
                  </a:lnTo>
                  <a:lnTo>
                    <a:pt x="24874" y="9282"/>
                  </a:lnTo>
                  <a:lnTo>
                    <a:pt x="25061" y="9117"/>
                  </a:lnTo>
                  <a:lnTo>
                    <a:pt x="25247" y="9001"/>
                  </a:lnTo>
                  <a:lnTo>
                    <a:pt x="25434" y="9001"/>
                  </a:lnTo>
                  <a:lnTo>
                    <a:pt x="25621" y="9001"/>
                  </a:lnTo>
                  <a:lnTo>
                    <a:pt x="25808" y="9001"/>
                  </a:lnTo>
                  <a:lnTo>
                    <a:pt x="25995" y="9001"/>
                  </a:lnTo>
                  <a:lnTo>
                    <a:pt x="26182" y="9001"/>
                  </a:lnTo>
                  <a:lnTo>
                    <a:pt x="26369" y="9001"/>
                  </a:lnTo>
                  <a:lnTo>
                    <a:pt x="26556" y="9001"/>
                  </a:lnTo>
                  <a:lnTo>
                    <a:pt x="26743" y="9001"/>
                  </a:lnTo>
                  <a:lnTo>
                    <a:pt x="26930" y="9001"/>
                  </a:lnTo>
                  <a:lnTo>
                    <a:pt x="27117" y="9001"/>
                  </a:lnTo>
                  <a:lnTo>
                    <a:pt x="27304" y="9001"/>
                  </a:lnTo>
                  <a:lnTo>
                    <a:pt x="27490" y="9001"/>
                  </a:lnTo>
                  <a:lnTo>
                    <a:pt x="27677" y="9001"/>
                  </a:lnTo>
                  <a:lnTo>
                    <a:pt x="27864" y="9001"/>
                  </a:lnTo>
                  <a:lnTo>
                    <a:pt x="28051" y="9001"/>
                  </a:lnTo>
                  <a:lnTo>
                    <a:pt x="28238" y="9001"/>
                  </a:lnTo>
                  <a:lnTo>
                    <a:pt x="28425" y="9001"/>
                  </a:lnTo>
                  <a:lnTo>
                    <a:pt x="28612" y="9001"/>
                  </a:lnTo>
                  <a:lnTo>
                    <a:pt x="28799" y="9001"/>
                  </a:lnTo>
                  <a:lnTo>
                    <a:pt x="28986" y="9001"/>
                  </a:lnTo>
                  <a:lnTo>
                    <a:pt x="29173" y="9001"/>
                  </a:lnTo>
                  <a:lnTo>
                    <a:pt x="29360" y="9001"/>
                  </a:lnTo>
                  <a:lnTo>
                    <a:pt x="29547" y="9001"/>
                  </a:lnTo>
                  <a:lnTo>
                    <a:pt x="29734" y="9001"/>
                  </a:lnTo>
                  <a:lnTo>
                    <a:pt x="29920" y="9001"/>
                  </a:lnTo>
                  <a:lnTo>
                    <a:pt x="30107" y="9001"/>
                  </a:lnTo>
                  <a:lnTo>
                    <a:pt x="30294" y="9001"/>
                  </a:lnTo>
                  <a:lnTo>
                    <a:pt x="30481" y="9001"/>
                  </a:lnTo>
                  <a:lnTo>
                    <a:pt x="30668" y="9001"/>
                  </a:lnTo>
                  <a:lnTo>
                    <a:pt x="30855" y="9001"/>
                  </a:lnTo>
                  <a:lnTo>
                    <a:pt x="31042" y="9001"/>
                  </a:lnTo>
                  <a:lnTo>
                    <a:pt x="31229" y="8935"/>
                  </a:lnTo>
                  <a:lnTo>
                    <a:pt x="31416" y="8770"/>
                  </a:lnTo>
                  <a:lnTo>
                    <a:pt x="31603" y="8589"/>
                  </a:lnTo>
                  <a:lnTo>
                    <a:pt x="31790" y="8259"/>
                  </a:lnTo>
                  <a:lnTo>
                    <a:pt x="31977" y="7929"/>
                  </a:lnTo>
                  <a:lnTo>
                    <a:pt x="32164" y="7599"/>
                  </a:lnTo>
                  <a:lnTo>
                    <a:pt x="32350" y="7269"/>
                  </a:lnTo>
                  <a:lnTo>
                    <a:pt x="32537" y="6938"/>
                  </a:lnTo>
                  <a:lnTo>
                    <a:pt x="32724" y="6608"/>
                  </a:lnTo>
                  <a:lnTo>
                    <a:pt x="32911" y="6278"/>
                  </a:lnTo>
                  <a:lnTo>
                    <a:pt x="33098" y="5948"/>
                  </a:lnTo>
                  <a:lnTo>
                    <a:pt x="33285" y="5618"/>
                  </a:lnTo>
                  <a:lnTo>
                    <a:pt x="33472" y="5288"/>
                  </a:lnTo>
                  <a:lnTo>
                    <a:pt x="33659" y="4958"/>
                  </a:lnTo>
                  <a:lnTo>
                    <a:pt x="33846" y="4628"/>
                  </a:lnTo>
                  <a:lnTo>
                    <a:pt x="34033" y="4364"/>
                  </a:lnTo>
                  <a:lnTo>
                    <a:pt x="34220" y="4199"/>
                  </a:lnTo>
                  <a:lnTo>
                    <a:pt x="34407" y="4050"/>
                  </a:lnTo>
                  <a:lnTo>
                    <a:pt x="34593" y="4050"/>
                  </a:lnTo>
                  <a:lnTo>
                    <a:pt x="34780" y="4050"/>
                  </a:lnTo>
                  <a:lnTo>
                    <a:pt x="34967" y="4050"/>
                  </a:lnTo>
                  <a:lnTo>
                    <a:pt x="35154" y="4050"/>
                  </a:lnTo>
                  <a:lnTo>
                    <a:pt x="35341" y="4050"/>
                  </a:lnTo>
                  <a:lnTo>
                    <a:pt x="35528" y="4050"/>
                  </a:lnTo>
                  <a:lnTo>
                    <a:pt x="35715" y="4067"/>
                  </a:lnTo>
                  <a:lnTo>
                    <a:pt x="35902" y="4232"/>
                  </a:lnTo>
                  <a:lnTo>
                    <a:pt x="36089" y="4488"/>
                  </a:lnTo>
                  <a:lnTo>
                    <a:pt x="36276" y="4892"/>
                  </a:lnTo>
                  <a:lnTo>
                    <a:pt x="36463" y="5387"/>
                  </a:lnTo>
                  <a:lnTo>
                    <a:pt x="36650" y="5882"/>
                  </a:lnTo>
                  <a:lnTo>
                    <a:pt x="36837" y="6377"/>
                  </a:lnTo>
                  <a:lnTo>
                    <a:pt x="37023" y="6872"/>
                  </a:lnTo>
                  <a:lnTo>
                    <a:pt x="37210" y="7368"/>
                  </a:lnTo>
                  <a:lnTo>
                    <a:pt x="37397" y="7863"/>
                  </a:lnTo>
                  <a:lnTo>
                    <a:pt x="37584" y="8358"/>
                  </a:lnTo>
                  <a:lnTo>
                    <a:pt x="37771" y="9067"/>
                  </a:lnTo>
                  <a:lnTo>
                    <a:pt x="37958" y="9893"/>
                  </a:lnTo>
                  <a:lnTo>
                    <a:pt x="38145" y="10718"/>
                  </a:lnTo>
                  <a:lnTo>
                    <a:pt x="38332" y="11650"/>
                  </a:lnTo>
                  <a:lnTo>
                    <a:pt x="38519" y="12624"/>
                  </a:lnTo>
                  <a:lnTo>
                    <a:pt x="38706" y="13482"/>
                  </a:lnTo>
                  <a:lnTo>
                    <a:pt x="38893" y="13947"/>
                  </a:lnTo>
                  <a:lnTo>
                    <a:pt x="39080" y="14003"/>
                  </a:lnTo>
                  <a:lnTo>
                    <a:pt x="39267" y="14066"/>
                  </a:lnTo>
                  <a:lnTo>
                    <a:pt x="39453" y="13980"/>
                  </a:lnTo>
                  <a:lnTo>
                    <a:pt x="39640" y="13893"/>
                  </a:lnTo>
                  <a:lnTo>
                    <a:pt x="39827" y="13807"/>
                  </a:lnTo>
                  <a:lnTo>
                    <a:pt x="40014" y="13721"/>
                  </a:lnTo>
                  <a:lnTo>
                    <a:pt x="40201" y="13635"/>
                  </a:lnTo>
                  <a:lnTo>
                    <a:pt x="40388" y="13549"/>
                  </a:lnTo>
                  <a:lnTo>
                    <a:pt x="40575" y="13356"/>
                  </a:lnTo>
                  <a:lnTo>
                    <a:pt x="40762" y="13105"/>
                  </a:lnTo>
                  <a:lnTo>
                    <a:pt x="40949" y="12855"/>
                  </a:lnTo>
                  <a:lnTo>
                    <a:pt x="41136" y="12551"/>
                  </a:lnTo>
                  <a:lnTo>
                    <a:pt x="41323" y="12218"/>
                  </a:lnTo>
                  <a:lnTo>
                    <a:pt x="41510" y="11861"/>
                  </a:lnTo>
                  <a:lnTo>
                    <a:pt x="41696" y="11155"/>
                  </a:lnTo>
                  <a:lnTo>
                    <a:pt x="41883" y="10488"/>
                  </a:lnTo>
                  <a:lnTo>
                    <a:pt x="42070" y="9893"/>
                  </a:lnTo>
                  <a:lnTo>
                    <a:pt x="42257" y="9563"/>
                  </a:lnTo>
                  <a:lnTo>
                    <a:pt x="42444" y="9076"/>
                  </a:lnTo>
                  <a:lnTo>
                    <a:pt x="42631" y="8581"/>
                  </a:lnTo>
                  <a:lnTo>
                    <a:pt x="42818" y="8086"/>
                  </a:lnTo>
                  <a:lnTo>
                    <a:pt x="43005" y="7475"/>
                  </a:lnTo>
                  <a:lnTo>
                    <a:pt x="43192" y="6815"/>
                  </a:lnTo>
                  <a:lnTo>
                    <a:pt x="43379" y="6155"/>
                  </a:lnTo>
                  <a:lnTo>
                    <a:pt x="43566" y="5495"/>
                  </a:lnTo>
                  <a:lnTo>
                    <a:pt x="43753" y="4835"/>
                  </a:lnTo>
                  <a:lnTo>
                    <a:pt x="43940" y="4174"/>
                  </a:lnTo>
                  <a:lnTo>
                    <a:pt x="44126" y="3514"/>
                  </a:lnTo>
                  <a:lnTo>
                    <a:pt x="44313" y="2862"/>
                  </a:lnTo>
                  <a:lnTo>
                    <a:pt x="44500" y="2483"/>
                  </a:lnTo>
                  <a:lnTo>
                    <a:pt x="44687" y="2153"/>
                  </a:lnTo>
                  <a:lnTo>
                    <a:pt x="44874" y="1823"/>
                  </a:lnTo>
                  <a:lnTo>
                    <a:pt x="45061" y="1493"/>
                  </a:lnTo>
                  <a:lnTo>
                    <a:pt x="45248" y="1319"/>
                  </a:lnTo>
                  <a:lnTo>
                    <a:pt x="45435" y="1154"/>
                  </a:lnTo>
                  <a:lnTo>
                    <a:pt x="45622" y="989"/>
                  </a:lnTo>
                  <a:lnTo>
                    <a:pt x="45809" y="940"/>
                  </a:lnTo>
                  <a:lnTo>
                    <a:pt x="45996" y="940"/>
                  </a:lnTo>
                  <a:lnTo>
                    <a:pt x="46183" y="940"/>
                  </a:lnTo>
                  <a:lnTo>
                    <a:pt x="46369" y="940"/>
                  </a:lnTo>
                  <a:lnTo>
                    <a:pt x="46556" y="940"/>
                  </a:lnTo>
                  <a:lnTo>
                    <a:pt x="46743" y="940"/>
                  </a:lnTo>
                  <a:lnTo>
                    <a:pt x="46930" y="940"/>
                  </a:lnTo>
                  <a:lnTo>
                    <a:pt x="47117" y="940"/>
                  </a:lnTo>
                  <a:lnTo>
                    <a:pt x="47304" y="940"/>
                  </a:lnTo>
                  <a:lnTo>
                    <a:pt x="47491" y="940"/>
                  </a:lnTo>
                  <a:lnTo>
                    <a:pt x="47678" y="940"/>
                  </a:lnTo>
                  <a:lnTo>
                    <a:pt x="47865" y="940"/>
                  </a:lnTo>
                  <a:lnTo>
                    <a:pt x="48052" y="940"/>
                  </a:lnTo>
                  <a:lnTo>
                    <a:pt x="48239" y="940"/>
                  </a:lnTo>
                  <a:lnTo>
                    <a:pt x="48426" y="940"/>
                  </a:lnTo>
                  <a:lnTo>
                    <a:pt x="48613" y="940"/>
                  </a:lnTo>
                  <a:lnTo>
                    <a:pt x="48799" y="940"/>
                  </a:lnTo>
                  <a:lnTo>
                    <a:pt x="48986" y="940"/>
                  </a:lnTo>
                  <a:lnTo>
                    <a:pt x="49173" y="940"/>
                  </a:lnTo>
                  <a:lnTo>
                    <a:pt x="49360" y="940"/>
                  </a:lnTo>
                  <a:lnTo>
                    <a:pt x="49547" y="940"/>
                  </a:lnTo>
                  <a:lnTo>
                    <a:pt x="49734" y="940"/>
                  </a:lnTo>
                  <a:lnTo>
                    <a:pt x="49921" y="940"/>
                  </a:lnTo>
                  <a:lnTo>
                    <a:pt x="50108" y="940"/>
                  </a:lnTo>
                  <a:lnTo>
                    <a:pt x="50295" y="940"/>
                  </a:lnTo>
                  <a:lnTo>
                    <a:pt x="50482" y="948"/>
                  </a:lnTo>
                  <a:lnTo>
                    <a:pt x="50669" y="1113"/>
                  </a:lnTo>
                  <a:lnTo>
                    <a:pt x="50856" y="1018"/>
                  </a:lnTo>
                  <a:lnTo>
                    <a:pt x="51043" y="895"/>
                  </a:lnTo>
                  <a:lnTo>
                    <a:pt x="51229" y="746"/>
                  </a:lnTo>
                  <a:lnTo>
                    <a:pt x="51416" y="706"/>
                  </a:lnTo>
                  <a:lnTo>
                    <a:pt x="51603" y="677"/>
                  </a:lnTo>
                  <a:lnTo>
                    <a:pt x="51790" y="649"/>
                  </a:lnTo>
                  <a:lnTo>
                    <a:pt x="51977" y="620"/>
                  </a:lnTo>
                  <a:lnTo>
                    <a:pt x="52164" y="592"/>
                  </a:lnTo>
                  <a:lnTo>
                    <a:pt x="52351" y="564"/>
                  </a:lnTo>
                  <a:lnTo>
                    <a:pt x="52538" y="535"/>
                  </a:lnTo>
                  <a:lnTo>
                    <a:pt x="52725" y="507"/>
                  </a:lnTo>
                  <a:lnTo>
                    <a:pt x="52912" y="478"/>
                  </a:lnTo>
                  <a:lnTo>
                    <a:pt x="53099" y="450"/>
                  </a:lnTo>
                  <a:lnTo>
                    <a:pt x="53286" y="415"/>
                  </a:lnTo>
                  <a:lnTo>
                    <a:pt x="53472" y="267"/>
                  </a:lnTo>
                  <a:lnTo>
                    <a:pt x="53659" y="123"/>
                  </a:lnTo>
                  <a:lnTo>
                    <a:pt x="53846" y="0"/>
                  </a:lnTo>
                  <a:lnTo>
                    <a:pt x="54033" y="165"/>
                  </a:lnTo>
                  <a:lnTo>
                    <a:pt x="54220" y="181"/>
                  </a:lnTo>
                  <a:lnTo>
                    <a:pt x="54407" y="181"/>
                  </a:lnTo>
                  <a:lnTo>
                    <a:pt x="54594" y="181"/>
                  </a:lnTo>
                  <a:lnTo>
                    <a:pt x="54781" y="181"/>
                  </a:lnTo>
                  <a:lnTo>
                    <a:pt x="54968" y="181"/>
                  </a:lnTo>
                  <a:lnTo>
                    <a:pt x="55155" y="181"/>
                  </a:lnTo>
                  <a:lnTo>
                    <a:pt x="55342" y="181"/>
                  </a:lnTo>
                  <a:lnTo>
                    <a:pt x="55529" y="181"/>
                  </a:lnTo>
                  <a:lnTo>
                    <a:pt x="55716" y="181"/>
                  </a:lnTo>
                  <a:lnTo>
                    <a:pt x="55902" y="181"/>
                  </a:lnTo>
                  <a:lnTo>
                    <a:pt x="56089" y="181"/>
                  </a:lnTo>
                  <a:lnTo>
                    <a:pt x="56276" y="181"/>
                  </a:lnTo>
                  <a:lnTo>
                    <a:pt x="56463" y="181"/>
                  </a:lnTo>
                  <a:lnTo>
                    <a:pt x="56650" y="181"/>
                  </a:lnTo>
                  <a:lnTo>
                    <a:pt x="56837" y="181"/>
                  </a:lnTo>
                  <a:lnTo>
                    <a:pt x="57024" y="428"/>
                  </a:lnTo>
                  <a:lnTo>
                    <a:pt x="57211" y="675"/>
                  </a:lnTo>
                  <a:lnTo>
                    <a:pt x="57398" y="944"/>
                  </a:lnTo>
                  <a:lnTo>
                    <a:pt x="57585" y="1213"/>
                  </a:lnTo>
                  <a:lnTo>
                    <a:pt x="57772" y="1482"/>
                  </a:lnTo>
                  <a:lnTo>
                    <a:pt x="57959" y="1751"/>
                  </a:lnTo>
                  <a:lnTo>
                    <a:pt x="58146" y="2019"/>
                  </a:lnTo>
                  <a:lnTo>
                    <a:pt x="58332" y="2288"/>
                  </a:lnTo>
                  <a:lnTo>
                    <a:pt x="58519" y="2706"/>
                  </a:lnTo>
                  <a:lnTo>
                    <a:pt x="58706" y="3140"/>
                  </a:lnTo>
                  <a:lnTo>
                    <a:pt x="58893" y="3562"/>
                  </a:lnTo>
                  <a:lnTo>
                    <a:pt x="59080" y="4029"/>
                  </a:lnTo>
                  <a:lnTo>
                    <a:pt x="59267" y="4522"/>
                  </a:lnTo>
                  <a:lnTo>
                    <a:pt x="59454" y="4991"/>
                  </a:lnTo>
                  <a:lnTo>
                    <a:pt x="59641" y="5389"/>
                  </a:lnTo>
                  <a:lnTo>
                    <a:pt x="59828" y="5837"/>
                  </a:lnTo>
                  <a:lnTo>
                    <a:pt x="60015" y="6372"/>
                  </a:lnTo>
                  <a:lnTo>
                    <a:pt x="60202" y="6730"/>
                  </a:lnTo>
                  <a:lnTo>
                    <a:pt x="60389" y="7089"/>
                  </a:lnTo>
                  <a:lnTo>
                    <a:pt x="60575" y="7447"/>
                  </a:lnTo>
                  <a:lnTo>
                    <a:pt x="60762" y="7806"/>
                  </a:lnTo>
                  <a:lnTo>
                    <a:pt x="60949" y="8164"/>
                  </a:lnTo>
                  <a:lnTo>
                    <a:pt x="61136" y="8523"/>
                  </a:lnTo>
                  <a:lnTo>
                    <a:pt x="61323" y="8733"/>
                  </a:lnTo>
                  <a:lnTo>
                    <a:pt x="61510" y="8926"/>
                  </a:lnTo>
                  <a:lnTo>
                    <a:pt x="61697" y="9131"/>
                  </a:lnTo>
                  <a:lnTo>
                    <a:pt x="61884" y="9420"/>
                  </a:lnTo>
                  <a:lnTo>
                    <a:pt x="62071" y="9708"/>
                  </a:lnTo>
                  <a:lnTo>
                    <a:pt x="62258" y="10027"/>
                  </a:lnTo>
                  <a:lnTo>
                    <a:pt x="62445" y="10415"/>
                  </a:lnTo>
                  <a:lnTo>
                    <a:pt x="62632" y="10531"/>
                  </a:lnTo>
                  <a:lnTo>
                    <a:pt x="62819" y="10531"/>
                  </a:lnTo>
                  <a:lnTo>
                    <a:pt x="63005" y="10531"/>
                  </a:lnTo>
                  <a:lnTo>
                    <a:pt x="63192" y="10531"/>
                  </a:lnTo>
                  <a:lnTo>
                    <a:pt x="63379" y="10531"/>
                  </a:lnTo>
                  <a:lnTo>
                    <a:pt x="63566" y="10531"/>
                  </a:lnTo>
                  <a:lnTo>
                    <a:pt x="63753" y="10531"/>
                  </a:lnTo>
                  <a:lnTo>
                    <a:pt x="63940" y="10531"/>
                  </a:lnTo>
                  <a:lnTo>
                    <a:pt x="64127" y="10531"/>
                  </a:lnTo>
                  <a:lnTo>
                    <a:pt x="64314" y="10531"/>
                  </a:lnTo>
                  <a:lnTo>
                    <a:pt x="64501" y="10531"/>
                  </a:lnTo>
                  <a:lnTo>
                    <a:pt x="64688" y="10531"/>
                  </a:lnTo>
                  <a:lnTo>
                    <a:pt x="64875" y="10531"/>
                  </a:lnTo>
                  <a:lnTo>
                    <a:pt x="65062" y="10531"/>
                  </a:lnTo>
                  <a:lnTo>
                    <a:pt x="65248" y="10531"/>
                  </a:lnTo>
                  <a:lnTo>
                    <a:pt x="65435" y="10531"/>
                  </a:lnTo>
                  <a:lnTo>
                    <a:pt x="65622" y="10531"/>
                  </a:lnTo>
                  <a:lnTo>
                    <a:pt x="65809" y="10531"/>
                  </a:lnTo>
                  <a:lnTo>
                    <a:pt x="65996" y="10531"/>
                  </a:lnTo>
                  <a:lnTo>
                    <a:pt x="66183" y="10531"/>
                  </a:lnTo>
                  <a:lnTo>
                    <a:pt x="66370" y="10531"/>
                  </a:lnTo>
                  <a:lnTo>
                    <a:pt x="66557" y="10531"/>
                  </a:lnTo>
                  <a:lnTo>
                    <a:pt x="66744" y="10531"/>
                  </a:lnTo>
                  <a:lnTo>
                    <a:pt x="66931" y="10531"/>
                  </a:lnTo>
                  <a:lnTo>
                    <a:pt x="67118" y="10531"/>
                  </a:lnTo>
                  <a:lnTo>
                    <a:pt x="67305" y="10531"/>
                  </a:lnTo>
                  <a:lnTo>
                    <a:pt x="67492" y="10531"/>
                  </a:lnTo>
                  <a:lnTo>
                    <a:pt x="67678" y="10531"/>
                  </a:lnTo>
                  <a:lnTo>
                    <a:pt x="67865" y="10531"/>
                  </a:lnTo>
                  <a:lnTo>
                    <a:pt x="68052" y="10531"/>
                  </a:lnTo>
                  <a:lnTo>
                    <a:pt x="68239" y="10531"/>
                  </a:lnTo>
                  <a:lnTo>
                    <a:pt x="68426" y="10531"/>
                  </a:lnTo>
                  <a:lnTo>
                    <a:pt x="68613" y="10597"/>
                  </a:lnTo>
                  <a:lnTo>
                    <a:pt x="68800" y="10762"/>
                  </a:lnTo>
                  <a:lnTo>
                    <a:pt x="68987" y="10943"/>
                  </a:lnTo>
                  <a:lnTo>
                    <a:pt x="69174" y="11273"/>
                  </a:lnTo>
                  <a:lnTo>
                    <a:pt x="69361" y="11603"/>
                  </a:lnTo>
                  <a:lnTo>
                    <a:pt x="69548" y="11933"/>
                  </a:lnTo>
                  <a:lnTo>
                    <a:pt x="69735" y="12263"/>
                  </a:lnTo>
                  <a:lnTo>
                    <a:pt x="69922" y="12577"/>
                  </a:lnTo>
                  <a:lnTo>
                    <a:pt x="70108" y="12742"/>
                  </a:lnTo>
                  <a:lnTo>
                    <a:pt x="70295" y="12907"/>
                  </a:lnTo>
                  <a:lnTo>
                    <a:pt x="70482" y="13072"/>
                  </a:lnTo>
                  <a:lnTo>
                    <a:pt x="70669" y="13237"/>
                  </a:lnTo>
                  <a:lnTo>
                    <a:pt x="70856" y="13402"/>
                  </a:lnTo>
                  <a:lnTo>
                    <a:pt x="71043" y="13567"/>
                  </a:lnTo>
                  <a:lnTo>
                    <a:pt x="71230" y="13732"/>
                  </a:lnTo>
                  <a:lnTo>
                    <a:pt x="71417" y="13831"/>
                  </a:lnTo>
                  <a:lnTo>
                    <a:pt x="71604" y="13831"/>
                  </a:lnTo>
                  <a:lnTo>
                    <a:pt x="71791" y="13815"/>
                  </a:lnTo>
                  <a:lnTo>
                    <a:pt x="71978" y="13650"/>
                  </a:lnTo>
                  <a:lnTo>
                    <a:pt x="72165" y="13485"/>
                  </a:lnTo>
                  <a:lnTo>
                    <a:pt x="72351" y="13320"/>
                  </a:lnTo>
                  <a:lnTo>
                    <a:pt x="72538" y="13155"/>
                  </a:lnTo>
                  <a:lnTo>
                    <a:pt x="72725" y="13006"/>
                  </a:lnTo>
                  <a:lnTo>
                    <a:pt x="72912" y="13253"/>
                  </a:lnTo>
                  <a:lnTo>
                    <a:pt x="73099" y="13500"/>
                  </a:lnTo>
                  <a:lnTo>
                    <a:pt x="73286" y="13747"/>
                  </a:lnTo>
                  <a:lnTo>
                    <a:pt x="73473" y="13994"/>
                  </a:lnTo>
                  <a:lnTo>
                    <a:pt x="73660" y="14179"/>
                  </a:lnTo>
                  <a:lnTo>
                    <a:pt x="73847" y="14303"/>
                  </a:lnTo>
                  <a:lnTo>
                    <a:pt x="74034" y="14426"/>
                  </a:lnTo>
                  <a:lnTo>
                    <a:pt x="74221" y="14549"/>
                  </a:lnTo>
                  <a:lnTo>
                    <a:pt x="74408" y="14672"/>
                  </a:lnTo>
                  <a:lnTo>
                    <a:pt x="74595" y="14821"/>
                  </a:lnTo>
                  <a:lnTo>
                    <a:pt x="74781" y="15149"/>
                  </a:lnTo>
                  <a:lnTo>
                    <a:pt x="74968" y="15469"/>
                  </a:lnTo>
                  <a:lnTo>
                    <a:pt x="75155" y="15790"/>
                  </a:lnTo>
                  <a:lnTo>
                    <a:pt x="75342" y="16214"/>
                  </a:lnTo>
                  <a:lnTo>
                    <a:pt x="75529" y="16639"/>
                  </a:lnTo>
                  <a:lnTo>
                    <a:pt x="75716" y="16960"/>
                  </a:lnTo>
                  <a:lnTo>
                    <a:pt x="75903" y="17280"/>
                  </a:lnTo>
                  <a:lnTo>
                    <a:pt x="76090" y="17601"/>
                  </a:lnTo>
                  <a:lnTo>
                    <a:pt x="76277" y="17921"/>
                  </a:lnTo>
                  <a:lnTo>
                    <a:pt x="76464" y="18387"/>
                  </a:lnTo>
                  <a:lnTo>
                    <a:pt x="76651" y="18892"/>
                  </a:lnTo>
                  <a:lnTo>
                    <a:pt x="76838" y="19398"/>
                  </a:lnTo>
                  <a:lnTo>
                    <a:pt x="77025" y="19904"/>
                  </a:lnTo>
                  <a:lnTo>
                    <a:pt x="77211" y="20409"/>
                  </a:lnTo>
                  <a:lnTo>
                    <a:pt x="77310" y="2062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754433" y="6353501"/>
              <a:ext cx="31427" cy="643"/>
            </a:xfrm>
            <a:custGeom>
              <a:avLst/>
              <a:pathLst>
                <a:path w="31427" h="643">
                  <a:moveTo>
                    <a:pt x="0" y="643"/>
                  </a:moveTo>
                  <a:lnTo>
                    <a:pt x="131" y="469"/>
                  </a:lnTo>
                  <a:lnTo>
                    <a:pt x="317" y="222"/>
                  </a:lnTo>
                  <a:lnTo>
                    <a:pt x="504" y="0"/>
                  </a:lnTo>
                  <a:lnTo>
                    <a:pt x="691" y="0"/>
                  </a:lnTo>
                  <a:lnTo>
                    <a:pt x="878" y="0"/>
                  </a:lnTo>
                  <a:lnTo>
                    <a:pt x="1065" y="0"/>
                  </a:lnTo>
                  <a:lnTo>
                    <a:pt x="1252" y="0"/>
                  </a:lnTo>
                  <a:lnTo>
                    <a:pt x="1439" y="0"/>
                  </a:lnTo>
                  <a:lnTo>
                    <a:pt x="1626" y="0"/>
                  </a:lnTo>
                  <a:lnTo>
                    <a:pt x="1813" y="0"/>
                  </a:lnTo>
                  <a:lnTo>
                    <a:pt x="2000" y="0"/>
                  </a:lnTo>
                  <a:lnTo>
                    <a:pt x="2187" y="0"/>
                  </a:lnTo>
                  <a:lnTo>
                    <a:pt x="2374" y="0"/>
                  </a:lnTo>
                  <a:lnTo>
                    <a:pt x="2560" y="0"/>
                  </a:lnTo>
                  <a:lnTo>
                    <a:pt x="2747" y="0"/>
                  </a:lnTo>
                  <a:lnTo>
                    <a:pt x="2934" y="0"/>
                  </a:lnTo>
                  <a:lnTo>
                    <a:pt x="3121" y="0"/>
                  </a:lnTo>
                  <a:lnTo>
                    <a:pt x="3308" y="0"/>
                  </a:lnTo>
                  <a:lnTo>
                    <a:pt x="3495" y="0"/>
                  </a:lnTo>
                  <a:lnTo>
                    <a:pt x="3682" y="0"/>
                  </a:lnTo>
                  <a:lnTo>
                    <a:pt x="3869" y="0"/>
                  </a:lnTo>
                  <a:lnTo>
                    <a:pt x="4056" y="0"/>
                  </a:lnTo>
                  <a:lnTo>
                    <a:pt x="4243" y="0"/>
                  </a:lnTo>
                  <a:lnTo>
                    <a:pt x="4430" y="0"/>
                  </a:lnTo>
                  <a:lnTo>
                    <a:pt x="4617" y="0"/>
                  </a:lnTo>
                  <a:lnTo>
                    <a:pt x="4804" y="0"/>
                  </a:lnTo>
                  <a:lnTo>
                    <a:pt x="4990" y="0"/>
                  </a:lnTo>
                  <a:lnTo>
                    <a:pt x="5177" y="0"/>
                  </a:lnTo>
                  <a:lnTo>
                    <a:pt x="5364" y="0"/>
                  </a:lnTo>
                  <a:lnTo>
                    <a:pt x="5551" y="0"/>
                  </a:lnTo>
                  <a:lnTo>
                    <a:pt x="5738" y="0"/>
                  </a:lnTo>
                  <a:lnTo>
                    <a:pt x="5925" y="0"/>
                  </a:lnTo>
                  <a:lnTo>
                    <a:pt x="6112" y="0"/>
                  </a:lnTo>
                  <a:lnTo>
                    <a:pt x="6299" y="0"/>
                  </a:lnTo>
                  <a:lnTo>
                    <a:pt x="6486" y="0"/>
                  </a:lnTo>
                  <a:lnTo>
                    <a:pt x="6673" y="0"/>
                  </a:lnTo>
                  <a:lnTo>
                    <a:pt x="6860" y="0"/>
                  </a:lnTo>
                  <a:lnTo>
                    <a:pt x="7047" y="0"/>
                  </a:lnTo>
                  <a:lnTo>
                    <a:pt x="7233" y="0"/>
                  </a:lnTo>
                  <a:lnTo>
                    <a:pt x="7420" y="0"/>
                  </a:lnTo>
                  <a:lnTo>
                    <a:pt x="7607" y="0"/>
                  </a:lnTo>
                  <a:lnTo>
                    <a:pt x="7794" y="0"/>
                  </a:lnTo>
                  <a:lnTo>
                    <a:pt x="7981" y="0"/>
                  </a:lnTo>
                  <a:lnTo>
                    <a:pt x="8168" y="0"/>
                  </a:lnTo>
                  <a:lnTo>
                    <a:pt x="8355" y="0"/>
                  </a:lnTo>
                  <a:lnTo>
                    <a:pt x="8542" y="0"/>
                  </a:lnTo>
                  <a:lnTo>
                    <a:pt x="8729" y="0"/>
                  </a:lnTo>
                  <a:lnTo>
                    <a:pt x="8916" y="0"/>
                  </a:lnTo>
                  <a:lnTo>
                    <a:pt x="9103" y="0"/>
                  </a:lnTo>
                  <a:lnTo>
                    <a:pt x="9290" y="0"/>
                  </a:lnTo>
                  <a:lnTo>
                    <a:pt x="9477" y="0"/>
                  </a:lnTo>
                  <a:lnTo>
                    <a:pt x="9663" y="0"/>
                  </a:lnTo>
                  <a:lnTo>
                    <a:pt x="9850" y="0"/>
                  </a:lnTo>
                  <a:lnTo>
                    <a:pt x="10037" y="0"/>
                  </a:lnTo>
                  <a:lnTo>
                    <a:pt x="10224" y="0"/>
                  </a:lnTo>
                  <a:lnTo>
                    <a:pt x="10411" y="0"/>
                  </a:lnTo>
                  <a:lnTo>
                    <a:pt x="10598" y="0"/>
                  </a:lnTo>
                  <a:lnTo>
                    <a:pt x="10785" y="0"/>
                  </a:lnTo>
                  <a:lnTo>
                    <a:pt x="10972" y="0"/>
                  </a:lnTo>
                  <a:lnTo>
                    <a:pt x="11159" y="0"/>
                  </a:lnTo>
                  <a:lnTo>
                    <a:pt x="11346" y="0"/>
                  </a:lnTo>
                  <a:lnTo>
                    <a:pt x="11533" y="0"/>
                  </a:lnTo>
                  <a:lnTo>
                    <a:pt x="11720" y="0"/>
                  </a:lnTo>
                  <a:lnTo>
                    <a:pt x="11907" y="0"/>
                  </a:lnTo>
                  <a:lnTo>
                    <a:pt x="12093" y="0"/>
                  </a:lnTo>
                  <a:lnTo>
                    <a:pt x="12280" y="0"/>
                  </a:lnTo>
                  <a:lnTo>
                    <a:pt x="12467" y="0"/>
                  </a:lnTo>
                  <a:lnTo>
                    <a:pt x="12654" y="0"/>
                  </a:lnTo>
                  <a:lnTo>
                    <a:pt x="12841" y="0"/>
                  </a:lnTo>
                  <a:lnTo>
                    <a:pt x="13028" y="0"/>
                  </a:lnTo>
                  <a:lnTo>
                    <a:pt x="13215" y="0"/>
                  </a:lnTo>
                  <a:lnTo>
                    <a:pt x="13402" y="0"/>
                  </a:lnTo>
                  <a:lnTo>
                    <a:pt x="13589" y="0"/>
                  </a:lnTo>
                  <a:lnTo>
                    <a:pt x="13776" y="0"/>
                  </a:lnTo>
                  <a:lnTo>
                    <a:pt x="13963" y="0"/>
                  </a:lnTo>
                  <a:lnTo>
                    <a:pt x="14150" y="0"/>
                  </a:lnTo>
                  <a:lnTo>
                    <a:pt x="14336" y="0"/>
                  </a:lnTo>
                  <a:lnTo>
                    <a:pt x="14523" y="0"/>
                  </a:lnTo>
                  <a:lnTo>
                    <a:pt x="14710" y="0"/>
                  </a:lnTo>
                  <a:lnTo>
                    <a:pt x="14897" y="0"/>
                  </a:lnTo>
                  <a:lnTo>
                    <a:pt x="15084" y="0"/>
                  </a:lnTo>
                  <a:lnTo>
                    <a:pt x="15271" y="0"/>
                  </a:lnTo>
                  <a:lnTo>
                    <a:pt x="15458" y="0"/>
                  </a:lnTo>
                  <a:lnTo>
                    <a:pt x="15645" y="0"/>
                  </a:lnTo>
                  <a:lnTo>
                    <a:pt x="15832" y="0"/>
                  </a:lnTo>
                  <a:lnTo>
                    <a:pt x="16019" y="0"/>
                  </a:lnTo>
                  <a:lnTo>
                    <a:pt x="16206" y="0"/>
                  </a:lnTo>
                  <a:lnTo>
                    <a:pt x="16393" y="0"/>
                  </a:lnTo>
                  <a:lnTo>
                    <a:pt x="16580" y="0"/>
                  </a:lnTo>
                  <a:lnTo>
                    <a:pt x="16766" y="0"/>
                  </a:lnTo>
                  <a:lnTo>
                    <a:pt x="16953" y="0"/>
                  </a:lnTo>
                  <a:lnTo>
                    <a:pt x="17140" y="0"/>
                  </a:lnTo>
                  <a:lnTo>
                    <a:pt x="17327" y="0"/>
                  </a:lnTo>
                  <a:lnTo>
                    <a:pt x="17514" y="0"/>
                  </a:lnTo>
                  <a:lnTo>
                    <a:pt x="17701" y="0"/>
                  </a:lnTo>
                  <a:lnTo>
                    <a:pt x="17888" y="0"/>
                  </a:lnTo>
                  <a:lnTo>
                    <a:pt x="18075" y="0"/>
                  </a:lnTo>
                  <a:lnTo>
                    <a:pt x="18262" y="0"/>
                  </a:lnTo>
                  <a:lnTo>
                    <a:pt x="18449" y="0"/>
                  </a:lnTo>
                  <a:lnTo>
                    <a:pt x="18636" y="0"/>
                  </a:lnTo>
                  <a:lnTo>
                    <a:pt x="18823" y="0"/>
                  </a:lnTo>
                  <a:lnTo>
                    <a:pt x="19010" y="0"/>
                  </a:lnTo>
                  <a:lnTo>
                    <a:pt x="19196" y="0"/>
                  </a:lnTo>
                  <a:lnTo>
                    <a:pt x="19383" y="0"/>
                  </a:lnTo>
                  <a:lnTo>
                    <a:pt x="19570" y="0"/>
                  </a:lnTo>
                  <a:lnTo>
                    <a:pt x="19757" y="0"/>
                  </a:lnTo>
                  <a:lnTo>
                    <a:pt x="19944" y="0"/>
                  </a:lnTo>
                  <a:lnTo>
                    <a:pt x="20131" y="0"/>
                  </a:lnTo>
                  <a:lnTo>
                    <a:pt x="20318" y="0"/>
                  </a:lnTo>
                  <a:lnTo>
                    <a:pt x="20505" y="0"/>
                  </a:lnTo>
                  <a:lnTo>
                    <a:pt x="20692" y="0"/>
                  </a:lnTo>
                  <a:lnTo>
                    <a:pt x="20879" y="0"/>
                  </a:lnTo>
                  <a:lnTo>
                    <a:pt x="21066" y="0"/>
                  </a:lnTo>
                  <a:lnTo>
                    <a:pt x="21253" y="0"/>
                  </a:lnTo>
                  <a:lnTo>
                    <a:pt x="21439" y="0"/>
                  </a:lnTo>
                  <a:lnTo>
                    <a:pt x="21626" y="0"/>
                  </a:lnTo>
                  <a:lnTo>
                    <a:pt x="21813" y="0"/>
                  </a:lnTo>
                  <a:lnTo>
                    <a:pt x="22000" y="0"/>
                  </a:lnTo>
                  <a:lnTo>
                    <a:pt x="22187" y="0"/>
                  </a:lnTo>
                  <a:lnTo>
                    <a:pt x="22374" y="0"/>
                  </a:lnTo>
                  <a:lnTo>
                    <a:pt x="22561" y="0"/>
                  </a:lnTo>
                  <a:lnTo>
                    <a:pt x="22748" y="0"/>
                  </a:lnTo>
                  <a:lnTo>
                    <a:pt x="22935" y="0"/>
                  </a:lnTo>
                  <a:lnTo>
                    <a:pt x="23122" y="0"/>
                  </a:lnTo>
                  <a:lnTo>
                    <a:pt x="23309" y="0"/>
                  </a:lnTo>
                  <a:lnTo>
                    <a:pt x="23496" y="0"/>
                  </a:lnTo>
                  <a:lnTo>
                    <a:pt x="23683" y="0"/>
                  </a:lnTo>
                  <a:lnTo>
                    <a:pt x="23869" y="0"/>
                  </a:lnTo>
                  <a:lnTo>
                    <a:pt x="24056" y="0"/>
                  </a:lnTo>
                  <a:lnTo>
                    <a:pt x="24243" y="0"/>
                  </a:lnTo>
                  <a:lnTo>
                    <a:pt x="24430" y="0"/>
                  </a:lnTo>
                  <a:lnTo>
                    <a:pt x="24617" y="0"/>
                  </a:lnTo>
                  <a:lnTo>
                    <a:pt x="24804" y="0"/>
                  </a:lnTo>
                  <a:lnTo>
                    <a:pt x="24991" y="0"/>
                  </a:lnTo>
                  <a:lnTo>
                    <a:pt x="25178" y="0"/>
                  </a:lnTo>
                  <a:lnTo>
                    <a:pt x="25365" y="0"/>
                  </a:lnTo>
                  <a:lnTo>
                    <a:pt x="25552" y="0"/>
                  </a:lnTo>
                  <a:lnTo>
                    <a:pt x="25739" y="0"/>
                  </a:lnTo>
                  <a:lnTo>
                    <a:pt x="25926" y="0"/>
                  </a:lnTo>
                  <a:lnTo>
                    <a:pt x="26112" y="0"/>
                  </a:lnTo>
                  <a:lnTo>
                    <a:pt x="26299" y="0"/>
                  </a:lnTo>
                  <a:lnTo>
                    <a:pt x="26486" y="0"/>
                  </a:lnTo>
                  <a:lnTo>
                    <a:pt x="26673" y="0"/>
                  </a:lnTo>
                  <a:lnTo>
                    <a:pt x="26860" y="0"/>
                  </a:lnTo>
                  <a:lnTo>
                    <a:pt x="27047" y="0"/>
                  </a:lnTo>
                  <a:lnTo>
                    <a:pt x="27234" y="0"/>
                  </a:lnTo>
                  <a:lnTo>
                    <a:pt x="27421" y="0"/>
                  </a:lnTo>
                  <a:lnTo>
                    <a:pt x="27608" y="0"/>
                  </a:lnTo>
                  <a:lnTo>
                    <a:pt x="27795" y="0"/>
                  </a:lnTo>
                  <a:lnTo>
                    <a:pt x="27982" y="0"/>
                  </a:lnTo>
                  <a:lnTo>
                    <a:pt x="28169" y="0"/>
                  </a:lnTo>
                  <a:lnTo>
                    <a:pt x="28356" y="0"/>
                  </a:lnTo>
                  <a:lnTo>
                    <a:pt x="28542" y="0"/>
                  </a:lnTo>
                  <a:lnTo>
                    <a:pt x="28729" y="0"/>
                  </a:lnTo>
                  <a:lnTo>
                    <a:pt x="28916" y="0"/>
                  </a:lnTo>
                  <a:lnTo>
                    <a:pt x="29103" y="0"/>
                  </a:lnTo>
                  <a:lnTo>
                    <a:pt x="29290" y="0"/>
                  </a:lnTo>
                  <a:lnTo>
                    <a:pt x="29477" y="0"/>
                  </a:lnTo>
                  <a:lnTo>
                    <a:pt x="29664" y="0"/>
                  </a:lnTo>
                  <a:lnTo>
                    <a:pt x="29851" y="0"/>
                  </a:lnTo>
                  <a:lnTo>
                    <a:pt x="30038" y="0"/>
                  </a:lnTo>
                  <a:lnTo>
                    <a:pt x="30225" y="0"/>
                  </a:lnTo>
                  <a:lnTo>
                    <a:pt x="30412" y="0"/>
                  </a:lnTo>
                  <a:lnTo>
                    <a:pt x="30599" y="0"/>
                  </a:lnTo>
                  <a:lnTo>
                    <a:pt x="30786" y="0"/>
                  </a:lnTo>
                  <a:lnTo>
                    <a:pt x="30972" y="0"/>
                  </a:lnTo>
                  <a:lnTo>
                    <a:pt x="31159" y="222"/>
                  </a:lnTo>
                  <a:lnTo>
                    <a:pt x="31346" y="469"/>
                  </a:lnTo>
                  <a:lnTo>
                    <a:pt x="31427" y="64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877584" y="6324323"/>
              <a:ext cx="78288" cy="29821"/>
            </a:xfrm>
            <a:custGeom>
              <a:avLst/>
              <a:pathLst>
                <a:path w="78288" h="29821">
                  <a:moveTo>
                    <a:pt x="0" y="29821"/>
                  </a:moveTo>
                  <a:lnTo>
                    <a:pt x="160" y="29679"/>
                  </a:lnTo>
                  <a:lnTo>
                    <a:pt x="347" y="29514"/>
                  </a:lnTo>
                  <a:lnTo>
                    <a:pt x="534" y="29349"/>
                  </a:lnTo>
                  <a:lnTo>
                    <a:pt x="721" y="29135"/>
                  </a:lnTo>
                  <a:lnTo>
                    <a:pt x="908" y="28805"/>
                  </a:lnTo>
                  <a:lnTo>
                    <a:pt x="1095" y="28475"/>
                  </a:lnTo>
                  <a:lnTo>
                    <a:pt x="1282" y="28145"/>
                  </a:lnTo>
                  <a:lnTo>
                    <a:pt x="1469" y="27814"/>
                  </a:lnTo>
                  <a:lnTo>
                    <a:pt x="1655" y="27484"/>
                  </a:lnTo>
                  <a:lnTo>
                    <a:pt x="1842" y="27262"/>
                  </a:lnTo>
                  <a:lnTo>
                    <a:pt x="2029" y="27097"/>
                  </a:lnTo>
                  <a:lnTo>
                    <a:pt x="2216" y="26931"/>
                  </a:lnTo>
                  <a:lnTo>
                    <a:pt x="2403" y="26766"/>
                  </a:lnTo>
                  <a:lnTo>
                    <a:pt x="2590" y="26601"/>
                  </a:lnTo>
                  <a:lnTo>
                    <a:pt x="2777" y="26436"/>
                  </a:lnTo>
                  <a:lnTo>
                    <a:pt x="2964" y="26271"/>
                  </a:lnTo>
                  <a:lnTo>
                    <a:pt x="3151" y="26106"/>
                  </a:lnTo>
                  <a:lnTo>
                    <a:pt x="3338" y="25941"/>
                  </a:lnTo>
                  <a:lnTo>
                    <a:pt x="3525" y="25826"/>
                  </a:lnTo>
                  <a:lnTo>
                    <a:pt x="3712" y="25826"/>
                  </a:lnTo>
                  <a:lnTo>
                    <a:pt x="3898" y="25826"/>
                  </a:lnTo>
                  <a:lnTo>
                    <a:pt x="4085" y="25826"/>
                  </a:lnTo>
                  <a:lnTo>
                    <a:pt x="4272" y="25826"/>
                  </a:lnTo>
                  <a:lnTo>
                    <a:pt x="4459" y="25826"/>
                  </a:lnTo>
                  <a:lnTo>
                    <a:pt x="4646" y="25826"/>
                  </a:lnTo>
                  <a:lnTo>
                    <a:pt x="4833" y="25661"/>
                  </a:lnTo>
                  <a:lnTo>
                    <a:pt x="5020" y="25331"/>
                  </a:lnTo>
                  <a:lnTo>
                    <a:pt x="5207" y="25001"/>
                  </a:lnTo>
                  <a:lnTo>
                    <a:pt x="5394" y="24803"/>
                  </a:lnTo>
                  <a:lnTo>
                    <a:pt x="5581" y="24851"/>
                  </a:lnTo>
                  <a:lnTo>
                    <a:pt x="5768" y="25051"/>
                  </a:lnTo>
                  <a:lnTo>
                    <a:pt x="5955" y="25070"/>
                  </a:lnTo>
                  <a:lnTo>
                    <a:pt x="6142" y="24734"/>
                  </a:lnTo>
                  <a:lnTo>
                    <a:pt x="6328" y="24361"/>
                  </a:lnTo>
                  <a:lnTo>
                    <a:pt x="6515" y="23837"/>
                  </a:lnTo>
                  <a:lnTo>
                    <a:pt x="6702" y="23308"/>
                  </a:lnTo>
                  <a:lnTo>
                    <a:pt x="6889" y="22688"/>
                  </a:lnTo>
                  <a:lnTo>
                    <a:pt x="7076" y="22185"/>
                  </a:lnTo>
                  <a:lnTo>
                    <a:pt x="7263" y="21553"/>
                  </a:lnTo>
                  <a:lnTo>
                    <a:pt x="7450" y="20942"/>
                  </a:lnTo>
                  <a:lnTo>
                    <a:pt x="7637" y="20448"/>
                  </a:lnTo>
                  <a:lnTo>
                    <a:pt x="7824" y="19993"/>
                  </a:lnTo>
                  <a:lnTo>
                    <a:pt x="8011" y="19688"/>
                  </a:lnTo>
                  <a:lnTo>
                    <a:pt x="8198" y="19336"/>
                  </a:lnTo>
                  <a:lnTo>
                    <a:pt x="8385" y="19089"/>
                  </a:lnTo>
                  <a:lnTo>
                    <a:pt x="8572" y="18629"/>
                  </a:lnTo>
                  <a:lnTo>
                    <a:pt x="8758" y="18232"/>
                  </a:lnTo>
                  <a:lnTo>
                    <a:pt x="8945" y="17857"/>
                  </a:lnTo>
                  <a:lnTo>
                    <a:pt x="9132" y="17471"/>
                  </a:lnTo>
                  <a:lnTo>
                    <a:pt x="9319" y="17193"/>
                  </a:lnTo>
                  <a:lnTo>
                    <a:pt x="9506" y="16975"/>
                  </a:lnTo>
                  <a:lnTo>
                    <a:pt x="9693" y="16720"/>
                  </a:lnTo>
                  <a:lnTo>
                    <a:pt x="9880" y="16500"/>
                  </a:lnTo>
                  <a:lnTo>
                    <a:pt x="10067" y="16420"/>
                  </a:lnTo>
                  <a:lnTo>
                    <a:pt x="10254" y="16408"/>
                  </a:lnTo>
                  <a:lnTo>
                    <a:pt x="10441" y="16459"/>
                  </a:lnTo>
                  <a:lnTo>
                    <a:pt x="10628" y="16552"/>
                  </a:lnTo>
                  <a:lnTo>
                    <a:pt x="10815" y="16575"/>
                  </a:lnTo>
                  <a:lnTo>
                    <a:pt x="11001" y="16481"/>
                  </a:lnTo>
                  <a:lnTo>
                    <a:pt x="11188" y="16278"/>
                  </a:lnTo>
                  <a:lnTo>
                    <a:pt x="11375" y="15915"/>
                  </a:lnTo>
                  <a:lnTo>
                    <a:pt x="11562" y="15823"/>
                  </a:lnTo>
                  <a:lnTo>
                    <a:pt x="11749" y="15731"/>
                  </a:lnTo>
                  <a:lnTo>
                    <a:pt x="11936" y="15651"/>
                  </a:lnTo>
                  <a:lnTo>
                    <a:pt x="12123" y="15471"/>
                  </a:lnTo>
                  <a:lnTo>
                    <a:pt x="12310" y="15223"/>
                  </a:lnTo>
                  <a:lnTo>
                    <a:pt x="12497" y="14974"/>
                  </a:lnTo>
                  <a:lnTo>
                    <a:pt x="12684" y="14438"/>
                  </a:lnTo>
                  <a:lnTo>
                    <a:pt x="12871" y="14108"/>
                  </a:lnTo>
                  <a:lnTo>
                    <a:pt x="13058" y="13778"/>
                  </a:lnTo>
                  <a:lnTo>
                    <a:pt x="13245" y="13448"/>
                  </a:lnTo>
                  <a:lnTo>
                    <a:pt x="13431" y="13118"/>
                  </a:lnTo>
                  <a:lnTo>
                    <a:pt x="13618" y="13117"/>
                  </a:lnTo>
                  <a:lnTo>
                    <a:pt x="13805" y="13116"/>
                  </a:lnTo>
                  <a:lnTo>
                    <a:pt x="13992" y="13145"/>
                  </a:lnTo>
                  <a:lnTo>
                    <a:pt x="14179" y="13173"/>
                  </a:lnTo>
                  <a:lnTo>
                    <a:pt x="14366" y="13202"/>
                  </a:lnTo>
                  <a:lnTo>
                    <a:pt x="14553" y="13230"/>
                  </a:lnTo>
                  <a:lnTo>
                    <a:pt x="14740" y="13295"/>
                  </a:lnTo>
                  <a:lnTo>
                    <a:pt x="14927" y="13497"/>
                  </a:lnTo>
                  <a:lnTo>
                    <a:pt x="15114" y="13539"/>
                  </a:lnTo>
                  <a:lnTo>
                    <a:pt x="15301" y="13560"/>
                  </a:lnTo>
                  <a:lnTo>
                    <a:pt x="15488" y="13584"/>
                  </a:lnTo>
                  <a:lnTo>
                    <a:pt x="15675" y="13525"/>
                  </a:lnTo>
                  <a:lnTo>
                    <a:pt x="15861" y="13570"/>
                  </a:lnTo>
                  <a:lnTo>
                    <a:pt x="16048" y="13614"/>
                  </a:lnTo>
                  <a:lnTo>
                    <a:pt x="16235" y="13658"/>
                  </a:lnTo>
                  <a:lnTo>
                    <a:pt x="16422" y="13680"/>
                  </a:lnTo>
                  <a:lnTo>
                    <a:pt x="16609" y="13683"/>
                  </a:lnTo>
                  <a:lnTo>
                    <a:pt x="16796" y="13458"/>
                  </a:lnTo>
                  <a:lnTo>
                    <a:pt x="16983" y="13233"/>
                  </a:lnTo>
                  <a:lnTo>
                    <a:pt x="17170" y="13008"/>
                  </a:lnTo>
                  <a:lnTo>
                    <a:pt x="17357" y="12784"/>
                  </a:lnTo>
                  <a:lnTo>
                    <a:pt x="17544" y="12635"/>
                  </a:lnTo>
                  <a:lnTo>
                    <a:pt x="17731" y="12506"/>
                  </a:lnTo>
                  <a:lnTo>
                    <a:pt x="17918" y="12377"/>
                  </a:lnTo>
                  <a:lnTo>
                    <a:pt x="18104" y="12248"/>
                  </a:lnTo>
                  <a:lnTo>
                    <a:pt x="18291" y="12100"/>
                  </a:lnTo>
                  <a:lnTo>
                    <a:pt x="18478" y="11896"/>
                  </a:lnTo>
                  <a:lnTo>
                    <a:pt x="18665" y="11747"/>
                  </a:lnTo>
                  <a:lnTo>
                    <a:pt x="18852" y="11634"/>
                  </a:lnTo>
                  <a:lnTo>
                    <a:pt x="19039" y="11833"/>
                  </a:lnTo>
                  <a:lnTo>
                    <a:pt x="19226" y="12052"/>
                  </a:lnTo>
                  <a:lnTo>
                    <a:pt x="19413" y="12293"/>
                  </a:lnTo>
                  <a:lnTo>
                    <a:pt x="19600" y="12533"/>
                  </a:lnTo>
                  <a:lnTo>
                    <a:pt x="19787" y="12773"/>
                  </a:lnTo>
                  <a:lnTo>
                    <a:pt x="19974" y="13014"/>
                  </a:lnTo>
                  <a:lnTo>
                    <a:pt x="20161" y="13254"/>
                  </a:lnTo>
                  <a:lnTo>
                    <a:pt x="20348" y="13399"/>
                  </a:lnTo>
                  <a:lnTo>
                    <a:pt x="20534" y="13523"/>
                  </a:lnTo>
                  <a:lnTo>
                    <a:pt x="20721" y="13669"/>
                  </a:lnTo>
                  <a:lnTo>
                    <a:pt x="20908" y="13843"/>
                  </a:lnTo>
                  <a:lnTo>
                    <a:pt x="21095" y="14277"/>
                  </a:lnTo>
                  <a:lnTo>
                    <a:pt x="21282" y="14711"/>
                  </a:lnTo>
                  <a:lnTo>
                    <a:pt x="21469" y="15121"/>
                  </a:lnTo>
                  <a:lnTo>
                    <a:pt x="21656" y="15385"/>
                  </a:lnTo>
                  <a:lnTo>
                    <a:pt x="21843" y="15533"/>
                  </a:lnTo>
                  <a:lnTo>
                    <a:pt x="22030" y="15821"/>
                  </a:lnTo>
                  <a:lnTo>
                    <a:pt x="22217" y="15821"/>
                  </a:lnTo>
                  <a:lnTo>
                    <a:pt x="22404" y="15763"/>
                  </a:lnTo>
                  <a:lnTo>
                    <a:pt x="22591" y="15598"/>
                  </a:lnTo>
                  <a:lnTo>
                    <a:pt x="22777" y="15318"/>
                  </a:lnTo>
                  <a:lnTo>
                    <a:pt x="22964" y="14938"/>
                  </a:lnTo>
                  <a:lnTo>
                    <a:pt x="23151" y="14484"/>
                  </a:lnTo>
                  <a:lnTo>
                    <a:pt x="23338" y="14154"/>
                  </a:lnTo>
                  <a:lnTo>
                    <a:pt x="23525" y="13824"/>
                  </a:lnTo>
                  <a:lnTo>
                    <a:pt x="23712" y="13494"/>
                  </a:lnTo>
                  <a:lnTo>
                    <a:pt x="23899" y="13164"/>
                  </a:lnTo>
                  <a:lnTo>
                    <a:pt x="24086" y="12834"/>
                  </a:lnTo>
                  <a:lnTo>
                    <a:pt x="24273" y="12537"/>
                  </a:lnTo>
                  <a:lnTo>
                    <a:pt x="24460" y="12372"/>
                  </a:lnTo>
                  <a:lnTo>
                    <a:pt x="24647" y="12182"/>
                  </a:lnTo>
                  <a:lnTo>
                    <a:pt x="24834" y="11852"/>
                  </a:lnTo>
                  <a:lnTo>
                    <a:pt x="25021" y="11522"/>
                  </a:lnTo>
                  <a:lnTo>
                    <a:pt x="25207" y="11249"/>
                  </a:lnTo>
                  <a:lnTo>
                    <a:pt x="25394" y="11084"/>
                  </a:lnTo>
                  <a:lnTo>
                    <a:pt x="25581" y="11035"/>
                  </a:lnTo>
                  <a:lnTo>
                    <a:pt x="25768" y="11084"/>
                  </a:lnTo>
                  <a:lnTo>
                    <a:pt x="25955" y="11208"/>
                  </a:lnTo>
                  <a:lnTo>
                    <a:pt x="26142" y="11208"/>
                  </a:lnTo>
                  <a:lnTo>
                    <a:pt x="26329" y="11208"/>
                  </a:lnTo>
                  <a:lnTo>
                    <a:pt x="26516" y="11208"/>
                  </a:lnTo>
                  <a:lnTo>
                    <a:pt x="26703" y="11208"/>
                  </a:lnTo>
                  <a:lnTo>
                    <a:pt x="26890" y="11208"/>
                  </a:lnTo>
                  <a:lnTo>
                    <a:pt x="27077" y="11208"/>
                  </a:lnTo>
                  <a:lnTo>
                    <a:pt x="27264" y="11208"/>
                  </a:lnTo>
                  <a:lnTo>
                    <a:pt x="27451" y="11208"/>
                  </a:lnTo>
                  <a:lnTo>
                    <a:pt x="27637" y="11208"/>
                  </a:lnTo>
                  <a:lnTo>
                    <a:pt x="27824" y="11208"/>
                  </a:lnTo>
                  <a:lnTo>
                    <a:pt x="28011" y="11208"/>
                  </a:lnTo>
                  <a:lnTo>
                    <a:pt x="28198" y="11208"/>
                  </a:lnTo>
                  <a:lnTo>
                    <a:pt x="28385" y="11208"/>
                  </a:lnTo>
                  <a:lnTo>
                    <a:pt x="28572" y="11208"/>
                  </a:lnTo>
                  <a:lnTo>
                    <a:pt x="28759" y="11208"/>
                  </a:lnTo>
                  <a:lnTo>
                    <a:pt x="28946" y="11208"/>
                  </a:lnTo>
                  <a:lnTo>
                    <a:pt x="29133" y="11208"/>
                  </a:lnTo>
                  <a:lnTo>
                    <a:pt x="29320" y="11208"/>
                  </a:lnTo>
                  <a:lnTo>
                    <a:pt x="29507" y="11208"/>
                  </a:lnTo>
                  <a:lnTo>
                    <a:pt x="29694" y="11208"/>
                  </a:lnTo>
                  <a:lnTo>
                    <a:pt x="29880" y="11208"/>
                  </a:lnTo>
                  <a:lnTo>
                    <a:pt x="30067" y="11208"/>
                  </a:lnTo>
                  <a:lnTo>
                    <a:pt x="30254" y="11208"/>
                  </a:lnTo>
                  <a:lnTo>
                    <a:pt x="30441" y="11291"/>
                  </a:lnTo>
                  <a:lnTo>
                    <a:pt x="30628" y="11456"/>
                  </a:lnTo>
                  <a:lnTo>
                    <a:pt x="30815" y="11621"/>
                  </a:lnTo>
                  <a:lnTo>
                    <a:pt x="31002" y="11786"/>
                  </a:lnTo>
                  <a:lnTo>
                    <a:pt x="31189" y="11951"/>
                  </a:lnTo>
                  <a:lnTo>
                    <a:pt x="31376" y="12116"/>
                  </a:lnTo>
                  <a:lnTo>
                    <a:pt x="31563" y="12281"/>
                  </a:lnTo>
                  <a:lnTo>
                    <a:pt x="31750" y="12446"/>
                  </a:lnTo>
                  <a:lnTo>
                    <a:pt x="31937" y="12611"/>
                  </a:lnTo>
                  <a:lnTo>
                    <a:pt x="32124" y="12776"/>
                  </a:lnTo>
                  <a:lnTo>
                    <a:pt x="32310" y="12941"/>
                  </a:lnTo>
                  <a:lnTo>
                    <a:pt x="32497" y="13230"/>
                  </a:lnTo>
                  <a:lnTo>
                    <a:pt x="32684" y="13560"/>
                  </a:lnTo>
                  <a:lnTo>
                    <a:pt x="32871" y="13890"/>
                  </a:lnTo>
                  <a:lnTo>
                    <a:pt x="33058" y="14179"/>
                  </a:lnTo>
                  <a:lnTo>
                    <a:pt x="33245" y="14261"/>
                  </a:lnTo>
                  <a:lnTo>
                    <a:pt x="33432" y="14261"/>
                  </a:lnTo>
                  <a:lnTo>
                    <a:pt x="33619" y="14261"/>
                  </a:lnTo>
                  <a:lnTo>
                    <a:pt x="33806" y="14261"/>
                  </a:lnTo>
                  <a:lnTo>
                    <a:pt x="33993" y="14261"/>
                  </a:lnTo>
                  <a:lnTo>
                    <a:pt x="34180" y="14261"/>
                  </a:lnTo>
                  <a:lnTo>
                    <a:pt x="34367" y="14121"/>
                  </a:lnTo>
                  <a:lnTo>
                    <a:pt x="34554" y="13956"/>
                  </a:lnTo>
                  <a:lnTo>
                    <a:pt x="34740" y="13791"/>
                  </a:lnTo>
                  <a:lnTo>
                    <a:pt x="34927" y="13626"/>
                  </a:lnTo>
                  <a:lnTo>
                    <a:pt x="35114" y="13461"/>
                  </a:lnTo>
                  <a:lnTo>
                    <a:pt x="35301" y="13172"/>
                  </a:lnTo>
                  <a:lnTo>
                    <a:pt x="35488" y="12842"/>
                  </a:lnTo>
                  <a:lnTo>
                    <a:pt x="35675" y="12512"/>
                  </a:lnTo>
                  <a:lnTo>
                    <a:pt x="35862" y="12223"/>
                  </a:lnTo>
                  <a:lnTo>
                    <a:pt x="36049" y="12058"/>
                  </a:lnTo>
                  <a:lnTo>
                    <a:pt x="36236" y="11893"/>
                  </a:lnTo>
                  <a:lnTo>
                    <a:pt x="36423" y="11835"/>
                  </a:lnTo>
                  <a:lnTo>
                    <a:pt x="36610" y="11835"/>
                  </a:lnTo>
                  <a:lnTo>
                    <a:pt x="36797" y="11835"/>
                  </a:lnTo>
                  <a:lnTo>
                    <a:pt x="36983" y="11679"/>
                  </a:lnTo>
                  <a:lnTo>
                    <a:pt x="37170" y="11654"/>
                  </a:lnTo>
                  <a:lnTo>
                    <a:pt x="37357" y="11654"/>
                  </a:lnTo>
                  <a:lnTo>
                    <a:pt x="37544" y="11654"/>
                  </a:lnTo>
                  <a:lnTo>
                    <a:pt x="37731" y="11654"/>
                  </a:lnTo>
                  <a:lnTo>
                    <a:pt x="37918" y="11654"/>
                  </a:lnTo>
                  <a:lnTo>
                    <a:pt x="38105" y="11703"/>
                  </a:lnTo>
                  <a:lnTo>
                    <a:pt x="38292" y="11868"/>
                  </a:lnTo>
                  <a:lnTo>
                    <a:pt x="38479" y="12033"/>
                  </a:lnTo>
                  <a:lnTo>
                    <a:pt x="38666" y="12033"/>
                  </a:lnTo>
                  <a:lnTo>
                    <a:pt x="38853" y="12033"/>
                  </a:lnTo>
                  <a:lnTo>
                    <a:pt x="39040" y="12033"/>
                  </a:lnTo>
                  <a:lnTo>
                    <a:pt x="39227" y="11885"/>
                  </a:lnTo>
                  <a:lnTo>
                    <a:pt x="39413" y="11555"/>
                  </a:lnTo>
                  <a:lnTo>
                    <a:pt x="39600" y="11225"/>
                  </a:lnTo>
                  <a:lnTo>
                    <a:pt x="39787" y="11051"/>
                  </a:lnTo>
                  <a:lnTo>
                    <a:pt x="39974" y="10738"/>
                  </a:lnTo>
                  <a:lnTo>
                    <a:pt x="40161" y="10309"/>
                  </a:lnTo>
                  <a:lnTo>
                    <a:pt x="40348" y="9814"/>
                  </a:lnTo>
                  <a:lnTo>
                    <a:pt x="40535" y="9319"/>
                  </a:lnTo>
                  <a:lnTo>
                    <a:pt x="40722" y="8675"/>
                  </a:lnTo>
                  <a:lnTo>
                    <a:pt x="40909" y="7965"/>
                  </a:lnTo>
                  <a:lnTo>
                    <a:pt x="41096" y="7140"/>
                  </a:lnTo>
                  <a:lnTo>
                    <a:pt x="41283" y="6315"/>
                  </a:lnTo>
                  <a:lnTo>
                    <a:pt x="41470" y="5655"/>
                  </a:lnTo>
                  <a:lnTo>
                    <a:pt x="41656" y="4995"/>
                  </a:lnTo>
                  <a:lnTo>
                    <a:pt x="41843" y="4334"/>
                  </a:lnTo>
                  <a:lnTo>
                    <a:pt x="42030" y="3716"/>
                  </a:lnTo>
                  <a:lnTo>
                    <a:pt x="42217" y="3385"/>
                  </a:lnTo>
                  <a:lnTo>
                    <a:pt x="42404" y="3220"/>
                  </a:lnTo>
                  <a:lnTo>
                    <a:pt x="42591" y="3055"/>
                  </a:lnTo>
                  <a:lnTo>
                    <a:pt x="42778" y="3064"/>
                  </a:lnTo>
                  <a:lnTo>
                    <a:pt x="42965" y="2957"/>
                  </a:lnTo>
                  <a:lnTo>
                    <a:pt x="43152" y="2923"/>
                  </a:lnTo>
                  <a:lnTo>
                    <a:pt x="43339" y="3068"/>
                  </a:lnTo>
                  <a:lnTo>
                    <a:pt x="43526" y="3424"/>
                  </a:lnTo>
                  <a:lnTo>
                    <a:pt x="43713" y="3798"/>
                  </a:lnTo>
                  <a:lnTo>
                    <a:pt x="43900" y="4299"/>
                  </a:lnTo>
                  <a:lnTo>
                    <a:pt x="44086" y="4624"/>
                  </a:lnTo>
                  <a:lnTo>
                    <a:pt x="44273" y="5010"/>
                  </a:lnTo>
                  <a:lnTo>
                    <a:pt x="44460" y="5280"/>
                  </a:lnTo>
                  <a:lnTo>
                    <a:pt x="44647" y="5687"/>
                  </a:lnTo>
                  <a:lnTo>
                    <a:pt x="44834" y="6074"/>
                  </a:lnTo>
                  <a:lnTo>
                    <a:pt x="45021" y="6343"/>
                  </a:lnTo>
                  <a:lnTo>
                    <a:pt x="45208" y="6573"/>
                  </a:lnTo>
                  <a:lnTo>
                    <a:pt x="45395" y="6653"/>
                  </a:lnTo>
                  <a:lnTo>
                    <a:pt x="45582" y="6689"/>
                  </a:lnTo>
                  <a:lnTo>
                    <a:pt x="45769" y="6611"/>
                  </a:lnTo>
                  <a:lnTo>
                    <a:pt x="45956" y="6565"/>
                  </a:lnTo>
                  <a:lnTo>
                    <a:pt x="46143" y="6465"/>
                  </a:lnTo>
                  <a:lnTo>
                    <a:pt x="46330" y="6344"/>
                  </a:lnTo>
                  <a:lnTo>
                    <a:pt x="46516" y="6224"/>
                  </a:lnTo>
                  <a:lnTo>
                    <a:pt x="46703" y="6085"/>
                  </a:lnTo>
                  <a:lnTo>
                    <a:pt x="46890" y="5881"/>
                  </a:lnTo>
                  <a:lnTo>
                    <a:pt x="47077" y="5714"/>
                  </a:lnTo>
                  <a:lnTo>
                    <a:pt x="47264" y="5533"/>
                  </a:lnTo>
                  <a:lnTo>
                    <a:pt x="47451" y="5344"/>
                  </a:lnTo>
                  <a:lnTo>
                    <a:pt x="47638" y="5087"/>
                  </a:lnTo>
                  <a:lnTo>
                    <a:pt x="47825" y="4768"/>
                  </a:lnTo>
                  <a:lnTo>
                    <a:pt x="48012" y="4406"/>
                  </a:lnTo>
                  <a:lnTo>
                    <a:pt x="48199" y="4114"/>
                  </a:lnTo>
                  <a:lnTo>
                    <a:pt x="48386" y="3939"/>
                  </a:lnTo>
                  <a:lnTo>
                    <a:pt x="48573" y="3895"/>
                  </a:lnTo>
                  <a:lnTo>
                    <a:pt x="48759" y="4011"/>
                  </a:lnTo>
                  <a:lnTo>
                    <a:pt x="48946" y="4103"/>
                  </a:lnTo>
                  <a:lnTo>
                    <a:pt x="49133" y="4194"/>
                  </a:lnTo>
                  <a:lnTo>
                    <a:pt x="49320" y="4274"/>
                  </a:lnTo>
                  <a:lnTo>
                    <a:pt x="49507" y="4454"/>
                  </a:lnTo>
                  <a:lnTo>
                    <a:pt x="49694" y="4703"/>
                  </a:lnTo>
                  <a:lnTo>
                    <a:pt x="49881" y="4951"/>
                  </a:lnTo>
                  <a:lnTo>
                    <a:pt x="50068" y="5488"/>
                  </a:lnTo>
                  <a:lnTo>
                    <a:pt x="50255" y="5818"/>
                  </a:lnTo>
                  <a:lnTo>
                    <a:pt x="50442" y="6148"/>
                  </a:lnTo>
                  <a:lnTo>
                    <a:pt x="50629" y="6478"/>
                  </a:lnTo>
                  <a:lnTo>
                    <a:pt x="50816" y="6808"/>
                  </a:lnTo>
                  <a:lnTo>
                    <a:pt x="51003" y="6809"/>
                  </a:lnTo>
                  <a:lnTo>
                    <a:pt x="51189" y="6809"/>
                  </a:lnTo>
                  <a:lnTo>
                    <a:pt x="51376" y="6781"/>
                  </a:lnTo>
                  <a:lnTo>
                    <a:pt x="51563" y="6752"/>
                  </a:lnTo>
                  <a:lnTo>
                    <a:pt x="51750" y="6724"/>
                  </a:lnTo>
                  <a:lnTo>
                    <a:pt x="51937" y="6696"/>
                  </a:lnTo>
                  <a:lnTo>
                    <a:pt x="52124" y="6631"/>
                  </a:lnTo>
                  <a:lnTo>
                    <a:pt x="52311" y="6428"/>
                  </a:lnTo>
                  <a:lnTo>
                    <a:pt x="52498" y="6160"/>
                  </a:lnTo>
                  <a:lnTo>
                    <a:pt x="52685" y="5891"/>
                  </a:lnTo>
                  <a:lnTo>
                    <a:pt x="52872" y="5622"/>
                  </a:lnTo>
                  <a:lnTo>
                    <a:pt x="53059" y="5353"/>
                  </a:lnTo>
                  <a:lnTo>
                    <a:pt x="53246" y="5084"/>
                  </a:lnTo>
                  <a:lnTo>
                    <a:pt x="53432" y="4815"/>
                  </a:lnTo>
                  <a:lnTo>
                    <a:pt x="53619" y="4546"/>
                  </a:lnTo>
                  <a:lnTo>
                    <a:pt x="53806" y="4299"/>
                  </a:lnTo>
                  <a:lnTo>
                    <a:pt x="53993" y="4072"/>
                  </a:lnTo>
                  <a:lnTo>
                    <a:pt x="54180" y="4072"/>
                  </a:lnTo>
                  <a:lnTo>
                    <a:pt x="54367" y="4072"/>
                  </a:lnTo>
                  <a:lnTo>
                    <a:pt x="54554" y="4072"/>
                  </a:lnTo>
                  <a:lnTo>
                    <a:pt x="54741" y="4072"/>
                  </a:lnTo>
                  <a:lnTo>
                    <a:pt x="54928" y="4072"/>
                  </a:lnTo>
                  <a:lnTo>
                    <a:pt x="55115" y="4072"/>
                  </a:lnTo>
                  <a:lnTo>
                    <a:pt x="55302" y="4072"/>
                  </a:lnTo>
                  <a:lnTo>
                    <a:pt x="55489" y="4072"/>
                  </a:lnTo>
                  <a:lnTo>
                    <a:pt x="55676" y="4072"/>
                  </a:lnTo>
                  <a:lnTo>
                    <a:pt x="55862" y="4072"/>
                  </a:lnTo>
                  <a:lnTo>
                    <a:pt x="56049" y="4072"/>
                  </a:lnTo>
                  <a:lnTo>
                    <a:pt x="56236" y="4072"/>
                  </a:lnTo>
                  <a:lnTo>
                    <a:pt x="56423" y="3844"/>
                  </a:lnTo>
                  <a:lnTo>
                    <a:pt x="56610" y="3597"/>
                  </a:lnTo>
                  <a:lnTo>
                    <a:pt x="56797" y="3328"/>
                  </a:lnTo>
                  <a:lnTo>
                    <a:pt x="56984" y="3059"/>
                  </a:lnTo>
                  <a:lnTo>
                    <a:pt x="57171" y="2790"/>
                  </a:lnTo>
                  <a:lnTo>
                    <a:pt x="57358" y="2521"/>
                  </a:lnTo>
                  <a:lnTo>
                    <a:pt x="57545" y="2253"/>
                  </a:lnTo>
                  <a:lnTo>
                    <a:pt x="57732" y="1984"/>
                  </a:lnTo>
                  <a:lnTo>
                    <a:pt x="57919" y="1715"/>
                  </a:lnTo>
                  <a:lnTo>
                    <a:pt x="58106" y="1446"/>
                  </a:lnTo>
                  <a:lnTo>
                    <a:pt x="58292" y="1177"/>
                  </a:lnTo>
                  <a:lnTo>
                    <a:pt x="58479" y="908"/>
                  </a:lnTo>
                  <a:lnTo>
                    <a:pt x="58666" y="639"/>
                  </a:lnTo>
                  <a:lnTo>
                    <a:pt x="58853" y="394"/>
                  </a:lnTo>
                  <a:lnTo>
                    <a:pt x="59040" y="246"/>
                  </a:lnTo>
                  <a:lnTo>
                    <a:pt x="59227" y="123"/>
                  </a:lnTo>
                  <a:lnTo>
                    <a:pt x="59414" y="0"/>
                  </a:lnTo>
                  <a:lnTo>
                    <a:pt x="59601" y="165"/>
                  </a:lnTo>
                  <a:lnTo>
                    <a:pt x="59788" y="387"/>
                  </a:lnTo>
                  <a:lnTo>
                    <a:pt x="59975" y="717"/>
                  </a:lnTo>
                  <a:lnTo>
                    <a:pt x="60162" y="1163"/>
                  </a:lnTo>
                  <a:lnTo>
                    <a:pt x="60349" y="1708"/>
                  </a:lnTo>
                  <a:lnTo>
                    <a:pt x="60535" y="2368"/>
                  </a:lnTo>
                  <a:lnTo>
                    <a:pt x="60722" y="3028"/>
                  </a:lnTo>
                  <a:lnTo>
                    <a:pt x="60909" y="3688"/>
                  </a:lnTo>
                  <a:lnTo>
                    <a:pt x="61096" y="4348"/>
                  </a:lnTo>
                  <a:lnTo>
                    <a:pt x="61283" y="5008"/>
                  </a:lnTo>
                  <a:lnTo>
                    <a:pt x="61470" y="5669"/>
                  </a:lnTo>
                  <a:lnTo>
                    <a:pt x="61657" y="6296"/>
                  </a:lnTo>
                  <a:lnTo>
                    <a:pt x="61844" y="6791"/>
                  </a:lnTo>
                  <a:lnTo>
                    <a:pt x="62031" y="7286"/>
                  </a:lnTo>
                  <a:lnTo>
                    <a:pt x="62218" y="7781"/>
                  </a:lnTo>
                  <a:lnTo>
                    <a:pt x="62405" y="8276"/>
                  </a:lnTo>
                  <a:lnTo>
                    <a:pt x="62592" y="8713"/>
                  </a:lnTo>
                  <a:lnTo>
                    <a:pt x="62779" y="9044"/>
                  </a:lnTo>
                  <a:lnTo>
                    <a:pt x="62965" y="9258"/>
                  </a:lnTo>
                  <a:lnTo>
                    <a:pt x="63152" y="9374"/>
                  </a:lnTo>
                  <a:lnTo>
                    <a:pt x="63339" y="9374"/>
                  </a:lnTo>
                  <a:lnTo>
                    <a:pt x="63526" y="9374"/>
                  </a:lnTo>
                  <a:lnTo>
                    <a:pt x="63713" y="9374"/>
                  </a:lnTo>
                  <a:lnTo>
                    <a:pt x="63900" y="9374"/>
                  </a:lnTo>
                  <a:lnTo>
                    <a:pt x="64087" y="9374"/>
                  </a:lnTo>
                  <a:lnTo>
                    <a:pt x="64274" y="9374"/>
                  </a:lnTo>
                  <a:lnTo>
                    <a:pt x="64461" y="9374"/>
                  </a:lnTo>
                  <a:lnTo>
                    <a:pt x="64648" y="9374"/>
                  </a:lnTo>
                  <a:lnTo>
                    <a:pt x="64835" y="9374"/>
                  </a:lnTo>
                  <a:lnTo>
                    <a:pt x="65022" y="9374"/>
                  </a:lnTo>
                  <a:lnTo>
                    <a:pt x="65209" y="9374"/>
                  </a:lnTo>
                  <a:lnTo>
                    <a:pt x="65395" y="9374"/>
                  </a:lnTo>
                  <a:lnTo>
                    <a:pt x="65582" y="9374"/>
                  </a:lnTo>
                  <a:lnTo>
                    <a:pt x="65769" y="9374"/>
                  </a:lnTo>
                  <a:lnTo>
                    <a:pt x="65956" y="9374"/>
                  </a:lnTo>
                  <a:lnTo>
                    <a:pt x="66143" y="9374"/>
                  </a:lnTo>
                  <a:lnTo>
                    <a:pt x="66330" y="9374"/>
                  </a:lnTo>
                  <a:lnTo>
                    <a:pt x="66517" y="9374"/>
                  </a:lnTo>
                  <a:lnTo>
                    <a:pt x="66704" y="9374"/>
                  </a:lnTo>
                  <a:lnTo>
                    <a:pt x="66891" y="9374"/>
                  </a:lnTo>
                  <a:lnTo>
                    <a:pt x="67078" y="9374"/>
                  </a:lnTo>
                  <a:lnTo>
                    <a:pt x="67265" y="9374"/>
                  </a:lnTo>
                  <a:lnTo>
                    <a:pt x="67452" y="9374"/>
                  </a:lnTo>
                  <a:lnTo>
                    <a:pt x="67638" y="9374"/>
                  </a:lnTo>
                  <a:lnTo>
                    <a:pt x="67825" y="9374"/>
                  </a:lnTo>
                  <a:lnTo>
                    <a:pt x="68012" y="9374"/>
                  </a:lnTo>
                  <a:lnTo>
                    <a:pt x="68199" y="9374"/>
                  </a:lnTo>
                  <a:lnTo>
                    <a:pt x="68386" y="9374"/>
                  </a:lnTo>
                  <a:lnTo>
                    <a:pt x="68573" y="9374"/>
                  </a:lnTo>
                  <a:lnTo>
                    <a:pt x="68760" y="9597"/>
                  </a:lnTo>
                  <a:lnTo>
                    <a:pt x="68947" y="9844"/>
                  </a:lnTo>
                  <a:lnTo>
                    <a:pt x="69134" y="10112"/>
                  </a:lnTo>
                  <a:lnTo>
                    <a:pt x="69321" y="10535"/>
                  </a:lnTo>
                  <a:lnTo>
                    <a:pt x="69508" y="10957"/>
                  </a:lnTo>
                  <a:lnTo>
                    <a:pt x="69695" y="11374"/>
                  </a:lnTo>
                  <a:lnTo>
                    <a:pt x="69882" y="11790"/>
                  </a:lnTo>
                  <a:lnTo>
                    <a:pt x="70068" y="12206"/>
                  </a:lnTo>
                  <a:lnTo>
                    <a:pt x="70255" y="12622"/>
                  </a:lnTo>
                  <a:lnTo>
                    <a:pt x="70442" y="13079"/>
                  </a:lnTo>
                  <a:lnTo>
                    <a:pt x="70629" y="13661"/>
                  </a:lnTo>
                  <a:lnTo>
                    <a:pt x="70816" y="14242"/>
                  </a:lnTo>
                  <a:lnTo>
                    <a:pt x="71003" y="14823"/>
                  </a:lnTo>
                  <a:lnTo>
                    <a:pt x="71190" y="15404"/>
                  </a:lnTo>
                  <a:lnTo>
                    <a:pt x="71377" y="15985"/>
                  </a:lnTo>
                  <a:lnTo>
                    <a:pt x="71564" y="16573"/>
                  </a:lnTo>
                  <a:lnTo>
                    <a:pt x="71751" y="17301"/>
                  </a:lnTo>
                  <a:lnTo>
                    <a:pt x="71938" y="17896"/>
                  </a:lnTo>
                  <a:lnTo>
                    <a:pt x="72125" y="18473"/>
                  </a:lnTo>
                  <a:lnTo>
                    <a:pt x="72311" y="19026"/>
                  </a:lnTo>
                  <a:lnTo>
                    <a:pt x="72498" y="19356"/>
                  </a:lnTo>
                  <a:lnTo>
                    <a:pt x="72685" y="19686"/>
                  </a:lnTo>
                  <a:lnTo>
                    <a:pt x="72872" y="20016"/>
                  </a:lnTo>
                  <a:lnTo>
                    <a:pt x="73059" y="20346"/>
                  </a:lnTo>
                  <a:lnTo>
                    <a:pt x="73246" y="20635"/>
                  </a:lnTo>
                  <a:lnTo>
                    <a:pt x="73433" y="20800"/>
                  </a:lnTo>
                  <a:lnTo>
                    <a:pt x="73620" y="20965"/>
                  </a:lnTo>
                  <a:lnTo>
                    <a:pt x="73807" y="21130"/>
                  </a:lnTo>
                  <a:lnTo>
                    <a:pt x="73994" y="21295"/>
                  </a:lnTo>
                  <a:lnTo>
                    <a:pt x="74181" y="21460"/>
                  </a:lnTo>
                  <a:lnTo>
                    <a:pt x="74368" y="21782"/>
                  </a:lnTo>
                  <a:lnTo>
                    <a:pt x="74555" y="21972"/>
                  </a:lnTo>
                  <a:lnTo>
                    <a:pt x="74741" y="22137"/>
                  </a:lnTo>
                  <a:lnTo>
                    <a:pt x="74928" y="22302"/>
                  </a:lnTo>
                  <a:lnTo>
                    <a:pt x="75115" y="22467"/>
                  </a:lnTo>
                  <a:lnTo>
                    <a:pt x="75302" y="22632"/>
                  </a:lnTo>
                  <a:lnTo>
                    <a:pt x="75489" y="22797"/>
                  </a:lnTo>
                  <a:lnTo>
                    <a:pt x="75676" y="22962"/>
                  </a:lnTo>
                  <a:lnTo>
                    <a:pt x="75863" y="23127"/>
                  </a:lnTo>
                  <a:lnTo>
                    <a:pt x="76050" y="23457"/>
                  </a:lnTo>
                  <a:lnTo>
                    <a:pt x="76237" y="23787"/>
                  </a:lnTo>
                  <a:lnTo>
                    <a:pt x="76424" y="24117"/>
                  </a:lnTo>
                  <a:lnTo>
                    <a:pt x="76611" y="24489"/>
                  </a:lnTo>
                  <a:lnTo>
                    <a:pt x="76798" y="24984"/>
                  </a:lnTo>
                  <a:lnTo>
                    <a:pt x="76985" y="25479"/>
                  </a:lnTo>
                  <a:lnTo>
                    <a:pt x="77171" y="25817"/>
                  </a:lnTo>
                  <a:lnTo>
                    <a:pt x="77358" y="26296"/>
                  </a:lnTo>
                  <a:lnTo>
                    <a:pt x="77545" y="26890"/>
                  </a:lnTo>
                  <a:lnTo>
                    <a:pt x="77732" y="27550"/>
                  </a:lnTo>
                  <a:lnTo>
                    <a:pt x="77919" y="28210"/>
                  </a:lnTo>
                  <a:lnTo>
                    <a:pt x="78106" y="29019"/>
                  </a:lnTo>
                  <a:lnTo>
                    <a:pt x="78288" y="2982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56076" y="3882386"/>
              <a:ext cx="8299795" cy="2471758"/>
            </a:xfrm>
            <a:custGeom>
              <a:avLst/>
              <a:pathLst>
                <a:path w="8299795" h="2471758">
                  <a:moveTo>
                    <a:pt x="0" y="2471758"/>
                  </a:moveTo>
                  <a:lnTo>
                    <a:pt x="144" y="2471039"/>
                  </a:lnTo>
                  <a:lnTo>
                    <a:pt x="331" y="2470110"/>
                  </a:lnTo>
                  <a:lnTo>
                    <a:pt x="518" y="2469181"/>
                  </a:lnTo>
                  <a:lnTo>
                    <a:pt x="705" y="2468252"/>
                  </a:lnTo>
                  <a:lnTo>
                    <a:pt x="892" y="2467323"/>
                  </a:lnTo>
                  <a:lnTo>
                    <a:pt x="1079" y="2466398"/>
                  </a:lnTo>
                  <a:lnTo>
                    <a:pt x="1266" y="2465491"/>
                  </a:lnTo>
                  <a:lnTo>
                    <a:pt x="1452" y="2464584"/>
                  </a:lnTo>
                  <a:lnTo>
                    <a:pt x="1639" y="2464064"/>
                  </a:lnTo>
                  <a:lnTo>
                    <a:pt x="1826" y="2463635"/>
                  </a:lnTo>
                  <a:lnTo>
                    <a:pt x="2013" y="2463305"/>
                  </a:lnTo>
                  <a:lnTo>
                    <a:pt x="2200" y="2463140"/>
                  </a:lnTo>
                  <a:lnTo>
                    <a:pt x="2387" y="2462975"/>
                  </a:lnTo>
                  <a:lnTo>
                    <a:pt x="2574" y="2462859"/>
                  </a:lnTo>
                  <a:lnTo>
                    <a:pt x="2761" y="2462859"/>
                  </a:lnTo>
                  <a:lnTo>
                    <a:pt x="2948" y="2462859"/>
                  </a:lnTo>
                  <a:lnTo>
                    <a:pt x="3135" y="2462859"/>
                  </a:lnTo>
                  <a:lnTo>
                    <a:pt x="3322" y="2462859"/>
                  </a:lnTo>
                  <a:lnTo>
                    <a:pt x="3509" y="2462859"/>
                  </a:lnTo>
                  <a:lnTo>
                    <a:pt x="3696" y="2462859"/>
                  </a:lnTo>
                  <a:lnTo>
                    <a:pt x="3882" y="2462859"/>
                  </a:lnTo>
                  <a:lnTo>
                    <a:pt x="4069" y="2462632"/>
                  </a:lnTo>
                  <a:lnTo>
                    <a:pt x="4256" y="2462437"/>
                  </a:lnTo>
                  <a:lnTo>
                    <a:pt x="4443" y="2462268"/>
                  </a:lnTo>
                  <a:lnTo>
                    <a:pt x="4630" y="2462009"/>
                  </a:lnTo>
                  <a:lnTo>
                    <a:pt x="4817" y="2461735"/>
                  </a:lnTo>
                  <a:lnTo>
                    <a:pt x="5004" y="2461456"/>
                  </a:lnTo>
                  <a:lnTo>
                    <a:pt x="5191" y="2461062"/>
                  </a:lnTo>
                  <a:lnTo>
                    <a:pt x="5378" y="2460668"/>
                  </a:lnTo>
                  <a:lnTo>
                    <a:pt x="5565" y="2460275"/>
                  </a:lnTo>
                  <a:lnTo>
                    <a:pt x="5752" y="2459881"/>
                  </a:lnTo>
                  <a:lnTo>
                    <a:pt x="5939" y="2459487"/>
                  </a:lnTo>
                  <a:lnTo>
                    <a:pt x="6126" y="2459094"/>
                  </a:lnTo>
                  <a:lnTo>
                    <a:pt x="6312" y="2458700"/>
                  </a:lnTo>
                  <a:lnTo>
                    <a:pt x="6499" y="2458240"/>
                  </a:lnTo>
                  <a:lnTo>
                    <a:pt x="6686" y="2457726"/>
                  </a:lnTo>
                  <a:lnTo>
                    <a:pt x="6873" y="2457212"/>
                  </a:lnTo>
                  <a:lnTo>
                    <a:pt x="7060" y="2456706"/>
                  </a:lnTo>
                  <a:lnTo>
                    <a:pt x="7247" y="2456289"/>
                  </a:lnTo>
                  <a:lnTo>
                    <a:pt x="7434" y="2455887"/>
                  </a:lnTo>
                  <a:lnTo>
                    <a:pt x="7621" y="2455310"/>
                  </a:lnTo>
                  <a:lnTo>
                    <a:pt x="7808" y="2454989"/>
                  </a:lnTo>
                  <a:lnTo>
                    <a:pt x="7995" y="2454914"/>
                  </a:lnTo>
                  <a:lnTo>
                    <a:pt x="8182" y="2454893"/>
                  </a:lnTo>
                  <a:lnTo>
                    <a:pt x="8369" y="2454893"/>
                  </a:lnTo>
                  <a:lnTo>
                    <a:pt x="8555" y="2454893"/>
                  </a:lnTo>
                  <a:lnTo>
                    <a:pt x="8742" y="2454893"/>
                  </a:lnTo>
                  <a:lnTo>
                    <a:pt x="8929" y="2454893"/>
                  </a:lnTo>
                  <a:lnTo>
                    <a:pt x="9116" y="2454893"/>
                  </a:lnTo>
                  <a:lnTo>
                    <a:pt x="9303" y="2454960"/>
                  </a:lnTo>
                  <a:lnTo>
                    <a:pt x="9490" y="2455110"/>
                  </a:lnTo>
                  <a:lnTo>
                    <a:pt x="9677" y="2455350"/>
                  </a:lnTo>
                  <a:lnTo>
                    <a:pt x="9864" y="2455591"/>
                  </a:lnTo>
                  <a:lnTo>
                    <a:pt x="10051" y="2455831"/>
                  </a:lnTo>
                  <a:lnTo>
                    <a:pt x="10238" y="2456072"/>
                  </a:lnTo>
                  <a:lnTo>
                    <a:pt x="10425" y="2456312"/>
                  </a:lnTo>
                  <a:lnTo>
                    <a:pt x="10612" y="2456553"/>
                  </a:lnTo>
                  <a:lnTo>
                    <a:pt x="10799" y="2456752"/>
                  </a:lnTo>
                  <a:lnTo>
                    <a:pt x="10985" y="2456880"/>
                  </a:lnTo>
                  <a:lnTo>
                    <a:pt x="11172" y="2457045"/>
                  </a:lnTo>
                  <a:lnTo>
                    <a:pt x="11359" y="2457210"/>
                  </a:lnTo>
                  <a:lnTo>
                    <a:pt x="11546" y="2457375"/>
                  </a:lnTo>
                  <a:lnTo>
                    <a:pt x="11733" y="2457540"/>
                  </a:lnTo>
                  <a:lnTo>
                    <a:pt x="11920" y="2457705"/>
                  </a:lnTo>
                  <a:lnTo>
                    <a:pt x="12107" y="2457870"/>
                  </a:lnTo>
                  <a:lnTo>
                    <a:pt x="12294" y="2457994"/>
                  </a:lnTo>
                  <a:lnTo>
                    <a:pt x="12481" y="2457994"/>
                  </a:lnTo>
                  <a:lnTo>
                    <a:pt x="12668" y="2457994"/>
                  </a:lnTo>
                  <a:lnTo>
                    <a:pt x="12855" y="2457994"/>
                  </a:lnTo>
                  <a:lnTo>
                    <a:pt x="13042" y="2457994"/>
                  </a:lnTo>
                  <a:lnTo>
                    <a:pt x="13228" y="2458101"/>
                  </a:lnTo>
                  <a:lnTo>
                    <a:pt x="13415" y="2458341"/>
                  </a:lnTo>
                  <a:lnTo>
                    <a:pt x="13602" y="2458671"/>
                  </a:lnTo>
                  <a:lnTo>
                    <a:pt x="13789" y="2459001"/>
                  </a:lnTo>
                  <a:lnTo>
                    <a:pt x="13976" y="2459331"/>
                  </a:lnTo>
                  <a:lnTo>
                    <a:pt x="14163" y="2459661"/>
                  </a:lnTo>
                  <a:lnTo>
                    <a:pt x="14350" y="2459991"/>
                  </a:lnTo>
                  <a:lnTo>
                    <a:pt x="14537" y="2460321"/>
                  </a:lnTo>
                  <a:lnTo>
                    <a:pt x="14724" y="2460684"/>
                  </a:lnTo>
                  <a:lnTo>
                    <a:pt x="14911" y="2461295"/>
                  </a:lnTo>
                  <a:lnTo>
                    <a:pt x="15098" y="2461955"/>
                  </a:lnTo>
                  <a:lnTo>
                    <a:pt x="15285" y="2462615"/>
                  </a:lnTo>
                  <a:lnTo>
                    <a:pt x="15472" y="2463275"/>
                  </a:lnTo>
                  <a:lnTo>
                    <a:pt x="15658" y="2463935"/>
                  </a:lnTo>
                  <a:lnTo>
                    <a:pt x="15845" y="2464216"/>
                  </a:lnTo>
                  <a:lnTo>
                    <a:pt x="16032" y="2464356"/>
                  </a:lnTo>
                  <a:lnTo>
                    <a:pt x="16219" y="2464394"/>
                  </a:lnTo>
                  <a:lnTo>
                    <a:pt x="16406" y="2464366"/>
                  </a:lnTo>
                  <a:lnTo>
                    <a:pt x="16593" y="2464337"/>
                  </a:lnTo>
                  <a:lnTo>
                    <a:pt x="16780" y="2464309"/>
                  </a:lnTo>
                  <a:lnTo>
                    <a:pt x="16967" y="2464280"/>
                  </a:lnTo>
                  <a:lnTo>
                    <a:pt x="17154" y="2464252"/>
                  </a:lnTo>
                  <a:lnTo>
                    <a:pt x="17341" y="2464223"/>
                  </a:lnTo>
                  <a:lnTo>
                    <a:pt x="17528" y="2463971"/>
                  </a:lnTo>
                  <a:lnTo>
                    <a:pt x="17715" y="2463584"/>
                  </a:lnTo>
                  <a:lnTo>
                    <a:pt x="17902" y="2463078"/>
                  </a:lnTo>
                  <a:lnTo>
                    <a:pt x="18088" y="2462581"/>
                  </a:lnTo>
                  <a:lnTo>
                    <a:pt x="18275" y="2462084"/>
                  </a:lnTo>
                  <a:lnTo>
                    <a:pt x="18462" y="2461587"/>
                  </a:lnTo>
                  <a:lnTo>
                    <a:pt x="18649" y="2461081"/>
                  </a:lnTo>
                  <a:lnTo>
                    <a:pt x="18836" y="2460665"/>
                  </a:lnTo>
                  <a:lnTo>
                    <a:pt x="19023" y="2460249"/>
                  </a:lnTo>
                  <a:lnTo>
                    <a:pt x="19210" y="2459833"/>
                  </a:lnTo>
                  <a:lnTo>
                    <a:pt x="19397" y="2459417"/>
                  </a:lnTo>
                  <a:lnTo>
                    <a:pt x="19584" y="2459000"/>
                  </a:lnTo>
                  <a:lnTo>
                    <a:pt x="19771" y="2458584"/>
                  </a:lnTo>
                  <a:lnTo>
                    <a:pt x="19958" y="2458168"/>
                  </a:lnTo>
                  <a:lnTo>
                    <a:pt x="20145" y="2457817"/>
                  </a:lnTo>
                  <a:lnTo>
                    <a:pt x="20331" y="2457514"/>
                  </a:lnTo>
                  <a:lnTo>
                    <a:pt x="20518" y="2457366"/>
                  </a:lnTo>
                  <a:lnTo>
                    <a:pt x="20705" y="2457265"/>
                  </a:lnTo>
                  <a:lnTo>
                    <a:pt x="20892" y="2457430"/>
                  </a:lnTo>
                  <a:lnTo>
                    <a:pt x="21079" y="2457595"/>
                  </a:lnTo>
                  <a:lnTo>
                    <a:pt x="21266" y="2457760"/>
                  </a:lnTo>
                  <a:lnTo>
                    <a:pt x="21453" y="2457925"/>
                  </a:lnTo>
                  <a:lnTo>
                    <a:pt x="21640" y="2458164"/>
                  </a:lnTo>
                  <a:lnTo>
                    <a:pt x="21827" y="2458495"/>
                  </a:lnTo>
                  <a:lnTo>
                    <a:pt x="22014" y="2458825"/>
                  </a:lnTo>
                  <a:lnTo>
                    <a:pt x="22201" y="2459105"/>
                  </a:lnTo>
                  <a:lnTo>
                    <a:pt x="22388" y="2459229"/>
                  </a:lnTo>
                  <a:lnTo>
                    <a:pt x="22575" y="2459229"/>
                  </a:lnTo>
                  <a:lnTo>
                    <a:pt x="22761" y="2459229"/>
                  </a:lnTo>
                  <a:lnTo>
                    <a:pt x="22948" y="2459105"/>
                  </a:lnTo>
                  <a:lnTo>
                    <a:pt x="23135" y="2458940"/>
                  </a:lnTo>
                  <a:lnTo>
                    <a:pt x="23322" y="2458668"/>
                  </a:lnTo>
                  <a:lnTo>
                    <a:pt x="23509" y="2458338"/>
                  </a:lnTo>
                  <a:lnTo>
                    <a:pt x="23696" y="2458008"/>
                  </a:lnTo>
                  <a:lnTo>
                    <a:pt x="23883" y="2457678"/>
                  </a:lnTo>
                  <a:lnTo>
                    <a:pt x="24070" y="2457348"/>
                  </a:lnTo>
                  <a:lnTo>
                    <a:pt x="24257" y="2457009"/>
                  </a:lnTo>
                  <a:lnTo>
                    <a:pt x="24444" y="2456440"/>
                  </a:lnTo>
                  <a:lnTo>
                    <a:pt x="24631" y="2455780"/>
                  </a:lnTo>
                  <a:lnTo>
                    <a:pt x="24818" y="2455120"/>
                  </a:lnTo>
                  <a:lnTo>
                    <a:pt x="25005" y="2454509"/>
                  </a:lnTo>
                  <a:lnTo>
                    <a:pt x="25191" y="2454055"/>
                  </a:lnTo>
                  <a:lnTo>
                    <a:pt x="25378" y="2453725"/>
                  </a:lnTo>
                  <a:lnTo>
                    <a:pt x="25565" y="2453395"/>
                  </a:lnTo>
                  <a:lnTo>
                    <a:pt x="25752" y="2453065"/>
                  </a:lnTo>
                  <a:lnTo>
                    <a:pt x="25939" y="2452735"/>
                  </a:lnTo>
                  <a:lnTo>
                    <a:pt x="26126" y="2452512"/>
                  </a:lnTo>
                  <a:lnTo>
                    <a:pt x="26313" y="2452347"/>
                  </a:lnTo>
                  <a:lnTo>
                    <a:pt x="26500" y="2452223"/>
                  </a:lnTo>
                  <a:lnTo>
                    <a:pt x="26687" y="2452223"/>
                  </a:lnTo>
                  <a:lnTo>
                    <a:pt x="26874" y="2452223"/>
                  </a:lnTo>
                  <a:lnTo>
                    <a:pt x="27061" y="2452231"/>
                  </a:lnTo>
                  <a:lnTo>
                    <a:pt x="27248" y="2452396"/>
                  </a:lnTo>
                  <a:lnTo>
                    <a:pt x="27434" y="2452561"/>
                  </a:lnTo>
                  <a:lnTo>
                    <a:pt x="27621" y="2452726"/>
                  </a:lnTo>
                  <a:lnTo>
                    <a:pt x="27808" y="2452892"/>
                  </a:lnTo>
                  <a:lnTo>
                    <a:pt x="27995" y="2453205"/>
                  </a:lnTo>
                  <a:lnTo>
                    <a:pt x="28182" y="2453535"/>
                  </a:lnTo>
                  <a:lnTo>
                    <a:pt x="28369" y="2453865"/>
                  </a:lnTo>
                  <a:lnTo>
                    <a:pt x="28556" y="2454195"/>
                  </a:lnTo>
                  <a:lnTo>
                    <a:pt x="28743" y="2454525"/>
                  </a:lnTo>
                  <a:lnTo>
                    <a:pt x="28930" y="2454855"/>
                  </a:lnTo>
                  <a:lnTo>
                    <a:pt x="29117" y="2455186"/>
                  </a:lnTo>
                  <a:lnTo>
                    <a:pt x="29304" y="2455474"/>
                  </a:lnTo>
                  <a:lnTo>
                    <a:pt x="29491" y="2455639"/>
                  </a:lnTo>
                  <a:lnTo>
                    <a:pt x="29678" y="2455804"/>
                  </a:lnTo>
                  <a:lnTo>
                    <a:pt x="29864" y="2455969"/>
                  </a:lnTo>
                  <a:lnTo>
                    <a:pt x="30051" y="2456135"/>
                  </a:lnTo>
                  <a:lnTo>
                    <a:pt x="30238" y="2456300"/>
                  </a:lnTo>
                  <a:lnTo>
                    <a:pt x="30425" y="2456465"/>
                  </a:lnTo>
                  <a:lnTo>
                    <a:pt x="30612" y="2456630"/>
                  </a:lnTo>
                  <a:lnTo>
                    <a:pt x="30799" y="2456646"/>
                  </a:lnTo>
                  <a:lnTo>
                    <a:pt x="30986" y="2456646"/>
                  </a:lnTo>
                  <a:lnTo>
                    <a:pt x="31173" y="2456646"/>
                  </a:lnTo>
                  <a:lnTo>
                    <a:pt x="31360" y="2456646"/>
                  </a:lnTo>
                  <a:lnTo>
                    <a:pt x="31547" y="2456646"/>
                  </a:lnTo>
                  <a:lnTo>
                    <a:pt x="31734" y="2456646"/>
                  </a:lnTo>
                  <a:lnTo>
                    <a:pt x="31921" y="2456646"/>
                  </a:lnTo>
                  <a:lnTo>
                    <a:pt x="32107" y="2456646"/>
                  </a:lnTo>
                  <a:lnTo>
                    <a:pt x="32294" y="2456646"/>
                  </a:lnTo>
                  <a:lnTo>
                    <a:pt x="32481" y="2456646"/>
                  </a:lnTo>
                  <a:lnTo>
                    <a:pt x="32668" y="2456646"/>
                  </a:lnTo>
                  <a:lnTo>
                    <a:pt x="32855" y="2456646"/>
                  </a:lnTo>
                  <a:lnTo>
                    <a:pt x="33042" y="2456646"/>
                  </a:lnTo>
                  <a:lnTo>
                    <a:pt x="33229" y="2456646"/>
                  </a:lnTo>
                  <a:lnTo>
                    <a:pt x="33416" y="2456646"/>
                  </a:lnTo>
                  <a:lnTo>
                    <a:pt x="33603" y="2456646"/>
                  </a:lnTo>
                  <a:lnTo>
                    <a:pt x="33790" y="2456646"/>
                  </a:lnTo>
                  <a:lnTo>
                    <a:pt x="33977" y="2456646"/>
                  </a:lnTo>
                  <a:lnTo>
                    <a:pt x="34164" y="2456646"/>
                  </a:lnTo>
                  <a:lnTo>
                    <a:pt x="34351" y="2456646"/>
                  </a:lnTo>
                  <a:lnTo>
                    <a:pt x="34537" y="2456547"/>
                  </a:lnTo>
                  <a:lnTo>
                    <a:pt x="34724" y="2456382"/>
                  </a:lnTo>
                  <a:lnTo>
                    <a:pt x="34911" y="2456217"/>
                  </a:lnTo>
                  <a:lnTo>
                    <a:pt x="35098" y="2456052"/>
                  </a:lnTo>
                  <a:lnTo>
                    <a:pt x="35285" y="2455887"/>
                  </a:lnTo>
                  <a:lnTo>
                    <a:pt x="35472" y="2455722"/>
                  </a:lnTo>
                  <a:lnTo>
                    <a:pt x="35659" y="2455557"/>
                  </a:lnTo>
                  <a:lnTo>
                    <a:pt x="35846" y="2455392"/>
                  </a:lnTo>
                  <a:lnTo>
                    <a:pt x="36033" y="2455186"/>
                  </a:lnTo>
                  <a:lnTo>
                    <a:pt x="36220" y="2454996"/>
                  </a:lnTo>
                  <a:lnTo>
                    <a:pt x="36407" y="2454897"/>
                  </a:lnTo>
                  <a:lnTo>
                    <a:pt x="36594" y="2454897"/>
                  </a:lnTo>
                  <a:lnTo>
                    <a:pt x="36781" y="2455062"/>
                  </a:lnTo>
                  <a:lnTo>
                    <a:pt x="36967" y="2455227"/>
                  </a:lnTo>
                  <a:lnTo>
                    <a:pt x="37154" y="2455441"/>
                  </a:lnTo>
                  <a:lnTo>
                    <a:pt x="37341" y="2455870"/>
                  </a:lnTo>
                  <a:lnTo>
                    <a:pt x="37528" y="2456366"/>
                  </a:lnTo>
                  <a:lnTo>
                    <a:pt x="37715" y="2456861"/>
                  </a:lnTo>
                  <a:lnTo>
                    <a:pt x="37902" y="2457356"/>
                  </a:lnTo>
                  <a:lnTo>
                    <a:pt x="38089" y="2457851"/>
                  </a:lnTo>
                  <a:lnTo>
                    <a:pt x="38276" y="2458346"/>
                  </a:lnTo>
                  <a:lnTo>
                    <a:pt x="38463" y="2458841"/>
                  </a:lnTo>
                  <a:lnTo>
                    <a:pt x="38650" y="2459336"/>
                  </a:lnTo>
                  <a:lnTo>
                    <a:pt x="38837" y="2459873"/>
                  </a:lnTo>
                  <a:lnTo>
                    <a:pt x="39024" y="2460392"/>
                  </a:lnTo>
                  <a:lnTo>
                    <a:pt x="39210" y="2460822"/>
                  </a:lnTo>
                  <a:lnTo>
                    <a:pt x="39397" y="2461152"/>
                  </a:lnTo>
                  <a:lnTo>
                    <a:pt x="39584" y="2461317"/>
                  </a:lnTo>
                  <a:lnTo>
                    <a:pt x="39771" y="2461482"/>
                  </a:lnTo>
                  <a:lnTo>
                    <a:pt x="39958" y="2461597"/>
                  </a:lnTo>
                  <a:lnTo>
                    <a:pt x="40145" y="2461597"/>
                  </a:lnTo>
                  <a:lnTo>
                    <a:pt x="40332" y="2461597"/>
                  </a:lnTo>
                  <a:lnTo>
                    <a:pt x="40519" y="2461597"/>
                  </a:lnTo>
                  <a:lnTo>
                    <a:pt x="40706" y="2461597"/>
                  </a:lnTo>
                  <a:lnTo>
                    <a:pt x="40893" y="2461597"/>
                  </a:lnTo>
                  <a:lnTo>
                    <a:pt x="41080" y="2461597"/>
                  </a:lnTo>
                  <a:lnTo>
                    <a:pt x="41267" y="2461597"/>
                  </a:lnTo>
                  <a:lnTo>
                    <a:pt x="41454" y="2461597"/>
                  </a:lnTo>
                  <a:lnTo>
                    <a:pt x="41640" y="2461370"/>
                  </a:lnTo>
                  <a:lnTo>
                    <a:pt x="41827" y="2461123"/>
                  </a:lnTo>
                  <a:lnTo>
                    <a:pt x="42014" y="2460876"/>
                  </a:lnTo>
                  <a:lnTo>
                    <a:pt x="42201" y="2460607"/>
                  </a:lnTo>
                  <a:lnTo>
                    <a:pt x="42388" y="2460344"/>
                  </a:lnTo>
                  <a:lnTo>
                    <a:pt x="42575" y="2460195"/>
                  </a:lnTo>
                  <a:lnTo>
                    <a:pt x="42762" y="2460046"/>
                  </a:lnTo>
                  <a:lnTo>
                    <a:pt x="42949" y="2459898"/>
                  </a:lnTo>
                  <a:lnTo>
                    <a:pt x="43136" y="2459749"/>
                  </a:lnTo>
                  <a:lnTo>
                    <a:pt x="43323" y="2459601"/>
                  </a:lnTo>
                  <a:lnTo>
                    <a:pt x="43510" y="2459452"/>
                  </a:lnTo>
                  <a:lnTo>
                    <a:pt x="43697" y="2459303"/>
                  </a:lnTo>
                  <a:lnTo>
                    <a:pt x="43884" y="2459221"/>
                  </a:lnTo>
                  <a:lnTo>
                    <a:pt x="44070" y="2459192"/>
                  </a:lnTo>
                  <a:lnTo>
                    <a:pt x="44257" y="2459164"/>
                  </a:lnTo>
                  <a:lnTo>
                    <a:pt x="44444" y="2459165"/>
                  </a:lnTo>
                  <a:lnTo>
                    <a:pt x="44631" y="2459165"/>
                  </a:lnTo>
                  <a:lnTo>
                    <a:pt x="44818" y="2459166"/>
                  </a:lnTo>
                  <a:lnTo>
                    <a:pt x="45005" y="2459496"/>
                  </a:lnTo>
                  <a:lnTo>
                    <a:pt x="45192" y="2459818"/>
                  </a:lnTo>
                  <a:lnTo>
                    <a:pt x="45379" y="2459695"/>
                  </a:lnTo>
                  <a:lnTo>
                    <a:pt x="45566" y="2459571"/>
                  </a:lnTo>
                  <a:lnTo>
                    <a:pt x="45753" y="2459423"/>
                  </a:lnTo>
                  <a:lnTo>
                    <a:pt x="45940" y="2459274"/>
                  </a:lnTo>
                  <a:lnTo>
                    <a:pt x="46127" y="2459126"/>
                  </a:lnTo>
                  <a:lnTo>
                    <a:pt x="46313" y="2458977"/>
                  </a:lnTo>
                  <a:lnTo>
                    <a:pt x="46500" y="2458828"/>
                  </a:lnTo>
                  <a:lnTo>
                    <a:pt x="46687" y="2458613"/>
                  </a:lnTo>
                  <a:lnTo>
                    <a:pt x="46874" y="2458345"/>
                  </a:lnTo>
                  <a:lnTo>
                    <a:pt x="47061" y="2458076"/>
                  </a:lnTo>
                  <a:lnTo>
                    <a:pt x="47248" y="2457807"/>
                  </a:lnTo>
                  <a:lnTo>
                    <a:pt x="47435" y="2457538"/>
                  </a:lnTo>
                  <a:lnTo>
                    <a:pt x="47622" y="2457269"/>
                  </a:lnTo>
                  <a:lnTo>
                    <a:pt x="47809" y="2457000"/>
                  </a:lnTo>
                  <a:lnTo>
                    <a:pt x="47996" y="2456731"/>
                  </a:lnTo>
                  <a:lnTo>
                    <a:pt x="48183" y="2456484"/>
                  </a:lnTo>
                  <a:lnTo>
                    <a:pt x="48370" y="2456261"/>
                  </a:lnTo>
                  <a:lnTo>
                    <a:pt x="48557" y="2456261"/>
                  </a:lnTo>
                  <a:lnTo>
                    <a:pt x="48743" y="2456261"/>
                  </a:lnTo>
                  <a:lnTo>
                    <a:pt x="48930" y="2456261"/>
                  </a:lnTo>
                  <a:lnTo>
                    <a:pt x="49117" y="2456261"/>
                  </a:lnTo>
                  <a:lnTo>
                    <a:pt x="49304" y="2456261"/>
                  </a:lnTo>
                  <a:lnTo>
                    <a:pt x="49491" y="2456261"/>
                  </a:lnTo>
                  <a:lnTo>
                    <a:pt x="49678" y="2456261"/>
                  </a:lnTo>
                  <a:lnTo>
                    <a:pt x="49865" y="2456261"/>
                  </a:lnTo>
                  <a:lnTo>
                    <a:pt x="50052" y="2456261"/>
                  </a:lnTo>
                  <a:lnTo>
                    <a:pt x="50239" y="2456261"/>
                  </a:lnTo>
                  <a:lnTo>
                    <a:pt x="50426" y="2456261"/>
                  </a:lnTo>
                  <a:lnTo>
                    <a:pt x="50613" y="2456261"/>
                  </a:lnTo>
                  <a:lnTo>
                    <a:pt x="50800" y="2456261"/>
                  </a:lnTo>
                  <a:lnTo>
                    <a:pt x="50986" y="2456261"/>
                  </a:lnTo>
                  <a:lnTo>
                    <a:pt x="51173" y="2456261"/>
                  </a:lnTo>
                  <a:lnTo>
                    <a:pt x="51360" y="2456261"/>
                  </a:lnTo>
                  <a:lnTo>
                    <a:pt x="51547" y="2456261"/>
                  </a:lnTo>
                  <a:lnTo>
                    <a:pt x="51734" y="2456261"/>
                  </a:lnTo>
                  <a:lnTo>
                    <a:pt x="51921" y="2456261"/>
                  </a:lnTo>
                  <a:lnTo>
                    <a:pt x="52108" y="2456261"/>
                  </a:lnTo>
                  <a:lnTo>
                    <a:pt x="52295" y="2456261"/>
                  </a:lnTo>
                  <a:lnTo>
                    <a:pt x="52482" y="2456261"/>
                  </a:lnTo>
                  <a:lnTo>
                    <a:pt x="52669" y="2456261"/>
                  </a:lnTo>
                  <a:lnTo>
                    <a:pt x="52856" y="2456261"/>
                  </a:lnTo>
                  <a:lnTo>
                    <a:pt x="53043" y="2456261"/>
                  </a:lnTo>
                  <a:lnTo>
                    <a:pt x="53230" y="2456261"/>
                  </a:lnTo>
                  <a:lnTo>
                    <a:pt x="53416" y="2456261"/>
                  </a:lnTo>
                  <a:lnTo>
                    <a:pt x="53603" y="2456261"/>
                  </a:lnTo>
                  <a:lnTo>
                    <a:pt x="53790" y="2456484"/>
                  </a:lnTo>
                  <a:lnTo>
                    <a:pt x="53977" y="2456731"/>
                  </a:lnTo>
                  <a:lnTo>
                    <a:pt x="54164" y="2456978"/>
                  </a:lnTo>
                  <a:lnTo>
                    <a:pt x="54351" y="2457243"/>
                  </a:lnTo>
                  <a:lnTo>
                    <a:pt x="54538" y="2457512"/>
                  </a:lnTo>
                  <a:lnTo>
                    <a:pt x="54725" y="2457781"/>
                  </a:lnTo>
                  <a:lnTo>
                    <a:pt x="54912" y="2458050"/>
                  </a:lnTo>
                  <a:lnTo>
                    <a:pt x="55099" y="2458319"/>
                  </a:lnTo>
                  <a:lnTo>
                    <a:pt x="55286" y="2458588"/>
                  </a:lnTo>
                  <a:lnTo>
                    <a:pt x="55473" y="2458857"/>
                  </a:lnTo>
                  <a:lnTo>
                    <a:pt x="55660" y="2459125"/>
                  </a:lnTo>
                  <a:lnTo>
                    <a:pt x="55846" y="2459394"/>
                  </a:lnTo>
                  <a:lnTo>
                    <a:pt x="56033" y="2459663"/>
                  </a:lnTo>
                  <a:lnTo>
                    <a:pt x="56220" y="2459932"/>
                  </a:lnTo>
                  <a:lnTo>
                    <a:pt x="56407" y="2460201"/>
                  </a:lnTo>
                  <a:lnTo>
                    <a:pt x="56594" y="2460466"/>
                  </a:lnTo>
                  <a:lnTo>
                    <a:pt x="56781" y="2460713"/>
                  </a:lnTo>
                  <a:lnTo>
                    <a:pt x="56968" y="2460960"/>
                  </a:lnTo>
                  <a:lnTo>
                    <a:pt x="57155" y="2461183"/>
                  </a:lnTo>
                  <a:lnTo>
                    <a:pt x="57342" y="2461183"/>
                  </a:lnTo>
                  <a:lnTo>
                    <a:pt x="57529" y="2461183"/>
                  </a:lnTo>
                  <a:lnTo>
                    <a:pt x="57716" y="2461183"/>
                  </a:lnTo>
                  <a:lnTo>
                    <a:pt x="57903" y="2461183"/>
                  </a:lnTo>
                  <a:lnTo>
                    <a:pt x="58089" y="2461183"/>
                  </a:lnTo>
                  <a:lnTo>
                    <a:pt x="58276" y="2461183"/>
                  </a:lnTo>
                  <a:lnTo>
                    <a:pt x="58463" y="2461183"/>
                  </a:lnTo>
                  <a:lnTo>
                    <a:pt x="58650" y="2461183"/>
                  </a:lnTo>
                  <a:lnTo>
                    <a:pt x="58837" y="2461183"/>
                  </a:lnTo>
                  <a:lnTo>
                    <a:pt x="59024" y="2461183"/>
                  </a:lnTo>
                  <a:lnTo>
                    <a:pt x="59211" y="2461183"/>
                  </a:lnTo>
                  <a:lnTo>
                    <a:pt x="59398" y="2461430"/>
                  </a:lnTo>
                  <a:lnTo>
                    <a:pt x="59585" y="2461726"/>
                  </a:lnTo>
                  <a:lnTo>
                    <a:pt x="59772" y="2462202"/>
                  </a:lnTo>
                  <a:lnTo>
                    <a:pt x="59959" y="2462801"/>
                  </a:lnTo>
                  <a:lnTo>
                    <a:pt x="60146" y="2463399"/>
                  </a:lnTo>
                  <a:lnTo>
                    <a:pt x="60333" y="2463998"/>
                  </a:lnTo>
                  <a:lnTo>
                    <a:pt x="60519" y="2464597"/>
                  </a:lnTo>
                  <a:lnTo>
                    <a:pt x="60706" y="2465304"/>
                  </a:lnTo>
                  <a:lnTo>
                    <a:pt x="60893" y="2466068"/>
                  </a:lnTo>
                  <a:lnTo>
                    <a:pt x="61080" y="2466832"/>
                  </a:lnTo>
                  <a:lnTo>
                    <a:pt x="61267" y="2467596"/>
                  </a:lnTo>
                  <a:lnTo>
                    <a:pt x="61454" y="2468360"/>
                  </a:lnTo>
                  <a:lnTo>
                    <a:pt x="61641" y="2469132"/>
                  </a:lnTo>
                  <a:lnTo>
                    <a:pt x="61828" y="2470061"/>
                  </a:lnTo>
                  <a:lnTo>
                    <a:pt x="62015" y="2470990"/>
                  </a:lnTo>
                  <a:lnTo>
                    <a:pt x="62173" y="2471758"/>
                  </a:lnTo>
                  <a:lnTo>
                    <a:pt x="82398" y="2471758"/>
                  </a:lnTo>
                  <a:lnTo>
                    <a:pt x="82576" y="2471601"/>
                  </a:lnTo>
                  <a:lnTo>
                    <a:pt x="82763" y="2471559"/>
                  </a:lnTo>
                  <a:lnTo>
                    <a:pt x="82950" y="2471559"/>
                  </a:lnTo>
                  <a:lnTo>
                    <a:pt x="83137" y="2471559"/>
                  </a:lnTo>
                  <a:lnTo>
                    <a:pt x="83324" y="2471559"/>
                  </a:lnTo>
                  <a:lnTo>
                    <a:pt x="83492" y="2471758"/>
                  </a:lnTo>
                  <a:lnTo>
                    <a:pt x="97629" y="2471758"/>
                  </a:lnTo>
                  <a:lnTo>
                    <a:pt x="97717" y="2471477"/>
                  </a:lnTo>
                  <a:lnTo>
                    <a:pt x="97904" y="2470879"/>
                  </a:lnTo>
                  <a:lnTo>
                    <a:pt x="98091" y="2470280"/>
                  </a:lnTo>
                  <a:lnTo>
                    <a:pt x="98277" y="2469681"/>
                  </a:lnTo>
                  <a:lnTo>
                    <a:pt x="98464" y="2469082"/>
                  </a:lnTo>
                  <a:lnTo>
                    <a:pt x="98651" y="2468491"/>
                  </a:lnTo>
                  <a:lnTo>
                    <a:pt x="98838" y="2468057"/>
                  </a:lnTo>
                  <a:lnTo>
                    <a:pt x="99025" y="2467623"/>
                  </a:lnTo>
                  <a:lnTo>
                    <a:pt x="99212" y="2467330"/>
                  </a:lnTo>
                  <a:lnTo>
                    <a:pt x="99399" y="2467061"/>
                  </a:lnTo>
                  <a:lnTo>
                    <a:pt x="99586" y="2466814"/>
                  </a:lnTo>
                  <a:lnTo>
                    <a:pt x="99773" y="2466567"/>
                  </a:lnTo>
                  <a:lnTo>
                    <a:pt x="99960" y="2466567"/>
                  </a:lnTo>
                  <a:lnTo>
                    <a:pt x="100147" y="2466567"/>
                  </a:lnTo>
                  <a:lnTo>
                    <a:pt x="100334" y="2466567"/>
                  </a:lnTo>
                  <a:lnTo>
                    <a:pt x="100521" y="2466567"/>
                  </a:lnTo>
                  <a:lnTo>
                    <a:pt x="100707" y="2466567"/>
                  </a:lnTo>
                  <a:lnTo>
                    <a:pt x="100894" y="2466567"/>
                  </a:lnTo>
                  <a:lnTo>
                    <a:pt x="101081" y="2466567"/>
                  </a:lnTo>
                  <a:lnTo>
                    <a:pt x="101268" y="2466794"/>
                  </a:lnTo>
                  <a:lnTo>
                    <a:pt x="101455" y="2467041"/>
                  </a:lnTo>
                  <a:lnTo>
                    <a:pt x="101642" y="2467288"/>
                  </a:lnTo>
                  <a:lnTo>
                    <a:pt x="101829" y="2467535"/>
                  </a:lnTo>
                  <a:lnTo>
                    <a:pt x="102016" y="2467804"/>
                  </a:lnTo>
                  <a:lnTo>
                    <a:pt x="102203" y="2468073"/>
                  </a:lnTo>
                  <a:lnTo>
                    <a:pt x="102390" y="2468342"/>
                  </a:lnTo>
                  <a:lnTo>
                    <a:pt x="102577" y="2468611"/>
                  </a:lnTo>
                  <a:lnTo>
                    <a:pt x="102764" y="2468880"/>
                  </a:lnTo>
                  <a:lnTo>
                    <a:pt x="102950" y="2469149"/>
                  </a:lnTo>
                  <a:lnTo>
                    <a:pt x="103137" y="2469417"/>
                  </a:lnTo>
                  <a:lnTo>
                    <a:pt x="103324" y="2469686"/>
                  </a:lnTo>
                  <a:lnTo>
                    <a:pt x="103511" y="2469955"/>
                  </a:lnTo>
                  <a:lnTo>
                    <a:pt x="103698" y="2470224"/>
                  </a:lnTo>
                  <a:lnTo>
                    <a:pt x="103885" y="2470493"/>
                  </a:lnTo>
                  <a:lnTo>
                    <a:pt x="104072" y="2470740"/>
                  </a:lnTo>
                  <a:lnTo>
                    <a:pt x="104259" y="2470987"/>
                  </a:lnTo>
                  <a:lnTo>
                    <a:pt x="104446" y="2471234"/>
                  </a:lnTo>
                  <a:lnTo>
                    <a:pt x="104633" y="2471462"/>
                  </a:lnTo>
                  <a:lnTo>
                    <a:pt x="104820" y="2471462"/>
                  </a:lnTo>
                  <a:lnTo>
                    <a:pt x="105007" y="2471462"/>
                  </a:lnTo>
                  <a:lnTo>
                    <a:pt x="105194" y="2471462"/>
                  </a:lnTo>
                  <a:lnTo>
                    <a:pt x="105380" y="2471462"/>
                  </a:lnTo>
                  <a:lnTo>
                    <a:pt x="105567" y="2471462"/>
                  </a:lnTo>
                  <a:lnTo>
                    <a:pt x="105754" y="2471618"/>
                  </a:lnTo>
                  <a:lnTo>
                    <a:pt x="105941" y="2471523"/>
                  </a:lnTo>
                  <a:lnTo>
                    <a:pt x="106128" y="2471400"/>
                  </a:lnTo>
                  <a:lnTo>
                    <a:pt x="106315" y="2471395"/>
                  </a:lnTo>
                  <a:lnTo>
                    <a:pt x="106502" y="2471480"/>
                  </a:lnTo>
                  <a:lnTo>
                    <a:pt x="106746" y="2471758"/>
                  </a:lnTo>
                  <a:lnTo>
                    <a:pt x="168393" y="2471758"/>
                  </a:lnTo>
                  <a:lnTo>
                    <a:pt x="168560" y="2470984"/>
                  </a:lnTo>
                  <a:lnTo>
                    <a:pt x="168747" y="2469976"/>
                  </a:lnTo>
                  <a:lnTo>
                    <a:pt x="168934" y="2468982"/>
                  </a:lnTo>
                  <a:lnTo>
                    <a:pt x="169120" y="2467890"/>
                  </a:lnTo>
                  <a:lnTo>
                    <a:pt x="169307" y="2466954"/>
                  </a:lnTo>
                  <a:lnTo>
                    <a:pt x="169494" y="2466050"/>
                  </a:lnTo>
                  <a:lnTo>
                    <a:pt x="169681" y="2465278"/>
                  </a:lnTo>
                  <a:lnTo>
                    <a:pt x="169868" y="2464539"/>
                  </a:lnTo>
                  <a:lnTo>
                    <a:pt x="170055" y="2463797"/>
                  </a:lnTo>
                  <a:lnTo>
                    <a:pt x="170242" y="2462983"/>
                  </a:lnTo>
                  <a:lnTo>
                    <a:pt x="170429" y="2462169"/>
                  </a:lnTo>
                  <a:lnTo>
                    <a:pt x="170616" y="2461285"/>
                  </a:lnTo>
                  <a:lnTo>
                    <a:pt x="170803" y="2460386"/>
                  </a:lnTo>
                  <a:lnTo>
                    <a:pt x="170990" y="2459467"/>
                  </a:lnTo>
                  <a:lnTo>
                    <a:pt x="171177" y="2458615"/>
                  </a:lnTo>
                  <a:lnTo>
                    <a:pt x="171363" y="2458034"/>
                  </a:lnTo>
                  <a:lnTo>
                    <a:pt x="171550" y="2457468"/>
                  </a:lnTo>
                  <a:lnTo>
                    <a:pt x="171737" y="2457034"/>
                  </a:lnTo>
                  <a:lnTo>
                    <a:pt x="171924" y="2456699"/>
                  </a:lnTo>
                  <a:lnTo>
                    <a:pt x="172111" y="2456452"/>
                  </a:lnTo>
                  <a:lnTo>
                    <a:pt x="172298" y="2456225"/>
                  </a:lnTo>
                  <a:lnTo>
                    <a:pt x="172485" y="2456225"/>
                  </a:lnTo>
                  <a:lnTo>
                    <a:pt x="172672" y="2456225"/>
                  </a:lnTo>
                  <a:lnTo>
                    <a:pt x="172859" y="2456225"/>
                  </a:lnTo>
                  <a:lnTo>
                    <a:pt x="173046" y="2456225"/>
                  </a:lnTo>
                  <a:lnTo>
                    <a:pt x="173233" y="2456225"/>
                  </a:lnTo>
                  <a:lnTo>
                    <a:pt x="173420" y="2456225"/>
                  </a:lnTo>
                  <a:lnTo>
                    <a:pt x="173607" y="2456225"/>
                  </a:lnTo>
                  <a:lnTo>
                    <a:pt x="173793" y="2456225"/>
                  </a:lnTo>
                  <a:lnTo>
                    <a:pt x="173980" y="2456225"/>
                  </a:lnTo>
                  <a:lnTo>
                    <a:pt x="174167" y="2456225"/>
                  </a:lnTo>
                  <a:lnTo>
                    <a:pt x="174354" y="2456225"/>
                  </a:lnTo>
                  <a:lnTo>
                    <a:pt x="174541" y="2456225"/>
                  </a:lnTo>
                  <a:lnTo>
                    <a:pt x="174728" y="2456225"/>
                  </a:lnTo>
                  <a:lnTo>
                    <a:pt x="174915" y="2456225"/>
                  </a:lnTo>
                  <a:lnTo>
                    <a:pt x="175102" y="2456225"/>
                  </a:lnTo>
                  <a:lnTo>
                    <a:pt x="175289" y="2456225"/>
                  </a:lnTo>
                  <a:lnTo>
                    <a:pt x="175476" y="2456225"/>
                  </a:lnTo>
                  <a:lnTo>
                    <a:pt x="175663" y="2456225"/>
                  </a:lnTo>
                  <a:lnTo>
                    <a:pt x="175850" y="2456225"/>
                  </a:lnTo>
                  <a:lnTo>
                    <a:pt x="176036" y="2456225"/>
                  </a:lnTo>
                  <a:lnTo>
                    <a:pt x="176223" y="2456225"/>
                  </a:lnTo>
                  <a:lnTo>
                    <a:pt x="176410" y="2456225"/>
                  </a:lnTo>
                  <a:lnTo>
                    <a:pt x="176597" y="2456225"/>
                  </a:lnTo>
                  <a:lnTo>
                    <a:pt x="176784" y="2456225"/>
                  </a:lnTo>
                  <a:lnTo>
                    <a:pt x="176971" y="2456225"/>
                  </a:lnTo>
                  <a:lnTo>
                    <a:pt x="177158" y="2456225"/>
                  </a:lnTo>
                  <a:lnTo>
                    <a:pt x="177345" y="2456225"/>
                  </a:lnTo>
                  <a:lnTo>
                    <a:pt x="177532" y="2456225"/>
                  </a:lnTo>
                  <a:lnTo>
                    <a:pt x="177719" y="2456225"/>
                  </a:lnTo>
                  <a:lnTo>
                    <a:pt x="177906" y="2456225"/>
                  </a:lnTo>
                  <a:lnTo>
                    <a:pt x="178093" y="2456225"/>
                  </a:lnTo>
                  <a:lnTo>
                    <a:pt x="178280" y="2456225"/>
                  </a:lnTo>
                  <a:lnTo>
                    <a:pt x="178466" y="2456225"/>
                  </a:lnTo>
                  <a:lnTo>
                    <a:pt x="178653" y="2456084"/>
                  </a:lnTo>
                  <a:lnTo>
                    <a:pt x="178840" y="2455919"/>
                  </a:lnTo>
                  <a:lnTo>
                    <a:pt x="179027" y="2455754"/>
                  </a:lnTo>
                  <a:lnTo>
                    <a:pt x="179214" y="2455589"/>
                  </a:lnTo>
                  <a:lnTo>
                    <a:pt x="179401" y="2455424"/>
                  </a:lnTo>
                  <a:lnTo>
                    <a:pt x="179588" y="2455259"/>
                  </a:lnTo>
                  <a:lnTo>
                    <a:pt x="179775" y="2455094"/>
                  </a:lnTo>
                  <a:lnTo>
                    <a:pt x="179962" y="2454929"/>
                  </a:lnTo>
                  <a:lnTo>
                    <a:pt x="180149" y="2454764"/>
                  </a:lnTo>
                  <a:lnTo>
                    <a:pt x="180336" y="2454599"/>
                  </a:lnTo>
                  <a:lnTo>
                    <a:pt x="180523" y="2454343"/>
                  </a:lnTo>
                  <a:lnTo>
                    <a:pt x="180710" y="2454013"/>
                  </a:lnTo>
                  <a:lnTo>
                    <a:pt x="180896" y="2453683"/>
                  </a:lnTo>
                  <a:lnTo>
                    <a:pt x="181083" y="2453353"/>
                  </a:lnTo>
                  <a:lnTo>
                    <a:pt x="181270" y="2453023"/>
                  </a:lnTo>
                  <a:lnTo>
                    <a:pt x="181457" y="2452833"/>
                  </a:lnTo>
                  <a:lnTo>
                    <a:pt x="181644" y="2452668"/>
                  </a:lnTo>
                  <a:lnTo>
                    <a:pt x="181831" y="2452503"/>
                  </a:lnTo>
                  <a:lnTo>
                    <a:pt x="182018" y="2452338"/>
                  </a:lnTo>
                  <a:lnTo>
                    <a:pt x="182205" y="2452173"/>
                  </a:lnTo>
                  <a:lnTo>
                    <a:pt x="182392" y="2452008"/>
                  </a:lnTo>
                  <a:lnTo>
                    <a:pt x="182579" y="2451843"/>
                  </a:lnTo>
                  <a:lnTo>
                    <a:pt x="182766" y="2451678"/>
                  </a:lnTo>
                  <a:lnTo>
                    <a:pt x="182953" y="2451513"/>
                  </a:lnTo>
                  <a:lnTo>
                    <a:pt x="183139" y="2451348"/>
                  </a:lnTo>
                  <a:lnTo>
                    <a:pt x="183326" y="2451274"/>
                  </a:lnTo>
                  <a:lnTo>
                    <a:pt x="183513" y="2451274"/>
                  </a:lnTo>
                  <a:lnTo>
                    <a:pt x="183700" y="2451274"/>
                  </a:lnTo>
                  <a:lnTo>
                    <a:pt x="183887" y="2451274"/>
                  </a:lnTo>
                  <a:lnTo>
                    <a:pt x="184074" y="2451274"/>
                  </a:lnTo>
                  <a:lnTo>
                    <a:pt x="184261" y="2451274"/>
                  </a:lnTo>
                  <a:lnTo>
                    <a:pt x="184448" y="2451274"/>
                  </a:lnTo>
                  <a:lnTo>
                    <a:pt x="184635" y="2451274"/>
                  </a:lnTo>
                  <a:lnTo>
                    <a:pt x="184822" y="2451274"/>
                  </a:lnTo>
                  <a:lnTo>
                    <a:pt x="185009" y="2451274"/>
                  </a:lnTo>
                  <a:lnTo>
                    <a:pt x="185196" y="2451274"/>
                  </a:lnTo>
                  <a:lnTo>
                    <a:pt x="185383" y="2451274"/>
                  </a:lnTo>
                  <a:lnTo>
                    <a:pt x="185569" y="2451274"/>
                  </a:lnTo>
                  <a:lnTo>
                    <a:pt x="185756" y="2451274"/>
                  </a:lnTo>
                  <a:lnTo>
                    <a:pt x="185943" y="2451274"/>
                  </a:lnTo>
                  <a:lnTo>
                    <a:pt x="186130" y="2451274"/>
                  </a:lnTo>
                  <a:lnTo>
                    <a:pt x="186317" y="2451274"/>
                  </a:lnTo>
                  <a:lnTo>
                    <a:pt x="186504" y="2451274"/>
                  </a:lnTo>
                  <a:lnTo>
                    <a:pt x="186691" y="2451274"/>
                  </a:lnTo>
                  <a:lnTo>
                    <a:pt x="186878" y="2451274"/>
                  </a:lnTo>
                  <a:lnTo>
                    <a:pt x="187065" y="2451274"/>
                  </a:lnTo>
                  <a:lnTo>
                    <a:pt x="187252" y="2451274"/>
                  </a:lnTo>
                  <a:lnTo>
                    <a:pt x="187439" y="2451274"/>
                  </a:lnTo>
                  <a:lnTo>
                    <a:pt x="187626" y="2451274"/>
                  </a:lnTo>
                  <a:lnTo>
                    <a:pt x="187813" y="2451274"/>
                  </a:lnTo>
                  <a:lnTo>
                    <a:pt x="187999" y="2451494"/>
                  </a:lnTo>
                  <a:lnTo>
                    <a:pt x="188186" y="2451741"/>
                  </a:lnTo>
                  <a:lnTo>
                    <a:pt x="188373" y="2451988"/>
                  </a:lnTo>
                  <a:lnTo>
                    <a:pt x="188560" y="2452253"/>
                  </a:lnTo>
                  <a:lnTo>
                    <a:pt x="188747" y="2452522"/>
                  </a:lnTo>
                  <a:lnTo>
                    <a:pt x="188934" y="2452791"/>
                  </a:lnTo>
                  <a:lnTo>
                    <a:pt x="189121" y="2453059"/>
                  </a:lnTo>
                  <a:lnTo>
                    <a:pt x="189308" y="2453328"/>
                  </a:lnTo>
                  <a:lnTo>
                    <a:pt x="189495" y="2453507"/>
                  </a:lnTo>
                  <a:lnTo>
                    <a:pt x="189682" y="2453656"/>
                  </a:lnTo>
                  <a:lnTo>
                    <a:pt x="189869" y="2453804"/>
                  </a:lnTo>
                  <a:lnTo>
                    <a:pt x="190056" y="2453881"/>
                  </a:lnTo>
                  <a:lnTo>
                    <a:pt x="190242" y="2453909"/>
                  </a:lnTo>
                  <a:lnTo>
                    <a:pt x="190429" y="2453938"/>
                  </a:lnTo>
                  <a:lnTo>
                    <a:pt x="190616" y="2453960"/>
                  </a:lnTo>
                  <a:lnTo>
                    <a:pt x="190803" y="2453862"/>
                  </a:lnTo>
                  <a:lnTo>
                    <a:pt x="190990" y="2453738"/>
                  </a:lnTo>
                  <a:lnTo>
                    <a:pt x="191177" y="2453613"/>
                  </a:lnTo>
                  <a:lnTo>
                    <a:pt x="191364" y="2453327"/>
                  </a:lnTo>
                  <a:lnTo>
                    <a:pt x="191551" y="2452666"/>
                  </a:lnTo>
                  <a:lnTo>
                    <a:pt x="191738" y="2452006"/>
                  </a:lnTo>
                  <a:lnTo>
                    <a:pt x="191925" y="2451346"/>
                  </a:lnTo>
                  <a:lnTo>
                    <a:pt x="192112" y="2450439"/>
                  </a:lnTo>
                  <a:lnTo>
                    <a:pt x="192299" y="2449656"/>
                  </a:lnTo>
                  <a:lnTo>
                    <a:pt x="192486" y="2448913"/>
                  </a:lnTo>
                  <a:lnTo>
                    <a:pt x="192672" y="2448171"/>
                  </a:lnTo>
                  <a:lnTo>
                    <a:pt x="192859" y="2447506"/>
                  </a:lnTo>
                  <a:lnTo>
                    <a:pt x="193046" y="2446907"/>
                  </a:lnTo>
                  <a:lnTo>
                    <a:pt x="193233" y="2446308"/>
                  </a:lnTo>
                  <a:lnTo>
                    <a:pt x="193420" y="2445718"/>
                  </a:lnTo>
                  <a:lnTo>
                    <a:pt x="193607" y="2445284"/>
                  </a:lnTo>
                  <a:lnTo>
                    <a:pt x="193794" y="2444850"/>
                  </a:lnTo>
                  <a:lnTo>
                    <a:pt x="193981" y="2444416"/>
                  </a:lnTo>
                  <a:lnTo>
                    <a:pt x="194168" y="2444139"/>
                  </a:lnTo>
                  <a:lnTo>
                    <a:pt x="194355" y="2443870"/>
                  </a:lnTo>
                  <a:lnTo>
                    <a:pt x="194542" y="2443601"/>
                  </a:lnTo>
                  <a:lnTo>
                    <a:pt x="194729" y="2443555"/>
                  </a:lnTo>
                  <a:lnTo>
                    <a:pt x="194915" y="2443555"/>
                  </a:lnTo>
                  <a:lnTo>
                    <a:pt x="195102" y="2443577"/>
                  </a:lnTo>
                  <a:lnTo>
                    <a:pt x="195289" y="2443731"/>
                  </a:lnTo>
                  <a:lnTo>
                    <a:pt x="195476" y="2443926"/>
                  </a:lnTo>
                  <a:lnTo>
                    <a:pt x="195663" y="2444342"/>
                  </a:lnTo>
                  <a:lnTo>
                    <a:pt x="195850" y="2444758"/>
                  </a:lnTo>
                  <a:lnTo>
                    <a:pt x="196037" y="2445174"/>
                  </a:lnTo>
                  <a:lnTo>
                    <a:pt x="196224" y="2445590"/>
                  </a:lnTo>
                  <a:lnTo>
                    <a:pt x="196411" y="2446006"/>
                  </a:lnTo>
                  <a:lnTo>
                    <a:pt x="196598" y="2446422"/>
                  </a:lnTo>
                  <a:lnTo>
                    <a:pt x="196785" y="2446847"/>
                  </a:lnTo>
                  <a:lnTo>
                    <a:pt x="196972" y="2447428"/>
                  </a:lnTo>
                  <a:lnTo>
                    <a:pt x="197159" y="2448042"/>
                  </a:lnTo>
                  <a:lnTo>
                    <a:pt x="197345" y="2448788"/>
                  </a:lnTo>
                  <a:lnTo>
                    <a:pt x="197532" y="2449541"/>
                  </a:lnTo>
                  <a:lnTo>
                    <a:pt x="197719" y="2450294"/>
                  </a:lnTo>
                  <a:lnTo>
                    <a:pt x="197906" y="2450893"/>
                  </a:lnTo>
                  <a:lnTo>
                    <a:pt x="198093" y="2451470"/>
                  </a:lnTo>
                  <a:lnTo>
                    <a:pt x="198280" y="2452047"/>
                  </a:lnTo>
                  <a:lnTo>
                    <a:pt x="198467" y="2452377"/>
                  </a:lnTo>
                  <a:lnTo>
                    <a:pt x="198654" y="2452707"/>
                  </a:lnTo>
                  <a:lnTo>
                    <a:pt x="198841" y="2453037"/>
                  </a:lnTo>
                  <a:lnTo>
                    <a:pt x="199028" y="2453367"/>
                  </a:lnTo>
                  <a:lnTo>
                    <a:pt x="199215" y="2453697"/>
                  </a:lnTo>
                  <a:lnTo>
                    <a:pt x="199402" y="2454027"/>
                  </a:lnTo>
                  <a:lnTo>
                    <a:pt x="199589" y="2454349"/>
                  </a:lnTo>
                  <a:lnTo>
                    <a:pt x="199775" y="2454514"/>
                  </a:lnTo>
                  <a:lnTo>
                    <a:pt x="199962" y="2454646"/>
                  </a:lnTo>
                  <a:lnTo>
                    <a:pt x="200149" y="2454646"/>
                  </a:lnTo>
                  <a:lnTo>
                    <a:pt x="200336" y="2454646"/>
                  </a:lnTo>
                  <a:lnTo>
                    <a:pt x="200523" y="2454646"/>
                  </a:lnTo>
                  <a:lnTo>
                    <a:pt x="200710" y="2454646"/>
                  </a:lnTo>
                  <a:lnTo>
                    <a:pt x="200897" y="2454646"/>
                  </a:lnTo>
                  <a:lnTo>
                    <a:pt x="201084" y="2454646"/>
                  </a:lnTo>
                  <a:lnTo>
                    <a:pt x="201271" y="2454646"/>
                  </a:lnTo>
                  <a:lnTo>
                    <a:pt x="201458" y="2454646"/>
                  </a:lnTo>
                  <a:lnTo>
                    <a:pt x="201645" y="2454646"/>
                  </a:lnTo>
                  <a:lnTo>
                    <a:pt x="201832" y="2454646"/>
                  </a:lnTo>
                  <a:lnTo>
                    <a:pt x="202018" y="2454646"/>
                  </a:lnTo>
                  <a:lnTo>
                    <a:pt x="202205" y="2454646"/>
                  </a:lnTo>
                  <a:lnTo>
                    <a:pt x="202392" y="2454646"/>
                  </a:lnTo>
                  <a:lnTo>
                    <a:pt x="202579" y="2454646"/>
                  </a:lnTo>
                  <a:lnTo>
                    <a:pt x="202766" y="2454646"/>
                  </a:lnTo>
                  <a:lnTo>
                    <a:pt x="202953" y="2454646"/>
                  </a:lnTo>
                  <a:lnTo>
                    <a:pt x="203140" y="2454646"/>
                  </a:lnTo>
                  <a:lnTo>
                    <a:pt x="203327" y="2454646"/>
                  </a:lnTo>
                  <a:lnTo>
                    <a:pt x="203514" y="2454646"/>
                  </a:lnTo>
                  <a:lnTo>
                    <a:pt x="203701" y="2454646"/>
                  </a:lnTo>
                  <a:lnTo>
                    <a:pt x="203888" y="2454869"/>
                  </a:lnTo>
                  <a:lnTo>
                    <a:pt x="204075" y="2455199"/>
                  </a:lnTo>
                  <a:lnTo>
                    <a:pt x="204262" y="2455661"/>
                  </a:lnTo>
                  <a:lnTo>
                    <a:pt x="204448" y="2456156"/>
                  </a:lnTo>
                  <a:lnTo>
                    <a:pt x="204635" y="2456651"/>
                  </a:lnTo>
                  <a:lnTo>
                    <a:pt x="204822" y="2457146"/>
                  </a:lnTo>
                  <a:lnTo>
                    <a:pt x="205009" y="2457641"/>
                  </a:lnTo>
                  <a:lnTo>
                    <a:pt x="205196" y="2458137"/>
                  </a:lnTo>
                  <a:lnTo>
                    <a:pt x="205383" y="2458632"/>
                  </a:lnTo>
                  <a:lnTo>
                    <a:pt x="205570" y="2459127"/>
                  </a:lnTo>
                  <a:lnTo>
                    <a:pt x="205757" y="2459770"/>
                  </a:lnTo>
                  <a:lnTo>
                    <a:pt x="205944" y="2460596"/>
                  </a:lnTo>
                  <a:lnTo>
                    <a:pt x="206131" y="2461421"/>
                  </a:lnTo>
                  <a:lnTo>
                    <a:pt x="206318" y="2462246"/>
                  </a:lnTo>
                  <a:lnTo>
                    <a:pt x="206505" y="2463170"/>
                  </a:lnTo>
                  <a:lnTo>
                    <a:pt x="206692" y="2463938"/>
                  </a:lnTo>
                  <a:lnTo>
                    <a:pt x="206878" y="2464598"/>
                  </a:lnTo>
                  <a:lnTo>
                    <a:pt x="207065" y="2465126"/>
                  </a:lnTo>
                  <a:lnTo>
                    <a:pt x="207252" y="2465621"/>
                  </a:lnTo>
                  <a:lnTo>
                    <a:pt x="207439" y="2466116"/>
                  </a:lnTo>
                  <a:lnTo>
                    <a:pt x="207626" y="2466611"/>
                  </a:lnTo>
                  <a:lnTo>
                    <a:pt x="207813" y="2467106"/>
                  </a:lnTo>
                  <a:lnTo>
                    <a:pt x="208000" y="2467870"/>
                  </a:lnTo>
                  <a:lnTo>
                    <a:pt x="208187" y="2468782"/>
                  </a:lnTo>
                  <a:lnTo>
                    <a:pt x="208374" y="2469774"/>
                  </a:lnTo>
                  <a:lnTo>
                    <a:pt x="208561" y="2470663"/>
                  </a:lnTo>
                  <a:lnTo>
                    <a:pt x="208748" y="2471405"/>
                  </a:lnTo>
                  <a:lnTo>
                    <a:pt x="208836" y="2471758"/>
                  </a:lnTo>
                  <a:lnTo>
                    <a:pt x="254040" y="2471758"/>
                  </a:lnTo>
                  <a:lnTo>
                    <a:pt x="254169" y="2471414"/>
                  </a:lnTo>
                  <a:lnTo>
                    <a:pt x="254356" y="2470917"/>
                  </a:lnTo>
                  <a:lnTo>
                    <a:pt x="254543" y="2470420"/>
                  </a:lnTo>
                  <a:lnTo>
                    <a:pt x="254730" y="2470142"/>
                  </a:lnTo>
                  <a:lnTo>
                    <a:pt x="254917" y="2469990"/>
                  </a:lnTo>
                  <a:lnTo>
                    <a:pt x="255104" y="2469843"/>
                  </a:lnTo>
                  <a:lnTo>
                    <a:pt x="255291" y="2469696"/>
                  </a:lnTo>
                  <a:lnTo>
                    <a:pt x="255478" y="2469549"/>
                  </a:lnTo>
                  <a:lnTo>
                    <a:pt x="255665" y="2469395"/>
                  </a:lnTo>
                  <a:lnTo>
                    <a:pt x="255852" y="2469241"/>
                  </a:lnTo>
                  <a:lnTo>
                    <a:pt x="256039" y="2469110"/>
                  </a:lnTo>
                  <a:lnTo>
                    <a:pt x="256226" y="2469113"/>
                  </a:lnTo>
                  <a:lnTo>
                    <a:pt x="256412" y="2469135"/>
                  </a:lnTo>
                  <a:lnTo>
                    <a:pt x="256599" y="2469404"/>
                  </a:lnTo>
                  <a:lnTo>
                    <a:pt x="256786" y="2469673"/>
                  </a:lnTo>
                  <a:lnTo>
                    <a:pt x="256973" y="2469942"/>
                  </a:lnTo>
                  <a:lnTo>
                    <a:pt x="257160" y="2470211"/>
                  </a:lnTo>
                  <a:lnTo>
                    <a:pt x="257347" y="2470480"/>
                  </a:lnTo>
                  <a:lnTo>
                    <a:pt x="257534" y="2470727"/>
                  </a:lnTo>
                  <a:lnTo>
                    <a:pt x="257721" y="2470947"/>
                  </a:lnTo>
                  <a:lnTo>
                    <a:pt x="257908" y="2470947"/>
                  </a:lnTo>
                  <a:lnTo>
                    <a:pt x="258095" y="2470947"/>
                  </a:lnTo>
                  <a:lnTo>
                    <a:pt x="258282" y="2470947"/>
                  </a:lnTo>
                  <a:lnTo>
                    <a:pt x="258469" y="2470947"/>
                  </a:lnTo>
                  <a:lnTo>
                    <a:pt x="258655" y="2470947"/>
                  </a:lnTo>
                  <a:lnTo>
                    <a:pt x="258842" y="2470947"/>
                  </a:lnTo>
                  <a:lnTo>
                    <a:pt x="259029" y="2470947"/>
                  </a:lnTo>
                  <a:lnTo>
                    <a:pt x="259216" y="2470947"/>
                  </a:lnTo>
                  <a:lnTo>
                    <a:pt x="259403" y="2470947"/>
                  </a:lnTo>
                  <a:lnTo>
                    <a:pt x="259590" y="2470947"/>
                  </a:lnTo>
                  <a:lnTo>
                    <a:pt x="259777" y="2470947"/>
                  </a:lnTo>
                  <a:lnTo>
                    <a:pt x="259964" y="2470947"/>
                  </a:lnTo>
                  <a:lnTo>
                    <a:pt x="260151" y="2470947"/>
                  </a:lnTo>
                  <a:lnTo>
                    <a:pt x="260338" y="2470947"/>
                  </a:lnTo>
                  <a:lnTo>
                    <a:pt x="260525" y="2470947"/>
                  </a:lnTo>
                  <a:lnTo>
                    <a:pt x="260712" y="2470947"/>
                  </a:lnTo>
                  <a:lnTo>
                    <a:pt x="260899" y="2470947"/>
                  </a:lnTo>
                  <a:lnTo>
                    <a:pt x="261085" y="2470947"/>
                  </a:lnTo>
                  <a:lnTo>
                    <a:pt x="261272" y="2470947"/>
                  </a:lnTo>
                  <a:lnTo>
                    <a:pt x="261459" y="2470947"/>
                  </a:lnTo>
                  <a:lnTo>
                    <a:pt x="261646" y="2470947"/>
                  </a:lnTo>
                  <a:lnTo>
                    <a:pt x="261833" y="2470947"/>
                  </a:lnTo>
                  <a:lnTo>
                    <a:pt x="262020" y="2470947"/>
                  </a:lnTo>
                  <a:lnTo>
                    <a:pt x="262207" y="2470947"/>
                  </a:lnTo>
                  <a:lnTo>
                    <a:pt x="262394" y="2470947"/>
                  </a:lnTo>
                  <a:lnTo>
                    <a:pt x="262581" y="2470947"/>
                  </a:lnTo>
                  <a:lnTo>
                    <a:pt x="262768" y="2470947"/>
                  </a:lnTo>
                  <a:lnTo>
                    <a:pt x="262955" y="2470947"/>
                  </a:lnTo>
                  <a:lnTo>
                    <a:pt x="263142" y="2470947"/>
                  </a:lnTo>
                  <a:lnTo>
                    <a:pt x="263328" y="2470947"/>
                  </a:lnTo>
                  <a:lnTo>
                    <a:pt x="263515" y="2470727"/>
                  </a:lnTo>
                  <a:lnTo>
                    <a:pt x="263702" y="2470480"/>
                  </a:lnTo>
                  <a:lnTo>
                    <a:pt x="263889" y="2470211"/>
                  </a:lnTo>
                  <a:lnTo>
                    <a:pt x="264076" y="2469942"/>
                  </a:lnTo>
                  <a:lnTo>
                    <a:pt x="264263" y="2469673"/>
                  </a:lnTo>
                  <a:lnTo>
                    <a:pt x="264450" y="2469404"/>
                  </a:lnTo>
                  <a:lnTo>
                    <a:pt x="264637" y="2469135"/>
                  </a:lnTo>
                  <a:lnTo>
                    <a:pt x="264824" y="2468975"/>
                  </a:lnTo>
                  <a:lnTo>
                    <a:pt x="265011" y="2468856"/>
                  </a:lnTo>
                  <a:lnTo>
                    <a:pt x="265198" y="2468828"/>
                  </a:lnTo>
                  <a:lnTo>
                    <a:pt x="265385" y="2468799"/>
                  </a:lnTo>
                  <a:lnTo>
                    <a:pt x="265572" y="2468771"/>
                  </a:lnTo>
                  <a:lnTo>
                    <a:pt x="265758" y="2468742"/>
                  </a:lnTo>
                  <a:lnTo>
                    <a:pt x="265945" y="2468714"/>
                  </a:lnTo>
                  <a:lnTo>
                    <a:pt x="266132" y="2468685"/>
                  </a:lnTo>
                  <a:lnTo>
                    <a:pt x="266319" y="2468662"/>
                  </a:lnTo>
                  <a:lnTo>
                    <a:pt x="266506" y="2468663"/>
                  </a:lnTo>
                  <a:lnTo>
                    <a:pt x="266693" y="2468993"/>
                  </a:lnTo>
                  <a:lnTo>
                    <a:pt x="266880" y="2469323"/>
                  </a:lnTo>
                  <a:lnTo>
                    <a:pt x="267067" y="2469653"/>
                  </a:lnTo>
                  <a:lnTo>
                    <a:pt x="267254" y="2469983"/>
                  </a:lnTo>
                  <a:lnTo>
                    <a:pt x="267441" y="2470313"/>
                  </a:lnTo>
                  <a:lnTo>
                    <a:pt x="267628" y="2470495"/>
                  </a:lnTo>
                  <a:lnTo>
                    <a:pt x="267815" y="2470619"/>
                  </a:lnTo>
                  <a:lnTo>
                    <a:pt x="268002" y="2470619"/>
                  </a:lnTo>
                  <a:lnTo>
                    <a:pt x="268188" y="2470619"/>
                  </a:lnTo>
                  <a:lnTo>
                    <a:pt x="268375" y="2470619"/>
                  </a:lnTo>
                  <a:lnTo>
                    <a:pt x="268562" y="2470619"/>
                  </a:lnTo>
                  <a:lnTo>
                    <a:pt x="268749" y="2470619"/>
                  </a:lnTo>
                  <a:lnTo>
                    <a:pt x="268936" y="2470619"/>
                  </a:lnTo>
                  <a:lnTo>
                    <a:pt x="269123" y="2470619"/>
                  </a:lnTo>
                  <a:lnTo>
                    <a:pt x="269310" y="2470619"/>
                  </a:lnTo>
                  <a:lnTo>
                    <a:pt x="269497" y="2470619"/>
                  </a:lnTo>
                  <a:lnTo>
                    <a:pt x="269684" y="2470619"/>
                  </a:lnTo>
                  <a:lnTo>
                    <a:pt x="269871" y="2470767"/>
                  </a:lnTo>
                  <a:lnTo>
                    <a:pt x="270058" y="2470932"/>
                  </a:lnTo>
                  <a:lnTo>
                    <a:pt x="270245" y="2471097"/>
                  </a:lnTo>
                  <a:lnTo>
                    <a:pt x="270431" y="2471262"/>
                  </a:lnTo>
                  <a:lnTo>
                    <a:pt x="270618" y="2471427"/>
                  </a:lnTo>
                  <a:lnTo>
                    <a:pt x="270805" y="2471592"/>
                  </a:lnTo>
                  <a:lnTo>
                    <a:pt x="270992" y="2471758"/>
                  </a:lnTo>
                  <a:lnTo>
                    <a:pt x="414174" y="2471753"/>
                  </a:lnTo>
                  <a:lnTo>
                    <a:pt x="414360" y="2471247"/>
                  </a:lnTo>
                  <a:lnTo>
                    <a:pt x="414547" y="2470742"/>
                  </a:lnTo>
                  <a:lnTo>
                    <a:pt x="414734" y="2470236"/>
                  </a:lnTo>
                  <a:lnTo>
                    <a:pt x="414921" y="2469730"/>
                  </a:lnTo>
                  <a:lnTo>
                    <a:pt x="415108" y="2469314"/>
                  </a:lnTo>
                  <a:lnTo>
                    <a:pt x="415295" y="2468892"/>
                  </a:lnTo>
                  <a:lnTo>
                    <a:pt x="415482" y="2468491"/>
                  </a:lnTo>
                  <a:lnTo>
                    <a:pt x="415669" y="2468222"/>
                  </a:lnTo>
                  <a:lnTo>
                    <a:pt x="415856" y="2467953"/>
                  </a:lnTo>
                  <a:lnTo>
                    <a:pt x="416043" y="2467684"/>
                  </a:lnTo>
                  <a:lnTo>
                    <a:pt x="416230" y="2467416"/>
                  </a:lnTo>
                  <a:lnTo>
                    <a:pt x="416417" y="2467147"/>
                  </a:lnTo>
                  <a:lnTo>
                    <a:pt x="416604" y="2466878"/>
                  </a:lnTo>
                  <a:lnTo>
                    <a:pt x="416790" y="2466631"/>
                  </a:lnTo>
                  <a:lnTo>
                    <a:pt x="416977" y="2466384"/>
                  </a:lnTo>
                  <a:lnTo>
                    <a:pt x="417164" y="2466164"/>
                  </a:lnTo>
                  <a:lnTo>
                    <a:pt x="417351" y="2466164"/>
                  </a:lnTo>
                  <a:lnTo>
                    <a:pt x="417538" y="2466164"/>
                  </a:lnTo>
                  <a:lnTo>
                    <a:pt x="417725" y="2466164"/>
                  </a:lnTo>
                  <a:lnTo>
                    <a:pt x="417912" y="2466164"/>
                  </a:lnTo>
                  <a:lnTo>
                    <a:pt x="418099" y="2466164"/>
                  </a:lnTo>
                  <a:lnTo>
                    <a:pt x="418286" y="2466164"/>
                  </a:lnTo>
                  <a:lnTo>
                    <a:pt x="418473" y="2466164"/>
                  </a:lnTo>
                  <a:lnTo>
                    <a:pt x="418660" y="2466164"/>
                  </a:lnTo>
                  <a:lnTo>
                    <a:pt x="418847" y="2466164"/>
                  </a:lnTo>
                  <a:lnTo>
                    <a:pt x="419033" y="2466164"/>
                  </a:lnTo>
                  <a:lnTo>
                    <a:pt x="419220" y="2466164"/>
                  </a:lnTo>
                  <a:lnTo>
                    <a:pt x="419407" y="2466164"/>
                  </a:lnTo>
                  <a:lnTo>
                    <a:pt x="419594" y="2466164"/>
                  </a:lnTo>
                  <a:lnTo>
                    <a:pt x="419781" y="2466164"/>
                  </a:lnTo>
                  <a:lnTo>
                    <a:pt x="419968" y="2466164"/>
                  </a:lnTo>
                  <a:lnTo>
                    <a:pt x="420155" y="2466164"/>
                  </a:lnTo>
                  <a:lnTo>
                    <a:pt x="420342" y="2466164"/>
                  </a:lnTo>
                  <a:lnTo>
                    <a:pt x="420529" y="2466164"/>
                  </a:lnTo>
                  <a:lnTo>
                    <a:pt x="420716" y="2466164"/>
                  </a:lnTo>
                  <a:lnTo>
                    <a:pt x="420903" y="2466164"/>
                  </a:lnTo>
                  <a:lnTo>
                    <a:pt x="421090" y="2466164"/>
                  </a:lnTo>
                  <a:lnTo>
                    <a:pt x="421277" y="2466164"/>
                  </a:lnTo>
                  <a:lnTo>
                    <a:pt x="421463" y="2466164"/>
                  </a:lnTo>
                  <a:lnTo>
                    <a:pt x="421650" y="2466164"/>
                  </a:lnTo>
                  <a:lnTo>
                    <a:pt x="421837" y="2466164"/>
                  </a:lnTo>
                  <a:lnTo>
                    <a:pt x="422024" y="2466164"/>
                  </a:lnTo>
                  <a:lnTo>
                    <a:pt x="422211" y="2466164"/>
                  </a:lnTo>
                  <a:lnTo>
                    <a:pt x="422398" y="2466164"/>
                  </a:lnTo>
                  <a:lnTo>
                    <a:pt x="422585" y="2466164"/>
                  </a:lnTo>
                  <a:lnTo>
                    <a:pt x="422772" y="2466164"/>
                  </a:lnTo>
                  <a:lnTo>
                    <a:pt x="422959" y="2466164"/>
                  </a:lnTo>
                  <a:lnTo>
                    <a:pt x="423146" y="2466164"/>
                  </a:lnTo>
                  <a:lnTo>
                    <a:pt x="423333" y="2466164"/>
                  </a:lnTo>
                  <a:lnTo>
                    <a:pt x="423520" y="2466164"/>
                  </a:lnTo>
                  <a:lnTo>
                    <a:pt x="423707" y="2466164"/>
                  </a:lnTo>
                  <a:lnTo>
                    <a:pt x="423893" y="2466164"/>
                  </a:lnTo>
                  <a:lnTo>
                    <a:pt x="424080" y="2466164"/>
                  </a:lnTo>
                  <a:lnTo>
                    <a:pt x="424267" y="2466164"/>
                  </a:lnTo>
                  <a:lnTo>
                    <a:pt x="424454" y="2466164"/>
                  </a:lnTo>
                  <a:lnTo>
                    <a:pt x="424641" y="2466164"/>
                  </a:lnTo>
                  <a:lnTo>
                    <a:pt x="424828" y="2466164"/>
                  </a:lnTo>
                  <a:lnTo>
                    <a:pt x="425015" y="2466164"/>
                  </a:lnTo>
                  <a:lnTo>
                    <a:pt x="425202" y="2466164"/>
                  </a:lnTo>
                  <a:lnTo>
                    <a:pt x="425389" y="2466164"/>
                  </a:lnTo>
                  <a:lnTo>
                    <a:pt x="425576" y="2466164"/>
                  </a:lnTo>
                  <a:lnTo>
                    <a:pt x="425763" y="2466164"/>
                  </a:lnTo>
                  <a:lnTo>
                    <a:pt x="425950" y="2466164"/>
                  </a:lnTo>
                  <a:lnTo>
                    <a:pt x="426136" y="2466164"/>
                  </a:lnTo>
                  <a:lnTo>
                    <a:pt x="426323" y="2466164"/>
                  </a:lnTo>
                  <a:lnTo>
                    <a:pt x="426510" y="2466164"/>
                  </a:lnTo>
                  <a:lnTo>
                    <a:pt x="426697" y="2466164"/>
                  </a:lnTo>
                  <a:lnTo>
                    <a:pt x="426884" y="2466164"/>
                  </a:lnTo>
                  <a:lnTo>
                    <a:pt x="427071" y="2466164"/>
                  </a:lnTo>
                  <a:lnTo>
                    <a:pt x="427258" y="2466164"/>
                  </a:lnTo>
                  <a:lnTo>
                    <a:pt x="427445" y="2466164"/>
                  </a:lnTo>
                  <a:lnTo>
                    <a:pt x="427632" y="2466164"/>
                  </a:lnTo>
                  <a:lnTo>
                    <a:pt x="427819" y="2466411"/>
                  </a:lnTo>
                  <a:lnTo>
                    <a:pt x="428006" y="2466658"/>
                  </a:lnTo>
                  <a:lnTo>
                    <a:pt x="428193" y="2466905"/>
                  </a:lnTo>
                  <a:lnTo>
                    <a:pt x="428380" y="2467174"/>
                  </a:lnTo>
                  <a:lnTo>
                    <a:pt x="428566" y="2467442"/>
                  </a:lnTo>
                  <a:lnTo>
                    <a:pt x="428753" y="2467711"/>
                  </a:lnTo>
                  <a:lnTo>
                    <a:pt x="428940" y="2467980"/>
                  </a:lnTo>
                  <a:lnTo>
                    <a:pt x="429127" y="2468249"/>
                  </a:lnTo>
                  <a:lnTo>
                    <a:pt x="429314" y="2468518"/>
                  </a:lnTo>
                  <a:lnTo>
                    <a:pt x="429501" y="2468787"/>
                  </a:lnTo>
                  <a:lnTo>
                    <a:pt x="429688" y="2469056"/>
                  </a:lnTo>
                  <a:lnTo>
                    <a:pt x="429875" y="2469325"/>
                  </a:lnTo>
                  <a:lnTo>
                    <a:pt x="430062" y="2469593"/>
                  </a:lnTo>
                  <a:lnTo>
                    <a:pt x="430249" y="2469862"/>
                  </a:lnTo>
                  <a:lnTo>
                    <a:pt x="430436" y="2470131"/>
                  </a:lnTo>
                  <a:lnTo>
                    <a:pt x="430623" y="2470378"/>
                  </a:lnTo>
                  <a:lnTo>
                    <a:pt x="430810" y="2470625"/>
                  </a:lnTo>
                  <a:lnTo>
                    <a:pt x="430996" y="2470853"/>
                  </a:lnTo>
                  <a:lnTo>
                    <a:pt x="431183" y="2470853"/>
                  </a:lnTo>
                  <a:lnTo>
                    <a:pt x="431370" y="2470853"/>
                  </a:lnTo>
                  <a:lnTo>
                    <a:pt x="431557" y="2470853"/>
                  </a:lnTo>
                  <a:lnTo>
                    <a:pt x="431744" y="2470853"/>
                  </a:lnTo>
                  <a:lnTo>
                    <a:pt x="431931" y="2470853"/>
                  </a:lnTo>
                  <a:lnTo>
                    <a:pt x="432118" y="2470853"/>
                  </a:lnTo>
                  <a:lnTo>
                    <a:pt x="432305" y="2470853"/>
                  </a:lnTo>
                  <a:lnTo>
                    <a:pt x="432492" y="2470853"/>
                  </a:lnTo>
                  <a:lnTo>
                    <a:pt x="432679" y="2470853"/>
                  </a:lnTo>
                  <a:lnTo>
                    <a:pt x="432866" y="2470853"/>
                  </a:lnTo>
                  <a:lnTo>
                    <a:pt x="433053" y="2470853"/>
                  </a:lnTo>
                  <a:lnTo>
                    <a:pt x="433239" y="2470853"/>
                  </a:lnTo>
                  <a:lnTo>
                    <a:pt x="433426" y="2470853"/>
                  </a:lnTo>
                  <a:lnTo>
                    <a:pt x="433613" y="2470853"/>
                  </a:lnTo>
                  <a:lnTo>
                    <a:pt x="433800" y="2470853"/>
                  </a:lnTo>
                  <a:lnTo>
                    <a:pt x="433987" y="2470853"/>
                  </a:lnTo>
                  <a:lnTo>
                    <a:pt x="434174" y="2470853"/>
                  </a:lnTo>
                  <a:lnTo>
                    <a:pt x="434361" y="2470853"/>
                  </a:lnTo>
                  <a:lnTo>
                    <a:pt x="434548" y="2470853"/>
                  </a:lnTo>
                  <a:lnTo>
                    <a:pt x="434735" y="2470853"/>
                  </a:lnTo>
                  <a:lnTo>
                    <a:pt x="434922" y="2470853"/>
                  </a:lnTo>
                  <a:lnTo>
                    <a:pt x="435109" y="2470853"/>
                  </a:lnTo>
                  <a:lnTo>
                    <a:pt x="435296" y="2470853"/>
                  </a:lnTo>
                  <a:lnTo>
                    <a:pt x="435483" y="2470853"/>
                  </a:lnTo>
                  <a:lnTo>
                    <a:pt x="435669" y="2470853"/>
                  </a:lnTo>
                  <a:lnTo>
                    <a:pt x="435856" y="2470853"/>
                  </a:lnTo>
                  <a:lnTo>
                    <a:pt x="436043" y="2470853"/>
                  </a:lnTo>
                  <a:lnTo>
                    <a:pt x="436230" y="2470853"/>
                  </a:lnTo>
                  <a:lnTo>
                    <a:pt x="436417" y="2470853"/>
                  </a:lnTo>
                  <a:lnTo>
                    <a:pt x="436604" y="2470853"/>
                  </a:lnTo>
                  <a:lnTo>
                    <a:pt x="436791" y="2470853"/>
                  </a:lnTo>
                  <a:lnTo>
                    <a:pt x="436978" y="2470853"/>
                  </a:lnTo>
                  <a:lnTo>
                    <a:pt x="437165" y="2470853"/>
                  </a:lnTo>
                  <a:lnTo>
                    <a:pt x="437352" y="2470853"/>
                  </a:lnTo>
                  <a:lnTo>
                    <a:pt x="437539" y="2470853"/>
                  </a:lnTo>
                  <a:lnTo>
                    <a:pt x="437726" y="2470853"/>
                  </a:lnTo>
                  <a:lnTo>
                    <a:pt x="437912" y="2470853"/>
                  </a:lnTo>
                  <a:lnTo>
                    <a:pt x="438099" y="2470853"/>
                  </a:lnTo>
                  <a:lnTo>
                    <a:pt x="438286" y="2470853"/>
                  </a:lnTo>
                  <a:lnTo>
                    <a:pt x="438473" y="2470853"/>
                  </a:lnTo>
                  <a:lnTo>
                    <a:pt x="438660" y="2470853"/>
                  </a:lnTo>
                  <a:lnTo>
                    <a:pt x="438847" y="2470853"/>
                  </a:lnTo>
                  <a:lnTo>
                    <a:pt x="439034" y="2470853"/>
                  </a:lnTo>
                  <a:lnTo>
                    <a:pt x="439221" y="2470853"/>
                  </a:lnTo>
                  <a:lnTo>
                    <a:pt x="439408" y="2470853"/>
                  </a:lnTo>
                  <a:lnTo>
                    <a:pt x="439595" y="2470853"/>
                  </a:lnTo>
                  <a:lnTo>
                    <a:pt x="439782" y="2470853"/>
                  </a:lnTo>
                  <a:lnTo>
                    <a:pt x="439969" y="2470853"/>
                  </a:lnTo>
                  <a:lnTo>
                    <a:pt x="440156" y="2470853"/>
                  </a:lnTo>
                  <a:lnTo>
                    <a:pt x="440342" y="2470853"/>
                  </a:lnTo>
                  <a:lnTo>
                    <a:pt x="440529" y="2470853"/>
                  </a:lnTo>
                  <a:lnTo>
                    <a:pt x="440716" y="2470853"/>
                  </a:lnTo>
                  <a:lnTo>
                    <a:pt x="440903" y="2470853"/>
                  </a:lnTo>
                  <a:lnTo>
                    <a:pt x="441090" y="2470853"/>
                  </a:lnTo>
                  <a:lnTo>
                    <a:pt x="441277" y="2470853"/>
                  </a:lnTo>
                  <a:lnTo>
                    <a:pt x="441464" y="2470853"/>
                  </a:lnTo>
                  <a:lnTo>
                    <a:pt x="441651" y="2470853"/>
                  </a:lnTo>
                  <a:lnTo>
                    <a:pt x="441838" y="2470853"/>
                  </a:lnTo>
                  <a:lnTo>
                    <a:pt x="442025" y="2470853"/>
                  </a:lnTo>
                  <a:lnTo>
                    <a:pt x="442212" y="2470853"/>
                  </a:lnTo>
                  <a:lnTo>
                    <a:pt x="442399" y="2470853"/>
                  </a:lnTo>
                  <a:lnTo>
                    <a:pt x="442586" y="2470853"/>
                  </a:lnTo>
                  <a:lnTo>
                    <a:pt x="442772" y="2470853"/>
                  </a:lnTo>
                  <a:lnTo>
                    <a:pt x="442959" y="2470853"/>
                  </a:lnTo>
                  <a:lnTo>
                    <a:pt x="443146" y="2470853"/>
                  </a:lnTo>
                  <a:lnTo>
                    <a:pt x="443333" y="2470853"/>
                  </a:lnTo>
                  <a:lnTo>
                    <a:pt x="443520" y="2470853"/>
                  </a:lnTo>
                  <a:lnTo>
                    <a:pt x="443707" y="2470853"/>
                  </a:lnTo>
                  <a:lnTo>
                    <a:pt x="443894" y="2470960"/>
                  </a:lnTo>
                  <a:lnTo>
                    <a:pt x="444081" y="2471133"/>
                  </a:lnTo>
                  <a:lnTo>
                    <a:pt x="444268" y="2471463"/>
                  </a:lnTo>
                  <a:lnTo>
                    <a:pt x="444434" y="2471758"/>
                  </a:lnTo>
                  <a:lnTo>
                    <a:pt x="467879" y="2471758"/>
                  </a:lnTo>
                  <a:lnTo>
                    <a:pt x="468007" y="2471589"/>
                  </a:lnTo>
                  <a:lnTo>
                    <a:pt x="468194" y="2471342"/>
                  </a:lnTo>
                  <a:lnTo>
                    <a:pt x="468381" y="2471115"/>
                  </a:lnTo>
                  <a:lnTo>
                    <a:pt x="468568" y="2471115"/>
                  </a:lnTo>
                  <a:lnTo>
                    <a:pt x="468754" y="2471115"/>
                  </a:lnTo>
                  <a:lnTo>
                    <a:pt x="468941" y="2471115"/>
                  </a:lnTo>
                  <a:lnTo>
                    <a:pt x="469128" y="2471115"/>
                  </a:lnTo>
                  <a:lnTo>
                    <a:pt x="469315" y="2471115"/>
                  </a:lnTo>
                  <a:lnTo>
                    <a:pt x="469502" y="2471115"/>
                  </a:lnTo>
                  <a:lnTo>
                    <a:pt x="469689" y="2471115"/>
                  </a:lnTo>
                  <a:lnTo>
                    <a:pt x="469876" y="2471115"/>
                  </a:lnTo>
                  <a:lnTo>
                    <a:pt x="470063" y="2471115"/>
                  </a:lnTo>
                  <a:lnTo>
                    <a:pt x="470250" y="2471115"/>
                  </a:lnTo>
                  <a:lnTo>
                    <a:pt x="470437" y="2471115"/>
                  </a:lnTo>
                  <a:lnTo>
                    <a:pt x="470624" y="2471115"/>
                  </a:lnTo>
                  <a:lnTo>
                    <a:pt x="470811" y="2471115"/>
                  </a:lnTo>
                  <a:lnTo>
                    <a:pt x="470997" y="2471115"/>
                  </a:lnTo>
                  <a:lnTo>
                    <a:pt x="471184" y="2471115"/>
                  </a:lnTo>
                  <a:lnTo>
                    <a:pt x="471371" y="2471115"/>
                  </a:lnTo>
                  <a:lnTo>
                    <a:pt x="471558" y="2471115"/>
                  </a:lnTo>
                  <a:lnTo>
                    <a:pt x="471745" y="2471115"/>
                  </a:lnTo>
                  <a:lnTo>
                    <a:pt x="471932" y="2471115"/>
                  </a:lnTo>
                  <a:lnTo>
                    <a:pt x="472119" y="2471115"/>
                  </a:lnTo>
                  <a:lnTo>
                    <a:pt x="472306" y="2471115"/>
                  </a:lnTo>
                  <a:lnTo>
                    <a:pt x="472493" y="2471115"/>
                  </a:lnTo>
                  <a:lnTo>
                    <a:pt x="472680" y="2471115"/>
                  </a:lnTo>
                  <a:lnTo>
                    <a:pt x="472867" y="2471115"/>
                  </a:lnTo>
                  <a:lnTo>
                    <a:pt x="473054" y="2471115"/>
                  </a:lnTo>
                  <a:lnTo>
                    <a:pt x="473241" y="2471115"/>
                  </a:lnTo>
                  <a:lnTo>
                    <a:pt x="473427" y="2471115"/>
                  </a:lnTo>
                  <a:lnTo>
                    <a:pt x="473614" y="2471115"/>
                  </a:lnTo>
                  <a:lnTo>
                    <a:pt x="473801" y="2471115"/>
                  </a:lnTo>
                  <a:lnTo>
                    <a:pt x="473988" y="2471115"/>
                  </a:lnTo>
                  <a:lnTo>
                    <a:pt x="474175" y="2471115"/>
                  </a:lnTo>
                  <a:lnTo>
                    <a:pt x="474362" y="2471115"/>
                  </a:lnTo>
                  <a:lnTo>
                    <a:pt x="474549" y="2471115"/>
                  </a:lnTo>
                  <a:lnTo>
                    <a:pt x="474736" y="2471115"/>
                  </a:lnTo>
                  <a:lnTo>
                    <a:pt x="474923" y="2471115"/>
                  </a:lnTo>
                  <a:lnTo>
                    <a:pt x="475110" y="2471115"/>
                  </a:lnTo>
                  <a:lnTo>
                    <a:pt x="475297" y="2471115"/>
                  </a:lnTo>
                  <a:lnTo>
                    <a:pt x="475484" y="2471115"/>
                  </a:lnTo>
                  <a:lnTo>
                    <a:pt x="475670" y="2471115"/>
                  </a:lnTo>
                  <a:lnTo>
                    <a:pt x="475857" y="2471115"/>
                  </a:lnTo>
                  <a:lnTo>
                    <a:pt x="476044" y="2471115"/>
                  </a:lnTo>
                  <a:lnTo>
                    <a:pt x="476231" y="2471115"/>
                  </a:lnTo>
                  <a:lnTo>
                    <a:pt x="476418" y="2471115"/>
                  </a:lnTo>
                  <a:lnTo>
                    <a:pt x="476605" y="2471115"/>
                  </a:lnTo>
                  <a:lnTo>
                    <a:pt x="476792" y="2471115"/>
                  </a:lnTo>
                  <a:lnTo>
                    <a:pt x="476979" y="2471115"/>
                  </a:lnTo>
                  <a:lnTo>
                    <a:pt x="477166" y="2471115"/>
                  </a:lnTo>
                  <a:lnTo>
                    <a:pt x="477353" y="2471115"/>
                  </a:lnTo>
                  <a:lnTo>
                    <a:pt x="477540" y="2471115"/>
                  </a:lnTo>
                  <a:lnTo>
                    <a:pt x="477727" y="2471115"/>
                  </a:lnTo>
                  <a:lnTo>
                    <a:pt x="477914" y="2471115"/>
                  </a:lnTo>
                  <a:lnTo>
                    <a:pt x="478100" y="2471115"/>
                  </a:lnTo>
                  <a:lnTo>
                    <a:pt x="478287" y="2471115"/>
                  </a:lnTo>
                  <a:lnTo>
                    <a:pt x="478474" y="2471115"/>
                  </a:lnTo>
                  <a:lnTo>
                    <a:pt x="478661" y="2471115"/>
                  </a:lnTo>
                  <a:lnTo>
                    <a:pt x="478848" y="2471115"/>
                  </a:lnTo>
                  <a:lnTo>
                    <a:pt x="479035" y="2471115"/>
                  </a:lnTo>
                  <a:lnTo>
                    <a:pt x="479222" y="2471115"/>
                  </a:lnTo>
                  <a:lnTo>
                    <a:pt x="479409" y="2471115"/>
                  </a:lnTo>
                  <a:lnTo>
                    <a:pt x="479596" y="2471115"/>
                  </a:lnTo>
                  <a:lnTo>
                    <a:pt x="479783" y="2471115"/>
                  </a:lnTo>
                  <a:lnTo>
                    <a:pt x="479970" y="2471115"/>
                  </a:lnTo>
                  <a:lnTo>
                    <a:pt x="480157" y="2471115"/>
                  </a:lnTo>
                  <a:lnTo>
                    <a:pt x="480344" y="2471115"/>
                  </a:lnTo>
                  <a:lnTo>
                    <a:pt x="480530" y="2471115"/>
                  </a:lnTo>
                  <a:lnTo>
                    <a:pt x="480717" y="2471115"/>
                  </a:lnTo>
                  <a:lnTo>
                    <a:pt x="480904" y="2471115"/>
                  </a:lnTo>
                  <a:lnTo>
                    <a:pt x="481091" y="2471115"/>
                  </a:lnTo>
                  <a:lnTo>
                    <a:pt x="481278" y="2471115"/>
                  </a:lnTo>
                  <a:lnTo>
                    <a:pt x="481465" y="2471115"/>
                  </a:lnTo>
                  <a:lnTo>
                    <a:pt x="481652" y="2471115"/>
                  </a:lnTo>
                  <a:lnTo>
                    <a:pt x="481839" y="2471115"/>
                  </a:lnTo>
                  <a:lnTo>
                    <a:pt x="482026" y="2471115"/>
                  </a:lnTo>
                  <a:lnTo>
                    <a:pt x="482213" y="2471115"/>
                  </a:lnTo>
                  <a:lnTo>
                    <a:pt x="482400" y="2471115"/>
                  </a:lnTo>
                  <a:lnTo>
                    <a:pt x="482587" y="2471115"/>
                  </a:lnTo>
                  <a:lnTo>
                    <a:pt x="482773" y="2471115"/>
                  </a:lnTo>
                  <a:lnTo>
                    <a:pt x="482960" y="2471115"/>
                  </a:lnTo>
                  <a:lnTo>
                    <a:pt x="483147" y="2471115"/>
                  </a:lnTo>
                  <a:lnTo>
                    <a:pt x="483334" y="2471115"/>
                  </a:lnTo>
                  <a:lnTo>
                    <a:pt x="483521" y="2471115"/>
                  </a:lnTo>
                  <a:lnTo>
                    <a:pt x="483708" y="2471115"/>
                  </a:lnTo>
                  <a:lnTo>
                    <a:pt x="483895" y="2471115"/>
                  </a:lnTo>
                  <a:lnTo>
                    <a:pt x="484082" y="2471115"/>
                  </a:lnTo>
                  <a:lnTo>
                    <a:pt x="484269" y="2471115"/>
                  </a:lnTo>
                  <a:lnTo>
                    <a:pt x="484456" y="2471115"/>
                  </a:lnTo>
                  <a:lnTo>
                    <a:pt x="484643" y="2471115"/>
                  </a:lnTo>
                  <a:lnTo>
                    <a:pt x="484830" y="2471115"/>
                  </a:lnTo>
                  <a:lnTo>
                    <a:pt x="485017" y="2471115"/>
                  </a:lnTo>
                  <a:lnTo>
                    <a:pt x="485203" y="2471115"/>
                  </a:lnTo>
                  <a:lnTo>
                    <a:pt x="485390" y="2471115"/>
                  </a:lnTo>
                  <a:lnTo>
                    <a:pt x="485577" y="2471115"/>
                  </a:lnTo>
                  <a:lnTo>
                    <a:pt x="485764" y="2471115"/>
                  </a:lnTo>
                  <a:lnTo>
                    <a:pt x="485951" y="2471115"/>
                  </a:lnTo>
                  <a:lnTo>
                    <a:pt x="486138" y="2471115"/>
                  </a:lnTo>
                  <a:lnTo>
                    <a:pt x="486325" y="2471115"/>
                  </a:lnTo>
                  <a:lnTo>
                    <a:pt x="486512" y="2471115"/>
                  </a:lnTo>
                  <a:lnTo>
                    <a:pt x="486699" y="2471115"/>
                  </a:lnTo>
                  <a:lnTo>
                    <a:pt x="486886" y="2471115"/>
                  </a:lnTo>
                  <a:lnTo>
                    <a:pt x="487073" y="2471115"/>
                  </a:lnTo>
                  <a:lnTo>
                    <a:pt x="487260" y="2471115"/>
                  </a:lnTo>
                  <a:lnTo>
                    <a:pt x="487447" y="2471115"/>
                  </a:lnTo>
                  <a:lnTo>
                    <a:pt x="487633" y="2471115"/>
                  </a:lnTo>
                  <a:lnTo>
                    <a:pt x="487820" y="2471115"/>
                  </a:lnTo>
                  <a:lnTo>
                    <a:pt x="488007" y="2471115"/>
                  </a:lnTo>
                  <a:lnTo>
                    <a:pt x="488194" y="2471115"/>
                  </a:lnTo>
                  <a:lnTo>
                    <a:pt x="488381" y="2471115"/>
                  </a:lnTo>
                  <a:lnTo>
                    <a:pt x="488568" y="2471115"/>
                  </a:lnTo>
                  <a:lnTo>
                    <a:pt x="488755" y="2471115"/>
                  </a:lnTo>
                  <a:lnTo>
                    <a:pt x="488942" y="2471115"/>
                  </a:lnTo>
                  <a:lnTo>
                    <a:pt x="489129" y="2471115"/>
                  </a:lnTo>
                  <a:lnTo>
                    <a:pt x="489316" y="2471115"/>
                  </a:lnTo>
                  <a:lnTo>
                    <a:pt x="489503" y="2471115"/>
                  </a:lnTo>
                  <a:lnTo>
                    <a:pt x="489690" y="2471115"/>
                  </a:lnTo>
                  <a:lnTo>
                    <a:pt x="489876" y="2471115"/>
                  </a:lnTo>
                  <a:lnTo>
                    <a:pt x="490063" y="2471115"/>
                  </a:lnTo>
                  <a:lnTo>
                    <a:pt x="490250" y="2471115"/>
                  </a:lnTo>
                  <a:lnTo>
                    <a:pt x="490437" y="2471115"/>
                  </a:lnTo>
                  <a:lnTo>
                    <a:pt x="490624" y="2471115"/>
                  </a:lnTo>
                  <a:lnTo>
                    <a:pt x="490811" y="2471115"/>
                  </a:lnTo>
                  <a:lnTo>
                    <a:pt x="490998" y="2471115"/>
                  </a:lnTo>
                  <a:lnTo>
                    <a:pt x="491185" y="2471115"/>
                  </a:lnTo>
                  <a:lnTo>
                    <a:pt x="491372" y="2471115"/>
                  </a:lnTo>
                  <a:lnTo>
                    <a:pt x="491559" y="2471115"/>
                  </a:lnTo>
                  <a:lnTo>
                    <a:pt x="491746" y="2471115"/>
                  </a:lnTo>
                  <a:lnTo>
                    <a:pt x="491933" y="2471115"/>
                  </a:lnTo>
                  <a:lnTo>
                    <a:pt x="492120" y="2471115"/>
                  </a:lnTo>
                  <a:lnTo>
                    <a:pt x="492306" y="2471115"/>
                  </a:lnTo>
                  <a:lnTo>
                    <a:pt x="492493" y="2471115"/>
                  </a:lnTo>
                  <a:lnTo>
                    <a:pt x="492680" y="2471115"/>
                  </a:lnTo>
                  <a:lnTo>
                    <a:pt x="492867" y="2471115"/>
                  </a:lnTo>
                  <a:lnTo>
                    <a:pt x="493054" y="2471115"/>
                  </a:lnTo>
                  <a:lnTo>
                    <a:pt x="493241" y="2471115"/>
                  </a:lnTo>
                  <a:lnTo>
                    <a:pt x="493428" y="2471115"/>
                  </a:lnTo>
                  <a:lnTo>
                    <a:pt x="493615" y="2471115"/>
                  </a:lnTo>
                  <a:lnTo>
                    <a:pt x="493802" y="2471115"/>
                  </a:lnTo>
                  <a:lnTo>
                    <a:pt x="493989" y="2471115"/>
                  </a:lnTo>
                  <a:lnTo>
                    <a:pt x="494176" y="2471115"/>
                  </a:lnTo>
                  <a:lnTo>
                    <a:pt x="494363" y="2471115"/>
                  </a:lnTo>
                  <a:lnTo>
                    <a:pt x="494549" y="2471115"/>
                  </a:lnTo>
                  <a:lnTo>
                    <a:pt x="494736" y="2471115"/>
                  </a:lnTo>
                  <a:lnTo>
                    <a:pt x="494923" y="2471115"/>
                  </a:lnTo>
                  <a:lnTo>
                    <a:pt x="495110" y="2471115"/>
                  </a:lnTo>
                  <a:lnTo>
                    <a:pt x="495297" y="2471115"/>
                  </a:lnTo>
                  <a:lnTo>
                    <a:pt x="495484" y="2471115"/>
                  </a:lnTo>
                  <a:lnTo>
                    <a:pt x="495671" y="2471115"/>
                  </a:lnTo>
                  <a:lnTo>
                    <a:pt x="495858" y="2471115"/>
                  </a:lnTo>
                  <a:lnTo>
                    <a:pt x="496045" y="2471115"/>
                  </a:lnTo>
                  <a:lnTo>
                    <a:pt x="496232" y="2471115"/>
                  </a:lnTo>
                  <a:lnTo>
                    <a:pt x="496419" y="2471115"/>
                  </a:lnTo>
                  <a:lnTo>
                    <a:pt x="496606" y="2471115"/>
                  </a:lnTo>
                  <a:lnTo>
                    <a:pt x="496793" y="2471115"/>
                  </a:lnTo>
                  <a:lnTo>
                    <a:pt x="496979" y="2471115"/>
                  </a:lnTo>
                  <a:lnTo>
                    <a:pt x="497166" y="2471115"/>
                  </a:lnTo>
                  <a:lnTo>
                    <a:pt x="497353" y="2471115"/>
                  </a:lnTo>
                  <a:lnTo>
                    <a:pt x="497540" y="2471115"/>
                  </a:lnTo>
                  <a:lnTo>
                    <a:pt x="497727" y="2471115"/>
                  </a:lnTo>
                  <a:lnTo>
                    <a:pt x="497914" y="2471115"/>
                  </a:lnTo>
                  <a:lnTo>
                    <a:pt x="498101" y="2471115"/>
                  </a:lnTo>
                  <a:lnTo>
                    <a:pt x="498288" y="2471115"/>
                  </a:lnTo>
                  <a:lnTo>
                    <a:pt x="498475" y="2471115"/>
                  </a:lnTo>
                  <a:lnTo>
                    <a:pt x="498662" y="2471115"/>
                  </a:lnTo>
                  <a:lnTo>
                    <a:pt x="498849" y="2471115"/>
                  </a:lnTo>
                  <a:lnTo>
                    <a:pt x="499036" y="2471106"/>
                  </a:lnTo>
                  <a:lnTo>
                    <a:pt x="499223" y="2470941"/>
                  </a:lnTo>
                  <a:lnTo>
                    <a:pt x="499409" y="2470776"/>
                  </a:lnTo>
                  <a:lnTo>
                    <a:pt x="499596" y="2470479"/>
                  </a:lnTo>
                  <a:lnTo>
                    <a:pt x="499783" y="2470149"/>
                  </a:lnTo>
                  <a:lnTo>
                    <a:pt x="499970" y="2469819"/>
                  </a:lnTo>
                  <a:lnTo>
                    <a:pt x="500157" y="2469489"/>
                  </a:lnTo>
                  <a:lnTo>
                    <a:pt x="500344" y="2469159"/>
                  </a:lnTo>
                  <a:lnTo>
                    <a:pt x="500531" y="2468829"/>
                  </a:lnTo>
                  <a:lnTo>
                    <a:pt x="500718" y="2468499"/>
                  </a:lnTo>
                  <a:lnTo>
                    <a:pt x="500905" y="2468169"/>
                  </a:lnTo>
                  <a:lnTo>
                    <a:pt x="501092" y="2467839"/>
                  </a:lnTo>
                  <a:lnTo>
                    <a:pt x="501279" y="2467812"/>
                  </a:lnTo>
                  <a:lnTo>
                    <a:pt x="501466" y="2467811"/>
                  </a:lnTo>
                  <a:lnTo>
                    <a:pt x="501652" y="2467811"/>
                  </a:lnTo>
                  <a:lnTo>
                    <a:pt x="501839" y="2467816"/>
                  </a:lnTo>
                  <a:lnTo>
                    <a:pt x="502026" y="2467965"/>
                  </a:lnTo>
                  <a:lnTo>
                    <a:pt x="502213" y="2468113"/>
                  </a:lnTo>
                  <a:lnTo>
                    <a:pt x="502400" y="2468358"/>
                  </a:lnTo>
                  <a:lnTo>
                    <a:pt x="502587" y="2468627"/>
                  </a:lnTo>
                  <a:lnTo>
                    <a:pt x="502774" y="2468896"/>
                  </a:lnTo>
                  <a:lnTo>
                    <a:pt x="502961" y="2469165"/>
                  </a:lnTo>
                  <a:lnTo>
                    <a:pt x="503148" y="2469434"/>
                  </a:lnTo>
                  <a:lnTo>
                    <a:pt x="503335" y="2469703"/>
                  </a:lnTo>
                  <a:lnTo>
                    <a:pt x="503522" y="2469972"/>
                  </a:lnTo>
                  <a:lnTo>
                    <a:pt x="503709" y="2470240"/>
                  </a:lnTo>
                  <a:lnTo>
                    <a:pt x="503896" y="2470509"/>
                  </a:lnTo>
                  <a:lnTo>
                    <a:pt x="504082" y="2470756"/>
                  </a:lnTo>
                  <a:lnTo>
                    <a:pt x="504269" y="2471003"/>
                  </a:lnTo>
                  <a:lnTo>
                    <a:pt x="504456" y="2471250"/>
                  </a:lnTo>
                  <a:lnTo>
                    <a:pt x="504643" y="2471478"/>
                  </a:lnTo>
                  <a:lnTo>
                    <a:pt x="504873" y="2471758"/>
                  </a:lnTo>
                  <a:lnTo>
                    <a:pt x="653837" y="2471758"/>
                  </a:lnTo>
                  <a:lnTo>
                    <a:pt x="653993" y="2471084"/>
                  </a:lnTo>
                  <a:lnTo>
                    <a:pt x="654180" y="2470275"/>
                  </a:lnTo>
                  <a:lnTo>
                    <a:pt x="654367" y="2469537"/>
                  </a:lnTo>
                  <a:lnTo>
                    <a:pt x="654554" y="2468971"/>
                  </a:lnTo>
                  <a:lnTo>
                    <a:pt x="654741" y="2468557"/>
                  </a:lnTo>
                  <a:lnTo>
                    <a:pt x="654928" y="2468143"/>
                  </a:lnTo>
                  <a:lnTo>
                    <a:pt x="655114" y="2467800"/>
                  </a:lnTo>
                  <a:lnTo>
                    <a:pt x="655301" y="2467580"/>
                  </a:lnTo>
                  <a:lnTo>
                    <a:pt x="655488" y="2467464"/>
                  </a:lnTo>
                  <a:lnTo>
                    <a:pt x="655675" y="2467399"/>
                  </a:lnTo>
                  <a:lnTo>
                    <a:pt x="655862" y="2467235"/>
                  </a:lnTo>
                  <a:lnTo>
                    <a:pt x="656049" y="2467085"/>
                  </a:lnTo>
                  <a:lnTo>
                    <a:pt x="656236" y="2466816"/>
                  </a:lnTo>
                  <a:lnTo>
                    <a:pt x="656423" y="2466552"/>
                  </a:lnTo>
                  <a:lnTo>
                    <a:pt x="656610" y="2466305"/>
                  </a:lnTo>
                  <a:lnTo>
                    <a:pt x="656797" y="2466305"/>
                  </a:lnTo>
                  <a:lnTo>
                    <a:pt x="656984" y="2466305"/>
                  </a:lnTo>
                  <a:lnTo>
                    <a:pt x="657171" y="2466305"/>
                  </a:lnTo>
                  <a:lnTo>
                    <a:pt x="657357" y="2466305"/>
                  </a:lnTo>
                  <a:lnTo>
                    <a:pt x="657544" y="2466305"/>
                  </a:lnTo>
                  <a:lnTo>
                    <a:pt x="657731" y="2466305"/>
                  </a:lnTo>
                  <a:lnTo>
                    <a:pt x="657918" y="2466305"/>
                  </a:lnTo>
                  <a:lnTo>
                    <a:pt x="658105" y="2466305"/>
                  </a:lnTo>
                  <a:lnTo>
                    <a:pt x="658292" y="2466305"/>
                  </a:lnTo>
                  <a:lnTo>
                    <a:pt x="658479" y="2466305"/>
                  </a:lnTo>
                  <a:lnTo>
                    <a:pt x="658666" y="2466305"/>
                  </a:lnTo>
                  <a:lnTo>
                    <a:pt x="658853" y="2466305"/>
                  </a:lnTo>
                  <a:lnTo>
                    <a:pt x="659040" y="2466305"/>
                  </a:lnTo>
                  <a:lnTo>
                    <a:pt x="659227" y="2466305"/>
                  </a:lnTo>
                  <a:lnTo>
                    <a:pt x="659414" y="2466305"/>
                  </a:lnTo>
                  <a:lnTo>
                    <a:pt x="659601" y="2466305"/>
                  </a:lnTo>
                  <a:lnTo>
                    <a:pt x="659787" y="2466305"/>
                  </a:lnTo>
                  <a:lnTo>
                    <a:pt x="659974" y="2466305"/>
                  </a:lnTo>
                  <a:lnTo>
                    <a:pt x="660161" y="2466305"/>
                  </a:lnTo>
                  <a:lnTo>
                    <a:pt x="660348" y="2466305"/>
                  </a:lnTo>
                  <a:lnTo>
                    <a:pt x="660535" y="2466305"/>
                  </a:lnTo>
                  <a:lnTo>
                    <a:pt x="660722" y="2466305"/>
                  </a:lnTo>
                  <a:lnTo>
                    <a:pt x="660909" y="2466305"/>
                  </a:lnTo>
                  <a:lnTo>
                    <a:pt x="661096" y="2466305"/>
                  </a:lnTo>
                  <a:lnTo>
                    <a:pt x="661283" y="2466305"/>
                  </a:lnTo>
                  <a:lnTo>
                    <a:pt x="661470" y="2466305"/>
                  </a:lnTo>
                  <a:lnTo>
                    <a:pt x="661657" y="2466305"/>
                  </a:lnTo>
                  <a:lnTo>
                    <a:pt x="661844" y="2466305"/>
                  </a:lnTo>
                  <a:lnTo>
                    <a:pt x="662031" y="2466305"/>
                  </a:lnTo>
                  <a:lnTo>
                    <a:pt x="662217" y="2466305"/>
                  </a:lnTo>
                  <a:lnTo>
                    <a:pt x="662404" y="2466305"/>
                  </a:lnTo>
                  <a:lnTo>
                    <a:pt x="662591" y="2466305"/>
                  </a:lnTo>
                  <a:lnTo>
                    <a:pt x="662778" y="2466305"/>
                  </a:lnTo>
                  <a:lnTo>
                    <a:pt x="662965" y="2466305"/>
                  </a:lnTo>
                  <a:lnTo>
                    <a:pt x="663152" y="2466305"/>
                  </a:lnTo>
                  <a:lnTo>
                    <a:pt x="663339" y="2466525"/>
                  </a:lnTo>
                  <a:lnTo>
                    <a:pt x="663526" y="2466772"/>
                  </a:lnTo>
                  <a:lnTo>
                    <a:pt x="663713" y="2467019"/>
                  </a:lnTo>
                  <a:lnTo>
                    <a:pt x="663900" y="2467288"/>
                  </a:lnTo>
                  <a:lnTo>
                    <a:pt x="664087" y="2467557"/>
                  </a:lnTo>
                  <a:lnTo>
                    <a:pt x="664274" y="2467825"/>
                  </a:lnTo>
                  <a:lnTo>
                    <a:pt x="664460" y="2468094"/>
                  </a:lnTo>
                  <a:lnTo>
                    <a:pt x="664647" y="2468363"/>
                  </a:lnTo>
                  <a:lnTo>
                    <a:pt x="664834" y="2468632"/>
                  </a:lnTo>
                  <a:lnTo>
                    <a:pt x="665021" y="2468901"/>
                  </a:lnTo>
                  <a:lnTo>
                    <a:pt x="665208" y="2469170"/>
                  </a:lnTo>
                  <a:lnTo>
                    <a:pt x="665395" y="2469439"/>
                  </a:lnTo>
                  <a:lnTo>
                    <a:pt x="665582" y="2469708"/>
                  </a:lnTo>
                  <a:lnTo>
                    <a:pt x="665769" y="2470130"/>
                  </a:lnTo>
                  <a:lnTo>
                    <a:pt x="665956" y="2470546"/>
                  </a:lnTo>
                  <a:lnTo>
                    <a:pt x="666143" y="2471043"/>
                  </a:lnTo>
                  <a:lnTo>
                    <a:pt x="666330" y="2471540"/>
                  </a:lnTo>
                  <a:lnTo>
                    <a:pt x="666411" y="2471758"/>
                  </a:lnTo>
                  <a:lnTo>
                    <a:pt x="702218" y="2471675"/>
                  </a:lnTo>
                  <a:lnTo>
                    <a:pt x="702405" y="2471083"/>
                  </a:lnTo>
                  <a:lnTo>
                    <a:pt x="702592" y="2470447"/>
                  </a:lnTo>
                  <a:lnTo>
                    <a:pt x="702779" y="2469736"/>
                  </a:lnTo>
                  <a:lnTo>
                    <a:pt x="702966" y="2468970"/>
                  </a:lnTo>
                  <a:lnTo>
                    <a:pt x="703153" y="2467994"/>
                  </a:lnTo>
                  <a:lnTo>
                    <a:pt x="703340" y="2466955"/>
                  </a:lnTo>
                  <a:lnTo>
                    <a:pt x="703527" y="2465696"/>
                  </a:lnTo>
                  <a:lnTo>
                    <a:pt x="703714" y="2464252"/>
                  </a:lnTo>
                  <a:lnTo>
                    <a:pt x="703901" y="2462760"/>
                  </a:lnTo>
                  <a:lnTo>
                    <a:pt x="704088" y="2461128"/>
                  </a:lnTo>
                  <a:lnTo>
                    <a:pt x="704275" y="2459386"/>
                  </a:lnTo>
                  <a:lnTo>
                    <a:pt x="704462" y="2457552"/>
                  </a:lnTo>
                  <a:lnTo>
                    <a:pt x="704648" y="2455728"/>
                  </a:lnTo>
                  <a:lnTo>
                    <a:pt x="704835" y="2454004"/>
                  </a:lnTo>
                  <a:lnTo>
                    <a:pt x="705022" y="2452414"/>
                  </a:lnTo>
                  <a:lnTo>
                    <a:pt x="705209" y="2450875"/>
                  </a:lnTo>
                  <a:lnTo>
                    <a:pt x="705396" y="2449288"/>
                  </a:lnTo>
                  <a:lnTo>
                    <a:pt x="705583" y="2447781"/>
                  </a:lnTo>
                  <a:lnTo>
                    <a:pt x="705770" y="2446183"/>
                  </a:lnTo>
                  <a:lnTo>
                    <a:pt x="705957" y="2444615"/>
                  </a:lnTo>
                  <a:lnTo>
                    <a:pt x="706144" y="2443125"/>
                  </a:lnTo>
                  <a:lnTo>
                    <a:pt x="706331" y="2441851"/>
                  </a:lnTo>
                  <a:lnTo>
                    <a:pt x="706518" y="2440576"/>
                  </a:lnTo>
                  <a:lnTo>
                    <a:pt x="706705" y="2439301"/>
                  </a:lnTo>
                  <a:lnTo>
                    <a:pt x="706891" y="2438338"/>
                  </a:lnTo>
                  <a:lnTo>
                    <a:pt x="707078" y="2437405"/>
                  </a:lnTo>
                  <a:lnTo>
                    <a:pt x="707265" y="2436608"/>
                  </a:lnTo>
                  <a:lnTo>
                    <a:pt x="707452" y="2435756"/>
                  </a:lnTo>
                  <a:lnTo>
                    <a:pt x="707639" y="2434929"/>
                  </a:lnTo>
                  <a:lnTo>
                    <a:pt x="707826" y="2434101"/>
                  </a:lnTo>
                  <a:lnTo>
                    <a:pt x="708013" y="2433260"/>
                  </a:lnTo>
                  <a:lnTo>
                    <a:pt x="708200" y="2432402"/>
                  </a:lnTo>
                  <a:lnTo>
                    <a:pt x="708387" y="2431591"/>
                  </a:lnTo>
                  <a:lnTo>
                    <a:pt x="708574" y="2430835"/>
                  </a:lnTo>
                  <a:lnTo>
                    <a:pt x="708761" y="2430167"/>
                  </a:lnTo>
                  <a:lnTo>
                    <a:pt x="708948" y="2429649"/>
                  </a:lnTo>
                  <a:lnTo>
                    <a:pt x="709135" y="2429134"/>
                  </a:lnTo>
                  <a:lnTo>
                    <a:pt x="709321" y="2428824"/>
                  </a:lnTo>
                  <a:lnTo>
                    <a:pt x="709508" y="2428596"/>
                  </a:lnTo>
                  <a:lnTo>
                    <a:pt x="709695" y="2428419"/>
                  </a:lnTo>
                  <a:lnTo>
                    <a:pt x="709882" y="2428286"/>
                  </a:lnTo>
                  <a:lnTo>
                    <a:pt x="710069" y="2428201"/>
                  </a:lnTo>
                  <a:lnTo>
                    <a:pt x="710256" y="2428226"/>
                  </a:lnTo>
                  <a:lnTo>
                    <a:pt x="710443" y="2428263"/>
                  </a:lnTo>
                  <a:lnTo>
                    <a:pt x="710630" y="2428259"/>
                  </a:lnTo>
                  <a:lnTo>
                    <a:pt x="710817" y="2428242"/>
                  </a:lnTo>
                  <a:lnTo>
                    <a:pt x="711004" y="2428235"/>
                  </a:lnTo>
                  <a:lnTo>
                    <a:pt x="711191" y="2428290"/>
                  </a:lnTo>
                  <a:lnTo>
                    <a:pt x="711378" y="2428385"/>
                  </a:lnTo>
                  <a:lnTo>
                    <a:pt x="711565" y="2428456"/>
                  </a:lnTo>
                  <a:lnTo>
                    <a:pt x="711751" y="2428437"/>
                  </a:lnTo>
                  <a:lnTo>
                    <a:pt x="711938" y="2428451"/>
                  </a:lnTo>
                  <a:lnTo>
                    <a:pt x="712125" y="2428518"/>
                  </a:lnTo>
                  <a:lnTo>
                    <a:pt x="712312" y="2428638"/>
                  </a:lnTo>
                  <a:lnTo>
                    <a:pt x="712499" y="2428759"/>
                  </a:lnTo>
                  <a:lnTo>
                    <a:pt x="712686" y="2428820"/>
                  </a:lnTo>
                  <a:lnTo>
                    <a:pt x="712873" y="2428801"/>
                  </a:lnTo>
                  <a:lnTo>
                    <a:pt x="713060" y="2428713"/>
                  </a:lnTo>
                  <a:lnTo>
                    <a:pt x="713247" y="2428453"/>
                  </a:lnTo>
                  <a:lnTo>
                    <a:pt x="713434" y="2428187"/>
                  </a:lnTo>
                  <a:lnTo>
                    <a:pt x="713621" y="2427636"/>
                  </a:lnTo>
                  <a:lnTo>
                    <a:pt x="713808" y="2426869"/>
                  </a:lnTo>
                  <a:lnTo>
                    <a:pt x="713994" y="2426341"/>
                  </a:lnTo>
                  <a:lnTo>
                    <a:pt x="714181" y="2425845"/>
                  </a:lnTo>
                  <a:lnTo>
                    <a:pt x="714368" y="2425449"/>
                  </a:lnTo>
                  <a:lnTo>
                    <a:pt x="714555" y="2425119"/>
                  </a:lnTo>
                  <a:lnTo>
                    <a:pt x="714742" y="2424855"/>
                  </a:lnTo>
                  <a:lnTo>
                    <a:pt x="714929" y="2424690"/>
                  </a:lnTo>
                  <a:lnTo>
                    <a:pt x="715116" y="2424525"/>
                  </a:lnTo>
                  <a:lnTo>
                    <a:pt x="715303" y="2424360"/>
                  </a:lnTo>
                  <a:lnTo>
                    <a:pt x="715490" y="2424286"/>
                  </a:lnTo>
                  <a:lnTo>
                    <a:pt x="715677" y="2424286"/>
                  </a:lnTo>
                  <a:lnTo>
                    <a:pt x="715864" y="2424286"/>
                  </a:lnTo>
                  <a:lnTo>
                    <a:pt x="716051" y="2424286"/>
                  </a:lnTo>
                  <a:lnTo>
                    <a:pt x="716238" y="2424286"/>
                  </a:lnTo>
                  <a:lnTo>
                    <a:pt x="716424" y="2424286"/>
                  </a:lnTo>
                  <a:lnTo>
                    <a:pt x="716611" y="2424286"/>
                  </a:lnTo>
                  <a:lnTo>
                    <a:pt x="716798" y="2424286"/>
                  </a:lnTo>
                  <a:lnTo>
                    <a:pt x="716985" y="2424286"/>
                  </a:lnTo>
                  <a:lnTo>
                    <a:pt x="717172" y="2424286"/>
                  </a:lnTo>
                  <a:lnTo>
                    <a:pt x="717359" y="2424286"/>
                  </a:lnTo>
                  <a:lnTo>
                    <a:pt x="717546" y="2424286"/>
                  </a:lnTo>
                  <a:lnTo>
                    <a:pt x="717733" y="2424286"/>
                  </a:lnTo>
                  <a:lnTo>
                    <a:pt x="717920" y="2424286"/>
                  </a:lnTo>
                  <a:lnTo>
                    <a:pt x="718107" y="2424286"/>
                  </a:lnTo>
                  <a:lnTo>
                    <a:pt x="718294" y="2424286"/>
                  </a:lnTo>
                  <a:lnTo>
                    <a:pt x="718481" y="2424286"/>
                  </a:lnTo>
                  <a:lnTo>
                    <a:pt x="718668" y="2424286"/>
                  </a:lnTo>
                  <a:lnTo>
                    <a:pt x="718854" y="2424286"/>
                  </a:lnTo>
                  <a:lnTo>
                    <a:pt x="719041" y="2424286"/>
                  </a:lnTo>
                  <a:lnTo>
                    <a:pt x="719228" y="2424286"/>
                  </a:lnTo>
                  <a:lnTo>
                    <a:pt x="719415" y="2424286"/>
                  </a:lnTo>
                  <a:lnTo>
                    <a:pt x="719602" y="2424286"/>
                  </a:lnTo>
                  <a:lnTo>
                    <a:pt x="719789" y="2424286"/>
                  </a:lnTo>
                  <a:lnTo>
                    <a:pt x="719976" y="2424286"/>
                  </a:lnTo>
                  <a:lnTo>
                    <a:pt x="720163" y="2424286"/>
                  </a:lnTo>
                  <a:lnTo>
                    <a:pt x="720350" y="2424286"/>
                  </a:lnTo>
                  <a:lnTo>
                    <a:pt x="720537" y="2424286"/>
                  </a:lnTo>
                  <a:lnTo>
                    <a:pt x="720724" y="2424286"/>
                  </a:lnTo>
                  <a:lnTo>
                    <a:pt x="720911" y="2424286"/>
                  </a:lnTo>
                  <a:lnTo>
                    <a:pt x="721097" y="2424286"/>
                  </a:lnTo>
                  <a:lnTo>
                    <a:pt x="721284" y="2424286"/>
                  </a:lnTo>
                  <a:lnTo>
                    <a:pt x="721471" y="2424286"/>
                  </a:lnTo>
                  <a:lnTo>
                    <a:pt x="721658" y="2424286"/>
                  </a:lnTo>
                  <a:lnTo>
                    <a:pt x="721845" y="2424286"/>
                  </a:lnTo>
                  <a:lnTo>
                    <a:pt x="722032" y="2424286"/>
                  </a:lnTo>
                  <a:lnTo>
                    <a:pt x="722219" y="2424286"/>
                  </a:lnTo>
                  <a:lnTo>
                    <a:pt x="722406" y="2424286"/>
                  </a:lnTo>
                  <a:lnTo>
                    <a:pt x="722593" y="2424220"/>
                  </a:lnTo>
                  <a:lnTo>
                    <a:pt x="722780" y="2423997"/>
                  </a:lnTo>
                  <a:lnTo>
                    <a:pt x="722967" y="2423667"/>
                  </a:lnTo>
                  <a:lnTo>
                    <a:pt x="723154" y="2423634"/>
                  </a:lnTo>
                  <a:lnTo>
                    <a:pt x="723341" y="2423633"/>
                  </a:lnTo>
                  <a:lnTo>
                    <a:pt x="723527" y="2423662"/>
                  </a:lnTo>
                  <a:lnTo>
                    <a:pt x="723714" y="2423690"/>
                  </a:lnTo>
                  <a:lnTo>
                    <a:pt x="723901" y="2423719"/>
                  </a:lnTo>
                  <a:lnTo>
                    <a:pt x="724088" y="2423747"/>
                  </a:lnTo>
                  <a:lnTo>
                    <a:pt x="724275" y="2423776"/>
                  </a:lnTo>
                  <a:lnTo>
                    <a:pt x="724462" y="2423804"/>
                  </a:lnTo>
                  <a:lnTo>
                    <a:pt x="724649" y="2423832"/>
                  </a:lnTo>
                  <a:lnTo>
                    <a:pt x="724836" y="2423861"/>
                  </a:lnTo>
                  <a:lnTo>
                    <a:pt x="725023" y="2423889"/>
                  </a:lnTo>
                  <a:lnTo>
                    <a:pt x="725210" y="2423816"/>
                  </a:lnTo>
                  <a:lnTo>
                    <a:pt x="725397" y="2423805"/>
                  </a:lnTo>
                  <a:lnTo>
                    <a:pt x="725584" y="2424031"/>
                  </a:lnTo>
                  <a:lnTo>
                    <a:pt x="725770" y="2424167"/>
                  </a:lnTo>
                  <a:lnTo>
                    <a:pt x="725957" y="2424037"/>
                  </a:lnTo>
                  <a:lnTo>
                    <a:pt x="726144" y="2423828"/>
                  </a:lnTo>
                  <a:lnTo>
                    <a:pt x="726331" y="2422862"/>
                  </a:lnTo>
                  <a:lnTo>
                    <a:pt x="726518" y="2421872"/>
                  </a:lnTo>
                  <a:lnTo>
                    <a:pt x="726705" y="2420989"/>
                  </a:lnTo>
                  <a:lnTo>
                    <a:pt x="726892" y="2420164"/>
                  </a:lnTo>
                  <a:lnTo>
                    <a:pt x="727079" y="2419339"/>
                  </a:lnTo>
                  <a:lnTo>
                    <a:pt x="727266" y="2418662"/>
                  </a:lnTo>
                  <a:lnTo>
                    <a:pt x="727453" y="2418002"/>
                  </a:lnTo>
                  <a:lnTo>
                    <a:pt x="727640" y="2417342"/>
                  </a:lnTo>
                  <a:lnTo>
                    <a:pt x="727827" y="2416731"/>
                  </a:lnTo>
                  <a:lnTo>
                    <a:pt x="728014" y="2416450"/>
                  </a:lnTo>
                  <a:lnTo>
                    <a:pt x="728200" y="2415805"/>
                  </a:lnTo>
                  <a:lnTo>
                    <a:pt x="728387" y="2415112"/>
                  </a:lnTo>
                  <a:lnTo>
                    <a:pt x="728574" y="2414561"/>
                  </a:lnTo>
                  <a:lnTo>
                    <a:pt x="728761" y="2414389"/>
                  </a:lnTo>
                  <a:lnTo>
                    <a:pt x="728948" y="2414274"/>
                  </a:lnTo>
                  <a:lnTo>
                    <a:pt x="729135" y="2414366"/>
                  </a:lnTo>
                  <a:lnTo>
                    <a:pt x="729322" y="2414359"/>
                  </a:lnTo>
                  <a:lnTo>
                    <a:pt x="729509" y="2414207"/>
                  </a:lnTo>
                  <a:lnTo>
                    <a:pt x="729696" y="2413807"/>
                  </a:lnTo>
                  <a:lnTo>
                    <a:pt x="729883" y="2413358"/>
                  </a:lnTo>
                  <a:lnTo>
                    <a:pt x="730070" y="2412674"/>
                  </a:lnTo>
                  <a:lnTo>
                    <a:pt x="730257" y="2411980"/>
                  </a:lnTo>
                  <a:lnTo>
                    <a:pt x="730444" y="2411287"/>
                  </a:lnTo>
                  <a:lnTo>
                    <a:pt x="730630" y="2410565"/>
                  </a:lnTo>
                  <a:lnTo>
                    <a:pt x="730817" y="2409732"/>
                  </a:lnTo>
                  <a:lnTo>
                    <a:pt x="731004" y="2408839"/>
                  </a:lnTo>
                  <a:lnTo>
                    <a:pt x="731191" y="2408059"/>
                  </a:lnTo>
                  <a:lnTo>
                    <a:pt x="731378" y="2407440"/>
                  </a:lnTo>
                  <a:lnTo>
                    <a:pt x="731565" y="2406780"/>
                  </a:lnTo>
                  <a:lnTo>
                    <a:pt x="731752" y="2406120"/>
                  </a:lnTo>
                  <a:lnTo>
                    <a:pt x="731939" y="2405501"/>
                  </a:lnTo>
                  <a:lnTo>
                    <a:pt x="732126" y="2405006"/>
                  </a:lnTo>
                  <a:lnTo>
                    <a:pt x="732313" y="2404593"/>
                  </a:lnTo>
                  <a:lnTo>
                    <a:pt x="732500" y="2404395"/>
                  </a:lnTo>
                  <a:lnTo>
                    <a:pt x="732687" y="2404246"/>
                  </a:lnTo>
                  <a:lnTo>
                    <a:pt x="732873" y="2404246"/>
                  </a:lnTo>
                  <a:lnTo>
                    <a:pt x="733060" y="2404246"/>
                  </a:lnTo>
                  <a:lnTo>
                    <a:pt x="733247" y="2404246"/>
                  </a:lnTo>
                  <a:lnTo>
                    <a:pt x="733434" y="2404246"/>
                  </a:lnTo>
                  <a:lnTo>
                    <a:pt x="733621" y="2404019"/>
                  </a:lnTo>
                  <a:lnTo>
                    <a:pt x="733808" y="2403772"/>
                  </a:lnTo>
                  <a:lnTo>
                    <a:pt x="733995" y="2403623"/>
                  </a:lnTo>
                  <a:lnTo>
                    <a:pt x="734182" y="2403475"/>
                  </a:lnTo>
                  <a:lnTo>
                    <a:pt x="734369" y="2403326"/>
                  </a:lnTo>
                  <a:lnTo>
                    <a:pt x="734556" y="2403177"/>
                  </a:lnTo>
                  <a:lnTo>
                    <a:pt x="734743" y="2403029"/>
                  </a:lnTo>
                  <a:lnTo>
                    <a:pt x="734930" y="2402701"/>
                  </a:lnTo>
                  <a:lnTo>
                    <a:pt x="735117" y="2402406"/>
                  </a:lnTo>
                  <a:lnTo>
                    <a:pt x="735303" y="2402181"/>
                  </a:lnTo>
                  <a:lnTo>
                    <a:pt x="735490" y="2401995"/>
                  </a:lnTo>
                  <a:lnTo>
                    <a:pt x="735677" y="2402033"/>
                  </a:lnTo>
                  <a:lnTo>
                    <a:pt x="735864" y="2402095"/>
                  </a:lnTo>
                  <a:lnTo>
                    <a:pt x="736051" y="2402158"/>
                  </a:lnTo>
                  <a:lnTo>
                    <a:pt x="736238" y="2402220"/>
                  </a:lnTo>
                  <a:lnTo>
                    <a:pt x="736425" y="2402271"/>
                  </a:lnTo>
                  <a:lnTo>
                    <a:pt x="736612" y="2402346"/>
                  </a:lnTo>
                  <a:lnTo>
                    <a:pt x="736799" y="2402350"/>
                  </a:lnTo>
                  <a:lnTo>
                    <a:pt x="736986" y="2402369"/>
                  </a:lnTo>
                  <a:lnTo>
                    <a:pt x="737173" y="2402810"/>
                  </a:lnTo>
                  <a:lnTo>
                    <a:pt x="737360" y="2403185"/>
                  </a:lnTo>
                  <a:lnTo>
                    <a:pt x="737546" y="2403661"/>
                  </a:lnTo>
                  <a:lnTo>
                    <a:pt x="737733" y="2404342"/>
                  </a:lnTo>
                  <a:lnTo>
                    <a:pt x="737920" y="2405139"/>
                  </a:lnTo>
                  <a:lnTo>
                    <a:pt x="738107" y="2405887"/>
                  </a:lnTo>
                  <a:lnTo>
                    <a:pt x="738294" y="2406497"/>
                  </a:lnTo>
                  <a:lnTo>
                    <a:pt x="738481" y="2406916"/>
                  </a:lnTo>
                  <a:lnTo>
                    <a:pt x="738668" y="2407242"/>
                  </a:lnTo>
                  <a:lnTo>
                    <a:pt x="738855" y="2407396"/>
                  </a:lnTo>
                  <a:lnTo>
                    <a:pt x="739042" y="2407523"/>
                  </a:lnTo>
                  <a:lnTo>
                    <a:pt x="739229" y="2407615"/>
                  </a:lnTo>
                  <a:lnTo>
                    <a:pt x="739416" y="2407876"/>
                  </a:lnTo>
                  <a:lnTo>
                    <a:pt x="739603" y="2408143"/>
                  </a:lnTo>
                  <a:lnTo>
                    <a:pt x="739790" y="2408403"/>
                  </a:lnTo>
                  <a:lnTo>
                    <a:pt x="739976" y="2408720"/>
                  </a:lnTo>
                  <a:lnTo>
                    <a:pt x="740163" y="2409072"/>
                  </a:lnTo>
                  <a:lnTo>
                    <a:pt x="740350" y="2409236"/>
                  </a:lnTo>
                  <a:lnTo>
                    <a:pt x="740537" y="2409437"/>
                  </a:lnTo>
                  <a:lnTo>
                    <a:pt x="740724" y="2409400"/>
                  </a:lnTo>
                  <a:lnTo>
                    <a:pt x="740911" y="2409370"/>
                  </a:lnTo>
                  <a:lnTo>
                    <a:pt x="741098" y="2409492"/>
                  </a:lnTo>
                  <a:lnTo>
                    <a:pt x="741285" y="2409595"/>
                  </a:lnTo>
                  <a:lnTo>
                    <a:pt x="741472" y="2409922"/>
                  </a:lnTo>
                  <a:lnTo>
                    <a:pt x="741659" y="2410507"/>
                  </a:lnTo>
                  <a:lnTo>
                    <a:pt x="741846" y="2411306"/>
                  </a:lnTo>
                  <a:lnTo>
                    <a:pt x="742033" y="2412229"/>
                  </a:lnTo>
                  <a:lnTo>
                    <a:pt x="742220" y="2413127"/>
                  </a:lnTo>
                  <a:lnTo>
                    <a:pt x="742406" y="2413889"/>
                  </a:lnTo>
                  <a:lnTo>
                    <a:pt x="742593" y="2414601"/>
                  </a:lnTo>
                  <a:lnTo>
                    <a:pt x="742780" y="2415361"/>
                  </a:lnTo>
                  <a:lnTo>
                    <a:pt x="742967" y="2416040"/>
                  </a:lnTo>
                  <a:lnTo>
                    <a:pt x="743154" y="2416803"/>
                  </a:lnTo>
                  <a:lnTo>
                    <a:pt x="743341" y="2417625"/>
                  </a:lnTo>
                  <a:lnTo>
                    <a:pt x="743528" y="2418362"/>
                  </a:lnTo>
                  <a:lnTo>
                    <a:pt x="743715" y="2419174"/>
                  </a:lnTo>
                  <a:lnTo>
                    <a:pt x="743902" y="2420036"/>
                  </a:lnTo>
                  <a:lnTo>
                    <a:pt x="744089" y="2421038"/>
                  </a:lnTo>
                  <a:lnTo>
                    <a:pt x="744276" y="2422001"/>
                  </a:lnTo>
                  <a:lnTo>
                    <a:pt x="744463" y="2422934"/>
                  </a:lnTo>
                  <a:lnTo>
                    <a:pt x="744649" y="2423732"/>
                  </a:lnTo>
                  <a:lnTo>
                    <a:pt x="744836" y="2424584"/>
                  </a:lnTo>
                  <a:lnTo>
                    <a:pt x="745023" y="2425411"/>
                  </a:lnTo>
                  <a:lnTo>
                    <a:pt x="745210" y="2426073"/>
                  </a:lnTo>
                  <a:lnTo>
                    <a:pt x="745397" y="2426593"/>
                  </a:lnTo>
                  <a:lnTo>
                    <a:pt x="745584" y="2427121"/>
                  </a:lnTo>
                  <a:lnTo>
                    <a:pt x="745771" y="2427602"/>
                  </a:lnTo>
                  <a:lnTo>
                    <a:pt x="745958" y="2428028"/>
                  </a:lnTo>
                  <a:lnTo>
                    <a:pt x="746145" y="2428366"/>
                  </a:lnTo>
                  <a:lnTo>
                    <a:pt x="746332" y="2428554"/>
                  </a:lnTo>
                  <a:lnTo>
                    <a:pt x="746519" y="2428739"/>
                  </a:lnTo>
                  <a:lnTo>
                    <a:pt x="746706" y="2429012"/>
                  </a:lnTo>
                  <a:lnTo>
                    <a:pt x="746893" y="2429240"/>
                  </a:lnTo>
                  <a:lnTo>
                    <a:pt x="747079" y="2429440"/>
                  </a:lnTo>
                  <a:lnTo>
                    <a:pt x="747266" y="2429600"/>
                  </a:lnTo>
                  <a:lnTo>
                    <a:pt x="747453" y="2429714"/>
                  </a:lnTo>
                  <a:lnTo>
                    <a:pt x="747640" y="2429718"/>
                  </a:lnTo>
                  <a:lnTo>
                    <a:pt x="747827" y="2429709"/>
                  </a:lnTo>
                  <a:lnTo>
                    <a:pt x="748014" y="2429862"/>
                  </a:lnTo>
                  <a:lnTo>
                    <a:pt x="748201" y="2430142"/>
                  </a:lnTo>
                  <a:lnTo>
                    <a:pt x="748388" y="2430417"/>
                  </a:lnTo>
                  <a:lnTo>
                    <a:pt x="748575" y="2430631"/>
                  </a:lnTo>
                  <a:lnTo>
                    <a:pt x="748762" y="2430806"/>
                  </a:lnTo>
                  <a:lnTo>
                    <a:pt x="748949" y="2431003"/>
                  </a:lnTo>
                  <a:lnTo>
                    <a:pt x="749136" y="2431291"/>
                  </a:lnTo>
                  <a:lnTo>
                    <a:pt x="749323" y="2431546"/>
                  </a:lnTo>
                  <a:lnTo>
                    <a:pt x="749509" y="2431744"/>
                  </a:lnTo>
                  <a:lnTo>
                    <a:pt x="749696" y="2431871"/>
                  </a:lnTo>
                  <a:lnTo>
                    <a:pt x="749883" y="2431970"/>
                  </a:lnTo>
                  <a:lnTo>
                    <a:pt x="750070" y="2431909"/>
                  </a:lnTo>
                  <a:lnTo>
                    <a:pt x="750257" y="2431928"/>
                  </a:lnTo>
                  <a:lnTo>
                    <a:pt x="750444" y="2432016"/>
                  </a:lnTo>
                  <a:lnTo>
                    <a:pt x="750631" y="2432276"/>
                  </a:lnTo>
                  <a:lnTo>
                    <a:pt x="750818" y="2432542"/>
                  </a:lnTo>
                  <a:lnTo>
                    <a:pt x="751005" y="2433093"/>
                  </a:lnTo>
                  <a:lnTo>
                    <a:pt x="751192" y="2433860"/>
                  </a:lnTo>
                  <a:lnTo>
                    <a:pt x="751379" y="2434281"/>
                  </a:lnTo>
                  <a:lnTo>
                    <a:pt x="751566" y="2434611"/>
                  </a:lnTo>
                  <a:lnTo>
                    <a:pt x="751752" y="2434842"/>
                  </a:lnTo>
                  <a:lnTo>
                    <a:pt x="751939" y="2435273"/>
                  </a:lnTo>
                  <a:lnTo>
                    <a:pt x="752126" y="2435660"/>
                  </a:lnTo>
                  <a:lnTo>
                    <a:pt x="752313" y="2435948"/>
                  </a:lnTo>
                  <a:lnTo>
                    <a:pt x="752500" y="2436262"/>
                  </a:lnTo>
                  <a:lnTo>
                    <a:pt x="752687" y="2436576"/>
                  </a:lnTo>
                  <a:lnTo>
                    <a:pt x="752874" y="2436799"/>
                  </a:lnTo>
                  <a:lnTo>
                    <a:pt x="753061" y="2436947"/>
                  </a:lnTo>
                  <a:lnTo>
                    <a:pt x="753248" y="2437096"/>
                  </a:lnTo>
                  <a:lnTo>
                    <a:pt x="753435" y="2437245"/>
                  </a:lnTo>
                  <a:lnTo>
                    <a:pt x="753622" y="2437393"/>
                  </a:lnTo>
                  <a:lnTo>
                    <a:pt x="753809" y="2437542"/>
                  </a:lnTo>
                  <a:lnTo>
                    <a:pt x="753996" y="2437691"/>
                  </a:lnTo>
                  <a:lnTo>
                    <a:pt x="754182" y="2437863"/>
                  </a:lnTo>
                  <a:lnTo>
                    <a:pt x="754369" y="2438012"/>
                  </a:lnTo>
                  <a:lnTo>
                    <a:pt x="754556" y="2438161"/>
                  </a:lnTo>
                  <a:lnTo>
                    <a:pt x="754743" y="2438284"/>
                  </a:lnTo>
                  <a:lnTo>
                    <a:pt x="754930" y="2438407"/>
                  </a:lnTo>
                  <a:lnTo>
                    <a:pt x="755117" y="2438507"/>
                  </a:lnTo>
                  <a:lnTo>
                    <a:pt x="755304" y="2438342"/>
                  </a:lnTo>
                  <a:lnTo>
                    <a:pt x="755491" y="2438177"/>
                  </a:lnTo>
                  <a:lnTo>
                    <a:pt x="755678" y="2438012"/>
                  </a:lnTo>
                  <a:lnTo>
                    <a:pt x="755865" y="2437847"/>
                  </a:lnTo>
                  <a:lnTo>
                    <a:pt x="756052" y="2437682"/>
                  </a:lnTo>
                  <a:lnTo>
                    <a:pt x="756239" y="2437517"/>
                  </a:lnTo>
                  <a:lnTo>
                    <a:pt x="756425" y="2437352"/>
                  </a:lnTo>
                  <a:lnTo>
                    <a:pt x="756612" y="2437187"/>
                  </a:lnTo>
                  <a:lnTo>
                    <a:pt x="756799" y="2437022"/>
                  </a:lnTo>
                  <a:lnTo>
                    <a:pt x="756986" y="2436931"/>
                  </a:lnTo>
                  <a:lnTo>
                    <a:pt x="757173" y="2436931"/>
                  </a:lnTo>
                  <a:lnTo>
                    <a:pt x="757360" y="2436931"/>
                  </a:lnTo>
                  <a:lnTo>
                    <a:pt x="757547" y="2436931"/>
                  </a:lnTo>
                  <a:lnTo>
                    <a:pt x="757734" y="2436931"/>
                  </a:lnTo>
                  <a:lnTo>
                    <a:pt x="757921" y="2436931"/>
                  </a:lnTo>
                  <a:lnTo>
                    <a:pt x="758108" y="2436931"/>
                  </a:lnTo>
                  <a:lnTo>
                    <a:pt x="758295" y="2436931"/>
                  </a:lnTo>
                  <a:lnTo>
                    <a:pt x="758482" y="2436931"/>
                  </a:lnTo>
                  <a:lnTo>
                    <a:pt x="758669" y="2436931"/>
                  </a:lnTo>
                  <a:lnTo>
                    <a:pt x="758855" y="2436931"/>
                  </a:lnTo>
                  <a:lnTo>
                    <a:pt x="759042" y="2436931"/>
                  </a:lnTo>
                  <a:lnTo>
                    <a:pt x="759229" y="2436931"/>
                  </a:lnTo>
                  <a:lnTo>
                    <a:pt x="759416" y="2436931"/>
                  </a:lnTo>
                  <a:lnTo>
                    <a:pt x="759603" y="2436907"/>
                  </a:lnTo>
                  <a:lnTo>
                    <a:pt x="759790" y="2436741"/>
                  </a:lnTo>
                  <a:lnTo>
                    <a:pt x="759977" y="2436642"/>
                  </a:lnTo>
                  <a:lnTo>
                    <a:pt x="760164" y="2436700"/>
                  </a:lnTo>
                  <a:lnTo>
                    <a:pt x="760351" y="2436865"/>
                  </a:lnTo>
                  <a:lnTo>
                    <a:pt x="760538" y="2436733"/>
                  </a:lnTo>
                  <a:lnTo>
                    <a:pt x="760725" y="2436569"/>
                  </a:lnTo>
                  <a:lnTo>
                    <a:pt x="760912" y="2436227"/>
                  </a:lnTo>
                  <a:lnTo>
                    <a:pt x="761099" y="2435810"/>
                  </a:lnTo>
                  <a:lnTo>
                    <a:pt x="761285" y="2435287"/>
                  </a:lnTo>
                  <a:lnTo>
                    <a:pt x="761472" y="2434763"/>
                  </a:lnTo>
                  <a:lnTo>
                    <a:pt x="761659" y="2434240"/>
                  </a:lnTo>
                  <a:lnTo>
                    <a:pt x="761846" y="2433716"/>
                  </a:lnTo>
                  <a:lnTo>
                    <a:pt x="762033" y="2433193"/>
                  </a:lnTo>
                  <a:lnTo>
                    <a:pt x="762220" y="2432669"/>
                  </a:lnTo>
                  <a:lnTo>
                    <a:pt x="762407" y="2432170"/>
                  </a:lnTo>
                  <a:lnTo>
                    <a:pt x="762594" y="2431650"/>
                  </a:lnTo>
                  <a:lnTo>
                    <a:pt x="762781" y="2430869"/>
                  </a:lnTo>
                  <a:lnTo>
                    <a:pt x="762968" y="2430015"/>
                  </a:lnTo>
                  <a:lnTo>
                    <a:pt x="763155" y="2429384"/>
                  </a:lnTo>
                  <a:lnTo>
                    <a:pt x="763342" y="2429019"/>
                  </a:lnTo>
                  <a:lnTo>
                    <a:pt x="763528" y="2428733"/>
                  </a:lnTo>
                  <a:lnTo>
                    <a:pt x="763715" y="2429311"/>
                  </a:lnTo>
                  <a:lnTo>
                    <a:pt x="763902" y="2429773"/>
                  </a:lnTo>
                  <a:lnTo>
                    <a:pt x="764089" y="2430268"/>
                  </a:lnTo>
                  <a:lnTo>
                    <a:pt x="764276" y="2430623"/>
                  </a:lnTo>
                  <a:lnTo>
                    <a:pt x="764463" y="2430953"/>
                  </a:lnTo>
                  <a:lnTo>
                    <a:pt x="764650" y="2431283"/>
                  </a:lnTo>
                  <a:lnTo>
                    <a:pt x="764837" y="2431580"/>
                  </a:lnTo>
                  <a:lnTo>
                    <a:pt x="765024" y="2431745"/>
                  </a:lnTo>
                  <a:lnTo>
                    <a:pt x="765211" y="2431877"/>
                  </a:lnTo>
                  <a:lnTo>
                    <a:pt x="765398" y="2432001"/>
                  </a:lnTo>
                  <a:lnTo>
                    <a:pt x="765585" y="2432331"/>
                  </a:lnTo>
                  <a:lnTo>
                    <a:pt x="765772" y="2432603"/>
                  </a:lnTo>
                  <a:lnTo>
                    <a:pt x="765958" y="2432463"/>
                  </a:lnTo>
                  <a:lnTo>
                    <a:pt x="766145" y="2431828"/>
                  </a:lnTo>
                  <a:lnTo>
                    <a:pt x="766332" y="2431110"/>
                  </a:lnTo>
                  <a:lnTo>
                    <a:pt x="766519" y="2430227"/>
                  </a:lnTo>
                  <a:lnTo>
                    <a:pt x="766706" y="2429658"/>
                  </a:lnTo>
                  <a:lnTo>
                    <a:pt x="766893" y="2429245"/>
                  </a:lnTo>
                  <a:lnTo>
                    <a:pt x="767080" y="2429105"/>
                  </a:lnTo>
                  <a:lnTo>
                    <a:pt x="767267" y="2428956"/>
                  </a:lnTo>
                  <a:lnTo>
                    <a:pt x="767454" y="2428956"/>
                  </a:lnTo>
                  <a:lnTo>
                    <a:pt x="767641" y="2428989"/>
                  </a:lnTo>
                  <a:lnTo>
                    <a:pt x="767828" y="2429154"/>
                  </a:lnTo>
                  <a:lnTo>
                    <a:pt x="768015" y="2429220"/>
                  </a:lnTo>
                  <a:lnTo>
                    <a:pt x="768202" y="2429237"/>
                  </a:lnTo>
                  <a:lnTo>
                    <a:pt x="768388" y="2429237"/>
                  </a:lnTo>
                  <a:lnTo>
                    <a:pt x="768575" y="2429237"/>
                  </a:lnTo>
                  <a:lnTo>
                    <a:pt x="768762" y="2429237"/>
                  </a:lnTo>
                  <a:lnTo>
                    <a:pt x="768949" y="2429179"/>
                  </a:lnTo>
                  <a:lnTo>
                    <a:pt x="769136" y="2429014"/>
                  </a:lnTo>
                  <a:lnTo>
                    <a:pt x="769323" y="2428667"/>
                  </a:lnTo>
                  <a:lnTo>
                    <a:pt x="769510" y="2428131"/>
                  </a:lnTo>
                  <a:lnTo>
                    <a:pt x="769697" y="2427388"/>
                  </a:lnTo>
                  <a:lnTo>
                    <a:pt x="769884" y="2426481"/>
                  </a:lnTo>
                  <a:lnTo>
                    <a:pt x="770071" y="2425474"/>
                  </a:lnTo>
                  <a:lnTo>
                    <a:pt x="770258" y="2424319"/>
                  </a:lnTo>
                  <a:lnTo>
                    <a:pt x="770445" y="2423163"/>
                  </a:lnTo>
                  <a:lnTo>
                    <a:pt x="770631" y="2421761"/>
                  </a:lnTo>
                  <a:lnTo>
                    <a:pt x="770818" y="2420407"/>
                  </a:lnTo>
                  <a:lnTo>
                    <a:pt x="771005" y="2419235"/>
                  </a:lnTo>
                  <a:lnTo>
                    <a:pt x="771192" y="2418080"/>
                  </a:lnTo>
                  <a:lnTo>
                    <a:pt x="771379" y="2416925"/>
                  </a:lnTo>
                  <a:lnTo>
                    <a:pt x="771566" y="2415770"/>
                  </a:lnTo>
                  <a:lnTo>
                    <a:pt x="771753" y="2414680"/>
                  </a:lnTo>
                  <a:lnTo>
                    <a:pt x="771940" y="2413690"/>
                  </a:lnTo>
                  <a:lnTo>
                    <a:pt x="772127" y="2412716"/>
                  </a:lnTo>
                  <a:lnTo>
                    <a:pt x="772314" y="2411602"/>
                  </a:lnTo>
                  <a:lnTo>
                    <a:pt x="772501" y="2410612"/>
                  </a:lnTo>
                  <a:lnTo>
                    <a:pt x="772688" y="2409655"/>
                  </a:lnTo>
                  <a:lnTo>
                    <a:pt x="772875" y="2408830"/>
                  </a:lnTo>
                  <a:lnTo>
                    <a:pt x="773061" y="2408005"/>
                  </a:lnTo>
                  <a:lnTo>
                    <a:pt x="773248" y="2407180"/>
                  </a:lnTo>
                  <a:lnTo>
                    <a:pt x="773435" y="2406602"/>
                  </a:lnTo>
                  <a:lnTo>
                    <a:pt x="773622" y="2406107"/>
                  </a:lnTo>
                  <a:lnTo>
                    <a:pt x="773809" y="2405521"/>
                  </a:lnTo>
                  <a:lnTo>
                    <a:pt x="773996" y="2404861"/>
                  </a:lnTo>
                  <a:lnTo>
                    <a:pt x="774183" y="2404201"/>
                  </a:lnTo>
                  <a:lnTo>
                    <a:pt x="774370" y="2403540"/>
                  </a:lnTo>
                  <a:lnTo>
                    <a:pt x="774557" y="2402789"/>
                  </a:lnTo>
                  <a:lnTo>
                    <a:pt x="774744" y="2402029"/>
                  </a:lnTo>
                  <a:lnTo>
                    <a:pt x="774931" y="2401389"/>
                  </a:lnTo>
                  <a:lnTo>
                    <a:pt x="775118" y="2400742"/>
                  </a:lnTo>
                  <a:lnTo>
                    <a:pt x="775304" y="2400091"/>
                  </a:lnTo>
                  <a:lnTo>
                    <a:pt x="775491" y="2399333"/>
                  </a:lnTo>
                  <a:lnTo>
                    <a:pt x="775678" y="2398518"/>
                  </a:lnTo>
                  <a:lnTo>
                    <a:pt x="775865" y="2397731"/>
                  </a:lnTo>
                  <a:lnTo>
                    <a:pt x="776052" y="2397021"/>
                  </a:lnTo>
                  <a:lnTo>
                    <a:pt x="776239" y="2396396"/>
                  </a:lnTo>
                  <a:lnTo>
                    <a:pt x="776426" y="2395844"/>
                  </a:lnTo>
                  <a:lnTo>
                    <a:pt x="776613" y="2395459"/>
                  </a:lnTo>
                  <a:lnTo>
                    <a:pt x="776800" y="2395191"/>
                  </a:lnTo>
                  <a:lnTo>
                    <a:pt x="776987" y="2394923"/>
                  </a:lnTo>
                  <a:lnTo>
                    <a:pt x="777174" y="2394655"/>
                  </a:lnTo>
                  <a:lnTo>
                    <a:pt x="777361" y="2394376"/>
                  </a:lnTo>
                  <a:lnTo>
                    <a:pt x="777548" y="2394136"/>
                  </a:lnTo>
                  <a:lnTo>
                    <a:pt x="777734" y="2394138"/>
                  </a:lnTo>
                  <a:lnTo>
                    <a:pt x="777921" y="2394268"/>
                  </a:lnTo>
                  <a:lnTo>
                    <a:pt x="778108" y="2394763"/>
                  </a:lnTo>
                  <a:lnTo>
                    <a:pt x="778295" y="2395498"/>
                  </a:lnTo>
                  <a:lnTo>
                    <a:pt x="778482" y="2396323"/>
                  </a:lnTo>
                  <a:lnTo>
                    <a:pt x="778669" y="2397214"/>
                  </a:lnTo>
                  <a:lnTo>
                    <a:pt x="778856" y="2398023"/>
                  </a:lnTo>
                  <a:lnTo>
                    <a:pt x="779043" y="2398683"/>
                  </a:lnTo>
                  <a:lnTo>
                    <a:pt x="779230" y="2399219"/>
                  </a:lnTo>
                  <a:lnTo>
                    <a:pt x="779417" y="2399624"/>
                  </a:lnTo>
                  <a:lnTo>
                    <a:pt x="779604" y="2399954"/>
                  </a:lnTo>
                  <a:lnTo>
                    <a:pt x="779791" y="2400284"/>
                  </a:lnTo>
                  <a:lnTo>
                    <a:pt x="779978" y="2400482"/>
                  </a:lnTo>
                  <a:lnTo>
                    <a:pt x="780164" y="2400647"/>
                  </a:lnTo>
                  <a:lnTo>
                    <a:pt x="780351" y="2400812"/>
                  </a:lnTo>
                  <a:lnTo>
                    <a:pt x="780538" y="2400977"/>
                  </a:lnTo>
                  <a:lnTo>
                    <a:pt x="780725" y="2401142"/>
                  </a:lnTo>
                  <a:lnTo>
                    <a:pt x="780912" y="2401307"/>
                  </a:lnTo>
                  <a:lnTo>
                    <a:pt x="781099" y="2401340"/>
                  </a:lnTo>
                  <a:lnTo>
                    <a:pt x="781286" y="2401340"/>
                  </a:lnTo>
                  <a:lnTo>
                    <a:pt x="781473" y="2401224"/>
                  </a:lnTo>
                  <a:lnTo>
                    <a:pt x="781660" y="2401059"/>
                  </a:lnTo>
                  <a:lnTo>
                    <a:pt x="781847" y="2400894"/>
                  </a:lnTo>
                  <a:lnTo>
                    <a:pt x="782034" y="2400614"/>
                  </a:lnTo>
                  <a:lnTo>
                    <a:pt x="782221" y="2400284"/>
                  </a:lnTo>
                  <a:lnTo>
                    <a:pt x="782407" y="2399954"/>
                  </a:lnTo>
                  <a:lnTo>
                    <a:pt x="782594" y="2399789"/>
                  </a:lnTo>
                  <a:lnTo>
                    <a:pt x="782781" y="2399912"/>
                  </a:lnTo>
                  <a:lnTo>
                    <a:pt x="782968" y="2400077"/>
                  </a:lnTo>
                  <a:lnTo>
                    <a:pt x="783155" y="2400242"/>
                  </a:lnTo>
                  <a:lnTo>
                    <a:pt x="783342" y="2400407"/>
                  </a:lnTo>
                  <a:lnTo>
                    <a:pt x="783529" y="2400572"/>
                  </a:lnTo>
                  <a:lnTo>
                    <a:pt x="783716" y="2400738"/>
                  </a:lnTo>
                  <a:lnTo>
                    <a:pt x="783903" y="2400903"/>
                  </a:lnTo>
                  <a:lnTo>
                    <a:pt x="784090" y="2400774"/>
                  </a:lnTo>
                  <a:lnTo>
                    <a:pt x="784277" y="2400610"/>
                  </a:lnTo>
                  <a:lnTo>
                    <a:pt x="784464" y="2400421"/>
                  </a:lnTo>
                  <a:lnTo>
                    <a:pt x="784651" y="2400228"/>
                  </a:lnTo>
                  <a:lnTo>
                    <a:pt x="784837" y="2400150"/>
                  </a:lnTo>
                  <a:lnTo>
                    <a:pt x="785024" y="2400122"/>
                  </a:lnTo>
                  <a:lnTo>
                    <a:pt x="785211" y="2400093"/>
                  </a:lnTo>
                  <a:lnTo>
                    <a:pt x="785398" y="2399945"/>
                  </a:lnTo>
                  <a:lnTo>
                    <a:pt x="785585" y="2399682"/>
                  </a:lnTo>
                  <a:lnTo>
                    <a:pt x="785772" y="2399413"/>
                  </a:lnTo>
                  <a:lnTo>
                    <a:pt x="785959" y="2399144"/>
                  </a:lnTo>
                  <a:lnTo>
                    <a:pt x="786146" y="2398875"/>
                  </a:lnTo>
                  <a:lnTo>
                    <a:pt x="786333" y="2398606"/>
                  </a:lnTo>
                  <a:lnTo>
                    <a:pt x="786520" y="2398337"/>
                  </a:lnTo>
                  <a:lnTo>
                    <a:pt x="786707" y="2398068"/>
                  </a:lnTo>
                  <a:lnTo>
                    <a:pt x="786894" y="2397803"/>
                  </a:lnTo>
                  <a:lnTo>
                    <a:pt x="787081" y="2397556"/>
                  </a:lnTo>
                  <a:lnTo>
                    <a:pt x="787267" y="2397336"/>
                  </a:lnTo>
                  <a:lnTo>
                    <a:pt x="787454" y="2397336"/>
                  </a:lnTo>
                  <a:lnTo>
                    <a:pt x="787641" y="2397336"/>
                  </a:lnTo>
                  <a:lnTo>
                    <a:pt x="787828" y="2397336"/>
                  </a:lnTo>
                  <a:lnTo>
                    <a:pt x="788015" y="2397336"/>
                  </a:lnTo>
                  <a:lnTo>
                    <a:pt x="788202" y="2397336"/>
                  </a:lnTo>
                  <a:lnTo>
                    <a:pt x="788389" y="2397336"/>
                  </a:lnTo>
                  <a:lnTo>
                    <a:pt x="788576" y="2397336"/>
                  </a:lnTo>
                  <a:lnTo>
                    <a:pt x="788763" y="2397444"/>
                  </a:lnTo>
                  <a:lnTo>
                    <a:pt x="788950" y="2397609"/>
                  </a:lnTo>
                  <a:lnTo>
                    <a:pt x="789137" y="2397774"/>
                  </a:lnTo>
                  <a:lnTo>
                    <a:pt x="789324" y="2397673"/>
                  </a:lnTo>
                  <a:lnTo>
                    <a:pt x="789510" y="2397550"/>
                  </a:lnTo>
                  <a:lnTo>
                    <a:pt x="789697" y="2397427"/>
                  </a:lnTo>
                  <a:lnTo>
                    <a:pt x="789884" y="2397278"/>
                  </a:lnTo>
                  <a:lnTo>
                    <a:pt x="790071" y="2397129"/>
                  </a:lnTo>
                  <a:lnTo>
                    <a:pt x="790258" y="2396981"/>
                  </a:lnTo>
                  <a:lnTo>
                    <a:pt x="790445" y="2396832"/>
                  </a:lnTo>
                  <a:lnTo>
                    <a:pt x="790632" y="2396683"/>
                  </a:lnTo>
                  <a:lnTo>
                    <a:pt x="790819" y="2396395"/>
                  </a:lnTo>
                  <a:lnTo>
                    <a:pt x="791006" y="2395883"/>
                  </a:lnTo>
                  <a:lnTo>
                    <a:pt x="791193" y="2395239"/>
                  </a:lnTo>
                  <a:lnTo>
                    <a:pt x="791380" y="2394496"/>
                  </a:lnTo>
                  <a:lnTo>
                    <a:pt x="791567" y="2393663"/>
                  </a:lnTo>
                  <a:lnTo>
                    <a:pt x="791754" y="2392698"/>
                  </a:lnTo>
                  <a:lnTo>
                    <a:pt x="791940" y="2391724"/>
                  </a:lnTo>
                  <a:lnTo>
                    <a:pt x="792127" y="2390776"/>
                  </a:lnTo>
                  <a:lnTo>
                    <a:pt x="792314" y="2389827"/>
                  </a:lnTo>
                  <a:lnTo>
                    <a:pt x="792501" y="2388902"/>
                  </a:lnTo>
                  <a:lnTo>
                    <a:pt x="792688" y="2388241"/>
                  </a:lnTo>
                  <a:lnTo>
                    <a:pt x="792875" y="2387441"/>
                  </a:lnTo>
                  <a:lnTo>
                    <a:pt x="793062" y="2386319"/>
                  </a:lnTo>
                  <a:lnTo>
                    <a:pt x="793249" y="2385164"/>
                  </a:lnTo>
                  <a:lnTo>
                    <a:pt x="793436" y="2384008"/>
                  </a:lnTo>
                  <a:lnTo>
                    <a:pt x="793623" y="2382993"/>
                  </a:lnTo>
                  <a:lnTo>
                    <a:pt x="793810" y="2382201"/>
                  </a:lnTo>
                  <a:lnTo>
                    <a:pt x="793997" y="2381541"/>
                  </a:lnTo>
                  <a:lnTo>
                    <a:pt x="794183" y="2380980"/>
                  </a:lnTo>
                  <a:lnTo>
                    <a:pt x="794370" y="2380410"/>
                  </a:lnTo>
                  <a:lnTo>
                    <a:pt x="794557" y="2379907"/>
                  </a:lnTo>
                  <a:lnTo>
                    <a:pt x="794744" y="2379412"/>
                  </a:lnTo>
                  <a:lnTo>
                    <a:pt x="794931" y="2378917"/>
                  </a:lnTo>
                  <a:lnTo>
                    <a:pt x="795118" y="2378405"/>
                  </a:lnTo>
                  <a:lnTo>
                    <a:pt x="795305" y="2377745"/>
                  </a:lnTo>
                  <a:lnTo>
                    <a:pt x="795492" y="2377085"/>
                  </a:lnTo>
                  <a:lnTo>
                    <a:pt x="795679" y="2376565"/>
                  </a:lnTo>
                  <a:lnTo>
                    <a:pt x="795866" y="2376367"/>
                  </a:lnTo>
                  <a:lnTo>
                    <a:pt x="796053" y="2376202"/>
                  </a:lnTo>
                  <a:lnTo>
                    <a:pt x="796240" y="2376037"/>
                  </a:lnTo>
                  <a:lnTo>
                    <a:pt x="796427" y="2375872"/>
                  </a:lnTo>
                  <a:lnTo>
                    <a:pt x="796613" y="2375707"/>
                  </a:lnTo>
                  <a:lnTo>
                    <a:pt x="796800" y="2375542"/>
                  </a:lnTo>
                  <a:lnTo>
                    <a:pt x="796987" y="2375402"/>
                  </a:lnTo>
                  <a:lnTo>
                    <a:pt x="797174" y="2375402"/>
                  </a:lnTo>
                  <a:lnTo>
                    <a:pt x="797361" y="2375402"/>
                  </a:lnTo>
                  <a:lnTo>
                    <a:pt x="797548" y="2375402"/>
                  </a:lnTo>
                  <a:lnTo>
                    <a:pt x="797735" y="2375402"/>
                  </a:lnTo>
                  <a:lnTo>
                    <a:pt x="797922" y="2375418"/>
                  </a:lnTo>
                  <a:lnTo>
                    <a:pt x="798109" y="2375583"/>
                  </a:lnTo>
                  <a:lnTo>
                    <a:pt x="798296" y="2375897"/>
                  </a:lnTo>
                  <a:lnTo>
                    <a:pt x="798483" y="2376285"/>
                  </a:lnTo>
                  <a:lnTo>
                    <a:pt x="798670" y="2376780"/>
                  </a:lnTo>
                  <a:lnTo>
                    <a:pt x="798857" y="2377275"/>
                  </a:lnTo>
                  <a:lnTo>
                    <a:pt x="799043" y="2377770"/>
                  </a:lnTo>
                  <a:lnTo>
                    <a:pt x="799230" y="2378265"/>
                  </a:lnTo>
                  <a:lnTo>
                    <a:pt x="799417" y="2378760"/>
                  </a:lnTo>
                  <a:lnTo>
                    <a:pt x="799604" y="2379255"/>
                  </a:lnTo>
                  <a:lnTo>
                    <a:pt x="799791" y="2379726"/>
                  </a:lnTo>
                  <a:lnTo>
                    <a:pt x="799978" y="2380320"/>
                  </a:lnTo>
                  <a:lnTo>
                    <a:pt x="800165" y="2381145"/>
                  </a:lnTo>
                  <a:lnTo>
                    <a:pt x="800352" y="2381970"/>
                  </a:lnTo>
                  <a:lnTo>
                    <a:pt x="800539" y="2382795"/>
                  </a:lnTo>
                  <a:lnTo>
                    <a:pt x="800726" y="2383620"/>
                  </a:lnTo>
                  <a:lnTo>
                    <a:pt x="800913" y="2384297"/>
                  </a:lnTo>
                  <a:lnTo>
                    <a:pt x="801100" y="2384850"/>
                  </a:lnTo>
                  <a:lnTo>
                    <a:pt x="801286" y="2385543"/>
                  </a:lnTo>
                  <a:lnTo>
                    <a:pt x="801473" y="2386203"/>
                  </a:lnTo>
                  <a:lnTo>
                    <a:pt x="801660" y="2387004"/>
                  </a:lnTo>
                  <a:lnTo>
                    <a:pt x="801847" y="2387829"/>
                  </a:lnTo>
                  <a:lnTo>
                    <a:pt x="802034" y="2388522"/>
                  </a:lnTo>
                  <a:lnTo>
                    <a:pt x="802221" y="2389215"/>
                  </a:lnTo>
                  <a:lnTo>
                    <a:pt x="802408" y="2390040"/>
                  </a:lnTo>
                  <a:lnTo>
                    <a:pt x="802595" y="2390899"/>
                  </a:lnTo>
                  <a:lnTo>
                    <a:pt x="802782" y="2391625"/>
                  </a:lnTo>
                  <a:lnTo>
                    <a:pt x="802969" y="2392120"/>
                  </a:lnTo>
                  <a:lnTo>
                    <a:pt x="803156" y="2392615"/>
                  </a:lnTo>
                  <a:lnTo>
                    <a:pt x="803343" y="2393110"/>
                  </a:lnTo>
                  <a:lnTo>
                    <a:pt x="803530" y="2393630"/>
                  </a:lnTo>
                  <a:lnTo>
                    <a:pt x="803716" y="2394199"/>
                  </a:lnTo>
                  <a:lnTo>
                    <a:pt x="803903" y="2394447"/>
                  </a:lnTo>
                  <a:lnTo>
                    <a:pt x="804090" y="2394356"/>
                  </a:lnTo>
                  <a:lnTo>
                    <a:pt x="804277" y="2394191"/>
                  </a:lnTo>
                  <a:lnTo>
                    <a:pt x="804464" y="2393968"/>
                  </a:lnTo>
                  <a:lnTo>
                    <a:pt x="804651" y="2393754"/>
                  </a:lnTo>
                  <a:lnTo>
                    <a:pt x="804838" y="2393556"/>
                  </a:lnTo>
                  <a:lnTo>
                    <a:pt x="805025" y="2393358"/>
                  </a:lnTo>
                  <a:lnTo>
                    <a:pt x="805212" y="2393003"/>
                  </a:lnTo>
                  <a:lnTo>
                    <a:pt x="805399" y="2392607"/>
                  </a:lnTo>
                  <a:lnTo>
                    <a:pt x="805586" y="2392260"/>
                  </a:lnTo>
                  <a:lnTo>
                    <a:pt x="805773" y="2391930"/>
                  </a:lnTo>
                  <a:lnTo>
                    <a:pt x="805960" y="2391600"/>
                  </a:lnTo>
                  <a:lnTo>
                    <a:pt x="806146" y="2391138"/>
                  </a:lnTo>
                  <a:lnTo>
                    <a:pt x="806333" y="2390808"/>
                  </a:lnTo>
                  <a:lnTo>
                    <a:pt x="806520" y="2390552"/>
                  </a:lnTo>
                  <a:lnTo>
                    <a:pt x="806707" y="2390733"/>
                  </a:lnTo>
                  <a:lnTo>
                    <a:pt x="806894" y="2391105"/>
                  </a:lnTo>
                  <a:lnTo>
                    <a:pt x="807081" y="2391600"/>
                  </a:lnTo>
                  <a:lnTo>
                    <a:pt x="807268" y="2392046"/>
                  </a:lnTo>
                  <a:lnTo>
                    <a:pt x="807455" y="2392590"/>
                  </a:lnTo>
                  <a:lnTo>
                    <a:pt x="807642" y="2393176"/>
                  </a:lnTo>
                  <a:lnTo>
                    <a:pt x="807829" y="2393671"/>
                  </a:lnTo>
                  <a:lnTo>
                    <a:pt x="808016" y="2394282"/>
                  </a:lnTo>
                  <a:lnTo>
                    <a:pt x="808203" y="2394719"/>
                  </a:lnTo>
                  <a:lnTo>
                    <a:pt x="808389" y="2394901"/>
                  </a:lnTo>
                  <a:lnTo>
                    <a:pt x="808576" y="2394983"/>
                  </a:lnTo>
                  <a:lnTo>
                    <a:pt x="808763" y="2394983"/>
                  </a:lnTo>
                  <a:lnTo>
                    <a:pt x="808950" y="2395115"/>
                  </a:lnTo>
                  <a:lnTo>
                    <a:pt x="809137" y="2395222"/>
                  </a:lnTo>
                  <a:lnTo>
                    <a:pt x="809324" y="2395388"/>
                  </a:lnTo>
                  <a:lnTo>
                    <a:pt x="809511" y="2395503"/>
                  </a:lnTo>
                  <a:lnTo>
                    <a:pt x="809698" y="2395627"/>
                  </a:lnTo>
                  <a:lnTo>
                    <a:pt x="809885" y="2395627"/>
                  </a:lnTo>
                  <a:lnTo>
                    <a:pt x="810072" y="2395594"/>
                  </a:lnTo>
                  <a:lnTo>
                    <a:pt x="810259" y="2395214"/>
                  </a:lnTo>
                  <a:lnTo>
                    <a:pt x="810446" y="2394793"/>
                  </a:lnTo>
                  <a:lnTo>
                    <a:pt x="810633" y="2394956"/>
                  </a:lnTo>
                  <a:lnTo>
                    <a:pt x="810819" y="2395032"/>
                  </a:lnTo>
                  <a:lnTo>
                    <a:pt x="811006" y="2395207"/>
                  </a:lnTo>
                  <a:lnTo>
                    <a:pt x="811193" y="2395460"/>
                  </a:lnTo>
                  <a:lnTo>
                    <a:pt x="811380" y="2395848"/>
                  </a:lnTo>
                  <a:lnTo>
                    <a:pt x="811567" y="2396296"/>
                  </a:lnTo>
                  <a:lnTo>
                    <a:pt x="811754" y="2396745"/>
                  </a:lnTo>
                  <a:lnTo>
                    <a:pt x="811941" y="2396940"/>
                  </a:lnTo>
                  <a:lnTo>
                    <a:pt x="812128" y="2397103"/>
                  </a:lnTo>
                  <a:lnTo>
                    <a:pt x="812315" y="2397166"/>
                  </a:lnTo>
                  <a:lnTo>
                    <a:pt x="812502" y="2397227"/>
                  </a:lnTo>
                  <a:lnTo>
                    <a:pt x="812689" y="2397345"/>
                  </a:lnTo>
                  <a:lnTo>
                    <a:pt x="812876" y="2397570"/>
                  </a:lnTo>
                  <a:lnTo>
                    <a:pt x="813062" y="2398009"/>
                  </a:lnTo>
                  <a:lnTo>
                    <a:pt x="813249" y="2398533"/>
                  </a:lnTo>
                  <a:lnTo>
                    <a:pt x="813436" y="2398984"/>
                  </a:lnTo>
                  <a:lnTo>
                    <a:pt x="813623" y="2399319"/>
                  </a:lnTo>
                  <a:lnTo>
                    <a:pt x="813810" y="2399302"/>
                  </a:lnTo>
                  <a:lnTo>
                    <a:pt x="813997" y="2399211"/>
                  </a:lnTo>
                  <a:lnTo>
                    <a:pt x="814184" y="2399046"/>
                  </a:lnTo>
                  <a:lnTo>
                    <a:pt x="814371" y="2398881"/>
                  </a:lnTo>
                  <a:lnTo>
                    <a:pt x="814558" y="2398559"/>
                  </a:lnTo>
                  <a:lnTo>
                    <a:pt x="814745" y="2398386"/>
                  </a:lnTo>
                  <a:lnTo>
                    <a:pt x="814932" y="2398056"/>
                  </a:lnTo>
                  <a:lnTo>
                    <a:pt x="815119" y="2397726"/>
                  </a:lnTo>
                  <a:lnTo>
                    <a:pt x="815306" y="2397289"/>
                  </a:lnTo>
                  <a:lnTo>
                    <a:pt x="815492" y="2396793"/>
                  </a:lnTo>
                  <a:lnTo>
                    <a:pt x="815679" y="2396092"/>
                  </a:lnTo>
                  <a:lnTo>
                    <a:pt x="815866" y="2395267"/>
                  </a:lnTo>
                  <a:lnTo>
                    <a:pt x="816053" y="2394442"/>
                  </a:lnTo>
                  <a:lnTo>
                    <a:pt x="816240" y="2393674"/>
                  </a:lnTo>
                  <a:lnTo>
                    <a:pt x="816427" y="2393014"/>
                  </a:lnTo>
                  <a:lnTo>
                    <a:pt x="816614" y="2392445"/>
                  </a:lnTo>
                  <a:lnTo>
                    <a:pt x="816801" y="2391950"/>
                  </a:lnTo>
                  <a:lnTo>
                    <a:pt x="816988" y="2391455"/>
                  </a:lnTo>
                  <a:lnTo>
                    <a:pt x="817175" y="2390959"/>
                  </a:lnTo>
                  <a:lnTo>
                    <a:pt x="817362" y="2390753"/>
                  </a:lnTo>
                  <a:lnTo>
                    <a:pt x="817549" y="2390497"/>
                  </a:lnTo>
                  <a:lnTo>
                    <a:pt x="817736" y="2390332"/>
                  </a:lnTo>
                  <a:lnTo>
                    <a:pt x="817922" y="2390118"/>
                  </a:lnTo>
                  <a:lnTo>
                    <a:pt x="818109" y="2389788"/>
                  </a:lnTo>
                  <a:lnTo>
                    <a:pt x="818296" y="2389458"/>
                  </a:lnTo>
                  <a:lnTo>
                    <a:pt x="818483" y="2389227"/>
                  </a:lnTo>
                  <a:lnTo>
                    <a:pt x="818670" y="2389061"/>
                  </a:lnTo>
                  <a:lnTo>
                    <a:pt x="818857" y="2388896"/>
                  </a:lnTo>
                  <a:lnTo>
                    <a:pt x="819044" y="2388731"/>
                  </a:lnTo>
                  <a:lnTo>
                    <a:pt x="819231" y="2388566"/>
                  </a:lnTo>
                  <a:lnTo>
                    <a:pt x="819418" y="2388517"/>
                  </a:lnTo>
                  <a:lnTo>
                    <a:pt x="819605" y="2388410"/>
                  </a:lnTo>
                  <a:lnTo>
                    <a:pt x="819792" y="2388080"/>
                  </a:lnTo>
                  <a:lnTo>
                    <a:pt x="819979" y="2387749"/>
                  </a:lnTo>
                  <a:lnTo>
                    <a:pt x="820165" y="2387287"/>
                  </a:lnTo>
                  <a:lnTo>
                    <a:pt x="820352" y="2386891"/>
                  </a:lnTo>
                  <a:lnTo>
                    <a:pt x="820539" y="2386561"/>
                  </a:lnTo>
                  <a:lnTo>
                    <a:pt x="820726" y="2386281"/>
                  </a:lnTo>
                  <a:lnTo>
                    <a:pt x="820913" y="2386116"/>
                  </a:lnTo>
                  <a:lnTo>
                    <a:pt x="821100" y="2385794"/>
                  </a:lnTo>
                  <a:lnTo>
                    <a:pt x="821287" y="2385464"/>
                  </a:lnTo>
                  <a:lnTo>
                    <a:pt x="821474" y="2384828"/>
                  </a:lnTo>
                  <a:lnTo>
                    <a:pt x="821661" y="2384458"/>
                  </a:lnTo>
                  <a:lnTo>
                    <a:pt x="821848" y="2384127"/>
                  </a:lnTo>
                  <a:lnTo>
                    <a:pt x="822035" y="2383738"/>
                  </a:lnTo>
                  <a:lnTo>
                    <a:pt x="822222" y="2383214"/>
                  </a:lnTo>
                  <a:lnTo>
                    <a:pt x="822409" y="2382720"/>
                  </a:lnTo>
                  <a:lnTo>
                    <a:pt x="822595" y="2382388"/>
                  </a:lnTo>
                  <a:lnTo>
                    <a:pt x="822782" y="2381941"/>
                  </a:lnTo>
                  <a:lnTo>
                    <a:pt x="822969" y="2381368"/>
                  </a:lnTo>
                  <a:lnTo>
                    <a:pt x="823156" y="2380796"/>
                  </a:lnTo>
                  <a:lnTo>
                    <a:pt x="823343" y="2380199"/>
                  </a:lnTo>
                  <a:lnTo>
                    <a:pt x="823530" y="2379494"/>
                  </a:lnTo>
                  <a:lnTo>
                    <a:pt x="823717" y="2378681"/>
                  </a:lnTo>
                  <a:lnTo>
                    <a:pt x="823904" y="2377910"/>
                  </a:lnTo>
                  <a:lnTo>
                    <a:pt x="824091" y="2377085"/>
                  </a:lnTo>
                  <a:lnTo>
                    <a:pt x="824278" y="2376374"/>
                  </a:lnTo>
                  <a:lnTo>
                    <a:pt x="824465" y="2375741"/>
                  </a:lnTo>
                  <a:lnTo>
                    <a:pt x="824652" y="2374952"/>
                  </a:lnTo>
                  <a:lnTo>
                    <a:pt x="824839" y="2373772"/>
                  </a:lnTo>
                  <a:lnTo>
                    <a:pt x="825025" y="2372617"/>
                  </a:lnTo>
                  <a:lnTo>
                    <a:pt x="825212" y="2371462"/>
                  </a:lnTo>
                  <a:lnTo>
                    <a:pt x="825399" y="2370265"/>
                  </a:lnTo>
                  <a:lnTo>
                    <a:pt x="825586" y="2369077"/>
                  </a:lnTo>
                  <a:lnTo>
                    <a:pt x="825773" y="2367922"/>
                  </a:lnTo>
                  <a:lnTo>
                    <a:pt x="825960" y="2366766"/>
                  </a:lnTo>
                  <a:lnTo>
                    <a:pt x="826147" y="2365644"/>
                  </a:lnTo>
                  <a:lnTo>
                    <a:pt x="826334" y="2364670"/>
                  </a:lnTo>
                  <a:lnTo>
                    <a:pt x="826521" y="2363845"/>
                  </a:lnTo>
                  <a:lnTo>
                    <a:pt x="826708" y="2363004"/>
                  </a:lnTo>
                  <a:lnTo>
                    <a:pt x="826895" y="2362195"/>
                  </a:lnTo>
                  <a:lnTo>
                    <a:pt x="827082" y="2361535"/>
                  </a:lnTo>
                  <a:lnTo>
                    <a:pt x="827268" y="2360891"/>
                  </a:lnTo>
                  <a:lnTo>
                    <a:pt x="827455" y="2360396"/>
                  </a:lnTo>
                  <a:lnTo>
                    <a:pt x="827642" y="2359901"/>
                  </a:lnTo>
                  <a:lnTo>
                    <a:pt x="827829" y="2359406"/>
                  </a:lnTo>
                  <a:lnTo>
                    <a:pt x="828016" y="2358911"/>
                  </a:lnTo>
                  <a:lnTo>
                    <a:pt x="828203" y="2358597"/>
                  </a:lnTo>
                  <a:lnTo>
                    <a:pt x="828390" y="2358655"/>
                  </a:lnTo>
                  <a:lnTo>
                    <a:pt x="828577" y="2358985"/>
                  </a:lnTo>
                  <a:lnTo>
                    <a:pt x="828764" y="2359414"/>
                  </a:lnTo>
                  <a:lnTo>
                    <a:pt x="828951" y="2359752"/>
                  </a:lnTo>
                  <a:lnTo>
                    <a:pt x="829138" y="2360074"/>
                  </a:lnTo>
                  <a:lnTo>
                    <a:pt x="829325" y="2360404"/>
                  </a:lnTo>
                  <a:lnTo>
                    <a:pt x="829512" y="2360850"/>
                  </a:lnTo>
                  <a:lnTo>
                    <a:pt x="829698" y="2361345"/>
                  </a:lnTo>
                  <a:lnTo>
                    <a:pt x="829885" y="2361840"/>
                  </a:lnTo>
                  <a:lnTo>
                    <a:pt x="830072" y="2362335"/>
                  </a:lnTo>
                  <a:lnTo>
                    <a:pt x="830259" y="2362971"/>
                  </a:lnTo>
                  <a:lnTo>
                    <a:pt x="830446" y="2363928"/>
                  </a:lnTo>
                  <a:lnTo>
                    <a:pt x="830633" y="2364794"/>
                  </a:lnTo>
                  <a:lnTo>
                    <a:pt x="830820" y="2365619"/>
                  </a:lnTo>
                  <a:lnTo>
                    <a:pt x="831007" y="2366304"/>
                  </a:lnTo>
                  <a:lnTo>
                    <a:pt x="831194" y="2366766"/>
                  </a:lnTo>
                  <a:lnTo>
                    <a:pt x="831381" y="2367096"/>
                  </a:lnTo>
                  <a:lnTo>
                    <a:pt x="831568" y="2367328"/>
                  </a:lnTo>
                  <a:lnTo>
                    <a:pt x="831755" y="2367649"/>
                  </a:lnTo>
                  <a:lnTo>
                    <a:pt x="831941" y="2367988"/>
                  </a:lnTo>
                  <a:lnTo>
                    <a:pt x="832128" y="2368318"/>
                  </a:lnTo>
                  <a:lnTo>
                    <a:pt x="832315" y="2368648"/>
                  </a:lnTo>
                  <a:lnTo>
                    <a:pt x="832502" y="2368994"/>
                  </a:lnTo>
                  <a:lnTo>
                    <a:pt x="832689" y="2369490"/>
                  </a:lnTo>
                  <a:lnTo>
                    <a:pt x="832876" y="2369985"/>
                  </a:lnTo>
                  <a:lnTo>
                    <a:pt x="833063" y="2370339"/>
                  </a:lnTo>
                  <a:lnTo>
                    <a:pt x="833250" y="2370372"/>
                  </a:lnTo>
                  <a:lnTo>
                    <a:pt x="833437" y="2370496"/>
                  </a:lnTo>
                  <a:lnTo>
                    <a:pt x="833624" y="2370661"/>
                  </a:lnTo>
                  <a:lnTo>
                    <a:pt x="833811" y="2370826"/>
                  </a:lnTo>
                  <a:lnTo>
                    <a:pt x="833998" y="2370991"/>
                  </a:lnTo>
                  <a:lnTo>
                    <a:pt x="834185" y="2371156"/>
                  </a:lnTo>
                  <a:lnTo>
                    <a:pt x="834371" y="2371321"/>
                  </a:lnTo>
                  <a:lnTo>
                    <a:pt x="834558" y="2371486"/>
                  </a:lnTo>
                  <a:lnTo>
                    <a:pt x="834745" y="2371651"/>
                  </a:lnTo>
                  <a:lnTo>
                    <a:pt x="834932" y="2371817"/>
                  </a:lnTo>
                  <a:lnTo>
                    <a:pt x="835119" y="2371982"/>
                  </a:lnTo>
                  <a:lnTo>
                    <a:pt x="835306" y="2372130"/>
                  </a:lnTo>
                  <a:lnTo>
                    <a:pt x="835493" y="2372130"/>
                  </a:lnTo>
                  <a:lnTo>
                    <a:pt x="835680" y="2372130"/>
                  </a:lnTo>
                  <a:lnTo>
                    <a:pt x="835867" y="2372130"/>
                  </a:lnTo>
                  <a:lnTo>
                    <a:pt x="836054" y="2372130"/>
                  </a:lnTo>
                  <a:lnTo>
                    <a:pt x="836241" y="2372130"/>
                  </a:lnTo>
                  <a:lnTo>
                    <a:pt x="836428" y="2372130"/>
                  </a:lnTo>
                  <a:lnTo>
                    <a:pt x="836615" y="2372130"/>
                  </a:lnTo>
                  <a:lnTo>
                    <a:pt x="836801" y="2372130"/>
                  </a:lnTo>
                  <a:lnTo>
                    <a:pt x="836988" y="2372130"/>
                  </a:lnTo>
                  <a:lnTo>
                    <a:pt x="837175" y="2372130"/>
                  </a:lnTo>
                  <a:lnTo>
                    <a:pt x="837362" y="2372130"/>
                  </a:lnTo>
                  <a:lnTo>
                    <a:pt x="837549" y="2372130"/>
                  </a:lnTo>
                  <a:lnTo>
                    <a:pt x="837736" y="2372130"/>
                  </a:lnTo>
                  <a:lnTo>
                    <a:pt x="837923" y="2372130"/>
                  </a:lnTo>
                  <a:lnTo>
                    <a:pt x="838110" y="2372130"/>
                  </a:lnTo>
                  <a:lnTo>
                    <a:pt x="838297" y="2372279"/>
                  </a:lnTo>
                  <a:lnTo>
                    <a:pt x="838484" y="2372444"/>
                  </a:lnTo>
                  <a:lnTo>
                    <a:pt x="838671" y="2372609"/>
                  </a:lnTo>
                  <a:lnTo>
                    <a:pt x="838858" y="2372774"/>
                  </a:lnTo>
                  <a:lnTo>
                    <a:pt x="839044" y="2372798"/>
                  </a:lnTo>
                  <a:lnTo>
                    <a:pt x="839231" y="2372798"/>
                  </a:lnTo>
                  <a:lnTo>
                    <a:pt x="839418" y="2372931"/>
                  </a:lnTo>
                  <a:lnTo>
                    <a:pt x="839605" y="2373096"/>
                  </a:lnTo>
                  <a:lnTo>
                    <a:pt x="839792" y="2373261"/>
                  </a:lnTo>
                  <a:lnTo>
                    <a:pt x="839979" y="2373426"/>
                  </a:lnTo>
                  <a:lnTo>
                    <a:pt x="840166" y="2373591"/>
                  </a:lnTo>
                  <a:lnTo>
                    <a:pt x="840353" y="2373756"/>
                  </a:lnTo>
                  <a:lnTo>
                    <a:pt x="840540" y="2373756"/>
                  </a:lnTo>
                  <a:lnTo>
                    <a:pt x="840727" y="2373648"/>
                  </a:lnTo>
                  <a:lnTo>
                    <a:pt x="840914" y="2373599"/>
                  </a:lnTo>
                  <a:lnTo>
                    <a:pt x="841101" y="2373525"/>
                  </a:lnTo>
                  <a:lnTo>
                    <a:pt x="841288" y="2373731"/>
                  </a:lnTo>
                  <a:lnTo>
                    <a:pt x="841474" y="2374061"/>
                  </a:lnTo>
                  <a:lnTo>
                    <a:pt x="841661" y="2374177"/>
                  </a:lnTo>
                  <a:lnTo>
                    <a:pt x="841848" y="2374292"/>
                  </a:lnTo>
                  <a:lnTo>
                    <a:pt x="842035" y="2374309"/>
                  </a:lnTo>
                  <a:lnTo>
                    <a:pt x="842222" y="2373921"/>
                  </a:lnTo>
                  <a:lnTo>
                    <a:pt x="842409" y="2373360"/>
                  </a:lnTo>
                  <a:lnTo>
                    <a:pt x="842596" y="2372724"/>
                  </a:lnTo>
                  <a:lnTo>
                    <a:pt x="842783" y="2372229"/>
                  </a:lnTo>
                  <a:lnTo>
                    <a:pt x="842970" y="2371618"/>
                  </a:lnTo>
                  <a:lnTo>
                    <a:pt x="843157" y="2370958"/>
                  </a:lnTo>
                  <a:lnTo>
                    <a:pt x="843344" y="2370348"/>
                  </a:lnTo>
                  <a:lnTo>
                    <a:pt x="843531" y="2369820"/>
                  </a:lnTo>
                  <a:lnTo>
                    <a:pt x="843717" y="2369044"/>
                  </a:lnTo>
                  <a:lnTo>
                    <a:pt x="843904" y="2368144"/>
                  </a:lnTo>
                  <a:lnTo>
                    <a:pt x="844091" y="2366824"/>
                  </a:lnTo>
                  <a:lnTo>
                    <a:pt x="844278" y="2365339"/>
                  </a:lnTo>
                  <a:lnTo>
                    <a:pt x="844465" y="2364068"/>
                  </a:lnTo>
                  <a:lnTo>
                    <a:pt x="844652" y="2362938"/>
                  </a:lnTo>
                  <a:lnTo>
                    <a:pt x="844839" y="2361931"/>
                  </a:lnTo>
                  <a:lnTo>
                    <a:pt x="845026" y="2361271"/>
                  </a:lnTo>
                  <a:lnTo>
                    <a:pt x="845213" y="2360842"/>
                  </a:lnTo>
                  <a:lnTo>
                    <a:pt x="845400" y="2360644"/>
                  </a:lnTo>
                  <a:lnTo>
                    <a:pt x="845587" y="2360479"/>
                  </a:lnTo>
                  <a:lnTo>
                    <a:pt x="845774" y="2360429"/>
                  </a:lnTo>
                  <a:lnTo>
                    <a:pt x="845961" y="2360512"/>
                  </a:lnTo>
                  <a:lnTo>
                    <a:pt x="846147" y="2360792"/>
                  </a:lnTo>
                  <a:lnTo>
                    <a:pt x="846334" y="2361097"/>
                  </a:lnTo>
                  <a:lnTo>
                    <a:pt x="846521" y="2361592"/>
                  </a:lnTo>
                  <a:lnTo>
                    <a:pt x="846708" y="2362088"/>
                  </a:lnTo>
                  <a:lnTo>
                    <a:pt x="846895" y="2362574"/>
                  </a:lnTo>
                  <a:lnTo>
                    <a:pt x="847082" y="2363235"/>
                  </a:lnTo>
                  <a:lnTo>
                    <a:pt x="847269" y="2363895"/>
                  </a:lnTo>
                  <a:lnTo>
                    <a:pt x="847456" y="2364555"/>
                  </a:lnTo>
                  <a:lnTo>
                    <a:pt x="847643" y="2365430"/>
                  </a:lnTo>
                  <a:lnTo>
                    <a:pt x="847830" y="2366346"/>
                  </a:lnTo>
                  <a:lnTo>
                    <a:pt x="848017" y="2366678"/>
                  </a:lnTo>
                  <a:lnTo>
                    <a:pt x="848204" y="2366850"/>
                  </a:lnTo>
                  <a:lnTo>
                    <a:pt x="848391" y="2366931"/>
                  </a:lnTo>
                  <a:lnTo>
                    <a:pt x="848577" y="2367090"/>
                  </a:lnTo>
                  <a:lnTo>
                    <a:pt x="848764" y="2367007"/>
                  </a:lnTo>
                  <a:lnTo>
                    <a:pt x="848951" y="2366724"/>
                  </a:lnTo>
                  <a:lnTo>
                    <a:pt x="849138" y="2366317"/>
                  </a:lnTo>
                  <a:lnTo>
                    <a:pt x="849325" y="2365989"/>
                  </a:lnTo>
                  <a:lnTo>
                    <a:pt x="849512" y="2365661"/>
                  </a:lnTo>
                  <a:lnTo>
                    <a:pt x="849699" y="2365474"/>
                  </a:lnTo>
                  <a:lnTo>
                    <a:pt x="849886" y="2365191"/>
                  </a:lnTo>
                  <a:lnTo>
                    <a:pt x="850073" y="2364908"/>
                  </a:lnTo>
                  <a:lnTo>
                    <a:pt x="850260" y="2364625"/>
                  </a:lnTo>
                  <a:lnTo>
                    <a:pt x="850447" y="2364186"/>
                  </a:lnTo>
                  <a:lnTo>
                    <a:pt x="850634" y="2363646"/>
                  </a:lnTo>
                  <a:lnTo>
                    <a:pt x="850820" y="2363030"/>
                  </a:lnTo>
                  <a:lnTo>
                    <a:pt x="851007" y="2362530"/>
                  </a:lnTo>
                  <a:lnTo>
                    <a:pt x="851194" y="2362382"/>
                  </a:lnTo>
                  <a:lnTo>
                    <a:pt x="851381" y="2362225"/>
                  </a:lnTo>
                  <a:lnTo>
                    <a:pt x="851568" y="2362250"/>
                  </a:lnTo>
                  <a:lnTo>
                    <a:pt x="851755" y="2362415"/>
                  </a:lnTo>
                  <a:lnTo>
                    <a:pt x="851942" y="2362860"/>
                  </a:lnTo>
                  <a:lnTo>
                    <a:pt x="852129" y="2363198"/>
                  </a:lnTo>
                  <a:lnTo>
                    <a:pt x="852316" y="2363694"/>
                  </a:lnTo>
                  <a:lnTo>
                    <a:pt x="852503" y="2364189"/>
                  </a:lnTo>
                  <a:lnTo>
                    <a:pt x="852690" y="2364684"/>
                  </a:lnTo>
                  <a:lnTo>
                    <a:pt x="852877" y="2365179"/>
                  </a:lnTo>
                  <a:lnTo>
                    <a:pt x="853064" y="2365773"/>
                  </a:lnTo>
                  <a:lnTo>
                    <a:pt x="853250" y="2366433"/>
                  </a:lnTo>
                  <a:lnTo>
                    <a:pt x="853437" y="2367110"/>
                  </a:lnTo>
                  <a:lnTo>
                    <a:pt x="853624" y="2367877"/>
                  </a:lnTo>
                  <a:lnTo>
                    <a:pt x="853811" y="2368537"/>
                  </a:lnTo>
                  <a:lnTo>
                    <a:pt x="853998" y="2369107"/>
                  </a:lnTo>
                  <a:lnTo>
                    <a:pt x="854185" y="2369602"/>
                  </a:lnTo>
                  <a:lnTo>
                    <a:pt x="854372" y="2370097"/>
                  </a:lnTo>
                  <a:lnTo>
                    <a:pt x="854559" y="2370592"/>
                  </a:lnTo>
                  <a:lnTo>
                    <a:pt x="854746" y="2370930"/>
                  </a:lnTo>
                  <a:lnTo>
                    <a:pt x="854933" y="2371351"/>
                  </a:lnTo>
                  <a:lnTo>
                    <a:pt x="855120" y="2371681"/>
                  </a:lnTo>
                  <a:lnTo>
                    <a:pt x="855307" y="2372061"/>
                  </a:lnTo>
                  <a:lnTo>
                    <a:pt x="855494" y="2372556"/>
                  </a:lnTo>
                  <a:lnTo>
                    <a:pt x="855680" y="2373051"/>
                  </a:lnTo>
                  <a:lnTo>
                    <a:pt x="855867" y="2373447"/>
                  </a:lnTo>
                  <a:lnTo>
                    <a:pt x="856054" y="2373777"/>
                  </a:lnTo>
                  <a:lnTo>
                    <a:pt x="856241" y="2374107"/>
                  </a:lnTo>
                  <a:lnTo>
                    <a:pt x="856428" y="2374437"/>
                  </a:lnTo>
                  <a:lnTo>
                    <a:pt x="856615" y="2374768"/>
                  </a:lnTo>
                  <a:lnTo>
                    <a:pt x="856802" y="2375098"/>
                  </a:lnTo>
                  <a:lnTo>
                    <a:pt x="856989" y="2375535"/>
                  </a:lnTo>
                  <a:lnTo>
                    <a:pt x="857176" y="2376195"/>
                  </a:lnTo>
                  <a:lnTo>
                    <a:pt x="857363" y="2376855"/>
                  </a:lnTo>
                  <a:lnTo>
                    <a:pt x="857550" y="2377515"/>
                  </a:lnTo>
                  <a:lnTo>
                    <a:pt x="857737" y="2378077"/>
                  </a:lnTo>
                  <a:lnTo>
                    <a:pt x="857923" y="2378572"/>
                  </a:lnTo>
                  <a:lnTo>
                    <a:pt x="858110" y="2379017"/>
                  </a:lnTo>
                  <a:lnTo>
                    <a:pt x="858297" y="2379347"/>
                  </a:lnTo>
                  <a:lnTo>
                    <a:pt x="858484" y="2379834"/>
                  </a:lnTo>
                  <a:lnTo>
                    <a:pt x="858671" y="2380329"/>
                  </a:lnTo>
                  <a:lnTo>
                    <a:pt x="858858" y="2381130"/>
                  </a:lnTo>
                  <a:lnTo>
                    <a:pt x="859045" y="2381665"/>
                  </a:lnTo>
                  <a:lnTo>
                    <a:pt x="859232" y="2382161"/>
                  </a:lnTo>
                  <a:lnTo>
                    <a:pt x="859419" y="2382716"/>
                  </a:lnTo>
                  <a:lnTo>
                    <a:pt x="859606" y="2383288"/>
                  </a:lnTo>
                  <a:lnTo>
                    <a:pt x="859793" y="2383783"/>
                  </a:lnTo>
                  <a:lnTo>
                    <a:pt x="859980" y="2384115"/>
                  </a:lnTo>
                  <a:lnTo>
                    <a:pt x="860167" y="2384561"/>
                  </a:lnTo>
                  <a:lnTo>
                    <a:pt x="860353" y="2385362"/>
                  </a:lnTo>
                  <a:lnTo>
                    <a:pt x="860540" y="2386182"/>
                  </a:lnTo>
                  <a:lnTo>
                    <a:pt x="860727" y="2387043"/>
                  </a:lnTo>
                  <a:lnTo>
                    <a:pt x="860914" y="2388017"/>
                  </a:lnTo>
                  <a:lnTo>
                    <a:pt x="861101" y="2389099"/>
                  </a:lnTo>
                  <a:lnTo>
                    <a:pt x="861288" y="2390139"/>
                  </a:lnTo>
                  <a:lnTo>
                    <a:pt x="861475" y="2391233"/>
                  </a:lnTo>
                  <a:lnTo>
                    <a:pt x="861662" y="2392213"/>
                  </a:lnTo>
                  <a:lnTo>
                    <a:pt x="861849" y="2393114"/>
                  </a:lnTo>
                  <a:lnTo>
                    <a:pt x="862036" y="2394172"/>
                  </a:lnTo>
                  <a:lnTo>
                    <a:pt x="862223" y="2395621"/>
                  </a:lnTo>
                  <a:lnTo>
                    <a:pt x="862410" y="2397177"/>
                  </a:lnTo>
                  <a:lnTo>
                    <a:pt x="862596" y="2398755"/>
                  </a:lnTo>
                  <a:lnTo>
                    <a:pt x="862783" y="2400374"/>
                  </a:lnTo>
                  <a:lnTo>
                    <a:pt x="862970" y="2401978"/>
                  </a:lnTo>
                  <a:lnTo>
                    <a:pt x="863157" y="2403556"/>
                  </a:lnTo>
                  <a:lnTo>
                    <a:pt x="863344" y="2405134"/>
                  </a:lnTo>
                  <a:lnTo>
                    <a:pt x="863531" y="2406657"/>
                  </a:lnTo>
                  <a:lnTo>
                    <a:pt x="863718" y="2407899"/>
                  </a:lnTo>
                  <a:lnTo>
                    <a:pt x="863905" y="2408993"/>
                  </a:lnTo>
                  <a:lnTo>
                    <a:pt x="864092" y="2410104"/>
                  </a:lnTo>
                  <a:lnTo>
                    <a:pt x="864279" y="2411181"/>
                  </a:lnTo>
                  <a:lnTo>
                    <a:pt x="864466" y="2412110"/>
                  </a:lnTo>
                  <a:lnTo>
                    <a:pt x="864653" y="2413023"/>
                  </a:lnTo>
                  <a:lnTo>
                    <a:pt x="864840" y="2413787"/>
                  </a:lnTo>
                  <a:lnTo>
                    <a:pt x="865026" y="2414551"/>
                  </a:lnTo>
                  <a:lnTo>
                    <a:pt x="865213" y="2415275"/>
                  </a:lnTo>
                  <a:lnTo>
                    <a:pt x="865400" y="2415769"/>
                  </a:lnTo>
                  <a:lnTo>
                    <a:pt x="865587" y="2416190"/>
                  </a:lnTo>
                  <a:lnTo>
                    <a:pt x="865774" y="2416025"/>
                  </a:lnTo>
                  <a:lnTo>
                    <a:pt x="865961" y="2415695"/>
                  </a:lnTo>
                  <a:lnTo>
                    <a:pt x="866148" y="2415365"/>
                  </a:lnTo>
                  <a:lnTo>
                    <a:pt x="866335" y="2415150"/>
                  </a:lnTo>
                  <a:lnTo>
                    <a:pt x="866522" y="2414985"/>
                  </a:lnTo>
                  <a:lnTo>
                    <a:pt x="866709" y="2414820"/>
                  </a:lnTo>
                  <a:lnTo>
                    <a:pt x="866896" y="2414540"/>
                  </a:lnTo>
                  <a:lnTo>
                    <a:pt x="867083" y="2414210"/>
                  </a:lnTo>
                  <a:lnTo>
                    <a:pt x="867270" y="2413880"/>
                  </a:lnTo>
                  <a:lnTo>
                    <a:pt x="867456" y="2413549"/>
                  </a:lnTo>
                  <a:lnTo>
                    <a:pt x="867643" y="2413219"/>
                  </a:lnTo>
                  <a:lnTo>
                    <a:pt x="867830" y="2412889"/>
                  </a:lnTo>
                  <a:lnTo>
                    <a:pt x="868017" y="2412683"/>
                  </a:lnTo>
                  <a:lnTo>
                    <a:pt x="868204" y="2412650"/>
                  </a:lnTo>
                  <a:lnTo>
                    <a:pt x="868391" y="2412485"/>
                  </a:lnTo>
                  <a:lnTo>
                    <a:pt x="868578" y="2412460"/>
                  </a:lnTo>
                  <a:lnTo>
                    <a:pt x="868765" y="2412460"/>
                  </a:lnTo>
                  <a:lnTo>
                    <a:pt x="868952" y="2412394"/>
                  </a:lnTo>
                  <a:lnTo>
                    <a:pt x="869139" y="2412114"/>
                  </a:lnTo>
                  <a:lnTo>
                    <a:pt x="869326" y="2411784"/>
                  </a:lnTo>
                  <a:lnTo>
                    <a:pt x="869513" y="2411454"/>
                  </a:lnTo>
                  <a:lnTo>
                    <a:pt x="869699" y="2411123"/>
                  </a:lnTo>
                  <a:lnTo>
                    <a:pt x="869886" y="2410793"/>
                  </a:lnTo>
                  <a:lnTo>
                    <a:pt x="870073" y="2410463"/>
                  </a:lnTo>
                  <a:lnTo>
                    <a:pt x="870260" y="2410133"/>
                  </a:lnTo>
                  <a:lnTo>
                    <a:pt x="870447" y="2409803"/>
                  </a:lnTo>
                  <a:lnTo>
                    <a:pt x="870634" y="2409473"/>
                  </a:lnTo>
                  <a:lnTo>
                    <a:pt x="870821" y="2408961"/>
                  </a:lnTo>
                  <a:lnTo>
                    <a:pt x="871008" y="2408499"/>
                  </a:lnTo>
                  <a:lnTo>
                    <a:pt x="871195" y="2408169"/>
                  </a:lnTo>
                  <a:lnTo>
                    <a:pt x="871382" y="2407839"/>
                  </a:lnTo>
                  <a:lnTo>
                    <a:pt x="871569" y="2407509"/>
                  </a:lnTo>
                  <a:lnTo>
                    <a:pt x="871756" y="2407245"/>
                  </a:lnTo>
                  <a:lnTo>
                    <a:pt x="871943" y="2407080"/>
                  </a:lnTo>
                  <a:lnTo>
                    <a:pt x="872129" y="2406915"/>
                  </a:lnTo>
                  <a:lnTo>
                    <a:pt x="872316" y="2406750"/>
                  </a:lnTo>
                  <a:lnTo>
                    <a:pt x="872503" y="2406585"/>
                  </a:lnTo>
                  <a:lnTo>
                    <a:pt x="872690" y="2406420"/>
                  </a:lnTo>
                  <a:lnTo>
                    <a:pt x="872877" y="2406255"/>
                  </a:lnTo>
                  <a:lnTo>
                    <a:pt x="873064" y="2406090"/>
                  </a:lnTo>
                  <a:lnTo>
                    <a:pt x="873251" y="2405925"/>
                  </a:lnTo>
                  <a:lnTo>
                    <a:pt x="873438" y="2405760"/>
                  </a:lnTo>
                  <a:lnTo>
                    <a:pt x="873625" y="2405702"/>
                  </a:lnTo>
                  <a:lnTo>
                    <a:pt x="873812" y="2405702"/>
                  </a:lnTo>
                  <a:lnTo>
                    <a:pt x="873999" y="2405702"/>
                  </a:lnTo>
                  <a:lnTo>
                    <a:pt x="874186" y="2405702"/>
                  </a:lnTo>
                  <a:lnTo>
                    <a:pt x="874373" y="2405702"/>
                  </a:lnTo>
                  <a:lnTo>
                    <a:pt x="874559" y="2405702"/>
                  </a:lnTo>
                  <a:lnTo>
                    <a:pt x="874746" y="2405702"/>
                  </a:lnTo>
                  <a:lnTo>
                    <a:pt x="874933" y="2405702"/>
                  </a:lnTo>
                  <a:lnTo>
                    <a:pt x="875120" y="2405702"/>
                  </a:lnTo>
                  <a:lnTo>
                    <a:pt x="875307" y="2405702"/>
                  </a:lnTo>
                  <a:lnTo>
                    <a:pt x="875494" y="2405702"/>
                  </a:lnTo>
                  <a:lnTo>
                    <a:pt x="875681" y="2405702"/>
                  </a:lnTo>
                  <a:lnTo>
                    <a:pt x="875868" y="2405702"/>
                  </a:lnTo>
                  <a:lnTo>
                    <a:pt x="876055" y="2405702"/>
                  </a:lnTo>
                  <a:lnTo>
                    <a:pt x="876242" y="2405702"/>
                  </a:lnTo>
                  <a:lnTo>
                    <a:pt x="876429" y="2405842"/>
                  </a:lnTo>
                  <a:lnTo>
                    <a:pt x="876616" y="2406007"/>
                  </a:lnTo>
                  <a:lnTo>
                    <a:pt x="876802" y="2406131"/>
                  </a:lnTo>
                  <a:lnTo>
                    <a:pt x="876989" y="2406131"/>
                  </a:lnTo>
                  <a:lnTo>
                    <a:pt x="877176" y="2406131"/>
                  </a:lnTo>
                  <a:lnTo>
                    <a:pt x="877363" y="2406131"/>
                  </a:lnTo>
                  <a:lnTo>
                    <a:pt x="877550" y="2406131"/>
                  </a:lnTo>
                  <a:lnTo>
                    <a:pt x="877737" y="2406131"/>
                  </a:lnTo>
                  <a:lnTo>
                    <a:pt x="877924" y="2406296"/>
                  </a:lnTo>
                  <a:lnTo>
                    <a:pt x="878111" y="2406568"/>
                  </a:lnTo>
                  <a:lnTo>
                    <a:pt x="878298" y="2406742"/>
                  </a:lnTo>
                  <a:lnTo>
                    <a:pt x="878485" y="2406907"/>
                  </a:lnTo>
                  <a:lnTo>
                    <a:pt x="878672" y="2407072"/>
                  </a:lnTo>
                  <a:lnTo>
                    <a:pt x="878859" y="2407237"/>
                  </a:lnTo>
                  <a:lnTo>
                    <a:pt x="879046" y="2407616"/>
                  </a:lnTo>
                  <a:lnTo>
                    <a:pt x="879232" y="2407996"/>
                  </a:lnTo>
                  <a:lnTo>
                    <a:pt x="879419" y="2408524"/>
                  </a:lnTo>
                  <a:lnTo>
                    <a:pt x="879606" y="2409481"/>
                  </a:lnTo>
                  <a:lnTo>
                    <a:pt x="879793" y="2410703"/>
                  </a:lnTo>
                  <a:lnTo>
                    <a:pt x="879980" y="2412023"/>
                  </a:lnTo>
                  <a:lnTo>
                    <a:pt x="880167" y="2413343"/>
                  </a:lnTo>
                  <a:lnTo>
                    <a:pt x="880354" y="2414779"/>
                  </a:lnTo>
                  <a:lnTo>
                    <a:pt x="880541" y="2416264"/>
                  </a:lnTo>
                  <a:lnTo>
                    <a:pt x="880728" y="2417988"/>
                  </a:lnTo>
                  <a:lnTo>
                    <a:pt x="880915" y="2419762"/>
                  </a:lnTo>
                  <a:lnTo>
                    <a:pt x="881102" y="2421820"/>
                  </a:lnTo>
                  <a:lnTo>
                    <a:pt x="881289" y="2423949"/>
                  </a:lnTo>
                  <a:lnTo>
                    <a:pt x="881475" y="2426112"/>
                  </a:lnTo>
                  <a:lnTo>
                    <a:pt x="881662" y="2428286"/>
                  </a:lnTo>
                  <a:lnTo>
                    <a:pt x="881849" y="2430245"/>
                  </a:lnTo>
                  <a:lnTo>
                    <a:pt x="882036" y="2432064"/>
                  </a:lnTo>
                  <a:lnTo>
                    <a:pt x="882223" y="2433710"/>
                  </a:lnTo>
                  <a:lnTo>
                    <a:pt x="882410" y="2434968"/>
                  </a:lnTo>
                  <a:lnTo>
                    <a:pt x="882597" y="2436086"/>
                  </a:lnTo>
                  <a:lnTo>
                    <a:pt x="882784" y="2437104"/>
                  </a:lnTo>
                  <a:lnTo>
                    <a:pt x="882971" y="2438214"/>
                  </a:lnTo>
                  <a:lnTo>
                    <a:pt x="883158" y="2439282"/>
                  </a:lnTo>
                  <a:lnTo>
                    <a:pt x="883345" y="2440301"/>
                  </a:lnTo>
                  <a:lnTo>
                    <a:pt x="883532" y="2441175"/>
                  </a:lnTo>
                  <a:lnTo>
                    <a:pt x="883719" y="2441892"/>
                  </a:lnTo>
                  <a:lnTo>
                    <a:pt x="883905" y="2442384"/>
                  </a:lnTo>
                  <a:lnTo>
                    <a:pt x="884092" y="2442549"/>
                  </a:lnTo>
                  <a:lnTo>
                    <a:pt x="884279" y="2442879"/>
                  </a:lnTo>
                  <a:lnTo>
                    <a:pt x="884466" y="2443209"/>
                  </a:lnTo>
                  <a:lnTo>
                    <a:pt x="884653" y="2443539"/>
                  </a:lnTo>
                  <a:lnTo>
                    <a:pt x="884840" y="2443870"/>
                  </a:lnTo>
                  <a:lnTo>
                    <a:pt x="885027" y="2444200"/>
                  </a:lnTo>
                  <a:lnTo>
                    <a:pt x="885214" y="2444530"/>
                  </a:lnTo>
                  <a:lnTo>
                    <a:pt x="885401" y="2444860"/>
                  </a:lnTo>
                  <a:lnTo>
                    <a:pt x="885588" y="2445190"/>
                  </a:lnTo>
                  <a:lnTo>
                    <a:pt x="885775" y="2445429"/>
                  </a:lnTo>
                  <a:lnTo>
                    <a:pt x="885962" y="2445602"/>
                  </a:lnTo>
                  <a:lnTo>
                    <a:pt x="886149" y="2445957"/>
                  </a:lnTo>
                  <a:lnTo>
                    <a:pt x="886335" y="2446452"/>
                  </a:lnTo>
                  <a:lnTo>
                    <a:pt x="886522" y="2447071"/>
                  </a:lnTo>
                  <a:lnTo>
                    <a:pt x="886709" y="2447731"/>
                  </a:lnTo>
                  <a:lnTo>
                    <a:pt x="886896" y="2448392"/>
                  </a:lnTo>
                  <a:lnTo>
                    <a:pt x="887083" y="2448887"/>
                  </a:lnTo>
                  <a:lnTo>
                    <a:pt x="887270" y="2449382"/>
                  </a:lnTo>
                  <a:lnTo>
                    <a:pt x="887457" y="2449877"/>
                  </a:lnTo>
                  <a:lnTo>
                    <a:pt x="887644" y="2450372"/>
                  </a:lnTo>
                  <a:lnTo>
                    <a:pt x="887831" y="2450867"/>
                  </a:lnTo>
                  <a:lnTo>
                    <a:pt x="888018" y="2451379"/>
                  </a:lnTo>
                  <a:lnTo>
                    <a:pt x="888205" y="2452039"/>
                  </a:lnTo>
                  <a:lnTo>
                    <a:pt x="888392" y="2452699"/>
                  </a:lnTo>
                  <a:lnTo>
                    <a:pt x="888578" y="2453359"/>
                  </a:lnTo>
                  <a:lnTo>
                    <a:pt x="888765" y="2454011"/>
                  </a:lnTo>
                  <a:lnTo>
                    <a:pt x="888952" y="2454481"/>
                  </a:lnTo>
                  <a:lnTo>
                    <a:pt x="889139" y="2454811"/>
                  </a:lnTo>
                  <a:lnTo>
                    <a:pt x="889326" y="2455018"/>
                  </a:lnTo>
                  <a:lnTo>
                    <a:pt x="889513" y="2455183"/>
                  </a:lnTo>
                  <a:lnTo>
                    <a:pt x="889700" y="2455348"/>
                  </a:lnTo>
                  <a:lnTo>
                    <a:pt x="889887" y="2455513"/>
                  </a:lnTo>
                  <a:lnTo>
                    <a:pt x="890074" y="2455678"/>
                  </a:lnTo>
                  <a:lnTo>
                    <a:pt x="890261" y="2455843"/>
                  </a:lnTo>
                  <a:lnTo>
                    <a:pt x="890448" y="2456008"/>
                  </a:lnTo>
                  <a:lnTo>
                    <a:pt x="890635" y="2456173"/>
                  </a:lnTo>
                  <a:lnTo>
                    <a:pt x="890822" y="2456322"/>
                  </a:lnTo>
                  <a:lnTo>
                    <a:pt x="891008" y="2456322"/>
                  </a:lnTo>
                  <a:lnTo>
                    <a:pt x="891195" y="2456322"/>
                  </a:lnTo>
                  <a:lnTo>
                    <a:pt x="891382" y="2456322"/>
                  </a:lnTo>
                  <a:lnTo>
                    <a:pt x="891569" y="2456322"/>
                  </a:lnTo>
                  <a:lnTo>
                    <a:pt x="891756" y="2456322"/>
                  </a:lnTo>
                  <a:lnTo>
                    <a:pt x="891943" y="2456322"/>
                  </a:lnTo>
                  <a:lnTo>
                    <a:pt x="892130" y="2456322"/>
                  </a:lnTo>
                  <a:lnTo>
                    <a:pt x="892317" y="2456549"/>
                  </a:lnTo>
                  <a:lnTo>
                    <a:pt x="892504" y="2456796"/>
                  </a:lnTo>
                  <a:lnTo>
                    <a:pt x="892691" y="2457065"/>
                  </a:lnTo>
                  <a:lnTo>
                    <a:pt x="892878" y="2457466"/>
                  </a:lnTo>
                  <a:lnTo>
                    <a:pt x="893065" y="2457882"/>
                  </a:lnTo>
                  <a:lnTo>
                    <a:pt x="893252" y="2458298"/>
                  </a:lnTo>
                  <a:lnTo>
                    <a:pt x="893438" y="2458714"/>
                  </a:lnTo>
                  <a:lnTo>
                    <a:pt x="893625" y="2459130"/>
                  </a:lnTo>
                  <a:lnTo>
                    <a:pt x="893812" y="2459547"/>
                  </a:lnTo>
                  <a:lnTo>
                    <a:pt x="893999" y="2459963"/>
                  </a:lnTo>
                  <a:lnTo>
                    <a:pt x="894186" y="2460374"/>
                  </a:lnTo>
                  <a:lnTo>
                    <a:pt x="894373" y="2460695"/>
                  </a:lnTo>
                  <a:lnTo>
                    <a:pt x="894560" y="2461015"/>
                  </a:lnTo>
                  <a:lnTo>
                    <a:pt x="894747" y="2461383"/>
                  </a:lnTo>
                  <a:lnTo>
                    <a:pt x="894934" y="2461716"/>
                  </a:lnTo>
                  <a:lnTo>
                    <a:pt x="895121" y="2462056"/>
                  </a:lnTo>
                  <a:lnTo>
                    <a:pt x="895308" y="2462320"/>
                  </a:lnTo>
                  <a:lnTo>
                    <a:pt x="895495" y="2462449"/>
                  </a:lnTo>
                  <a:lnTo>
                    <a:pt x="895681" y="2462587"/>
                  </a:lnTo>
                  <a:lnTo>
                    <a:pt x="895868" y="2462496"/>
                  </a:lnTo>
                  <a:lnTo>
                    <a:pt x="896055" y="2462404"/>
                  </a:lnTo>
                  <a:lnTo>
                    <a:pt x="896242" y="2462312"/>
                  </a:lnTo>
                  <a:lnTo>
                    <a:pt x="896429" y="2462220"/>
                  </a:lnTo>
                  <a:lnTo>
                    <a:pt x="896616" y="2462128"/>
                  </a:lnTo>
                  <a:lnTo>
                    <a:pt x="896803" y="2462037"/>
                  </a:lnTo>
                  <a:lnTo>
                    <a:pt x="896990" y="2461831"/>
                  </a:lnTo>
                  <a:lnTo>
                    <a:pt x="897177" y="2461739"/>
                  </a:lnTo>
                  <a:lnTo>
                    <a:pt x="897364" y="2461647"/>
                  </a:lnTo>
                  <a:lnTo>
                    <a:pt x="897551" y="2461609"/>
                  </a:lnTo>
                  <a:lnTo>
                    <a:pt x="897738" y="2461051"/>
                  </a:lnTo>
                  <a:lnTo>
                    <a:pt x="897925" y="2460483"/>
                  </a:lnTo>
                  <a:lnTo>
                    <a:pt x="898111" y="2460053"/>
                  </a:lnTo>
                  <a:lnTo>
                    <a:pt x="898298" y="2459619"/>
                  </a:lnTo>
                  <a:lnTo>
                    <a:pt x="898485" y="2459185"/>
                  </a:lnTo>
                  <a:lnTo>
                    <a:pt x="898672" y="2458751"/>
                  </a:lnTo>
                  <a:lnTo>
                    <a:pt x="898859" y="2458317"/>
                  </a:lnTo>
                  <a:lnTo>
                    <a:pt x="899046" y="2457883"/>
                  </a:lnTo>
                  <a:lnTo>
                    <a:pt x="899233" y="2457449"/>
                  </a:lnTo>
                  <a:lnTo>
                    <a:pt x="899420" y="2457015"/>
                  </a:lnTo>
                  <a:lnTo>
                    <a:pt x="899607" y="2456581"/>
                  </a:lnTo>
                  <a:lnTo>
                    <a:pt x="899794" y="2456181"/>
                  </a:lnTo>
                  <a:lnTo>
                    <a:pt x="899981" y="2455758"/>
                  </a:lnTo>
                  <a:lnTo>
                    <a:pt x="900168" y="2455336"/>
                  </a:lnTo>
                  <a:lnTo>
                    <a:pt x="900354" y="2454920"/>
                  </a:lnTo>
                  <a:lnTo>
                    <a:pt x="900541" y="2454497"/>
                  </a:lnTo>
                  <a:lnTo>
                    <a:pt x="900728" y="2454075"/>
                  </a:lnTo>
                  <a:lnTo>
                    <a:pt x="900915" y="2453674"/>
                  </a:lnTo>
                  <a:lnTo>
                    <a:pt x="901102" y="2453405"/>
                  </a:lnTo>
                  <a:lnTo>
                    <a:pt x="901289" y="2453136"/>
                  </a:lnTo>
                  <a:lnTo>
                    <a:pt x="901476" y="2452867"/>
                  </a:lnTo>
                  <a:lnTo>
                    <a:pt x="901663" y="2452598"/>
                  </a:lnTo>
                  <a:lnTo>
                    <a:pt x="901850" y="2452329"/>
                  </a:lnTo>
                  <a:lnTo>
                    <a:pt x="902037" y="2452061"/>
                  </a:lnTo>
                  <a:lnTo>
                    <a:pt x="902224" y="2451792"/>
                  </a:lnTo>
                  <a:lnTo>
                    <a:pt x="902411" y="2451523"/>
                  </a:lnTo>
                  <a:lnTo>
                    <a:pt x="902598" y="2451294"/>
                  </a:lnTo>
                  <a:lnTo>
                    <a:pt x="902784" y="2451295"/>
                  </a:lnTo>
                  <a:lnTo>
                    <a:pt x="902971" y="2451328"/>
                  </a:lnTo>
                  <a:lnTo>
                    <a:pt x="903158" y="2451798"/>
                  </a:lnTo>
                  <a:lnTo>
                    <a:pt x="903345" y="2452293"/>
                  </a:lnTo>
                  <a:lnTo>
                    <a:pt x="903532" y="2452788"/>
                  </a:lnTo>
                  <a:lnTo>
                    <a:pt x="903719" y="2453325"/>
                  </a:lnTo>
                  <a:lnTo>
                    <a:pt x="903906" y="2453985"/>
                  </a:lnTo>
                  <a:lnTo>
                    <a:pt x="904093" y="2454645"/>
                  </a:lnTo>
                  <a:lnTo>
                    <a:pt x="904280" y="2455305"/>
                  </a:lnTo>
                  <a:lnTo>
                    <a:pt x="904467" y="2455965"/>
                  </a:lnTo>
                  <a:lnTo>
                    <a:pt x="904654" y="2456625"/>
                  </a:lnTo>
                  <a:lnTo>
                    <a:pt x="904841" y="2457286"/>
                  </a:lnTo>
                  <a:lnTo>
                    <a:pt x="905028" y="2457946"/>
                  </a:lnTo>
                  <a:lnTo>
                    <a:pt x="905214" y="2458606"/>
                  </a:lnTo>
                  <a:lnTo>
                    <a:pt x="905401" y="2459266"/>
                  </a:lnTo>
                  <a:lnTo>
                    <a:pt x="905588" y="2459794"/>
                  </a:lnTo>
                  <a:lnTo>
                    <a:pt x="905775" y="2460454"/>
                  </a:lnTo>
                  <a:lnTo>
                    <a:pt x="905962" y="2460974"/>
                  </a:lnTo>
                  <a:lnTo>
                    <a:pt x="906149" y="2461469"/>
                  </a:lnTo>
                  <a:lnTo>
                    <a:pt x="906336" y="2462030"/>
                  </a:lnTo>
                  <a:lnTo>
                    <a:pt x="906523" y="2462649"/>
                  </a:lnTo>
                  <a:lnTo>
                    <a:pt x="906710" y="2463144"/>
                  </a:lnTo>
                  <a:lnTo>
                    <a:pt x="906897" y="2463639"/>
                  </a:lnTo>
                  <a:lnTo>
                    <a:pt x="907084" y="2464135"/>
                  </a:lnTo>
                  <a:lnTo>
                    <a:pt x="907271" y="2464630"/>
                  </a:lnTo>
                  <a:lnTo>
                    <a:pt x="907457" y="2465034"/>
                  </a:lnTo>
                  <a:lnTo>
                    <a:pt x="907644" y="2465298"/>
                  </a:lnTo>
                  <a:lnTo>
                    <a:pt x="907831" y="2465792"/>
                  </a:lnTo>
                  <a:lnTo>
                    <a:pt x="908018" y="2466311"/>
                  </a:lnTo>
                  <a:lnTo>
                    <a:pt x="908205" y="2466892"/>
                  </a:lnTo>
                  <a:lnTo>
                    <a:pt x="908392" y="2467502"/>
                  </a:lnTo>
                  <a:lnTo>
                    <a:pt x="908579" y="2467971"/>
                  </a:lnTo>
                  <a:lnTo>
                    <a:pt x="908766" y="2468440"/>
                  </a:lnTo>
                  <a:lnTo>
                    <a:pt x="908953" y="2468856"/>
                  </a:lnTo>
                  <a:lnTo>
                    <a:pt x="909140" y="2469153"/>
                  </a:lnTo>
                  <a:lnTo>
                    <a:pt x="909327" y="2469352"/>
                  </a:lnTo>
                  <a:lnTo>
                    <a:pt x="909514" y="2469550"/>
                  </a:lnTo>
                  <a:lnTo>
                    <a:pt x="909701" y="2469749"/>
                  </a:lnTo>
                  <a:lnTo>
                    <a:pt x="909887" y="2469947"/>
                  </a:lnTo>
                  <a:lnTo>
                    <a:pt x="910074" y="2470146"/>
                  </a:lnTo>
                  <a:lnTo>
                    <a:pt x="910261" y="2470397"/>
                  </a:lnTo>
                  <a:lnTo>
                    <a:pt x="910448" y="2470729"/>
                  </a:lnTo>
                  <a:lnTo>
                    <a:pt x="910635" y="2471127"/>
                  </a:lnTo>
                  <a:lnTo>
                    <a:pt x="910822" y="2471497"/>
                  </a:lnTo>
                  <a:lnTo>
                    <a:pt x="911009" y="2471583"/>
                  </a:lnTo>
                  <a:lnTo>
                    <a:pt x="911293" y="2471758"/>
                  </a:lnTo>
                  <a:lnTo>
                    <a:pt x="912131" y="2471735"/>
                  </a:lnTo>
                  <a:lnTo>
                    <a:pt x="912317" y="2471570"/>
                  </a:lnTo>
                  <a:lnTo>
                    <a:pt x="912504" y="2471405"/>
                  </a:lnTo>
                  <a:lnTo>
                    <a:pt x="912691" y="2471240"/>
                  </a:lnTo>
                  <a:lnTo>
                    <a:pt x="912878" y="2471075"/>
                  </a:lnTo>
                  <a:lnTo>
                    <a:pt x="913065" y="2470910"/>
                  </a:lnTo>
                  <a:lnTo>
                    <a:pt x="913252" y="2470679"/>
                  </a:lnTo>
                  <a:lnTo>
                    <a:pt x="913439" y="2470349"/>
                  </a:lnTo>
                  <a:lnTo>
                    <a:pt x="913626" y="2470019"/>
                  </a:lnTo>
                  <a:lnTo>
                    <a:pt x="913813" y="2469689"/>
                  </a:lnTo>
                  <a:lnTo>
                    <a:pt x="914000" y="2469359"/>
                  </a:lnTo>
                  <a:lnTo>
                    <a:pt x="914187" y="2469070"/>
                  </a:lnTo>
                  <a:lnTo>
                    <a:pt x="914374" y="2468905"/>
                  </a:lnTo>
                  <a:lnTo>
                    <a:pt x="914560" y="2468616"/>
                  </a:lnTo>
                  <a:lnTo>
                    <a:pt x="914747" y="2468286"/>
                  </a:lnTo>
                  <a:lnTo>
                    <a:pt x="914934" y="2468022"/>
                  </a:lnTo>
                  <a:lnTo>
                    <a:pt x="915121" y="2467692"/>
                  </a:lnTo>
                  <a:lnTo>
                    <a:pt x="915308" y="2467362"/>
                  </a:lnTo>
                  <a:lnTo>
                    <a:pt x="915495" y="2467429"/>
                  </a:lnTo>
                  <a:lnTo>
                    <a:pt x="915682" y="2467659"/>
                  </a:lnTo>
                  <a:lnTo>
                    <a:pt x="915869" y="2468128"/>
                  </a:lnTo>
                  <a:lnTo>
                    <a:pt x="916056" y="2468625"/>
                  </a:lnTo>
                  <a:lnTo>
                    <a:pt x="916243" y="2469180"/>
                  </a:lnTo>
                  <a:lnTo>
                    <a:pt x="916430" y="2469735"/>
                  </a:lnTo>
                  <a:lnTo>
                    <a:pt x="916617" y="2470290"/>
                  </a:lnTo>
                  <a:lnTo>
                    <a:pt x="916804" y="2470845"/>
                  </a:lnTo>
                  <a:lnTo>
                    <a:pt x="916990" y="2471358"/>
                  </a:lnTo>
                  <a:lnTo>
                    <a:pt x="917181" y="2471758"/>
                  </a:lnTo>
                  <a:lnTo>
                    <a:pt x="929522" y="2471758"/>
                  </a:lnTo>
                  <a:lnTo>
                    <a:pt x="929701" y="2471382"/>
                  </a:lnTo>
                  <a:lnTo>
                    <a:pt x="929888" y="2470970"/>
                  </a:lnTo>
                  <a:lnTo>
                    <a:pt x="930075" y="2470536"/>
                  </a:lnTo>
                  <a:lnTo>
                    <a:pt x="930262" y="2470069"/>
                  </a:lnTo>
                  <a:lnTo>
                    <a:pt x="930449" y="2469653"/>
                  </a:lnTo>
                  <a:lnTo>
                    <a:pt x="930636" y="2469237"/>
                  </a:lnTo>
                  <a:lnTo>
                    <a:pt x="930823" y="2468821"/>
                  </a:lnTo>
                  <a:lnTo>
                    <a:pt x="931010" y="2468405"/>
                  </a:lnTo>
                  <a:lnTo>
                    <a:pt x="931196" y="2468103"/>
                  </a:lnTo>
                  <a:lnTo>
                    <a:pt x="931383" y="2467599"/>
                  </a:lnTo>
                  <a:lnTo>
                    <a:pt x="931570" y="2466982"/>
                  </a:lnTo>
                  <a:lnTo>
                    <a:pt x="931757" y="2466209"/>
                  </a:lnTo>
                  <a:lnTo>
                    <a:pt x="931944" y="2465436"/>
                  </a:lnTo>
                  <a:lnTo>
                    <a:pt x="932131" y="2464615"/>
                  </a:lnTo>
                  <a:lnTo>
                    <a:pt x="932318" y="2463830"/>
                  </a:lnTo>
                  <a:lnTo>
                    <a:pt x="932505" y="2463037"/>
                  </a:lnTo>
                  <a:lnTo>
                    <a:pt x="932692" y="2462321"/>
                  </a:lnTo>
                  <a:lnTo>
                    <a:pt x="932879" y="2461740"/>
                  </a:lnTo>
                  <a:lnTo>
                    <a:pt x="933066" y="2461077"/>
                  </a:lnTo>
                  <a:lnTo>
                    <a:pt x="933253" y="2460572"/>
                  </a:lnTo>
                  <a:lnTo>
                    <a:pt x="933439" y="2459904"/>
                  </a:lnTo>
                  <a:lnTo>
                    <a:pt x="933626" y="2459183"/>
                  </a:lnTo>
                  <a:lnTo>
                    <a:pt x="933813" y="2458462"/>
                  </a:lnTo>
                  <a:lnTo>
                    <a:pt x="934000" y="2457724"/>
                  </a:lnTo>
                  <a:lnTo>
                    <a:pt x="934187" y="2457159"/>
                  </a:lnTo>
                  <a:lnTo>
                    <a:pt x="934374" y="2456367"/>
                  </a:lnTo>
                  <a:lnTo>
                    <a:pt x="934561" y="2455798"/>
                  </a:lnTo>
                  <a:lnTo>
                    <a:pt x="934748" y="2455230"/>
                  </a:lnTo>
                  <a:lnTo>
                    <a:pt x="934935" y="2454608"/>
                  </a:lnTo>
                  <a:lnTo>
                    <a:pt x="935122" y="2454278"/>
                  </a:lnTo>
                  <a:lnTo>
                    <a:pt x="935309" y="2453939"/>
                  </a:lnTo>
                  <a:lnTo>
                    <a:pt x="935496" y="2453444"/>
                  </a:lnTo>
                  <a:lnTo>
                    <a:pt x="935683" y="2452949"/>
                  </a:lnTo>
                  <a:lnTo>
                    <a:pt x="935869" y="2452553"/>
                  </a:lnTo>
                  <a:lnTo>
                    <a:pt x="936056" y="2452256"/>
                  </a:lnTo>
                  <a:lnTo>
                    <a:pt x="936243" y="2452182"/>
                  </a:lnTo>
                  <a:lnTo>
                    <a:pt x="936430" y="2452182"/>
                  </a:lnTo>
                  <a:lnTo>
                    <a:pt x="936617" y="2452182"/>
                  </a:lnTo>
                  <a:lnTo>
                    <a:pt x="936804" y="2452330"/>
                  </a:lnTo>
                  <a:lnTo>
                    <a:pt x="936991" y="2452495"/>
                  </a:lnTo>
                  <a:lnTo>
                    <a:pt x="937178" y="2452723"/>
                  </a:lnTo>
                  <a:lnTo>
                    <a:pt x="937365" y="2452988"/>
                  </a:lnTo>
                  <a:lnTo>
                    <a:pt x="937552" y="2453257"/>
                  </a:lnTo>
                  <a:lnTo>
                    <a:pt x="937739" y="2453525"/>
                  </a:lnTo>
                  <a:lnTo>
                    <a:pt x="937926" y="2453794"/>
                  </a:lnTo>
                  <a:lnTo>
                    <a:pt x="938112" y="2454063"/>
                  </a:lnTo>
                  <a:lnTo>
                    <a:pt x="938299" y="2454332"/>
                  </a:lnTo>
                  <a:lnTo>
                    <a:pt x="938486" y="2454601"/>
                  </a:lnTo>
                  <a:lnTo>
                    <a:pt x="938673" y="2454870"/>
                  </a:lnTo>
                  <a:lnTo>
                    <a:pt x="938860" y="2455139"/>
                  </a:lnTo>
                  <a:lnTo>
                    <a:pt x="939047" y="2455408"/>
                  </a:lnTo>
                  <a:lnTo>
                    <a:pt x="939234" y="2455676"/>
                  </a:lnTo>
                  <a:lnTo>
                    <a:pt x="939421" y="2455945"/>
                  </a:lnTo>
                  <a:lnTo>
                    <a:pt x="939608" y="2456214"/>
                  </a:lnTo>
                  <a:lnTo>
                    <a:pt x="939795" y="2456483"/>
                  </a:lnTo>
                  <a:lnTo>
                    <a:pt x="939982" y="2456730"/>
                  </a:lnTo>
                  <a:lnTo>
                    <a:pt x="940169" y="2456950"/>
                  </a:lnTo>
                  <a:lnTo>
                    <a:pt x="940356" y="2456950"/>
                  </a:lnTo>
                  <a:lnTo>
                    <a:pt x="940542" y="2456950"/>
                  </a:lnTo>
                  <a:lnTo>
                    <a:pt x="940729" y="2456950"/>
                  </a:lnTo>
                  <a:lnTo>
                    <a:pt x="940916" y="2456950"/>
                  </a:lnTo>
                  <a:lnTo>
                    <a:pt x="941103" y="2456950"/>
                  </a:lnTo>
                  <a:lnTo>
                    <a:pt x="941290" y="2456950"/>
                  </a:lnTo>
                  <a:lnTo>
                    <a:pt x="941477" y="2456950"/>
                  </a:lnTo>
                  <a:lnTo>
                    <a:pt x="941664" y="2456950"/>
                  </a:lnTo>
                  <a:lnTo>
                    <a:pt x="941851" y="2456950"/>
                  </a:lnTo>
                  <a:lnTo>
                    <a:pt x="942038" y="2456950"/>
                  </a:lnTo>
                  <a:lnTo>
                    <a:pt x="942225" y="2456950"/>
                  </a:lnTo>
                  <a:lnTo>
                    <a:pt x="942412" y="2456950"/>
                  </a:lnTo>
                  <a:lnTo>
                    <a:pt x="942599" y="2456950"/>
                  </a:lnTo>
                  <a:lnTo>
                    <a:pt x="942786" y="2456950"/>
                  </a:lnTo>
                  <a:lnTo>
                    <a:pt x="942972" y="2456950"/>
                  </a:lnTo>
                  <a:lnTo>
                    <a:pt x="943159" y="2456950"/>
                  </a:lnTo>
                  <a:lnTo>
                    <a:pt x="943346" y="2456950"/>
                  </a:lnTo>
                  <a:lnTo>
                    <a:pt x="943533" y="2456826"/>
                  </a:lnTo>
                  <a:lnTo>
                    <a:pt x="943720" y="2456922"/>
                  </a:lnTo>
                  <a:lnTo>
                    <a:pt x="943907" y="2456993"/>
                  </a:lnTo>
                  <a:lnTo>
                    <a:pt x="944094" y="2457021"/>
                  </a:lnTo>
                  <a:lnTo>
                    <a:pt x="944281" y="2457050"/>
                  </a:lnTo>
                  <a:lnTo>
                    <a:pt x="944468" y="2457078"/>
                  </a:lnTo>
                  <a:lnTo>
                    <a:pt x="944655" y="2457107"/>
                  </a:lnTo>
                  <a:lnTo>
                    <a:pt x="944842" y="2457226"/>
                  </a:lnTo>
                  <a:lnTo>
                    <a:pt x="945029" y="2457485"/>
                  </a:lnTo>
                  <a:lnTo>
                    <a:pt x="945215" y="2457515"/>
                  </a:lnTo>
                  <a:lnTo>
                    <a:pt x="945402" y="2457520"/>
                  </a:lnTo>
                  <a:lnTo>
                    <a:pt x="945589" y="2457520"/>
                  </a:lnTo>
                  <a:lnTo>
                    <a:pt x="945776" y="2457400"/>
                  </a:lnTo>
                  <a:lnTo>
                    <a:pt x="945963" y="2457290"/>
                  </a:lnTo>
                  <a:lnTo>
                    <a:pt x="946150" y="2457356"/>
                  </a:lnTo>
                  <a:lnTo>
                    <a:pt x="946337" y="2457566"/>
                  </a:lnTo>
                  <a:lnTo>
                    <a:pt x="946524" y="2457853"/>
                  </a:lnTo>
                  <a:lnTo>
                    <a:pt x="946711" y="2458284"/>
                  </a:lnTo>
                  <a:lnTo>
                    <a:pt x="946898" y="2458748"/>
                  </a:lnTo>
                  <a:lnTo>
                    <a:pt x="947085" y="2459211"/>
                  </a:lnTo>
                  <a:lnTo>
                    <a:pt x="947272" y="2459658"/>
                  </a:lnTo>
                  <a:lnTo>
                    <a:pt x="947459" y="2460040"/>
                  </a:lnTo>
                  <a:lnTo>
                    <a:pt x="947645" y="2460369"/>
                  </a:lnTo>
                  <a:lnTo>
                    <a:pt x="947832" y="2460616"/>
                  </a:lnTo>
                  <a:lnTo>
                    <a:pt x="948019" y="2460798"/>
                  </a:lnTo>
                  <a:lnTo>
                    <a:pt x="948206" y="2461009"/>
                  </a:lnTo>
                  <a:lnTo>
                    <a:pt x="948393" y="2461395"/>
                  </a:lnTo>
                  <a:lnTo>
                    <a:pt x="948580" y="2461699"/>
                  </a:lnTo>
                  <a:lnTo>
                    <a:pt x="948767" y="2461991"/>
                  </a:lnTo>
                  <a:lnTo>
                    <a:pt x="948954" y="2462324"/>
                  </a:lnTo>
                  <a:lnTo>
                    <a:pt x="949141" y="2462726"/>
                  </a:lnTo>
                  <a:lnTo>
                    <a:pt x="949328" y="2462959"/>
                  </a:lnTo>
                  <a:lnTo>
                    <a:pt x="949515" y="2463064"/>
                  </a:lnTo>
                  <a:lnTo>
                    <a:pt x="949702" y="2463253"/>
                  </a:lnTo>
                  <a:lnTo>
                    <a:pt x="949888" y="2463446"/>
                  </a:lnTo>
                  <a:lnTo>
                    <a:pt x="950075" y="2463664"/>
                  </a:lnTo>
                  <a:lnTo>
                    <a:pt x="950262" y="2463977"/>
                  </a:lnTo>
                  <a:lnTo>
                    <a:pt x="950449" y="2464291"/>
                  </a:lnTo>
                  <a:lnTo>
                    <a:pt x="950636" y="2464671"/>
                  </a:lnTo>
                  <a:lnTo>
                    <a:pt x="950823" y="2465149"/>
                  </a:lnTo>
                  <a:lnTo>
                    <a:pt x="951010" y="2465628"/>
                  </a:lnTo>
                  <a:lnTo>
                    <a:pt x="951197" y="2466107"/>
                  </a:lnTo>
                  <a:lnTo>
                    <a:pt x="951384" y="2466586"/>
                  </a:lnTo>
                  <a:lnTo>
                    <a:pt x="951571" y="2467064"/>
                  </a:lnTo>
                  <a:lnTo>
                    <a:pt x="951758" y="2467543"/>
                  </a:lnTo>
                  <a:lnTo>
                    <a:pt x="951945" y="2468158"/>
                  </a:lnTo>
                  <a:lnTo>
                    <a:pt x="952132" y="2468918"/>
                  </a:lnTo>
                  <a:lnTo>
                    <a:pt x="952318" y="2469594"/>
                  </a:lnTo>
                  <a:lnTo>
                    <a:pt x="952505" y="2470309"/>
                  </a:lnTo>
                  <a:lnTo>
                    <a:pt x="952692" y="2470804"/>
                  </a:lnTo>
                  <a:lnTo>
                    <a:pt x="952879" y="2470902"/>
                  </a:lnTo>
                  <a:lnTo>
                    <a:pt x="953066" y="2470994"/>
                  </a:lnTo>
                  <a:lnTo>
                    <a:pt x="953253" y="2470855"/>
                  </a:lnTo>
                  <a:lnTo>
                    <a:pt x="953440" y="2470688"/>
                  </a:lnTo>
                  <a:lnTo>
                    <a:pt x="953627" y="2470463"/>
                  </a:lnTo>
                  <a:lnTo>
                    <a:pt x="953814" y="2470238"/>
                  </a:lnTo>
                  <a:lnTo>
                    <a:pt x="954001" y="2470013"/>
                  </a:lnTo>
                  <a:lnTo>
                    <a:pt x="954188" y="2470016"/>
                  </a:lnTo>
                  <a:lnTo>
                    <a:pt x="954375" y="2470192"/>
                  </a:lnTo>
                  <a:lnTo>
                    <a:pt x="954562" y="2470390"/>
                  </a:lnTo>
                  <a:lnTo>
                    <a:pt x="954748" y="2470509"/>
                  </a:lnTo>
                  <a:lnTo>
                    <a:pt x="954935" y="2470605"/>
                  </a:lnTo>
                  <a:lnTo>
                    <a:pt x="955122" y="2470691"/>
                  </a:lnTo>
                  <a:lnTo>
                    <a:pt x="955309" y="2470691"/>
                  </a:lnTo>
                  <a:lnTo>
                    <a:pt x="955496" y="2470676"/>
                  </a:lnTo>
                  <a:lnTo>
                    <a:pt x="955683" y="2470619"/>
                  </a:lnTo>
                  <a:lnTo>
                    <a:pt x="955870" y="2470683"/>
                  </a:lnTo>
                  <a:lnTo>
                    <a:pt x="956057" y="2470710"/>
                  </a:lnTo>
                  <a:lnTo>
                    <a:pt x="956244" y="2470961"/>
                  </a:lnTo>
                  <a:lnTo>
                    <a:pt x="956431" y="2471211"/>
                  </a:lnTo>
                  <a:lnTo>
                    <a:pt x="956618" y="2471462"/>
                  </a:lnTo>
                  <a:lnTo>
                    <a:pt x="956837" y="2471758"/>
                  </a:lnTo>
                  <a:lnTo>
                    <a:pt x="958674" y="2471723"/>
                  </a:lnTo>
                  <a:lnTo>
                    <a:pt x="958861" y="2471717"/>
                  </a:lnTo>
                  <a:lnTo>
                    <a:pt x="959048" y="2471717"/>
                  </a:lnTo>
                  <a:lnTo>
                    <a:pt x="959235" y="2471717"/>
                  </a:lnTo>
                  <a:lnTo>
                    <a:pt x="959496" y="2471758"/>
                  </a:lnTo>
                  <a:lnTo>
                    <a:pt x="994674" y="2471758"/>
                  </a:lnTo>
                  <a:lnTo>
                    <a:pt x="994749" y="2471582"/>
                  </a:lnTo>
                  <a:lnTo>
                    <a:pt x="994936" y="2471343"/>
                  </a:lnTo>
                  <a:lnTo>
                    <a:pt x="995123" y="2471105"/>
                  </a:lnTo>
                  <a:lnTo>
                    <a:pt x="995310" y="2470842"/>
                  </a:lnTo>
                  <a:lnTo>
                    <a:pt x="995497" y="2470241"/>
                  </a:lnTo>
                  <a:lnTo>
                    <a:pt x="995684" y="2469512"/>
                  </a:lnTo>
                  <a:lnTo>
                    <a:pt x="995871" y="2468739"/>
                  </a:lnTo>
                  <a:lnTo>
                    <a:pt x="996058" y="2468261"/>
                  </a:lnTo>
                  <a:lnTo>
                    <a:pt x="996245" y="2467833"/>
                  </a:lnTo>
                  <a:lnTo>
                    <a:pt x="996432" y="2467399"/>
                  </a:lnTo>
                  <a:lnTo>
                    <a:pt x="996619" y="2466965"/>
                  </a:lnTo>
                  <a:lnTo>
                    <a:pt x="996806" y="2466531"/>
                  </a:lnTo>
                  <a:lnTo>
                    <a:pt x="996993" y="2466097"/>
                  </a:lnTo>
                  <a:lnTo>
                    <a:pt x="997179" y="2465510"/>
                  </a:lnTo>
                  <a:lnTo>
                    <a:pt x="997366" y="2464922"/>
                  </a:lnTo>
                  <a:lnTo>
                    <a:pt x="997553" y="2464335"/>
                  </a:lnTo>
                  <a:lnTo>
                    <a:pt x="997740" y="2463753"/>
                  </a:lnTo>
                  <a:lnTo>
                    <a:pt x="997927" y="2463172"/>
                  </a:lnTo>
                  <a:lnTo>
                    <a:pt x="998114" y="2462616"/>
                  </a:lnTo>
                  <a:lnTo>
                    <a:pt x="998301" y="2462185"/>
                  </a:lnTo>
                  <a:lnTo>
                    <a:pt x="998488" y="2461984"/>
                  </a:lnTo>
                  <a:lnTo>
                    <a:pt x="998675" y="2461919"/>
                  </a:lnTo>
                  <a:lnTo>
                    <a:pt x="998862" y="2461875"/>
                  </a:lnTo>
                  <a:lnTo>
                    <a:pt x="999049" y="2461922"/>
                  </a:lnTo>
                  <a:lnTo>
                    <a:pt x="999236" y="2461903"/>
                  </a:lnTo>
                  <a:lnTo>
                    <a:pt x="999423" y="2461953"/>
                  </a:lnTo>
                  <a:lnTo>
                    <a:pt x="999609" y="2461965"/>
                  </a:lnTo>
                  <a:lnTo>
                    <a:pt x="999796" y="2461892"/>
                  </a:lnTo>
                  <a:lnTo>
                    <a:pt x="999983" y="2461686"/>
                  </a:lnTo>
                  <a:lnTo>
                    <a:pt x="1000170" y="2461329"/>
                  </a:lnTo>
                  <a:lnTo>
                    <a:pt x="1000357" y="2461054"/>
                  </a:lnTo>
                  <a:lnTo>
                    <a:pt x="1000544" y="2461159"/>
                  </a:lnTo>
                  <a:lnTo>
                    <a:pt x="1000731" y="2461464"/>
                  </a:lnTo>
                  <a:lnTo>
                    <a:pt x="1000918" y="2461769"/>
                  </a:lnTo>
                  <a:lnTo>
                    <a:pt x="1001105" y="2462058"/>
                  </a:lnTo>
                  <a:lnTo>
                    <a:pt x="1001292" y="2462331"/>
                  </a:lnTo>
                  <a:lnTo>
                    <a:pt x="1001479" y="2462570"/>
                  </a:lnTo>
                  <a:lnTo>
                    <a:pt x="1001666" y="2462748"/>
                  </a:lnTo>
                  <a:lnTo>
                    <a:pt x="1001852" y="2463022"/>
                  </a:lnTo>
                  <a:lnTo>
                    <a:pt x="1002039" y="2463281"/>
                  </a:lnTo>
                  <a:lnTo>
                    <a:pt x="1002226" y="2463541"/>
                  </a:lnTo>
                  <a:lnTo>
                    <a:pt x="1002413" y="2463751"/>
                  </a:lnTo>
                  <a:lnTo>
                    <a:pt x="1002600" y="2464091"/>
                  </a:lnTo>
                  <a:lnTo>
                    <a:pt x="1002787" y="2464573"/>
                  </a:lnTo>
                  <a:lnTo>
                    <a:pt x="1002974" y="2465137"/>
                  </a:lnTo>
                  <a:lnTo>
                    <a:pt x="1003161" y="2465618"/>
                  </a:lnTo>
                  <a:lnTo>
                    <a:pt x="1003348" y="2465967"/>
                  </a:lnTo>
                  <a:lnTo>
                    <a:pt x="1003535" y="2466201"/>
                  </a:lnTo>
                  <a:lnTo>
                    <a:pt x="1003722" y="2466434"/>
                  </a:lnTo>
                  <a:lnTo>
                    <a:pt x="1003909" y="2466566"/>
                  </a:lnTo>
                  <a:lnTo>
                    <a:pt x="1004096" y="2466731"/>
                  </a:lnTo>
                  <a:lnTo>
                    <a:pt x="1004282" y="2466998"/>
                  </a:lnTo>
                  <a:lnTo>
                    <a:pt x="1004469" y="2467231"/>
                  </a:lnTo>
                  <a:lnTo>
                    <a:pt x="1004656" y="2467211"/>
                  </a:lnTo>
                  <a:lnTo>
                    <a:pt x="1004843" y="2467046"/>
                  </a:lnTo>
                  <a:lnTo>
                    <a:pt x="1005030" y="2466881"/>
                  </a:lnTo>
                  <a:lnTo>
                    <a:pt x="1005217" y="2466716"/>
                  </a:lnTo>
                  <a:lnTo>
                    <a:pt x="1005404" y="2466551"/>
                  </a:lnTo>
                  <a:lnTo>
                    <a:pt x="1005591" y="2466386"/>
                  </a:lnTo>
                  <a:lnTo>
                    <a:pt x="1005778" y="2466221"/>
                  </a:lnTo>
                  <a:lnTo>
                    <a:pt x="1005965" y="2466056"/>
                  </a:lnTo>
                  <a:lnTo>
                    <a:pt x="1006152" y="2465891"/>
                  </a:lnTo>
                  <a:lnTo>
                    <a:pt x="1006339" y="2465726"/>
                  </a:lnTo>
                  <a:lnTo>
                    <a:pt x="1006525" y="2465561"/>
                  </a:lnTo>
                  <a:lnTo>
                    <a:pt x="1006712" y="2465528"/>
                  </a:lnTo>
                  <a:lnTo>
                    <a:pt x="1006899" y="2465528"/>
                  </a:lnTo>
                  <a:lnTo>
                    <a:pt x="1007086" y="2465594"/>
                  </a:lnTo>
                  <a:lnTo>
                    <a:pt x="1007273" y="2465986"/>
                  </a:lnTo>
                  <a:lnTo>
                    <a:pt x="1007460" y="2466416"/>
                  </a:lnTo>
                  <a:lnTo>
                    <a:pt x="1007647" y="2466941"/>
                  </a:lnTo>
                  <a:lnTo>
                    <a:pt x="1007834" y="2467540"/>
                  </a:lnTo>
                  <a:lnTo>
                    <a:pt x="1008021" y="2468139"/>
                  </a:lnTo>
                  <a:lnTo>
                    <a:pt x="1008208" y="2468738"/>
                  </a:lnTo>
                  <a:lnTo>
                    <a:pt x="1008395" y="2469337"/>
                  </a:lnTo>
                  <a:lnTo>
                    <a:pt x="1008582" y="2469936"/>
                  </a:lnTo>
                  <a:lnTo>
                    <a:pt x="1008769" y="2470535"/>
                  </a:lnTo>
                  <a:lnTo>
                    <a:pt x="1008955" y="2471134"/>
                  </a:lnTo>
                  <a:lnTo>
                    <a:pt x="1009150" y="2471758"/>
                  </a:lnTo>
                  <a:lnTo>
                    <a:pt x="1057109" y="2471758"/>
                  </a:lnTo>
                  <a:lnTo>
                    <a:pt x="1057181" y="2471502"/>
                  </a:lnTo>
                  <a:lnTo>
                    <a:pt x="1057368" y="2470867"/>
                  </a:lnTo>
                  <a:lnTo>
                    <a:pt x="1057555" y="2470223"/>
                  </a:lnTo>
                  <a:lnTo>
                    <a:pt x="1057742" y="2469876"/>
                  </a:lnTo>
                  <a:lnTo>
                    <a:pt x="1057929" y="2469323"/>
                  </a:lnTo>
                  <a:lnTo>
                    <a:pt x="1058116" y="2468746"/>
                  </a:lnTo>
                  <a:lnTo>
                    <a:pt x="1058303" y="2468151"/>
                  </a:lnTo>
                  <a:lnTo>
                    <a:pt x="1058489" y="2467462"/>
                  </a:lnTo>
                  <a:lnTo>
                    <a:pt x="1058676" y="2466863"/>
                  </a:lnTo>
                  <a:lnTo>
                    <a:pt x="1058863" y="2466264"/>
                  </a:lnTo>
                  <a:lnTo>
                    <a:pt x="1059050" y="2465665"/>
                  </a:lnTo>
                  <a:lnTo>
                    <a:pt x="1059237" y="2465066"/>
                  </a:lnTo>
                  <a:lnTo>
                    <a:pt x="1059424" y="2464467"/>
                  </a:lnTo>
                  <a:lnTo>
                    <a:pt x="1059611" y="2463868"/>
                  </a:lnTo>
                  <a:lnTo>
                    <a:pt x="1059798" y="2463269"/>
                  </a:lnTo>
                  <a:lnTo>
                    <a:pt x="1059985" y="2462670"/>
                  </a:lnTo>
                  <a:lnTo>
                    <a:pt x="1060172" y="2462187"/>
                  </a:lnTo>
                  <a:lnTo>
                    <a:pt x="1060359" y="2461759"/>
                  </a:lnTo>
                  <a:lnTo>
                    <a:pt x="1060546" y="2461445"/>
                  </a:lnTo>
                  <a:lnTo>
                    <a:pt x="1060733" y="2461142"/>
                  </a:lnTo>
                  <a:lnTo>
                    <a:pt x="1060919" y="2460978"/>
                  </a:lnTo>
                  <a:lnTo>
                    <a:pt x="1061106" y="2460845"/>
                  </a:lnTo>
                  <a:lnTo>
                    <a:pt x="1061293" y="2461109"/>
                  </a:lnTo>
                  <a:lnTo>
                    <a:pt x="1061480" y="2461439"/>
                  </a:lnTo>
                  <a:lnTo>
                    <a:pt x="1061667" y="2461869"/>
                  </a:lnTo>
                  <a:lnTo>
                    <a:pt x="1061854" y="2462364"/>
                  </a:lnTo>
                  <a:lnTo>
                    <a:pt x="1062041" y="2462859"/>
                  </a:lnTo>
                  <a:lnTo>
                    <a:pt x="1062228" y="2463502"/>
                  </a:lnTo>
                  <a:lnTo>
                    <a:pt x="1062415" y="2464163"/>
                  </a:lnTo>
                  <a:lnTo>
                    <a:pt x="1062602" y="2464456"/>
                  </a:lnTo>
                  <a:lnTo>
                    <a:pt x="1062789" y="2464760"/>
                  </a:lnTo>
                  <a:lnTo>
                    <a:pt x="1062976" y="2465099"/>
                  </a:lnTo>
                  <a:lnTo>
                    <a:pt x="1063162" y="2465426"/>
                  </a:lnTo>
                  <a:lnTo>
                    <a:pt x="1063349" y="2465392"/>
                  </a:lnTo>
                  <a:lnTo>
                    <a:pt x="1063536" y="2465354"/>
                  </a:lnTo>
                  <a:lnTo>
                    <a:pt x="1063723" y="2465143"/>
                  </a:lnTo>
                  <a:lnTo>
                    <a:pt x="1063910" y="2464960"/>
                  </a:lnTo>
                  <a:lnTo>
                    <a:pt x="1064097" y="2464778"/>
                  </a:lnTo>
                  <a:lnTo>
                    <a:pt x="1064284" y="2464534"/>
                  </a:lnTo>
                  <a:lnTo>
                    <a:pt x="1064471" y="2464245"/>
                  </a:lnTo>
                  <a:lnTo>
                    <a:pt x="1064658" y="2463987"/>
                  </a:lnTo>
                  <a:lnTo>
                    <a:pt x="1064845" y="2463743"/>
                  </a:lnTo>
                  <a:lnTo>
                    <a:pt x="1065032" y="2463454"/>
                  </a:lnTo>
                  <a:lnTo>
                    <a:pt x="1065219" y="2463210"/>
                  </a:lnTo>
                  <a:lnTo>
                    <a:pt x="1065406" y="2462966"/>
                  </a:lnTo>
                  <a:lnTo>
                    <a:pt x="1065592" y="2462689"/>
                  </a:lnTo>
                  <a:lnTo>
                    <a:pt x="1065779" y="2462439"/>
                  </a:lnTo>
                  <a:lnTo>
                    <a:pt x="1065966" y="2462175"/>
                  </a:lnTo>
                  <a:lnTo>
                    <a:pt x="1066153" y="2462137"/>
                  </a:lnTo>
                  <a:lnTo>
                    <a:pt x="1066340" y="2462103"/>
                  </a:lnTo>
                  <a:lnTo>
                    <a:pt x="1066527" y="2462012"/>
                  </a:lnTo>
                  <a:lnTo>
                    <a:pt x="1066714" y="2461968"/>
                  </a:lnTo>
                  <a:lnTo>
                    <a:pt x="1066901" y="2462180"/>
                  </a:lnTo>
                  <a:lnTo>
                    <a:pt x="1067088" y="2462392"/>
                  </a:lnTo>
                  <a:lnTo>
                    <a:pt x="1067275" y="2462604"/>
                  </a:lnTo>
                  <a:lnTo>
                    <a:pt x="1067462" y="2462720"/>
                  </a:lnTo>
                  <a:lnTo>
                    <a:pt x="1067649" y="2462812"/>
                  </a:lnTo>
                  <a:lnTo>
                    <a:pt x="1067836" y="2462928"/>
                  </a:lnTo>
                  <a:lnTo>
                    <a:pt x="1068022" y="2463242"/>
                  </a:lnTo>
                  <a:lnTo>
                    <a:pt x="1068209" y="2463581"/>
                  </a:lnTo>
                  <a:lnTo>
                    <a:pt x="1068396" y="2463712"/>
                  </a:lnTo>
                  <a:lnTo>
                    <a:pt x="1068583" y="2463842"/>
                  </a:lnTo>
                  <a:lnTo>
                    <a:pt x="1068770" y="2463982"/>
                  </a:lnTo>
                  <a:lnTo>
                    <a:pt x="1068957" y="2464121"/>
                  </a:lnTo>
                  <a:lnTo>
                    <a:pt x="1069144" y="2464127"/>
                  </a:lnTo>
                  <a:lnTo>
                    <a:pt x="1069331" y="2464120"/>
                  </a:lnTo>
                  <a:lnTo>
                    <a:pt x="1069518" y="2464045"/>
                  </a:lnTo>
                  <a:lnTo>
                    <a:pt x="1069705" y="2464101"/>
                  </a:lnTo>
                  <a:lnTo>
                    <a:pt x="1069892" y="2464180"/>
                  </a:lnTo>
                  <a:lnTo>
                    <a:pt x="1070079" y="2464258"/>
                  </a:lnTo>
                  <a:lnTo>
                    <a:pt x="1070265" y="2464456"/>
                  </a:lnTo>
                  <a:lnTo>
                    <a:pt x="1070452" y="2464653"/>
                  </a:lnTo>
                  <a:lnTo>
                    <a:pt x="1070639" y="2464803"/>
                  </a:lnTo>
                  <a:lnTo>
                    <a:pt x="1070826" y="2464905"/>
                  </a:lnTo>
                  <a:lnTo>
                    <a:pt x="1071013" y="2464891"/>
                  </a:lnTo>
                  <a:lnTo>
                    <a:pt x="1071200" y="2464735"/>
                  </a:lnTo>
                  <a:lnTo>
                    <a:pt x="1071387" y="2464663"/>
                  </a:lnTo>
                  <a:lnTo>
                    <a:pt x="1071574" y="2464624"/>
                  </a:lnTo>
                  <a:lnTo>
                    <a:pt x="1071761" y="2464553"/>
                  </a:lnTo>
                  <a:lnTo>
                    <a:pt x="1071948" y="2464478"/>
                  </a:lnTo>
                  <a:lnTo>
                    <a:pt x="1072135" y="2464402"/>
                  </a:lnTo>
                  <a:lnTo>
                    <a:pt x="1072322" y="2464327"/>
                  </a:lnTo>
                  <a:lnTo>
                    <a:pt x="1072509" y="2464230"/>
                  </a:lnTo>
                  <a:lnTo>
                    <a:pt x="1072695" y="2464338"/>
                  </a:lnTo>
                  <a:lnTo>
                    <a:pt x="1072882" y="2464456"/>
                  </a:lnTo>
                  <a:lnTo>
                    <a:pt x="1073069" y="2464574"/>
                  </a:lnTo>
                  <a:lnTo>
                    <a:pt x="1073256" y="2464692"/>
                  </a:lnTo>
                  <a:lnTo>
                    <a:pt x="1073443" y="2464786"/>
                  </a:lnTo>
                  <a:lnTo>
                    <a:pt x="1073630" y="2464647"/>
                  </a:lnTo>
                  <a:lnTo>
                    <a:pt x="1073817" y="2464739"/>
                  </a:lnTo>
                  <a:lnTo>
                    <a:pt x="1074004" y="2464837"/>
                  </a:lnTo>
                  <a:lnTo>
                    <a:pt x="1074191" y="2464856"/>
                  </a:lnTo>
                  <a:lnTo>
                    <a:pt x="1074378" y="2464899"/>
                  </a:lnTo>
                  <a:lnTo>
                    <a:pt x="1074565" y="2464695"/>
                  </a:lnTo>
                  <a:lnTo>
                    <a:pt x="1074752" y="2464667"/>
                  </a:lnTo>
                  <a:lnTo>
                    <a:pt x="1074938" y="2464638"/>
                  </a:lnTo>
                  <a:lnTo>
                    <a:pt x="1075125" y="2464610"/>
                  </a:lnTo>
                  <a:lnTo>
                    <a:pt x="1075312" y="2464581"/>
                  </a:lnTo>
                  <a:lnTo>
                    <a:pt x="1075499" y="2464486"/>
                  </a:lnTo>
                  <a:lnTo>
                    <a:pt x="1075686" y="2464308"/>
                  </a:lnTo>
                  <a:lnTo>
                    <a:pt x="1075873" y="2464162"/>
                  </a:lnTo>
                  <a:lnTo>
                    <a:pt x="1076060" y="2463922"/>
                  </a:lnTo>
                  <a:lnTo>
                    <a:pt x="1076247" y="2463682"/>
                  </a:lnTo>
                  <a:lnTo>
                    <a:pt x="1076434" y="2463442"/>
                  </a:lnTo>
                  <a:lnTo>
                    <a:pt x="1076621" y="2463203"/>
                  </a:lnTo>
                  <a:lnTo>
                    <a:pt x="1076808" y="2462963"/>
                  </a:lnTo>
                  <a:lnTo>
                    <a:pt x="1076995" y="2462720"/>
                  </a:lnTo>
                  <a:lnTo>
                    <a:pt x="1077182" y="2462411"/>
                  </a:lnTo>
                  <a:lnTo>
                    <a:pt x="1077368" y="2462137"/>
                  </a:lnTo>
                  <a:lnTo>
                    <a:pt x="1077555" y="2461864"/>
                  </a:lnTo>
                  <a:lnTo>
                    <a:pt x="1077742" y="2461590"/>
                  </a:lnTo>
                  <a:lnTo>
                    <a:pt x="1077929" y="2461317"/>
                  </a:lnTo>
                  <a:lnTo>
                    <a:pt x="1078116" y="2461043"/>
                  </a:lnTo>
                  <a:lnTo>
                    <a:pt x="1078303" y="2460811"/>
                  </a:lnTo>
                  <a:lnTo>
                    <a:pt x="1078490" y="2460470"/>
                  </a:lnTo>
                  <a:lnTo>
                    <a:pt x="1078677" y="2459882"/>
                  </a:lnTo>
                  <a:lnTo>
                    <a:pt x="1078864" y="2459452"/>
                  </a:lnTo>
                  <a:lnTo>
                    <a:pt x="1079051" y="2459287"/>
                  </a:lnTo>
                  <a:lnTo>
                    <a:pt x="1079238" y="2459122"/>
                  </a:lnTo>
                  <a:lnTo>
                    <a:pt x="1079425" y="2458817"/>
                  </a:lnTo>
                  <a:lnTo>
                    <a:pt x="1079612" y="2458478"/>
                  </a:lnTo>
                  <a:lnTo>
                    <a:pt x="1079798" y="2457892"/>
                  </a:lnTo>
                  <a:lnTo>
                    <a:pt x="1079985" y="2457232"/>
                  </a:lnTo>
                  <a:lnTo>
                    <a:pt x="1080172" y="2456984"/>
                  </a:lnTo>
                  <a:lnTo>
                    <a:pt x="1080359" y="2456735"/>
                  </a:lnTo>
                  <a:lnTo>
                    <a:pt x="1080546" y="2456517"/>
                  </a:lnTo>
                  <a:lnTo>
                    <a:pt x="1080733" y="2456275"/>
                  </a:lnTo>
                  <a:lnTo>
                    <a:pt x="1080920" y="2455858"/>
                  </a:lnTo>
                  <a:lnTo>
                    <a:pt x="1081107" y="2455713"/>
                  </a:lnTo>
                  <a:lnTo>
                    <a:pt x="1081294" y="2455597"/>
                  </a:lnTo>
                  <a:lnTo>
                    <a:pt x="1081481" y="2455518"/>
                  </a:lnTo>
                  <a:lnTo>
                    <a:pt x="1081668" y="2455490"/>
                  </a:lnTo>
                  <a:lnTo>
                    <a:pt x="1081855" y="2455204"/>
                  </a:lnTo>
                  <a:lnTo>
                    <a:pt x="1082041" y="2454770"/>
                  </a:lnTo>
                  <a:lnTo>
                    <a:pt x="1082228" y="2454487"/>
                  </a:lnTo>
                  <a:lnTo>
                    <a:pt x="1082415" y="2454180"/>
                  </a:lnTo>
                  <a:lnTo>
                    <a:pt x="1082602" y="2453867"/>
                  </a:lnTo>
                  <a:lnTo>
                    <a:pt x="1082789" y="2453583"/>
                  </a:lnTo>
                  <a:lnTo>
                    <a:pt x="1082976" y="2453248"/>
                  </a:lnTo>
                  <a:lnTo>
                    <a:pt x="1083163" y="2452870"/>
                  </a:lnTo>
                  <a:lnTo>
                    <a:pt x="1083350" y="2452483"/>
                  </a:lnTo>
                  <a:lnTo>
                    <a:pt x="1083537" y="2452104"/>
                  </a:lnTo>
                  <a:lnTo>
                    <a:pt x="1083724" y="2451769"/>
                  </a:lnTo>
                  <a:lnTo>
                    <a:pt x="1083911" y="2451421"/>
                  </a:lnTo>
                  <a:lnTo>
                    <a:pt x="1084098" y="2451076"/>
                  </a:lnTo>
                  <a:lnTo>
                    <a:pt x="1084285" y="2450768"/>
                  </a:lnTo>
                  <a:lnTo>
                    <a:pt x="1084471" y="2450569"/>
                  </a:lnTo>
                  <a:lnTo>
                    <a:pt x="1084658" y="2450740"/>
                  </a:lnTo>
                  <a:lnTo>
                    <a:pt x="1084845" y="2451330"/>
                  </a:lnTo>
                  <a:lnTo>
                    <a:pt x="1085032" y="2452120"/>
                  </a:lnTo>
                  <a:lnTo>
                    <a:pt x="1085219" y="2452917"/>
                  </a:lnTo>
                  <a:lnTo>
                    <a:pt x="1085406" y="2453749"/>
                  </a:lnTo>
                  <a:lnTo>
                    <a:pt x="1085593" y="2454556"/>
                  </a:lnTo>
                  <a:lnTo>
                    <a:pt x="1085780" y="2455259"/>
                  </a:lnTo>
                  <a:lnTo>
                    <a:pt x="1085967" y="2455981"/>
                  </a:lnTo>
                  <a:lnTo>
                    <a:pt x="1086154" y="2456743"/>
                  </a:lnTo>
                  <a:lnTo>
                    <a:pt x="1086341" y="2457352"/>
                  </a:lnTo>
                  <a:lnTo>
                    <a:pt x="1086528" y="2457962"/>
                  </a:lnTo>
                  <a:lnTo>
                    <a:pt x="1086715" y="2458380"/>
                  </a:lnTo>
                  <a:lnTo>
                    <a:pt x="1086901" y="2459050"/>
                  </a:lnTo>
                  <a:lnTo>
                    <a:pt x="1087088" y="2459859"/>
                  </a:lnTo>
                  <a:lnTo>
                    <a:pt x="1087275" y="2460577"/>
                  </a:lnTo>
                  <a:lnTo>
                    <a:pt x="1087462" y="2461118"/>
                  </a:lnTo>
                  <a:lnTo>
                    <a:pt x="1087649" y="2461527"/>
                  </a:lnTo>
                  <a:lnTo>
                    <a:pt x="1087836" y="2461796"/>
                  </a:lnTo>
                  <a:lnTo>
                    <a:pt x="1088023" y="2462065"/>
                  </a:lnTo>
                  <a:lnTo>
                    <a:pt x="1088210" y="2462334"/>
                  </a:lnTo>
                  <a:lnTo>
                    <a:pt x="1088397" y="2462603"/>
                  </a:lnTo>
                  <a:lnTo>
                    <a:pt x="1088584" y="2462868"/>
                  </a:lnTo>
                  <a:lnTo>
                    <a:pt x="1088771" y="2463115"/>
                  </a:lnTo>
                  <a:lnTo>
                    <a:pt x="1088958" y="2463362"/>
                  </a:lnTo>
                  <a:lnTo>
                    <a:pt x="1089144" y="2463582"/>
                  </a:lnTo>
                  <a:lnTo>
                    <a:pt x="1089331" y="2463582"/>
                  </a:lnTo>
                  <a:lnTo>
                    <a:pt x="1089518" y="2463582"/>
                  </a:lnTo>
                  <a:lnTo>
                    <a:pt x="1089705" y="2463582"/>
                  </a:lnTo>
                  <a:lnTo>
                    <a:pt x="1089892" y="2463582"/>
                  </a:lnTo>
                  <a:lnTo>
                    <a:pt x="1090079" y="2463582"/>
                  </a:lnTo>
                  <a:lnTo>
                    <a:pt x="1090266" y="2463582"/>
                  </a:lnTo>
                  <a:lnTo>
                    <a:pt x="1090453" y="2463582"/>
                  </a:lnTo>
                  <a:lnTo>
                    <a:pt x="1090640" y="2463582"/>
                  </a:lnTo>
                  <a:lnTo>
                    <a:pt x="1090827" y="2463582"/>
                  </a:lnTo>
                  <a:lnTo>
                    <a:pt x="1091014" y="2463582"/>
                  </a:lnTo>
                  <a:lnTo>
                    <a:pt x="1091201" y="2463582"/>
                  </a:lnTo>
                  <a:lnTo>
                    <a:pt x="1091388" y="2463582"/>
                  </a:lnTo>
                  <a:lnTo>
                    <a:pt x="1091574" y="2463582"/>
                  </a:lnTo>
                  <a:lnTo>
                    <a:pt x="1091761" y="2463582"/>
                  </a:lnTo>
                  <a:lnTo>
                    <a:pt x="1091948" y="2463722"/>
                  </a:lnTo>
                  <a:lnTo>
                    <a:pt x="1092135" y="2463904"/>
                  </a:lnTo>
                  <a:lnTo>
                    <a:pt x="1092322" y="2464382"/>
                  </a:lnTo>
                  <a:lnTo>
                    <a:pt x="1092509" y="2464878"/>
                  </a:lnTo>
                  <a:lnTo>
                    <a:pt x="1092696" y="2465373"/>
                  </a:lnTo>
                  <a:lnTo>
                    <a:pt x="1092883" y="2465868"/>
                  </a:lnTo>
                  <a:lnTo>
                    <a:pt x="1093070" y="2466371"/>
                  </a:lnTo>
                  <a:lnTo>
                    <a:pt x="1093257" y="2467031"/>
                  </a:lnTo>
                  <a:lnTo>
                    <a:pt x="1093444" y="2467559"/>
                  </a:lnTo>
                  <a:lnTo>
                    <a:pt x="1093631" y="2468054"/>
                  </a:lnTo>
                  <a:lnTo>
                    <a:pt x="1093817" y="2468550"/>
                  </a:lnTo>
                  <a:lnTo>
                    <a:pt x="1094004" y="2469045"/>
                  </a:lnTo>
                  <a:lnTo>
                    <a:pt x="1094191" y="2469540"/>
                  </a:lnTo>
                  <a:lnTo>
                    <a:pt x="1094378" y="2470035"/>
                  </a:lnTo>
                  <a:lnTo>
                    <a:pt x="1094565" y="2470530"/>
                  </a:lnTo>
                  <a:lnTo>
                    <a:pt x="1094752" y="2471000"/>
                  </a:lnTo>
                  <a:lnTo>
                    <a:pt x="1094939" y="2471405"/>
                  </a:lnTo>
                  <a:lnTo>
                    <a:pt x="1095126" y="2471421"/>
                  </a:lnTo>
                  <a:lnTo>
                    <a:pt x="1095313" y="2471421"/>
                  </a:lnTo>
                  <a:lnTo>
                    <a:pt x="1095500" y="2471421"/>
                  </a:lnTo>
                  <a:lnTo>
                    <a:pt x="1095687" y="2471421"/>
                  </a:lnTo>
                  <a:lnTo>
                    <a:pt x="1095874" y="2471512"/>
                  </a:lnTo>
                  <a:lnTo>
                    <a:pt x="1096061" y="2471512"/>
                  </a:lnTo>
                  <a:lnTo>
                    <a:pt x="1096247" y="2471644"/>
                  </a:lnTo>
                  <a:lnTo>
                    <a:pt x="1096376" y="2471758"/>
                  </a:lnTo>
                  <a:lnTo>
                    <a:pt x="1134099" y="2471758"/>
                  </a:lnTo>
                  <a:lnTo>
                    <a:pt x="1134192" y="2471430"/>
                  </a:lnTo>
                  <a:lnTo>
                    <a:pt x="1134379" y="2470839"/>
                  </a:lnTo>
                  <a:lnTo>
                    <a:pt x="1134566" y="2470370"/>
                  </a:lnTo>
                  <a:lnTo>
                    <a:pt x="1134753" y="2470018"/>
                  </a:lnTo>
                  <a:lnTo>
                    <a:pt x="1134940" y="2469830"/>
                  </a:lnTo>
                  <a:lnTo>
                    <a:pt x="1135127" y="2469709"/>
                  </a:lnTo>
                  <a:lnTo>
                    <a:pt x="1135314" y="2469340"/>
                  </a:lnTo>
                  <a:lnTo>
                    <a:pt x="1135501" y="2469064"/>
                  </a:lnTo>
                  <a:lnTo>
                    <a:pt x="1135688" y="2468807"/>
                  </a:lnTo>
                  <a:lnTo>
                    <a:pt x="1135875" y="2468572"/>
                  </a:lnTo>
                  <a:lnTo>
                    <a:pt x="1136062" y="2468380"/>
                  </a:lnTo>
                  <a:lnTo>
                    <a:pt x="1136249" y="2468286"/>
                  </a:lnTo>
                  <a:lnTo>
                    <a:pt x="1136435" y="2468263"/>
                  </a:lnTo>
                  <a:lnTo>
                    <a:pt x="1136622" y="2468122"/>
                  </a:lnTo>
                  <a:lnTo>
                    <a:pt x="1136809" y="2468107"/>
                  </a:lnTo>
                  <a:lnTo>
                    <a:pt x="1136996" y="2467943"/>
                  </a:lnTo>
                  <a:lnTo>
                    <a:pt x="1137183" y="2467344"/>
                  </a:lnTo>
                  <a:lnTo>
                    <a:pt x="1137370" y="2466745"/>
                  </a:lnTo>
                  <a:lnTo>
                    <a:pt x="1137557" y="2466105"/>
                  </a:lnTo>
                  <a:lnTo>
                    <a:pt x="1137744" y="2465341"/>
                  </a:lnTo>
                  <a:lnTo>
                    <a:pt x="1137931" y="2464577"/>
                  </a:lnTo>
                  <a:lnTo>
                    <a:pt x="1138118" y="2463835"/>
                  </a:lnTo>
                  <a:lnTo>
                    <a:pt x="1138305" y="2462988"/>
                  </a:lnTo>
                  <a:lnTo>
                    <a:pt x="1138492" y="2462328"/>
                  </a:lnTo>
                  <a:lnTo>
                    <a:pt x="1138678" y="2462080"/>
                  </a:lnTo>
                  <a:lnTo>
                    <a:pt x="1138865" y="2461832"/>
                  </a:lnTo>
                  <a:lnTo>
                    <a:pt x="1139052" y="2461632"/>
                  </a:lnTo>
                  <a:lnTo>
                    <a:pt x="1139239" y="2461438"/>
                  </a:lnTo>
                  <a:lnTo>
                    <a:pt x="1139426" y="2461304"/>
                  </a:lnTo>
                  <a:lnTo>
                    <a:pt x="1139613" y="2461207"/>
                  </a:lnTo>
                  <a:lnTo>
                    <a:pt x="1139800" y="2461133"/>
                  </a:lnTo>
                  <a:lnTo>
                    <a:pt x="1139987" y="2461032"/>
                  </a:lnTo>
                  <a:lnTo>
                    <a:pt x="1140174" y="2460796"/>
                  </a:lnTo>
                  <a:lnTo>
                    <a:pt x="1140361" y="2460530"/>
                  </a:lnTo>
                  <a:lnTo>
                    <a:pt x="1140548" y="2460189"/>
                  </a:lnTo>
                  <a:lnTo>
                    <a:pt x="1140735" y="2459841"/>
                  </a:lnTo>
                  <a:lnTo>
                    <a:pt x="1140922" y="2459430"/>
                  </a:lnTo>
                  <a:lnTo>
                    <a:pt x="1141108" y="2459022"/>
                  </a:lnTo>
                  <a:lnTo>
                    <a:pt x="1141295" y="2458609"/>
                  </a:lnTo>
                  <a:lnTo>
                    <a:pt x="1141482" y="2458203"/>
                  </a:lnTo>
                  <a:lnTo>
                    <a:pt x="1141669" y="2457817"/>
                  </a:lnTo>
                  <a:lnTo>
                    <a:pt x="1141856" y="2457442"/>
                  </a:lnTo>
                  <a:lnTo>
                    <a:pt x="1142043" y="2457095"/>
                  </a:lnTo>
                  <a:lnTo>
                    <a:pt x="1142230" y="2456718"/>
                  </a:lnTo>
                  <a:lnTo>
                    <a:pt x="1142417" y="2456335"/>
                  </a:lnTo>
                  <a:lnTo>
                    <a:pt x="1142604" y="2455975"/>
                  </a:lnTo>
                  <a:lnTo>
                    <a:pt x="1142791" y="2455700"/>
                  </a:lnTo>
                  <a:lnTo>
                    <a:pt x="1142978" y="2455439"/>
                  </a:lnTo>
                  <a:lnTo>
                    <a:pt x="1143165" y="2455274"/>
                  </a:lnTo>
                  <a:lnTo>
                    <a:pt x="1143352" y="2455092"/>
                  </a:lnTo>
                  <a:lnTo>
                    <a:pt x="1143538" y="2454669"/>
                  </a:lnTo>
                  <a:lnTo>
                    <a:pt x="1143725" y="2454204"/>
                  </a:lnTo>
                  <a:lnTo>
                    <a:pt x="1143912" y="2453623"/>
                  </a:lnTo>
                  <a:lnTo>
                    <a:pt x="1144099" y="2453068"/>
                  </a:lnTo>
                  <a:lnTo>
                    <a:pt x="1144286" y="2452446"/>
                  </a:lnTo>
                  <a:lnTo>
                    <a:pt x="1144473" y="2451764"/>
                  </a:lnTo>
                  <a:lnTo>
                    <a:pt x="1144660" y="2451067"/>
                  </a:lnTo>
                  <a:lnTo>
                    <a:pt x="1144847" y="2450288"/>
                  </a:lnTo>
                  <a:lnTo>
                    <a:pt x="1145034" y="2449704"/>
                  </a:lnTo>
                  <a:lnTo>
                    <a:pt x="1145221" y="2449159"/>
                  </a:lnTo>
                  <a:lnTo>
                    <a:pt x="1145408" y="2448893"/>
                  </a:lnTo>
                  <a:lnTo>
                    <a:pt x="1145595" y="2448334"/>
                  </a:lnTo>
                  <a:lnTo>
                    <a:pt x="1145781" y="2447822"/>
                  </a:lnTo>
                  <a:lnTo>
                    <a:pt x="1145968" y="2447298"/>
                  </a:lnTo>
                  <a:lnTo>
                    <a:pt x="1146155" y="2446662"/>
                  </a:lnTo>
                  <a:lnTo>
                    <a:pt x="1146342" y="2445705"/>
                  </a:lnTo>
                  <a:lnTo>
                    <a:pt x="1146529" y="2444585"/>
                  </a:lnTo>
                  <a:lnTo>
                    <a:pt x="1146716" y="2443663"/>
                  </a:lnTo>
                  <a:lnTo>
                    <a:pt x="1146903" y="2442787"/>
                  </a:lnTo>
                  <a:lnTo>
                    <a:pt x="1147090" y="2442018"/>
                  </a:lnTo>
                  <a:lnTo>
                    <a:pt x="1147277" y="2441346"/>
                  </a:lnTo>
                  <a:lnTo>
                    <a:pt x="1147464" y="2440711"/>
                  </a:lnTo>
                  <a:lnTo>
                    <a:pt x="1147651" y="2440371"/>
                  </a:lnTo>
                  <a:lnTo>
                    <a:pt x="1147838" y="2440339"/>
                  </a:lnTo>
                  <a:lnTo>
                    <a:pt x="1148025" y="2440217"/>
                  </a:lnTo>
                  <a:lnTo>
                    <a:pt x="1148211" y="2440137"/>
                  </a:lnTo>
                  <a:lnTo>
                    <a:pt x="1148398" y="2440069"/>
                  </a:lnTo>
                  <a:lnTo>
                    <a:pt x="1148585" y="2440072"/>
                  </a:lnTo>
                  <a:lnTo>
                    <a:pt x="1148772" y="2440124"/>
                  </a:lnTo>
                  <a:lnTo>
                    <a:pt x="1148959" y="2440235"/>
                  </a:lnTo>
                  <a:lnTo>
                    <a:pt x="1149146" y="2440327"/>
                  </a:lnTo>
                  <a:lnTo>
                    <a:pt x="1149333" y="2440509"/>
                  </a:lnTo>
                  <a:lnTo>
                    <a:pt x="1149520" y="2440578"/>
                  </a:lnTo>
                  <a:lnTo>
                    <a:pt x="1149707" y="2440614"/>
                  </a:lnTo>
                  <a:lnTo>
                    <a:pt x="1149894" y="2440649"/>
                  </a:lnTo>
                  <a:lnTo>
                    <a:pt x="1150081" y="2440610"/>
                  </a:lnTo>
                  <a:lnTo>
                    <a:pt x="1150268" y="2440395"/>
                  </a:lnTo>
                  <a:lnTo>
                    <a:pt x="1150454" y="2440053"/>
                  </a:lnTo>
                  <a:lnTo>
                    <a:pt x="1150641" y="2439536"/>
                  </a:lnTo>
                  <a:lnTo>
                    <a:pt x="1150828" y="2438943"/>
                  </a:lnTo>
                  <a:lnTo>
                    <a:pt x="1151015" y="2438214"/>
                  </a:lnTo>
                  <a:lnTo>
                    <a:pt x="1151202" y="2437634"/>
                  </a:lnTo>
                  <a:lnTo>
                    <a:pt x="1151389" y="2437055"/>
                  </a:lnTo>
                  <a:lnTo>
                    <a:pt x="1151576" y="2436454"/>
                  </a:lnTo>
                  <a:lnTo>
                    <a:pt x="1151763" y="2435853"/>
                  </a:lnTo>
                  <a:lnTo>
                    <a:pt x="1151950" y="2435330"/>
                  </a:lnTo>
                  <a:lnTo>
                    <a:pt x="1152137" y="2434849"/>
                  </a:lnTo>
                  <a:lnTo>
                    <a:pt x="1152324" y="2434368"/>
                  </a:lnTo>
                  <a:lnTo>
                    <a:pt x="1152511" y="2433887"/>
                  </a:lnTo>
                  <a:lnTo>
                    <a:pt x="1152698" y="2433406"/>
                  </a:lnTo>
                  <a:lnTo>
                    <a:pt x="1152884" y="2433046"/>
                  </a:lnTo>
                  <a:lnTo>
                    <a:pt x="1153071" y="2432901"/>
                  </a:lnTo>
                  <a:lnTo>
                    <a:pt x="1153258" y="2432895"/>
                  </a:lnTo>
                  <a:lnTo>
                    <a:pt x="1153445" y="2432895"/>
                  </a:lnTo>
                  <a:lnTo>
                    <a:pt x="1153632" y="2432877"/>
                  </a:lnTo>
                  <a:lnTo>
                    <a:pt x="1153819" y="2432877"/>
                  </a:lnTo>
                  <a:lnTo>
                    <a:pt x="1154006" y="2432630"/>
                  </a:lnTo>
                  <a:lnTo>
                    <a:pt x="1154193" y="2432403"/>
                  </a:lnTo>
                  <a:lnTo>
                    <a:pt x="1154380" y="2432337"/>
                  </a:lnTo>
                  <a:lnTo>
                    <a:pt x="1154567" y="2432172"/>
                  </a:lnTo>
                  <a:lnTo>
                    <a:pt x="1154754" y="2432015"/>
                  </a:lnTo>
                  <a:lnTo>
                    <a:pt x="1154941" y="2431758"/>
                  </a:lnTo>
                  <a:lnTo>
                    <a:pt x="1155128" y="2431470"/>
                  </a:lnTo>
                  <a:lnTo>
                    <a:pt x="1155314" y="2431161"/>
                  </a:lnTo>
                  <a:lnTo>
                    <a:pt x="1155501" y="2430847"/>
                  </a:lnTo>
                  <a:lnTo>
                    <a:pt x="1155688" y="2430704"/>
                  </a:lnTo>
                  <a:lnTo>
                    <a:pt x="1155875" y="2430675"/>
                  </a:lnTo>
                  <a:lnTo>
                    <a:pt x="1156062" y="2430755"/>
                  </a:lnTo>
                  <a:lnTo>
                    <a:pt x="1156249" y="2431092"/>
                  </a:lnTo>
                  <a:lnTo>
                    <a:pt x="1156436" y="2431540"/>
                  </a:lnTo>
                  <a:lnTo>
                    <a:pt x="1156623" y="2431956"/>
                  </a:lnTo>
                  <a:lnTo>
                    <a:pt x="1156810" y="2432178"/>
                  </a:lnTo>
                  <a:lnTo>
                    <a:pt x="1156997" y="2432390"/>
                  </a:lnTo>
                  <a:lnTo>
                    <a:pt x="1157184" y="2432609"/>
                  </a:lnTo>
                  <a:lnTo>
                    <a:pt x="1157371" y="2432717"/>
                  </a:lnTo>
                  <a:lnTo>
                    <a:pt x="1157557" y="2432641"/>
                  </a:lnTo>
                  <a:lnTo>
                    <a:pt x="1157744" y="2432369"/>
                  </a:lnTo>
                  <a:lnTo>
                    <a:pt x="1157931" y="2432057"/>
                  </a:lnTo>
                  <a:lnTo>
                    <a:pt x="1158118" y="2431744"/>
                  </a:lnTo>
                  <a:lnTo>
                    <a:pt x="1158305" y="2431744"/>
                  </a:lnTo>
                  <a:lnTo>
                    <a:pt x="1158492" y="2431753"/>
                  </a:lnTo>
                  <a:lnTo>
                    <a:pt x="1158679" y="2431799"/>
                  </a:lnTo>
                  <a:lnTo>
                    <a:pt x="1158866" y="2431859"/>
                  </a:lnTo>
                  <a:lnTo>
                    <a:pt x="1159053" y="2431724"/>
                  </a:lnTo>
                  <a:lnTo>
                    <a:pt x="1159240" y="2431412"/>
                  </a:lnTo>
                  <a:lnTo>
                    <a:pt x="1159427" y="2431147"/>
                  </a:lnTo>
                  <a:lnTo>
                    <a:pt x="1159614" y="2430925"/>
                  </a:lnTo>
                  <a:lnTo>
                    <a:pt x="1159801" y="2430702"/>
                  </a:lnTo>
                  <a:lnTo>
                    <a:pt x="1159987" y="2430467"/>
                  </a:lnTo>
                  <a:lnTo>
                    <a:pt x="1160174" y="2430323"/>
                  </a:lnTo>
                  <a:lnTo>
                    <a:pt x="1160361" y="2430361"/>
                  </a:lnTo>
                  <a:lnTo>
                    <a:pt x="1160548" y="2430514"/>
                  </a:lnTo>
                  <a:lnTo>
                    <a:pt x="1160735" y="2430620"/>
                  </a:lnTo>
                  <a:lnTo>
                    <a:pt x="1160922" y="2430744"/>
                  </a:lnTo>
                  <a:lnTo>
                    <a:pt x="1161109" y="2430937"/>
                  </a:lnTo>
                  <a:lnTo>
                    <a:pt x="1161296" y="2430937"/>
                  </a:lnTo>
                  <a:lnTo>
                    <a:pt x="1161483" y="2430937"/>
                  </a:lnTo>
                  <a:lnTo>
                    <a:pt x="1161670" y="2430937"/>
                  </a:lnTo>
                  <a:lnTo>
                    <a:pt x="1161857" y="2430937"/>
                  </a:lnTo>
                  <a:lnTo>
                    <a:pt x="1162044" y="2431193"/>
                  </a:lnTo>
                  <a:lnTo>
                    <a:pt x="1162230" y="2431646"/>
                  </a:lnTo>
                  <a:lnTo>
                    <a:pt x="1162417" y="2432141"/>
                  </a:lnTo>
                  <a:lnTo>
                    <a:pt x="1162604" y="2432637"/>
                  </a:lnTo>
                  <a:lnTo>
                    <a:pt x="1162791" y="2433132"/>
                  </a:lnTo>
                  <a:lnTo>
                    <a:pt x="1162978" y="2433627"/>
                  </a:lnTo>
                  <a:lnTo>
                    <a:pt x="1163165" y="2434122"/>
                  </a:lnTo>
                  <a:lnTo>
                    <a:pt x="1163352" y="2434276"/>
                  </a:lnTo>
                  <a:lnTo>
                    <a:pt x="1163539" y="2434470"/>
                  </a:lnTo>
                  <a:lnTo>
                    <a:pt x="1163726" y="2434311"/>
                  </a:lnTo>
                  <a:lnTo>
                    <a:pt x="1163913" y="2434241"/>
                  </a:lnTo>
                  <a:lnTo>
                    <a:pt x="1164100" y="2434147"/>
                  </a:lnTo>
                  <a:lnTo>
                    <a:pt x="1164287" y="2434052"/>
                  </a:lnTo>
                  <a:lnTo>
                    <a:pt x="1164474" y="2433958"/>
                  </a:lnTo>
                  <a:lnTo>
                    <a:pt x="1164660" y="2433793"/>
                  </a:lnTo>
                  <a:lnTo>
                    <a:pt x="1164847" y="2433522"/>
                  </a:lnTo>
                  <a:lnTo>
                    <a:pt x="1165034" y="2433168"/>
                  </a:lnTo>
                  <a:lnTo>
                    <a:pt x="1165221" y="2432797"/>
                  </a:lnTo>
                  <a:lnTo>
                    <a:pt x="1165408" y="2432425"/>
                  </a:lnTo>
                  <a:lnTo>
                    <a:pt x="1165595" y="2432058"/>
                  </a:lnTo>
                  <a:lnTo>
                    <a:pt x="1165782" y="2431807"/>
                  </a:lnTo>
                  <a:lnTo>
                    <a:pt x="1165969" y="2431573"/>
                  </a:lnTo>
                  <a:lnTo>
                    <a:pt x="1166156" y="2431340"/>
                  </a:lnTo>
                  <a:lnTo>
                    <a:pt x="1166343" y="2430957"/>
                  </a:lnTo>
                  <a:lnTo>
                    <a:pt x="1166530" y="2430599"/>
                  </a:lnTo>
                  <a:lnTo>
                    <a:pt x="1166717" y="2430167"/>
                  </a:lnTo>
                  <a:lnTo>
                    <a:pt x="1166904" y="2429747"/>
                  </a:lnTo>
                  <a:lnTo>
                    <a:pt x="1167090" y="2429421"/>
                  </a:lnTo>
                  <a:lnTo>
                    <a:pt x="1167277" y="2429126"/>
                  </a:lnTo>
                  <a:lnTo>
                    <a:pt x="1167464" y="2429185"/>
                  </a:lnTo>
                  <a:lnTo>
                    <a:pt x="1167651" y="2429408"/>
                  </a:lnTo>
                  <a:lnTo>
                    <a:pt x="1167838" y="2429653"/>
                  </a:lnTo>
                  <a:lnTo>
                    <a:pt x="1168025" y="2429856"/>
                  </a:lnTo>
                  <a:lnTo>
                    <a:pt x="1168212" y="2430021"/>
                  </a:lnTo>
                  <a:lnTo>
                    <a:pt x="1168399" y="2430120"/>
                  </a:lnTo>
                  <a:lnTo>
                    <a:pt x="1168586" y="2430065"/>
                  </a:lnTo>
                  <a:lnTo>
                    <a:pt x="1168773" y="2430039"/>
                  </a:lnTo>
                  <a:lnTo>
                    <a:pt x="1168960" y="2430180"/>
                  </a:lnTo>
                  <a:lnTo>
                    <a:pt x="1169147" y="2430537"/>
                  </a:lnTo>
                  <a:lnTo>
                    <a:pt x="1169333" y="2431092"/>
                  </a:lnTo>
                  <a:lnTo>
                    <a:pt x="1169520" y="2431761"/>
                  </a:lnTo>
                  <a:lnTo>
                    <a:pt x="1169707" y="2432658"/>
                  </a:lnTo>
                  <a:lnTo>
                    <a:pt x="1169894" y="2433538"/>
                  </a:lnTo>
                  <a:lnTo>
                    <a:pt x="1170081" y="2434433"/>
                  </a:lnTo>
                  <a:lnTo>
                    <a:pt x="1170268" y="2435229"/>
                  </a:lnTo>
                  <a:lnTo>
                    <a:pt x="1170455" y="2435931"/>
                  </a:lnTo>
                  <a:lnTo>
                    <a:pt x="1170642" y="2436682"/>
                  </a:lnTo>
                  <a:lnTo>
                    <a:pt x="1170829" y="2437272"/>
                  </a:lnTo>
                  <a:lnTo>
                    <a:pt x="1171016" y="2438030"/>
                  </a:lnTo>
                  <a:lnTo>
                    <a:pt x="1171203" y="2438774"/>
                  </a:lnTo>
                  <a:lnTo>
                    <a:pt x="1171390" y="2439588"/>
                  </a:lnTo>
                  <a:lnTo>
                    <a:pt x="1171577" y="2440411"/>
                  </a:lnTo>
                  <a:lnTo>
                    <a:pt x="1171763" y="2441167"/>
                  </a:lnTo>
                  <a:lnTo>
                    <a:pt x="1171950" y="2441801"/>
                  </a:lnTo>
                  <a:lnTo>
                    <a:pt x="1172137" y="2442318"/>
                  </a:lnTo>
                  <a:lnTo>
                    <a:pt x="1172324" y="2442671"/>
                  </a:lnTo>
                  <a:lnTo>
                    <a:pt x="1172511" y="2442883"/>
                  </a:lnTo>
                  <a:lnTo>
                    <a:pt x="1172698" y="2443024"/>
                  </a:lnTo>
                  <a:lnTo>
                    <a:pt x="1172885" y="2443053"/>
                  </a:lnTo>
                  <a:lnTo>
                    <a:pt x="1173072" y="2443041"/>
                  </a:lnTo>
                  <a:lnTo>
                    <a:pt x="1173259" y="2443007"/>
                  </a:lnTo>
                  <a:lnTo>
                    <a:pt x="1173446" y="2442930"/>
                  </a:lnTo>
                  <a:lnTo>
                    <a:pt x="1173633" y="2442755"/>
                  </a:lnTo>
                  <a:lnTo>
                    <a:pt x="1173820" y="2442510"/>
                  </a:lnTo>
                  <a:lnTo>
                    <a:pt x="1174007" y="2442381"/>
                  </a:lnTo>
                  <a:lnTo>
                    <a:pt x="1174193" y="2442128"/>
                  </a:lnTo>
                  <a:lnTo>
                    <a:pt x="1174380" y="2442023"/>
                  </a:lnTo>
                  <a:lnTo>
                    <a:pt x="1174567" y="2442353"/>
                  </a:lnTo>
                  <a:lnTo>
                    <a:pt x="1174754" y="2442683"/>
                  </a:lnTo>
                  <a:lnTo>
                    <a:pt x="1174941" y="2443054"/>
                  </a:lnTo>
                  <a:lnTo>
                    <a:pt x="1175128" y="2443549"/>
                  </a:lnTo>
                  <a:lnTo>
                    <a:pt x="1175315" y="2444045"/>
                  </a:lnTo>
                  <a:lnTo>
                    <a:pt x="1175502" y="2444540"/>
                  </a:lnTo>
                  <a:lnTo>
                    <a:pt x="1175689" y="2445084"/>
                  </a:lnTo>
                  <a:lnTo>
                    <a:pt x="1175876" y="2445579"/>
                  </a:lnTo>
                  <a:lnTo>
                    <a:pt x="1176063" y="2445663"/>
                  </a:lnTo>
                  <a:lnTo>
                    <a:pt x="1176250" y="2445746"/>
                  </a:lnTo>
                  <a:lnTo>
                    <a:pt x="1176436" y="2445561"/>
                  </a:lnTo>
                  <a:lnTo>
                    <a:pt x="1176623" y="2445342"/>
                  </a:lnTo>
                  <a:lnTo>
                    <a:pt x="1176810" y="2445047"/>
                  </a:lnTo>
                  <a:lnTo>
                    <a:pt x="1176997" y="2444710"/>
                  </a:lnTo>
                  <a:lnTo>
                    <a:pt x="1177184" y="2444341"/>
                  </a:lnTo>
                  <a:lnTo>
                    <a:pt x="1177371" y="2443843"/>
                  </a:lnTo>
                  <a:lnTo>
                    <a:pt x="1177558" y="2443481"/>
                  </a:lnTo>
                  <a:lnTo>
                    <a:pt x="1177745" y="2443148"/>
                  </a:lnTo>
                  <a:lnTo>
                    <a:pt x="1177932" y="2442889"/>
                  </a:lnTo>
                  <a:lnTo>
                    <a:pt x="1178119" y="2442638"/>
                  </a:lnTo>
                  <a:lnTo>
                    <a:pt x="1178306" y="2442327"/>
                  </a:lnTo>
                  <a:lnTo>
                    <a:pt x="1178493" y="2441954"/>
                  </a:lnTo>
                  <a:lnTo>
                    <a:pt x="1178680" y="2441603"/>
                  </a:lnTo>
                  <a:lnTo>
                    <a:pt x="1178866" y="2441245"/>
                  </a:lnTo>
                  <a:lnTo>
                    <a:pt x="1179053" y="2440867"/>
                  </a:lnTo>
                  <a:lnTo>
                    <a:pt x="1179240" y="2440483"/>
                  </a:lnTo>
                  <a:lnTo>
                    <a:pt x="1179427" y="2440070"/>
                  </a:lnTo>
                  <a:lnTo>
                    <a:pt x="1179614" y="2439686"/>
                  </a:lnTo>
                  <a:lnTo>
                    <a:pt x="1179801" y="2439305"/>
                  </a:lnTo>
                  <a:lnTo>
                    <a:pt x="1179988" y="2438909"/>
                  </a:lnTo>
                  <a:lnTo>
                    <a:pt x="1180175" y="2438812"/>
                  </a:lnTo>
                  <a:lnTo>
                    <a:pt x="1180362" y="2438680"/>
                  </a:lnTo>
                  <a:lnTo>
                    <a:pt x="1180549" y="2438590"/>
                  </a:lnTo>
                  <a:lnTo>
                    <a:pt x="1180736" y="2438547"/>
                  </a:lnTo>
                  <a:lnTo>
                    <a:pt x="1180923" y="2438733"/>
                  </a:lnTo>
                  <a:lnTo>
                    <a:pt x="1181109" y="2439035"/>
                  </a:lnTo>
                  <a:lnTo>
                    <a:pt x="1181296" y="2439529"/>
                  </a:lnTo>
                  <a:lnTo>
                    <a:pt x="1181483" y="2440040"/>
                  </a:lnTo>
                  <a:lnTo>
                    <a:pt x="1181670" y="2440618"/>
                  </a:lnTo>
                  <a:lnTo>
                    <a:pt x="1181857" y="2441256"/>
                  </a:lnTo>
                  <a:lnTo>
                    <a:pt x="1182044" y="2441908"/>
                  </a:lnTo>
                  <a:lnTo>
                    <a:pt x="1182231" y="2442647"/>
                  </a:lnTo>
                  <a:lnTo>
                    <a:pt x="1182418" y="2443195"/>
                  </a:lnTo>
                  <a:lnTo>
                    <a:pt x="1182605" y="2443869"/>
                  </a:lnTo>
                  <a:lnTo>
                    <a:pt x="1182792" y="2444254"/>
                  </a:lnTo>
                  <a:lnTo>
                    <a:pt x="1182979" y="2444728"/>
                  </a:lnTo>
                  <a:lnTo>
                    <a:pt x="1183166" y="2445207"/>
                  </a:lnTo>
                  <a:lnTo>
                    <a:pt x="1183353" y="2445426"/>
                  </a:lnTo>
                  <a:lnTo>
                    <a:pt x="1183539" y="2445602"/>
                  </a:lnTo>
                  <a:lnTo>
                    <a:pt x="1183726" y="2446165"/>
                  </a:lnTo>
                  <a:lnTo>
                    <a:pt x="1183913" y="2446857"/>
                  </a:lnTo>
                  <a:lnTo>
                    <a:pt x="1184100" y="2447482"/>
                  </a:lnTo>
                  <a:lnTo>
                    <a:pt x="1184287" y="2448096"/>
                  </a:lnTo>
                  <a:lnTo>
                    <a:pt x="1184474" y="2448601"/>
                  </a:lnTo>
                  <a:lnTo>
                    <a:pt x="1184661" y="2449011"/>
                  </a:lnTo>
                  <a:lnTo>
                    <a:pt x="1184848" y="2449474"/>
                  </a:lnTo>
                  <a:lnTo>
                    <a:pt x="1185035" y="2449716"/>
                  </a:lnTo>
                  <a:lnTo>
                    <a:pt x="1185222" y="2449661"/>
                  </a:lnTo>
                  <a:lnTo>
                    <a:pt x="1185409" y="2449760"/>
                  </a:lnTo>
                  <a:lnTo>
                    <a:pt x="1185596" y="2449824"/>
                  </a:lnTo>
                  <a:lnTo>
                    <a:pt x="1185783" y="2449967"/>
                  </a:lnTo>
                  <a:lnTo>
                    <a:pt x="1185969" y="2449988"/>
                  </a:lnTo>
                  <a:lnTo>
                    <a:pt x="1186156" y="2450377"/>
                  </a:lnTo>
                  <a:lnTo>
                    <a:pt x="1186343" y="2450864"/>
                  </a:lnTo>
                  <a:lnTo>
                    <a:pt x="1186530" y="2451272"/>
                  </a:lnTo>
                  <a:lnTo>
                    <a:pt x="1186717" y="2451420"/>
                  </a:lnTo>
                  <a:lnTo>
                    <a:pt x="1186904" y="2451458"/>
                  </a:lnTo>
                  <a:lnTo>
                    <a:pt x="1187091" y="2451688"/>
                  </a:lnTo>
                  <a:lnTo>
                    <a:pt x="1187278" y="2451941"/>
                  </a:lnTo>
                  <a:lnTo>
                    <a:pt x="1187465" y="2452447"/>
                  </a:lnTo>
                  <a:lnTo>
                    <a:pt x="1187652" y="2453015"/>
                  </a:lnTo>
                  <a:lnTo>
                    <a:pt x="1187839" y="2453562"/>
                  </a:lnTo>
                  <a:lnTo>
                    <a:pt x="1188026" y="2454255"/>
                  </a:lnTo>
                  <a:lnTo>
                    <a:pt x="1188212" y="2454757"/>
                  </a:lnTo>
                  <a:lnTo>
                    <a:pt x="1188399" y="2455368"/>
                  </a:lnTo>
                  <a:lnTo>
                    <a:pt x="1188586" y="2455830"/>
                  </a:lnTo>
                  <a:lnTo>
                    <a:pt x="1188773" y="2456253"/>
                  </a:lnTo>
                  <a:lnTo>
                    <a:pt x="1188960" y="2456618"/>
                  </a:lnTo>
                  <a:lnTo>
                    <a:pt x="1189147" y="2456984"/>
                  </a:lnTo>
                  <a:lnTo>
                    <a:pt x="1189334" y="2457224"/>
                  </a:lnTo>
                  <a:lnTo>
                    <a:pt x="1189521" y="2457374"/>
                  </a:lnTo>
                  <a:lnTo>
                    <a:pt x="1189708" y="2457576"/>
                  </a:lnTo>
                  <a:lnTo>
                    <a:pt x="1189895" y="2457832"/>
                  </a:lnTo>
                  <a:lnTo>
                    <a:pt x="1190082" y="2458078"/>
                  </a:lnTo>
                  <a:lnTo>
                    <a:pt x="1190269" y="2458213"/>
                  </a:lnTo>
                  <a:lnTo>
                    <a:pt x="1190456" y="2458100"/>
                  </a:lnTo>
                  <a:lnTo>
                    <a:pt x="1190642" y="2457810"/>
                  </a:lnTo>
                  <a:lnTo>
                    <a:pt x="1190829" y="2457148"/>
                  </a:lnTo>
                  <a:lnTo>
                    <a:pt x="1191016" y="2456673"/>
                  </a:lnTo>
                  <a:lnTo>
                    <a:pt x="1191203" y="2456186"/>
                  </a:lnTo>
                  <a:lnTo>
                    <a:pt x="1191390" y="2455947"/>
                  </a:lnTo>
                  <a:lnTo>
                    <a:pt x="1191577" y="2455731"/>
                  </a:lnTo>
                  <a:lnTo>
                    <a:pt x="1191764" y="2455639"/>
                  </a:lnTo>
                  <a:lnTo>
                    <a:pt x="1191951" y="2455646"/>
                  </a:lnTo>
                  <a:lnTo>
                    <a:pt x="1192138" y="2455701"/>
                  </a:lnTo>
                  <a:lnTo>
                    <a:pt x="1192325" y="2455804"/>
                  </a:lnTo>
                  <a:lnTo>
                    <a:pt x="1192512" y="2455835"/>
                  </a:lnTo>
                  <a:lnTo>
                    <a:pt x="1192699" y="2455855"/>
                  </a:lnTo>
                  <a:lnTo>
                    <a:pt x="1192886" y="2455831"/>
                  </a:lnTo>
                  <a:lnTo>
                    <a:pt x="1193072" y="2455373"/>
                  </a:lnTo>
                  <a:lnTo>
                    <a:pt x="1193259" y="2454873"/>
                  </a:lnTo>
                  <a:lnTo>
                    <a:pt x="1193446" y="2454402"/>
                  </a:lnTo>
                  <a:lnTo>
                    <a:pt x="1193633" y="2453933"/>
                  </a:lnTo>
                  <a:lnTo>
                    <a:pt x="1193820" y="2453626"/>
                  </a:lnTo>
                  <a:lnTo>
                    <a:pt x="1194007" y="2453425"/>
                  </a:lnTo>
                  <a:lnTo>
                    <a:pt x="1194194" y="2453268"/>
                  </a:lnTo>
                  <a:lnTo>
                    <a:pt x="1194381" y="2452914"/>
                  </a:lnTo>
                  <a:lnTo>
                    <a:pt x="1194568" y="2452577"/>
                  </a:lnTo>
                  <a:lnTo>
                    <a:pt x="1194755" y="2452351"/>
                  </a:lnTo>
                  <a:lnTo>
                    <a:pt x="1194942" y="2452303"/>
                  </a:lnTo>
                  <a:lnTo>
                    <a:pt x="1195129" y="2452343"/>
                  </a:lnTo>
                  <a:lnTo>
                    <a:pt x="1195315" y="2452573"/>
                  </a:lnTo>
                  <a:lnTo>
                    <a:pt x="1195502" y="2452886"/>
                  </a:lnTo>
                  <a:lnTo>
                    <a:pt x="1195689" y="2453216"/>
                  </a:lnTo>
                  <a:lnTo>
                    <a:pt x="1195876" y="2453536"/>
                  </a:lnTo>
                  <a:lnTo>
                    <a:pt x="1196063" y="2453821"/>
                  </a:lnTo>
                  <a:lnTo>
                    <a:pt x="1196250" y="2454091"/>
                  </a:lnTo>
                  <a:lnTo>
                    <a:pt x="1196437" y="2454407"/>
                  </a:lnTo>
                  <a:lnTo>
                    <a:pt x="1196624" y="2454719"/>
                  </a:lnTo>
                  <a:lnTo>
                    <a:pt x="1196811" y="2454985"/>
                  </a:lnTo>
                  <a:lnTo>
                    <a:pt x="1196998" y="2455363"/>
                  </a:lnTo>
                  <a:lnTo>
                    <a:pt x="1197185" y="2455620"/>
                  </a:lnTo>
                  <a:lnTo>
                    <a:pt x="1197372" y="2455854"/>
                  </a:lnTo>
                  <a:lnTo>
                    <a:pt x="1197559" y="2455998"/>
                  </a:lnTo>
                  <a:lnTo>
                    <a:pt x="1197745" y="2455960"/>
                  </a:lnTo>
                  <a:lnTo>
                    <a:pt x="1197932" y="2455807"/>
                  </a:lnTo>
                  <a:lnTo>
                    <a:pt x="1198119" y="2455702"/>
                  </a:lnTo>
                  <a:lnTo>
                    <a:pt x="1198306" y="2455577"/>
                  </a:lnTo>
                  <a:lnTo>
                    <a:pt x="1198493" y="2455385"/>
                  </a:lnTo>
                  <a:lnTo>
                    <a:pt x="1198680" y="2455385"/>
                  </a:lnTo>
                  <a:lnTo>
                    <a:pt x="1198867" y="2455385"/>
                  </a:lnTo>
                  <a:lnTo>
                    <a:pt x="1199054" y="2455385"/>
                  </a:lnTo>
                  <a:lnTo>
                    <a:pt x="1199241" y="2455385"/>
                  </a:lnTo>
                  <a:lnTo>
                    <a:pt x="1199428" y="2455385"/>
                  </a:lnTo>
                  <a:lnTo>
                    <a:pt x="1199615" y="2455385"/>
                  </a:lnTo>
                  <a:lnTo>
                    <a:pt x="1199802" y="2455385"/>
                  </a:lnTo>
                  <a:lnTo>
                    <a:pt x="1199988" y="2455385"/>
                  </a:lnTo>
                  <a:lnTo>
                    <a:pt x="1200175" y="2455385"/>
                  </a:lnTo>
                  <a:lnTo>
                    <a:pt x="1200362" y="2455385"/>
                  </a:lnTo>
                  <a:lnTo>
                    <a:pt x="1200549" y="2455385"/>
                  </a:lnTo>
                  <a:lnTo>
                    <a:pt x="1200736" y="2455385"/>
                  </a:lnTo>
                  <a:lnTo>
                    <a:pt x="1200923" y="2455385"/>
                  </a:lnTo>
                  <a:lnTo>
                    <a:pt x="1201110" y="2455385"/>
                  </a:lnTo>
                  <a:lnTo>
                    <a:pt x="1201297" y="2455385"/>
                  </a:lnTo>
                  <a:lnTo>
                    <a:pt x="1201484" y="2455385"/>
                  </a:lnTo>
                  <a:lnTo>
                    <a:pt x="1201671" y="2455385"/>
                  </a:lnTo>
                  <a:lnTo>
                    <a:pt x="1201858" y="2455385"/>
                  </a:lnTo>
                  <a:lnTo>
                    <a:pt x="1202045" y="2455302"/>
                  </a:lnTo>
                  <a:lnTo>
                    <a:pt x="1202232" y="2455137"/>
                  </a:lnTo>
                  <a:lnTo>
                    <a:pt x="1202418" y="2454972"/>
                  </a:lnTo>
                  <a:lnTo>
                    <a:pt x="1202605" y="2454807"/>
                  </a:lnTo>
                  <a:lnTo>
                    <a:pt x="1202792" y="2454642"/>
                  </a:lnTo>
                  <a:lnTo>
                    <a:pt x="1202979" y="2454403"/>
                  </a:lnTo>
                  <a:lnTo>
                    <a:pt x="1203166" y="2454073"/>
                  </a:lnTo>
                  <a:lnTo>
                    <a:pt x="1203353" y="2453742"/>
                  </a:lnTo>
                  <a:lnTo>
                    <a:pt x="1203540" y="2453412"/>
                  </a:lnTo>
                  <a:lnTo>
                    <a:pt x="1203727" y="2453173"/>
                  </a:lnTo>
                  <a:lnTo>
                    <a:pt x="1203914" y="2453008"/>
                  </a:lnTo>
                  <a:lnTo>
                    <a:pt x="1204101" y="2452843"/>
                  </a:lnTo>
                  <a:lnTo>
                    <a:pt x="1204288" y="2452678"/>
                  </a:lnTo>
                  <a:lnTo>
                    <a:pt x="1204475" y="2452513"/>
                  </a:lnTo>
                  <a:lnTo>
                    <a:pt x="1204662" y="2452348"/>
                  </a:lnTo>
                  <a:lnTo>
                    <a:pt x="1204848" y="2452000"/>
                  </a:lnTo>
                  <a:lnTo>
                    <a:pt x="1205035" y="2451712"/>
                  </a:lnTo>
                  <a:lnTo>
                    <a:pt x="1205222" y="2451423"/>
                  </a:lnTo>
                  <a:lnTo>
                    <a:pt x="1205409" y="2451110"/>
                  </a:lnTo>
                  <a:lnTo>
                    <a:pt x="1205596" y="2450886"/>
                  </a:lnTo>
                  <a:lnTo>
                    <a:pt x="1205783" y="2450767"/>
                  </a:lnTo>
                  <a:lnTo>
                    <a:pt x="1205970" y="2450739"/>
                  </a:lnTo>
                  <a:lnTo>
                    <a:pt x="1206157" y="2450710"/>
                  </a:lnTo>
                  <a:lnTo>
                    <a:pt x="1206344" y="2450682"/>
                  </a:lnTo>
                  <a:lnTo>
                    <a:pt x="1206531" y="2450587"/>
                  </a:lnTo>
                  <a:lnTo>
                    <a:pt x="1206718" y="2450439"/>
                  </a:lnTo>
                  <a:lnTo>
                    <a:pt x="1206905" y="2450290"/>
                  </a:lnTo>
                  <a:lnTo>
                    <a:pt x="1207091" y="2450141"/>
                  </a:lnTo>
                  <a:lnTo>
                    <a:pt x="1207278" y="2449993"/>
                  </a:lnTo>
                  <a:lnTo>
                    <a:pt x="1207465" y="2449844"/>
                  </a:lnTo>
                  <a:lnTo>
                    <a:pt x="1207652" y="2449721"/>
                  </a:lnTo>
                  <a:lnTo>
                    <a:pt x="1207839" y="2449598"/>
                  </a:lnTo>
                  <a:lnTo>
                    <a:pt x="1208026" y="2449497"/>
                  </a:lnTo>
                  <a:lnTo>
                    <a:pt x="1208213" y="2449662"/>
                  </a:lnTo>
                  <a:lnTo>
                    <a:pt x="1208400" y="2449703"/>
                  </a:lnTo>
                  <a:lnTo>
                    <a:pt x="1208587" y="2449703"/>
                  </a:lnTo>
                  <a:lnTo>
                    <a:pt x="1208774" y="2449703"/>
                  </a:lnTo>
                  <a:lnTo>
                    <a:pt x="1208961" y="2449703"/>
                  </a:lnTo>
                  <a:lnTo>
                    <a:pt x="1209148" y="2449703"/>
                  </a:lnTo>
                  <a:lnTo>
                    <a:pt x="1209335" y="2449703"/>
                  </a:lnTo>
                  <a:lnTo>
                    <a:pt x="1209521" y="2449703"/>
                  </a:lnTo>
                  <a:lnTo>
                    <a:pt x="1209708" y="2449703"/>
                  </a:lnTo>
                  <a:lnTo>
                    <a:pt x="1209895" y="2449703"/>
                  </a:lnTo>
                  <a:lnTo>
                    <a:pt x="1210082" y="2449703"/>
                  </a:lnTo>
                  <a:lnTo>
                    <a:pt x="1210269" y="2449703"/>
                  </a:lnTo>
                  <a:lnTo>
                    <a:pt x="1210456" y="2449703"/>
                  </a:lnTo>
                  <a:lnTo>
                    <a:pt x="1210643" y="2449703"/>
                  </a:lnTo>
                  <a:lnTo>
                    <a:pt x="1210830" y="2449703"/>
                  </a:lnTo>
                  <a:lnTo>
                    <a:pt x="1211017" y="2449703"/>
                  </a:lnTo>
                  <a:lnTo>
                    <a:pt x="1211204" y="2449703"/>
                  </a:lnTo>
                  <a:lnTo>
                    <a:pt x="1211391" y="2449703"/>
                  </a:lnTo>
                  <a:lnTo>
                    <a:pt x="1211578" y="2449703"/>
                  </a:lnTo>
                  <a:lnTo>
                    <a:pt x="1211765" y="2449703"/>
                  </a:lnTo>
                  <a:lnTo>
                    <a:pt x="1211951" y="2449703"/>
                  </a:lnTo>
                  <a:lnTo>
                    <a:pt x="1212138" y="2449703"/>
                  </a:lnTo>
                  <a:lnTo>
                    <a:pt x="1212325" y="2449703"/>
                  </a:lnTo>
                  <a:lnTo>
                    <a:pt x="1212512" y="2449703"/>
                  </a:lnTo>
                  <a:lnTo>
                    <a:pt x="1212699" y="2449703"/>
                  </a:lnTo>
                  <a:lnTo>
                    <a:pt x="1212886" y="2449703"/>
                  </a:lnTo>
                  <a:lnTo>
                    <a:pt x="1213073" y="2449778"/>
                  </a:lnTo>
                  <a:lnTo>
                    <a:pt x="1213260" y="2449943"/>
                  </a:lnTo>
                  <a:lnTo>
                    <a:pt x="1213447" y="2450108"/>
                  </a:lnTo>
                  <a:lnTo>
                    <a:pt x="1213634" y="2450273"/>
                  </a:lnTo>
                  <a:lnTo>
                    <a:pt x="1213821" y="2450438"/>
                  </a:lnTo>
                  <a:lnTo>
                    <a:pt x="1214008" y="2450603"/>
                  </a:lnTo>
                  <a:lnTo>
                    <a:pt x="1214194" y="2450768"/>
                  </a:lnTo>
                  <a:lnTo>
                    <a:pt x="1214381" y="2450933"/>
                  </a:lnTo>
                  <a:lnTo>
                    <a:pt x="1214568" y="2451106"/>
                  </a:lnTo>
                  <a:lnTo>
                    <a:pt x="1214755" y="2451436"/>
                  </a:lnTo>
                  <a:lnTo>
                    <a:pt x="1214942" y="2451766"/>
                  </a:lnTo>
                  <a:lnTo>
                    <a:pt x="1215129" y="2452096"/>
                  </a:lnTo>
                  <a:lnTo>
                    <a:pt x="1215316" y="2452426"/>
                  </a:lnTo>
                  <a:lnTo>
                    <a:pt x="1215503" y="2452757"/>
                  </a:lnTo>
                  <a:lnTo>
                    <a:pt x="1215690" y="2453210"/>
                  </a:lnTo>
                  <a:lnTo>
                    <a:pt x="1215877" y="2453722"/>
                  </a:lnTo>
                  <a:lnTo>
                    <a:pt x="1216064" y="2454217"/>
                  </a:lnTo>
                  <a:lnTo>
                    <a:pt x="1216251" y="2454712"/>
                  </a:lnTo>
                  <a:lnTo>
                    <a:pt x="1216438" y="2455207"/>
                  </a:lnTo>
                  <a:lnTo>
                    <a:pt x="1216624" y="2455702"/>
                  </a:lnTo>
                  <a:lnTo>
                    <a:pt x="1216811" y="2456198"/>
                  </a:lnTo>
                  <a:lnTo>
                    <a:pt x="1216998" y="2456693"/>
                  </a:lnTo>
                  <a:lnTo>
                    <a:pt x="1217185" y="2457188"/>
                  </a:lnTo>
                  <a:lnTo>
                    <a:pt x="1217372" y="2457675"/>
                  </a:lnTo>
                  <a:lnTo>
                    <a:pt x="1217559" y="2457777"/>
                  </a:lnTo>
                  <a:lnTo>
                    <a:pt x="1217746" y="2457902"/>
                  </a:lnTo>
                  <a:lnTo>
                    <a:pt x="1217933" y="2457889"/>
                  </a:lnTo>
                  <a:lnTo>
                    <a:pt x="1218120" y="2457845"/>
                  </a:lnTo>
                  <a:lnTo>
                    <a:pt x="1218307" y="2457812"/>
                  </a:lnTo>
                  <a:lnTo>
                    <a:pt x="1218494" y="2457707"/>
                  </a:lnTo>
                  <a:lnTo>
                    <a:pt x="1218681" y="2457525"/>
                  </a:lnTo>
                  <a:lnTo>
                    <a:pt x="1218867" y="2457300"/>
                  </a:lnTo>
                  <a:lnTo>
                    <a:pt x="1219054" y="2457075"/>
                  </a:lnTo>
                  <a:lnTo>
                    <a:pt x="1219241" y="2456851"/>
                  </a:lnTo>
                  <a:lnTo>
                    <a:pt x="1219428" y="2456626"/>
                  </a:lnTo>
                  <a:lnTo>
                    <a:pt x="1219615" y="2456401"/>
                  </a:lnTo>
                  <a:lnTo>
                    <a:pt x="1219802" y="2456191"/>
                  </a:lnTo>
                  <a:lnTo>
                    <a:pt x="1219989" y="2455764"/>
                  </a:lnTo>
                  <a:lnTo>
                    <a:pt x="1220176" y="2455520"/>
                  </a:lnTo>
                  <a:lnTo>
                    <a:pt x="1220363" y="2455383"/>
                  </a:lnTo>
                  <a:lnTo>
                    <a:pt x="1220550" y="2455204"/>
                  </a:lnTo>
                  <a:lnTo>
                    <a:pt x="1220737" y="2455176"/>
                  </a:lnTo>
                  <a:lnTo>
                    <a:pt x="1220924" y="2455304"/>
                  </a:lnTo>
                  <a:lnTo>
                    <a:pt x="1221111" y="2455264"/>
                  </a:lnTo>
                  <a:lnTo>
                    <a:pt x="1221297" y="2455107"/>
                  </a:lnTo>
                  <a:lnTo>
                    <a:pt x="1221484" y="2454842"/>
                  </a:lnTo>
                  <a:lnTo>
                    <a:pt x="1221671" y="2454577"/>
                  </a:lnTo>
                  <a:lnTo>
                    <a:pt x="1221858" y="2454562"/>
                  </a:lnTo>
                  <a:lnTo>
                    <a:pt x="1222045" y="2454400"/>
                  </a:lnTo>
                  <a:lnTo>
                    <a:pt x="1222232" y="2454096"/>
                  </a:lnTo>
                  <a:lnTo>
                    <a:pt x="1222419" y="2453792"/>
                  </a:lnTo>
                  <a:lnTo>
                    <a:pt x="1222606" y="2453438"/>
                  </a:lnTo>
                  <a:lnTo>
                    <a:pt x="1222793" y="2453136"/>
                  </a:lnTo>
                  <a:lnTo>
                    <a:pt x="1222980" y="2452920"/>
                  </a:lnTo>
                  <a:lnTo>
                    <a:pt x="1223167" y="2452552"/>
                  </a:lnTo>
                  <a:lnTo>
                    <a:pt x="1223354" y="2451805"/>
                  </a:lnTo>
                  <a:lnTo>
                    <a:pt x="1223541" y="2450677"/>
                  </a:lnTo>
                  <a:lnTo>
                    <a:pt x="1223727" y="2449253"/>
                  </a:lnTo>
                  <a:lnTo>
                    <a:pt x="1223914" y="2447951"/>
                  </a:lnTo>
                  <a:lnTo>
                    <a:pt x="1224101" y="2446909"/>
                  </a:lnTo>
                  <a:lnTo>
                    <a:pt x="1224288" y="2446476"/>
                  </a:lnTo>
                  <a:lnTo>
                    <a:pt x="1224475" y="2445762"/>
                  </a:lnTo>
                  <a:lnTo>
                    <a:pt x="1224662" y="2445035"/>
                  </a:lnTo>
                  <a:lnTo>
                    <a:pt x="1224849" y="2444219"/>
                  </a:lnTo>
                  <a:lnTo>
                    <a:pt x="1225036" y="2443556"/>
                  </a:lnTo>
                  <a:lnTo>
                    <a:pt x="1225223" y="2442999"/>
                  </a:lnTo>
                  <a:lnTo>
                    <a:pt x="1225410" y="2442397"/>
                  </a:lnTo>
                  <a:lnTo>
                    <a:pt x="1225597" y="2441651"/>
                  </a:lnTo>
                  <a:lnTo>
                    <a:pt x="1225784" y="2440876"/>
                  </a:lnTo>
                  <a:lnTo>
                    <a:pt x="1225970" y="2440433"/>
                  </a:lnTo>
                  <a:lnTo>
                    <a:pt x="1226157" y="2439967"/>
                  </a:lnTo>
                  <a:lnTo>
                    <a:pt x="1226344" y="2439502"/>
                  </a:lnTo>
                  <a:lnTo>
                    <a:pt x="1226531" y="2439070"/>
                  </a:lnTo>
                  <a:lnTo>
                    <a:pt x="1226718" y="2438719"/>
                  </a:lnTo>
                  <a:lnTo>
                    <a:pt x="1226905" y="2438479"/>
                  </a:lnTo>
                  <a:lnTo>
                    <a:pt x="1227092" y="2438130"/>
                  </a:lnTo>
                  <a:lnTo>
                    <a:pt x="1227279" y="2437445"/>
                  </a:lnTo>
                  <a:lnTo>
                    <a:pt x="1227466" y="2436780"/>
                  </a:lnTo>
                  <a:lnTo>
                    <a:pt x="1227653" y="2435880"/>
                  </a:lnTo>
                  <a:lnTo>
                    <a:pt x="1227840" y="2434967"/>
                  </a:lnTo>
                  <a:lnTo>
                    <a:pt x="1228027" y="2434110"/>
                  </a:lnTo>
                  <a:lnTo>
                    <a:pt x="1228214" y="2433660"/>
                  </a:lnTo>
                  <a:lnTo>
                    <a:pt x="1228400" y="2432931"/>
                  </a:lnTo>
                  <a:lnTo>
                    <a:pt x="1228587" y="2432117"/>
                  </a:lnTo>
                  <a:lnTo>
                    <a:pt x="1228774" y="2431242"/>
                  </a:lnTo>
                  <a:lnTo>
                    <a:pt x="1228961" y="2430453"/>
                  </a:lnTo>
                  <a:lnTo>
                    <a:pt x="1229148" y="2429126"/>
                  </a:lnTo>
                  <a:lnTo>
                    <a:pt x="1229335" y="2427922"/>
                  </a:lnTo>
                  <a:lnTo>
                    <a:pt x="1229522" y="2426712"/>
                  </a:lnTo>
                  <a:lnTo>
                    <a:pt x="1229709" y="2425454"/>
                  </a:lnTo>
                  <a:lnTo>
                    <a:pt x="1229896" y="2424383"/>
                  </a:lnTo>
                  <a:lnTo>
                    <a:pt x="1230083" y="2423538"/>
                  </a:lnTo>
                  <a:lnTo>
                    <a:pt x="1230270" y="2422828"/>
                  </a:lnTo>
                  <a:lnTo>
                    <a:pt x="1230457" y="2422669"/>
                  </a:lnTo>
                  <a:lnTo>
                    <a:pt x="1230644" y="2422398"/>
                  </a:lnTo>
                  <a:lnTo>
                    <a:pt x="1230830" y="2421930"/>
                  </a:lnTo>
                  <a:lnTo>
                    <a:pt x="1231017" y="2421139"/>
                  </a:lnTo>
                  <a:lnTo>
                    <a:pt x="1231204" y="2420100"/>
                  </a:lnTo>
                  <a:lnTo>
                    <a:pt x="1231391" y="2419234"/>
                  </a:lnTo>
                  <a:lnTo>
                    <a:pt x="1231578" y="2418510"/>
                  </a:lnTo>
                  <a:lnTo>
                    <a:pt x="1231765" y="2418015"/>
                  </a:lnTo>
                  <a:lnTo>
                    <a:pt x="1231952" y="2417519"/>
                  </a:lnTo>
                  <a:lnTo>
                    <a:pt x="1232139" y="2417024"/>
                  </a:lnTo>
                  <a:lnTo>
                    <a:pt x="1232326" y="2416529"/>
                  </a:lnTo>
                  <a:lnTo>
                    <a:pt x="1232513" y="2415927"/>
                  </a:lnTo>
                  <a:lnTo>
                    <a:pt x="1232700" y="2415110"/>
                  </a:lnTo>
                  <a:lnTo>
                    <a:pt x="1232887" y="2414120"/>
                  </a:lnTo>
                  <a:lnTo>
                    <a:pt x="1233073" y="2413195"/>
                  </a:lnTo>
                  <a:lnTo>
                    <a:pt x="1233260" y="2412321"/>
                  </a:lnTo>
                  <a:lnTo>
                    <a:pt x="1233447" y="2411487"/>
                  </a:lnTo>
                  <a:lnTo>
                    <a:pt x="1233634" y="2410712"/>
                  </a:lnTo>
                  <a:lnTo>
                    <a:pt x="1233821" y="2410109"/>
                  </a:lnTo>
                  <a:lnTo>
                    <a:pt x="1234008" y="2409614"/>
                  </a:lnTo>
                  <a:lnTo>
                    <a:pt x="1234195" y="2409078"/>
                  </a:lnTo>
                  <a:lnTo>
                    <a:pt x="1234382" y="2408352"/>
                  </a:lnTo>
                  <a:lnTo>
                    <a:pt x="1234569" y="2407691"/>
                  </a:lnTo>
                  <a:lnTo>
                    <a:pt x="1234756" y="2407031"/>
                  </a:lnTo>
                  <a:lnTo>
                    <a:pt x="1234943" y="2406371"/>
                  </a:lnTo>
                  <a:lnTo>
                    <a:pt x="1235130" y="2405711"/>
                  </a:lnTo>
                  <a:lnTo>
                    <a:pt x="1235317" y="2405158"/>
                  </a:lnTo>
                  <a:lnTo>
                    <a:pt x="1235503" y="2404473"/>
                  </a:lnTo>
                  <a:lnTo>
                    <a:pt x="1235690" y="2403566"/>
                  </a:lnTo>
                  <a:lnTo>
                    <a:pt x="1235877" y="2402410"/>
                  </a:lnTo>
                  <a:lnTo>
                    <a:pt x="1236064" y="2401305"/>
                  </a:lnTo>
                  <a:lnTo>
                    <a:pt x="1236251" y="2400314"/>
                  </a:lnTo>
                  <a:lnTo>
                    <a:pt x="1236438" y="2399324"/>
                  </a:lnTo>
                  <a:lnTo>
                    <a:pt x="1236625" y="2398334"/>
                  </a:lnTo>
                  <a:lnTo>
                    <a:pt x="1236812" y="2397129"/>
                  </a:lnTo>
                  <a:lnTo>
                    <a:pt x="1236999" y="2395718"/>
                  </a:lnTo>
                  <a:lnTo>
                    <a:pt x="1237186" y="2394084"/>
                  </a:lnTo>
                  <a:lnTo>
                    <a:pt x="1237373" y="2391972"/>
                  </a:lnTo>
                  <a:lnTo>
                    <a:pt x="1237560" y="2389661"/>
                  </a:lnTo>
                  <a:lnTo>
                    <a:pt x="1237746" y="2387351"/>
                  </a:lnTo>
                  <a:lnTo>
                    <a:pt x="1237933" y="2385040"/>
                  </a:lnTo>
                  <a:lnTo>
                    <a:pt x="1238120" y="2382730"/>
                  </a:lnTo>
                  <a:lnTo>
                    <a:pt x="1238307" y="2380642"/>
                  </a:lnTo>
                  <a:lnTo>
                    <a:pt x="1238494" y="2378909"/>
                  </a:lnTo>
                  <a:lnTo>
                    <a:pt x="1238681" y="2377424"/>
                  </a:lnTo>
                  <a:lnTo>
                    <a:pt x="1238868" y="2375938"/>
                  </a:lnTo>
                  <a:lnTo>
                    <a:pt x="1239055" y="2374453"/>
                  </a:lnTo>
                  <a:lnTo>
                    <a:pt x="1239242" y="2372968"/>
                  </a:lnTo>
                  <a:lnTo>
                    <a:pt x="1239429" y="2371565"/>
                  </a:lnTo>
                  <a:lnTo>
                    <a:pt x="1239616" y="2370459"/>
                  </a:lnTo>
                  <a:lnTo>
                    <a:pt x="1239803" y="2369601"/>
                  </a:lnTo>
                  <a:lnTo>
                    <a:pt x="1239990" y="2369089"/>
                  </a:lnTo>
                  <a:lnTo>
                    <a:pt x="1240176" y="2369056"/>
                  </a:lnTo>
                  <a:lnTo>
                    <a:pt x="1240363" y="2369296"/>
                  </a:lnTo>
                  <a:lnTo>
                    <a:pt x="1240550" y="2369626"/>
                  </a:lnTo>
                  <a:lnTo>
                    <a:pt x="1240737" y="2369948"/>
                  </a:lnTo>
                  <a:lnTo>
                    <a:pt x="1240924" y="2370113"/>
                  </a:lnTo>
                  <a:lnTo>
                    <a:pt x="1241111" y="2370278"/>
                  </a:lnTo>
                  <a:lnTo>
                    <a:pt x="1241298" y="2370443"/>
                  </a:lnTo>
                  <a:lnTo>
                    <a:pt x="1241485" y="2370608"/>
                  </a:lnTo>
                  <a:lnTo>
                    <a:pt x="1241672" y="2370773"/>
                  </a:lnTo>
                  <a:lnTo>
                    <a:pt x="1241859" y="2370938"/>
                  </a:lnTo>
                  <a:lnTo>
                    <a:pt x="1242046" y="2371103"/>
                  </a:lnTo>
                  <a:lnTo>
                    <a:pt x="1242233" y="2371062"/>
                  </a:lnTo>
                  <a:lnTo>
                    <a:pt x="1242420" y="2370897"/>
                  </a:lnTo>
                  <a:lnTo>
                    <a:pt x="1242606" y="2370732"/>
                  </a:lnTo>
                  <a:lnTo>
                    <a:pt x="1242793" y="2370566"/>
                  </a:lnTo>
                  <a:lnTo>
                    <a:pt x="1242980" y="2370401"/>
                  </a:lnTo>
                  <a:lnTo>
                    <a:pt x="1243167" y="2370162"/>
                  </a:lnTo>
                  <a:lnTo>
                    <a:pt x="1243354" y="2369832"/>
                  </a:lnTo>
                  <a:lnTo>
                    <a:pt x="1243541" y="2369510"/>
                  </a:lnTo>
                  <a:lnTo>
                    <a:pt x="1243728" y="2369329"/>
                  </a:lnTo>
                  <a:lnTo>
                    <a:pt x="1243915" y="2368999"/>
                  </a:lnTo>
                  <a:lnTo>
                    <a:pt x="1244102" y="2368669"/>
                  </a:lnTo>
                  <a:lnTo>
                    <a:pt x="1244289" y="2368338"/>
                  </a:lnTo>
                  <a:lnTo>
                    <a:pt x="1244476" y="2368008"/>
                  </a:lnTo>
                  <a:lnTo>
                    <a:pt x="1244663" y="2367546"/>
                  </a:lnTo>
                  <a:lnTo>
                    <a:pt x="1244849" y="2367051"/>
                  </a:lnTo>
                  <a:lnTo>
                    <a:pt x="1245036" y="2366680"/>
                  </a:lnTo>
                  <a:lnTo>
                    <a:pt x="1245223" y="2366226"/>
                  </a:lnTo>
                  <a:lnTo>
                    <a:pt x="1245410" y="2365731"/>
                  </a:lnTo>
                  <a:lnTo>
                    <a:pt x="1245597" y="2365236"/>
                  </a:lnTo>
                  <a:lnTo>
                    <a:pt x="1245784" y="2364741"/>
                  </a:lnTo>
                  <a:lnTo>
                    <a:pt x="1245971" y="2364246"/>
                  </a:lnTo>
                  <a:lnTo>
                    <a:pt x="1246158" y="2363412"/>
                  </a:lnTo>
                  <a:lnTo>
                    <a:pt x="1246345" y="2362422"/>
                  </a:lnTo>
                  <a:lnTo>
                    <a:pt x="1246532" y="2361448"/>
                  </a:lnTo>
                  <a:lnTo>
                    <a:pt x="1246719" y="2360623"/>
                  </a:lnTo>
                  <a:lnTo>
                    <a:pt x="1246906" y="2359798"/>
                  </a:lnTo>
                  <a:lnTo>
                    <a:pt x="1247093" y="2358973"/>
                  </a:lnTo>
                  <a:lnTo>
                    <a:pt x="1247279" y="2358147"/>
                  </a:lnTo>
                  <a:lnTo>
                    <a:pt x="1247466" y="2357454"/>
                  </a:lnTo>
                  <a:lnTo>
                    <a:pt x="1247653" y="2356736"/>
                  </a:lnTo>
                  <a:lnTo>
                    <a:pt x="1247840" y="2355911"/>
                  </a:lnTo>
                  <a:lnTo>
                    <a:pt x="1248027" y="2355210"/>
                  </a:lnTo>
                  <a:lnTo>
                    <a:pt x="1248214" y="2354929"/>
                  </a:lnTo>
                  <a:lnTo>
                    <a:pt x="1248401" y="2354620"/>
                  </a:lnTo>
                  <a:lnTo>
                    <a:pt x="1248588" y="2354287"/>
                  </a:lnTo>
                  <a:lnTo>
                    <a:pt x="1248775" y="2353955"/>
                  </a:lnTo>
                  <a:lnTo>
                    <a:pt x="1248962" y="2353869"/>
                  </a:lnTo>
                  <a:lnTo>
                    <a:pt x="1249149" y="2353633"/>
                  </a:lnTo>
                  <a:lnTo>
                    <a:pt x="1249336" y="2353199"/>
                  </a:lnTo>
                  <a:lnTo>
                    <a:pt x="1249523" y="2352626"/>
                  </a:lnTo>
                  <a:lnTo>
                    <a:pt x="1249709" y="2351981"/>
                  </a:lnTo>
                  <a:lnTo>
                    <a:pt x="1249896" y="2351289"/>
                  </a:lnTo>
                  <a:lnTo>
                    <a:pt x="1250083" y="2350566"/>
                  </a:lnTo>
                  <a:lnTo>
                    <a:pt x="1250270" y="2349752"/>
                  </a:lnTo>
                  <a:lnTo>
                    <a:pt x="1250457" y="2349289"/>
                  </a:lnTo>
                  <a:lnTo>
                    <a:pt x="1250644" y="2349029"/>
                  </a:lnTo>
                  <a:lnTo>
                    <a:pt x="1250831" y="2348796"/>
                  </a:lnTo>
                  <a:lnTo>
                    <a:pt x="1251018" y="2348552"/>
                  </a:lnTo>
                  <a:lnTo>
                    <a:pt x="1251205" y="2348278"/>
                  </a:lnTo>
                  <a:lnTo>
                    <a:pt x="1251392" y="2347793"/>
                  </a:lnTo>
                  <a:lnTo>
                    <a:pt x="1251579" y="2347028"/>
                  </a:lnTo>
                  <a:lnTo>
                    <a:pt x="1251766" y="2346064"/>
                  </a:lnTo>
                  <a:lnTo>
                    <a:pt x="1251952" y="2345187"/>
                  </a:lnTo>
                  <a:lnTo>
                    <a:pt x="1252139" y="2344245"/>
                  </a:lnTo>
                  <a:lnTo>
                    <a:pt x="1252326" y="2343258"/>
                  </a:lnTo>
                  <a:lnTo>
                    <a:pt x="1252513" y="2342229"/>
                  </a:lnTo>
                  <a:lnTo>
                    <a:pt x="1252700" y="2341168"/>
                  </a:lnTo>
                  <a:lnTo>
                    <a:pt x="1252887" y="2340115"/>
                  </a:lnTo>
                  <a:lnTo>
                    <a:pt x="1253074" y="2339087"/>
                  </a:lnTo>
                  <a:lnTo>
                    <a:pt x="1253261" y="2338064"/>
                  </a:lnTo>
                  <a:lnTo>
                    <a:pt x="1253448" y="2337127"/>
                  </a:lnTo>
                  <a:lnTo>
                    <a:pt x="1253635" y="2336213"/>
                  </a:lnTo>
                  <a:lnTo>
                    <a:pt x="1253822" y="2335221"/>
                  </a:lnTo>
                  <a:lnTo>
                    <a:pt x="1254009" y="2334262"/>
                  </a:lnTo>
                  <a:lnTo>
                    <a:pt x="1254196" y="2333435"/>
                  </a:lnTo>
                  <a:lnTo>
                    <a:pt x="1254382" y="2332715"/>
                  </a:lnTo>
                  <a:lnTo>
                    <a:pt x="1254569" y="2332368"/>
                  </a:lnTo>
                  <a:lnTo>
                    <a:pt x="1254756" y="2331879"/>
                  </a:lnTo>
                  <a:lnTo>
                    <a:pt x="1254943" y="2331498"/>
                  </a:lnTo>
                  <a:lnTo>
                    <a:pt x="1255130" y="2330951"/>
                  </a:lnTo>
                  <a:lnTo>
                    <a:pt x="1255317" y="2330040"/>
                  </a:lnTo>
                  <a:lnTo>
                    <a:pt x="1255504" y="2328720"/>
                  </a:lnTo>
                  <a:lnTo>
                    <a:pt x="1255691" y="2327399"/>
                  </a:lnTo>
                  <a:lnTo>
                    <a:pt x="1255878" y="2326079"/>
                  </a:lnTo>
                  <a:lnTo>
                    <a:pt x="1256065" y="2324602"/>
                  </a:lnTo>
                  <a:lnTo>
                    <a:pt x="1256252" y="2322952"/>
                  </a:lnTo>
                  <a:lnTo>
                    <a:pt x="1256439" y="2321252"/>
                  </a:lnTo>
                  <a:lnTo>
                    <a:pt x="1256625" y="2319816"/>
                  </a:lnTo>
                  <a:lnTo>
                    <a:pt x="1256812" y="2318496"/>
                  </a:lnTo>
                  <a:lnTo>
                    <a:pt x="1256999" y="2317390"/>
                  </a:lnTo>
                  <a:lnTo>
                    <a:pt x="1257186" y="2316499"/>
                  </a:lnTo>
                  <a:lnTo>
                    <a:pt x="1257373" y="2316086"/>
                  </a:lnTo>
                  <a:lnTo>
                    <a:pt x="1257560" y="2315501"/>
                  </a:lnTo>
                  <a:lnTo>
                    <a:pt x="1257747" y="2314817"/>
                  </a:lnTo>
                  <a:lnTo>
                    <a:pt x="1257934" y="2314039"/>
                  </a:lnTo>
                  <a:lnTo>
                    <a:pt x="1258121" y="2313949"/>
                  </a:lnTo>
                  <a:lnTo>
                    <a:pt x="1258308" y="2313909"/>
                  </a:lnTo>
                  <a:lnTo>
                    <a:pt x="1258495" y="2313879"/>
                  </a:lnTo>
                  <a:lnTo>
                    <a:pt x="1258682" y="2314003"/>
                  </a:lnTo>
                  <a:lnTo>
                    <a:pt x="1258869" y="2314358"/>
                  </a:lnTo>
                  <a:lnTo>
                    <a:pt x="1259055" y="2314839"/>
                  </a:lnTo>
                  <a:lnTo>
                    <a:pt x="1259242" y="2315166"/>
                  </a:lnTo>
                  <a:lnTo>
                    <a:pt x="1259429" y="2315664"/>
                  </a:lnTo>
                  <a:lnTo>
                    <a:pt x="1259616" y="2316304"/>
                  </a:lnTo>
                  <a:lnTo>
                    <a:pt x="1259803" y="2317142"/>
                  </a:lnTo>
                  <a:lnTo>
                    <a:pt x="1259990" y="2318051"/>
                  </a:lnTo>
                  <a:lnTo>
                    <a:pt x="1260177" y="2318836"/>
                  </a:lnTo>
                  <a:lnTo>
                    <a:pt x="1260364" y="2319555"/>
                  </a:lnTo>
                  <a:lnTo>
                    <a:pt x="1260551" y="2320451"/>
                  </a:lnTo>
                  <a:lnTo>
                    <a:pt x="1260738" y="2321825"/>
                  </a:lnTo>
                  <a:lnTo>
                    <a:pt x="1260925" y="2323163"/>
                  </a:lnTo>
                  <a:lnTo>
                    <a:pt x="1261112" y="2324647"/>
                  </a:lnTo>
                  <a:lnTo>
                    <a:pt x="1261299" y="2326177"/>
                  </a:lnTo>
                  <a:lnTo>
                    <a:pt x="1261485" y="2327488"/>
                  </a:lnTo>
                  <a:lnTo>
                    <a:pt x="1261672" y="2328280"/>
                  </a:lnTo>
                  <a:lnTo>
                    <a:pt x="1261859" y="2329163"/>
                  </a:lnTo>
                  <a:lnTo>
                    <a:pt x="1262046" y="2330036"/>
                  </a:lnTo>
                  <a:lnTo>
                    <a:pt x="1262233" y="2330698"/>
                  </a:lnTo>
                  <a:lnTo>
                    <a:pt x="1262420" y="2331231"/>
                  </a:lnTo>
                  <a:lnTo>
                    <a:pt x="1262607" y="2331597"/>
                  </a:lnTo>
                  <a:lnTo>
                    <a:pt x="1262794" y="2331860"/>
                  </a:lnTo>
                  <a:lnTo>
                    <a:pt x="1262981" y="2331925"/>
                  </a:lnTo>
                  <a:lnTo>
                    <a:pt x="1263168" y="2331778"/>
                  </a:lnTo>
                  <a:lnTo>
                    <a:pt x="1263355" y="2331267"/>
                  </a:lnTo>
                  <a:lnTo>
                    <a:pt x="1263542" y="2330816"/>
                  </a:lnTo>
                  <a:lnTo>
                    <a:pt x="1263728" y="2330406"/>
                  </a:lnTo>
                  <a:lnTo>
                    <a:pt x="1263915" y="2329815"/>
                  </a:lnTo>
                  <a:lnTo>
                    <a:pt x="1264102" y="2329116"/>
                  </a:lnTo>
                  <a:lnTo>
                    <a:pt x="1264289" y="2328433"/>
                  </a:lnTo>
                  <a:lnTo>
                    <a:pt x="1264476" y="2327800"/>
                  </a:lnTo>
                  <a:lnTo>
                    <a:pt x="1264663" y="2327441"/>
                  </a:lnTo>
                  <a:lnTo>
                    <a:pt x="1264850" y="2326869"/>
                  </a:lnTo>
                  <a:lnTo>
                    <a:pt x="1265037" y="2326533"/>
                  </a:lnTo>
                  <a:lnTo>
                    <a:pt x="1265224" y="2325997"/>
                  </a:lnTo>
                  <a:lnTo>
                    <a:pt x="1265411" y="2325334"/>
                  </a:lnTo>
                  <a:lnTo>
                    <a:pt x="1265598" y="2325133"/>
                  </a:lnTo>
                  <a:lnTo>
                    <a:pt x="1265785" y="2325126"/>
                  </a:lnTo>
                  <a:lnTo>
                    <a:pt x="1265972" y="2325353"/>
                  </a:lnTo>
                  <a:lnTo>
                    <a:pt x="1266158" y="2325627"/>
                  </a:lnTo>
                  <a:lnTo>
                    <a:pt x="1266345" y="2326006"/>
                  </a:lnTo>
                  <a:lnTo>
                    <a:pt x="1266532" y="2326791"/>
                  </a:lnTo>
                  <a:lnTo>
                    <a:pt x="1266719" y="2327629"/>
                  </a:lnTo>
                  <a:lnTo>
                    <a:pt x="1266906" y="2328444"/>
                  </a:lnTo>
                  <a:lnTo>
                    <a:pt x="1267093" y="2329457"/>
                  </a:lnTo>
                  <a:lnTo>
                    <a:pt x="1267280" y="2330294"/>
                  </a:lnTo>
                  <a:lnTo>
                    <a:pt x="1267467" y="2330914"/>
                  </a:lnTo>
                  <a:lnTo>
                    <a:pt x="1267654" y="2331490"/>
                  </a:lnTo>
                  <a:lnTo>
                    <a:pt x="1267841" y="2331695"/>
                  </a:lnTo>
                  <a:lnTo>
                    <a:pt x="1268028" y="2332111"/>
                  </a:lnTo>
                  <a:lnTo>
                    <a:pt x="1268215" y="2332647"/>
                  </a:lnTo>
                  <a:lnTo>
                    <a:pt x="1268401" y="2333285"/>
                  </a:lnTo>
                  <a:lnTo>
                    <a:pt x="1268588" y="2333880"/>
                  </a:lnTo>
                  <a:lnTo>
                    <a:pt x="1268775" y="2334195"/>
                  </a:lnTo>
                  <a:lnTo>
                    <a:pt x="1268962" y="2334309"/>
                  </a:lnTo>
                  <a:lnTo>
                    <a:pt x="1269149" y="2334465"/>
                  </a:lnTo>
                  <a:lnTo>
                    <a:pt x="1269336" y="2334418"/>
                  </a:lnTo>
                  <a:lnTo>
                    <a:pt x="1269523" y="2334368"/>
                  </a:lnTo>
                  <a:lnTo>
                    <a:pt x="1269710" y="2334145"/>
                  </a:lnTo>
                  <a:lnTo>
                    <a:pt x="1269897" y="2333857"/>
                  </a:lnTo>
                  <a:lnTo>
                    <a:pt x="1270084" y="2333748"/>
                  </a:lnTo>
                  <a:lnTo>
                    <a:pt x="1270271" y="2333363"/>
                  </a:lnTo>
                  <a:lnTo>
                    <a:pt x="1270458" y="2332912"/>
                  </a:lnTo>
                  <a:lnTo>
                    <a:pt x="1270645" y="2332603"/>
                  </a:lnTo>
                  <a:lnTo>
                    <a:pt x="1270831" y="2332188"/>
                  </a:lnTo>
                  <a:lnTo>
                    <a:pt x="1271018" y="2332173"/>
                  </a:lnTo>
                  <a:lnTo>
                    <a:pt x="1271205" y="2331883"/>
                  </a:lnTo>
                  <a:lnTo>
                    <a:pt x="1271392" y="2331602"/>
                  </a:lnTo>
                  <a:lnTo>
                    <a:pt x="1271579" y="2331364"/>
                  </a:lnTo>
                  <a:lnTo>
                    <a:pt x="1271766" y="2331407"/>
                  </a:lnTo>
                  <a:lnTo>
                    <a:pt x="1271953" y="2331359"/>
                  </a:lnTo>
                  <a:lnTo>
                    <a:pt x="1272140" y="2331338"/>
                  </a:lnTo>
                  <a:lnTo>
                    <a:pt x="1272327" y="2331303"/>
                  </a:lnTo>
                  <a:lnTo>
                    <a:pt x="1272514" y="2331233"/>
                  </a:lnTo>
                  <a:lnTo>
                    <a:pt x="1272701" y="2331043"/>
                  </a:lnTo>
                  <a:lnTo>
                    <a:pt x="1272888" y="2331069"/>
                  </a:lnTo>
                  <a:lnTo>
                    <a:pt x="1273075" y="2331320"/>
                  </a:lnTo>
                  <a:lnTo>
                    <a:pt x="1273261" y="2331829"/>
                  </a:lnTo>
                  <a:lnTo>
                    <a:pt x="1273448" y="2332142"/>
                  </a:lnTo>
                  <a:lnTo>
                    <a:pt x="1273635" y="2332390"/>
                  </a:lnTo>
                  <a:lnTo>
                    <a:pt x="1273822" y="2332427"/>
                  </a:lnTo>
                  <a:lnTo>
                    <a:pt x="1274009" y="2332471"/>
                  </a:lnTo>
                  <a:lnTo>
                    <a:pt x="1274196" y="2332940"/>
                  </a:lnTo>
                  <a:lnTo>
                    <a:pt x="1274383" y="2333561"/>
                  </a:lnTo>
                  <a:lnTo>
                    <a:pt x="1274570" y="2334321"/>
                  </a:lnTo>
                  <a:lnTo>
                    <a:pt x="1274757" y="2335242"/>
                  </a:lnTo>
                  <a:lnTo>
                    <a:pt x="1274944" y="2336499"/>
                  </a:lnTo>
                  <a:lnTo>
                    <a:pt x="1275131" y="2337816"/>
                  </a:lnTo>
                  <a:lnTo>
                    <a:pt x="1275318" y="2339121"/>
                  </a:lnTo>
                  <a:lnTo>
                    <a:pt x="1275504" y="2340391"/>
                  </a:lnTo>
                  <a:lnTo>
                    <a:pt x="1275691" y="2341487"/>
                  </a:lnTo>
                  <a:lnTo>
                    <a:pt x="1275878" y="2342148"/>
                  </a:lnTo>
                  <a:lnTo>
                    <a:pt x="1276065" y="2342494"/>
                  </a:lnTo>
                  <a:lnTo>
                    <a:pt x="1276252" y="2342445"/>
                  </a:lnTo>
                  <a:lnTo>
                    <a:pt x="1276439" y="2342494"/>
                  </a:lnTo>
                  <a:lnTo>
                    <a:pt x="1276626" y="2342618"/>
                  </a:lnTo>
                  <a:lnTo>
                    <a:pt x="1276813" y="2342767"/>
                  </a:lnTo>
                  <a:lnTo>
                    <a:pt x="1277000" y="2342552"/>
                  </a:lnTo>
                  <a:lnTo>
                    <a:pt x="1277187" y="2342173"/>
                  </a:lnTo>
                  <a:lnTo>
                    <a:pt x="1277374" y="2341686"/>
                  </a:lnTo>
                  <a:lnTo>
                    <a:pt x="1277561" y="2340729"/>
                  </a:lnTo>
                  <a:lnTo>
                    <a:pt x="1277748" y="2339573"/>
                  </a:lnTo>
                  <a:lnTo>
                    <a:pt x="1277934" y="2338418"/>
                  </a:lnTo>
                  <a:lnTo>
                    <a:pt x="1278121" y="2337370"/>
                  </a:lnTo>
                  <a:lnTo>
                    <a:pt x="1278308" y="2336545"/>
                  </a:lnTo>
                  <a:lnTo>
                    <a:pt x="1278495" y="2335720"/>
                  </a:lnTo>
                  <a:lnTo>
                    <a:pt x="1278682" y="2335002"/>
                  </a:lnTo>
                  <a:lnTo>
                    <a:pt x="1278869" y="2334432"/>
                  </a:lnTo>
                  <a:lnTo>
                    <a:pt x="1279056" y="2334102"/>
                  </a:lnTo>
                  <a:lnTo>
                    <a:pt x="1279243" y="2333772"/>
                  </a:lnTo>
                  <a:lnTo>
                    <a:pt x="1279430" y="2333615"/>
                  </a:lnTo>
                  <a:lnTo>
                    <a:pt x="1279617" y="2333756"/>
                  </a:lnTo>
                  <a:lnTo>
                    <a:pt x="1279804" y="2334086"/>
                  </a:lnTo>
                  <a:lnTo>
                    <a:pt x="1279991" y="2334416"/>
                  </a:lnTo>
                  <a:lnTo>
                    <a:pt x="1280178" y="2334622"/>
                  </a:lnTo>
                  <a:lnTo>
                    <a:pt x="1280364" y="2334729"/>
                  </a:lnTo>
                  <a:lnTo>
                    <a:pt x="1280551" y="2334729"/>
                  </a:lnTo>
                  <a:lnTo>
                    <a:pt x="1280738" y="2334729"/>
                  </a:lnTo>
                  <a:lnTo>
                    <a:pt x="1280925" y="2334721"/>
                  </a:lnTo>
                  <a:lnTo>
                    <a:pt x="1281112" y="2334573"/>
                  </a:lnTo>
                  <a:lnTo>
                    <a:pt x="1281299" y="2334573"/>
                  </a:lnTo>
                  <a:lnTo>
                    <a:pt x="1281486" y="2334548"/>
                  </a:lnTo>
                  <a:lnTo>
                    <a:pt x="1281673" y="2334366"/>
                  </a:lnTo>
                  <a:lnTo>
                    <a:pt x="1281860" y="2334036"/>
                  </a:lnTo>
                  <a:lnTo>
                    <a:pt x="1282047" y="2333838"/>
                  </a:lnTo>
                  <a:lnTo>
                    <a:pt x="1282234" y="2333673"/>
                  </a:lnTo>
                  <a:lnTo>
                    <a:pt x="1282421" y="2333252"/>
                  </a:lnTo>
                  <a:lnTo>
                    <a:pt x="1282607" y="2332881"/>
                  </a:lnTo>
                  <a:lnTo>
                    <a:pt x="1282794" y="2332493"/>
                  </a:lnTo>
                  <a:lnTo>
                    <a:pt x="1282981" y="2332122"/>
                  </a:lnTo>
                  <a:lnTo>
                    <a:pt x="1283168" y="2331850"/>
                  </a:lnTo>
                  <a:lnTo>
                    <a:pt x="1283355" y="2331685"/>
                  </a:lnTo>
                  <a:lnTo>
                    <a:pt x="1283542" y="2331858"/>
                  </a:lnTo>
                  <a:lnTo>
                    <a:pt x="1283729" y="2332188"/>
                  </a:lnTo>
                  <a:lnTo>
                    <a:pt x="1283916" y="2332452"/>
                  </a:lnTo>
                  <a:lnTo>
                    <a:pt x="1284103" y="2332221"/>
                  </a:lnTo>
                  <a:lnTo>
                    <a:pt x="1284290" y="2331916"/>
                  </a:lnTo>
                  <a:lnTo>
                    <a:pt x="1284477" y="2331767"/>
                  </a:lnTo>
                  <a:lnTo>
                    <a:pt x="1284664" y="2332042"/>
                  </a:lnTo>
                  <a:lnTo>
                    <a:pt x="1284851" y="2332122"/>
                  </a:lnTo>
                  <a:lnTo>
                    <a:pt x="1285037" y="2332258"/>
                  </a:lnTo>
                  <a:lnTo>
                    <a:pt x="1285224" y="2332607"/>
                  </a:lnTo>
                  <a:lnTo>
                    <a:pt x="1285411" y="2332784"/>
                  </a:lnTo>
                  <a:lnTo>
                    <a:pt x="1285598" y="2332240"/>
                  </a:lnTo>
                  <a:lnTo>
                    <a:pt x="1285785" y="2331736"/>
                  </a:lnTo>
                  <a:lnTo>
                    <a:pt x="1285972" y="2331249"/>
                  </a:lnTo>
                  <a:lnTo>
                    <a:pt x="1286159" y="2330557"/>
                  </a:lnTo>
                  <a:lnTo>
                    <a:pt x="1286346" y="2329427"/>
                  </a:lnTo>
                  <a:lnTo>
                    <a:pt x="1286533" y="2328255"/>
                  </a:lnTo>
                  <a:lnTo>
                    <a:pt x="1286720" y="2327221"/>
                  </a:lnTo>
                  <a:lnTo>
                    <a:pt x="1286907" y="2326548"/>
                  </a:lnTo>
                  <a:lnTo>
                    <a:pt x="1287094" y="2325953"/>
                  </a:lnTo>
                  <a:lnTo>
                    <a:pt x="1287280" y="2325328"/>
                  </a:lnTo>
                  <a:lnTo>
                    <a:pt x="1287467" y="2324696"/>
                  </a:lnTo>
                  <a:lnTo>
                    <a:pt x="1287654" y="2324047"/>
                  </a:lnTo>
                  <a:lnTo>
                    <a:pt x="1287841" y="2322799"/>
                  </a:lnTo>
                  <a:lnTo>
                    <a:pt x="1288028" y="2320419"/>
                  </a:lnTo>
                  <a:lnTo>
                    <a:pt x="1288215" y="2318102"/>
                  </a:lnTo>
                  <a:lnTo>
                    <a:pt x="1288402" y="2316068"/>
                  </a:lnTo>
                  <a:lnTo>
                    <a:pt x="1288589" y="2313948"/>
                  </a:lnTo>
                  <a:lnTo>
                    <a:pt x="1288776" y="2311802"/>
                  </a:lnTo>
                  <a:lnTo>
                    <a:pt x="1288963" y="2310215"/>
                  </a:lnTo>
                  <a:lnTo>
                    <a:pt x="1289150" y="2309091"/>
                  </a:lnTo>
                  <a:lnTo>
                    <a:pt x="1289337" y="2307996"/>
                  </a:lnTo>
                  <a:lnTo>
                    <a:pt x="1289524" y="2307081"/>
                  </a:lnTo>
                  <a:lnTo>
                    <a:pt x="1289710" y="2305955"/>
                  </a:lnTo>
                  <a:lnTo>
                    <a:pt x="1289897" y="2304765"/>
                  </a:lnTo>
                  <a:lnTo>
                    <a:pt x="1290084" y="2303541"/>
                  </a:lnTo>
                  <a:lnTo>
                    <a:pt x="1290271" y="2302200"/>
                  </a:lnTo>
                  <a:lnTo>
                    <a:pt x="1290458" y="2300852"/>
                  </a:lnTo>
                  <a:lnTo>
                    <a:pt x="1290645" y="2299548"/>
                  </a:lnTo>
                  <a:lnTo>
                    <a:pt x="1290832" y="2298026"/>
                  </a:lnTo>
                  <a:lnTo>
                    <a:pt x="1291019" y="2296274"/>
                  </a:lnTo>
                  <a:lnTo>
                    <a:pt x="1291206" y="2294510"/>
                  </a:lnTo>
                  <a:lnTo>
                    <a:pt x="1291393" y="2292911"/>
                  </a:lnTo>
                  <a:lnTo>
                    <a:pt x="1291580" y="2291370"/>
                  </a:lnTo>
                  <a:lnTo>
                    <a:pt x="1291767" y="2289466"/>
                  </a:lnTo>
                  <a:lnTo>
                    <a:pt x="1291954" y="2287172"/>
                  </a:lnTo>
                  <a:lnTo>
                    <a:pt x="1292140" y="2285153"/>
                  </a:lnTo>
                  <a:lnTo>
                    <a:pt x="1292327" y="2282893"/>
                  </a:lnTo>
                  <a:lnTo>
                    <a:pt x="1292514" y="2281097"/>
                  </a:lnTo>
                  <a:lnTo>
                    <a:pt x="1292701" y="2279862"/>
                  </a:lnTo>
                  <a:lnTo>
                    <a:pt x="1292888" y="2279210"/>
                  </a:lnTo>
                  <a:lnTo>
                    <a:pt x="1293075" y="2278756"/>
                  </a:lnTo>
                  <a:lnTo>
                    <a:pt x="1293262" y="2278451"/>
                  </a:lnTo>
                  <a:lnTo>
                    <a:pt x="1293449" y="2278352"/>
                  </a:lnTo>
                  <a:lnTo>
                    <a:pt x="1293636" y="2278666"/>
                  </a:lnTo>
                  <a:lnTo>
                    <a:pt x="1293823" y="2279243"/>
                  </a:lnTo>
                  <a:lnTo>
                    <a:pt x="1294010" y="2279846"/>
                  </a:lnTo>
                  <a:lnTo>
                    <a:pt x="1294197" y="2280341"/>
                  </a:lnTo>
                  <a:lnTo>
                    <a:pt x="1294383" y="2280679"/>
                  </a:lnTo>
                  <a:lnTo>
                    <a:pt x="1294570" y="2281059"/>
                  </a:lnTo>
                  <a:lnTo>
                    <a:pt x="1294757" y="2281125"/>
                  </a:lnTo>
                  <a:lnTo>
                    <a:pt x="1294944" y="2281191"/>
                  </a:lnTo>
                  <a:lnTo>
                    <a:pt x="1295131" y="2281463"/>
                  </a:lnTo>
                  <a:lnTo>
                    <a:pt x="1295318" y="2281793"/>
                  </a:lnTo>
                  <a:lnTo>
                    <a:pt x="1295505" y="2281554"/>
                  </a:lnTo>
                  <a:lnTo>
                    <a:pt x="1295692" y="2281266"/>
                  </a:lnTo>
                  <a:lnTo>
                    <a:pt x="1295879" y="2281179"/>
                  </a:lnTo>
                  <a:lnTo>
                    <a:pt x="1296066" y="2281144"/>
                  </a:lnTo>
                  <a:lnTo>
                    <a:pt x="1296253" y="2281411"/>
                  </a:lnTo>
                  <a:lnTo>
                    <a:pt x="1296440" y="2281505"/>
                  </a:lnTo>
                  <a:lnTo>
                    <a:pt x="1296627" y="2281447"/>
                  </a:lnTo>
                  <a:lnTo>
                    <a:pt x="1296813" y="2281326"/>
                  </a:lnTo>
                  <a:lnTo>
                    <a:pt x="1297000" y="2281206"/>
                  </a:lnTo>
                  <a:lnTo>
                    <a:pt x="1297187" y="2280888"/>
                  </a:lnTo>
                  <a:lnTo>
                    <a:pt x="1297374" y="2280538"/>
                  </a:lnTo>
                  <a:lnTo>
                    <a:pt x="1297561" y="2280305"/>
                  </a:lnTo>
                  <a:lnTo>
                    <a:pt x="1297748" y="2280055"/>
                  </a:lnTo>
                  <a:lnTo>
                    <a:pt x="1297935" y="2279787"/>
                  </a:lnTo>
                  <a:lnTo>
                    <a:pt x="1298122" y="2279374"/>
                  </a:lnTo>
                  <a:lnTo>
                    <a:pt x="1298309" y="2278962"/>
                  </a:lnTo>
                  <a:lnTo>
                    <a:pt x="1298496" y="2278543"/>
                  </a:lnTo>
                  <a:lnTo>
                    <a:pt x="1298683" y="2278052"/>
                  </a:lnTo>
                  <a:lnTo>
                    <a:pt x="1298870" y="2277691"/>
                  </a:lnTo>
                  <a:lnTo>
                    <a:pt x="1299057" y="2277325"/>
                  </a:lnTo>
                  <a:lnTo>
                    <a:pt x="1299243" y="2277049"/>
                  </a:lnTo>
                  <a:lnTo>
                    <a:pt x="1299430" y="2276804"/>
                  </a:lnTo>
                  <a:lnTo>
                    <a:pt x="1299617" y="2276491"/>
                  </a:lnTo>
                  <a:lnTo>
                    <a:pt x="1299804" y="2276177"/>
                  </a:lnTo>
                  <a:lnTo>
                    <a:pt x="1299991" y="2276000"/>
                  </a:lnTo>
                  <a:lnTo>
                    <a:pt x="1300178" y="2275996"/>
                  </a:lnTo>
                  <a:lnTo>
                    <a:pt x="1300365" y="2276384"/>
                  </a:lnTo>
                  <a:lnTo>
                    <a:pt x="1300552" y="2277011"/>
                  </a:lnTo>
                  <a:lnTo>
                    <a:pt x="1300739" y="2277679"/>
                  </a:lnTo>
                  <a:lnTo>
                    <a:pt x="1300926" y="2278504"/>
                  </a:lnTo>
                  <a:lnTo>
                    <a:pt x="1301113" y="2279346"/>
                  </a:lnTo>
                  <a:lnTo>
                    <a:pt x="1301300" y="2280336"/>
                  </a:lnTo>
                  <a:lnTo>
                    <a:pt x="1301486" y="2281244"/>
                  </a:lnTo>
                  <a:lnTo>
                    <a:pt x="1301673" y="2282064"/>
                  </a:lnTo>
                  <a:lnTo>
                    <a:pt x="1301860" y="2282891"/>
                  </a:lnTo>
                  <a:lnTo>
                    <a:pt x="1302047" y="2283725"/>
                  </a:lnTo>
                  <a:lnTo>
                    <a:pt x="1302234" y="2284764"/>
                  </a:lnTo>
                  <a:lnTo>
                    <a:pt x="1302421" y="2285791"/>
                  </a:lnTo>
                  <a:lnTo>
                    <a:pt x="1302608" y="2287064"/>
                  </a:lnTo>
                  <a:lnTo>
                    <a:pt x="1302795" y="2288446"/>
                  </a:lnTo>
                  <a:lnTo>
                    <a:pt x="1302982" y="2289324"/>
                  </a:lnTo>
                  <a:lnTo>
                    <a:pt x="1303169" y="2290090"/>
                  </a:lnTo>
                  <a:lnTo>
                    <a:pt x="1303356" y="2290587"/>
                  </a:lnTo>
                  <a:lnTo>
                    <a:pt x="1303543" y="2291098"/>
                  </a:lnTo>
                  <a:lnTo>
                    <a:pt x="1303730" y="2291393"/>
                  </a:lnTo>
                  <a:lnTo>
                    <a:pt x="1303916" y="2291764"/>
                  </a:lnTo>
                  <a:lnTo>
                    <a:pt x="1304103" y="2291957"/>
                  </a:lnTo>
                  <a:lnTo>
                    <a:pt x="1304290" y="2292289"/>
                  </a:lnTo>
                  <a:lnTo>
                    <a:pt x="1304477" y="2292250"/>
                  </a:lnTo>
                  <a:lnTo>
                    <a:pt x="1304664" y="2292122"/>
                  </a:lnTo>
                  <a:lnTo>
                    <a:pt x="1304851" y="2291998"/>
                  </a:lnTo>
                  <a:lnTo>
                    <a:pt x="1305038" y="2291826"/>
                  </a:lnTo>
                  <a:lnTo>
                    <a:pt x="1305225" y="2291737"/>
                  </a:lnTo>
                  <a:lnTo>
                    <a:pt x="1305412" y="2291420"/>
                  </a:lnTo>
                  <a:lnTo>
                    <a:pt x="1305599" y="2290933"/>
                  </a:lnTo>
                  <a:lnTo>
                    <a:pt x="1305786" y="2290518"/>
                  </a:lnTo>
                  <a:lnTo>
                    <a:pt x="1305973" y="2290286"/>
                  </a:lnTo>
                  <a:lnTo>
                    <a:pt x="1306159" y="2290218"/>
                  </a:lnTo>
                  <a:lnTo>
                    <a:pt x="1306346" y="2290360"/>
                  </a:lnTo>
                  <a:lnTo>
                    <a:pt x="1306533" y="2290534"/>
                  </a:lnTo>
                  <a:lnTo>
                    <a:pt x="1306720" y="2290886"/>
                  </a:lnTo>
                  <a:lnTo>
                    <a:pt x="1306907" y="2290954"/>
                  </a:lnTo>
                  <a:lnTo>
                    <a:pt x="1307094" y="2291094"/>
                  </a:lnTo>
                  <a:lnTo>
                    <a:pt x="1307281" y="2291505"/>
                  </a:lnTo>
                  <a:lnTo>
                    <a:pt x="1307468" y="2291977"/>
                  </a:lnTo>
                  <a:lnTo>
                    <a:pt x="1307655" y="2292585"/>
                  </a:lnTo>
                  <a:lnTo>
                    <a:pt x="1307842" y="2292970"/>
                  </a:lnTo>
                  <a:lnTo>
                    <a:pt x="1308029" y="2293130"/>
                  </a:lnTo>
                  <a:lnTo>
                    <a:pt x="1308216" y="2293076"/>
                  </a:lnTo>
                  <a:lnTo>
                    <a:pt x="1308403" y="2292265"/>
                  </a:lnTo>
                  <a:lnTo>
                    <a:pt x="1308589" y="2291507"/>
                  </a:lnTo>
                  <a:lnTo>
                    <a:pt x="1308776" y="2291181"/>
                  </a:lnTo>
                  <a:lnTo>
                    <a:pt x="1308963" y="2290881"/>
                  </a:lnTo>
                  <a:lnTo>
                    <a:pt x="1309150" y="2290197"/>
                  </a:lnTo>
                  <a:lnTo>
                    <a:pt x="1309337" y="2289221"/>
                  </a:lnTo>
                  <a:lnTo>
                    <a:pt x="1309524" y="2287707"/>
                  </a:lnTo>
                  <a:lnTo>
                    <a:pt x="1309711" y="2286206"/>
                  </a:lnTo>
                  <a:lnTo>
                    <a:pt x="1309898" y="2284517"/>
                  </a:lnTo>
                  <a:lnTo>
                    <a:pt x="1310085" y="2282884"/>
                  </a:lnTo>
                  <a:lnTo>
                    <a:pt x="1310272" y="2281168"/>
                  </a:lnTo>
                  <a:lnTo>
                    <a:pt x="1310459" y="2279634"/>
                  </a:lnTo>
                  <a:lnTo>
                    <a:pt x="1310646" y="2278146"/>
                  </a:lnTo>
                  <a:lnTo>
                    <a:pt x="1310833" y="2276604"/>
                  </a:lnTo>
                  <a:lnTo>
                    <a:pt x="1311019" y="2275120"/>
                  </a:lnTo>
                  <a:lnTo>
                    <a:pt x="1311206" y="2273914"/>
                  </a:lnTo>
                  <a:lnTo>
                    <a:pt x="1311393" y="2272604"/>
                  </a:lnTo>
                  <a:lnTo>
                    <a:pt x="1311580" y="2271145"/>
                  </a:lnTo>
                  <a:lnTo>
                    <a:pt x="1311767" y="2269704"/>
                  </a:lnTo>
                  <a:lnTo>
                    <a:pt x="1311954" y="2268397"/>
                  </a:lnTo>
                  <a:lnTo>
                    <a:pt x="1312141" y="2267681"/>
                  </a:lnTo>
                  <a:lnTo>
                    <a:pt x="1312328" y="2267351"/>
                  </a:lnTo>
                  <a:lnTo>
                    <a:pt x="1312515" y="2266446"/>
                  </a:lnTo>
                  <a:lnTo>
                    <a:pt x="1312702" y="2265777"/>
                  </a:lnTo>
                  <a:lnTo>
                    <a:pt x="1312889" y="2265167"/>
                  </a:lnTo>
                  <a:lnTo>
                    <a:pt x="1313076" y="2264327"/>
                  </a:lnTo>
                  <a:lnTo>
                    <a:pt x="1313262" y="2262948"/>
                  </a:lnTo>
                  <a:lnTo>
                    <a:pt x="1313449" y="2261000"/>
                  </a:lnTo>
                  <a:lnTo>
                    <a:pt x="1313636" y="2259499"/>
                  </a:lnTo>
                  <a:lnTo>
                    <a:pt x="1313823" y="2257964"/>
                  </a:lnTo>
                  <a:lnTo>
                    <a:pt x="1314010" y="2256668"/>
                  </a:lnTo>
                  <a:lnTo>
                    <a:pt x="1314197" y="2255488"/>
                  </a:lnTo>
                  <a:lnTo>
                    <a:pt x="1314384" y="2254333"/>
                  </a:lnTo>
                  <a:lnTo>
                    <a:pt x="1314571" y="2253095"/>
                  </a:lnTo>
                  <a:lnTo>
                    <a:pt x="1314758" y="2251552"/>
                  </a:lnTo>
                  <a:lnTo>
                    <a:pt x="1314945" y="2249481"/>
                  </a:lnTo>
                  <a:lnTo>
                    <a:pt x="1315132" y="2247170"/>
                  </a:lnTo>
                  <a:lnTo>
                    <a:pt x="1315319" y="2244984"/>
                  </a:lnTo>
                  <a:lnTo>
                    <a:pt x="1315506" y="2242417"/>
                  </a:lnTo>
                  <a:lnTo>
                    <a:pt x="1315692" y="2239455"/>
                  </a:lnTo>
                  <a:lnTo>
                    <a:pt x="1315879" y="2236336"/>
                  </a:lnTo>
                  <a:lnTo>
                    <a:pt x="1316066" y="2233728"/>
                  </a:lnTo>
                  <a:lnTo>
                    <a:pt x="1316253" y="2231607"/>
                  </a:lnTo>
                  <a:lnTo>
                    <a:pt x="1316440" y="2229305"/>
                  </a:lnTo>
                  <a:lnTo>
                    <a:pt x="1316627" y="2226830"/>
                  </a:lnTo>
                  <a:lnTo>
                    <a:pt x="1316814" y="2224181"/>
                  </a:lnTo>
                  <a:lnTo>
                    <a:pt x="1317001" y="2221400"/>
                  </a:lnTo>
                  <a:lnTo>
                    <a:pt x="1317188" y="2218594"/>
                  </a:lnTo>
                  <a:lnTo>
                    <a:pt x="1317375" y="2215574"/>
                  </a:lnTo>
                  <a:lnTo>
                    <a:pt x="1317562" y="2212744"/>
                  </a:lnTo>
                  <a:lnTo>
                    <a:pt x="1317749" y="2210582"/>
                  </a:lnTo>
                  <a:lnTo>
                    <a:pt x="1317936" y="2208766"/>
                  </a:lnTo>
                  <a:lnTo>
                    <a:pt x="1318122" y="2206976"/>
                  </a:lnTo>
                  <a:lnTo>
                    <a:pt x="1318309" y="2205647"/>
                  </a:lnTo>
                  <a:lnTo>
                    <a:pt x="1318496" y="2204434"/>
                  </a:lnTo>
                  <a:lnTo>
                    <a:pt x="1318683" y="2202520"/>
                  </a:lnTo>
                  <a:lnTo>
                    <a:pt x="1318870" y="2199805"/>
                  </a:lnTo>
                  <a:lnTo>
                    <a:pt x="1319057" y="2197181"/>
                  </a:lnTo>
                  <a:lnTo>
                    <a:pt x="1319244" y="2194854"/>
                  </a:lnTo>
                  <a:lnTo>
                    <a:pt x="1319431" y="2192543"/>
                  </a:lnTo>
                  <a:lnTo>
                    <a:pt x="1319618" y="2190158"/>
                  </a:lnTo>
                  <a:lnTo>
                    <a:pt x="1319805" y="2187559"/>
                  </a:lnTo>
                  <a:lnTo>
                    <a:pt x="1319992" y="2184902"/>
                  </a:lnTo>
                  <a:lnTo>
                    <a:pt x="1320179" y="2181552"/>
                  </a:lnTo>
                  <a:lnTo>
                    <a:pt x="1320365" y="2177525"/>
                  </a:lnTo>
                  <a:lnTo>
                    <a:pt x="1320552" y="2173102"/>
                  </a:lnTo>
                  <a:lnTo>
                    <a:pt x="1320739" y="2168299"/>
                  </a:lnTo>
                  <a:lnTo>
                    <a:pt x="1320926" y="2163191"/>
                  </a:lnTo>
                  <a:lnTo>
                    <a:pt x="1321113" y="2158075"/>
                  </a:lnTo>
                  <a:lnTo>
                    <a:pt x="1321300" y="2152580"/>
                  </a:lnTo>
                  <a:lnTo>
                    <a:pt x="1321487" y="2148124"/>
                  </a:lnTo>
                  <a:lnTo>
                    <a:pt x="1321674" y="2144534"/>
                  </a:lnTo>
                  <a:lnTo>
                    <a:pt x="1321861" y="2140796"/>
                  </a:lnTo>
                  <a:lnTo>
                    <a:pt x="1322048" y="2136312"/>
                  </a:lnTo>
                  <a:lnTo>
                    <a:pt x="1322235" y="2132115"/>
                  </a:lnTo>
                  <a:lnTo>
                    <a:pt x="1322422" y="2127704"/>
                  </a:lnTo>
                  <a:lnTo>
                    <a:pt x="1322609" y="2123007"/>
                  </a:lnTo>
                  <a:lnTo>
                    <a:pt x="1322795" y="2118432"/>
                  </a:lnTo>
                  <a:lnTo>
                    <a:pt x="1322982" y="2115123"/>
                  </a:lnTo>
                  <a:lnTo>
                    <a:pt x="1323169" y="2112577"/>
                  </a:lnTo>
                  <a:lnTo>
                    <a:pt x="1323356" y="2110335"/>
                  </a:lnTo>
                  <a:lnTo>
                    <a:pt x="1323543" y="2108569"/>
                  </a:lnTo>
                  <a:lnTo>
                    <a:pt x="1323730" y="2107021"/>
                  </a:lnTo>
                  <a:lnTo>
                    <a:pt x="1323917" y="2105186"/>
                  </a:lnTo>
                  <a:lnTo>
                    <a:pt x="1324104" y="2103915"/>
                  </a:lnTo>
                  <a:lnTo>
                    <a:pt x="1324291" y="2102685"/>
                  </a:lnTo>
                  <a:lnTo>
                    <a:pt x="1324478" y="2102185"/>
                  </a:lnTo>
                  <a:lnTo>
                    <a:pt x="1324665" y="2101812"/>
                  </a:lnTo>
                  <a:lnTo>
                    <a:pt x="1324852" y="2101368"/>
                  </a:lnTo>
                  <a:lnTo>
                    <a:pt x="1325038" y="2100562"/>
                  </a:lnTo>
                  <a:lnTo>
                    <a:pt x="1325225" y="2099320"/>
                  </a:lnTo>
                  <a:lnTo>
                    <a:pt x="1325412" y="2098431"/>
                  </a:lnTo>
                  <a:lnTo>
                    <a:pt x="1325599" y="2097174"/>
                  </a:lnTo>
                  <a:lnTo>
                    <a:pt x="1325786" y="2095284"/>
                  </a:lnTo>
                  <a:lnTo>
                    <a:pt x="1325973" y="2093239"/>
                  </a:lnTo>
                  <a:lnTo>
                    <a:pt x="1326160" y="2091175"/>
                  </a:lnTo>
                  <a:lnTo>
                    <a:pt x="1326347" y="2088746"/>
                  </a:lnTo>
                  <a:lnTo>
                    <a:pt x="1326534" y="2086258"/>
                  </a:lnTo>
                  <a:lnTo>
                    <a:pt x="1326721" y="2083852"/>
                  </a:lnTo>
                  <a:lnTo>
                    <a:pt x="1326908" y="2081175"/>
                  </a:lnTo>
                  <a:lnTo>
                    <a:pt x="1327095" y="2078411"/>
                  </a:lnTo>
                  <a:lnTo>
                    <a:pt x="1327282" y="2075322"/>
                  </a:lnTo>
                  <a:lnTo>
                    <a:pt x="1327468" y="2071817"/>
                  </a:lnTo>
                  <a:lnTo>
                    <a:pt x="1327655" y="2066330"/>
                  </a:lnTo>
                  <a:lnTo>
                    <a:pt x="1327842" y="2061486"/>
                  </a:lnTo>
                  <a:lnTo>
                    <a:pt x="1328029" y="2057748"/>
                  </a:lnTo>
                  <a:lnTo>
                    <a:pt x="1328216" y="2055223"/>
                  </a:lnTo>
                  <a:lnTo>
                    <a:pt x="1328403" y="2053251"/>
                  </a:lnTo>
                  <a:lnTo>
                    <a:pt x="1328590" y="2051848"/>
                  </a:lnTo>
                  <a:lnTo>
                    <a:pt x="1328777" y="2050354"/>
                  </a:lnTo>
                  <a:lnTo>
                    <a:pt x="1328964" y="2048811"/>
                  </a:lnTo>
                  <a:lnTo>
                    <a:pt x="1329151" y="2047499"/>
                  </a:lnTo>
                  <a:lnTo>
                    <a:pt x="1329338" y="2046030"/>
                  </a:lnTo>
                  <a:lnTo>
                    <a:pt x="1329525" y="2044116"/>
                  </a:lnTo>
                  <a:lnTo>
                    <a:pt x="1329712" y="2042399"/>
                  </a:lnTo>
                  <a:lnTo>
                    <a:pt x="1329898" y="2040584"/>
                  </a:lnTo>
                  <a:lnTo>
                    <a:pt x="1330085" y="2039016"/>
                  </a:lnTo>
                  <a:lnTo>
                    <a:pt x="1330272" y="2037737"/>
                  </a:lnTo>
                  <a:lnTo>
                    <a:pt x="1330459" y="2036169"/>
                  </a:lnTo>
                  <a:lnTo>
                    <a:pt x="1330646" y="2033620"/>
                  </a:lnTo>
                  <a:lnTo>
                    <a:pt x="1330833" y="2030591"/>
                  </a:lnTo>
                  <a:lnTo>
                    <a:pt x="1331020" y="2028465"/>
                  </a:lnTo>
                  <a:lnTo>
                    <a:pt x="1331207" y="2025923"/>
                  </a:lnTo>
                  <a:lnTo>
                    <a:pt x="1331394" y="2023645"/>
                  </a:lnTo>
                  <a:lnTo>
                    <a:pt x="1331581" y="2022073"/>
                  </a:lnTo>
                  <a:lnTo>
                    <a:pt x="1331768" y="2020807"/>
                  </a:lnTo>
                  <a:lnTo>
                    <a:pt x="1331955" y="2019232"/>
                  </a:lnTo>
                  <a:lnTo>
                    <a:pt x="1332141" y="2017951"/>
                  </a:lnTo>
                  <a:lnTo>
                    <a:pt x="1332328" y="2016624"/>
                  </a:lnTo>
                  <a:lnTo>
                    <a:pt x="1332515" y="2015024"/>
                  </a:lnTo>
                  <a:lnTo>
                    <a:pt x="1332702" y="2013265"/>
                  </a:lnTo>
                  <a:lnTo>
                    <a:pt x="1332889" y="2011378"/>
                  </a:lnTo>
                  <a:lnTo>
                    <a:pt x="1333076" y="2009394"/>
                  </a:lnTo>
                  <a:lnTo>
                    <a:pt x="1333263" y="2007503"/>
                  </a:lnTo>
                  <a:lnTo>
                    <a:pt x="1333450" y="2005799"/>
                  </a:lnTo>
                  <a:lnTo>
                    <a:pt x="1333637" y="2003762"/>
                  </a:lnTo>
                  <a:lnTo>
                    <a:pt x="1333824" y="2001729"/>
                  </a:lnTo>
                  <a:lnTo>
                    <a:pt x="1334011" y="1999670"/>
                  </a:lnTo>
                  <a:lnTo>
                    <a:pt x="1334198" y="1997605"/>
                  </a:lnTo>
                  <a:lnTo>
                    <a:pt x="1334385" y="1995543"/>
                  </a:lnTo>
                  <a:lnTo>
                    <a:pt x="1334571" y="1993252"/>
                  </a:lnTo>
                  <a:lnTo>
                    <a:pt x="1334758" y="1990860"/>
                  </a:lnTo>
                  <a:lnTo>
                    <a:pt x="1334945" y="1988346"/>
                  </a:lnTo>
                  <a:lnTo>
                    <a:pt x="1335132" y="1985797"/>
                  </a:lnTo>
                  <a:lnTo>
                    <a:pt x="1335319" y="1983319"/>
                  </a:lnTo>
                  <a:lnTo>
                    <a:pt x="1335506" y="1981384"/>
                  </a:lnTo>
                  <a:lnTo>
                    <a:pt x="1335693" y="1979639"/>
                  </a:lnTo>
                  <a:lnTo>
                    <a:pt x="1335880" y="1978112"/>
                  </a:lnTo>
                  <a:lnTo>
                    <a:pt x="1336067" y="1976786"/>
                  </a:lnTo>
                  <a:lnTo>
                    <a:pt x="1336254" y="1975547"/>
                  </a:lnTo>
                  <a:lnTo>
                    <a:pt x="1336441" y="1974306"/>
                  </a:lnTo>
                  <a:lnTo>
                    <a:pt x="1336628" y="1973031"/>
                  </a:lnTo>
                  <a:lnTo>
                    <a:pt x="1336815" y="1971875"/>
                  </a:lnTo>
                  <a:lnTo>
                    <a:pt x="1337001" y="1970858"/>
                  </a:lnTo>
                  <a:lnTo>
                    <a:pt x="1337188" y="1970177"/>
                  </a:lnTo>
                  <a:lnTo>
                    <a:pt x="1337375" y="1969739"/>
                  </a:lnTo>
                  <a:lnTo>
                    <a:pt x="1337562" y="1969210"/>
                  </a:lnTo>
                  <a:lnTo>
                    <a:pt x="1337749" y="1968521"/>
                  </a:lnTo>
                  <a:lnTo>
                    <a:pt x="1337936" y="1967796"/>
                  </a:lnTo>
                  <a:lnTo>
                    <a:pt x="1338123" y="1967005"/>
                  </a:lnTo>
                  <a:lnTo>
                    <a:pt x="1338310" y="1965900"/>
                  </a:lnTo>
                  <a:lnTo>
                    <a:pt x="1338497" y="1964702"/>
                  </a:lnTo>
                  <a:lnTo>
                    <a:pt x="1338684" y="1963549"/>
                  </a:lnTo>
                  <a:lnTo>
                    <a:pt x="1338871" y="1962453"/>
                  </a:lnTo>
                  <a:lnTo>
                    <a:pt x="1339058" y="1961300"/>
                  </a:lnTo>
                  <a:lnTo>
                    <a:pt x="1339244" y="1960391"/>
                  </a:lnTo>
                  <a:lnTo>
                    <a:pt x="1339431" y="1959462"/>
                  </a:lnTo>
                  <a:lnTo>
                    <a:pt x="1339618" y="1958537"/>
                  </a:lnTo>
                  <a:lnTo>
                    <a:pt x="1339805" y="1957714"/>
                  </a:lnTo>
                  <a:lnTo>
                    <a:pt x="1339992" y="1956823"/>
                  </a:lnTo>
                  <a:lnTo>
                    <a:pt x="1340179" y="1956081"/>
                  </a:lnTo>
                  <a:lnTo>
                    <a:pt x="1340366" y="1955362"/>
                  </a:lnTo>
                  <a:lnTo>
                    <a:pt x="1340553" y="1954872"/>
                  </a:lnTo>
                  <a:lnTo>
                    <a:pt x="1340740" y="1954578"/>
                  </a:lnTo>
                  <a:lnTo>
                    <a:pt x="1340927" y="1954394"/>
                  </a:lnTo>
                  <a:lnTo>
                    <a:pt x="1341114" y="1954394"/>
                  </a:lnTo>
                  <a:lnTo>
                    <a:pt x="1341301" y="1954443"/>
                  </a:lnTo>
                  <a:lnTo>
                    <a:pt x="1341488" y="1954523"/>
                  </a:lnTo>
                  <a:lnTo>
                    <a:pt x="1341674" y="1954584"/>
                  </a:lnTo>
                  <a:lnTo>
                    <a:pt x="1341861" y="1954794"/>
                  </a:lnTo>
                  <a:lnTo>
                    <a:pt x="1342048" y="1955147"/>
                  </a:lnTo>
                  <a:lnTo>
                    <a:pt x="1342235" y="1955678"/>
                  </a:lnTo>
                  <a:lnTo>
                    <a:pt x="1342422" y="1956294"/>
                  </a:lnTo>
                  <a:lnTo>
                    <a:pt x="1342609" y="1956967"/>
                  </a:lnTo>
                  <a:lnTo>
                    <a:pt x="1342796" y="1957750"/>
                  </a:lnTo>
                  <a:lnTo>
                    <a:pt x="1342983" y="1958594"/>
                  </a:lnTo>
                  <a:lnTo>
                    <a:pt x="1343170" y="1959288"/>
                  </a:lnTo>
                  <a:lnTo>
                    <a:pt x="1343357" y="1959696"/>
                  </a:lnTo>
                  <a:lnTo>
                    <a:pt x="1343544" y="1959834"/>
                  </a:lnTo>
                  <a:lnTo>
                    <a:pt x="1343731" y="1960051"/>
                  </a:lnTo>
                  <a:lnTo>
                    <a:pt x="1343917" y="1960345"/>
                  </a:lnTo>
                  <a:lnTo>
                    <a:pt x="1344104" y="1960555"/>
                  </a:lnTo>
                  <a:lnTo>
                    <a:pt x="1344291" y="1961046"/>
                  </a:lnTo>
                  <a:lnTo>
                    <a:pt x="1344478" y="1961470"/>
                  </a:lnTo>
                  <a:lnTo>
                    <a:pt x="1344665" y="1961348"/>
                  </a:lnTo>
                  <a:lnTo>
                    <a:pt x="1344852" y="1960930"/>
                  </a:lnTo>
                  <a:lnTo>
                    <a:pt x="1345039" y="1960689"/>
                  </a:lnTo>
                  <a:lnTo>
                    <a:pt x="1345226" y="1960573"/>
                  </a:lnTo>
                  <a:lnTo>
                    <a:pt x="1345413" y="1960262"/>
                  </a:lnTo>
                  <a:lnTo>
                    <a:pt x="1345600" y="1959921"/>
                  </a:lnTo>
                  <a:lnTo>
                    <a:pt x="1345787" y="1959787"/>
                  </a:lnTo>
                  <a:lnTo>
                    <a:pt x="1345974" y="1959595"/>
                  </a:lnTo>
                  <a:lnTo>
                    <a:pt x="1346161" y="1958726"/>
                  </a:lnTo>
                  <a:lnTo>
                    <a:pt x="1346347" y="1957832"/>
                  </a:lnTo>
                  <a:lnTo>
                    <a:pt x="1346534" y="1957073"/>
                  </a:lnTo>
                  <a:lnTo>
                    <a:pt x="1346721" y="1956589"/>
                  </a:lnTo>
                  <a:lnTo>
                    <a:pt x="1346908" y="1956737"/>
                  </a:lnTo>
                  <a:lnTo>
                    <a:pt x="1347095" y="1956929"/>
                  </a:lnTo>
                  <a:lnTo>
                    <a:pt x="1347282" y="1957419"/>
                  </a:lnTo>
                  <a:lnTo>
                    <a:pt x="1347469" y="1958107"/>
                  </a:lnTo>
                  <a:lnTo>
                    <a:pt x="1347656" y="1958787"/>
                  </a:lnTo>
                  <a:lnTo>
                    <a:pt x="1347843" y="1959330"/>
                  </a:lnTo>
                  <a:lnTo>
                    <a:pt x="1348030" y="1959356"/>
                  </a:lnTo>
                  <a:lnTo>
                    <a:pt x="1348217" y="1959704"/>
                  </a:lnTo>
                  <a:lnTo>
                    <a:pt x="1348404" y="1959957"/>
                  </a:lnTo>
                  <a:lnTo>
                    <a:pt x="1348591" y="1959953"/>
                  </a:lnTo>
                  <a:lnTo>
                    <a:pt x="1348777" y="1959682"/>
                  </a:lnTo>
                  <a:lnTo>
                    <a:pt x="1348964" y="1959772"/>
                  </a:lnTo>
                  <a:lnTo>
                    <a:pt x="1349151" y="1959909"/>
                  </a:lnTo>
                  <a:lnTo>
                    <a:pt x="1349338" y="1959996"/>
                  </a:lnTo>
                  <a:lnTo>
                    <a:pt x="1349525" y="1959768"/>
                  </a:lnTo>
                  <a:lnTo>
                    <a:pt x="1349712" y="1959047"/>
                  </a:lnTo>
                  <a:lnTo>
                    <a:pt x="1349899" y="1958899"/>
                  </a:lnTo>
                  <a:lnTo>
                    <a:pt x="1350086" y="1958938"/>
                  </a:lnTo>
                  <a:lnTo>
                    <a:pt x="1350273" y="1959054"/>
                  </a:lnTo>
                  <a:lnTo>
                    <a:pt x="1350460" y="1959501"/>
                  </a:lnTo>
                  <a:lnTo>
                    <a:pt x="1350647" y="1960670"/>
                  </a:lnTo>
                  <a:lnTo>
                    <a:pt x="1350834" y="1962853"/>
                  </a:lnTo>
                  <a:lnTo>
                    <a:pt x="1351020" y="1965293"/>
                  </a:lnTo>
                  <a:lnTo>
                    <a:pt x="1351207" y="1967853"/>
                  </a:lnTo>
                  <a:lnTo>
                    <a:pt x="1351394" y="1970202"/>
                  </a:lnTo>
                  <a:lnTo>
                    <a:pt x="1351581" y="1972470"/>
                  </a:lnTo>
                  <a:lnTo>
                    <a:pt x="1351768" y="1974887"/>
                  </a:lnTo>
                  <a:lnTo>
                    <a:pt x="1351955" y="1976868"/>
                  </a:lnTo>
                  <a:lnTo>
                    <a:pt x="1352142" y="1978881"/>
                  </a:lnTo>
                  <a:lnTo>
                    <a:pt x="1352329" y="1981291"/>
                  </a:lnTo>
                  <a:lnTo>
                    <a:pt x="1352516" y="1984021"/>
                  </a:lnTo>
                  <a:lnTo>
                    <a:pt x="1352703" y="1986534"/>
                  </a:lnTo>
                  <a:lnTo>
                    <a:pt x="1352890" y="1989496"/>
                  </a:lnTo>
                  <a:lnTo>
                    <a:pt x="1353077" y="1992627"/>
                  </a:lnTo>
                  <a:lnTo>
                    <a:pt x="1353264" y="1995712"/>
                  </a:lnTo>
                  <a:lnTo>
                    <a:pt x="1353450" y="1998031"/>
                  </a:lnTo>
                  <a:lnTo>
                    <a:pt x="1353637" y="1999355"/>
                  </a:lnTo>
                  <a:lnTo>
                    <a:pt x="1353824" y="2000143"/>
                  </a:lnTo>
                  <a:lnTo>
                    <a:pt x="1354011" y="2001447"/>
                  </a:lnTo>
                  <a:lnTo>
                    <a:pt x="1354198" y="2002456"/>
                  </a:lnTo>
                  <a:lnTo>
                    <a:pt x="1354385" y="2003414"/>
                  </a:lnTo>
                  <a:lnTo>
                    <a:pt x="1354572" y="2004129"/>
                  </a:lnTo>
                  <a:lnTo>
                    <a:pt x="1354759" y="2004954"/>
                  </a:lnTo>
                  <a:lnTo>
                    <a:pt x="1354946" y="2005614"/>
                  </a:lnTo>
                  <a:lnTo>
                    <a:pt x="1355133" y="2005804"/>
                  </a:lnTo>
                  <a:lnTo>
                    <a:pt x="1355320" y="2005777"/>
                  </a:lnTo>
                  <a:lnTo>
                    <a:pt x="1355507" y="2005538"/>
                  </a:lnTo>
                  <a:lnTo>
                    <a:pt x="1355694" y="2004655"/>
                  </a:lnTo>
                  <a:lnTo>
                    <a:pt x="1355880" y="2003339"/>
                  </a:lnTo>
                  <a:lnTo>
                    <a:pt x="1356067" y="2002226"/>
                  </a:lnTo>
                  <a:lnTo>
                    <a:pt x="1356254" y="2002115"/>
                  </a:lnTo>
                  <a:lnTo>
                    <a:pt x="1356441" y="2001996"/>
                  </a:lnTo>
                  <a:lnTo>
                    <a:pt x="1356628" y="2001857"/>
                  </a:lnTo>
                  <a:lnTo>
                    <a:pt x="1356815" y="2001450"/>
                  </a:lnTo>
                  <a:lnTo>
                    <a:pt x="1357002" y="2000735"/>
                  </a:lnTo>
                  <a:lnTo>
                    <a:pt x="1357189" y="2000679"/>
                  </a:lnTo>
                  <a:lnTo>
                    <a:pt x="1357376" y="2000066"/>
                  </a:lnTo>
                  <a:lnTo>
                    <a:pt x="1357563" y="2000271"/>
                  </a:lnTo>
                  <a:lnTo>
                    <a:pt x="1357750" y="2001275"/>
                  </a:lnTo>
                  <a:lnTo>
                    <a:pt x="1357937" y="2002564"/>
                  </a:lnTo>
                  <a:lnTo>
                    <a:pt x="1358123" y="2004276"/>
                  </a:lnTo>
                  <a:lnTo>
                    <a:pt x="1358310" y="2006033"/>
                  </a:lnTo>
                  <a:lnTo>
                    <a:pt x="1358497" y="2007167"/>
                  </a:lnTo>
                  <a:lnTo>
                    <a:pt x="1358684" y="2009488"/>
                  </a:lnTo>
                  <a:lnTo>
                    <a:pt x="1358871" y="2011372"/>
                  </a:lnTo>
                  <a:lnTo>
                    <a:pt x="1359058" y="2012506"/>
                  </a:lnTo>
                  <a:lnTo>
                    <a:pt x="1359245" y="2013278"/>
                  </a:lnTo>
                  <a:lnTo>
                    <a:pt x="1359432" y="2014001"/>
                  </a:lnTo>
                  <a:lnTo>
                    <a:pt x="1359619" y="2013193"/>
                  </a:lnTo>
                  <a:lnTo>
                    <a:pt x="1359806" y="2012425"/>
                  </a:lnTo>
                  <a:lnTo>
                    <a:pt x="1359993" y="2011641"/>
                  </a:lnTo>
                  <a:lnTo>
                    <a:pt x="1360180" y="2012120"/>
                  </a:lnTo>
                  <a:lnTo>
                    <a:pt x="1360367" y="2011726"/>
                  </a:lnTo>
                  <a:lnTo>
                    <a:pt x="1360553" y="2010160"/>
                  </a:lnTo>
                  <a:lnTo>
                    <a:pt x="1360740" y="2008273"/>
                  </a:lnTo>
                  <a:lnTo>
                    <a:pt x="1360927" y="2005608"/>
                  </a:lnTo>
                  <a:lnTo>
                    <a:pt x="1361114" y="2002636"/>
                  </a:lnTo>
                  <a:lnTo>
                    <a:pt x="1361301" y="1999788"/>
                  </a:lnTo>
                  <a:lnTo>
                    <a:pt x="1361488" y="1996214"/>
                  </a:lnTo>
                  <a:lnTo>
                    <a:pt x="1361675" y="1992497"/>
                  </a:lnTo>
                  <a:lnTo>
                    <a:pt x="1361862" y="1988200"/>
                  </a:lnTo>
                  <a:lnTo>
                    <a:pt x="1362049" y="1984473"/>
                  </a:lnTo>
                  <a:lnTo>
                    <a:pt x="1362236" y="1981041"/>
                  </a:lnTo>
                  <a:lnTo>
                    <a:pt x="1362423" y="1979362"/>
                  </a:lnTo>
                  <a:lnTo>
                    <a:pt x="1362610" y="1978229"/>
                  </a:lnTo>
                  <a:lnTo>
                    <a:pt x="1362796" y="1977396"/>
                  </a:lnTo>
                  <a:lnTo>
                    <a:pt x="1362983" y="1976974"/>
                  </a:lnTo>
                  <a:lnTo>
                    <a:pt x="1363170" y="1975261"/>
                  </a:lnTo>
                  <a:lnTo>
                    <a:pt x="1363357" y="1974293"/>
                  </a:lnTo>
                  <a:lnTo>
                    <a:pt x="1363544" y="1973999"/>
                  </a:lnTo>
                  <a:lnTo>
                    <a:pt x="1363731" y="1974414"/>
                  </a:lnTo>
                  <a:lnTo>
                    <a:pt x="1363918" y="1974907"/>
                  </a:lnTo>
                  <a:lnTo>
                    <a:pt x="1364105" y="1975057"/>
                  </a:lnTo>
                  <a:lnTo>
                    <a:pt x="1364292" y="1975303"/>
                  </a:lnTo>
                  <a:lnTo>
                    <a:pt x="1364479" y="1975700"/>
                  </a:lnTo>
                  <a:lnTo>
                    <a:pt x="1364666" y="1976546"/>
                  </a:lnTo>
                  <a:lnTo>
                    <a:pt x="1364853" y="1978091"/>
                  </a:lnTo>
                  <a:lnTo>
                    <a:pt x="1365040" y="1982069"/>
                  </a:lnTo>
                  <a:lnTo>
                    <a:pt x="1365226" y="1985432"/>
                  </a:lnTo>
                  <a:lnTo>
                    <a:pt x="1365413" y="1987180"/>
                  </a:lnTo>
                  <a:lnTo>
                    <a:pt x="1365600" y="1987791"/>
                  </a:lnTo>
                  <a:lnTo>
                    <a:pt x="1365787" y="1988075"/>
                  </a:lnTo>
                  <a:lnTo>
                    <a:pt x="1365974" y="1987592"/>
                  </a:lnTo>
                  <a:lnTo>
                    <a:pt x="1366161" y="1986448"/>
                  </a:lnTo>
                  <a:lnTo>
                    <a:pt x="1366348" y="1984875"/>
                  </a:lnTo>
                  <a:lnTo>
                    <a:pt x="1366535" y="1982901"/>
                  </a:lnTo>
                  <a:lnTo>
                    <a:pt x="1366722" y="1980980"/>
                  </a:lnTo>
                  <a:lnTo>
                    <a:pt x="1366909" y="1979726"/>
                  </a:lnTo>
                  <a:lnTo>
                    <a:pt x="1367096" y="1978509"/>
                  </a:lnTo>
                  <a:lnTo>
                    <a:pt x="1367283" y="1977256"/>
                  </a:lnTo>
                  <a:lnTo>
                    <a:pt x="1367470" y="1975450"/>
                  </a:lnTo>
                  <a:lnTo>
                    <a:pt x="1367656" y="1972316"/>
                  </a:lnTo>
                  <a:lnTo>
                    <a:pt x="1367843" y="1969008"/>
                  </a:lnTo>
                  <a:lnTo>
                    <a:pt x="1368030" y="1966557"/>
                  </a:lnTo>
                  <a:lnTo>
                    <a:pt x="1368217" y="1966242"/>
                  </a:lnTo>
                  <a:lnTo>
                    <a:pt x="1368404" y="1965051"/>
                  </a:lnTo>
                  <a:lnTo>
                    <a:pt x="1368591" y="1964571"/>
                  </a:lnTo>
                  <a:lnTo>
                    <a:pt x="1368778" y="1964032"/>
                  </a:lnTo>
                  <a:lnTo>
                    <a:pt x="1368965" y="1962995"/>
                  </a:lnTo>
                  <a:lnTo>
                    <a:pt x="1369152" y="1961626"/>
                  </a:lnTo>
                  <a:lnTo>
                    <a:pt x="1369339" y="1960259"/>
                  </a:lnTo>
                  <a:lnTo>
                    <a:pt x="1369526" y="1958643"/>
                  </a:lnTo>
                  <a:lnTo>
                    <a:pt x="1369713" y="1957064"/>
                  </a:lnTo>
                  <a:lnTo>
                    <a:pt x="1369899" y="1955750"/>
                  </a:lnTo>
                  <a:lnTo>
                    <a:pt x="1370086" y="1954428"/>
                  </a:lnTo>
                  <a:lnTo>
                    <a:pt x="1370273" y="1953210"/>
                  </a:lnTo>
                  <a:lnTo>
                    <a:pt x="1370460" y="1952659"/>
                  </a:lnTo>
                  <a:lnTo>
                    <a:pt x="1370647" y="1951950"/>
                  </a:lnTo>
                  <a:lnTo>
                    <a:pt x="1370834" y="1950853"/>
                  </a:lnTo>
                  <a:lnTo>
                    <a:pt x="1371021" y="1949674"/>
                  </a:lnTo>
                  <a:lnTo>
                    <a:pt x="1371208" y="1947987"/>
                  </a:lnTo>
                  <a:lnTo>
                    <a:pt x="1371395" y="1944676"/>
                  </a:lnTo>
                  <a:lnTo>
                    <a:pt x="1371582" y="1941211"/>
                  </a:lnTo>
                  <a:lnTo>
                    <a:pt x="1371769" y="1935680"/>
                  </a:lnTo>
                  <a:lnTo>
                    <a:pt x="1371956" y="1930838"/>
                  </a:lnTo>
                  <a:lnTo>
                    <a:pt x="1372143" y="1926486"/>
                  </a:lnTo>
                  <a:lnTo>
                    <a:pt x="1372329" y="1922758"/>
                  </a:lnTo>
                  <a:lnTo>
                    <a:pt x="1372516" y="1919325"/>
                  </a:lnTo>
                  <a:lnTo>
                    <a:pt x="1372703" y="1915726"/>
                  </a:lnTo>
                  <a:lnTo>
                    <a:pt x="1372890" y="1911885"/>
                  </a:lnTo>
                  <a:lnTo>
                    <a:pt x="1373077" y="1908127"/>
                  </a:lnTo>
                  <a:lnTo>
                    <a:pt x="1373264" y="1904218"/>
                  </a:lnTo>
                  <a:lnTo>
                    <a:pt x="1373451" y="1900024"/>
                  </a:lnTo>
                  <a:lnTo>
                    <a:pt x="1373638" y="1896000"/>
                  </a:lnTo>
                  <a:lnTo>
                    <a:pt x="1373825" y="1892510"/>
                  </a:lnTo>
                  <a:lnTo>
                    <a:pt x="1374012" y="1889741"/>
                  </a:lnTo>
                  <a:lnTo>
                    <a:pt x="1374199" y="1887448"/>
                  </a:lnTo>
                  <a:lnTo>
                    <a:pt x="1374386" y="1885577"/>
                  </a:lnTo>
                  <a:lnTo>
                    <a:pt x="1374572" y="1883082"/>
                  </a:lnTo>
                  <a:lnTo>
                    <a:pt x="1374759" y="1879996"/>
                  </a:lnTo>
                  <a:lnTo>
                    <a:pt x="1374946" y="1876407"/>
                  </a:lnTo>
                  <a:lnTo>
                    <a:pt x="1375133" y="1872194"/>
                  </a:lnTo>
                  <a:lnTo>
                    <a:pt x="1375320" y="1867226"/>
                  </a:lnTo>
                  <a:lnTo>
                    <a:pt x="1375507" y="1861778"/>
                  </a:lnTo>
                  <a:lnTo>
                    <a:pt x="1375694" y="1856422"/>
                  </a:lnTo>
                  <a:lnTo>
                    <a:pt x="1375881" y="1850870"/>
                  </a:lnTo>
                  <a:lnTo>
                    <a:pt x="1376068" y="1845174"/>
                  </a:lnTo>
                  <a:lnTo>
                    <a:pt x="1376255" y="1839974"/>
                  </a:lnTo>
                  <a:lnTo>
                    <a:pt x="1376442" y="1836470"/>
                  </a:lnTo>
                  <a:lnTo>
                    <a:pt x="1376629" y="1832521"/>
                  </a:lnTo>
                  <a:lnTo>
                    <a:pt x="1376816" y="1828191"/>
                  </a:lnTo>
                  <a:lnTo>
                    <a:pt x="1377002" y="1823989"/>
                  </a:lnTo>
                  <a:lnTo>
                    <a:pt x="1377189" y="1819686"/>
                  </a:lnTo>
                  <a:lnTo>
                    <a:pt x="1377376" y="1815570"/>
                  </a:lnTo>
                  <a:lnTo>
                    <a:pt x="1377563" y="1811445"/>
                  </a:lnTo>
                  <a:lnTo>
                    <a:pt x="1377750" y="1807903"/>
                  </a:lnTo>
                  <a:lnTo>
                    <a:pt x="1377937" y="1804736"/>
                  </a:lnTo>
                  <a:lnTo>
                    <a:pt x="1378124" y="1802082"/>
                  </a:lnTo>
                  <a:lnTo>
                    <a:pt x="1378311" y="1799968"/>
                  </a:lnTo>
                  <a:lnTo>
                    <a:pt x="1378498" y="1797939"/>
                  </a:lnTo>
                  <a:lnTo>
                    <a:pt x="1378685" y="1796056"/>
                  </a:lnTo>
                  <a:lnTo>
                    <a:pt x="1378872" y="1794386"/>
                  </a:lnTo>
                  <a:lnTo>
                    <a:pt x="1379059" y="1792550"/>
                  </a:lnTo>
                  <a:lnTo>
                    <a:pt x="1379246" y="1790920"/>
                  </a:lnTo>
                  <a:lnTo>
                    <a:pt x="1379432" y="1789718"/>
                  </a:lnTo>
                  <a:lnTo>
                    <a:pt x="1379619" y="1788486"/>
                  </a:lnTo>
                  <a:lnTo>
                    <a:pt x="1379806" y="1787210"/>
                  </a:lnTo>
                  <a:lnTo>
                    <a:pt x="1379993" y="1786009"/>
                  </a:lnTo>
                  <a:lnTo>
                    <a:pt x="1380180" y="1785036"/>
                  </a:lnTo>
                  <a:lnTo>
                    <a:pt x="1380367" y="1784307"/>
                  </a:lnTo>
                  <a:lnTo>
                    <a:pt x="1380554" y="1783630"/>
                  </a:lnTo>
                  <a:lnTo>
                    <a:pt x="1380741" y="1783189"/>
                  </a:lnTo>
                  <a:lnTo>
                    <a:pt x="1380928" y="1782885"/>
                  </a:lnTo>
                  <a:lnTo>
                    <a:pt x="1381115" y="1782503"/>
                  </a:lnTo>
                  <a:lnTo>
                    <a:pt x="1381302" y="1782045"/>
                  </a:lnTo>
                  <a:lnTo>
                    <a:pt x="1381489" y="1781744"/>
                  </a:lnTo>
                  <a:lnTo>
                    <a:pt x="1381675" y="1781401"/>
                  </a:lnTo>
                  <a:lnTo>
                    <a:pt x="1381862" y="1781365"/>
                  </a:lnTo>
                  <a:lnTo>
                    <a:pt x="1382049" y="1781909"/>
                  </a:lnTo>
                  <a:lnTo>
                    <a:pt x="1382236" y="1782657"/>
                  </a:lnTo>
                  <a:lnTo>
                    <a:pt x="1382423" y="1783500"/>
                  </a:lnTo>
                  <a:lnTo>
                    <a:pt x="1382610" y="1784441"/>
                  </a:lnTo>
                  <a:lnTo>
                    <a:pt x="1382797" y="1785453"/>
                  </a:lnTo>
                  <a:lnTo>
                    <a:pt x="1382984" y="1785985"/>
                  </a:lnTo>
                  <a:lnTo>
                    <a:pt x="1383171" y="1786234"/>
                  </a:lnTo>
                  <a:lnTo>
                    <a:pt x="1383358" y="1786632"/>
                  </a:lnTo>
                  <a:lnTo>
                    <a:pt x="1383545" y="1787118"/>
                  </a:lnTo>
                  <a:lnTo>
                    <a:pt x="1383732" y="1787600"/>
                  </a:lnTo>
                  <a:lnTo>
                    <a:pt x="1383919" y="1788027"/>
                  </a:lnTo>
                  <a:lnTo>
                    <a:pt x="1384105" y="1788381"/>
                  </a:lnTo>
                  <a:lnTo>
                    <a:pt x="1384292" y="1788629"/>
                  </a:lnTo>
                  <a:lnTo>
                    <a:pt x="1384479" y="1789457"/>
                  </a:lnTo>
                  <a:lnTo>
                    <a:pt x="1384666" y="1789810"/>
                  </a:lnTo>
                  <a:lnTo>
                    <a:pt x="1384853" y="1789855"/>
                  </a:lnTo>
                  <a:lnTo>
                    <a:pt x="1385040" y="1789775"/>
                  </a:lnTo>
                  <a:lnTo>
                    <a:pt x="1385227" y="1789501"/>
                  </a:lnTo>
                  <a:lnTo>
                    <a:pt x="1385414" y="1789501"/>
                  </a:lnTo>
                  <a:lnTo>
                    <a:pt x="1385601" y="1789285"/>
                  </a:lnTo>
                  <a:lnTo>
                    <a:pt x="1385788" y="1789248"/>
                  </a:lnTo>
                  <a:lnTo>
                    <a:pt x="1385975" y="1789233"/>
                  </a:lnTo>
                  <a:lnTo>
                    <a:pt x="1386162" y="1789354"/>
                  </a:lnTo>
                  <a:lnTo>
                    <a:pt x="1386349" y="1788438"/>
                  </a:lnTo>
                  <a:lnTo>
                    <a:pt x="1386535" y="1787185"/>
                  </a:lnTo>
                  <a:lnTo>
                    <a:pt x="1386722" y="1785557"/>
                  </a:lnTo>
                  <a:lnTo>
                    <a:pt x="1386909" y="1784131"/>
                  </a:lnTo>
                  <a:lnTo>
                    <a:pt x="1387096" y="1782899"/>
                  </a:lnTo>
                  <a:lnTo>
                    <a:pt x="1387283" y="1781864"/>
                  </a:lnTo>
                  <a:lnTo>
                    <a:pt x="1387470" y="1780169"/>
                  </a:lnTo>
                  <a:lnTo>
                    <a:pt x="1387657" y="1778260"/>
                  </a:lnTo>
                  <a:lnTo>
                    <a:pt x="1387844" y="1776505"/>
                  </a:lnTo>
                  <a:lnTo>
                    <a:pt x="1388031" y="1774455"/>
                  </a:lnTo>
                  <a:lnTo>
                    <a:pt x="1388218" y="1772002"/>
                  </a:lnTo>
                  <a:lnTo>
                    <a:pt x="1388405" y="1769200"/>
                  </a:lnTo>
                  <a:lnTo>
                    <a:pt x="1388592" y="1766078"/>
                  </a:lnTo>
                  <a:lnTo>
                    <a:pt x="1388778" y="1763270"/>
                  </a:lnTo>
                  <a:lnTo>
                    <a:pt x="1388965" y="1760499"/>
                  </a:lnTo>
                  <a:lnTo>
                    <a:pt x="1389152" y="1757997"/>
                  </a:lnTo>
                  <a:lnTo>
                    <a:pt x="1389339" y="1755924"/>
                  </a:lnTo>
                  <a:lnTo>
                    <a:pt x="1389526" y="1754294"/>
                  </a:lnTo>
                  <a:lnTo>
                    <a:pt x="1389713" y="1752813"/>
                  </a:lnTo>
                  <a:lnTo>
                    <a:pt x="1389900" y="1751012"/>
                  </a:lnTo>
                  <a:lnTo>
                    <a:pt x="1390087" y="1749652"/>
                  </a:lnTo>
                  <a:lnTo>
                    <a:pt x="1390274" y="1748364"/>
                  </a:lnTo>
                  <a:lnTo>
                    <a:pt x="1390461" y="1747435"/>
                  </a:lnTo>
                  <a:lnTo>
                    <a:pt x="1390648" y="1746243"/>
                  </a:lnTo>
                  <a:lnTo>
                    <a:pt x="1390835" y="1745651"/>
                  </a:lnTo>
                  <a:lnTo>
                    <a:pt x="1391022" y="1744785"/>
                  </a:lnTo>
                  <a:lnTo>
                    <a:pt x="1391208" y="1744577"/>
                  </a:lnTo>
                  <a:lnTo>
                    <a:pt x="1391395" y="1744551"/>
                  </a:lnTo>
                  <a:lnTo>
                    <a:pt x="1391582" y="1744233"/>
                  </a:lnTo>
                  <a:lnTo>
                    <a:pt x="1391769" y="1743774"/>
                  </a:lnTo>
                  <a:lnTo>
                    <a:pt x="1391956" y="1743423"/>
                  </a:lnTo>
                  <a:lnTo>
                    <a:pt x="1392143" y="1743181"/>
                  </a:lnTo>
                  <a:lnTo>
                    <a:pt x="1392330" y="1742931"/>
                  </a:lnTo>
                  <a:lnTo>
                    <a:pt x="1392517" y="1742570"/>
                  </a:lnTo>
                  <a:lnTo>
                    <a:pt x="1392704" y="1742433"/>
                  </a:lnTo>
                  <a:lnTo>
                    <a:pt x="1392891" y="1742246"/>
                  </a:lnTo>
                  <a:lnTo>
                    <a:pt x="1393078" y="1742169"/>
                  </a:lnTo>
                  <a:lnTo>
                    <a:pt x="1393265" y="1741239"/>
                  </a:lnTo>
                  <a:lnTo>
                    <a:pt x="1393451" y="1741711"/>
                  </a:lnTo>
                  <a:lnTo>
                    <a:pt x="1393638" y="1742037"/>
                  </a:lnTo>
                  <a:lnTo>
                    <a:pt x="1393825" y="1742572"/>
                  </a:lnTo>
                  <a:lnTo>
                    <a:pt x="1394012" y="1743708"/>
                  </a:lnTo>
                  <a:lnTo>
                    <a:pt x="1394199" y="1744935"/>
                  </a:lnTo>
                  <a:lnTo>
                    <a:pt x="1394386" y="1746380"/>
                  </a:lnTo>
                  <a:lnTo>
                    <a:pt x="1394573" y="1747330"/>
                  </a:lnTo>
                  <a:lnTo>
                    <a:pt x="1394760" y="1748636"/>
                  </a:lnTo>
                  <a:lnTo>
                    <a:pt x="1394947" y="1749793"/>
                  </a:lnTo>
                  <a:lnTo>
                    <a:pt x="1395134" y="1751023"/>
                  </a:lnTo>
                  <a:lnTo>
                    <a:pt x="1395321" y="1752471"/>
                  </a:lnTo>
                  <a:lnTo>
                    <a:pt x="1395508" y="1754340"/>
                  </a:lnTo>
                  <a:lnTo>
                    <a:pt x="1395695" y="1756571"/>
                  </a:lnTo>
                  <a:lnTo>
                    <a:pt x="1395881" y="1759455"/>
                  </a:lnTo>
                  <a:lnTo>
                    <a:pt x="1396068" y="1761650"/>
                  </a:lnTo>
                  <a:lnTo>
                    <a:pt x="1396255" y="1763668"/>
                  </a:lnTo>
                  <a:lnTo>
                    <a:pt x="1396442" y="1765555"/>
                  </a:lnTo>
                  <a:lnTo>
                    <a:pt x="1396629" y="1767438"/>
                  </a:lnTo>
                  <a:lnTo>
                    <a:pt x="1396816" y="1769947"/>
                  </a:lnTo>
                  <a:lnTo>
                    <a:pt x="1397003" y="1773825"/>
                  </a:lnTo>
                  <a:lnTo>
                    <a:pt x="1397190" y="1777594"/>
                  </a:lnTo>
                  <a:lnTo>
                    <a:pt x="1397377" y="1782071"/>
                  </a:lnTo>
                  <a:lnTo>
                    <a:pt x="1397564" y="1785662"/>
                  </a:lnTo>
                  <a:lnTo>
                    <a:pt x="1397751" y="1789185"/>
                  </a:lnTo>
                  <a:lnTo>
                    <a:pt x="1397938" y="1792822"/>
                  </a:lnTo>
                  <a:lnTo>
                    <a:pt x="1398125" y="1796367"/>
                  </a:lnTo>
                  <a:lnTo>
                    <a:pt x="1398311" y="1800229"/>
                  </a:lnTo>
                  <a:lnTo>
                    <a:pt x="1398498" y="1804070"/>
                  </a:lnTo>
                  <a:lnTo>
                    <a:pt x="1398685" y="1807034"/>
                  </a:lnTo>
                  <a:lnTo>
                    <a:pt x="1398872" y="1810368"/>
                  </a:lnTo>
                  <a:lnTo>
                    <a:pt x="1399059" y="1813393"/>
                  </a:lnTo>
                  <a:lnTo>
                    <a:pt x="1399246" y="1816277"/>
                  </a:lnTo>
                  <a:lnTo>
                    <a:pt x="1399433" y="1818188"/>
                  </a:lnTo>
                  <a:lnTo>
                    <a:pt x="1399620" y="1819632"/>
                  </a:lnTo>
                  <a:lnTo>
                    <a:pt x="1399807" y="1819618"/>
                  </a:lnTo>
                  <a:lnTo>
                    <a:pt x="1399994" y="1819743"/>
                  </a:lnTo>
                  <a:lnTo>
                    <a:pt x="1400181" y="1819964"/>
                  </a:lnTo>
                  <a:lnTo>
                    <a:pt x="1400368" y="1819926"/>
                  </a:lnTo>
                  <a:lnTo>
                    <a:pt x="1400554" y="1821920"/>
                  </a:lnTo>
                  <a:lnTo>
                    <a:pt x="1400741" y="1823365"/>
                  </a:lnTo>
                  <a:lnTo>
                    <a:pt x="1400928" y="1824089"/>
                  </a:lnTo>
                  <a:lnTo>
                    <a:pt x="1401115" y="1824197"/>
                  </a:lnTo>
                  <a:lnTo>
                    <a:pt x="1401302" y="1823989"/>
                  </a:lnTo>
                  <a:lnTo>
                    <a:pt x="1401489" y="1823876"/>
                  </a:lnTo>
                  <a:lnTo>
                    <a:pt x="1401676" y="1823749"/>
                  </a:lnTo>
                  <a:lnTo>
                    <a:pt x="1401863" y="1824367"/>
                  </a:lnTo>
                  <a:lnTo>
                    <a:pt x="1402050" y="1825380"/>
                  </a:lnTo>
                  <a:lnTo>
                    <a:pt x="1402237" y="1826490"/>
                  </a:lnTo>
                  <a:lnTo>
                    <a:pt x="1402424" y="1827340"/>
                  </a:lnTo>
                  <a:lnTo>
                    <a:pt x="1402611" y="1827888"/>
                  </a:lnTo>
                  <a:lnTo>
                    <a:pt x="1402798" y="1828566"/>
                  </a:lnTo>
                  <a:lnTo>
                    <a:pt x="1402984" y="1829118"/>
                  </a:lnTo>
                  <a:lnTo>
                    <a:pt x="1403171" y="1829676"/>
                  </a:lnTo>
                  <a:lnTo>
                    <a:pt x="1403358" y="1830490"/>
                  </a:lnTo>
                  <a:lnTo>
                    <a:pt x="1403545" y="1832062"/>
                  </a:lnTo>
                  <a:lnTo>
                    <a:pt x="1403732" y="1834361"/>
                  </a:lnTo>
                  <a:lnTo>
                    <a:pt x="1403919" y="1837483"/>
                  </a:lnTo>
                  <a:lnTo>
                    <a:pt x="1404106" y="1841013"/>
                  </a:lnTo>
                  <a:lnTo>
                    <a:pt x="1404293" y="1844544"/>
                  </a:lnTo>
                  <a:lnTo>
                    <a:pt x="1404480" y="1847972"/>
                  </a:lnTo>
                  <a:lnTo>
                    <a:pt x="1404667" y="1851074"/>
                  </a:lnTo>
                  <a:lnTo>
                    <a:pt x="1404854" y="1854283"/>
                  </a:lnTo>
                  <a:lnTo>
                    <a:pt x="1405041" y="1858399"/>
                  </a:lnTo>
                  <a:lnTo>
                    <a:pt x="1405228" y="1862755"/>
                  </a:lnTo>
                  <a:lnTo>
                    <a:pt x="1405414" y="1867409"/>
                  </a:lnTo>
                  <a:lnTo>
                    <a:pt x="1405601" y="1870588"/>
                  </a:lnTo>
                  <a:lnTo>
                    <a:pt x="1405788" y="1873608"/>
                  </a:lnTo>
                  <a:lnTo>
                    <a:pt x="1405975" y="1876101"/>
                  </a:lnTo>
                  <a:lnTo>
                    <a:pt x="1406162" y="1878110"/>
                  </a:lnTo>
                  <a:lnTo>
                    <a:pt x="1406349" y="1880043"/>
                  </a:lnTo>
                  <a:lnTo>
                    <a:pt x="1406536" y="1881926"/>
                  </a:lnTo>
                  <a:lnTo>
                    <a:pt x="1406723" y="1883581"/>
                  </a:lnTo>
                  <a:lnTo>
                    <a:pt x="1406910" y="1885596"/>
                  </a:lnTo>
                  <a:lnTo>
                    <a:pt x="1407097" y="1887392"/>
                  </a:lnTo>
                  <a:lnTo>
                    <a:pt x="1407284" y="1888891"/>
                  </a:lnTo>
                  <a:lnTo>
                    <a:pt x="1407471" y="1890281"/>
                  </a:lnTo>
                  <a:lnTo>
                    <a:pt x="1407657" y="1890984"/>
                  </a:lnTo>
                  <a:lnTo>
                    <a:pt x="1407844" y="1890878"/>
                  </a:lnTo>
                  <a:lnTo>
                    <a:pt x="1408031" y="1890855"/>
                  </a:lnTo>
                  <a:lnTo>
                    <a:pt x="1408218" y="1890934"/>
                  </a:lnTo>
                  <a:lnTo>
                    <a:pt x="1408405" y="1890726"/>
                  </a:lnTo>
                  <a:lnTo>
                    <a:pt x="1408592" y="1891053"/>
                  </a:lnTo>
                  <a:lnTo>
                    <a:pt x="1408779" y="1893109"/>
                  </a:lnTo>
                  <a:lnTo>
                    <a:pt x="1408966" y="1894953"/>
                  </a:lnTo>
                  <a:lnTo>
                    <a:pt x="1409153" y="1898412"/>
                  </a:lnTo>
                  <a:lnTo>
                    <a:pt x="1409340" y="1901264"/>
                  </a:lnTo>
                  <a:lnTo>
                    <a:pt x="1409527" y="1903909"/>
                  </a:lnTo>
                  <a:lnTo>
                    <a:pt x="1409714" y="1906343"/>
                  </a:lnTo>
                  <a:lnTo>
                    <a:pt x="1409901" y="1908749"/>
                  </a:lnTo>
                  <a:lnTo>
                    <a:pt x="1410087" y="1911434"/>
                  </a:lnTo>
                  <a:lnTo>
                    <a:pt x="1410274" y="1913307"/>
                  </a:lnTo>
                  <a:lnTo>
                    <a:pt x="1410461" y="1915882"/>
                  </a:lnTo>
                  <a:lnTo>
                    <a:pt x="1410648" y="1918720"/>
                  </a:lnTo>
                  <a:lnTo>
                    <a:pt x="1410835" y="1921691"/>
                  </a:lnTo>
                  <a:lnTo>
                    <a:pt x="1411022" y="1924571"/>
                  </a:lnTo>
                  <a:lnTo>
                    <a:pt x="1411209" y="1927401"/>
                  </a:lnTo>
                  <a:lnTo>
                    <a:pt x="1411396" y="1929728"/>
                  </a:lnTo>
                  <a:lnTo>
                    <a:pt x="1411583" y="1931379"/>
                  </a:lnTo>
                  <a:lnTo>
                    <a:pt x="1411770" y="1933244"/>
                  </a:lnTo>
                  <a:lnTo>
                    <a:pt x="1411957" y="1936157"/>
                  </a:lnTo>
                  <a:lnTo>
                    <a:pt x="1412144" y="1939647"/>
                  </a:lnTo>
                  <a:lnTo>
                    <a:pt x="1412330" y="1943765"/>
                  </a:lnTo>
                  <a:lnTo>
                    <a:pt x="1412517" y="1948666"/>
                  </a:lnTo>
                  <a:lnTo>
                    <a:pt x="1412704" y="1954360"/>
                  </a:lnTo>
                  <a:lnTo>
                    <a:pt x="1412891" y="1960475"/>
                  </a:lnTo>
                  <a:lnTo>
                    <a:pt x="1413078" y="1966606"/>
                  </a:lnTo>
                  <a:lnTo>
                    <a:pt x="1413265" y="1973026"/>
                  </a:lnTo>
                  <a:lnTo>
                    <a:pt x="1413452" y="1979281"/>
                  </a:lnTo>
                  <a:lnTo>
                    <a:pt x="1413639" y="1984900"/>
                  </a:lnTo>
                  <a:lnTo>
                    <a:pt x="1413826" y="1988682"/>
                  </a:lnTo>
                  <a:lnTo>
                    <a:pt x="1414013" y="1992427"/>
                  </a:lnTo>
                  <a:lnTo>
                    <a:pt x="1414200" y="1996374"/>
                  </a:lnTo>
                  <a:lnTo>
                    <a:pt x="1414387" y="2000345"/>
                  </a:lnTo>
                  <a:lnTo>
                    <a:pt x="1414574" y="2004250"/>
                  </a:lnTo>
                  <a:lnTo>
                    <a:pt x="1414760" y="2008352"/>
                  </a:lnTo>
                  <a:lnTo>
                    <a:pt x="1414947" y="2012269"/>
                  </a:lnTo>
                  <a:lnTo>
                    <a:pt x="1415134" y="2015642"/>
                  </a:lnTo>
                  <a:lnTo>
                    <a:pt x="1415321" y="2018443"/>
                  </a:lnTo>
                  <a:lnTo>
                    <a:pt x="1415508" y="2020667"/>
                  </a:lnTo>
                  <a:lnTo>
                    <a:pt x="1415695" y="2022326"/>
                  </a:lnTo>
                  <a:lnTo>
                    <a:pt x="1415882" y="2023751"/>
                  </a:lnTo>
                  <a:lnTo>
                    <a:pt x="1416069" y="2024983"/>
                  </a:lnTo>
                  <a:lnTo>
                    <a:pt x="1416256" y="2026161"/>
                  </a:lnTo>
                  <a:lnTo>
                    <a:pt x="1416443" y="2027544"/>
                  </a:lnTo>
                  <a:lnTo>
                    <a:pt x="1416630" y="2028893"/>
                  </a:lnTo>
                  <a:lnTo>
                    <a:pt x="1416817" y="2029995"/>
                  </a:lnTo>
                  <a:lnTo>
                    <a:pt x="1417004" y="2031099"/>
                  </a:lnTo>
                  <a:lnTo>
                    <a:pt x="1417190" y="2032163"/>
                  </a:lnTo>
                  <a:lnTo>
                    <a:pt x="1417377" y="2033142"/>
                  </a:lnTo>
                  <a:lnTo>
                    <a:pt x="1417564" y="2034035"/>
                  </a:lnTo>
                  <a:lnTo>
                    <a:pt x="1417751" y="2034807"/>
                  </a:lnTo>
                  <a:lnTo>
                    <a:pt x="1417938" y="2035451"/>
                  </a:lnTo>
                  <a:lnTo>
                    <a:pt x="1418125" y="2036111"/>
                  </a:lnTo>
                  <a:lnTo>
                    <a:pt x="1418312" y="2036771"/>
                  </a:lnTo>
                  <a:lnTo>
                    <a:pt x="1418499" y="2037432"/>
                  </a:lnTo>
                  <a:lnTo>
                    <a:pt x="1418686" y="2038092"/>
                  </a:lnTo>
                  <a:lnTo>
                    <a:pt x="1418873" y="2038702"/>
                  </a:lnTo>
                  <a:lnTo>
                    <a:pt x="1419060" y="2039362"/>
                  </a:lnTo>
                  <a:lnTo>
                    <a:pt x="1419247" y="2039726"/>
                  </a:lnTo>
                  <a:lnTo>
                    <a:pt x="1419433" y="2039948"/>
                  </a:lnTo>
                  <a:lnTo>
                    <a:pt x="1419620" y="2040113"/>
                  </a:lnTo>
                  <a:lnTo>
                    <a:pt x="1419807" y="2040278"/>
                  </a:lnTo>
                  <a:lnTo>
                    <a:pt x="1419994" y="2040443"/>
                  </a:lnTo>
                  <a:lnTo>
                    <a:pt x="1420181" y="2040765"/>
                  </a:lnTo>
                  <a:lnTo>
                    <a:pt x="1420368" y="2041879"/>
                  </a:lnTo>
                  <a:lnTo>
                    <a:pt x="1420555" y="2043356"/>
                  </a:lnTo>
                  <a:lnTo>
                    <a:pt x="1420742" y="2044635"/>
                  </a:lnTo>
                  <a:lnTo>
                    <a:pt x="1420929" y="2045791"/>
                  </a:lnTo>
                  <a:lnTo>
                    <a:pt x="1421116" y="2046888"/>
                  </a:lnTo>
                  <a:lnTo>
                    <a:pt x="1421303" y="2047936"/>
                  </a:lnTo>
                  <a:lnTo>
                    <a:pt x="1421490" y="2049067"/>
                  </a:lnTo>
                  <a:lnTo>
                    <a:pt x="1421677" y="2050040"/>
                  </a:lnTo>
                  <a:lnTo>
                    <a:pt x="1421863" y="2050391"/>
                  </a:lnTo>
                  <a:lnTo>
                    <a:pt x="1422050" y="2051297"/>
                  </a:lnTo>
                  <a:lnTo>
                    <a:pt x="1422237" y="2052281"/>
                  </a:lnTo>
                  <a:lnTo>
                    <a:pt x="1422424" y="2053396"/>
                  </a:lnTo>
                  <a:lnTo>
                    <a:pt x="1422611" y="2054656"/>
                  </a:lnTo>
                  <a:lnTo>
                    <a:pt x="1422798" y="2056107"/>
                  </a:lnTo>
                  <a:lnTo>
                    <a:pt x="1422985" y="2057648"/>
                  </a:lnTo>
                  <a:lnTo>
                    <a:pt x="1423172" y="2058915"/>
                  </a:lnTo>
                  <a:lnTo>
                    <a:pt x="1423359" y="2060277"/>
                  </a:lnTo>
                  <a:lnTo>
                    <a:pt x="1423546" y="2062471"/>
                  </a:lnTo>
                  <a:lnTo>
                    <a:pt x="1423733" y="2065598"/>
                  </a:lnTo>
                  <a:lnTo>
                    <a:pt x="1423920" y="2069040"/>
                  </a:lnTo>
                  <a:lnTo>
                    <a:pt x="1424107" y="2072890"/>
                  </a:lnTo>
                  <a:lnTo>
                    <a:pt x="1424293" y="2076596"/>
                  </a:lnTo>
                  <a:lnTo>
                    <a:pt x="1424480" y="2080158"/>
                  </a:lnTo>
                  <a:lnTo>
                    <a:pt x="1424667" y="2083464"/>
                  </a:lnTo>
                  <a:lnTo>
                    <a:pt x="1424854" y="2087020"/>
                  </a:lnTo>
                  <a:lnTo>
                    <a:pt x="1425041" y="2090688"/>
                  </a:lnTo>
                  <a:lnTo>
                    <a:pt x="1425228" y="2094053"/>
                  </a:lnTo>
                  <a:lnTo>
                    <a:pt x="1425415" y="2097576"/>
                  </a:lnTo>
                  <a:lnTo>
                    <a:pt x="1425602" y="2101061"/>
                  </a:lnTo>
                  <a:lnTo>
                    <a:pt x="1425789" y="2104589"/>
                  </a:lnTo>
                  <a:lnTo>
                    <a:pt x="1425976" y="2108298"/>
                  </a:lnTo>
                  <a:lnTo>
                    <a:pt x="1426163" y="2111625"/>
                  </a:lnTo>
                  <a:lnTo>
                    <a:pt x="1426350" y="2114552"/>
                  </a:lnTo>
                  <a:lnTo>
                    <a:pt x="1426536" y="2117181"/>
                  </a:lnTo>
                  <a:lnTo>
                    <a:pt x="1426723" y="2119534"/>
                  </a:lnTo>
                  <a:lnTo>
                    <a:pt x="1426910" y="2121527"/>
                  </a:lnTo>
                  <a:lnTo>
                    <a:pt x="1427097" y="2123379"/>
                  </a:lnTo>
                  <a:lnTo>
                    <a:pt x="1427284" y="2125331"/>
                  </a:lnTo>
                  <a:lnTo>
                    <a:pt x="1427471" y="2126859"/>
                  </a:lnTo>
                  <a:lnTo>
                    <a:pt x="1427658" y="2128040"/>
                  </a:lnTo>
                  <a:lnTo>
                    <a:pt x="1427845" y="2128801"/>
                  </a:lnTo>
                  <a:lnTo>
                    <a:pt x="1428032" y="2129581"/>
                  </a:lnTo>
                  <a:lnTo>
                    <a:pt x="1428219" y="2129917"/>
                  </a:lnTo>
                  <a:lnTo>
                    <a:pt x="1428406" y="2130895"/>
                  </a:lnTo>
                  <a:lnTo>
                    <a:pt x="1428593" y="2131627"/>
                  </a:lnTo>
                  <a:lnTo>
                    <a:pt x="1428780" y="2131718"/>
                  </a:lnTo>
                  <a:lnTo>
                    <a:pt x="1428966" y="2132373"/>
                  </a:lnTo>
                  <a:lnTo>
                    <a:pt x="1429153" y="2133317"/>
                  </a:lnTo>
                  <a:lnTo>
                    <a:pt x="1429340" y="2134117"/>
                  </a:lnTo>
                  <a:lnTo>
                    <a:pt x="1429527" y="2134738"/>
                  </a:lnTo>
                  <a:lnTo>
                    <a:pt x="1429714" y="2135154"/>
                  </a:lnTo>
                  <a:lnTo>
                    <a:pt x="1429901" y="2135680"/>
                  </a:lnTo>
                  <a:lnTo>
                    <a:pt x="1430088" y="2136100"/>
                  </a:lnTo>
                  <a:lnTo>
                    <a:pt x="1430275" y="2136831"/>
                  </a:lnTo>
                  <a:lnTo>
                    <a:pt x="1430462" y="2137742"/>
                  </a:lnTo>
                  <a:lnTo>
                    <a:pt x="1430649" y="2140045"/>
                  </a:lnTo>
                  <a:lnTo>
                    <a:pt x="1430836" y="2141890"/>
                  </a:lnTo>
                  <a:lnTo>
                    <a:pt x="1431023" y="2143756"/>
                  </a:lnTo>
                  <a:lnTo>
                    <a:pt x="1431209" y="2145583"/>
                  </a:lnTo>
                  <a:lnTo>
                    <a:pt x="1431396" y="2146749"/>
                  </a:lnTo>
                  <a:lnTo>
                    <a:pt x="1431583" y="2148190"/>
                  </a:lnTo>
                  <a:lnTo>
                    <a:pt x="1431770" y="2149780"/>
                  </a:lnTo>
                  <a:lnTo>
                    <a:pt x="1431957" y="2151452"/>
                  </a:lnTo>
                  <a:lnTo>
                    <a:pt x="1432144" y="2153572"/>
                  </a:lnTo>
                  <a:lnTo>
                    <a:pt x="1432331" y="2155948"/>
                  </a:lnTo>
                  <a:lnTo>
                    <a:pt x="1432518" y="2158426"/>
                  </a:lnTo>
                  <a:lnTo>
                    <a:pt x="1432705" y="2160981"/>
                  </a:lnTo>
                  <a:lnTo>
                    <a:pt x="1432892" y="2162985"/>
                  </a:lnTo>
                  <a:lnTo>
                    <a:pt x="1433079" y="2164887"/>
                  </a:lnTo>
                  <a:lnTo>
                    <a:pt x="1433266" y="2166790"/>
                  </a:lnTo>
                  <a:lnTo>
                    <a:pt x="1433453" y="2168496"/>
                  </a:lnTo>
                  <a:lnTo>
                    <a:pt x="1433639" y="2170212"/>
                  </a:lnTo>
                  <a:lnTo>
                    <a:pt x="1433826" y="2172050"/>
                  </a:lnTo>
                  <a:lnTo>
                    <a:pt x="1434013" y="2174198"/>
                  </a:lnTo>
                  <a:lnTo>
                    <a:pt x="1434200" y="2175999"/>
                  </a:lnTo>
                  <a:lnTo>
                    <a:pt x="1434387" y="2177678"/>
                  </a:lnTo>
                  <a:lnTo>
                    <a:pt x="1434574" y="2179646"/>
                  </a:lnTo>
                  <a:lnTo>
                    <a:pt x="1434761" y="2181159"/>
                  </a:lnTo>
                  <a:lnTo>
                    <a:pt x="1434948" y="2182222"/>
                  </a:lnTo>
                  <a:lnTo>
                    <a:pt x="1435135" y="2183261"/>
                  </a:lnTo>
                  <a:lnTo>
                    <a:pt x="1435322" y="2184564"/>
                  </a:lnTo>
                  <a:lnTo>
                    <a:pt x="1435509" y="2185855"/>
                  </a:lnTo>
                  <a:lnTo>
                    <a:pt x="1435696" y="2187302"/>
                  </a:lnTo>
                  <a:lnTo>
                    <a:pt x="1435883" y="2189052"/>
                  </a:lnTo>
                  <a:lnTo>
                    <a:pt x="1436069" y="2191990"/>
                  </a:lnTo>
                  <a:lnTo>
                    <a:pt x="1436256" y="2194649"/>
                  </a:lnTo>
                  <a:lnTo>
                    <a:pt x="1436443" y="2197514"/>
                  </a:lnTo>
                  <a:lnTo>
                    <a:pt x="1436630" y="2200245"/>
                  </a:lnTo>
                  <a:lnTo>
                    <a:pt x="1436817" y="2203299"/>
                  </a:lnTo>
                  <a:lnTo>
                    <a:pt x="1437004" y="2206154"/>
                  </a:lnTo>
                  <a:lnTo>
                    <a:pt x="1437191" y="2209290"/>
                  </a:lnTo>
                  <a:lnTo>
                    <a:pt x="1437378" y="2212426"/>
                  </a:lnTo>
                  <a:lnTo>
                    <a:pt x="1437565" y="2215743"/>
                  </a:lnTo>
                  <a:lnTo>
                    <a:pt x="1437752" y="2219184"/>
                  </a:lnTo>
                  <a:lnTo>
                    <a:pt x="1437939" y="2222245"/>
                  </a:lnTo>
                  <a:lnTo>
                    <a:pt x="1438126" y="2225414"/>
                  </a:lnTo>
                  <a:lnTo>
                    <a:pt x="1438312" y="2229127"/>
                  </a:lnTo>
                  <a:lnTo>
                    <a:pt x="1438499" y="2232890"/>
                  </a:lnTo>
                  <a:lnTo>
                    <a:pt x="1438686" y="2236686"/>
                  </a:lnTo>
                  <a:lnTo>
                    <a:pt x="1438873" y="2240531"/>
                  </a:lnTo>
                  <a:lnTo>
                    <a:pt x="1439060" y="2244451"/>
                  </a:lnTo>
                  <a:lnTo>
                    <a:pt x="1439247" y="2247933"/>
                  </a:lnTo>
                  <a:lnTo>
                    <a:pt x="1439434" y="2251118"/>
                  </a:lnTo>
                  <a:lnTo>
                    <a:pt x="1439621" y="2254114"/>
                  </a:lnTo>
                  <a:lnTo>
                    <a:pt x="1439808" y="2257167"/>
                  </a:lnTo>
                  <a:lnTo>
                    <a:pt x="1439995" y="2260476"/>
                  </a:lnTo>
                  <a:lnTo>
                    <a:pt x="1440182" y="2264115"/>
                  </a:lnTo>
                  <a:lnTo>
                    <a:pt x="1440369" y="2267936"/>
                  </a:lnTo>
                  <a:lnTo>
                    <a:pt x="1440556" y="2271731"/>
                  </a:lnTo>
                  <a:lnTo>
                    <a:pt x="1440742" y="2275560"/>
                  </a:lnTo>
                  <a:lnTo>
                    <a:pt x="1440929" y="2279183"/>
                  </a:lnTo>
                  <a:lnTo>
                    <a:pt x="1441116" y="2282368"/>
                  </a:lnTo>
                  <a:lnTo>
                    <a:pt x="1441303" y="2285157"/>
                  </a:lnTo>
                  <a:lnTo>
                    <a:pt x="1441490" y="2287658"/>
                  </a:lnTo>
                  <a:lnTo>
                    <a:pt x="1441677" y="2289803"/>
                  </a:lnTo>
                  <a:lnTo>
                    <a:pt x="1441864" y="2291948"/>
                  </a:lnTo>
                  <a:lnTo>
                    <a:pt x="1442051" y="2294259"/>
                  </a:lnTo>
                  <a:lnTo>
                    <a:pt x="1442238" y="2296570"/>
                  </a:lnTo>
                  <a:lnTo>
                    <a:pt x="1442425" y="2298839"/>
                  </a:lnTo>
                  <a:lnTo>
                    <a:pt x="1442612" y="2301133"/>
                  </a:lnTo>
                  <a:lnTo>
                    <a:pt x="1442799" y="2303105"/>
                  </a:lnTo>
                  <a:lnTo>
                    <a:pt x="1442986" y="2304846"/>
                  </a:lnTo>
                  <a:lnTo>
                    <a:pt x="1443172" y="2306480"/>
                  </a:lnTo>
                  <a:lnTo>
                    <a:pt x="1443359" y="2308130"/>
                  </a:lnTo>
                  <a:lnTo>
                    <a:pt x="1443546" y="2309624"/>
                  </a:lnTo>
                  <a:lnTo>
                    <a:pt x="1443733" y="2310919"/>
                  </a:lnTo>
                  <a:lnTo>
                    <a:pt x="1443920" y="2312083"/>
                  </a:lnTo>
                  <a:lnTo>
                    <a:pt x="1444107" y="2313387"/>
                  </a:lnTo>
                  <a:lnTo>
                    <a:pt x="1444294" y="2314417"/>
                  </a:lnTo>
                  <a:lnTo>
                    <a:pt x="1444481" y="2315966"/>
                  </a:lnTo>
                  <a:lnTo>
                    <a:pt x="1444668" y="2317768"/>
                  </a:lnTo>
                  <a:lnTo>
                    <a:pt x="1444855" y="2319908"/>
                  </a:lnTo>
                  <a:lnTo>
                    <a:pt x="1445042" y="2322757"/>
                  </a:lnTo>
                  <a:lnTo>
                    <a:pt x="1445229" y="2325817"/>
                  </a:lnTo>
                  <a:lnTo>
                    <a:pt x="1445415" y="2328408"/>
                  </a:lnTo>
                  <a:lnTo>
                    <a:pt x="1445602" y="2330932"/>
                  </a:lnTo>
                  <a:lnTo>
                    <a:pt x="1445789" y="2333728"/>
                  </a:lnTo>
                  <a:lnTo>
                    <a:pt x="1445976" y="2336427"/>
                  </a:lnTo>
                  <a:lnTo>
                    <a:pt x="1446163" y="2339078"/>
                  </a:lnTo>
                  <a:lnTo>
                    <a:pt x="1446350" y="2342149"/>
                  </a:lnTo>
                  <a:lnTo>
                    <a:pt x="1446537" y="2345642"/>
                  </a:lnTo>
                  <a:lnTo>
                    <a:pt x="1446724" y="2349339"/>
                  </a:lnTo>
                  <a:lnTo>
                    <a:pt x="1446911" y="2352867"/>
                  </a:lnTo>
                  <a:lnTo>
                    <a:pt x="1447098" y="2355966"/>
                  </a:lnTo>
                  <a:lnTo>
                    <a:pt x="1447285" y="2358771"/>
                  </a:lnTo>
                  <a:lnTo>
                    <a:pt x="1447472" y="2361206"/>
                  </a:lnTo>
                  <a:lnTo>
                    <a:pt x="1447659" y="2363426"/>
                  </a:lnTo>
                  <a:lnTo>
                    <a:pt x="1447845" y="2364499"/>
                  </a:lnTo>
                  <a:lnTo>
                    <a:pt x="1448032" y="2365818"/>
                  </a:lnTo>
                  <a:lnTo>
                    <a:pt x="1448219" y="2367170"/>
                  </a:lnTo>
                  <a:lnTo>
                    <a:pt x="1448406" y="2368779"/>
                  </a:lnTo>
                  <a:lnTo>
                    <a:pt x="1448593" y="2369950"/>
                  </a:lnTo>
                  <a:lnTo>
                    <a:pt x="1448780" y="2370901"/>
                  </a:lnTo>
                  <a:lnTo>
                    <a:pt x="1448967" y="2371639"/>
                  </a:lnTo>
                  <a:lnTo>
                    <a:pt x="1449154" y="2371699"/>
                  </a:lnTo>
                  <a:lnTo>
                    <a:pt x="1449341" y="2371069"/>
                  </a:lnTo>
                  <a:lnTo>
                    <a:pt x="1449528" y="2370106"/>
                  </a:lnTo>
                  <a:lnTo>
                    <a:pt x="1449715" y="2369245"/>
                  </a:lnTo>
                  <a:lnTo>
                    <a:pt x="1449902" y="2368398"/>
                  </a:lnTo>
                  <a:lnTo>
                    <a:pt x="1450088" y="2367571"/>
                  </a:lnTo>
                  <a:lnTo>
                    <a:pt x="1450275" y="2366906"/>
                  </a:lnTo>
                  <a:lnTo>
                    <a:pt x="1450462" y="2366377"/>
                  </a:lnTo>
                  <a:lnTo>
                    <a:pt x="1450649" y="2365907"/>
                  </a:lnTo>
                  <a:lnTo>
                    <a:pt x="1450836" y="2365664"/>
                  </a:lnTo>
                  <a:lnTo>
                    <a:pt x="1451023" y="2365652"/>
                  </a:lnTo>
                  <a:lnTo>
                    <a:pt x="1451210" y="2365712"/>
                  </a:lnTo>
                  <a:lnTo>
                    <a:pt x="1451397" y="2366112"/>
                  </a:lnTo>
                  <a:lnTo>
                    <a:pt x="1451584" y="2366784"/>
                  </a:lnTo>
                  <a:lnTo>
                    <a:pt x="1451771" y="2367489"/>
                  </a:lnTo>
                  <a:lnTo>
                    <a:pt x="1451958" y="2368395"/>
                  </a:lnTo>
                  <a:lnTo>
                    <a:pt x="1452145" y="2368904"/>
                  </a:lnTo>
                  <a:lnTo>
                    <a:pt x="1452332" y="2369321"/>
                  </a:lnTo>
                  <a:lnTo>
                    <a:pt x="1452518" y="2369586"/>
                  </a:lnTo>
                  <a:lnTo>
                    <a:pt x="1452705" y="2369780"/>
                  </a:lnTo>
                  <a:lnTo>
                    <a:pt x="1452892" y="2369836"/>
                  </a:lnTo>
                  <a:lnTo>
                    <a:pt x="1453079" y="2370064"/>
                  </a:lnTo>
                  <a:lnTo>
                    <a:pt x="1453266" y="2369972"/>
                  </a:lnTo>
                  <a:lnTo>
                    <a:pt x="1453453" y="2369623"/>
                  </a:lnTo>
                  <a:lnTo>
                    <a:pt x="1453640" y="2369377"/>
                  </a:lnTo>
                  <a:lnTo>
                    <a:pt x="1453827" y="2369049"/>
                  </a:lnTo>
                  <a:lnTo>
                    <a:pt x="1454014" y="2368593"/>
                  </a:lnTo>
                  <a:lnTo>
                    <a:pt x="1454201" y="2368004"/>
                  </a:lnTo>
                  <a:lnTo>
                    <a:pt x="1454388" y="2367089"/>
                  </a:lnTo>
                  <a:lnTo>
                    <a:pt x="1454575" y="2366191"/>
                  </a:lnTo>
                  <a:lnTo>
                    <a:pt x="1454762" y="2365351"/>
                  </a:lnTo>
                  <a:lnTo>
                    <a:pt x="1454948" y="2364310"/>
                  </a:lnTo>
                  <a:lnTo>
                    <a:pt x="1455135" y="2363099"/>
                  </a:lnTo>
                  <a:lnTo>
                    <a:pt x="1455322" y="2362096"/>
                  </a:lnTo>
                  <a:lnTo>
                    <a:pt x="1455509" y="2361112"/>
                  </a:lnTo>
                  <a:lnTo>
                    <a:pt x="1455696" y="2360047"/>
                  </a:lnTo>
                  <a:lnTo>
                    <a:pt x="1455883" y="2359055"/>
                  </a:lnTo>
                  <a:lnTo>
                    <a:pt x="1456070" y="2358031"/>
                  </a:lnTo>
                  <a:lnTo>
                    <a:pt x="1456257" y="2357285"/>
                  </a:lnTo>
                  <a:lnTo>
                    <a:pt x="1456444" y="2356111"/>
                  </a:lnTo>
                  <a:lnTo>
                    <a:pt x="1456631" y="2355136"/>
                  </a:lnTo>
                  <a:lnTo>
                    <a:pt x="1456818" y="2354272"/>
                  </a:lnTo>
                  <a:lnTo>
                    <a:pt x="1457005" y="2353383"/>
                  </a:lnTo>
                  <a:lnTo>
                    <a:pt x="1457191" y="2352537"/>
                  </a:lnTo>
                  <a:lnTo>
                    <a:pt x="1457378" y="2351723"/>
                  </a:lnTo>
                  <a:lnTo>
                    <a:pt x="1457565" y="2351169"/>
                  </a:lnTo>
                  <a:lnTo>
                    <a:pt x="1457752" y="2350807"/>
                  </a:lnTo>
                  <a:lnTo>
                    <a:pt x="1457939" y="2350661"/>
                  </a:lnTo>
                  <a:lnTo>
                    <a:pt x="1458126" y="2350579"/>
                  </a:lnTo>
                  <a:lnTo>
                    <a:pt x="1458313" y="2350744"/>
                  </a:lnTo>
                  <a:lnTo>
                    <a:pt x="1458500" y="2350966"/>
                  </a:lnTo>
                  <a:lnTo>
                    <a:pt x="1458687" y="2351296"/>
                  </a:lnTo>
                  <a:lnTo>
                    <a:pt x="1458874" y="2351651"/>
                  </a:lnTo>
                  <a:lnTo>
                    <a:pt x="1459061" y="2352014"/>
                  </a:lnTo>
                  <a:lnTo>
                    <a:pt x="1459248" y="2352344"/>
                  </a:lnTo>
                  <a:lnTo>
                    <a:pt x="1459435" y="2352518"/>
                  </a:lnTo>
                  <a:lnTo>
                    <a:pt x="1459621" y="2352716"/>
                  </a:lnTo>
                  <a:lnTo>
                    <a:pt x="1459808" y="2353046"/>
                  </a:lnTo>
                  <a:lnTo>
                    <a:pt x="1459995" y="2353376"/>
                  </a:lnTo>
                  <a:lnTo>
                    <a:pt x="1460182" y="2353632"/>
                  </a:lnTo>
                  <a:lnTo>
                    <a:pt x="1460369" y="2353623"/>
                  </a:lnTo>
                  <a:lnTo>
                    <a:pt x="1460556" y="2353541"/>
                  </a:lnTo>
                  <a:lnTo>
                    <a:pt x="1460743" y="2353533"/>
                  </a:lnTo>
                  <a:lnTo>
                    <a:pt x="1460930" y="2352920"/>
                  </a:lnTo>
                  <a:lnTo>
                    <a:pt x="1461117" y="2351988"/>
                  </a:lnTo>
                  <a:lnTo>
                    <a:pt x="1461304" y="2350729"/>
                  </a:lnTo>
                  <a:lnTo>
                    <a:pt x="1461491" y="2348983"/>
                  </a:lnTo>
                  <a:lnTo>
                    <a:pt x="1461678" y="2347065"/>
                  </a:lnTo>
                  <a:lnTo>
                    <a:pt x="1461865" y="2345733"/>
                  </a:lnTo>
                  <a:lnTo>
                    <a:pt x="1462051" y="2344393"/>
                  </a:lnTo>
                  <a:lnTo>
                    <a:pt x="1462238" y="2343103"/>
                  </a:lnTo>
                  <a:lnTo>
                    <a:pt x="1462425" y="2341584"/>
                  </a:lnTo>
                  <a:lnTo>
                    <a:pt x="1462612" y="2339975"/>
                  </a:lnTo>
                  <a:lnTo>
                    <a:pt x="1462799" y="2338454"/>
                  </a:lnTo>
                  <a:lnTo>
                    <a:pt x="1462986" y="2337084"/>
                  </a:lnTo>
                  <a:lnTo>
                    <a:pt x="1463173" y="2336133"/>
                  </a:lnTo>
                  <a:lnTo>
                    <a:pt x="1463360" y="2335243"/>
                  </a:lnTo>
                  <a:lnTo>
                    <a:pt x="1463547" y="2334300"/>
                  </a:lnTo>
                  <a:lnTo>
                    <a:pt x="1463734" y="2333660"/>
                  </a:lnTo>
                  <a:lnTo>
                    <a:pt x="1463921" y="2332964"/>
                  </a:lnTo>
                  <a:lnTo>
                    <a:pt x="1464108" y="2332712"/>
                  </a:lnTo>
                  <a:lnTo>
                    <a:pt x="1464294" y="2332674"/>
                  </a:lnTo>
                  <a:lnTo>
                    <a:pt x="1464481" y="2332842"/>
                  </a:lnTo>
                  <a:lnTo>
                    <a:pt x="1464668" y="2333169"/>
                  </a:lnTo>
                  <a:lnTo>
                    <a:pt x="1464855" y="2333542"/>
                  </a:lnTo>
                  <a:lnTo>
                    <a:pt x="1465042" y="2333628"/>
                  </a:lnTo>
                  <a:lnTo>
                    <a:pt x="1465229" y="2334166"/>
                  </a:lnTo>
                  <a:lnTo>
                    <a:pt x="1465416" y="2335240"/>
                  </a:lnTo>
                  <a:lnTo>
                    <a:pt x="1465603" y="2336335"/>
                  </a:lnTo>
                  <a:lnTo>
                    <a:pt x="1465790" y="2337386"/>
                  </a:lnTo>
                  <a:lnTo>
                    <a:pt x="1465977" y="2338592"/>
                  </a:lnTo>
                  <a:lnTo>
                    <a:pt x="1466164" y="2339945"/>
                  </a:lnTo>
                  <a:lnTo>
                    <a:pt x="1466351" y="2340910"/>
                  </a:lnTo>
                  <a:lnTo>
                    <a:pt x="1466538" y="2342147"/>
                  </a:lnTo>
                  <a:lnTo>
                    <a:pt x="1466724" y="2343631"/>
                  </a:lnTo>
                  <a:lnTo>
                    <a:pt x="1466911" y="2345234"/>
                  </a:lnTo>
                  <a:lnTo>
                    <a:pt x="1467098" y="2347151"/>
                  </a:lnTo>
                  <a:lnTo>
                    <a:pt x="1467285" y="2348969"/>
                  </a:lnTo>
                  <a:lnTo>
                    <a:pt x="1467472" y="2350707"/>
                  </a:lnTo>
                  <a:lnTo>
                    <a:pt x="1467659" y="2352400"/>
                  </a:lnTo>
                  <a:lnTo>
                    <a:pt x="1467846" y="2354017"/>
                  </a:lnTo>
                  <a:lnTo>
                    <a:pt x="1468033" y="2355410"/>
                  </a:lnTo>
                  <a:lnTo>
                    <a:pt x="1468220" y="2356358"/>
                  </a:lnTo>
                  <a:lnTo>
                    <a:pt x="1468407" y="2357257"/>
                  </a:lnTo>
                  <a:lnTo>
                    <a:pt x="1468594" y="2358092"/>
                  </a:lnTo>
                  <a:lnTo>
                    <a:pt x="1468781" y="2358946"/>
                  </a:lnTo>
                  <a:lnTo>
                    <a:pt x="1468967" y="2359564"/>
                  </a:lnTo>
                  <a:lnTo>
                    <a:pt x="1469154" y="2360198"/>
                  </a:lnTo>
                  <a:lnTo>
                    <a:pt x="1469341" y="2360899"/>
                  </a:lnTo>
                  <a:lnTo>
                    <a:pt x="1469528" y="2361426"/>
                  </a:lnTo>
                  <a:lnTo>
                    <a:pt x="1469715" y="2361591"/>
                  </a:lnTo>
                  <a:lnTo>
                    <a:pt x="1469902" y="2361442"/>
                  </a:lnTo>
                  <a:lnTo>
                    <a:pt x="1470089" y="2361011"/>
                  </a:lnTo>
                  <a:lnTo>
                    <a:pt x="1470276" y="2360558"/>
                  </a:lnTo>
                  <a:lnTo>
                    <a:pt x="1470463" y="2360146"/>
                  </a:lnTo>
                  <a:lnTo>
                    <a:pt x="1470650" y="2359837"/>
                  </a:lnTo>
                  <a:lnTo>
                    <a:pt x="1470837" y="2359656"/>
                  </a:lnTo>
                  <a:lnTo>
                    <a:pt x="1471024" y="2359228"/>
                  </a:lnTo>
                  <a:lnTo>
                    <a:pt x="1471211" y="2358437"/>
                  </a:lnTo>
                  <a:lnTo>
                    <a:pt x="1471397" y="2357414"/>
                  </a:lnTo>
                  <a:lnTo>
                    <a:pt x="1471584" y="2356258"/>
                  </a:lnTo>
                  <a:lnTo>
                    <a:pt x="1471771" y="2355330"/>
                  </a:lnTo>
                  <a:lnTo>
                    <a:pt x="1471958" y="2354364"/>
                  </a:lnTo>
                  <a:lnTo>
                    <a:pt x="1472145" y="2353341"/>
                  </a:lnTo>
                  <a:lnTo>
                    <a:pt x="1472332" y="2352317"/>
                  </a:lnTo>
                  <a:lnTo>
                    <a:pt x="1472519" y="2351145"/>
                  </a:lnTo>
                  <a:lnTo>
                    <a:pt x="1472706" y="2349975"/>
                  </a:lnTo>
                  <a:lnTo>
                    <a:pt x="1472893" y="2348808"/>
                  </a:lnTo>
                  <a:lnTo>
                    <a:pt x="1473080" y="2347633"/>
                  </a:lnTo>
                  <a:lnTo>
                    <a:pt x="1473267" y="2346326"/>
                  </a:lnTo>
                  <a:lnTo>
                    <a:pt x="1473454" y="2345030"/>
                  </a:lnTo>
                  <a:lnTo>
                    <a:pt x="1473641" y="2343865"/>
                  </a:lnTo>
                  <a:lnTo>
                    <a:pt x="1473827" y="2342839"/>
                  </a:lnTo>
                  <a:lnTo>
                    <a:pt x="1474014" y="2342263"/>
                  </a:lnTo>
                  <a:lnTo>
                    <a:pt x="1474201" y="2341882"/>
                  </a:lnTo>
                  <a:lnTo>
                    <a:pt x="1474388" y="2342154"/>
                  </a:lnTo>
                  <a:lnTo>
                    <a:pt x="1474575" y="2342319"/>
                  </a:lnTo>
                  <a:lnTo>
                    <a:pt x="1474762" y="2342336"/>
                  </a:lnTo>
                  <a:lnTo>
                    <a:pt x="1474949" y="2342171"/>
                  </a:lnTo>
                  <a:lnTo>
                    <a:pt x="1475136" y="2341841"/>
                  </a:lnTo>
                  <a:lnTo>
                    <a:pt x="1475323" y="2341568"/>
                  </a:lnTo>
                  <a:lnTo>
                    <a:pt x="1475510" y="2341205"/>
                  </a:lnTo>
                  <a:lnTo>
                    <a:pt x="1475697" y="2340727"/>
                  </a:lnTo>
                  <a:lnTo>
                    <a:pt x="1475884" y="2340232"/>
                  </a:lnTo>
                  <a:lnTo>
                    <a:pt x="1476070" y="2339835"/>
                  </a:lnTo>
                  <a:lnTo>
                    <a:pt x="1476257" y="2339781"/>
                  </a:lnTo>
                  <a:lnTo>
                    <a:pt x="1476444" y="2339705"/>
                  </a:lnTo>
                  <a:lnTo>
                    <a:pt x="1476631" y="2339407"/>
                  </a:lnTo>
                  <a:lnTo>
                    <a:pt x="1476818" y="2338888"/>
                  </a:lnTo>
                  <a:lnTo>
                    <a:pt x="1477005" y="2338665"/>
                  </a:lnTo>
                  <a:lnTo>
                    <a:pt x="1477192" y="2338321"/>
                  </a:lnTo>
                  <a:lnTo>
                    <a:pt x="1477379" y="2337877"/>
                  </a:lnTo>
                  <a:lnTo>
                    <a:pt x="1477566" y="2337427"/>
                  </a:lnTo>
                  <a:lnTo>
                    <a:pt x="1477753" y="2337077"/>
                  </a:lnTo>
                  <a:lnTo>
                    <a:pt x="1477940" y="2336800"/>
                  </a:lnTo>
                  <a:lnTo>
                    <a:pt x="1478127" y="2336503"/>
                  </a:lnTo>
                  <a:lnTo>
                    <a:pt x="1478314" y="2336250"/>
                  </a:lnTo>
                  <a:lnTo>
                    <a:pt x="1478500" y="2335910"/>
                  </a:lnTo>
                  <a:lnTo>
                    <a:pt x="1478687" y="2335561"/>
                  </a:lnTo>
                  <a:lnTo>
                    <a:pt x="1478874" y="2335231"/>
                  </a:lnTo>
                  <a:lnTo>
                    <a:pt x="1479061" y="2334991"/>
                  </a:lnTo>
                  <a:lnTo>
                    <a:pt x="1479248" y="2334741"/>
                  </a:lnTo>
                  <a:lnTo>
                    <a:pt x="1479435" y="2334265"/>
                  </a:lnTo>
                  <a:lnTo>
                    <a:pt x="1479622" y="2333877"/>
                  </a:lnTo>
                  <a:lnTo>
                    <a:pt x="1479809" y="2333381"/>
                  </a:lnTo>
                  <a:lnTo>
                    <a:pt x="1479996" y="2332859"/>
                  </a:lnTo>
                  <a:lnTo>
                    <a:pt x="1480183" y="2331934"/>
                  </a:lnTo>
                  <a:lnTo>
                    <a:pt x="1480370" y="2331101"/>
                  </a:lnTo>
                  <a:lnTo>
                    <a:pt x="1480557" y="2330152"/>
                  </a:lnTo>
                  <a:lnTo>
                    <a:pt x="1480743" y="2329137"/>
                  </a:lnTo>
                  <a:lnTo>
                    <a:pt x="1480930" y="2328295"/>
                  </a:lnTo>
                  <a:lnTo>
                    <a:pt x="1481117" y="2327388"/>
                  </a:lnTo>
                  <a:lnTo>
                    <a:pt x="1481304" y="2327064"/>
                  </a:lnTo>
                  <a:lnTo>
                    <a:pt x="1481491" y="2326596"/>
                  </a:lnTo>
                  <a:lnTo>
                    <a:pt x="1481678" y="2326180"/>
                  </a:lnTo>
                  <a:lnTo>
                    <a:pt x="1481865" y="2325397"/>
                  </a:lnTo>
                  <a:lnTo>
                    <a:pt x="1482052" y="2324751"/>
                  </a:lnTo>
                  <a:lnTo>
                    <a:pt x="1482239" y="2324009"/>
                  </a:lnTo>
                  <a:lnTo>
                    <a:pt x="1482426" y="2323074"/>
                  </a:lnTo>
                  <a:lnTo>
                    <a:pt x="1482613" y="2322221"/>
                  </a:lnTo>
                  <a:lnTo>
                    <a:pt x="1482800" y="2321608"/>
                  </a:lnTo>
                  <a:lnTo>
                    <a:pt x="1482987" y="2321015"/>
                  </a:lnTo>
                  <a:lnTo>
                    <a:pt x="1483173" y="2320429"/>
                  </a:lnTo>
                  <a:lnTo>
                    <a:pt x="1483360" y="2319955"/>
                  </a:lnTo>
                  <a:lnTo>
                    <a:pt x="1483547" y="2319519"/>
                  </a:lnTo>
                  <a:lnTo>
                    <a:pt x="1483734" y="2319035"/>
                  </a:lnTo>
                  <a:lnTo>
                    <a:pt x="1483921" y="2318581"/>
                  </a:lnTo>
                  <a:lnTo>
                    <a:pt x="1484108" y="2318048"/>
                  </a:lnTo>
                  <a:lnTo>
                    <a:pt x="1484295" y="2317595"/>
                  </a:lnTo>
                  <a:lnTo>
                    <a:pt x="1484482" y="2317111"/>
                  </a:lnTo>
                  <a:lnTo>
                    <a:pt x="1484669" y="2316709"/>
                  </a:lnTo>
                  <a:lnTo>
                    <a:pt x="1484856" y="2316573"/>
                  </a:lnTo>
                  <a:lnTo>
                    <a:pt x="1485043" y="2317226"/>
                  </a:lnTo>
                  <a:lnTo>
                    <a:pt x="1485230" y="2318071"/>
                  </a:lnTo>
                  <a:lnTo>
                    <a:pt x="1485417" y="2318408"/>
                  </a:lnTo>
                  <a:lnTo>
                    <a:pt x="1485603" y="2318682"/>
                  </a:lnTo>
                  <a:lnTo>
                    <a:pt x="1485790" y="2318418"/>
                  </a:lnTo>
                  <a:lnTo>
                    <a:pt x="1485977" y="2318401"/>
                  </a:lnTo>
                  <a:lnTo>
                    <a:pt x="1486164" y="2318292"/>
                  </a:lnTo>
                  <a:lnTo>
                    <a:pt x="1486351" y="2318234"/>
                  </a:lnTo>
                  <a:lnTo>
                    <a:pt x="1486538" y="2318323"/>
                  </a:lnTo>
                  <a:lnTo>
                    <a:pt x="1486725" y="2318333"/>
                  </a:lnTo>
                  <a:lnTo>
                    <a:pt x="1486912" y="2318525"/>
                  </a:lnTo>
                  <a:lnTo>
                    <a:pt x="1487099" y="2318703"/>
                  </a:lnTo>
                  <a:lnTo>
                    <a:pt x="1487286" y="2318601"/>
                  </a:lnTo>
                  <a:lnTo>
                    <a:pt x="1487473" y="2318555"/>
                  </a:lnTo>
                  <a:lnTo>
                    <a:pt x="1487660" y="2318562"/>
                  </a:lnTo>
                  <a:lnTo>
                    <a:pt x="1487846" y="2318728"/>
                  </a:lnTo>
                  <a:lnTo>
                    <a:pt x="1488033" y="2318988"/>
                  </a:lnTo>
                  <a:lnTo>
                    <a:pt x="1488220" y="2319312"/>
                  </a:lnTo>
                  <a:lnTo>
                    <a:pt x="1488407" y="2319729"/>
                  </a:lnTo>
                  <a:lnTo>
                    <a:pt x="1488594" y="2319992"/>
                  </a:lnTo>
                  <a:lnTo>
                    <a:pt x="1488781" y="2320238"/>
                  </a:lnTo>
                  <a:lnTo>
                    <a:pt x="1488968" y="2320485"/>
                  </a:lnTo>
                  <a:lnTo>
                    <a:pt x="1489155" y="2320383"/>
                  </a:lnTo>
                  <a:lnTo>
                    <a:pt x="1489342" y="2320286"/>
                  </a:lnTo>
                  <a:lnTo>
                    <a:pt x="1489529" y="2320409"/>
                  </a:lnTo>
                  <a:lnTo>
                    <a:pt x="1489716" y="2320777"/>
                  </a:lnTo>
                  <a:lnTo>
                    <a:pt x="1489903" y="2321096"/>
                  </a:lnTo>
                  <a:lnTo>
                    <a:pt x="1490090" y="2321858"/>
                  </a:lnTo>
                  <a:lnTo>
                    <a:pt x="1490276" y="2322931"/>
                  </a:lnTo>
                  <a:lnTo>
                    <a:pt x="1490463" y="2323659"/>
                  </a:lnTo>
                  <a:lnTo>
                    <a:pt x="1490650" y="2324573"/>
                  </a:lnTo>
                  <a:lnTo>
                    <a:pt x="1490837" y="2325578"/>
                  </a:lnTo>
                  <a:lnTo>
                    <a:pt x="1491024" y="2326312"/>
                  </a:lnTo>
                  <a:lnTo>
                    <a:pt x="1491211" y="2326953"/>
                  </a:lnTo>
                  <a:lnTo>
                    <a:pt x="1491398" y="2327571"/>
                  </a:lnTo>
                  <a:lnTo>
                    <a:pt x="1491585" y="2328096"/>
                  </a:lnTo>
                  <a:lnTo>
                    <a:pt x="1491772" y="2328821"/>
                  </a:lnTo>
                  <a:lnTo>
                    <a:pt x="1491959" y="2329529"/>
                  </a:lnTo>
                  <a:lnTo>
                    <a:pt x="1492146" y="2330063"/>
                  </a:lnTo>
                  <a:lnTo>
                    <a:pt x="1492333" y="2330813"/>
                  </a:lnTo>
                  <a:lnTo>
                    <a:pt x="1492520" y="2331637"/>
                  </a:lnTo>
                  <a:lnTo>
                    <a:pt x="1492706" y="2332528"/>
                  </a:lnTo>
                  <a:lnTo>
                    <a:pt x="1492893" y="2333067"/>
                  </a:lnTo>
                  <a:lnTo>
                    <a:pt x="1493080" y="2333731"/>
                  </a:lnTo>
                  <a:lnTo>
                    <a:pt x="1493267" y="2334031"/>
                  </a:lnTo>
                  <a:lnTo>
                    <a:pt x="1493454" y="2334205"/>
                  </a:lnTo>
                  <a:lnTo>
                    <a:pt x="1493641" y="2334222"/>
                  </a:lnTo>
                  <a:lnTo>
                    <a:pt x="1493828" y="2334703"/>
                  </a:lnTo>
                  <a:lnTo>
                    <a:pt x="1494015" y="2335142"/>
                  </a:lnTo>
                  <a:lnTo>
                    <a:pt x="1494202" y="2335371"/>
                  </a:lnTo>
                  <a:lnTo>
                    <a:pt x="1494389" y="2335617"/>
                  </a:lnTo>
                  <a:lnTo>
                    <a:pt x="1494576" y="2335815"/>
                  </a:lnTo>
                  <a:lnTo>
                    <a:pt x="1494763" y="2336018"/>
                  </a:lnTo>
                  <a:lnTo>
                    <a:pt x="1494949" y="2335900"/>
                  </a:lnTo>
                  <a:lnTo>
                    <a:pt x="1495136" y="2335338"/>
                  </a:lnTo>
                  <a:lnTo>
                    <a:pt x="1495323" y="2333842"/>
                  </a:lnTo>
                  <a:lnTo>
                    <a:pt x="1495510" y="2332373"/>
                  </a:lnTo>
                  <a:lnTo>
                    <a:pt x="1495697" y="2331052"/>
                  </a:lnTo>
                  <a:lnTo>
                    <a:pt x="1495884" y="2329732"/>
                  </a:lnTo>
                  <a:lnTo>
                    <a:pt x="1496071" y="2328494"/>
                  </a:lnTo>
                  <a:lnTo>
                    <a:pt x="1496258" y="2327636"/>
                  </a:lnTo>
                  <a:lnTo>
                    <a:pt x="1496445" y="2327108"/>
                  </a:lnTo>
                  <a:lnTo>
                    <a:pt x="1496632" y="2326613"/>
                  </a:lnTo>
                  <a:lnTo>
                    <a:pt x="1496819" y="2326068"/>
                  </a:lnTo>
                  <a:lnTo>
                    <a:pt x="1497006" y="2325449"/>
                  </a:lnTo>
                  <a:lnTo>
                    <a:pt x="1497193" y="2324666"/>
                  </a:lnTo>
                  <a:lnTo>
                    <a:pt x="1497379" y="2323840"/>
                  </a:lnTo>
                  <a:lnTo>
                    <a:pt x="1497566" y="2322933"/>
                  </a:lnTo>
                  <a:lnTo>
                    <a:pt x="1497753" y="2322405"/>
                  </a:lnTo>
                  <a:lnTo>
                    <a:pt x="1497940" y="2322272"/>
                  </a:lnTo>
                  <a:lnTo>
                    <a:pt x="1498127" y="2322272"/>
                  </a:lnTo>
                  <a:lnTo>
                    <a:pt x="1498314" y="2322173"/>
                  </a:lnTo>
                  <a:lnTo>
                    <a:pt x="1498501" y="2321843"/>
                  </a:lnTo>
                  <a:lnTo>
                    <a:pt x="1498688" y="2321827"/>
                  </a:lnTo>
                  <a:lnTo>
                    <a:pt x="1498875" y="2321909"/>
                  </a:lnTo>
                  <a:lnTo>
                    <a:pt x="1499062" y="2321810"/>
                  </a:lnTo>
                  <a:lnTo>
                    <a:pt x="1499249" y="2320896"/>
                  </a:lnTo>
                  <a:lnTo>
                    <a:pt x="1499436" y="2319602"/>
                  </a:lnTo>
                  <a:lnTo>
                    <a:pt x="1499622" y="2317944"/>
                  </a:lnTo>
                  <a:lnTo>
                    <a:pt x="1499809" y="2316507"/>
                  </a:lnTo>
                  <a:lnTo>
                    <a:pt x="1499996" y="2315946"/>
                  </a:lnTo>
                  <a:lnTo>
                    <a:pt x="1500183" y="2315418"/>
                  </a:lnTo>
                  <a:lnTo>
                    <a:pt x="1500370" y="2314901"/>
                  </a:lnTo>
                  <a:lnTo>
                    <a:pt x="1500557" y="2313948"/>
                  </a:lnTo>
                  <a:lnTo>
                    <a:pt x="1500744" y="2312886"/>
                  </a:lnTo>
                  <a:lnTo>
                    <a:pt x="1500931" y="2311795"/>
                  </a:lnTo>
                  <a:lnTo>
                    <a:pt x="1501118" y="2310656"/>
                  </a:lnTo>
                  <a:lnTo>
                    <a:pt x="1501305" y="2309676"/>
                  </a:lnTo>
                  <a:lnTo>
                    <a:pt x="1501492" y="2308406"/>
                  </a:lnTo>
                  <a:lnTo>
                    <a:pt x="1501679" y="2307035"/>
                  </a:lnTo>
                  <a:lnTo>
                    <a:pt x="1501866" y="2305821"/>
                  </a:lnTo>
                  <a:lnTo>
                    <a:pt x="1502052" y="2304695"/>
                  </a:lnTo>
                  <a:lnTo>
                    <a:pt x="1502239" y="2303881"/>
                  </a:lnTo>
                  <a:lnTo>
                    <a:pt x="1502426" y="2303724"/>
                  </a:lnTo>
                  <a:lnTo>
                    <a:pt x="1502613" y="2303484"/>
                  </a:lnTo>
                  <a:lnTo>
                    <a:pt x="1502800" y="2303289"/>
                  </a:lnTo>
                  <a:lnTo>
                    <a:pt x="1502987" y="2302959"/>
                  </a:lnTo>
                  <a:lnTo>
                    <a:pt x="1503174" y="2302304"/>
                  </a:lnTo>
                  <a:lnTo>
                    <a:pt x="1503361" y="2302048"/>
                  </a:lnTo>
                  <a:lnTo>
                    <a:pt x="1503548" y="2301801"/>
                  </a:lnTo>
                  <a:lnTo>
                    <a:pt x="1503735" y="2302002"/>
                  </a:lnTo>
                  <a:lnTo>
                    <a:pt x="1503922" y="2301858"/>
                  </a:lnTo>
                  <a:lnTo>
                    <a:pt x="1504109" y="2301684"/>
                  </a:lnTo>
                  <a:lnTo>
                    <a:pt x="1504296" y="2301708"/>
                  </a:lnTo>
                  <a:lnTo>
                    <a:pt x="1504482" y="2301750"/>
                  </a:lnTo>
                  <a:lnTo>
                    <a:pt x="1504669" y="2301750"/>
                  </a:lnTo>
                  <a:lnTo>
                    <a:pt x="1504856" y="2301690"/>
                  </a:lnTo>
                  <a:lnTo>
                    <a:pt x="1505043" y="2301594"/>
                  </a:lnTo>
                  <a:lnTo>
                    <a:pt x="1505230" y="2301545"/>
                  </a:lnTo>
                  <a:lnTo>
                    <a:pt x="1505417" y="2301397"/>
                  </a:lnTo>
                  <a:lnTo>
                    <a:pt x="1505604" y="2301288"/>
                  </a:lnTo>
                  <a:lnTo>
                    <a:pt x="1505791" y="2301207"/>
                  </a:lnTo>
                  <a:lnTo>
                    <a:pt x="1505978" y="2300992"/>
                  </a:lnTo>
                  <a:lnTo>
                    <a:pt x="1506165" y="2300661"/>
                  </a:lnTo>
                  <a:lnTo>
                    <a:pt x="1506352" y="2300451"/>
                  </a:lnTo>
                  <a:lnTo>
                    <a:pt x="1506539" y="2300277"/>
                  </a:lnTo>
                  <a:lnTo>
                    <a:pt x="1506725" y="2300225"/>
                  </a:lnTo>
                  <a:lnTo>
                    <a:pt x="1506912" y="2300067"/>
                  </a:lnTo>
                  <a:lnTo>
                    <a:pt x="1507099" y="2299990"/>
                  </a:lnTo>
                  <a:lnTo>
                    <a:pt x="1507286" y="2299966"/>
                  </a:lnTo>
                  <a:lnTo>
                    <a:pt x="1507473" y="2299815"/>
                  </a:lnTo>
                  <a:lnTo>
                    <a:pt x="1507660" y="2299463"/>
                  </a:lnTo>
                  <a:lnTo>
                    <a:pt x="1507847" y="2299020"/>
                  </a:lnTo>
                  <a:lnTo>
                    <a:pt x="1508034" y="2298610"/>
                  </a:lnTo>
                  <a:lnTo>
                    <a:pt x="1508221" y="2298283"/>
                  </a:lnTo>
                  <a:lnTo>
                    <a:pt x="1508408" y="2297930"/>
                  </a:lnTo>
                  <a:lnTo>
                    <a:pt x="1508595" y="2297907"/>
                  </a:lnTo>
                  <a:lnTo>
                    <a:pt x="1508782" y="2298160"/>
                  </a:lnTo>
                  <a:lnTo>
                    <a:pt x="1508969" y="2298521"/>
                  </a:lnTo>
                  <a:lnTo>
                    <a:pt x="1509155" y="2298793"/>
                  </a:lnTo>
                  <a:lnTo>
                    <a:pt x="1509342" y="2298953"/>
                  </a:lnTo>
                  <a:lnTo>
                    <a:pt x="1509529" y="2298991"/>
                  </a:lnTo>
                  <a:lnTo>
                    <a:pt x="1509716" y="2298742"/>
                  </a:lnTo>
                  <a:lnTo>
                    <a:pt x="1509903" y="2298608"/>
                  </a:lnTo>
                  <a:lnTo>
                    <a:pt x="1510090" y="2298419"/>
                  </a:lnTo>
                  <a:lnTo>
                    <a:pt x="1510277" y="2298464"/>
                  </a:lnTo>
                  <a:lnTo>
                    <a:pt x="1510464" y="2298607"/>
                  </a:lnTo>
                  <a:lnTo>
                    <a:pt x="1510651" y="2298864"/>
                  </a:lnTo>
                  <a:lnTo>
                    <a:pt x="1510838" y="2299064"/>
                  </a:lnTo>
                  <a:lnTo>
                    <a:pt x="1511025" y="2299160"/>
                  </a:lnTo>
                  <a:lnTo>
                    <a:pt x="1511212" y="2299032"/>
                  </a:lnTo>
                  <a:lnTo>
                    <a:pt x="1511399" y="2298603"/>
                  </a:lnTo>
                  <a:lnTo>
                    <a:pt x="1511585" y="2297901"/>
                  </a:lnTo>
                  <a:lnTo>
                    <a:pt x="1511772" y="2296263"/>
                  </a:lnTo>
                  <a:lnTo>
                    <a:pt x="1511959" y="2294835"/>
                  </a:lnTo>
                  <a:lnTo>
                    <a:pt x="1512146" y="2292764"/>
                  </a:lnTo>
                  <a:lnTo>
                    <a:pt x="1512333" y="2291122"/>
                  </a:lnTo>
                  <a:lnTo>
                    <a:pt x="1512520" y="2289348"/>
                  </a:lnTo>
                  <a:lnTo>
                    <a:pt x="1512707" y="2287747"/>
                  </a:lnTo>
                  <a:lnTo>
                    <a:pt x="1512894" y="2286220"/>
                  </a:lnTo>
                  <a:lnTo>
                    <a:pt x="1513081" y="2284422"/>
                  </a:lnTo>
                  <a:lnTo>
                    <a:pt x="1513268" y="2282746"/>
                  </a:lnTo>
                  <a:lnTo>
                    <a:pt x="1513455" y="2281915"/>
                  </a:lnTo>
                  <a:lnTo>
                    <a:pt x="1513642" y="2280780"/>
                  </a:lnTo>
                  <a:lnTo>
                    <a:pt x="1513828" y="2279850"/>
                  </a:lnTo>
                  <a:lnTo>
                    <a:pt x="1514015" y="2279114"/>
                  </a:lnTo>
                  <a:lnTo>
                    <a:pt x="1514202" y="2278549"/>
                  </a:lnTo>
                  <a:lnTo>
                    <a:pt x="1514389" y="2277822"/>
                  </a:lnTo>
                  <a:lnTo>
                    <a:pt x="1514576" y="2277275"/>
                  </a:lnTo>
                  <a:lnTo>
                    <a:pt x="1514763" y="2276786"/>
                  </a:lnTo>
                  <a:lnTo>
                    <a:pt x="1514950" y="2276201"/>
                  </a:lnTo>
                  <a:lnTo>
                    <a:pt x="1515137" y="2275496"/>
                  </a:lnTo>
                  <a:lnTo>
                    <a:pt x="1515324" y="2275051"/>
                  </a:lnTo>
                  <a:lnTo>
                    <a:pt x="1515511" y="2274655"/>
                  </a:lnTo>
                  <a:lnTo>
                    <a:pt x="1515698" y="2274293"/>
                  </a:lnTo>
                  <a:lnTo>
                    <a:pt x="1515885" y="2274145"/>
                  </a:lnTo>
                  <a:lnTo>
                    <a:pt x="1516072" y="2274059"/>
                  </a:lnTo>
                  <a:lnTo>
                    <a:pt x="1516258" y="2274017"/>
                  </a:lnTo>
                  <a:lnTo>
                    <a:pt x="1516445" y="2273965"/>
                  </a:lnTo>
                  <a:lnTo>
                    <a:pt x="1516632" y="2273934"/>
                  </a:lnTo>
                  <a:lnTo>
                    <a:pt x="1516819" y="2273916"/>
                  </a:lnTo>
                  <a:lnTo>
                    <a:pt x="1517006" y="2273809"/>
                  </a:lnTo>
                  <a:lnTo>
                    <a:pt x="1517193" y="2273810"/>
                  </a:lnTo>
                  <a:lnTo>
                    <a:pt x="1517380" y="2274242"/>
                  </a:lnTo>
                  <a:lnTo>
                    <a:pt x="1517567" y="2275165"/>
                  </a:lnTo>
                  <a:lnTo>
                    <a:pt x="1517754" y="2276103"/>
                  </a:lnTo>
                  <a:lnTo>
                    <a:pt x="1517941" y="2277064"/>
                  </a:lnTo>
                  <a:lnTo>
                    <a:pt x="1518128" y="2278017"/>
                  </a:lnTo>
                  <a:lnTo>
                    <a:pt x="1518315" y="2279146"/>
                  </a:lnTo>
                  <a:lnTo>
                    <a:pt x="1518501" y="2280399"/>
                  </a:lnTo>
                  <a:lnTo>
                    <a:pt x="1518688" y="2281263"/>
                  </a:lnTo>
                  <a:lnTo>
                    <a:pt x="1518875" y="2282451"/>
                  </a:lnTo>
                  <a:lnTo>
                    <a:pt x="1519062" y="2283587"/>
                  </a:lnTo>
                  <a:lnTo>
                    <a:pt x="1519249" y="2284799"/>
                  </a:lnTo>
                  <a:lnTo>
                    <a:pt x="1519436" y="2285919"/>
                  </a:lnTo>
                  <a:lnTo>
                    <a:pt x="1519623" y="2287098"/>
                  </a:lnTo>
                  <a:lnTo>
                    <a:pt x="1519810" y="2288469"/>
                  </a:lnTo>
                  <a:lnTo>
                    <a:pt x="1519997" y="2289789"/>
                  </a:lnTo>
                  <a:lnTo>
                    <a:pt x="1520184" y="2291220"/>
                  </a:lnTo>
                  <a:lnTo>
                    <a:pt x="1520371" y="2292739"/>
                  </a:lnTo>
                  <a:lnTo>
                    <a:pt x="1520558" y="2294258"/>
                  </a:lnTo>
                  <a:lnTo>
                    <a:pt x="1520745" y="2295863"/>
                  </a:lnTo>
                  <a:lnTo>
                    <a:pt x="1520931" y="2297371"/>
                  </a:lnTo>
                  <a:lnTo>
                    <a:pt x="1521118" y="2298927"/>
                  </a:lnTo>
                  <a:lnTo>
                    <a:pt x="1521305" y="2300460"/>
                  </a:lnTo>
                  <a:lnTo>
                    <a:pt x="1521492" y="2301787"/>
                  </a:lnTo>
                  <a:lnTo>
                    <a:pt x="1521679" y="2303024"/>
                  </a:lnTo>
                  <a:lnTo>
                    <a:pt x="1521866" y="2304320"/>
                  </a:lnTo>
                  <a:lnTo>
                    <a:pt x="1522053" y="2305584"/>
                  </a:lnTo>
                  <a:lnTo>
                    <a:pt x="1522240" y="2306674"/>
                  </a:lnTo>
                  <a:lnTo>
                    <a:pt x="1522427" y="2307795"/>
                  </a:lnTo>
                  <a:lnTo>
                    <a:pt x="1522614" y="2308897"/>
                  </a:lnTo>
                  <a:lnTo>
                    <a:pt x="1522801" y="2309931"/>
                  </a:lnTo>
                  <a:lnTo>
                    <a:pt x="1522988" y="2310946"/>
                  </a:lnTo>
                  <a:lnTo>
                    <a:pt x="1523175" y="2312076"/>
                  </a:lnTo>
                  <a:lnTo>
                    <a:pt x="1523361" y="2312919"/>
                  </a:lnTo>
                  <a:lnTo>
                    <a:pt x="1523548" y="2313803"/>
                  </a:lnTo>
                  <a:lnTo>
                    <a:pt x="1523735" y="2314896"/>
                  </a:lnTo>
                  <a:lnTo>
                    <a:pt x="1523922" y="2315936"/>
                  </a:lnTo>
                  <a:lnTo>
                    <a:pt x="1524109" y="2316984"/>
                  </a:lnTo>
                  <a:lnTo>
                    <a:pt x="1524296" y="2317888"/>
                  </a:lnTo>
                  <a:lnTo>
                    <a:pt x="1524483" y="2318570"/>
                  </a:lnTo>
                  <a:lnTo>
                    <a:pt x="1524670" y="2319519"/>
                  </a:lnTo>
                  <a:lnTo>
                    <a:pt x="1524857" y="2320392"/>
                  </a:lnTo>
                  <a:lnTo>
                    <a:pt x="1525044" y="2321091"/>
                  </a:lnTo>
                  <a:lnTo>
                    <a:pt x="1525231" y="2321455"/>
                  </a:lnTo>
                  <a:lnTo>
                    <a:pt x="1525418" y="2321665"/>
                  </a:lnTo>
                  <a:lnTo>
                    <a:pt x="1525604" y="2321847"/>
                  </a:lnTo>
                  <a:lnTo>
                    <a:pt x="1525791" y="2321946"/>
                  </a:lnTo>
                  <a:lnTo>
                    <a:pt x="1525978" y="2322333"/>
                  </a:lnTo>
                  <a:lnTo>
                    <a:pt x="1526165" y="2322462"/>
                  </a:lnTo>
                  <a:lnTo>
                    <a:pt x="1526352" y="2322360"/>
                  </a:lnTo>
                  <a:lnTo>
                    <a:pt x="1526539" y="2322327"/>
                  </a:lnTo>
                  <a:lnTo>
                    <a:pt x="1526726" y="2322079"/>
                  </a:lnTo>
                  <a:lnTo>
                    <a:pt x="1526913" y="2321691"/>
                  </a:lnTo>
                  <a:lnTo>
                    <a:pt x="1527100" y="2321262"/>
                  </a:lnTo>
                  <a:lnTo>
                    <a:pt x="1527287" y="2321073"/>
                  </a:lnTo>
                  <a:lnTo>
                    <a:pt x="1527474" y="2320510"/>
                  </a:lnTo>
                  <a:lnTo>
                    <a:pt x="1527661" y="2319699"/>
                  </a:lnTo>
                  <a:lnTo>
                    <a:pt x="1527848" y="2318963"/>
                  </a:lnTo>
                  <a:lnTo>
                    <a:pt x="1528034" y="2318223"/>
                  </a:lnTo>
                  <a:lnTo>
                    <a:pt x="1528221" y="2317510"/>
                  </a:lnTo>
                  <a:lnTo>
                    <a:pt x="1528408" y="2316774"/>
                  </a:lnTo>
                  <a:lnTo>
                    <a:pt x="1528595" y="2315872"/>
                  </a:lnTo>
                  <a:lnTo>
                    <a:pt x="1528782" y="2314970"/>
                  </a:lnTo>
                  <a:lnTo>
                    <a:pt x="1528969" y="2314295"/>
                  </a:lnTo>
                  <a:lnTo>
                    <a:pt x="1529156" y="2313752"/>
                  </a:lnTo>
                  <a:lnTo>
                    <a:pt x="1529343" y="2313637"/>
                  </a:lnTo>
                  <a:lnTo>
                    <a:pt x="1529530" y="2313490"/>
                  </a:lnTo>
                  <a:lnTo>
                    <a:pt x="1529717" y="2313178"/>
                  </a:lnTo>
                  <a:lnTo>
                    <a:pt x="1529904" y="2312886"/>
                  </a:lnTo>
                  <a:lnTo>
                    <a:pt x="1530091" y="2312545"/>
                  </a:lnTo>
                  <a:lnTo>
                    <a:pt x="1530278" y="2312537"/>
                  </a:lnTo>
                  <a:lnTo>
                    <a:pt x="1530464" y="2312461"/>
                  </a:lnTo>
                  <a:lnTo>
                    <a:pt x="1530651" y="2312702"/>
                  </a:lnTo>
                  <a:lnTo>
                    <a:pt x="1530838" y="2313237"/>
                  </a:lnTo>
                  <a:lnTo>
                    <a:pt x="1531025" y="2313754"/>
                  </a:lnTo>
                  <a:lnTo>
                    <a:pt x="1531212" y="2314198"/>
                  </a:lnTo>
                  <a:lnTo>
                    <a:pt x="1531399" y="2314559"/>
                  </a:lnTo>
                  <a:lnTo>
                    <a:pt x="1531586" y="2315028"/>
                  </a:lnTo>
                  <a:lnTo>
                    <a:pt x="1531773" y="2315503"/>
                  </a:lnTo>
                  <a:lnTo>
                    <a:pt x="1531960" y="2315984"/>
                  </a:lnTo>
                  <a:lnTo>
                    <a:pt x="1532147" y="2316519"/>
                  </a:lnTo>
                  <a:lnTo>
                    <a:pt x="1532334" y="2317264"/>
                  </a:lnTo>
                  <a:lnTo>
                    <a:pt x="1532521" y="2318228"/>
                  </a:lnTo>
                  <a:lnTo>
                    <a:pt x="1532707" y="2319946"/>
                  </a:lnTo>
                  <a:lnTo>
                    <a:pt x="1532894" y="2321735"/>
                  </a:lnTo>
                  <a:lnTo>
                    <a:pt x="1533081" y="2323294"/>
                  </a:lnTo>
                  <a:lnTo>
                    <a:pt x="1533268" y="2324931"/>
                  </a:lnTo>
                  <a:lnTo>
                    <a:pt x="1533455" y="2326527"/>
                  </a:lnTo>
                  <a:lnTo>
                    <a:pt x="1533642" y="2327744"/>
                  </a:lnTo>
                  <a:lnTo>
                    <a:pt x="1533829" y="2328762"/>
                  </a:lnTo>
                  <a:lnTo>
                    <a:pt x="1534016" y="2329817"/>
                  </a:lnTo>
                  <a:lnTo>
                    <a:pt x="1534203" y="2331126"/>
                  </a:lnTo>
                  <a:lnTo>
                    <a:pt x="1534390" y="2332475"/>
                  </a:lnTo>
                  <a:lnTo>
                    <a:pt x="1534577" y="2333834"/>
                  </a:lnTo>
                  <a:lnTo>
                    <a:pt x="1534764" y="2335138"/>
                  </a:lnTo>
                  <a:lnTo>
                    <a:pt x="1534951" y="2336573"/>
                  </a:lnTo>
                  <a:lnTo>
                    <a:pt x="1535137" y="2337893"/>
                  </a:lnTo>
                  <a:lnTo>
                    <a:pt x="1535324" y="2338973"/>
                  </a:lnTo>
                  <a:lnTo>
                    <a:pt x="1535511" y="2339890"/>
                  </a:lnTo>
                  <a:lnTo>
                    <a:pt x="1535698" y="2340650"/>
                  </a:lnTo>
                  <a:lnTo>
                    <a:pt x="1535885" y="2341640"/>
                  </a:lnTo>
                  <a:lnTo>
                    <a:pt x="1536072" y="2342597"/>
                  </a:lnTo>
                  <a:lnTo>
                    <a:pt x="1536259" y="2343802"/>
                  </a:lnTo>
                  <a:lnTo>
                    <a:pt x="1536446" y="2345345"/>
                  </a:lnTo>
                  <a:lnTo>
                    <a:pt x="1536633" y="2347037"/>
                  </a:lnTo>
                  <a:lnTo>
                    <a:pt x="1536820" y="2349116"/>
                  </a:lnTo>
                  <a:lnTo>
                    <a:pt x="1537007" y="2351509"/>
                  </a:lnTo>
                  <a:lnTo>
                    <a:pt x="1537194" y="2353910"/>
                  </a:lnTo>
                  <a:lnTo>
                    <a:pt x="1537380" y="2355558"/>
                  </a:lnTo>
                  <a:lnTo>
                    <a:pt x="1537567" y="2357252"/>
                  </a:lnTo>
                  <a:lnTo>
                    <a:pt x="1537754" y="2358843"/>
                  </a:lnTo>
                  <a:lnTo>
                    <a:pt x="1537941" y="2360453"/>
                  </a:lnTo>
                  <a:lnTo>
                    <a:pt x="1538128" y="2362063"/>
                  </a:lnTo>
                  <a:lnTo>
                    <a:pt x="1538315" y="2363721"/>
                  </a:lnTo>
                  <a:lnTo>
                    <a:pt x="1538502" y="2365427"/>
                  </a:lnTo>
                  <a:lnTo>
                    <a:pt x="1538689" y="2367037"/>
                  </a:lnTo>
                  <a:lnTo>
                    <a:pt x="1538876" y="2368831"/>
                  </a:lnTo>
                  <a:lnTo>
                    <a:pt x="1539063" y="2370793"/>
                  </a:lnTo>
                  <a:lnTo>
                    <a:pt x="1539250" y="2372532"/>
                  </a:lnTo>
                  <a:lnTo>
                    <a:pt x="1539437" y="2374164"/>
                  </a:lnTo>
                  <a:lnTo>
                    <a:pt x="1539624" y="2375445"/>
                  </a:lnTo>
                  <a:lnTo>
                    <a:pt x="1539810" y="2376431"/>
                  </a:lnTo>
                  <a:lnTo>
                    <a:pt x="1539997" y="2377159"/>
                  </a:lnTo>
                  <a:lnTo>
                    <a:pt x="1540184" y="2377744"/>
                  </a:lnTo>
                  <a:lnTo>
                    <a:pt x="1540371" y="2378435"/>
                  </a:lnTo>
                  <a:lnTo>
                    <a:pt x="1540558" y="2379486"/>
                  </a:lnTo>
                  <a:lnTo>
                    <a:pt x="1540745" y="2380050"/>
                  </a:lnTo>
                  <a:lnTo>
                    <a:pt x="1540932" y="2380574"/>
                  </a:lnTo>
                  <a:lnTo>
                    <a:pt x="1541119" y="2381061"/>
                  </a:lnTo>
                  <a:lnTo>
                    <a:pt x="1541306" y="2381482"/>
                  </a:lnTo>
                  <a:lnTo>
                    <a:pt x="1541493" y="2381843"/>
                  </a:lnTo>
                  <a:lnTo>
                    <a:pt x="1541680" y="2382059"/>
                  </a:lnTo>
                  <a:lnTo>
                    <a:pt x="1541867" y="2382252"/>
                  </a:lnTo>
                  <a:lnTo>
                    <a:pt x="1542054" y="2382464"/>
                  </a:lnTo>
                  <a:lnTo>
                    <a:pt x="1542240" y="2382675"/>
                  </a:lnTo>
                  <a:lnTo>
                    <a:pt x="1542427" y="2382950"/>
                  </a:lnTo>
                  <a:lnTo>
                    <a:pt x="1542614" y="2382925"/>
                  </a:lnTo>
                  <a:lnTo>
                    <a:pt x="1542801" y="2383157"/>
                  </a:lnTo>
                  <a:lnTo>
                    <a:pt x="1542988" y="2383358"/>
                  </a:lnTo>
                  <a:lnTo>
                    <a:pt x="1543175" y="2383530"/>
                  </a:lnTo>
                  <a:lnTo>
                    <a:pt x="1543362" y="2383802"/>
                  </a:lnTo>
                  <a:lnTo>
                    <a:pt x="1543549" y="2384104"/>
                  </a:lnTo>
                  <a:lnTo>
                    <a:pt x="1543736" y="2384406"/>
                  </a:lnTo>
                  <a:lnTo>
                    <a:pt x="1543923" y="2384671"/>
                  </a:lnTo>
                  <a:lnTo>
                    <a:pt x="1544110" y="2384848"/>
                  </a:lnTo>
                  <a:lnTo>
                    <a:pt x="1544297" y="2385148"/>
                  </a:lnTo>
                  <a:lnTo>
                    <a:pt x="1544483" y="2385555"/>
                  </a:lnTo>
                  <a:lnTo>
                    <a:pt x="1544670" y="2385909"/>
                  </a:lnTo>
                  <a:lnTo>
                    <a:pt x="1544857" y="2386389"/>
                  </a:lnTo>
                  <a:lnTo>
                    <a:pt x="1545044" y="2387072"/>
                  </a:lnTo>
                  <a:lnTo>
                    <a:pt x="1545231" y="2387803"/>
                  </a:lnTo>
                  <a:lnTo>
                    <a:pt x="1545418" y="2388379"/>
                  </a:lnTo>
                  <a:lnTo>
                    <a:pt x="1545605" y="2388871"/>
                  </a:lnTo>
                  <a:lnTo>
                    <a:pt x="1545792" y="2389545"/>
                  </a:lnTo>
                  <a:lnTo>
                    <a:pt x="1545979" y="2390220"/>
                  </a:lnTo>
                  <a:lnTo>
                    <a:pt x="1546166" y="2390900"/>
                  </a:lnTo>
                  <a:lnTo>
                    <a:pt x="1546353" y="2391694"/>
                  </a:lnTo>
                  <a:lnTo>
                    <a:pt x="1546540" y="2392412"/>
                  </a:lnTo>
                  <a:lnTo>
                    <a:pt x="1546727" y="2393243"/>
                  </a:lnTo>
                  <a:lnTo>
                    <a:pt x="1546913" y="2394195"/>
                  </a:lnTo>
                  <a:lnTo>
                    <a:pt x="1547100" y="2395434"/>
                  </a:lnTo>
                  <a:lnTo>
                    <a:pt x="1547287" y="2396575"/>
                  </a:lnTo>
                  <a:lnTo>
                    <a:pt x="1547474" y="2397754"/>
                  </a:lnTo>
                  <a:lnTo>
                    <a:pt x="1547661" y="2399080"/>
                  </a:lnTo>
                  <a:lnTo>
                    <a:pt x="1547848" y="2400380"/>
                  </a:lnTo>
                  <a:lnTo>
                    <a:pt x="1548035" y="2401720"/>
                  </a:lnTo>
                  <a:lnTo>
                    <a:pt x="1548222" y="2403094"/>
                  </a:lnTo>
                  <a:lnTo>
                    <a:pt x="1548409" y="2404589"/>
                  </a:lnTo>
                  <a:lnTo>
                    <a:pt x="1548596" y="2406184"/>
                  </a:lnTo>
                  <a:lnTo>
                    <a:pt x="1548783" y="2407654"/>
                  </a:lnTo>
                  <a:lnTo>
                    <a:pt x="1548970" y="2409296"/>
                  </a:lnTo>
                  <a:lnTo>
                    <a:pt x="1549157" y="2411696"/>
                  </a:lnTo>
                  <a:lnTo>
                    <a:pt x="1549343" y="2413870"/>
                  </a:lnTo>
                  <a:lnTo>
                    <a:pt x="1549530" y="2416787"/>
                  </a:lnTo>
                  <a:lnTo>
                    <a:pt x="1549717" y="2419304"/>
                  </a:lnTo>
                  <a:lnTo>
                    <a:pt x="1549904" y="2421966"/>
                  </a:lnTo>
                  <a:lnTo>
                    <a:pt x="1550091" y="2424405"/>
                  </a:lnTo>
                  <a:lnTo>
                    <a:pt x="1550278" y="2426844"/>
                  </a:lnTo>
                  <a:lnTo>
                    <a:pt x="1550465" y="2429454"/>
                  </a:lnTo>
                  <a:lnTo>
                    <a:pt x="1550652" y="2431898"/>
                  </a:lnTo>
                  <a:lnTo>
                    <a:pt x="1550839" y="2433175"/>
                  </a:lnTo>
                  <a:lnTo>
                    <a:pt x="1551026" y="2434463"/>
                  </a:lnTo>
                  <a:lnTo>
                    <a:pt x="1551213" y="2435657"/>
                  </a:lnTo>
                  <a:lnTo>
                    <a:pt x="1551400" y="2436709"/>
                  </a:lnTo>
                  <a:lnTo>
                    <a:pt x="1551586" y="2437747"/>
                  </a:lnTo>
                  <a:lnTo>
                    <a:pt x="1551773" y="2438644"/>
                  </a:lnTo>
                  <a:lnTo>
                    <a:pt x="1551960" y="2439204"/>
                  </a:lnTo>
                  <a:lnTo>
                    <a:pt x="1552147" y="2439821"/>
                  </a:lnTo>
                  <a:lnTo>
                    <a:pt x="1552334" y="2440644"/>
                  </a:lnTo>
                  <a:lnTo>
                    <a:pt x="1552521" y="2441515"/>
                  </a:lnTo>
                  <a:lnTo>
                    <a:pt x="1552708" y="2442126"/>
                  </a:lnTo>
                  <a:lnTo>
                    <a:pt x="1552895" y="2442715"/>
                  </a:lnTo>
                  <a:lnTo>
                    <a:pt x="1553082" y="2443109"/>
                  </a:lnTo>
                  <a:lnTo>
                    <a:pt x="1553269" y="2443300"/>
                  </a:lnTo>
                  <a:lnTo>
                    <a:pt x="1553456" y="2443427"/>
                  </a:lnTo>
                  <a:lnTo>
                    <a:pt x="1553643" y="2443452"/>
                  </a:lnTo>
                  <a:lnTo>
                    <a:pt x="1553830" y="2443298"/>
                  </a:lnTo>
                  <a:lnTo>
                    <a:pt x="1554016" y="2442912"/>
                  </a:lnTo>
                  <a:lnTo>
                    <a:pt x="1554203" y="2442746"/>
                  </a:lnTo>
                  <a:lnTo>
                    <a:pt x="1554390" y="2442724"/>
                  </a:lnTo>
                  <a:lnTo>
                    <a:pt x="1554577" y="2442794"/>
                  </a:lnTo>
                  <a:lnTo>
                    <a:pt x="1554764" y="2442510"/>
                  </a:lnTo>
                  <a:lnTo>
                    <a:pt x="1554951" y="2442157"/>
                  </a:lnTo>
                  <a:lnTo>
                    <a:pt x="1555138" y="2441707"/>
                  </a:lnTo>
                  <a:lnTo>
                    <a:pt x="1555325" y="2441249"/>
                  </a:lnTo>
                  <a:lnTo>
                    <a:pt x="1555512" y="2440935"/>
                  </a:lnTo>
                  <a:lnTo>
                    <a:pt x="1555699" y="2440326"/>
                  </a:lnTo>
                  <a:lnTo>
                    <a:pt x="1555886" y="2439675"/>
                  </a:lnTo>
                  <a:lnTo>
                    <a:pt x="1556073" y="2439067"/>
                  </a:lnTo>
                  <a:lnTo>
                    <a:pt x="1556259" y="2438380"/>
                  </a:lnTo>
                  <a:lnTo>
                    <a:pt x="1556446" y="2437672"/>
                  </a:lnTo>
                  <a:lnTo>
                    <a:pt x="1556633" y="2436977"/>
                  </a:lnTo>
                  <a:lnTo>
                    <a:pt x="1556820" y="2436361"/>
                  </a:lnTo>
                  <a:lnTo>
                    <a:pt x="1557007" y="2435769"/>
                  </a:lnTo>
                  <a:lnTo>
                    <a:pt x="1557194" y="2435141"/>
                  </a:lnTo>
                  <a:lnTo>
                    <a:pt x="1557381" y="2434436"/>
                  </a:lnTo>
                  <a:lnTo>
                    <a:pt x="1557568" y="2433617"/>
                  </a:lnTo>
                  <a:lnTo>
                    <a:pt x="1557755" y="2432791"/>
                  </a:lnTo>
                  <a:lnTo>
                    <a:pt x="1557942" y="2431915"/>
                  </a:lnTo>
                  <a:lnTo>
                    <a:pt x="1558129" y="2430887"/>
                  </a:lnTo>
                  <a:lnTo>
                    <a:pt x="1558316" y="2429824"/>
                  </a:lnTo>
                  <a:lnTo>
                    <a:pt x="1558503" y="2428708"/>
                  </a:lnTo>
                  <a:lnTo>
                    <a:pt x="1558689" y="2427531"/>
                  </a:lnTo>
                  <a:lnTo>
                    <a:pt x="1558876" y="2426462"/>
                  </a:lnTo>
                  <a:lnTo>
                    <a:pt x="1559063" y="2425547"/>
                  </a:lnTo>
                  <a:lnTo>
                    <a:pt x="1559250" y="2424700"/>
                  </a:lnTo>
                  <a:lnTo>
                    <a:pt x="1559437" y="2423480"/>
                  </a:lnTo>
                  <a:lnTo>
                    <a:pt x="1559624" y="2422365"/>
                  </a:lnTo>
                  <a:lnTo>
                    <a:pt x="1559811" y="2421415"/>
                  </a:lnTo>
                  <a:lnTo>
                    <a:pt x="1559998" y="2420801"/>
                  </a:lnTo>
                  <a:lnTo>
                    <a:pt x="1560185" y="2420344"/>
                  </a:lnTo>
                  <a:lnTo>
                    <a:pt x="1560372" y="2419843"/>
                  </a:lnTo>
                  <a:lnTo>
                    <a:pt x="1560559" y="2419595"/>
                  </a:lnTo>
                  <a:lnTo>
                    <a:pt x="1560746" y="2419734"/>
                  </a:lnTo>
                  <a:lnTo>
                    <a:pt x="1560933" y="2419872"/>
                  </a:lnTo>
                  <a:lnTo>
                    <a:pt x="1561119" y="2420002"/>
                  </a:lnTo>
                  <a:lnTo>
                    <a:pt x="1561306" y="2420131"/>
                  </a:lnTo>
                  <a:lnTo>
                    <a:pt x="1561493" y="2420260"/>
                  </a:lnTo>
                  <a:lnTo>
                    <a:pt x="1561680" y="2420455"/>
                  </a:lnTo>
                  <a:lnTo>
                    <a:pt x="1561867" y="2420759"/>
                  </a:lnTo>
                  <a:lnTo>
                    <a:pt x="1562054" y="2421109"/>
                  </a:lnTo>
                  <a:lnTo>
                    <a:pt x="1562241" y="2421612"/>
                  </a:lnTo>
                  <a:lnTo>
                    <a:pt x="1562428" y="2422274"/>
                  </a:lnTo>
                  <a:lnTo>
                    <a:pt x="1562615" y="2423004"/>
                  </a:lnTo>
                  <a:lnTo>
                    <a:pt x="1562802" y="2423603"/>
                  </a:lnTo>
                  <a:lnTo>
                    <a:pt x="1562989" y="2424202"/>
                  </a:lnTo>
                  <a:lnTo>
                    <a:pt x="1563176" y="2424801"/>
                  </a:lnTo>
                  <a:lnTo>
                    <a:pt x="1563362" y="2425396"/>
                  </a:lnTo>
                  <a:lnTo>
                    <a:pt x="1563549" y="2426147"/>
                  </a:lnTo>
                  <a:lnTo>
                    <a:pt x="1563736" y="2427027"/>
                  </a:lnTo>
                  <a:lnTo>
                    <a:pt x="1563923" y="2427778"/>
                  </a:lnTo>
                  <a:lnTo>
                    <a:pt x="1564110" y="2428603"/>
                  </a:lnTo>
                  <a:lnTo>
                    <a:pt x="1564297" y="2429428"/>
                  </a:lnTo>
                  <a:lnTo>
                    <a:pt x="1564484" y="2430187"/>
                  </a:lnTo>
                  <a:lnTo>
                    <a:pt x="1564671" y="2430848"/>
                  </a:lnTo>
                  <a:lnTo>
                    <a:pt x="1564858" y="2431508"/>
                  </a:lnTo>
                  <a:lnTo>
                    <a:pt x="1565045" y="2432242"/>
                  </a:lnTo>
                  <a:lnTo>
                    <a:pt x="1565232" y="2432935"/>
                  </a:lnTo>
                  <a:lnTo>
                    <a:pt x="1565419" y="2433620"/>
                  </a:lnTo>
                  <a:lnTo>
                    <a:pt x="1565606" y="2434445"/>
                  </a:lnTo>
                  <a:lnTo>
                    <a:pt x="1565792" y="2435271"/>
                  </a:lnTo>
                  <a:lnTo>
                    <a:pt x="1565979" y="2436261"/>
                  </a:lnTo>
                  <a:lnTo>
                    <a:pt x="1566166" y="2437251"/>
                  </a:lnTo>
                  <a:lnTo>
                    <a:pt x="1566353" y="2438068"/>
                  </a:lnTo>
                  <a:lnTo>
                    <a:pt x="1566540" y="2438728"/>
                  </a:lnTo>
                  <a:lnTo>
                    <a:pt x="1566727" y="2438828"/>
                  </a:lnTo>
                  <a:lnTo>
                    <a:pt x="1566914" y="2438697"/>
                  </a:lnTo>
                  <a:lnTo>
                    <a:pt x="1567101" y="2438489"/>
                  </a:lnTo>
                  <a:lnTo>
                    <a:pt x="1567288" y="2438282"/>
                  </a:lnTo>
                  <a:lnTo>
                    <a:pt x="1567475" y="2438074"/>
                  </a:lnTo>
                  <a:lnTo>
                    <a:pt x="1567662" y="2437866"/>
                  </a:lnTo>
                  <a:lnTo>
                    <a:pt x="1567849" y="2437683"/>
                  </a:lnTo>
                  <a:lnTo>
                    <a:pt x="1568036" y="2437533"/>
                  </a:lnTo>
                  <a:lnTo>
                    <a:pt x="1568222" y="2437311"/>
                  </a:lnTo>
                  <a:lnTo>
                    <a:pt x="1568409" y="2436863"/>
                  </a:lnTo>
                  <a:lnTo>
                    <a:pt x="1568596" y="2436451"/>
                  </a:lnTo>
                  <a:lnTo>
                    <a:pt x="1568783" y="2436123"/>
                  </a:lnTo>
                  <a:lnTo>
                    <a:pt x="1568970" y="2435795"/>
                  </a:lnTo>
                  <a:lnTo>
                    <a:pt x="1569157" y="2435467"/>
                  </a:lnTo>
                  <a:lnTo>
                    <a:pt x="1569344" y="2435139"/>
                  </a:lnTo>
                  <a:lnTo>
                    <a:pt x="1569531" y="2435191"/>
                  </a:lnTo>
                  <a:lnTo>
                    <a:pt x="1569718" y="2435368"/>
                  </a:lnTo>
                  <a:lnTo>
                    <a:pt x="1569905" y="2435516"/>
                  </a:lnTo>
                  <a:lnTo>
                    <a:pt x="1570092" y="2435642"/>
                  </a:lnTo>
                  <a:lnTo>
                    <a:pt x="1570279" y="2435762"/>
                  </a:lnTo>
                  <a:lnTo>
                    <a:pt x="1570465" y="2436058"/>
                  </a:lnTo>
                  <a:lnTo>
                    <a:pt x="1570652" y="2436305"/>
                  </a:lnTo>
                  <a:lnTo>
                    <a:pt x="1570839" y="2436430"/>
                  </a:lnTo>
                  <a:lnTo>
                    <a:pt x="1571026" y="2436554"/>
                  </a:lnTo>
                  <a:lnTo>
                    <a:pt x="1571213" y="2436751"/>
                  </a:lnTo>
                  <a:lnTo>
                    <a:pt x="1571400" y="2436911"/>
                  </a:lnTo>
                  <a:lnTo>
                    <a:pt x="1571587" y="2436867"/>
                  </a:lnTo>
                  <a:lnTo>
                    <a:pt x="1571774" y="2436878"/>
                  </a:lnTo>
                  <a:lnTo>
                    <a:pt x="1571961" y="2436896"/>
                  </a:lnTo>
                  <a:lnTo>
                    <a:pt x="1572148" y="2436998"/>
                  </a:lnTo>
                  <a:lnTo>
                    <a:pt x="1572335" y="2437138"/>
                  </a:lnTo>
                  <a:lnTo>
                    <a:pt x="1572522" y="2437287"/>
                  </a:lnTo>
                  <a:lnTo>
                    <a:pt x="1572709" y="2437312"/>
                  </a:lnTo>
                  <a:lnTo>
                    <a:pt x="1572895" y="2437349"/>
                  </a:lnTo>
                  <a:lnTo>
                    <a:pt x="1573082" y="2437600"/>
                  </a:lnTo>
                  <a:lnTo>
                    <a:pt x="1573269" y="2437809"/>
                  </a:lnTo>
                  <a:lnTo>
                    <a:pt x="1573456" y="2438039"/>
                  </a:lnTo>
                  <a:lnTo>
                    <a:pt x="1573643" y="2438387"/>
                  </a:lnTo>
                  <a:lnTo>
                    <a:pt x="1573830" y="2438505"/>
                  </a:lnTo>
                  <a:lnTo>
                    <a:pt x="1574017" y="2438623"/>
                  </a:lnTo>
                  <a:lnTo>
                    <a:pt x="1574204" y="2438741"/>
                  </a:lnTo>
                  <a:lnTo>
                    <a:pt x="1574391" y="2438817"/>
                  </a:lnTo>
                  <a:lnTo>
                    <a:pt x="1574578" y="2438843"/>
                  </a:lnTo>
                  <a:lnTo>
                    <a:pt x="1574765" y="2438719"/>
                  </a:lnTo>
                  <a:lnTo>
                    <a:pt x="1574952" y="2438059"/>
                  </a:lnTo>
                  <a:lnTo>
                    <a:pt x="1575138" y="2437398"/>
                  </a:lnTo>
                  <a:lnTo>
                    <a:pt x="1575325" y="2436738"/>
                  </a:lnTo>
                  <a:lnTo>
                    <a:pt x="1575512" y="2435987"/>
                  </a:lnTo>
                  <a:lnTo>
                    <a:pt x="1575699" y="2435162"/>
                  </a:lnTo>
                  <a:lnTo>
                    <a:pt x="1575886" y="2434411"/>
                  </a:lnTo>
                  <a:lnTo>
                    <a:pt x="1576073" y="2433636"/>
                  </a:lnTo>
                  <a:lnTo>
                    <a:pt x="1576260" y="2432753"/>
                  </a:lnTo>
                  <a:lnTo>
                    <a:pt x="1576447" y="2431663"/>
                  </a:lnTo>
                  <a:lnTo>
                    <a:pt x="1576634" y="2430591"/>
                  </a:lnTo>
                  <a:lnTo>
                    <a:pt x="1576821" y="2429519"/>
                  </a:lnTo>
                  <a:lnTo>
                    <a:pt x="1577008" y="2428513"/>
                  </a:lnTo>
                  <a:lnTo>
                    <a:pt x="1577195" y="2427597"/>
                  </a:lnTo>
                  <a:lnTo>
                    <a:pt x="1577382" y="2426944"/>
                  </a:lnTo>
                  <a:lnTo>
                    <a:pt x="1577568" y="2426420"/>
                  </a:lnTo>
                  <a:lnTo>
                    <a:pt x="1577755" y="2425897"/>
                  </a:lnTo>
                  <a:lnTo>
                    <a:pt x="1577942" y="2425373"/>
                  </a:lnTo>
                  <a:lnTo>
                    <a:pt x="1578129" y="2424850"/>
                  </a:lnTo>
                  <a:lnTo>
                    <a:pt x="1578316" y="2424549"/>
                  </a:lnTo>
                  <a:lnTo>
                    <a:pt x="1578503" y="2424356"/>
                  </a:lnTo>
                  <a:lnTo>
                    <a:pt x="1578690" y="2424162"/>
                  </a:lnTo>
                  <a:lnTo>
                    <a:pt x="1578877" y="2423960"/>
                  </a:lnTo>
                  <a:lnTo>
                    <a:pt x="1579064" y="2423767"/>
                  </a:lnTo>
                  <a:lnTo>
                    <a:pt x="1579251" y="2423579"/>
                  </a:lnTo>
                  <a:lnTo>
                    <a:pt x="1579438" y="2423291"/>
                  </a:lnTo>
                  <a:lnTo>
                    <a:pt x="1579625" y="2422961"/>
                  </a:lnTo>
                  <a:lnTo>
                    <a:pt x="1579812" y="2422574"/>
                  </a:lnTo>
                  <a:lnTo>
                    <a:pt x="1579998" y="2422327"/>
                  </a:lnTo>
                  <a:lnTo>
                    <a:pt x="1580185" y="2421840"/>
                  </a:lnTo>
                  <a:lnTo>
                    <a:pt x="1580372" y="2421345"/>
                  </a:lnTo>
                  <a:lnTo>
                    <a:pt x="1580559" y="2420710"/>
                  </a:lnTo>
                  <a:lnTo>
                    <a:pt x="1580746" y="2420049"/>
                  </a:lnTo>
                  <a:lnTo>
                    <a:pt x="1580933" y="2419389"/>
                  </a:lnTo>
                  <a:lnTo>
                    <a:pt x="1581120" y="2418729"/>
                  </a:lnTo>
                  <a:lnTo>
                    <a:pt x="1581307" y="2418069"/>
                  </a:lnTo>
                  <a:lnTo>
                    <a:pt x="1581494" y="2417409"/>
                  </a:lnTo>
                  <a:lnTo>
                    <a:pt x="1581681" y="2416633"/>
                  </a:lnTo>
                  <a:lnTo>
                    <a:pt x="1581868" y="2415734"/>
                  </a:lnTo>
                  <a:lnTo>
                    <a:pt x="1582055" y="2414727"/>
                  </a:lnTo>
                  <a:lnTo>
                    <a:pt x="1582241" y="2413696"/>
                  </a:lnTo>
                  <a:lnTo>
                    <a:pt x="1582428" y="2412648"/>
                  </a:lnTo>
                  <a:lnTo>
                    <a:pt x="1582615" y="2411492"/>
                  </a:lnTo>
                  <a:lnTo>
                    <a:pt x="1582802" y="2410395"/>
                  </a:lnTo>
                  <a:lnTo>
                    <a:pt x="1582989" y="2409240"/>
                  </a:lnTo>
                  <a:lnTo>
                    <a:pt x="1583176" y="2408084"/>
                  </a:lnTo>
                  <a:lnTo>
                    <a:pt x="1583363" y="2407069"/>
                  </a:lnTo>
                  <a:lnTo>
                    <a:pt x="1583550" y="2406079"/>
                  </a:lnTo>
                  <a:lnTo>
                    <a:pt x="1583737" y="2405089"/>
                  </a:lnTo>
                  <a:lnTo>
                    <a:pt x="1583924" y="2404099"/>
                  </a:lnTo>
                  <a:lnTo>
                    <a:pt x="1584111" y="2402976"/>
                  </a:lnTo>
                  <a:lnTo>
                    <a:pt x="1584298" y="2401821"/>
                  </a:lnTo>
                  <a:lnTo>
                    <a:pt x="1584485" y="2400823"/>
                  </a:lnTo>
                  <a:lnTo>
                    <a:pt x="1584671" y="2399890"/>
                  </a:lnTo>
                  <a:lnTo>
                    <a:pt x="1584858" y="2399082"/>
                  </a:lnTo>
                  <a:lnTo>
                    <a:pt x="1585045" y="2398164"/>
                  </a:lnTo>
                  <a:lnTo>
                    <a:pt x="1585232" y="2397274"/>
                  </a:lnTo>
                  <a:lnTo>
                    <a:pt x="1585419" y="2396321"/>
                  </a:lnTo>
                  <a:lnTo>
                    <a:pt x="1585606" y="2395432"/>
                  </a:lnTo>
                  <a:lnTo>
                    <a:pt x="1585793" y="2394575"/>
                  </a:lnTo>
                  <a:lnTo>
                    <a:pt x="1585980" y="2393595"/>
                  </a:lnTo>
                  <a:lnTo>
                    <a:pt x="1586167" y="2392488"/>
                  </a:lnTo>
                  <a:lnTo>
                    <a:pt x="1586354" y="2391226"/>
                  </a:lnTo>
                  <a:lnTo>
                    <a:pt x="1586541" y="2389928"/>
                  </a:lnTo>
                  <a:lnTo>
                    <a:pt x="1586728" y="2388521"/>
                  </a:lnTo>
                  <a:lnTo>
                    <a:pt x="1586914" y="2387296"/>
                  </a:lnTo>
                  <a:lnTo>
                    <a:pt x="1587101" y="2386256"/>
                  </a:lnTo>
                  <a:lnTo>
                    <a:pt x="1587288" y="2385352"/>
                  </a:lnTo>
                  <a:lnTo>
                    <a:pt x="1587475" y="2384604"/>
                  </a:lnTo>
                  <a:lnTo>
                    <a:pt x="1587662" y="2383857"/>
                  </a:lnTo>
                  <a:lnTo>
                    <a:pt x="1587849" y="2383088"/>
                  </a:lnTo>
                  <a:lnTo>
                    <a:pt x="1588036" y="2382318"/>
                  </a:lnTo>
                  <a:lnTo>
                    <a:pt x="1588223" y="2381922"/>
                  </a:lnTo>
                  <a:lnTo>
                    <a:pt x="1588410" y="2381494"/>
                  </a:lnTo>
                  <a:lnTo>
                    <a:pt x="1588597" y="2381049"/>
                  </a:lnTo>
                  <a:lnTo>
                    <a:pt x="1588784" y="2380603"/>
                  </a:lnTo>
                  <a:lnTo>
                    <a:pt x="1588971" y="2380327"/>
                  </a:lnTo>
                  <a:lnTo>
                    <a:pt x="1589158" y="2380025"/>
                  </a:lnTo>
                  <a:lnTo>
                    <a:pt x="1589344" y="2379902"/>
                  </a:lnTo>
                  <a:lnTo>
                    <a:pt x="1589531" y="2379888"/>
                  </a:lnTo>
                  <a:lnTo>
                    <a:pt x="1589718" y="2379771"/>
                  </a:lnTo>
                  <a:lnTo>
                    <a:pt x="1589905" y="2379623"/>
                  </a:lnTo>
                  <a:lnTo>
                    <a:pt x="1590092" y="2379430"/>
                  </a:lnTo>
                  <a:lnTo>
                    <a:pt x="1590279" y="2379203"/>
                  </a:lnTo>
                  <a:lnTo>
                    <a:pt x="1590466" y="2379094"/>
                  </a:lnTo>
                  <a:lnTo>
                    <a:pt x="1590653" y="2379021"/>
                  </a:lnTo>
                  <a:lnTo>
                    <a:pt x="1590840" y="2379167"/>
                  </a:lnTo>
                  <a:lnTo>
                    <a:pt x="1591027" y="2379390"/>
                  </a:lnTo>
                  <a:lnTo>
                    <a:pt x="1591214" y="2379744"/>
                  </a:lnTo>
                  <a:lnTo>
                    <a:pt x="1591401" y="2380330"/>
                  </a:lnTo>
                  <a:lnTo>
                    <a:pt x="1591588" y="2381020"/>
                  </a:lnTo>
                  <a:lnTo>
                    <a:pt x="1591774" y="2381391"/>
                  </a:lnTo>
                  <a:lnTo>
                    <a:pt x="1591961" y="2381605"/>
                  </a:lnTo>
                  <a:lnTo>
                    <a:pt x="1592148" y="2381719"/>
                  </a:lnTo>
                  <a:lnTo>
                    <a:pt x="1592335" y="2381740"/>
                  </a:lnTo>
                  <a:lnTo>
                    <a:pt x="1592522" y="2381753"/>
                  </a:lnTo>
                  <a:lnTo>
                    <a:pt x="1592709" y="2381867"/>
                  </a:lnTo>
                  <a:lnTo>
                    <a:pt x="1592896" y="2381965"/>
                  </a:lnTo>
                  <a:lnTo>
                    <a:pt x="1593083" y="2382223"/>
                  </a:lnTo>
                  <a:lnTo>
                    <a:pt x="1593270" y="2382523"/>
                  </a:lnTo>
                  <a:lnTo>
                    <a:pt x="1593457" y="2382763"/>
                  </a:lnTo>
                  <a:lnTo>
                    <a:pt x="1593644" y="2383122"/>
                  </a:lnTo>
                  <a:lnTo>
                    <a:pt x="1593831" y="2383276"/>
                  </a:lnTo>
                  <a:lnTo>
                    <a:pt x="1594017" y="2382921"/>
                  </a:lnTo>
                  <a:lnTo>
                    <a:pt x="1594204" y="2382486"/>
                  </a:lnTo>
                  <a:lnTo>
                    <a:pt x="1594391" y="2382029"/>
                  </a:lnTo>
                  <a:lnTo>
                    <a:pt x="1594578" y="2381697"/>
                  </a:lnTo>
                  <a:lnTo>
                    <a:pt x="1594765" y="2381518"/>
                  </a:lnTo>
                  <a:lnTo>
                    <a:pt x="1594952" y="2381509"/>
                  </a:lnTo>
                  <a:lnTo>
                    <a:pt x="1595139" y="2381607"/>
                  </a:lnTo>
                  <a:lnTo>
                    <a:pt x="1595326" y="2381622"/>
                  </a:lnTo>
                  <a:lnTo>
                    <a:pt x="1595513" y="2381672"/>
                  </a:lnTo>
                  <a:lnTo>
                    <a:pt x="1595700" y="2381840"/>
                  </a:lnTo>
                  <a:lnTo>
                    <a:pt x="1595887" y="2382049"/>
                  </a:lnTo>
                  <a:lnTo>
                    <a:pt x="1596074" y="2382343"/>
                  </a:lnTo>
                  <a:lnTo>
                    <a:pt x="1596261" y="2382751"/>
                  </a:lnTo>
                  <a:lnTo>
                    <a:pt x="1596447" y="2383015"/>
                  </a:lnTo>
                  <a:lnTo>
                    <a:pt x="1596634" y="2383375"/>
                  </a:lnTo>
                  <a:lnTo>
                    <a:pt x="1596821" y="2384100"/>
                  </a:lnTo>
                  <a:lnTo>
                    <a:pt x="1597008" y="2384720"/>
                  </a:lnTo>
                  <a:lnTo>
                    <a:pt x="1597195" y="2385175"/>
                  </a:lnTo>
                  <a:lnTo>
                    <a:pt x="1597382" y="2385442"/>
                  </a:lnTo>
                  <a:lnTo>
                    <a:pt x="1597569" y="2385569"/>
                  </a:lnTo>
                  <a:lnTo>
                    <a:pt x="1597756" y="2385740"/>
                  </a:lnTo>
                  <a:lnTo>
                    <a:pt x="1597943" y="2385658"/>
                  </a:lnTo>
                  <a:lnTo>
                    <a:pt x="1598130" y="2385321"/>
                  </a:lnTo>
                  <a:lnTo>
                    <a:pt x="1598317" y="2384869"/>
                  </a:lnTo>
                  <a:lnTo>
                    <a:pt x="1598504" y="2384410"/>
                  </a:lnTo>
                  <a:lnTo>
                    <a:pt x="1598691" y="2383950"/>
                  </a:lnTo>
                  <a:lnTo>
                    <a:pt x="1598877" y="2383491"/>
                  </a:lnTo>
                  <a:lnTo>
                    <a:pt x="1599064" y="2383032"/>
                  </a:lnTo>
                  <a:lnTo>
                    <a:pt x="1599251" y="2382563"/>
                  </a:lnTo>
                  <a:lnTo>
                    <a:pt x="1599438" y="2382146"/>
                  </a:lnTo>
                  <a:lnTo>
                    <a:pt x="1599625" y="2381562"/>
                  </a:lnTo>
                  <a:lnTo>
                    <a:pt x="1599812" y="2380809"/>
                  </a:lnTo>
                  <a:lnTo>
                    <a:pt x="1599999" y="2380078"/>
                  </a:lnTo>
                  <a:lnTo>
                    <a:pt x="1600186" y="2379479"/>
                  </a:lnTo>
                  <a:lnTo>
                    <a:pt x="1600373" y="2378880"/>
                  </a:lnTo>
                  <a:lnTo>
                    <a:pt x="1600560" y="2378419"/>
                  </a:lnTo>
                  <a:lnTo>
                    <a:pt x="1600747" y="2377796"/>
                  </a:lnTo>
                  <a:lnTo>
                    <a:pt x="1600934" y="2376892"/>
                  </a:lnTo>
                  <a:lnTo>
                    <a:pt x="1601120" y="2375925"/>
                  </a:lnTo>
                  <a:lnTo>
                    <a:pt x="1601307" y="2375442"/>
                  </a:lnTo>
                  <a:lnTo>
                    <a:pt x="1601494" y="2375012"/>
                  </a:lnTo>
                  <a:lnTo>
                    <a:pt x="1601681" y="2374583"/>
                  </a:lnTo>
                  <a:lnTo>
                    <a:pt x="1601868" y="2374138"/>
                  </a:lnTo>
                  <a:lnTo>
                    <a:pt x="1602055" y="2373693"/>
                  </a:lnTo>
                  <a:lnTo>
                    <a:pt x="1602242" y="2373248"/>
                  </a:lnTo>
                  <a:lnTo>
                    <a:pt x="1602429" y="2372851"/>
                  </a:lnTo>
                  <a:lnTo>
                    <a:pt x="1602616" y="2372560"/>
                  </a:lnTo>
                  <a:lnTo>
                    <a:pt x="1602803" y="2372376"/>
                  </a:lnTo>
                  <a:lnTo>
                    <a:pt x="1602990" y="2372191"/>
                  </a:lnTo>
                  <a:lnTo>
                    <a:pt x="1603177" y="2372007"/>
                  </a:lnTo>
                  <a:lnTo>
                    <a:pt x="1603364" y="2371984"/>
                  </a:lnTo>
                  <a:lnTo>
                    <a:pt x="1603550" y="2371835"/>
                  </a:lnTo>
                  <a:lnTo>
                    <a:pt x="1603737" y="2371992"/>
                  </a:lnTo>
                  <a:lnTo>
                    <a:pt x="1603924" y="2372348"/>
                  </a:lnTo>
                  <a:lnTo>
                    <a:pt x="1604111" y="2372892"/>
                  </a:lnTo>
                  <a:lnTo>
                    <a:pt x="1604298" y="2373680"/>
                  </a:lnTo>
                  <a:lnTo>
                    <a:pt x="1604485" y="2374435"/>
                  </a:lnTo>
                  <a:lnTo>
                    <a:pt x="1604672" y="2374806"/>
                  </a:lnTo>
                  <a:lnTo>
                    <a:pt x="1604859" y="2375136"/>
                  </a:lnTo>
                  <a:lnTo>
                    <a:pt x="1605046" y="2375467"/>
                  </a:lnTo>
                  <a:lnTo>
                    <a:pt x="1605233" y="2376090"/>
                  </a:lnTo>
                  <a:lnTo>
                    <a:pt x="1605420" y="2376568"/>
                  </a:lnTo>
                  <a:lnTo>
                    <a:pt x="1605607" y="2376813"/>
                  </a:lnTo>
                  <a:lnTo>
                    <a:pt x="1605793" y="2377135"/>
                  </a:lnTo>
                  <a:lnTo>
                    <a:pt x="1605980" y="2377318"/>
                  </a:lnTo>
                  <a:lnTo>
                    <a:pt x="1606167" y="2377406"/>
                  </a:lnTo>
                  <a:lnTo>
                    <a:pt x="1606354" y="2377493"/>
                  </a:lnTo>
                  <a:lnTo>
                    <a:pt x="1606541" y="2377568"/>
                  </a:lnTo>
                  <a:lnTo>
                    <a:pt x="1606728" y="2377253"/>
                  </a:lnTo>
                  <a:lnTo>
                    <a:pt x="1606915" y="2376636"/>
                  </a:lnTo>
                  <a:lnTo>
                    <a:pt x="1607102" y="2375789"/>
                  </a:lnTo>
                  <a:lnTo>
                    <a:pt x="1607289" y="2375211"/>
                  </a:lnTo>
                  <a:lnTo>
                    <a:pt x="1607476" y="2374673"/>
                  </a:lnTo>
                  <a:lnTo>
                    <a:pt x="1607663" y="2374020"/>
                  </a:lnTo>
                  <a:lnTo>
                    <a:pt x="1607850" y="2373039"/>
                  </a:lnTo>
                  <a:lnTo>
                    <a:pt x="1608037" y="2371979"/>
                  </a:lnTo>
                  <a:lnTo>
                    <a:pt x="1608223" y="2370846"/>
                  </a:lnTo>
                  <a:lnTo>
                    <a:pt x="1608410" y="2369575"/>
                  </a:lnTo>
                  <a:lnTo>
                    <a:pt x="1608597" y="2368258"/>
                  </a:lnTo>
                  <a:lnTo>
                    <a:pt x="1608784" y="2367146"/>
                  </a:lnTo>
                  <a:lnTo>
                    <a:pt x="1608971" y="2366164"/>
                  </a:lnTo>
                  <a:lnTo>
                    <a:pt x="1609158" y="2365141"/>
                  </a:lnTo>
                  <a:lnTo>
                    <a:pt x="1609345" y="2363920"/>
                  </a:lnTo>
                  <a:lnTo>
                    <a:pt x="1609532" y="2362784"/>
                  </a:lnTo>
                  <a:lnTo>
                    <a:pt x="1609719" y="2361514"/>
                  </a:lnTo>
                  <a:lnTo>
                    <a:pt x="1609906" y="2360002"/>
                  </a:lnTo>
                  <a:lnTo>
                    <a:pt x="1610093" y="2358454"/>
                  </a:lnTo>
                  <a:lnTo>
                    <a:pt x="1610280" y="2356839"/>
                  </a:lnTo>
                  <a:lnTo>
                    <a:pt x="1610467" y="2355217"/>
                  </a:lnTo>
                  <a:lnTo>
                    <a:pt x="1610653" y="2353599"/>
                  </a:lnTo>
                  <a:lnTo>
                    <a:pt x="1610840" y="2351758"/>
                  </a:lnTo>
                  <a:lnTo>
                    <a:pt x="1611027" y="2349883"/>
                  </a:lnTo>
                  <a:lnTo>
                    <a:pt x="1611214" y="2348130"/>
                  </a:lnTo>
                  <a:lnTo>
                    <a:pt x="1611401" y="2346324"/>
                  </a:lnTo>
                  <a:lnTo>
                    <a:pt x="1611588" y="2344491"/>
                  </a:lnTo>
                  <a:lnTo>
                    <a:pt x="1611775" y="2342684"/>
                  </a:lnTo>
                  <a:lnTo>
                    <a:pt x="1611962" y="2341042"/>
                  </a:lnTo>
                  <a:lnTo>
                    <a:pt x="1612149" y="2339629"/>
                  </a:lnTo>
                  <a:lnTo>
                    <a:pt x="1612336" y="2338529"/>
                  </a:lnTo>
                  <a:lnTo>
                    <a:pt x="1612523" y="2337618"/>
                  </a:lnTo>
                  <a:lnTo>
                    <a:pt x="1612710" y="2336779"/>
                  </a:lnTo>
                  <a:lnTo>
                    <a:pt x="1612896" y="2336278"/>
                  </a:lnTo>
                  <a:lnTo>
                    <a:pt x="1613083" y="2335901"/>
                  </a:lnTo>
                  <a:lnTo>
                    <a:pt x="1613270" y="2335561"/>
                  </a:lnTo>
                  <a:lnTo>
                    <a:pt x="1613457" y="2335407"/>
                  </a:lnTo>
                  <a:lnTo>
                    <a:pt x="1613644" y="2335530"/>
                  </a:lnTo>
                  <a:lnTo>
                    <a:pt x="1613831" y="2335765"/>
                  </a:lnTo>
                  <a:lnTo>
                    <a:pt x="1614018" y="2336102"/>
                  </a:lnTo>
                  <a:lnTo>
                    <a:pt x="1614205" y="2336455"/>
                  </a:lnTo>
                  <a:lnTo>
                    <a:pt x="1614392" y="2336698"/>
                  </a:lnTo>
                  <a:lnTo>
                    <a:pt x="1614579" y="2336926"/>
                  </a:lnTo>
                  <a:lnTo>
                    <a:pt x="1614766" y="2336967"/>
                  </a:lnTo>
                  <a:lnTo>
                    <a:pt x="1614953" y="2337038"/>
                  </a:lnTo>
                  <a:lnTo>
                    <a:pt x="1615140" y="2337299"/>
                  </a:lnTo>
                  <a:lnTo>
                    <a:pt x="1615326" y="2337665"/>
                  </a:lnTo>
                  <a:lnTo>
                    <a:pt x="1615513" y="2337911"/>
                  </a:lnTo>
                  <a:lnTo>
                    <a:pt x="1615700" y="2337897"/>
                  </a:lnTo>
                  <a:lnTo>
                    <a:pt x="1615887" y="2337705"/>
                  </a:lnTo>
                  <a:lnTo>
                    <a:pt x="1616074" y="2337562"/>
                  </a:lnTo>
                  <a:lnTo>
                    <a:pt x="1616261" y="2337439"/>
                  </a:lnTo>
                  <a:lnTo>
                    <a:pt x="1616448" y="2337279"/>
                  </a:lnTo>
                  <a:lnTo>
                    <a:pt x="1616635" y="2337014"/>
                  </a:lnTo>
                  <a:lnTo>
                    <a:pt x="1616822" y="2336444"/>
                  </a:lnTo>
                  <a:lnTo>
                    <a:pt x="1617009" y="2335784"/>
                  </a:lnTo>
                  <a:lnTo>
                    <a:pt x="1617196" y="2335124"/>
                  </a:lnTo>
                  <a:lnTo>
                    <a:pt x="1617383" y="2334546"/>
                  </a:lnTo>
                  <a:lnTo>
                    <a:pt x="1617570" y="2334158"/>
                  </a:lnTo>
                  <a:lnTo>
                    <a:pt x="1617756" y="2333828"/>
                  </a:lnTo>
                  <a:lnTo>
                    <a:pt x="1617943" y="2333639"/>
                  </a:lnTo>
                  <a:lnTo>
                    <a:pt x="1618130" y="2333474"/>
                  </a:lnTo>
                  <a:lnTo>
                    <a:pt x="1618317" y="2333573"/>
                  </a:lnTo>
                  <a:lnTo>
                    <a:pt x="1618504" y="2333680"/>
                  </a:lnTo>
                  <a:lnTo>
                    <a:pt x="1618691" y="2333812"/>
                  </a:lnTo>
                  <a:lnTo>
                    <a:pt x="1618878" y="2333977"/>
                  </a:lnTo>
                  <a:lnTo>
                    <a:pt x="1619065" y="2334257"/>
                  </a:lnTo>
                  <a:lnTo>
                    <a:pt x="1619252" y="2334662"/>
                  </a:lnTo>
                  <a:lnTo>
                    <a:pt x="1619439" y="2335173"/>
                  </a:lnTo>
                  <a:lnTo>
                    <a:pt x="1619626" y="2335743"/>
                  </a:lnTo>
                  <a:lnTo>
                    <a:pt x="1619813" y="2336461"/>
                  </a:lnTo>
                  <a:lnTo>
                    <a:pt x="1619999" y="2337286"/>
                  </a:lnTo>
                  <a:lnTo>
                    <a:pt x="1620186" y="2338053"/>
                  </a:lnTo>
                  <a:lnTo>
                    <a:pt x="1620373" y="2338879"/>
                  </a:lnTo>
                  <a:lnTo>
                    <a:pt x="1620560" y="2339704"/>
                  </a:lnTo>
                  <a:lnTo>
                    <a:pt x="1620747" y="2340389"/>
                  </a:lnTo>
                  <a:lnTo>
                    <a:pt x="1620934" y="2341049"/>
                  </a:lnTo>
                  <a:lnTo>
                    <a:pt x="1621121" y="2341709"/>
                  </a:lnTo>
                  <a:lnTo>
                    <a:pt x="1621308" y="2342443"/>
                  </a:lnTo>
                  <a:lnTo>
                    <a:pt x="1621495" y="2343467"/>
                  </a:lnTo>
                  <a:lnTo>
                    <a:pt x="1621682" y="2344622"/>
                  </a:lnTo>
                  <a:lnTo>
                    <a:pt x="1621869" y="2345620"/>
                  </a:lnTo>
                  <a:lnTo>
                    <a:pt x="1622056" y="2346685"/>
                  </a:lnTo>
                  <a:lnTo>
                    <a:pt x="1622243" y="2347658"/>
                  </a:lnTo>
                  <a:lnTo>
                    <a:pt x="1622429" y="2348707"/>
                  </a:lnTo>
                  <a:lnTo>
                    <a:pt x="1622616" y="2349721"/>
                  </a:lnTo>
                  <a:lnTo>
                    <a:pt x="1622803" y="2350671"/>
                  </a:lnTo>
                  <a:lnTo>
                    <a:pt x="1622990" y="2351524"/>
                  </a:lnTo>
                  <a:lnTo>
                    <a:pt x="1623177" y="2352304"/>
                  </a:lnTo>
                  <a:lnTo>
                    <a:pt x="1623364" y="2353174"/>
                  </a:lnTo>
                  <a:lnTo>
                    <a:pt x="1623551" y="2354267"/>
                  </a:lnTo>
                  <a:lnTo>
                    <a:pt x="1623738" y="2355450"/>
                  </a:lnTo>
                  <a:lnTo>
                    <a:pt x="1623925" y="2356675"/>
                  </a:lnTo>
                  <a:lnTo>
                    <a:pt x="1624112" y="2358024"/>
                  </a:lnTo>
                  <a:lnTo>
                    <a:pt x="1624299" y="2359241"/>
                  </a:lnTo>
                  <a:lnTo>
                    <a:pt x="1624486" y="2360424"/>
                  </a:lnTo>
                  <a:lnTo>
                    <a:pt x="1624672" y="2361625"/>
                  </a:lnTo>
                  <a:lnTo>
                    <a:pt x="1624859" y="2362660"/>
                  </a:lnTo>
                  <a:lnTo>
                    <a:pt x="1625046" y="2363678"/>
                  </a:lnTo>
                  <a:lnTo>
                    <a:pt x="1625233" y="2364692"/>
                  </a:lnTo>
                  <a:lnTo>
                    <a:pt x="1625420" y="2365681"/>
                  </a:lnTo>
                  <a:lnTo>
                    <a:pt x="1625607" y="2366605"/>
                  </a:lnTo>
                  <a:lnTo>
                    <a:pt x="1625794" y="2367397"/>
                  </a:lnTo>
                  <a:lnTo>
                    <a:pt x="1625981" y="2368148"/>
                  </a:lnTo>
                  <a:lnTo>
                    <a:pt x="1626168" y="2368956"/>
                  </a:lnTo>
                  <a:lnTo>
                    <a:pt x="1626355" y="2369542"/>
                  </a:lnTo>
                  <a:lnTo>
                    <a:pt x="1626542" y="2369897"/>
                  </a:lnTo>
                  <a:lnTo>
                    <a:pt x="1626729" y="2370186"/>
                  </a:lnTo>
                  <a:lnTo>
                    <a:pt x="1626916" y="2370351"/>
                  </a:lnTo>
                  <a:lnTo>
                    <a:pt x="1627102" y="2370516"/>
                  </a:lnTo>
                  <a:lnTo>
                    <a:pt x="1627289" y="2370681"/>
                  </a:lnTo>
                  <a:lnTo>
                    <a:pt x="1627476" y="2370821"/>
                  </a:lnTo>
                  <a:lnTo>
                    <a:pt x="1627663" y="2370986"/>
                  </a:lnTo>
                  <a:lnTo>
                    <a:pt x="1627850" y="2371135"/>
                  </a:lnTo>
                  <a:lnTo>
                    <a:pt x="1628037" y="2371176"/>
                  </a:lnTo>
                  <a:lnTo>
                    <a:pt x="1628224" y="2370883"/>
                  </a:lnTo>
                  <a:lnTo>
                    <a:pt x="1628411" y="2370347"/>
                  </a:lnTo>
                  <a:lnTo>
                    <a:pt x="1628598" y="2369779"/>
                  </a:lnTo>
                  <a:lnTo>
                    <a:pt x="1628785" y="2369042"/>
                  </a:lnTo>
                  <a:lnTo>
                    <a:pt x="1628972" y="2368188"/>
                  </a:lnTo>
                  <a:lnTo>
                    <a:pt x="1629159" y="2367509"/>
                  </a:lnTo>
                  <a:lnTo>
                    <a:pt x="1629346" y="2366879"/>
                  </a:lnTo>
                  <a:lnTo>
                    <a:pt x="1629532" y="2366240"/>
                  </a:lnTo>
                  <a:lnTo>
                    <a:pt x="1629719" y="2365565"/>
                  </a:lnTo>
                  <a:lnTo>
                    <a:pt x="1629906" y="2364627"/>
                  </a:lnTo>
                  <a:lnTo>
                    <a:pt x="1630093" y="2363639"/>
                  </a:lnTo>
                  <a:lnTo>
                    <a:pt x="1630280" y="2362597"/>
                  </a:lnTo>
                  <a:lnTo>
                    <a:pt x="1630467" y="2361488"/>
                  </a:lnTo>
                  <a:lnTo>
                    <a:pt x="1630654" y="2360397"/>
                  </a:lnTo>
                  <a:lnTo>
                    <a:pt x="1630841" y="2359423"/>
                  </a:lnTo>
                  <a:lnTo>
                    <a:pt x="1631028" y="2358496"/>
                  </a:lnTo>
                  <a:lnTo>
                    <a:pt x="1631215" y="2357999"/>
                  </a:lnTo>
                  <a:lnTo>
                    <a:pt x="1631402" y="2357999"/>
                  </a:lnTo>
                  <a:lnTo>
                    <a:pt x="1631589" y="2358156"/>
                  </a:lnTo>
                  <a:lnTo>
                    <a:pt x="1631775" y="2358321"/>
                  </a:lnTo>
                  <a:lnTo>
                    <a:pt x="1631962" y="2358395"/>
                  </a:lnTo>
                  <a:lnTo>
                    <a:pt x="1632149" y="2358552"/>
                  </a:lnTo>
                  <a:lnTo>
                    <a:pt x="1632336" y="2358610"/>
                  </a:lnTo>
                  <a:lnTo>
                    <a:pt x="1632523" y="2358627"/>
                  </a:lnTo>
                  <a:lnTo>
                    <a:pt x="1632710" y="2358965"/>
                  </a:lnTo>
                  <a:lnTo>
                    <a:pt x="1632897" y="2359295"/>
                  </a:lnTo>
                  <a:lnTo>
                    <a:pt x="1633084" y="2359625"/>
                  </a:lnTo>
                  <a:lnTo>
                    <a:pt x="1633271" y="2359955"/>
                  </a:lnTo>
                  <a:lnTo>
                    <a:pt x="1633458" y="2360285"/>
                  </a:lnTo>
                  <a:lnTo>
                    <a:pt x="1633645" y="2360615"/>
                  </a:lnTo>
                  <a:lnTo>
                    <a:pt x="1633832" y="2360937"/>
                  </a:lnTo>
                  <a:lnTo>
                    <a:pt x="1634019" y="2361094"/>
                  </a:lnTo>
                  <a:lnTo>
                    <a:pt x="1634205" y="2361259"/>
                  </a:lnTo>
                  <a:lnTo>
                    <a:pt x="1634392" y="2361424"/>
                  </a:lnTo>
                  <a:lnTo>
                    <a:pt x="1634579" y="2361589"/>
                  </a:lnTo>
                  <a:lnTo>
                    <a:pt x="1634766" y="2361605"/>
                  </a:lnTo>
                  <a:lnTo>
                    <a:pt x="1634953" y="2361605"/>
                  </a:lnTo>
                  <a:lnTo>
                    <a:pt x="1635140" y="2361721"/>
                  </a:lnTo>
                  <a:lnTo>
                    <a:pt x="1635327" y="2361886"/>
                  </a:lnTo>
                  <a:lnTo>
                    <a:pt x="1635514" y="2361977"/>
                  </a:lnTo>
                  <a:lnTo>
                    <a:pt x="1635701" y="2361985"/>
                  </a:lnTo>
                  <a:lnTo>
                    <a:pt x="1635888" y="2361901"/>
                  </a:lnTo>
                  <a:lnTo>
                    <a:pt x="1636075" y="2361616"/>
                  </a:lnTo>
                  <a:lnTo>
                    <a:pt x="1636262" y="2361415"/>
                  </a:lnTo>
                  <a:lnTo>
                    <a:pt x="1636449" y="2361186"/>
                  </a:lnTo>
                  <a:lnTo>
                    <a:pt x="1636635" y="2361034"/>
                  </a:lnTo>
                  <a:lnTo>
                    <a:pt x="1636822" y="2360578"/>
                  </a:lnTo>
                  <a:lnTo>
                    <a:pt x="1637009" y="2359994"/>
                  </a:lnTo>
                  <a:lnTo>
                    <a:pt x="1637196" y="2359421"/>
                  </a:lnTo>
                  <a:lnTo>
                    <a:pt x="1637383" y="2358742"/>
                  </a:lnTo>
                  <a:lnTo>
                    <a:pt x="1637570" y="2357969"/>
                  </a:lnTo>
                  <a:lnTo>
                    <a:pt x="1637757" y="2357294"/>
                  </a:lnTo>
                  <a:lnTo>
                    <a:pt x="1637944" y="2356390"/>
                  </a:lnTo>
                  <a:lnTo>
                    <a:pt x="1638131" y="2355616"/>
                  </a:lnTo>
                  <a:lnTo>
                    <a:pt x="1638318" y="2355185"/>
                  </a:lnTo>
                  <a:lnTo>
                    <a:pt x="1638505" y="2354865"/>
                  </a:lnTo>
                  <a:lnTo>
                    <a:pt x="1638692" y="2354376"/>
                  </a:lnTo>
                  <a:lnTo>
                    <a:pt x="1638878" y="2353909"/>
                  </a:lnTo>
                  <a:lnTo>
                    <a:pt x="1639065" y="2353544"/>
                  </a:lnTo>
                  <a:lnTo>
                    <a:pt x="1639252" y="2353260"/>
                  </a:lnTo>
                  <a:lnTo>
                    <a:pt x="1639439" y="2353008"/>
                  </a:lnTo>
                  <a:lnTo>
                    <a:pt x="1639626" y="2352923"/>
                  </a:lnTo>
                  <a:lnTo>
                    <a:pt x="1639813" y="2352780"/>
                  </a:lnTo>
                  <a:lnTo>
                    <a:pt x="1640000" y="2352567"/>
                  </a:lnTo>
                  <a:lnTo>
                    <a:pt x="1640187" y="2352425"/>
                  </a:lnTo>
                  <a:lnTo>
                    <a:pt x="1640374" y="2352346"/>
                  </a:lnTo>
                  <a:lnTo>
                    <a:pt x="1640561" y="2352257"/>
                  </a:lnTo>
                  <a:lnTo>
                    <a:pt x="1640748" y="2351988"/>
                  </a:lnTo>
                  <a:lnTo>
                    <a:pt x="1640935" y="2351920"/>
                  </a:lnTo>
                  <a:lnTo>
                    <a:pt x="1641122" y="2351430"/>
                  </a:lnTo>
                  <a:lnTo>
                    <a:pt x="1641308" y="2350528"/>
                  </a:lnTo>
                  <a:lnTo>
                    <a:pt x="1641495" y="2349750"/>
                  </a:lnTo>
                  <a:lnTo>
                    <a:pt x="1641682" y="2349049"/>
                  </a:lnTo>
                  <a:lnTo>
                    <a:pt x="1641869" y="2347963"/>
                  </a:lnTo>
                  <a:lnTo>
                    <a:pt x="1642056" y="2347262"/>
                  </a:lnTo>
                  <a:lnTo>
                    <a:pt x="1642243" y="2346602"/>
                  </a:lnTo>
                  <a:lnTo>
                    <a:pt x="1642430" y="2346032"/>
                  </a:lnTo>
                  <a:lnTo>
                    <a:pt x="1642617" y="2345277"/>
                  </a:lnTo>
                  <a:lnTo>
                    <a:pt x="1642804" y="2344848"/>
                  </a:lnTo>
                  <a:lnTo>
                    <a:pt x="1642991" y="2344703"/>
                  </a:lnTo>
                  <a:lnTo>
                    <a:pt x="1643178" y="2344711"/>
                  </a:lnTo>
                  <a:lnTo>
                    <a:pt x="1643365" y="2345022"/>
                  </a:lnTo>
                  <a:lnTo>
                    <a:pt x="1643551" y="2345430"/>
                  </a:lnTo>
                  <a:lnTo>
                    <a:pt x="1643738" y="2345838"/>
                  </a:lnTo>
                  <a:lnTo>
                    <a:pt x="1643925" y="2346257"/>
                  </a:lnTo>
                  <a:lnTo>
                    <a:pt x="1644112" y="2347333"/>
                  </a:lnTo>
                  <a:lnTo>
                    <a:pt x="1644299" y="2348285"/>
                  </a:lnTo>
                  <a:lnTo>
                    <a:pt x="1644486" y="2349230"/>
                  </a:lnTo>
                  <a:lnTo>
                    <a:pt x="1644673" y="2350054"/>
                  </a:lnTo>
                  <a:lnTo>
                    <a:pt x="1644860" y="2350833"/>
                  </a:lnTo>
                  <a:lnTo>
                    <a:pt x="1645047" y="2351727"/>
                  </a:lnTo>
                  <a:lnTo>
                    <a:pt x="1645234" y="2352772"/>
                  </a:lnTo>
                  <a:lnTo>
                    <a:pt x="1645421" y="2353868"/>
                  </a:lnTo>
                  <a:lnTo>
                    <a:pt x="1645608" y="2355117"/>
                  </a:lnTo>
                  <a:lnTo>
                    <a:pt x="1645795" y="2356504"/>
                  </a:lnTo>
                  <a:lnTo>
                    <a:pt x="1645981" y="2357823"/>
                  </a:lnTo>
                  <a:lnTo>
                    <a:pt x="1646168" y="2358834"/>
                  </a:lnTo>
                  <a:lnTo>
                    <a:pt x="1646355" y="2359620"/>
                  </a:lnTo>
                  <a:lnTo>
                    <a:pt x="1646542" y="2360392"/>
                  </a:lnTo>
                  <a:lnTo>
                    <a:pt x="1646729" y="2361378"/>
                  </a:lnTo>
                  <a:lnTo>
                    <a:pt x="1646916" y="2362263"/>
                  </a:lnTo>
                  <a:lnTo>
                    <a:pt x="1647103" y="2363237"/>
                  </a:lnTo>
                  <a:lnTo>
                    <a:pt x="1647290" y="2364147"/>
                  </a:lnTo>
                  <a:lnTo>
                    <a:pt x="1647477" y="2365217"/>
                  </a:lnTo>
                  <a:lnTo>
                    <a:pt x="1647664" y="2366373"/>
                  </a:lnTo>
                  <a:lnTo>
                    <a:pt x="1647851" y="2367578"/>
                  </a:lnTo>
                  <a:lnTo>
                    <a:pt x="1648038" y="2368822"/>
                  </a:lnTo>
                  <a:lnTo>
                    <a:pt x="1648225" y="2370326"/>
                  </a:lnTo>
                  <a:lnTo>
                    <a:pt x="1648411" y="2371853"/>
                  </a:lnTo>
                  <a:lnTo>
                    <a:pt x="1648598" y="2373488"/>
                  </a:lnTo>
                  <a:lnTo>
                    <a:pt x="1648785" y="2375233"/>
                  </a:lnTo>
                  <a:lnTo>
                    <a:pt x="1648972" y="2377146"/>
                  </a:lnTo>
                  <a:lnTo>
                    <a:pt x="1649159" y="2379207"/>
                  </a:lnTo>
                  <a:lnTo>
                    <a:pt x="1649346" y="2381154"/>
                  </a:lnTo>
                  <a:lnTo>
                    <a:pt x="1649533" y="2382989"/>
                  </a:lnTo>
                  <a:lnTo>
                    <a:pt x="1649720" y="2384913"/>
                  </a:lnTo>
                  <a:lnTo>
                    <a:pt x="1649907" y="2386650"/>
                  </a:lnTo>
                  <a:lnTo>
                    <a:pt x="1650094" y="2388314"/>
                  </a:lnTo>
                  <a:lnTo>
                    <a:pt x="1650281" y="2389730"/>
                  </a:lnTo>
                  <a:lnTo>
                    <a:pt x="1650468" y="2391098"/>
                  </a:lnTo>
                  <a:lnTo>
                    <a:pt x="1650654" y="2392280"/>
                  </a:lnTo>
                  <a:lnTo>
                    <a:pt x="1650841" y="2393209"/>
                  </a:lnTo>
                  <a:lnTo>
                    <a:pt x="1651028" y="2393911"/>
                  </a:lnTo>
                  <a:lnTo>
                    <a:pt x="1651215" y="2394345"/>
                  </a:lnTo>
                  <a:lnTo>
                    <a:pt x="1651402" y="2394503"/>
                  </a:lnTo>
                  <a:lnTo>
                    <a:pt x="1651589" y="2394897"/>
                  </a:lnTo>
                  <a:lnTo>
                    <a:pt x="1651776" y="2395298"/>
                  </a:lnTo>
                  <a:lnTo>
                    <a:pt x="1651963" y="2395271"/>
                  </a:lnTo>
                  <a:lnTo>
                    <a:pt x="1652150" y="2395156"/>
                  </a:lnTo>
                  <a:lnTo>
                    <a:pt x="1652337" y="2394887"/>
                  </a:lnTo>
                  <a:lnTo>
                    <a:pt x="1652524" y="2394278"/>
                  </a:lnTo>
                  <a:lnTo>
                    <a:pt x="1652711" y="2393354"/>
                  </a:lnTo>
                  <a:lnTo>
                    <a:pt x="1652898" y="2392549"/>
                  </a:lnTo>
                  <a:lnTo>
                    <a:pt x="1653084" y="2391781"/>
                  </a:lnTo>
                  <a:lnTo>
                    <a:pt x="1653271" y="2391085"/>
                  </a:lnTo>
                  <a:lnTo>
                    <a:pt x="1653458" y="2390394"/>
                  </a:lnTo>
                  <a:lnTo>
                    <a:pt x="1653645" y="2389756"/>
                  </a:lnTo>
                  <a:lnTo>
                    <a:pt x="1653832" y="2389118"/>
                  </a:lnTo>
                  <a:lnTo>
                    <a:pt x="1654019" y="2388423"/>
                  </a:lnTo>
                  <a:lnTo>
                    <a:pt x="1654206" y="2387753"/>
                  </a:lnTo>
                  <a:lnTo>
                    <a:pt x="1654393" y="2386903"/>
                  </a:lnTo>
                  <a:lnTo>
                    <a:pt x="1654580" y="2385096"/>
                  </a:lnTo>
                  <a:lnTo>
                    <a:pt x="1654767" y="2383767"/>
                  </a:lnTo>
                  <a:lnTo>
                    <a:pt x="1654954" y="2382505"/>
                  </a:lnTo>
                  <a:lnTo>
                    <a:pt x="1655141" y="2381184"/>
                  </a:lnTo>
                  <a:lnTo>
                    <a:pt x="1655328" y="2380070"/>
                  </a:lnTo>
                  <a:lnTo>
                    <a:pt x="1655514" y="2379163"/>
                  </a:lnTo>
                  <a:lnTo>
                    <a:pt x="1655701" y="2377834"/>
                  </a:lnTo>
                  <a:lnTo>
                    <a:pt x="1655888" y="2376406"/>
                  </a:lnTo>
                  <a:lnTo>
                    <a:pt x="1656075" y="2374954"/>
                  </a:lnTo>
                  <a:lnTo>
                    <a:pt x="1656262" y="2373469"/>
                  </a:lnTo>
                  <a:lnTo>
                    <a:pt x="1656449" y="2371983"/>
                  </a:lnTo>
                  <a:lnTo>
                    <a:pt x="1656636" y="2370539"/>
                  </a:lnTo>
                  <a:lnTo>
                    <a:pt x="1656823" y="2369351"/>
                  </a:lnTo>
                  <a:lnTo>
                    <a:pt x="1657010" y="2368815"/>
                  </a:lnTo>
                  <a:lnTo>
                    <a:pt x="1657197" y="2368526"/>
                  </a:lnTo>
                  <a:lnTo>
                    <a:pt x="1657384" y="2368476"/>
                  </a:lnTo>
                  <a:lnTo>
                    <a:pt x="1657571" y="2368468"/>
                  </a:lnTo>
                  <a:lnTo>
                    <a:pt x="1657757" y="2368303"/>
                  </a:lnTo>
                  <a:lnTo>
                    <a:pt x="1657944" y="2368138"/>
                  </a:lnTo>
                  <a:lnTo>
                    <a:pt x="1658131" y="2367973"/>
                  </a:lnTo>
                  <a:lnTo>
                    <a:pt x="1658318" y="2367891"/>
                  </a:lnTo>
                  <a:lnTo>
                    <a:pt x="1658505" y="2367965"/>
                  </a:lnTo>
                  <a:lnTo>
                    <a:pt x="1658692" y="2368056"/>
                  </a:lnTo>
                  <a:lnTo>
                    <a:pt x="1658879" y="2367990"/>
                  </a:lnTo>
                  <a:lnTo>
                    <a:pt x="1659066" y="2367824"/>
                  </a:lnTo>
                  <a:lnTo>
                    <a:pt x="1659253" y="2367659"/>
                  </a:lnTo>
                  <a:lnTo>
                    <a:pt x="1659440" y="2367494"/>
                  </a:lnTo>
                  <a:lnTo>
                    <a:pt x="1659627" y="2367329"/>
                  </a:lnTo>
                  <a:lnTo>
                    <a:pt x="1659814" y="2366917"/>
                  </a:lnTo>
                  <a:lnTo>
                    <a:pt x="1660001" y="2366340"/>
                  </a:lnTo>
                  <a:lnTo>
                    <a:pt x="1660187" y="2365868"/>
                  </a:lnTo>
                  <a:lnTo>
                    <a:pt x="1660374" y="2365493"/>
                  </a:lnTo>
                  <a:lnTo>
                    <a:pt x="1660561" y="2365300"/>
                  </a:lnTo>
                  <a:lnTo>
                    <a:pt x="1660748" y="2365106"/>
                  </a:lnTo>
                  <a:lnTo>
                    <a:pt x="1660935" y="2364913"/>
                  </a:lnTo>
                  <a:lnTo>
                    <a:pt x="1661122" y="2364720"/>
                  </a:lnTo>
                  <a:lnTo>
                    <a:pt x="1661309" y="2364526"/>
                  </a:lnTo>
                  <a:lnTo>
                    <a:pt x="1661496" y="2364333"/>
                  </a:lnTo>
                  <a:lnTo>
                    <a:pt x="1661683" y="2364139"/>
                  </a:lnTo>
                  <a:lnTo>
                    <a:pt x="1661870" y="2363946"/>
                  </a:lnTo>
                  <a:lnTo>
                    <a:pt x="1662057" y="2363752"/>
                  </a:lnTo>
                  <a:lnTo>
                    <a:pt x="1662244" y="2363559"/>
                  </a:lnTo>
                  <a:lnTo>
                    <a:pt x="1662430" y="2363365"/>
                  </a:lnTo>
                  <a:lnTo>
                    <a:pt x="1662617" y="2363119"/>
                  </a:lnTo>
                  <a:lnTo>
                    <a:pt x="1662804" y="2362955"/>
                  </a:lnTo>
                  <a:lnTo>
                    <a:pt x="1662991" y="2362576"/>
                  </a:lnTo>
                  <a:lnTo>
                    <a:pt x="1663178" y="2362271"/>
                  </a:lnTo>
                  <a:lnTo>
                    <a:pt x="1663365" y="2361694"/>
                  </a:lnTo>
                  <a:lnTo>
                    <a:pt x="1663552" y="2361033"/>
                  </a:lnTo>
                  <a:lnTo>
                    <a:pt x="1663739" y="2360373"/>
                  </a:lnTo>
                  <a:lnTo>
                    <a:pt x="1663926" y="2359705"/>
                  </a:lnTo>
                  <a:lnTo>
                    <a:pt x="1664113" y="2359003"/>
                  </a:lnTo>
                  <a:lnTo>
                    <a:pt x="1664300" y="2358178"/>
                  </a:lnTo>
                  <a:lnTo>
                    <a:pt x="1664487" y="2357196"/>
                  </a:lnTo>
                  <a:lnTo>
                    <a:pt x="1664674" y="2356132"/>
                  </a:lnTo>
                  <a:lnTo>
                    <a:pt x="1664860" y="2354853"/>
                  </a:lnTo>
                  <a:lnTo>
                    <a:pt x="1665047" y="2353442"/>
                  </a:lnTo>
                  <a:lnTo>
                    <a:pt x="1665234" y="2351742"/>
                  </a:lnTo>
                  <a:lnTo>
                    <a:pt x="1665421" y="2349918"/>
                  </a:lnTo>
                  <a:lnTo>
                    <a:pt x="1665608" y="2348078"/>
                  </a:lnTo>
                  <a:lnTo>
                    <a:pt x="1665795" y="2346205"/>
                  </a:lnTo>
                  <a:lnTo>
                    <a:pt x="1665982" y="2343985"/>
                  </a:lnTo>
                  <a:lnTo>
                    <a:pt x="1666169" y="2342079"/>
                  </a:lnTo>
                  <a:lnTo>
                    <a:pt x="1666356" y="2340264"/>
                  </a:lnTo>
                  <a:lnTo>
                    <a:pt x="1666543" y="2338399"/>
                  </a:lnTo>
                  <a:lnTo>
                    <a:pt x="1666730" y="2336088"/>
                  </a:lnTo>
                  <a:lnTo>
                    <a:pt x="1666917" y="2333728"/>
                  </a:lnTo>
                  <a:lnTo>
                    <a:pt x="1667104" y="2331599"/>
                  </a:lnTo>
                  <a:lnTo>
                    <a:pt x="1667290" y="2329742"/>
                  </a:lnTo>
                  <a:lnTo>
                    <a:pt x="1667477" y="2327836"/>
                  </a:lnTo>
                  <a:lnTo>
                    <a:pt x="1667664" y="2326145"/>
                  </a:lnTo>
                  <a:lnTo>
                    <a:pt x="1667851" y="2324156"/>
                  </a:lnTo>
                  <a:lnTo>
                    <a:pt x="1668038" y="2322085"/>
                  </a:lnTo>
                  <a:lnTo>
                    <a:pt x="1668225" y="2320195"/>
                  </a:lnTo>
                  <a:lnTo>
                    <a:pt x="1668412" y="2318404"/>
                  </a:lnTo>
                  <a:lnTo>
                    <a:pt x="1668599" y="2316779"/>
                  </a:lnTo>
                  <a:lnTo>
                    <a:pt x="1668786" y="2315508"/>
                  </a:lnTo>
                  <a:lnTo>
                    <a:pt x="1668973" y="2313998"/>
                  </a:lnTo>
                  <a:lnTo>
                    <a:pt x="1669160" y="2312084"/>
                  </a:lnTo>
                  <a:lnTo>
                    <a:pt x="1669347" y="2309789"/>
                  </a:lnTo>
                  <a:lnTo>
                    <a:pt x="1669533" y="2307619"/>
                  </a:lnTo>
                  <a:lnTo>
                    <a:pt x="1669720" y="2305292"/>
                  </a:lnTo>
                  <a:lnTo>
                    <a:pt x="1669907" y="2302652"/>
                  </a:lnTo>
                  <a:lnTo>
                    <a:pt x="1670094" y="2299764"/>
                  </a:lnTo>
                  <a:lnTo>
                    <a:pt x="1670281" y="2296958"/>
                  </a:lnTo>
                  <a:lnTo>
                    <a:pt x="1670468" y="2293773"/>
                  </a:lnTo>
                  <a:lnTo>
                    <a:pt x="1670655" y="2290843"/>
                  </a:lnTo>
                  <a:lnTo>
                    <a:pt x="1670842" y="2288178"/>
                  </a:lnTo>
                  <a:lnTo>
                    <a:pt x="1671029" y="2285537"/>
                  </a:lnTo>
                  <a:lnTo>
                    <a:pt x="1671216" y="2282897"/>
                  </a:lnTo>
                  <a:lnTo>
                    <a:pt x="1671403" y="2280256"/>
                  </a:lnTo>
                  <a:lnTo>
                    <a:pt x="1671590" y="2277558"/>
                  </a:lnTo>
                  <a:lnTo>
                    <a:pt x="1671777" y="2274661"/>
                  </a:lnTo>
                  <a:lnTo>
                    <a:pt x="1671963" y="2271856"/>
                  </a:lnTo>
                  <a:lnTo>
                    <a:pt x="1672150" y="2269322"/>
                  </a:lnTo>
                  <a:lnTo>
                    <a:pt x="1672337" y="2266913"/>
                  </a:lnTo>
                  <a:lnTo>
                    <a:pt x="1672524" y="2264561"/>
                  </a:lnTo>
                  <a:lnTo>
                    <a:pt x="1672711" y="2262399"/>
                  </a:lnTo>
                  <a:lnTo>
                    <a:pt x="1672898" y="2260204"/>
                  </a:lnTo>
                  <a:lnTo>
                    <a:pt x="1673085" y="2258199"/>
                  </a:lnTo>
                  <a:lnTo>
                    <a:pt x="1673272" y="2256682"/>
                  </a:lnTo>
                  <a:lnTo>
                    <a:pt x="1673459" y="2255333"/>
                  </a:lnTo>
                  <a:lnTo>
                    <a:pt x="1673646" y="2253752"/>
                  </a:lnTo>
                  <a:lnTo>
                    <a:pt x="1673833" y="2252165"/>
                  </a:lnTo>
                  <a:lnTo>
                    <a:pt x="1674020" y="2250502"/>
                  </a:lnTo>
                  <a:lnTo>
                    <a:pt x="1674207" y="2249044"/>
                  </a:lnTo>
                  <a:lnTo>
                    <a:pt x="1674393" y="2247820"/>
                  </a:lnTo>
                  <a:lnTo>
                    <a:pt x="1674580" y="2247032"/>
                  </a:lnTo>
                  <a:lnTo>
                    <a:pt x="1674767" y="2246654"/>
                  </a:lnTo>
                  <a:lnTo>
                    <a:pt x="1674954" y="2246528"/>
                  </a:lnTo>
                  <a:lnTo>
                    <a:pt x="1675141" y="2246510"/>
                  </a:lnTo>
                  <a:lnTo>
                    <a:pt x="1675328" y="2246765"/>
                  </a:lnTo>
                  <a:lnTo>
                    <a:pt x="1675515" y="2247072"/>
                  </a:lnTo>
                  <a:lnTo>
                    <a:pt x="1675702" y="2247515"/>
                  </a:lnTo>
                  <a:lnTo>
                    <a:pt x="1675889" y="2248088"/>
                  </a:lnTo>
                  <a:lnTo>
                    <a:pt x="1676076" y="2248566"/>
                  </a:lnTo>
                  <a:lnTo>
                    <a:pt x="1676263" y="2249172"/>
                  </a:lnTo>
                  <a:lnTo>
                    <a:pt x="1676450" y="2249785"/>
                  </a:lnTo>
                  <a:lnTo>
                    <a:pt x="1676636" y="2250183"/>
                  </a:lnTo>
                  <a:lnTo>
                    <a:pt x="1676823" y="2250551"/>
                  </a:lnTo>
                  <a:lnTo>
                    <a:pt x="1677010" y="2250751"/>
                  </a:lnTo>
                  <a:lnTo>
                    <a:pt x="1677197" y="2250845"/>
                  </a:lnTo>
                  <a:lnTo>
                    <a:pt x="1677384" y="2250747"/>
                  </a:lnTo>
                  <a:lnTo>
                    <a:pt x="1677571" y="2250578"/>
                  </a:lnTo>
                  <a:lnTo>
                    <a:pt x="1677758" y="2250231"/>
                  </a:lnTo>
                  <a:lnTo>
                    <a:pt x="1677945" y="2249845"/>
                  </a:lnTo>
                  <a:lnTo>
                    <a:pt x="1678132" y="2249302"/>
                  </a:lnTo>
                  <a:lnTo>
                    <a:pt x="1678319" y="2248348"/>
                  </a:lnTo>
                  <a:lnTo>
                    <a:pt x="1678506" y="2247361"/>
                  </a:lnTo>
                  <a:lnTo>
                    <a:pt x="1678693" y="2246330"/>
                  </a:lnTo>
                  <a:lnTo>
                    <a:pt x="1678880" y="2244922"/>
                  </a:lnTo>
                  <a:lnTo>
                    <a:pt x="1679066" y="2243235"/>
                  </a:lnTo>
                  <a:lnTo>
                    <a:pt x="1679253" y="2242063"/>
                  </a:lnTo>
                  <a:lnTo>
                    <a:pt x="1679440" y="2241073"/>
                  </a:lnTo>
                  <a:lnTo>
                    <a:pt x="1679627" y="2240083"/>
                  </a:lnTo>
                  <a:lnTo>
                    <a:pt x="1679814" y="2239002"/>
                  </a:lnTo>
                  <a:lnTo>
                    <a:pt x="1680001" y="2237838"/>
                  </a:lnTo>
                  <a:lnTo>
                    <a:pt x="1680188" y="2236576"/>
                  </a:lnTo>
                  <a:lnTo>
                    <a:pt x="1680375" y="2235008"/>
                  </a:lnTo>
                  <a:lnTo>
                    <a:pt x="1680562" y="2233767"/>
                  </a:lnTo>
                  <a:lnTo>
                    <a:pt x="1680749" y="2232191"/>
                  </a:lnTo>
                  <a:lnTo>
                    <a:pt x="1680936" y="2230515"/>
                  </a:lnTo>
                  <a:lnTo>
                    <a:pt x="1681123" y="2229038"/>
                  </a:lnTo>
                  <a:lnTo>
                    <a:pt x="1681309" y="2227668"/>
                  </a:lnTo>
                  <a:lnTo>
                    <a:pt x="1681496" y="2226220"/>
                  </a:lnTo>
                  <a:lnTo>
                    <a:pt x="1681683" y="2224872"/>
                  </a:lnTo>
                  <a:lnTo>
                    <a:pt x="1681870" y="2223693"/>
                  </a:lnTo>
                  <a:lnTo>
                    <a:pt x="1682057" y="2222383"/>
                  </a:lnTo>
                  <a:lnTo>
                    <a:pt x="1682244" y="2221012"/>
                  </a:lnTo>
                  <a:lnTo>
                    <a:pt x="1682431" y="2219420"/>
                  </a:lnTo>
                  <a:lnTo>
                    <a:pt x="1682618" y="2217634"/>
                  </a:lnTo>
                  <a:lnTo>
                    <a:pt x="1682805" y="2215590"/>
                  </a:lnTo>
                  <a:lnTo>
                    <a:pt x="1682992" y="2213547"/>
                  </a:lnTo>
                  <a:lnTo>
                    <a:pt x="1683179" y="2211635"/>
                  </a:lnTo>
                  <a:lnTo>
                    <a:pt x="1683366" y="2209841"/>
                  </a:lnTo>
                  <a:lnTo>
                    <a:pt x="1683553" y="2208278"/>
                  </a:lnTo>
                  <a:lnTo>
                    <a:pt x="1683739" y="2207015"/>
                  </a:lnTo>
                  <a:lnTo>
                    <a:pt x="1683926" y="2205645"/>
                  </a:lnTo>
                  <a:lnTo>
                    <a:pt x="1684113" y="2204082"/>
                  </a:lnTo>
                  <a:lnTo>
                    <a:pt x="1684300" y="2202338"/>
                  </a:lnTo>
                  <a:lnTo>
                    <a:pt x="1684487" y="2200595"/>
                  </a:lnTo>
                  <a:lnTo>
                    <a:pt x="1684674" y="2199151"/>
                  </a:lnTo>
                  <a:lnTo>
                    <a:pt x="1684861" y="2197772"/>
                  </a:lnTo>
                  <a:lnTo>
                    <a:pt x="1685048" y="2196375"/>
                  </a:lnTo>
                  <a:lnTo>
                    <a:pt x="1685235" y="2195201"/>
                  </a:lnTo>
                  <a:lnTo>
                    <a:pt x="1685422" y="2194123"/>
                  </a:lnTo>
                  <a:lnTo>
                    <a:pt x="1685609" y="2193141"/>
                  </a:lnTo>
                  <a:lnTo>
                    <a:pt x="1685796" y="2191984"/>
                  </a:lnTo>
                  <a:lnTo>
                    <a:pt x="1685983" y="2190684"/>
                  </a:lnTo>
                  <a:lnTo>
                    <a:pt x="1686169" y="2189403"/>
                  </a:lnTo>
                  <a:lnTo>
                    <a:pt x="1686356" y="2188067"/>
                  </a:lnTo>
                  <a:lnTo>
                    <a:pt x="1686543" y="2186493"/>
                  </a:lnTo>
                  <a:lnTo>
                    <a:pt x="1686730" y="2184224"/>
                  </a:lnTo>
                  <a:lnTo>
                    <a:pt x="1686917" y="2181955"/>
                  </a:lnTo>
                  <a:lnTo>
                    <a:pt x="1687104" y="2179826"/>
                  </a:lnTo>
                  <a:lnTo>
                    <a:pt x="1687291" y="2177680"/>
                  </a:lnTo>
                  <a:lnTo>
                    <a:pt x="1687478" y="2175386"/>
                  </a:lnTo>
                  <a:lnTo>
                    <a:pt x="1687665" y="2172770"/>
                  </a:lnTo>
                  <a:lnTo>
                    <a:pt x="1687852" y="2170130"/>
                  </a:lnTo>
                  <a:lnTo>
                    <a:pt x="1688039" y="2167506"/>
                  </a:lnTo>
                  <a:lnTo>
                    <a:pt x="1688226" y="2164890"/>
                  </a:lnTo>
                  <a:lnTo>
                    <a:pt x="1688412" y="2162060"/>
                  </a:lnTo>
                  <a:lnTo>
                    <a:pt x="1688599" y="2159138"/>
                  </a:lnTo>
                  <a:lnTo>
                    <a:pt x="1688786" y="2156424"/>
                  </a:lnTo>
                  <a:lnTo>
                    <a:pt x="1688973" y="2153907"/>
                  </a:lnTo>
                  <a:lnTo>
                    <a:pt x="1689160" y="2151232"/>
                  </a:lnTo>
                  <a:lnTo>
                    <a:pt x="1689347" y="2149562"/>
                  </a:lnTo>
                  <a:lnTo>
                    <a:pt x="1689534" y="2147777"/>
                  </a:lnTo>
                  <a:lnTo>
                    <a:pt x="1689721" y="2145834"/>
                  </a:lnTo>
                  <a:lnTo>
                    <a:pt x="1689908" y="2143908"/>
                  </a:lnTo>
                  <a:lnTo>
                    <a:pt x="1690095" y="2142029"/>
                  </a:lnTo>
                  <a:lnTo>
                    <a:pt x="1690282" y="2140126"/>
                  </a:lnTo>
                  <a:lnTo>
                    <a:pt x="1690469" y="2138328"/>
                  </a:lnTo>
                  <a:lnTo>
                    <a:pt x="1690656" y="2136239"/>
                  </a:lnTo>
                  <a:lnTo>
                    <a:pt x="1690842" y="2133770"/>
                  </a:lnTo>
                  <a:lnTo>
                    <a:pt x="1691029" y="2131110"/>
                  </a:lnTo>
                  <a:lnTo>
                    <a:pt x="1691216" y="2128615"/>
                  </a:lnTo>
                  <a:lnTo>
                    <a:pt x="1691403" y="2126425"/>
                  </a:lnTo>
                  <a:lnTo>
                    <a:pt x="1691590" y="2124409"/>
                  </a:lnTo>
                  <a:lnTo>
                    <a:pt x="1691777" y="2122891"/>
                  </a:lnTo>
                  <a:lnTo>
                    <a:pt x="1691964" y="2121058"/>
                  </a:lnTo>
                  <a:lnTo>
                    <a:pt x="1692151" y="2118576"/>
                  </a:lnTo>
                  <a:lnTo>
                    <a:pt x="1692338" y="2115836"/>
                  </a:lnTo>
                  <a:lnTo>
                    <a:pt x="1692525" y="2111619"/>
                  </a:lnTo>
                  <a:lnTo>
                    <a:pt x="1692712" y="2107278"/>
                  </a:lnTo>
                  <a:lnTo>
                    <a:pt x="1692899" y="2102897"/>
                  </a:lnTo>
                  <a:lnTo>
                    <a:pt x="1693085" y="2098433"/>
                  </a:lnTo>
                  <a:lnTo>
                    <a:pt x="1693272" y="2093696"/>
                  </a:lnTo>
                  <a:lnTo>
                    <a:pt x="1693459" y="2089141"/>
                  </a:lnTo>
                  <a:lnTo>
                    <a:pt x="1693646" y="2084751"/>
                  </a:lnTo>
                  <a:lnTo>
                    <a:pt x="1693833" y="2080468"/>
                  </a:lnTo>
                  <a:lnTo>
                    <a:pt x="1694020" y="2076359"/>
                  </a:lnTo>
                  <a:lnTo>
                    <a:pt x="1694207" y="2072183"/>
                  </a:lnTo>
                  <a:lnTo>
                    <a:pt x="1694394" y="2067777"/>
                  </a:lnTo>
                  <a:lnTo>
                    <a:pt x="1694581" y="2063164"/>
                  </a:lnTo>
                  <a:lnTo>
                    <a:pt x="1694768" y="2058923"/>
                  </a:lnTo>
                  <a:lnTo>
                    <a:pt x="1694955" y="2055119"/>
                  </a:lnTo>
                  <a:lnTo>
                    <a:pt x="1695142" y="2051942"/>
                  </a:lnTo>
                  <a:lnTo>
                    <a:pt x="1695329" y="2048666"/>
                  </a:lnTo>
                  <a:lnTo>
                    <a:pt x="1695515" y="2045126"/>
                  </a:lnTo>
                  <a:lnTo>
                    <a:pt x="1695702" y="2041404"/>
                  </a:lnTo>
                  <a:lnTo>
                    <a:pt x="1695889" y="2037377"/>
                  </a:lnTo>
                  <a:lnTo>
                    <a:pt x="1696076" y="2033449"/>
                  </a:lnTo>
                  <a:lnTo>
                    <a:pt x="1696263" y="2029637"/>
                  </a:lnTo>
                  <a:lnTo>
                    <a:pt x="1696450" y="2026196"/>
                  </a:lnTo>
                  <a:lnTo>
                    <a:pt x="1696637" y="2022557"/>
                  </a:lnTo>
                  <a:lnTo>
                    <a:pt x="1696824" y="2018431"/>
                  </a:lnTo>
                  <a:lnTo>
                    <a:pt x="1697011" y="2014099"/>
                  </a:lnTo>
                  <a:lnTo>
                    <a:pt x="1697198" y="2009461"/>
                  </a:lnTo>
                  <a:lnTo>
                    <a:pt x="1697385" y="2004419"/>
                  </a:lnTo>
                  <a:lnTo>
                    <a:pt x="1697572" y="1999237"/>
                  </a:lnTo>
                  <a:lnTo>
                    <a:pt x="1697759" y="1993799"/>
                  </a:lnTo>
                  <a:lnTo>
                    <a:pt x="1697945" y="1987404"/>
                  </a:lnTo>
                  <a:lnTo>
                    <a:pt x="1698132" y="1980811"/>
                  </a:lnTo>
                  <a:lnTo>
                    <a:pt x="1698319" y="1974185"/>
                  </a:lnTo>
                  <a:lnTo>
                    <a:pt x="1698506" y="1967088"/>
                  </a:lnTo>
                  <a:lnTo>
                    <a:pt x="1698693" y="1959604"/>
                  </a:lnTo>
                  <a:lnTo>
                    <a:pt x="1698880" y="1952037"/>
                  </a:lnTo>
                  <a:lnTo>
                    <a:pt x="1699067" y="1944428"/>
                  </a:lnTo>
                  <a:lnTo>
                    <a:pt x="1699254" y="1936639"/>
                  </a:lnTo>
                  <a:lnTo>
                    <a:pt x="1699441" y="1928775"/>
                  </a:lnTo>
                  <a:lnTo>
                    <a:pt x="1699628" y="1920919"/>
                  </a:lnTo>
                  <a:lnTo>
                    <a:pt x="1699815" y="1912873"/>
                  </a:lnTo>
                  <a:lnTo>
                    <a:pt x="1700002" y="1905125"/>
                  </a:lnTo>
                  <a:lnTo>
                    <a:pt x="1700188" y="1898004"/>
                  </a:lnTo>
                  <a:lnTo>
                    <a:pt x="1700375" y="1891204"/>
                  </a:lnTo>
                  <a:lnTo>
                    <a:pt x="1700562" y="1884636"/>
                  </a:lnTo>
                  <a:lnTo>
                    <a:pt x="1700749" y="1880698"/>
                  </a:lnTo>
                  <a:lnTo>
                    <a:pt x="1700936" y="1877052"/>
                  </a:lnTo>
                  <a:lnTo>
                    <a:pt x="1701123" y="1874569"/>
                  </a:lnTo>
                  <a:lnTo>
                    <a:pt x="1701310" y="1873085"/>
                  </a:lnTo>
                  <a:lnTo>
                    <a:pt x="1701497" y="1871774"/>
                  </a:lnTo>
                  <a:lnTo>
                    <a:pt x="1701684" y="1870434"/>
                  </a:lnTo>
                  <a:lnTo>
                    <a:pt x="1701871" y="1869312"/>
                  </a:lnTo>
                  <a:lnTo>
                    <a:pt x="1702058" y="1868343"/>
                  </a:lnTo>
                  <a:lnTo>
                    <a:pt x="1702245" y="1867765"/>
                  </a:lnTo>
                  <a:lnTo>
                    <a:pt x="1702432" y="1867537"/>
                  </a:lnTo>
                  <a:lnTo>
                    <a:pt x="1702618" y="1867774"/>
                  </a:lnTo>
                  <a:lnTo>
                    <a:pt x="1702805" y="1868288"/>
                  </a:lnTo>
                  <a:lnTo>
                    <a:pt x="1702992" y="1869041"/>
                  </a:lnTo>
                  <a:lnTo>
                    <a:pt x="1703179" y="1870099"/>
                  </a:lnTo>
                  <a:lnTo>
                    <a:pt x="1703366" y="1871561"/>
                  </a:lnTo>
                  <a:lnTo>
                    <a:pt x="1703553" y="1872948"/>
                  </a:lnTo>
                  <a:lnTo>
                    <a:pt x="1703740" y="1873986"/>
                  </a:lnTo>
                  <a:lnTo>
                    <a:pt x="1703927" y="1874560"/>
                  </a:lnTo>
                  <a:lnTo>
                    <a:pt x="1704114" y="1875601"/>
                  </a:lnTo>
                  <a:lnTo>
                    <a:pt x="1704301" y="1876468"/>
                  </a:lnTo>
                  <a:lnTo>
                    <a:pt x="1704488" y="1877969"/>
                  </a:lnTo>
                  <a:lnTo>
                    <a:pt x="1704675" y="1879719"/>
                  </a:lnTo>
                  <a:lnTo>
                    <a:pt x="1704862" y="1881691"/>
                  </a:lnTo>
                  <a:lnTo>
                    <a:pt x="1705048" y="1883548"/>
                  </a:lnTo>
                  <a:lnTo>
                    <a:pt x="1705235" y="1885470"/>
                  </a:lnTo>
                  <a:lnTo>
                    <a:pt x="1705422" y="1887617"/>
                  </a:lnTo>
                  <a:lnTo>
                    <a:pt x="1705609" y="1889422"/>
                  </a:lnTo>
                  <a:lnTo>
                    <a:pt x="1705796" y="1890703"/>
                  </a:lnTo>
                  <a:lnTo>
                    <a:pt x="1705983" y="1891259"/>
                  </a:lnTo>
                  <a:lnTo>
                    <a:pt x="1706170" y="1891243"/>
                  </a:lnTo>
                  <a:lnTo>
                    <a:pt x="1706357" y="1891346"/>
                  </a:lnTo>
                  <a:lnTo>
                    <a:pt x="1706544" y="1892293"/>
                  </a:lnTo>
                  <a:lnTo>
                    <a:pt x="1706731" y="1893611"/>
                  </a:lnTo>
                  <a:lnTo>
                    <a:pt x="1706918" y="1894123"/>
                  </a:lnTo>
                  <a:lnTo>
                    <a:pt x="1707105" y="1894726"/>
                  </a:lnTo>
                  <a:lnTo>
                    <a:pt x="1707291" y="1895100"/>
                  </a:lnTo>
                  <a:lnTo>
                    <a:pt x="1707478" y="1895075"/>
                  </a:lnTo>
                  <a:lnTo>
                    <a:pt x="1707665" y="1894483"/>
                  </a:lnTo>
                  <a:lnTo>
                    <a:pt x="1707852" y="1894066"/>
                  </a:lnTo>
                  <a:lnTo>
                    <a:pt x="1708039" y="1893203"/>
                  </a:lnTo>
                  <a:lnTo>
                    <a:pt x="1708226" y="1892097"/>
                  </a:lnTo>
                  <a:lnTo>
                    <a:pt x="1708413" y="1889863"/>
                  </a:lnTo>
                  <a:lnTo>
                    <a:pt x="1708600" y="1887509"/>
                  </a:lnTo>
                  <a:lnTo>
                    <a:pt x="1708787" y="1885327"/>
                  </a:lnTo>
                  <a:lnTo>
                    <a:pt x="1708974" y="1882821"/>
                  </a:lnTo>
                  <a:lnTo>
                    <a:pt x="1709161" y="1879828"/>
                  </a:lnTo>
                  <a:lnTo>
                    <a:pt x="1709348" y="1876588"/>
                  </a:lnTo>
                  <a:lnTo>
                    <a:pt x="1709535" y="1872890"/>
                  </a:lnTo>
                  <a:lnTo>
                    <a:pt x="1709721" y="1867276"/>
                  </a:lnTo>
                  <a:lnTo>
                    <a:pt x="1709908" y="1861293"/>
                  </a:lnTo>
                  <a:lnTo>
                    <a:pt x="1710095" y="1852125"/>
                  </a:lnTo>
                  <a:lnTo>
                    <a:pt x="1710282" y="1843106"/>
                  </a:lnTo>
                  <a:lnTo>
                    <a:pt x="1710469" y="1834656"/>
                  </a:lnTo>
                  <a:lnTo>
                    <a:pt x="1710656" y="1825983"/>
                  </a:lnTo>
                  <a:lnTo>
                    <a:pt x="1710843" y="1817772"/>
                  </a:lnTo>
                  <a:lnTo>
                    <a:pt x="1711030" y="1810362"/>
                  </a:lnTo>
                  <a:lnTo>
                    <a:pt x="1711217" y="1803043"/>
                  </a:lnTo>
                  <a:lnTo>
                    <a:pt x="1711404" y="1795517"/>
                  </a:lnTo>
                  <a:lnTo>
                    <a:pt x="1711591" y="1787612"/>
                  </a:lnTo>
                  <a:lnTo>
                    <a:pt x="1711778" y="1779723"/>
                  </a:lnTo>
                  <a:lnTo>
                    <a:pt x="1711964" y="1772181"/>
                  </a:lnTo>
                  <a:lnTo>
                    <a:pt x="1712151" y="1764152"/>
                  </a:lnTo>
                  <a:lnTo>
                    <a:pt x="1712338" y="1758301"/>
                  </a:lnTo>
                  <a:lnTo>
                    <a:pt x="1712525" y="1752628"/>
                  </a:lnTo>
                  <a:lnTo>
                    <a:pt x="1712712" y="1747026"/>
                  </a:lnTo>
                  <a:lnTo>
                    <a:pt x="1712899" y="1741376"/>
                  </a:lnTo>
                  <a:lnTo>
                    <a:pt x="1713086" y="1735363"/>
                  </a:lnTo>
                  <a:lnTo>
                    <a:pt x="1713273" y="1729172"/>
                  </a:lnTo>
                  <a:lnTo>
                    <a:pt x="1713460" y="1722903"/>
                  </a:lnTo>
                  <a:lnTo>
                    <a:pt x="1713647" y="1716013"/>
                  </a:lnTo>
                  <a:lnTo>
                    <a:pt x="1713834" y="1708522"/>
                  </a:lnTo>
                  <a:lnTo>
                    <a:pt x="1714021" y="1701036"/>
                  </a:lnTo>
                  <a:lnTo>
                    <a:pt x="1714208" y="1693520"/>
                  </a:lnTo>
                  <a:lnTo>
                    <a:pt x="1714394" y="1685890"/>
                  </a:lnTo>
                  <a:lnTo>
                    <a:pt x="1714581" y="1678417"/>
                  </a:lnTo>
                  <a:lnTo>
                    <a:pt x="1714768" y="1672512"/>
                  </a:lnTo>
                  <a:lnTo>
                    <a:pt x="1714955" y="1667226"/>
                  </a:lnTo>
                  <a:lnTo>
                    <a:pt x="1715142" y="1662350"/>
                  </a:lnTo>
                  <a:lnTo>
                    <a:pt x="1715329" y="1657376"/>
                  </a:lnTo>
                  <a:lnTo>
                    <a:pt x="1715516" y="1650402"/>
                  </a:lnTo>
                  <a:lnTo>
                    <a:pt x="1715703" y="1643935"/>
                  </a:lnTo>
                  <a:lnTo>
                    <a:pt x="1715890" y="1637934"/>
                  </a:lnTo>
                  <a:lnTo>
                    <a:pt x="1716077" y="1632142"/>
                  </a:lnTo>
                  <a:lnTo>
                    <a:pt x="1716264" y="1626457"/>
                  </a:lnTo>
                  <a:lnTo>
                    <a:pt x="1716451" y="1621470"/>
                  </a:lnTo>
                  <a:lnTo>
                    <a:pt x="1716638" y="1616447"/>
                  </a:lnTo>
                  <a:lnTo>
                    <a:pt x="1716824" y="1610912"/>
                  </a:lnTo>
                  <a:lnTo>
                    <a:pt x="1717011" y="1605551"/>
                  </a:lnTo>
                  <a:lnTo>
                    <a:pt x="1717198" y="1600334"/>
                  </a:lnTo>
                  <a:lnTo>
                    <a:pt x="1717385" y="1595436"/>
                  </a:lnTo>
                  <a:lnTo>
                    <a:pt x="1717572" y="1590896"/>
                  </a:lnTo>
                  <a:lnTo>
                    <a:pt x="1717759" y="1586564"/>
                  </a:lnTo>
                  <a:lnTo>
                    <a:pt x="1717946" y="1579636"/>
                  </a:lnTo>
                  <a:lnTo>
                    <a:pt x="1718133" y="1572960"/>
                  </a:lnTo>
                  <a:lnTo>
                    <a:pt x="1718320" y="1566417"/>
                  </a:lnTo>
                  <a:lnTo>
                    <a:pt x="1718507" y="1559296"/>
                  </a:lnTo>
                  <a:lnTo>
                    <a:pt x="1718694" y="1552009"/>
                  </a:lnTo>
                  <a:lnTo>
                    <a:pt x="1718881" y="1544363"/>
                  </a:lnTo>
                  <a:lnTo>
                    <a:pt x="1719067" y="1536358"/>
                  </a:lnTo>
                  <a:lnTo>
                    <a:pt x="1719254" y="1530182"/>
                  </a:lnTo>
                  <a:lnTo>
                    <a:pt x="1719441" y="1523927"/>
                  </a:lnTo>
                  <a:lnTo>
                    <a:pt x="1719628" y="1518065"/>
                  </a:lnTo>
                  <a:lnTo>
                    <a:pt x="1719815" y="1513552"/>
                  </a:lnTo>
                  <a:lnTo>
                    <a:pt x="1720002" y="1510215"/>
                  </a:lnTo>
                  <a:lnTo>
                    <a:pt x="1720189" y="1506937"/>
                  </a:lnTo>
                  <a:lnTo>
                    <a:pt x="1720376" y="1503802"/>
                  </a:lnTo>
                  <a:lnTo>
                    <a:pt x="1720563" y="1499797"/>
                  </a:lnTo>
                  <a:lnTo>
                    <a:pt x="1720750" y="1495369"/>
                  </a:lnTo>
                  <a:lnTo>
                    <a:pt x="1720937" y="1491469"/>
                  </a:lnTo>
                  <a:lnTo>
                    <a:pt x="1721124" y="1487369"/>
                  </a:lnTo>
                  <a:lnTo>
                    <a:pt x="1721311" y="1483433"/>
                  </a:lnTo>
                  <a:lnTo>
                    <a:pt x="1721497" y="1479683"/>
                  </a:lnTo>
                  <a:lnTo>
                    <a:pt x="1721684" y="1476073"/>
                  </a:lnTo>
                  <a:lnTo>
                    <a:pt x="1721871" y="1472407"/>
                  </a:lnTo>
                  <a:lnTo>
                    <a:pt x="1722058" y="1468504"/>
                  </a:lnTo>
                  <a:lnTo>
                    <a:pt x="1722245" y="1464729"/>
                  </a:lnTo>
                  <a:lnTo>
                    <a:pt x="1722432" y="1461194"/>
                  </a:lnTo>
                  <a:lnTo>
                    <a:pt x="1722619" y="1457312"/>
                  </a:lnTo>
                  <a:lnTo>
                    <a:pt x="1722806" y="1453518"/>
                  </a:lnTo>
                  <a:lnTo>
                    <a:pt x="1722993" y="1449878"/>
                  </a:lnTo>
                  <a:lnTo>
                    <a:pt x="1723180" y="1446182"/>
                  </a:lnTo>
                  <a:lnTo>
                    <a:pt x="1723367" y="1442861"/>
                  </a:lnTo>
                  <a:lnTo>
                    <a:pt x="1723554" y="1439835"/>
                  </a:lnTo>
                  <a:lnTo>
                    <a:pt x="1723741" y="1434373"/>
                  </a:lnTo>
                  <a:lnTo>
                    <a:pt x="1723927" y="1429334"/>
                  </a:lnTo>
                  <a:lnTo>
                    <a:pt x="1724114" y="1425497"/>
                  </a:lnTo>
                  <a:lnTo>
                    <a:pt x="1724301" y="1422136"/>
                  </a:lnTo>
                  <a:lnTo>
                    <a:pt x="1724488" y="1419347"/>
                  </a:lnTo>
                  <a:lnTo>
                    <a:pt x="1724675" y="1417417"/>
                  </a:lnTo>
                  <a:lnTo>
                    <a:pt x="1724862" y="1416669"/>
                  </a:lnTo>
                  <a:lnTo>
                    <a:pt x="1725049" y="1416572"/>
                  </a:lnTo>
                  <a:lnTo>
                    <a:pt x="1725236" y="1416511"/>
                  </a:lnTo>
                  <a:lnTo>
                    <a:pt x="1725423" y="1416479"/>
                  </a:lnTo>
                  <a:lnTo>
                    <a:pt x="1725610" y="1416252"/>
                  </a:lnTo>
                  <a:lnTo>
                    <a:pt x="1725797" y="1415826"/>
                  </a:lnTo>
                  <a:lnTo>
                    <a:pt x="1725984" y="1415361"/>
                  </a:lnTo>
                  <a:lnTo>
                    <a:pt x="1726170" y="1414930"/>
                  </a:lnTo>
                  <a:lnTo>
                    <a:pt x="1726357" y="1414510"/>
                  </a:lnTo>
                  <a:lnTo>
                    <a:pt x="1726544" y="1414769"/>
                  </a:lnTo>
                  <a:lnTo>
                    <a:pt x="1726731" y="1414575"/>
                  </a:lnTo>
                  <a:lnTo>
                    <a:pt x="1726918" y="1414537"/>
                  </a:lnTo>
                  <a:lnTo>
                    <a:pt x="1727105" y="1414590"/>
                  </a:lnTo>
                  <a:lnTo>
                    <a:pt x="1727292" y="1414634"/>
                  </a:lnTo>
                  <a:lnTo>
                    <a:pt x="1727479" y="1414606"/>
                  </a:lnTo>
                  <a:lnTo>
                    <a:pt x="1727666" y="1414230"/>
                  </a:lnTo>
                  <a:lnTo>
                    <a:pt x="1727853" y="1413612"/>
                  </a:lnTo>
                  <a:lnTo>
                    <a:pt x="1728040" y="1413081"/>
                  </a:lnTo>
                  <a:lnTo>
                    <a:pt x="1728227" y="1411334"/>
                  </a:lnTo>
                  <a:lnTo>
                    <a:pt x="1728414" y="1410017"/>
                  </a:lnTo>
                  <a:lnTo>
                    <a:pt x="1728600" y="1409160"/>
                  </a:lnTo>
                  <a:lnTo>
                    <a:pt x="1728787" y="1408655"/>
                  </a:lnTo>
                  <a:lnTo>
                    <a:pt x="1728974" y="1408685"/>
                  </a:lnTo>
                  <a:lnTo>
                    <a:pt x="1729161" y="1408321"/>
                  </a:lnTo>
                  <a:lnTo>
                    <a:pt x="1729348" y="1409090"/>
                  </a:lnTo>
                  <a:lnTo>
                    <a:pt x="1729535" y="1409500"/>
                  </a:lnTo>
                  <a:lnTo>
                    <a:pt x="1729722" y="1410029"/>
                  </a:lnTo>
                  <a:lnTo>
                    <a:pt x="1729909" y="1413200"/>
                  </a:lnTo>
                  <a:lnTo>
                    <a:pt x="1730096" y="1416134"/>
                  </a:lnTo>
                  <a:lnTo>
                    <a:pt x="1730283" y="1418629"/>
                  </a:lnTo>
                  <a:lnTo>
                    <a:pt x="1730470" y="1421272"/>
                  </a:lnTo>
                  <a:lnTo>
                    <a:pt x="1730657" y="1425257"/>
                  </a:lnTo>
                  <a:lnTo>
                    <a:pt x="1730843" y="1429637"/>
                  </a:lnTo>
                  <a:lnTo>
                    <a:pt x="1731030" y="1433901"/>
                  </a:lnTo>
                  <a:lnTo>
                    <a:pt x="1731217" y="1437556"/>
                  </a:lnTo>
                  <a:lnTo>
                    <a:pt x="1731404" y="1441025"/>
                  </a:lnTo>
                  <a:lnTo>
                    <a:pt x="1731591" y="1444464"/>
                  </a:lnTo>
                  <a:lnTo>
                    <a:pt x="1731778" y="1447434"/>
                  </a:lnTo>
                  <a:lnTo>
                    <a:pt x="1731965" y="1450294"/>
                  </a:lnTo>
                  <a:lnTo>
                    <a:pt x="1732152" y="1452083"/>
                  </a:lnTo>
                  <a:lnTo>
                    <a:pt x="1732339" y="1453493"/>
                  </a:lnTo>
                  <a:lnTo>
                    <a:pt x="1732526" y="1454442"/>
                  </a:lnTo>
                  <a:lnTo>
                    <a:pt x="1732713" y="1455306"/>
                  </a:lnTo>
                  <a:lnTo>
                    <a:pt x="1732900" y="1456307"/>
                  </a:lnTo>
                  <a:lnTo>
                    <a:pt x="1733087" y="1457567"/>
                  </a:lnTo>
                  <a:lnTo>
                    <a:pt x="1733273" y="1458881"/>
                  </a:lnTo>
                  <a:lnTo>
                    <a:pt x="1733460" y="1459908"/>
                  </a:lnTo>
                  <a:lnTo>
                    <a:pt x="1733647" y="1460716"/>
                  </a:lnTo>
                  <a:lnTo>
                    <a:pt x="1733834" y="1461056"/>
                  </a:lnTo>
                  <a:lnTo>
                    <a:pt x="1734021" y="1461939"/>
                  </a:lnTo>
                  <a:lnTo>
                    <a:pt x="1734208" y="1463582"/>
                  </a:lnTo>
                  <a:lnTo>
                    <a:pt x="1734395" y="1465330"/>
                  </a:lnTo>
                  <a:lnTo>
                    <a:pt x="1734582" y="1467655"/>
                  </a:lnTo>
                  <a:lnTo>
                    <a:pt x="1734769" y="1470468"/>
                  </a:lnTo>
                  <a:lnTo>
                    <a:pt x="1734956" y="1473792"/>
                  </a:lnTo>
                  <a:lnTo>
                    <a:pt x="1735143" y="1477167"/>
                  </a:lnTo>
                  <a:lnTo>
                    <a:pt x="1735330" y="1480576"/>
                  </a:lnTo>
                  <a:lnTo>
                    <a:pt x="1735517" y="1483520"/>
                  </a:lnTo>
                  <a:lnTo>
                    <a:pt x="1735703" y="1484985"/>
                  </a:lnTo>
                  <a:lnTo>
                    <a:pt x="1735890" y="1486161"/>
                  </a:lnTo>
                  <a:lnTo>
                    <a:pt x="1736077" y="1487889"/>
                  </a:lnTo>
                  <a:lnTo>
                    <a:pt x="1736264" y="1488119"/>
                  </a:lnTo>
                  <a:lnTo>
                    <a:pt x="1736451" y="1488523"/>
                  </a:lnTo>
                  <a:lnTo>
                    <a:pt x="1736638" y="1488938"/>
                  </a:lnTo>
                  <a:lnTo>
                    <a:pt x="1736825" y="1489115"/>
                  </a:lnTo>
                  <a:lnTo>
                    <a:pt x="1737012" y="1489272"/>
                  </a:lnTo>
                  <a:lnTo>
                    <a:pt x="1737199" y="1489810"/>
                  </a:lnTo>
                  <a:lnTo>
                    <a:pt x="1737386" y="1490500"/>
                  </a:lnTo>
                  <a:lnTo>
                    <a:pt x="1737573" y="1490794"/>
                  </a:lnTo>
                  <a:lnTo>
                    <a:pt x="1737760" y="1491151"/>
                  </a:lnTo>
                  <a:lnTo>
                    <a:pt x="1737946" y="1491780"/>
                  </a:lnTo>
                  <a:lnTo>
                    <a:pt x="1738133" y="1490571"/>
                  </a:lnTo>
                  <a:lnTo>
                    <a:pt x="1738320" y="1489934"/>
                  </a:lnTo>
                  <a:lnTo>
                    <a:pt x="1738507" y="1488110"/>
                  </a:lnTo>
                  <a:lnTo>
                    <a:pt x="1738694" y="1485688"/>
                  </a:lnTo>
                  <a:lnTo>
                    <a:pt x="1738881" y="1483610"/>
                  </a:lnTo>
                  <a:lnTo>
                    <a:pt x="1739068" y="1482131"/>
                  </a:lnTo>
                  <a:lnTo>
                    <a:pt x="1739255" y="1481065"/>
                  </a:lnTo>
                  <a:lnTo>
                    <a:pt x="1739442" y="1479253"/>
                  </a:lnTo>
                  <a:lnTo>
                    <a:pt x="1739629" y="1477389"/>
                  </a:lnTo>
                  <a:lnTo>
                    <a:pt x="1739816" y="1475224"/>
                  </a:lnTo>
                  <a:lnTo>
                    <a:pt x="1740003" y="1472957"/>
                  </a:lnTo>
                  <a:lnTo>
                    <a:pt x="1740190" y="1470627"/>
                  </a:lnTo>
                  <a:lnTo>
                    <a:pt x="1740376" y="1468315"/>
                  </a:lnTo>
                  <a:lnTo>
                    <a:pt x="1740563" y="1465887"/>
                  </a:lnTo>
                  <a:lnTo>
                    <a:pt x="1740750" y="1463501"/>
                  </a:lnTo>
                  <a:lnTo>
                    <a:pt x="1740937" y="1461346"/>
                  </a:lnTo>
                  <a:lnTo>
                    <a:pt x="1741124" y="1459549"/>
                  </a:lnTo>
                  <a:lnTo>
                    <a:pt x="1741311" y="1458332"/>
                  </a:lnTo>
                  <a:lnTo>
                    <a:pt x="1741498" y="1457871"/>
                  </a:lnTo>
                  <a:lnTo>
                    <a:pt x="1741685" y="1457786"/>
                  </a:lnTo>
                  <a:lnTo>
                    <a:pt x="1741872" y="1456769"/>
                  </a:lnTo>
                  <a:lnTo>
                    <a:pt x="1742059" y="1455326"/>
                  </a:lnTo>
                  <a:lnTo>
                    <a:pt x="1742246" y="1454313"/>
                  </a:lnTo>
                  <a:lnTo>
                    <a:pt x="1742433" y="1453495"/>
                  </a:lnTo>
                  <a:lnTo>
                    <a:pt x="1742620" y="1453084"/>
                  </a:lnTo>
                  <a:lnTo>
                    <a:pt x="1742806" y="1452853"/>
                  </a:lnTo>
                  <a:lnTo>
                    <a:pt x="1742993" y="1452667"/>
                  </a:lnTo>
                  <a:lnTo>
                    <a:pt x="1743180" y="1452748"/>
                  </a:lnTo>
                  <a:lnTo>
                    <a:pt x="1743367" y="1453053"/>
                  </a:lnTo>
                  <a:lnTo>
                    <a:pt x="1743554" y="1453540"/>
                  </a:lnTo>
                  <a:lnTo>
                    <a:pt x="1743741" y="1453771"/>
                  </a:lnTo>
                  <a:lnTo>
                    <a:pt x="1743928" y="1453431"/>
                  </a:lnTo>
                  <a:lnTo>
                    <a:pt x="1744115" y="1453124"/>
                  </a:lnTo>
                  <a:lnTo>
                    <a:pt x="1744302" y="1453094"/>
                  </a:lnTo>
                  <a:lnTo>
                    <a:pt x="1744489" y="1453018"/>
                  </a:lnTo>
                  <a:lnTo>
                    <a:pt x="1744676" y="1453298"/>
                  </a:lnTo>
                  <a:lnTo>
                    <a:pt x="1744863" y="1453800"/>
                  </a:lnTo>
                  <a:lnTo>
                    <a:pt x="1745049" y="1454654"/>
                  </a:lnTo>
                  <a:lnTo>
                    <a:pt x="1745236" y="1455857"/>
                  </a:lnTo>
                  <a:lnTo>
                    <a:pt x="1745423" y="1457105"/>
                  </a:lnTo>
                  <a:lnTo>
                    <a:pt x="1745610" y="1458524"/>
                  </a:lnTo>
                  <a:lnTo>
                    <a:pt x="1745797" y="1461255"/>
                  </a:lnTo>
                  <a:lnTo>
                    <a:pt x="1745984" y="1464000"/>
                  </a:lnTo>
                  <a:lnTo>
                    <a:pt x="1746171" y="1466537"/>
                  </a:lnTo>
                  <a:lnTo>
                    <a:pt x="1746358" y="1469294"/>
                  </a:lnTo>
                  <a:lnTo>
                    <a:pt x="1746545" y="1472793"/>
                  </a:lnTo>
                  <a:lnTo>
                    <a:pt x="1746732" y="1476583"/>
                  </a:lnTo>
                  <a:lnTo>
                    <a:pt x="1746919" y="1480716"/>
                  </a:lnTo>
                  <a:lnTo>
                    <a:pt x="1747106" y="1486841"/>
                  </a:lnTo>
                  <a:lnTo>
                    <a:pt x="1747293" y="1493183"/>
                  </a:lnTo>
                  <a:lnTo>
                    <a:pt x="1747479" y="1501987"/>
                  </a:lnTo>
                  <a:lnTo>
                    <a:pt x="1747666" y="1510506"/>
                  </a:lnTo>
                  <a:lnTo>
                    <a:pt x="1747853" y="1517871"/>
                  </a:lnTo>
                  <a:lnTo>
                    <a:pt x="1748040" y="1524275"/>
                  </a:lnTo>
                  <a:lnTo>
                    <a:pt x="1748227" y="1530450"/>
                  </a:lnTo>
                  <a:lnTo>
                    <a:pt x="1748414" y="1535630"/>
                  </a:lnTo>
                  <a:lnTo>
                    <a:pt x="1748601" y="1541130"/>
                  </a:lnTo>
                  <a:lnTo>
                    <a:pt x="1748788" y="1546804"/>
                  </a:lnTo>
                  <a:lnTo>
                    <a:pt x="1748975" y="1553341"/>
                  </a:lnTo>
                  <a:lnTo>
                    <a:pt x="1749162" y="1560257"/>
                  </a:lnTo>
                  <a:lnTo>
                    <a:pt x="1749349" y="1566446"/>
                  </a:lnTo>
                  <a:lnTo>
                    <a:pt x="1749536" y="1572925"/>
                  </a:lnTo>
                  <a:lnTo>
                    <a:pt x="1749722" y="1576989"/>
                  </a:lnTo>
                  <a:lnTo>
                    <a:pt x="1749909" y="1580542"/>
                  </a:lnTo>
                  <a:lnTo>
                    <a:pt x="1750096" y="1583791"/>
                  </a:lnTo>
                  <a:lnTo>
                    <a:pt x="1750283" y="1587146"/>
                  </a:lnTo>
                  <a:lnTo>
                    <a:pt x="1750470" y="1590889"/>
                  </a:lnTo>
                  <a:lnTo>
                    <a:pt x="1750657" y="1594819"/>
                  </a:lnTo>
                  <a:lnTo>
                    <a:pt x="1750844" y="1598987"/>
                  </a:lnTo>
                  <a:lnTo>
                    <a:pt x="1751031" y="1603562"/>
                  </a:lnTo>
                  <a:lnTo>
                    <a:pt x="1751218" y="1608909"/>
                  </a:lnTo>
                  <a:lnTo>
                    <a:pt x="1751405" y="1614155"/>
                  </a:lnTo>
                  <a:lnTo>
                    <a:pt x="1751592" y="1618981"/>
                  </a:lnTo>
                  <a:lnTo>
                    <a:pt x="1751779" y="1623334"/>
                  </a:lnTo>
                  <a:lnTo>
                    <a:pt x="1751966" y="1626513"/>
                  </a:lnTo>
                  <a:lnTo>
                    <a:pt x="1752152" y="1626741"/>
                  </a:lnTo>
                  <a:lnTo>
                    <a:pt x="1752339" y="1628216"/>
                  </a:lnTo>
                  <a:lnTo>
                    <a:pt x="1752526" y="1629520"/>
                  </a:lnTo>
                  <a:lnTo>
                    <a:pt x="1752713" y="1631026"/>
                  </a:lnTo>
                  <a:lnTo>
                    <a:pt x="1752900" y="1634508"/>
                  </a:lnTo>
                  <a:lnTo>
                    <a:pt x="1753087" y="1637945"/>
                  </a:lnTo>
                  <a:lnTo>
                    <a:pt x="1753274" y="1641256"/>
                  </a:lnTo>
                  <a:lnTo>
                    <a:pt x="1753461" y="1644732"/>
                  </a:lnTo>
                  <a:lnTo>
                    <a:pt x="1753648" y="1648379"/>
                  </a:lnTo>
                  <a:lnTo>
                    <a:pt x="1753835" y="1651513"/>
                  </a:lnTo>
                  <a:lnTo>
                    <a:pt x="1754022" y="1654250"/>
                  </a:lnTo>
                  <a:lnTo>
                    <a:pt x="1754209" y="1657331"/>
                  </a:lnTo>
                  <a:lnTo>
                    <a:pt x="1754396" y="1660084"/>
                  </a:lnTo>
                  <a:lnTo>
                    <a:pt x="1754582" y="1662404"/>
                  </a:lnTo>
                  <a:lnTo>
                    <a:pt x="1754769" y="1664274"/>
                  </a:lnTo>
                  <a:lnTo>
                    <a:pt x="1754956" y="1665391"/>
                  </a:lnTo>
                  <a:lnTo>
                    <a:pt x="1755143" y="1666185"/>
                  </a:lnTo>
                  <a:lnTo>
                    <a:pt x="1755330" y="1669141"/>
                  </a:lnTo>
                  <a:lnTo>
                    <a:pt x="1755517" y="1672032"/>
                  </a:lnTo>
                  <a:lnTo>
                    <a:pt x="1755704" y="1675173"/>
                  </a:lnTo>
                  <a:lnTo>
                    <a:pt x="1755891" y="1679916"/>
                  </a:lnTo>
                  <a:lnTo>
                    <a:pt x="1756078" y="1684830"/>
                  </a:lnTo>
                  <a:lnTo>
                    <a:pt x="1756265" y="1689928"/>
                  </a:lnTo>
                  <a:lnTo>
                    <a:pt x="1756452" y="1695263"/>
                  </a:lnTo>
                  <a:lnTo>
                    <a:pt x="1756639" y="1698475"/>
                  </a:lnTo>
                  <a:lnTo>
                    <a:pt x="1756825" y="1701954"/>
                  </a:lnTo>
                  <a:lnTo>
                    <a:pt x="1757012" y="1705272"/>
                  </a:lnTo>
                  <a:lnTo>
                    <a:pt x="1757199" y="1706767"/>
                  </a:lnTo>
                  <a:lnTo>
                    <a:pt x="1757386" y="1707742"/>
                  </a:lnTo>
                  <a:lnTo>
                    <a:pt x="1757573" y="1708801"/>
                  </a:lnTo>
                  <a:lnTo>
                    <a:pt x="1757760" y="1710728"/>
                  </a:lnTo>
                  <a:lnTo>
                    <a:pt x="1757947" y="1713708"/>
                  </a:lnTo>
                  <a:lnTo>
                    <a:pt x="1758134" y="1717197"/>
                  </a:lnTo>
                  <a:lnTo>
                    <a:pt x="1758321" y="1720134"/>
                  </a:lnTo>
                  <a:lnTo>
                    <a:pt x="1758508" y="1723184"/>
                  </a:lnTo>
                  <a:lnTo>
                    <a:pt x="1758695" y="1725913"/>
                  </a:lnTo>
                  <a:lnTo>
                    <a:pt x="1758882" y="1728569"/>
                  </a:lnTo>
                  <a:lnTo>
                    <a:pt x="1759069" y="1731342"/>
                  </a:lnTo>
                  <a:lnTo>
                    <a:pt x="1759255" y="1734146"/>
                  </a:lnTo>
                  <a:lnTo>
                    <a:pt x="1759442" y="1737370"/>
                  </a:lnTo>
                  <a:lnTo>
                    <a:pt x="1759629" y="1741018"/>
                  </a:lnTo>
                  <a:lnTo>
                    <a:pt x="1759816" y="1744149"/>
                  </a:lnTo>
                  <a:lnTo>
                    <a:pt x="1760003" y="1747041"/>
                  </a:lnTo>
                  <a:lnTo>
                    <a:pt x="1760190" y="1749757"/>
                  </a:lnTo>
                  <a:lnTo>
                    <a:pt x="1760377" y="1752251"/>
                  </a:lnTo>
                  <a:lnTo>
                    <a:pt x="1760564" y="1755096"/>
                  </a:lnTo>
                  <a:lnTo>
                    <a:pt x="1760751" y="1757130"/>
                  </a:lnTo>
                  <a:lnTo>
                    <a:pt x="1760938" y="1758804"/>
                  </a:lnTo>
                  <a:lnTo>
                    <a:pt x="1761125" y="1762922"/>
                  </a:lnTo>
                  <a:lnTo>
                    <a:pt x="1761312" y="1766836"/>
                  </a:lnTo>
                  <a:lnTo>
                    <a:pt x="1761499" y="1770399"/>
                  </a:lnTo>
                  <a:lnTo>
                    <a:pt x="1761685" y="1773584"/>
                  </a:lnTo>
                  <a:lnTo>
                    <a:pt x="1761872" y="1776086"/>
                  </a:lnTo>
                  <a:lnTo>
                    <a:pt x="1762059" y="1777047"/>
                  </a:lnTo>
                  <a:lnTo>
                    <a:pt x="1762246" y="1777095"/>
                  </a:lnTo>
                  <a:lnTo>
                    <a:pt x="1762433" y="1776854"/>
                  </a:lnTo>
                  <a:lnTo>
                    <a:pt x="1762620" y="1776990"/>
                  </a:lnTo>
                  <a:lnTo>
                    <a:pt x="1762807" y="1777146"/>
                  </a:lnTo>
                  <a:lnTo>
                    <a:pt x="1762994" y="1777744"/>
                  </a:lnTo>
                  <a:lnTo>
                    <a:pt x="1763181" y="1779045"/>
                  </a:lnTo>
                  <a:lnTo>
                    <a:pt x="1763368" y="1780765"/>
                  </a:lnTo>
                  <a:lnTo>
                    <a:pt x="1763555" y="1782310"/>
                  </a:lnTo>
                  <a:lnTo>
                    <a:pt x="1763742" y="1783508"/>
                  </a:lnTo>
                  <a:lnTo>
                    <a:pt x="1763928" y="1784249"/>
                  </a:lnTo>
                  <a:lnTo>
                    <a:pt x="1764115" y="1784914"/>
                  </a:lnTo>
                  <a:lnTo>
                    <a:pt x="1764302" y="1785993"/>
                  </a:lnTo>
                  <a:lnTo>
                    <a:pt x="1764489" y="1787025"/>
                  </a:lnTo>
                  <a:lnTo>
                    <a:pt x="1764676" y="1787952"/>
                  </a:lnTo>
                  <a:lnTo>
                    <a:pt x="1764863" y="1788875"/>
                  </a:lnTo>
                  <a:lnTo>
                    <a:pt x="1765050" y="1790037"/>
                  </a:lnTo>
                  <a:lnTo>
                    <a:pt x="1765237" y="1791460"/>
                  </a:lnTo>
                  <a:lnTo>
                    <a:pt x="1765424" y="1793154"/>
                  </a:lnTo>
                  <a:lnTo>
                    <a:pt x="1765611" y="1796388"/>
                  </a:lnTo>
                  <a:lnTo>
                    <a:pt x="1765798" y="1799244"/>
                  </a:lnTo>
                  <a:lnTo>
                    <a:pt x="1765985" y="1801455"/>
                  </a:lnTo>
                  <a:lnTo>
                    <a:pt x="1766172" y="1803221"/>
                  </a:lnTo>
                  <a:lnTo>
                    <a:pt x="1766358" y="1804706"/>
                  </a:lnTo>
                  <a:lnTo>
                    <a:pt x="1766545" y="1806447"/>
                  </a:lnTo>
                  <a:lnTo>
                    <a:pt x="1766732" y="1808403"/>
                  </a:lnTo>
                  <a:lnTo>
                    <a:pt x="1766919" y="1811060"/>
                  </a:lnTo>
                  <a:lnTo>
                    <a:pt x="1767106" y="1813833"/>
                  </a:lnTo>
                  <a:lnTo>
                    <a:pt x="1767293" y="1815646"/>
                  </a:lnTo>
                  <a:lnTo>
                    <a:pt x="1767480" y="1817819"/>
                  </a:lnTo>
                  <a:lnTo>
                    <a:pt x="1767667" y="1820425"/>
                  </a:lnTo>
                  <a:lnTo>
                    <a:pt x="1767854" y="1823310"/>
                  </a:lnTo>
                  <a:lnTo>
                    <a:pt x="1768041" y="1825217"/>
                  </a:lnTo>
                  <a:lnTo>
                    <a:pt x="1768228" y="1826547"/>
                  </a:lnTo>
                  <a:lnTo>
                    <a:pt x="1768415" y="1827821"/>
                  </a:lnTo>
                  <a:lnTo>
                    <a:pt x="1768601" y="1829297"/>
                  </a:lnTo>
                  <a:lnTo>
                    <a:pt x="1768788" y="1830508"/>
                  </a:lnTo>
                  <a:lnTo>
                    <a:pt x="1768975" y="1831665"/>
                  </a:lnTo>
                  <a:lnTo>
                    <a:pt x="1769162" y="1832945"/>
                  </a:lnTo>
                  <a:lnTo>
                    <a:pt x="1769349" y="1834161"/>
                  </a:lnTo>
                  <a:lnTo>
                    <a:pt x="1769536" y="1835837"/>
                  </a:lnTo>
                  <a:lnTo>
                    <a:pt x="1769723" y="1837415"/>
                  </a:lnTo>
                  <a:lnTo>
                    <a:pt x="1769910" y="1838900"/>
                  </a:lnTo>
                  <a:lnTo>
                    <a:pt x="1770097" y="1840611"/>
                  </a:lnTo>
                  <a:lnTo>
                    <a:pt x="1770284" y="1842349"/>
                  </a:lnTo>
                  <a:lnTo>
                    <a:pt x="1770471" y="1843664"/>
                  </a:lnTo>
                  <a:lnTo>
                    <a:pt x="1770658" y="1845048"/>
                  </a:lnTo>
                  <a:lnTo>
                    <a:pt x="1770845" y="1846208"/>
                  </a:lnTo>
                  <a:lnTo>
                    <a:pt x="1771031" y="1847240"/>
                  </a:lnTo>
                  <a:lnTo>
                    <a:pt x="1771218" y="1848196"/>
                  </a:lnTo>
                  <a:lnTo>
                    <a:pt x="1771405" y="1848922"/>
                  </a:lnTo>
                  <a:lnTo>
                    <a:pt x="1771592" y="1849754"/>
                  </a:lnTo>
                  <a:lnTo>
                    <a:pt x="1771779" y="1850680"/>
                  </a:lnTo>
                  <a:lnTo>
                    <a:pt x="1771966" y="1851119"/>
                  </a:lnTo>
                  <a:lnTo>
                    <a:pt x="1772153" y="1851475"/>
                  </a:lnTo>
                  <a:lnTo>
                    <a:pt x="1772340" y="1851353"/>
                  </a:lnTo>
                  <a:lnTo>
                    <a:pt x="1772527" y="1851427"/>
                  </a:lnTo>
                  <a:lnTo>
                    <a:pt x="1772714" y="1852128"/>
                  </a:lnTo>
                  <a:lnTo>
                    <a:pt x="1772901" y="1853467"/>
                  </a:lnTo>
                  <a:lnTo>
                    <a:pt x="1773088" y="1856325"/>
                  </a:lnTo>
                  <a:lnTo>
                    <a:pt x="1773275" y="1860149"/>
                  </a:lnTo>
                  <a:lnTo>
                    <a:pt x="1773461" y="1863695"/>
                  </a:lnTo>
                  <a:lnTo>
                    <a:pt x="1773648" y="1869524"/>
                  </a:lnTo>
                  <a:lnTo>
                    <a:pt x="1773835" y="1875109"/>
                  </a:lnTo>
                  <a:lnTo>
                    <a:pt x="1774022" y="1880519"/>
                  </a:lnTo>
                  <a:lnTo>
                    <a:pt x="1774209" y="1886212"/>
                  </a:lnTo>
                  <a:lnTo>
                    <a:pt x="1774396" y="1891826"/>
                  </a:lnTo>
                  <a:lnTo>
                    <a:pt x="1774583" y="1897218"/>
                  </a:lnTo>
                  <a:lnTo>
                    <a:pt x="1774770" y="1902807"/>
                  </a:lnTo>
                  <a:lnTo>
                    <a:pt x="1774957" y="1908399"/>
                  </a:lnTo>
                  <a:lnTo>
                    <a:pt x="1775144" y="1913588"/>
                  </a:lnTo>
                  <a:lnTo>
                    <a:pt x="1775331" y="1918307"/>
                  </a:lnTo>
                  <a:lnTo>
                    <a:pt x="1775518" y="1922329"/>
                  </a:lnTo>
                  <a:lnTo>
                    <a:pt x="1775704" y="1925324"/>
                  </a:lnTo>
                  <a:lnTo>
                    <a:pt x="1775891" y="1928166"/>
                  </a:lnTo>
                  <a:lnTo>
                    <a:pt x="1776078" y="1930739"/>
                  </a:lnTo>
                  <a:lnTo>
                    <a:pt x="1776265" y="1932940"/>
                  </a:lnTo>
                  <a:lnTo>
                    <a:pt x="1776452" y="1935037"/>
                  </a:lnTo>
                  <a:lnTo>
                    <a:pt x="1776639" y="1936718"/>
                  </a:lnTo>
                  <a:lnTo>
                    <a:pt x="1776826" y="1939199"/>
                  </a:lnTo>
                  <a:lnTo>
                    <a:pt x="1777013" y="1941723"/>
                  </a:lnTo>
                  <a:lnTo>
                    <a:pt x="1777200" y="1944368"/>
                  </a:lnTo>
                  <a:lnTo>
                    <a:pt x="1777387" y="1946884"/>
                  </a:lnTo>
                  <a:lnTo>
                    <a:pt x="1777574" y="1949252"/>
                  </a:lnTo>
                  <a:lnTo>
                    <a:pt x="1777761" y="1951373"/>
                  </a:lnTo>
                  <a:lnTo>
                    <a:pt x="1777948" y="1953587"/>
                  </a:lnTo>
                  <a:lnTo>
                    <a:pt x="1778134" y="1955580"/>
                  </a:lnTo>
                  <a:lnTo>
                    <a:pt x="1778321" y="1957178"/>
                  </a:lnTo>
                  <a:lnTo>
                    <a:pt x="1778508" y="1958731"/>
                  </a:lnTo>
                  <a:lnTo>
                    <a:pt x="1778695" y="1960297"/>
                  </a:lnTo>
                  <a:lnTo>
                    <a:pt x="1778882" y="1961104"/>
                  </a:lnTo>
                  <a:lnTo>
                    <a:pt x="1779069" y="1961817"/>
                  </a:lnTo>
                  <a:lnTo>
                    <a:pt x="1779256" y="1962715"/>
                  </a:lnTo>
                  <a:lnTo>
                    <a:pt x="1779443" y="1963857"/>
                  </a:lnTo>
                  <a:lnTo>
                    <a:pt x="1779630" y="1964588"/>
                  </a:lnTo>
                  <a:lnTo>
                    <a:pt x="1779817" y="1965051"/>
                  </a:lnTo>
                  <a:lnTo>
                    <a:pt x="1780004" y="1965443"/>
                  </a:lnTo>
                  <a:lnTo>
                    <a:pt x="1780191" y="1965578"/>
                  </a:lnTo>
                  <a:lnTo>
                    <a:pt x="1780378" y="1966005"/>
                  </a:lnTo>
                  <a:lnTo>
                    <a:pt x="1780564" y="1966424"/>
                  </a:lnTo>
                  <a:lnTo>
                    <a:pt x="1780751" y="1966737"/>
                  </a:lnTo>
                  <a:lnTo>
                    <a:pt x="1780938" y="1967213"/>
                  </a:lnTo>
                  <a:lnTo>
                    <a:pt x="1781125" y="1968367"/>
                  </a:lnTo>
                  <a:lnTo>
                    <a:pt x="1781312" y="1969515"/>
                  </a:lnTo>
                  <a:lnTo>
                    <a:pt x="1781499" y="1970303"/>
                  </a:lnTo>
                  <a:lnTo>
                    <a:pt x="1781686" y="1971497"/>
                  </a:lnTo>
                  <a:lnTo>
                    <a:pt x="1781873" y="1972769"/>
                  </a:lnTo>
                  <a:lnTo>
                    <a:pt x="1782060" y="1973963"/>
                  </a:lnTo>
                  <a:lnTo>
                    <a:pt x="1782247" y="1975342"/>
                  </a:lnTo>
                  <a:lnTo>
                    <a:pt x="1782434" y="1976895"/>
                  </a:lnTo>
                  <a:lnTo>
                    <a:pt x="1782621" y="1978512"/>
                  </a:lnTo>
                  <a:lnTo>
                    <a:pt x="1782807" y="1980560"/>
                  </a:lnTo>
                  <a:lnTo>
                    <a:pt x="1782994" y="1982417"/>
                  </a:lnTo>
                  <a:lnTo>
                    <a:pt x="1783181" y="1984148"/>
                  </a:lnTo>
                  <a:lnTo>
                    <a:pt x="1783368" y="1986084"/>
                  </a:lnTo>
                  <a:lnTo>
                    <a:pt x="1783555" y="1988304"/>
                  </a:lnTo>
                  <a:lnTo>
                    <a:pt x="1783742" y="1990752"/>
                  </a:lnTo>
                  <a:lnTo>
                    <a:pt x="1783929" y="1993142"/>
                  </a:lnTo>
                  <a:lnTo>
                    <a:pt x="1784116" y="1995399"/>
                  </a:lnTo>
                  <a:lnTo>
                    <a:pt x="1784303" y="1997496"/>
                  </a:lnTo>
                  <a:lnTo>
                    <a:pt x="1784490" y="1999394"/>
                  </a:lnTo>
                  <a:lnTo>
                    <a:pt x="1784677" y="2001347"/>
                  </a:lnTo>
                  <a:lnTo>
                    <a:pt x="1784864" y="2003988"/>
                  </a:lnTo>
                  <a:lnTo>
                    <a:pt x="1785051" y="2006790"/>
                  </a:lnTo>
                  <a:lnTo>
                    <a:pt x="1785237" y="2010185"/>
                  </a:lnTo>
                  <a:lnTo>
                    <a:pt x="1785424" y="2014385"/>
                  </a:lnTo>
                  <a:lnTo>
                    <a:pt x="1785611" y="2018385"/>
                  </a:lnTo>
                  <a:lnTo>
                    <a:pt x="1785798" y="2022728"/>
                  </a:lnTo>
                  <a:lnTo>
                    <a:pt x="1785985" y="2026693"/>
                  </a:lnTo>
                  <a:lnTo>
                    <a:pt x="1786172" y="2030689"/>
                  </a:lnTo>
                  <a:lnTo>
                    <a:pt x="1786359" y="2034162"/>
                  </a:lnTo>
                  <a:lnTo>
                    <a:pt x="1786546" y="2037024"/>
                  </a:lnTo>
                  <a:lnTo>
                    <a:pt x="1786733" y="2039904"/>
                  </a:lnTo>
                  <a:lnTo>
                    <a:pt x="1786920" y="2042634"/>
                  </a:lnTo>
                  <a:lnTo>
                    <a:pt x="1787107" y="2045321"/>
                  </a:lnTo>
                  <a:lnTo>
                    <a:pt x="1787294" y="2048133"/>
                  </a:lnTo>
                  <a:lnTo>
                    <a:pt x="1787480" y="2050998"/>
                  </a:lnTo>
                  <a:lnTo>
                    <a:pt x="1787667" y="2054083"/>
                  </a:lnTo>
                  <a:lnTo>
                    <a:pt x="1787854" y="2056957"/>
                  </a:lnTo>
                  <a:lnTo>
                    <a:pt x="1788041" y="2059621"/>
                  </a:lnTo>
                  <a:lnTo>
                    <a:pt x="1788228" y="2062126"/>
                  </a:lnTo>
                  <a:lnTo>
                    <a:pt x="1788415" y="2064639"/>
                  </a:lnTo>
                  <a:lnTo>
                    <a:pt x="1788602" y="2066752"/>
                  </a:lnTo>
                  <a:lnTo>
                    <a:pt x="1788789" y="2069110"/>
                  </a:lnTo>
                  <a:lnTo>
                    <a:pt x="1788976" y="2071828"/>
                  </a:lnTo>
                  <a:lnTo>
                    <a:pt x="1789163" y="2075133"/>
                  </a:lnTo>
                  <a:lnTo>
                    <a:pt x="1789350" y="2079661"/>
                  </a:lnTo>
                  <a:lnTo>
                    <a:pt x="1789537" y="2085786"/>
                  </a:lnTo>
                  <a:lnTo>
                    <a:pt x="1789724" y="2090324"/>
                  </a:lnTo>
                  <a:lnTo>
                    <a:pt x="1789910" y="2094811"/>
                  </a:lnTo>
                  <a:lnTo>
                    <a:pt x="1790097" y="2099147"/>
                  </a:lnTo>
                  <a:lnTo>
                    <a:pt x="1790284" y="2103671"/>
                  </a:lnTo>
                  <a:lnTo>
                    <a:pt x="1790471" y="2108082"/>
                  </a:lnTo>
                  <a:lnTo>
                    <a:pt x="1790658" y="2112294"/>
                  </a:lnTo>
                  <a:lnTo>
                    <a:pt x="1790845" y="2116259"/>
                  </a:lnTo>
                  <a:lnTo>
                    <a:pt x="1791032" y="2120144"/>
                  </a:lnTo>
                  <a:lnTo>
                    <a:pt x="1791219" y="2124134"/>
                  </a:lnTo>
                  <a:lnTo>
                    <a:pt x="1791406" y="2128556"/>
                  </a:lnTo>
                  <a:lnTo>
                    <a:pt x="1791593" y="2132791"/>
                  </a:lnTo>
                  <a:lnTo>
                    <a:pt x="1791780" y="2136915"/>
                  </a:lnTo>
                  <a:lnTo>
                    <a:pt x="1791967" y="2141219"/>
                  </a:lnTo>
                  <a:lnTo>
                    <a:pt x="1792154" y="2145228"/>
                  </a:lnTo>
                  <a:lnTo>
                    <a:pt x="1792340" y="2149401"/>
                  </a:lnTo>
                  <a:lnTo>
                    <a:pt x="1792527" y="2153829"/>
                  </a:lnTo>
                  <a:lnTo>
                    <a:pt x="1792714" y="2158081"/>
                  </a:lnTo>
                  <a:lnTo>
                    <a:pt x="1792901" y="2161725"/>
                  </a:lnTo>
                  <a:lnTo>
                    <a:pt x="1793088" y="2164988"/>
                  </a:lnTo>
                  <a:lnTo>
                    <a:pt x="1793275" y="2167028"/>
                  </a:lnTo>
                  <a:lnTo>
                    <a:pt x="1793462" y="2168797"/>
                  </a:lnTo>
                  <a:lnTo>
                    <a:pt x="1793649" y="2170062"/>
                  </a:lnTo>
                  <a:lnTo>
                    <a:pt x="1793836" y="2171130"/>
                  </a:lnTo>
                  <a:lnTo>
                    <a:pt x="1794023" y="2172283"/>
                  </a:lnTo>
                  <a:lnTo>
                    <a:pt x="1794210" y="2173368"/>
                  </a:lnTo>
                  <a:lnTo>
                    <a:pt x="1794397" y="2174522"/>
                  </a:lnTo>
                  <a:lnTo>
                    <a:pt x="1794583" y="2176859"/>
                  </a:lnTo>
                  <a:lnTo>
                    <a:pt x="1794770" y="2178922"/>
                  </a:lnTo>
                  <a:lnTo>
                    <a:pt x="1794957" y="2181645"/>
                  </a:lnTo>
                  <a:lnTo>
                    <a:pt x="1795144" y="2183135"/>
                  </a:lnTo>
                  <a:lnTo>
                    <a:pt x="1795331" y="2184003"/>
                  </a:lnTo>
                  <a:lnTo>
                    <a:pt x="1795518" y="2184521"/>
                  </a:lnTo>
                  <a:lnTo>
                    <a:pt x="1795705" y="2184942"/>
                  </a:lnTo>
                  <a:lnTo>
                    <a:pt x="1795892" y="2185138"/>
                  </a:lnTo>
                  <a:lnTo>
                    <a:pt x="1796079" y="2185542"/>
                  </a:lnTo>
                  <a:lnTo>
                    <a:pt x="1796266" y="2186182"/>
                  </a:lnTo>
                  <a:lnTo>
                    <a:pt x="1796453" y="2187270"/>
                  </a:lnTo>
                  <a:lnTo>
                    <a:pt x="1796640" y="2188586"/>
                  </a:lnTo>
                  <a:lnTo>
                    <a:pt x="1796827" y="2189546"/>
                  </a:lnTo>
                  <a:lnTo>
                    <a:pt x="1797013" y="2189270"/>
                  </a:lnTo>
                  <a:lnTo>
                    <a:pt x="1797200" y="2188860"/>
                  </a:lnTo>
                  <a:lnTo>
                    <a:pt x="1797387" y="2188491"/>
                  </a:lnTo>
                  <a:lnTo>
                    <a:pt x="1797574" y="2188007"/>
                  </a:lnTo>
                  <a:lnTo>
                    <a:pt x="1797761" y="2187370"/>
                  </a:lnTo>
                  <a:lnTo>
                    <a:pt x="1797948" y="2186909"/>
                  </a:lnTo>
                  <a:lnTo>
                    <a:pt x="1798135" y="2187195"/>
                  </a:lnTo>
                  <a:lnTo>
                    <a:pt x="1798322" y="2187624"/>
                  </a:lnTo>
                  <a:lnTo>
                    <a:pt x="1798509" y="2188011"/>
                  </a:lnTo>
                  <a:lnTo>
                    <a:pt x="1798696" y="2188415"/>
                  </a:lnTo>
                  <a:lnTo>
                    <a:pt x="1798883" y="2188557"/>
                  </a:lnTo>
                  <a:lnTo>
                    <a:pt x="1799070" y="2188361"/>
                  </a:lnTo>
                  <a:lnTo>
                    <a:pt x="1799256" y="2188137"/>
                  </a:lnTo>
                  <a:lnTo>
                    <a:pt x="1799443" y="2188612"/>
                  </a:lnTo>
                  <a:lnTo>
                    <a:pt x="1799630" y="2189138"/>
                  </a:lnTo>
                  <a:lnTo>
                    <a:pt x="1799817" y="2189889"/>
                  </a:lnTo>
                  <a:lnTo>
                    <a:pt x="1800004" y="2189920"/>
                  </a:lnTo>
                  <a:lnTo>
                    <a:pt x="1800191" y="2189384"/>
                  </a:lnTo>
                  <a:lnTo>
                    <a:pt x="1800378" y="2187940"/>
                  </a:lnTo>
                  <a:lnTo>
                    <a:pt x="1800565" y="2186224"/>
                  </a:lnTo>
                  <a:lnTo>
                    <a:pt x="1800752" y="2184128"/>
                  </a:lnTo>
                  <a:lnTo>
                    <a:pt x="1800939" y="2182131"/>
                  </a:lnTo>
                  <a:lnTo>
                    <a:pt x="1801126" y="2180150"/>
                  </a:lnTo>
                  <a:lnTo>
                    <a:pt x="1801313" y="2178063"/>
                  </a:lnTo>
                  <a:lnTo>
                    <a:pt x="1801500" y="2176867"/>
                  </a:lnTo>
                  <a:lnTo>
                    <a:pt x="1801686" y="2176629"/>
                  </a:lnTo>
                  <a:lnTo>
                    <a:pt x="1801873" y="2176947"/>
                  </a:lnTo>
                  <a:lnTo>
                    <a:pt x="1802060" y="2177133"/>
                  </a:lnTo>
                  <a:lnTo>
                    <a:pt x="1802247" y="2177309"/>
                  </a:lnTo>
                  <a:lnTo>
                    <a:pt x="1802434" y="2177531"/>
                  </a:lnTo>
                  <a:lnTo>
                    <a:pt x="1802621" y="2177526"/>
                  </a:lnTo>
                  <a:lnTo>
                    <a:pt x="1802808" y="2177353"/>
                  </a:lnTo>
                  <a:lnTo>
                    <a:pt x="1802995" y="2177247"/>
                  </a:lnTo>
                  <a:lnTo>
                    <a:pt x="1803182" y="2177251"/>
                  </a:lnTo>
                  <a:lnTo>
                    <a:pt x="1803369" y="2177182"/>
                  </a:lnTo>
                  <a:lnTo>
                    <a:pt x="1803556" y="2176904"/>
                  </a:lnTo>
                  <a:lnTo>
                    <a:pt x="1803743" y="2176469"/>
                  </a:lnTo>
                  <a:lnTo>
                    <a:pt x="1803930" y="2175965"/>
                  </a:lnTo>
                  <a:lnTo>
                    <a:pt x="1804116" y="2175413"/>
                  </a:lnTo>
                  <a:lnTo>
                    <a:pt x="1804303" y="2174765"/>
                  </a:lnTo>
                  <a:lnTo>
                    <a:pt x="1804490" y="2174132"/>
                  </a:lnTo>
                  <a:lnTo>
                    <a:pt x="1804677" y="2173373"/>
                  </a:lnTo>
                  <a:lnTo>
                    <a:pt x="1804864" y="2172552"/>
                  </a:lnTo>
                  <a:lnTo>
                    <a:pt x="1805051" y="2171723"/>
                  </a:lnTo>
                  <a:lnTo>
                    <a:pt x="1805238" y="2169735"/>
                  </a:lnTo>
                  <a:lnTo>
                    <a:pt x="1805425" y="2165167"/>
                  </a:lnTo>
                  <a:lnTo>
                    <a:pt x="1805612" y="2161524"/>
                  </a:lnTo>
                  <a:lnTo>
                    <a:pt x="1805799" y="2158274"/>
                  </a:lnTo>
                  <a:lnTo>
                    <a:pt x="1805986" y="2155742"/>
                  </a:lnTo>
                  <a:lnTo>
                    <a:pt x="1806173" y="2154393"/>
                  </a:lnTo>
                  <a:lnTo>
                    <a:pt x="1806359" y="2152552"/>
                  </a:lnTo>
                  <a:lnTo>
                    <a:pt x="1806546" y="2151580"/>
                  </a:lnTo>
                  <a:lnTo>
                    <a:pt x="1806733" y="2150790"/>
                  </a:lnTo>
                  <a:lnTo>
                    <a:pt x="1806920" y="2149792"/>
                  </a:lnTo>
                  <a:lnTo>
                    <a:pt x="1807107" y="2148555"/>
                  </a:lnTo>
                  <a:lnTo>
                    <a:pt x="1807294" y="2147126"/>
                  </a:lnTo>
                  <a:lnTo>
                    <a:pt x="1807481" y="2145589"/>
                  </a:lnTo>
                  <a:lnTo>
                    <a:pt x="1807668" y="2144250"/>
                  </a:lnTo>
                  <a:lnTo>
                    <a:pt x="1807855" y="2143069"/>
                  </a:lnTo>
                  <a:lnTo>
                    <a:pt x="1808042" y="2142102"/>
                  </a:lnTo>
                  <a:lnTo>
                    <a:pt x="1808229" y="2141292"/>
                  </a:lnTo>
                  <a:lnTo>
                    <a:pt x="1808416" y="2140266"/>
                  </a:lnTo>
                  <a:lnTo>
                    <a:pt x="1808603" y="2139122"/>
                  </a:lnTo>
                  <a:lnTo>
                    <a:pt x="1808789" y="2137721"/>
                  </a:lnTo>
                  <a:lnTo>
                    <a:pt x="1808976" y="2136074"/>
                  </a:lnTo>
                  <a:lnTo>
                    <a:pt x="1809163" y="2134199"/>
                  </a:lnTo>
                  <a:lnTo>
                    <a:pt x="1809350" y="2132875"/>
                  </a:lnTo>
                  <a:lnTo>
                    <a:pt x="1809537" y="2131087"/>
                  </a:lnTo>
                  <a:lnTo>
                    <a:pt x="1809724" y="2127631"/>
                  </a:lnTo>
                  <a:lnTo>
                    <a:pt x="1809911" y="2124349"/>
                  </a:lnTo>
                  <a:lnTo>
                    <a:pt x="1810098" y="2121274"/>
                  </a:lnTo>
                  <a:lnTo>
                    <a:pt x="1810285" y="2118500"/>
                  </a:lnTo>
                  <a:lnTo>
                    <a:pt x="1810472" y="2116115"/>
                  </a:lnTo>
                  <a:lnTo>
                    <a:pt x="1810659" y="2113648"/>
                  </a:lnTo>
                  <a:lnTo>
                    <a:pt x="1810846" y="2111037"/>
                  </a:lnTo>
                  <a:lnTo>
                    <a:pt x="1811033" y="2106562"/>
                  </a:lnTo>
                  <a:lnTo>
                    <a:pt x="1811219" y="2102726"/>
                  </a:lnTo>
                  <a:lnTo>
                    <a:pt x="1811406" y="2099500"/>
                  </a:lnTo>
                  <a:lnTo>
                    <a:pt x="1811593" y="2096676"/>
                  </a:lnTo>
                  <a:lnTo>
                    <a:pt x="1811780" y="2094140"/>
                  </a:lnTo>
                  <a:lnTo>
                    <a:pt x="1811967" y="2091378"/>
                  </a:lnTo>
                  <a:lnTo>
                    <a:pt x="1812154" y="2087591"/>
                  </a:lnTo>
                  <a:lnTo>
                    <a:pt x="1812341" y="2082810"/>
                  </a:lnTo>
                  <a:lnTo>
                    <a:pt x="1812528" y="2077521"/>
                  </a:lnTo>
                  <a:lnTo>
                    <a:pt x="1812715" y="2070992"/>
                  </a:lnTo>
                  <a:lnTo>
                    <a:pt x="1812902" y="2064072"/>
                  </a:lnTo>
                  <a:lnTo>
                    <a:pt x="1813089" y="2056613"/>
                  </a:lnTo>
                  <a:lnTo>
                    <a:pt x="1813276" y="2048728"/>
                  </a:lnTo>
                  <a:lnTo>
                    <a:pt x="1813462" y="2040719"/>
                  </a:lnTo>
                  <a:lnTo>
                    <a:pt x="1813649" y="2035427"/>
                  </a:lnTo>
                  <a:lnTo>
                    <a:pt x="1813836" y="2031175"/>
                  </a:lnTo>
                  <a:lnTo>
                    <a:pt x="1814023" y="2027971"/>
                  </a:lnTo>
                  <a:lnTo>
                    <a:pt x="1814210" y="2025274"/>
                  </a:lnTo>
                  <a:lnTo>
                    <a:pt x="1814397" y="2022567"/>
                  </a:lnTo>
                  <a:lnTo>
                    <a:pt x="1814584" y="2019740"/>
                  </a:lnTo>
                  <a:lnTo>
                    <a:pt x="1814771" y="2016570"/>
                  </a:lnTo>
                  <a:lnTo>
                    <a:pt x="1814958" y="2013697"/>
                  </a:lnTo>
                  <a:lnTo>
                    <a:pt x="1815145" y="2011135"/>
                  </a:lnTo>
                  <a:lnTo>
                    <a:pt x="1815332" y="2008373"/>
                  </a:lnTo>
                  <a:lnTo>
                    <a:pt x="1815519" y="2005649"/>
                  </a:lnTo>
                  <a:lnTo>
                    <a:pt x="1815706" y="2003190"/>
                  </a:lnTo>
                  <a:lnTo>
                    <a:pt x="1815892" y="2000502"/>
                  </a:lnTo>
                  <a:lnTo>
                    <a:pt x="1816079" y="1997716"/>
                  </a:lnTo>
                  <a:lnTo>
                    <a:pt x="1816266" y="1994954"/>
                  </a:lnTo>
                  <a:lnTo>
                    <a:pt x="1816453" y="1991652"/>
                  </a:lnTo>
                  <a:lnTo>
                    <a:pt x="1816640" y="1988252"/>
                  </a:lnTo>
                  <a:lnTo>
                    <a:pt x="1816827" y="1984236"/>
                  </a:lnTo>
                  <a:lnTo>
                    <a:pt x="1817014" y="1979609"/>
                  </a:lnTo>
                  <a:lnTo>
                    <a:pt x="1817201" y="1974549"/>
                  </a:lnTo>
                  <a:lnTo>
                    <a:pt x="1817388" y="1968984"/>
                  </a:lnTo>
                  <a:lnTo>
                    <a:pt x="1817575" y="1963101"/>
                  </a:lnTo>
                  <a:lnTo>
                    <a:pt x="1817762" y="1955946"/>
                  </a:lnTo>
                  <a:lnTo>
                    <a:pt x="1817949" y="1947366"/>
                  </a:lnTo>
                  <a:lnTo>
                    <a:pt x="1818135" y="1939289"/>
                  </a:lnTo>
                  <a:lnTo>
                    <a:pt x="1818322" y="1929833"/>
                  </a:lnTo>
                  <a:lnTo>
                    <a:pt x="1818509" y="1919713"/>
                  </a:lnTo>
                  <a:lnTo>
                    <a:pt x="1818696" y="1906705"/>
                  </a:lnTo>
                  <a:lnTo>
                    <a:pt x="1818883" y="1893059"/>
                  </a:lnTo>
                  <a:lnTo>
                    <a:pt x="1819070" y="1878156"/>
                  </a:lnTo>
                  <a:lnTo>
                    <a:pt x="1819257" y="1863145"/>
                  </a:lnTo>
                  <a:lnTo>
                    <a:pt x="1819444" y="1848082"/>
                  </a:lnTo>
                  <a:lnTo>
                    <a:pt x="1819631" y="1836117"/>
                  </a:lnTo>
                  <a:lnTo>
                    <a:pt x="1819818" y="1824181"/>
                  </a:lnTo>
                  <a:lnTo>
                    <a:pt x="1820005" y="1814228"/>
                  </a:lnTo>
                  <a:lnTo>
                    <a:pt x="1820192" y="1803768"/>
                  </a:lnTo>
                  <a:lnTo>
                    <a:pt x="1820379" y="1794227"/>
                  </a:lnTo>
                  <a:lnTo>
                    <a:pt x="1820565" y="1784693"/>
                  </a:lnTo>
                  <a:lnTo>
                    <a:pt x="1820752" y="1775187"/>
                  </a:lnTo>
                  <a:lnTo>
                    <a:pt x="1820939" y="1764718"/>
                  </a:lnTo>
                  <a:lnTo>
                    <a:pt x="1821126" y="1754166"/>
                  </a:lnTo>
                  <a:lnTo>
                    <a:pt x="1821313" y="1743852"/>
                  </a:lnTo>
                  <a:lnTo>
                    <a:pt x="1821500" y="1735103"/>
                  </a:lnTo>
                  <a:lnTo>
                    <a:pt x="1821687" y="1726825"/>
                  </a:lnTo>
                  <a:lnTo>
                    <a:pt x="1821874" y="1719289"/>
                  </a:lnTo>
                  <a:lnTo>
                    <a:pt x="1822061" y="1711989"/>
                  </a:lnTo>
                  <a:lnTo>
                    <a:pt x="1822248" y="1705039"/>
                  </a:lnTo>
                  <a:lnTo>
                    <a:pt x="1822435" y="1698871"/>
                  </a:lnTo>
                  <a:lnTo>
                    <a:pt x="1822622" y="1692587"/>
                  </a:lnTo>
                  <a:lnTo>
                    <a:pt x="1822809" y="1685751"/>
                  </a:lnTo>
                  <a:lnTo>
                    <a:pt x="1822995" y="1679299"/>
                  </a:lnTo>
                  <a:lnTo>
                    <a:pt x="1823182" y="1671201"/>
                  </a:lnTo>
                  <a:lnTo>
                    <a:pt x="1823369" y="1663384"/>
                  </a:lnTo>
                  <a:lnTo>
                    <a:pt x="1823556" y="1655640"/>
                  </a:lnTo>
                  <a:lnTo>
                    <a:pt x="1823743" y="1647913"/>
                  </a:lnTo>
                  <a:lnTo>
                    <a:pt x="1823930" y="1640653"/>
                  </a:lnTo>
                  <a:lnTo>
                    <a:pt x="1824117" y="1634092"/>
                  </a:lnTo>
                  <a:lnTo>
                    <a:pt x="1824304" y="1628190"/>
                  </a:lnTo>
                  <a:lnTo>
                    <a:pt x="1824491" y="1621332"/>
                  </a:lnTo>
                  <a:lnTo>
                    <a:pt x="1824678" y="1614392"/>
                  </a:lnTo>
                  <a:lnTo>
                    <a:pt x="1824865" y="1607576"/>
                  </a:lnTo>
                  <a:lnTo>
                    <a:pt x="1825052" y="1600327"/>
                  </a:lnTo>
                  <a:lnTo>
                    <a:pt x="1825238" y="1592583"/>
                  </a:lnTo>
                  <a:lnTo>
                    <a:pt x="1825425" y="1584415"/>
                  </a:lnTo>
                  <a:lnTo>
                    <a:pt x="1825612" y="1576073"/>
                  </a:lnTo>
                  <a:lnTo>
                    <a:pt x="1825799" y="1568045"/>
                  </a:lnTo>
                  <a:lnTo>
                    <a:pt x="1825986" y="1560360"/>
                  </a:lnTo>
                  <a:lnTo>
                    <a:pt x="1826173" y="1552774"/>
                  </a:lnTo>
                  <a:lnTo>
                    <a:pt x="1826360" y="1545848"/>
                  </a:lnTo>
                  <a:lnTo>
                    <a:pt x="1826547" y="1539276"/>
                  </a:lnTo>
                  <a:lnTo>
                    <a:pt x="1826734" y="1532689"/>
                  </a:lnTo>
                  <a:lnTo>
                    <a:pt x="1826921" y="1525862"/>
                  </a:lnTo>
                  <a:lnTo>
                    <a:pt x="1827108" y="1517815"/>
                  </a:lnTo>
                  <a:lnTo>
                    <a:pt x="1827295" y="1508360"/>
                  </a:lnTo>
                  <a:lnTo>
                    <a:pt x="1827482" y="1498406"/>
                  </a:lnTo>
                  <a:lnTo>
                    <a:pt x="1827668" y="1488916"/>
                  </a:lnTo>
                  <a:lnTo>
                    <a:pt x="1827855" y="1480142"/>
                  </a:lnTo>
                  <a:lnTo>
                    <a:pt x="1828042" y="1471498"/>
                  </a:lnTo>
                  <a:lnTo>
                    <a:pt x="1828229" y="1463610"/>
                  </a:lnTo>
                  <a:lnTo>
                    <a:pt x="1828416" y="1456160"/>
                  </a:lnTo>
                  <a:lnTo>
                    <a:pt x="1828603" y="1448346"/>
                  </a:lnTo>
                  <a:lnTo>
                    <a:pt x="1828790" y="1439584"/>
                  </a:lnTo>
                  <a:lnTo>
                    <a:pt x="1828977" y="1430335"/>
                  </a:lnTo>
                  <a:lnTo>
                    <a:pt x="1829164" y="1420856"/>
                  </a:lnTo>
                  <a:lnTo>
                    <a:pt x="1829351" y="1410644"/>
                  </a:lnTo>
                  <a:lnTo>
                    <a:pt x="1829538" y="1400801"/>
                  </a:lnTo>
                  <a:lnTo>
                    <a:pt x="1829725" y="1390891"/>
                  </a:lnTo>
                  <a:lnTo>
                    <a:pt x="1829912" y="1381626"/>
                  </a:lnTo>
                  <a:lnTo>
                    <a:pt x="1830098" y="1373452"/>
                  </a:lnTo>
                  <a:lnTo>
                    <a:pt x="1830285" y="1366471"/>
                  </a:lnTo>
                  <a:lnTo>
                    <a:pt x="1830472" y="1359185"/>
                  </a:lnTo>
                  <a:lnTo>
                    <a:pt x="1830659" y="1351436"/>
                  </a:lnTo>
                  <a:lnTo>
                    <a:pt x="1830846" y="1344010"/>
                  </a:lnTo>
                  <a:lnTo>
                    <a:pt x="1831033" y="1336996"/>
                  </a:lnTo>
                  <a:lnTo>
                    <a:pt x="1831220" y="1330526"/>
                  </a:lnTo>
                  <a:lnTo>
                    <a:pt x="1831407" y="1326798"/>
                  </a:lnTo>
                  <a:lnTo>
                    <a:pt x="1831594" y="1323985"/>
                  </a:lnTo>
                  <a:lnTo>
                    <a:pt x="1831781" y="1321566"/>
                  </a:lnTo>
                  <a:lnTo>
                    <a:pt x="1831968" y="1318999"/>
                  </a:lnTo>
                  <a:lnTo>
                    <a:pt x="1832155" y="1316993"/>
                  </a:lnTo>
                  <a:lnTo>
                    <a:pt x="1832341" y="1314667"/>
                  </a:lnTo>
                  <a:lnTo>
                    <a:pt x="1832528" y="1312691"/>
                  </a:lnTo>
                  <a:lnTo>
                    <a:pt x="1832715" y="1311933"/>
                  </a:lnTo>
                  <a:lnTo>
                    <a:pt x="1832902" y="1311581"/>
                  </a:lnTo>
                  <a:lnTo>
                    <a:pt x="1833089" y="1311306"/>
                  </a:lnTo>
                  <a:lnTo>
                    <a:pt x="1833276" y="1311101"/>
                  </a:lnTo>
                  <a:lnTo>
                    <a:pt x="1833463" y="1310717"/>
                  </a:lnTo>
                  <a:lnTo>
                    <a:pt x="1833650" y="1309915"/>
                  </a:lnTo>
                  <a:lnTo>
                    <a:pt x="1833837" y="1308406"/>
                  </a:lnTo>
                  <a:lnTo>
                    <a:pt x="1834024" y="1306383"/>
                  </a:lnTo>
                  <a:lnTo>
                    <a:pt x="1834211" y="1302880"/>
                  </a:lnTo>
                  <a:lnTo>
                    <a:pt x="1834398" y="1299749"/>
                  </a:lnTo>
                  <a:lnTo>
                    <a:pt x="1834585" y="1296842"/>
                  </a:lnTo>
                  <a:lnTo>
                    <a:pt x="1834771" y="1294438"/>
                  </a:lnTo>
                  <a:lnTo>
                    <a:pt x="1834958" y="1292400"/>
                  </a:lnTo>
                  <a:lnTo>
                    <a:pt x="1835145" y="1290694"/>
                  </a:lnTo>
                  <a:lnTo>
                    <a:pt x="1835332" y="1288705"/>
                  </a:lnTo>
                  <a:lnTo>
                    <a:pt x="1835519" y="1285613"/>
                  </a:lnTo>
                  <a:lnTo>
                    <a:pt x="1835706" y="1283113"/>
                  </a:lnTo>
                  <a:lnTo>
                    <a:pt x="1835893" y="1280706"/>
                  </a:lnTo>
                  <a:lnTo>
                    <a:pt x="1836080" y="1278583"/>
                  </a:lnTo>
                  <a:lnTo>
                    <a:pt x="1836267" y="1276812"/>
                  </a:lnTo>
                  <a:lnTo>
                    <a:pt x="1836454" y="1275405"/>
                  </a:lnTo>
                  <a:lnTo>
                    <a:pt x="1836641" y="1274163"/>
                  </a:lnTo>
                  <a:lnTo>
                    <a:pt x="1836828" y="1272835"/>
                  </a:lnTo>
                  <a:lnTo>
                    <a:pt x="1837014" y="1271713"/>
                  </a:lnTo>
                  <a:lnTo>
                    <a:pt x="1837201" y="1270376"/>
                  </a:lnTo>
                  <a:lnTo>
                    <a:pt x="1837388" y="1269125"/>
                  </a:lnTo>
                  <a:lnTo>
                    <a:pt x="1837575" y="1268393"/>
                  </a:lnTo>
                  <a:lnTo>
                    <a:pt x="1837762" y="1268655"/>
                  </a:lnTo>
                  <a:lnTo>
                    <a:pt x="1837949" y="1268991"/>
                  </a:lnTo>
                  <a:lnTo>
                    <a:pt x="1838136" y="1269537"/>
                  </a:lnTo>
                  <a:lnTo>
                    <a:pt x="1838323" y="1270233"/>
                  </a:lnTo>
                  <a:lnTo>
                    <a:pt x="1838510" y="1270969"/>
                  </a:lnTo>
                  <a:lnTo>
                    <a:pt x="1838697" y="1272120"/>
                  </a:lnTo>
                  <a:lnTo>
                    <a:pt x="1838884" y="1272225"/>
                  </a:lnTo>
                  <a:lnTo>
                    <a:pt x="1839071" y="1271188"/>
                  </a:lnTo>
                  <a:lnTo>
                    <a:pt x="1839258" y="1269775"/>
                  </a:lnTo>
                  <a:lnTo>
                    <a:pt x="1839444" y="1268612"/>
                  </a:lnTo>
                  <a:lnTo>
                    <a:pt x="1839631" y="1267652"/>
                  </a:lnTo>
                  <a:lnTo>
                    <a:pt x="1839818" y="1266708"/>
                  </a:lnTo>
                  <a:lnTo>
                    <a:pt x="1840005" y="1266054"/>
                  </a:lnTo>
                  <a:lnTo>
                    <a:pt x="1840192" y="1265336"/>
                  </a:lnTo>
                  <a:lnTo>
                    <a:pt x="1840379" y="1264486"/>
                  </a:lnTo>
                  <a:lnTo>
                    <a:pt x="1840566" y="1263642"/>
                  </a:lnTo>
                  <a:lnTo>
                    <a:pt x="1840753" y="1262818"/>
                  </a:lnTo>
                  <a:lnTo>
                    <a:pt x="1840940" y="1262372"/>
                  </a:lnTo>
                  <a:lnTo>
                    <a:pt x="1841127" y="1262225"/>
                  </a:lnTo>
                  <a:lnTo>
                    <a:pt x="1841314" y="1261764"/>
                  </a:lnTo>
                  <a:lnTo>
                    <a:pt x="1841501" y="1261129"/>
                  </a:lnTo>
                  <a:lnTo>
                    <a:pt x="1841688" y="1260385"/>
                  </a:lnTo>
                  <a:lnTo>
                    <a:pt x="1841874" y="1259524"/>
                  </a:lnTo>
                  <a:lnTo>
                    <a:pt x="1842061" y="1258508"/>
                  </a:lnTo>
                  <a:lnTo>
                    <a:pt x="1842248" y="1257323"/>
                  </a:lnTo>
                  <a:lnTo>
                    <a:pt x="1842435" y="1256128"/>
                  </a:lnTo>
                  <a:lnTo>
                    <a:pt x="1842622" y="1256092"/>
                  </a:lnTo>
                  <a:lnTo>
                    <a:pt x="1842809" y="1258371"/>
                  </a:lnTo>
                  <a:lnTo>
                    <a:pt x="1842996" y="1260066"/>
                  </a:lnTo>
                  <a:lnTo>
                    <a:pt x="1843183" y="1261553"/>
                  </a:lnTo>
                  <a:lnTo>
                    <a:pt x="1843370" y="1262809"/>
                  </a:lnTo>
                  <a:lnTo>
                    <a:pt x="1843557" y="1263076"/>
                  </a:lnTo>
                  <a:lnTo>
                    <a:pt x="1843744" y="1263612"/>
                  </a:lnTo>
                  <a:lnTo>
                    <a:pt x="1843931" y="1263240"/>
                  </a:lnTo>
                  <a:lnTo>
                    <a:pt x="1844117" y="1262735"/>
                  </a:lnTo>
                  <a:lnTo>
                    <a:pt x="1844304" y="1262607"/>
                  </a:lnTo>
                  <a:lnTo>
                    <a:pt x="1844491" y="1262687"/>
                  </a:lnTo>
                  <a:lnTo>
                    <a:pt x="1844678" y="1262993"/>
                  </a:lnTo>
                  <a:lnTo>
                    <a:pt x="1844865" y="1263297"/>
                  </a:lnTo>
                  <a:lnTo>
                    <a:pt x="1845052" y="1263445"/>
                  </a:lnTo>
                  <a:lnTo>
                    <a:pt x="1845239" y="1263367"/>
                  </a:lnTo>
                  <a:lnTo>
                    <a:pt x="1845426" y="1263080"/>
                  </a:lnTo>
                  <a:lnTo>
                    <a:pt x="1845613" y="1262944"/>
                  </a:lnTo>
                  <a:lnTo>
                    <a:pt x="1845800" y="1263310"/>
                  </a:lnTo>
                  <a:lnTo>
                    <a:pt x="1845987" y="1263714"/>
                  </a:lnTo>
                  <a:lnTo>
                    <a:pt x="1846174" y="1264331"/>
                  </a:lnTo>
                  <a:lnTo>
                    <a:pt x="1846361" y="1264885"/>
                  </a:lnTo>
                  <a:lnTo>
                    <a:pt x="1846547" y="1265606"/>
                  </a:lnTo>
                  <a:lnTo>
                    <a:pt x="1846734" y="1265849"/>
                  </a:lnTo>
                  <a:lnTo>
                    <a:pt x="1846921" y="1266355"/>
                  </a:lnTo>
                  <a:lnTo>
                    <a:pt x="1847108" y="1267937"/>
                  </a:lnTo>
                  <a:lnTo>
                    <a:pt x="1847295" y="1268689"/>
                  </a:lnTo>
                  <a:lnTo>
                    <a:pt x="1847482" y="1269246"/>
                  </a:lnTo>
                  <a:lnTo>
                    <a:pt x="1847669" y="1269179"/>
                  </a:lnTo>
                  <a:lnTo>
                    <a:pt x="1847856" y="1269128"/>
                  </a:lnTo>
                  <a:lnTo>
                    <a:pt x="1848043" y="1269322"/>
                  </a:lnTo>
                  <a:lnTo>
                    <a:pt x="1848230" y="1269857"/>
                  </a:lnTo>
                  <a:lnTo>
                    <a:pt x="1848417" y="1271296"/>
                  </a:lnTo>
                  <a:lnTo>
                    <a:pt x="1848604" y="1272372"/>
                  </a:lnTo>
                  <a:lnTo>
                    <a:pt x="1848791" y="1273511"/>
                  </a:lnTo>
                  <a:lnTo>
                    <a:pt x="1848977" y="1273984"/>
                  </a:lnTo>
                  <a:lnTo>
                    <a:pt x="1849164" y="1273752"/>
                  </a:lnTo>
                  <a:lnTo>
                    <a:pt x="1849351" y="1273421"/>
                  </a:lnTo>
                  <a:lnTo>
                    <a:pt x="1849538" y="1272562"/>
                  </a:lnTo>
                  <a:lnTo>
                    <a:pt x="1849725" y="1272647"/>
                  </a:lnTo>
                  <a:lnTo>
                    <a:pt x="1849912" y="1271682"/>
                  </a:lnTo>
                  <a:lnTo>
                    <a:pt x="1850099" y="1272045"/>
                  </a:lnTo>
                  <a:lnTo>
                    <a:pt x="1850286" y="1272614"/>
                  </a:lnTo>
                  <a:lnTo>
                    <a:pt x="1850473" y="1273819"/>
                  </a:lnTo>
                  <a:lnTo>
                    <a:pt x="1850660" y="1275841"/>
                  </a:lnTo>
                  <a:lnTo>
                    <a:pt x="1850847" y="1277887"/>
                  </a:lnTo>
                  <a:lnTo>
                    <a:pt x="1851034" y="1277296"/>
                  </a:lnTo>
                  <a:lnTo>
                    <a:pt x="1851220" y="1277467"/>
                  </a:lnTo>
                  <a:lnTo>
                    <a:pt x="1851407" y="1277298"/>
                  </a:lnTo>
                  <a:lnTo>
                    <a:pt x="1851594" y="1277831"/>
                  </a:lnTo>
                  <a:lnTo>
                    <a:pt x="1851781" y="1278837"/>
                  </a:lnTo>
                  <a:lnTo>
                    <a:pt x="1851968" y="1280202"/>
                  </a:lnTo>
                  <a:lnTo>
                    <a:pt x="1852155" y="1281916"/>
                  </a:lnTo>
                  <a:lnTo>
                    <a:pt x="1852342" y="1283551"/>
                  </a:lnTo>
                  <a:lnTo>
                    <a:pt x="1852529" y="1285035"/>
                  </a:lnTo>
                  <a:lnTo>
                    <a:pt x="1852716" y="1286647"/>
                  </a:lnTo>
                  <a:lnTo>
                    <a:pt x="1852903" y="1288379"/>
                  </a:lnTo>
                  <a:lnTo>
                    <a:pt x="1853090" y="1290037"/>
                  </a:lnTo>
                  <a:lnTo>
                    <a:pt x="1853277" y="1292011"/>
                  </a:lnTo>
                  <a:lnTo>
                    <a:pt x="1853464" y="1294051"/>
                  </a:lnTo>
                  <a:lnTo>
                    <a:pt x="1853650" y="1296180"/>
                  </a:lnTo>
                  <a:lnTo>
                    <a:pt x="1853837" y="1298922"/>
                  </a:lnTo>
                  <a:lnTo>
                    <a:pt x="1854024" y="1301868"/>
                  </a:lnTo>
                  <a:lnTo>
                    <a:pt x="1854211" y="1305318"/>
                  </a:lnTo>
                  <a:lnTo>
                    <a:pt x="1854398" y="1309146"/>
                  </a:lnTo>
                  <a:lnTo>
                    <a:pt x="1854585" y="1313449"/>
                  </a:lnTo>
                  <a:lnTo>
                    <a:pt x="1854772" y="1317737"/>
                  </a:lnTo>
                  <a:lnTo>
                    <a:pt x="1854959" y="1322392"/>
                  </a:lnTo>
                  <a:lnTo>
                    <a:pt x="1855146" y="1327514"/>
                  </a:lnTo>
                  <a:lnTo>
                    <a:pt x="1855333" y="1333514"/>
                  </a:lnTo>
                  <a:lnTo>
                    <a:pt x="1855520" y="1339498"/>
                  </a:lnTo>
                  <a:lnTo>
                    <a:pt x="1855707" y="1345615"/>
                  </a:lnTo>
                  <a:lnTo>
                    <a:pt x="1855893" y="1352158"/>
                  </a:lnTo>
                  <a:lnTo>
                    <a:pt x="1856080" y="1361406"/>
                  </a:lnTo>
                  <a:lnTo>
                    <a:pt x="1856267" y="1371545"/>
                  </a:lnTo>
                  <a:lnTo>
                    <a:pt x="1856454" y="1382544"/>
                  </a:lnTo>
                  <a:lnTo>
                    <a:pt x="1856641" y="1393652"/>
                  </a:lnTo>
                  <a:lnTo>
                    <a:pt x="1856828" y="1404524"/>
                  </a:lnTo>
                  <a:lnTo>
                    <a:pt x="1857015" y="1412405"/>
                  </a:lnTo>
                  <a:lnTo>
                    <a:pt x="1857202" y="1420157"/>
                  </a:lnTo>
                  <a:lnTo>
                    <a:pt x="1857389" y="1426330"/>
                  </a:lnTo>
                  <a:lnTo>
                    <a:pt x="1857576" y="1433101"/>
                  </a:lnTo>
                  <a:lnTo>
                    <a:pt x="1857763" y="1438847"/>
                  </a:lnTo>
                  <a:lnTo>
                    <a:pt x="1857950" y="1444651"/>
                  </a:lnTo>
                  <a:lnTo>
                    <a:pt x="1858137" y="1450534"/>
                  </a:lnTo>
                  <a:lnTo>
                    <a:pt x="1858323" y="1457018"/>
                  </a:lnTo>
                  <a:lnTo>
                    <a:pt x="1858510" y="1463370"/>
                  </a:lnTo>
                  <a:lnTo>
                    <a:pt x="1858697" y="1468988"/>
                  </a:lnTo>
                  <a:lnTo>
                    <a:pt x="1858884" y="1473000"/>
                  </a:lnTo>
                  <a:lnTo>
                    <a:pt x="1859071" y="1476096"/>
                  </a:lnTo>
                  <a:lnTo>
                    <a:pt x="1859258" y="1478310"/>
                  </a:lnTo>
                  <a:lnTo>
                    <a:pt x="1859445" y="1479999"/>
                  </a:lnTo>
                  <a:lnTo>
                    <a:pt x="1859632" y="1481536"/>
                  </a:lnTo>
                  <a:lnTo>
                    <a:pt x="1859819" y="1482728"/>
                  </a:lnTo>
                  <a:lnTo>
                    <a:pt x="1860006" y="1483994"/>
                  </a:lnTo>
                  <a:lnTo>
                    <a:pt x="1860193" y="1485211"/>
                  </a:lnTo>
                  <a:lnTo>
                    <a:pt x="1860380" y="1486431"/>
                  </a:lnTo>
                  <a:lnTo>
                    <a:pt x="1860567" y="1489084"/>
                  </a:lnTo>
                  <a:lnTo>
                    <a:pt x="1860753" y="1490662"/>
                  </a:lnTo>
                  <a:lnTo>
                    <a:pt x="1860940" y="1492027"/>
                  </a:lnTo>
                  <a:lnTo>
                    <a:pt x="1861127" y="1493433"/>
                  </a:lnTo>
                  <a:lnTo>
                    <a:pt x="1861314" y="1494471"/>
                  </a:lnTo>
                  <a:lnTo>
                    <a:pt x="1861501" y="1496452"/>
                  </a:lnTo>
                  <a:lnTo>
                    <a:pt x="1861688" y="1498032"/>
                  </a:lnTo>
                  <a:lnTo>
                    <a:pt x="1861875" y="1501090"/>
                  </a:lnTo>
                  <a:lnTo>
                    <a:pt x="1862062" y="1504066"/>
                  </a:lnTo>
                  <a:lnTo>
                    <a:pt x="1862249" y="1506907"/>
                  </a:lnTo>
                  <a:lnTo>
                    <a:pt x="1862436" y="1509851"/>
                  </a:lnTo>
                  <a:lnTo>
                    <a:pt x="1862623" y="1513093"/>
                  </a:lnTo>
                  <a:lnTo>
                    <a:pt x="1862810" y="1516993"/>
                  </a:lnTo>
                  <a:lnTo>
                    <a:pt x="1862996" y="1521373"/>
                  </a:lnTo>
                  <a:lnTo>
                    <a:pt x="1863183" y="1525284"/>
                  </a:lnTo>
                  <a:lnTo>
                    <a:pt x="1863370" y="1529001"/>
                  </a:lnTo>
                  <a:lnTo>
                    <a:pt x="1863557" y="1532969"/>
                  </a:lnTo>
                  <a:lnTo>
                    <a:pt x="1863744" y="1536336"/>
                  </a:lnTo>
                  <a:lnTo>
                    <a:pt x="1863931" y="1539614"/>
                  </a:lnTo>
                  <a:lnTo>
                    <a:pt x="1864118" y="1543051"/>
                  </a:lnTo>
                  <a:lnTo>
                    <a:pt x="1864305" y="1547285"/>
                  </a:lnTo>
                  <a:lnTo>
                    <a:pt x="1864492" y="1552848"/>
                  </a:lnTo>
                  <a:lnTo>
                    <a:pt x="1864679" y="1559830"/>
                  </a:lnTo>
                  <a:lnTo>
                    <a:pt x="1864866" y="1567083"/>
                  </a:lnTo>
                  <a:lnTo>
                    <a:pt x="1865053" y="1573891"/>
                  </a:lnTo>
                  <a:lnTo>
                    <a:pt x="1865240" y="1579684"/>
                  </a:lnTo>
                  <a:lnTo>
                    <a:pt x="1865426" y="1585254"/>
                  </a:lnTo>
                  <a:lnTo>
                    <a:pt x="1865613" y="1590246"/>
                  </a:lnTo>
                  <a:lnTo>
                    <a:pt x="1865800" y="1594867"/>
                  </a:lnTo>
                  <a:lnTo>
                    <a:pt x="1865987" y="1600173"/>
                  </a:lnTo>
                  <a:lnTo>
                    <a:pt x="1866174" y="1606593"/>
                  </a:lnTo>
                  <a:lnTo>
                    <a:pt x="1866361" y="1613879"/>
                  </a:lnTo>
                  <a:lnTo>
                    <a:pt x="1866548" y="1621554"/>
                  </a:lnTo>
                  <a:lnTo>
                    <a:pt x="1866735" y="1629550"/>
                  </a:lnTo>
                  <a:lnTo>
                    <a:pt x="1866922" y="1636613"/>
                  </a:lnTo>
                  <a:lnTo>
                    <a:pt x="1867109" y="1643355"/>
                  </a:lnTo>
                  <a:lnTo>
                    <a:pt x="1867296" y="1649255"/>
                  </a:lnTo>
                  <a:lnTo>
                    <a:pt x="1867483" y="1654099"/>
                  </a:lnTo>
                  <a:lnTo>
                    <a:pt x="1867670" y="1657886"/>
                  </a:lnTo>
                  <a:lnTo>
                    <a:pt x="1867856" y="1661781"/>
                  </a:lnTo>
                  <a:lnTo>
                    <a:pt x="1868043" y="1666064"/>
                  </a:lnTo>
                  <a:lnTo>
                    <a:pt x="1868230" y="1669934"/>
                  </a:lnTo>
                  <a:lnTo>
                    <a:pt x="1868417" y="1673804"/>
                  </a:lnTo>
                  <a:lnTo>
                    <a:pt x="1868604" y="1678699"/>
                  </a:lnTo>
                  <a:lnTo>
                    <a:pt x="1868791" y="1680408"/>
                  </a:lnTo>
                  <a:lnTo>
                    <a:pt x="1868978" y="1680841"/>
                  </a:lnTo>
                  <a:lnTo>
                    <a:pt x="1869165" y="1680450"/>
                  </a:lnTo>
                  <a:lnTo>
                    <a:pt x="1869352" y="1679164"/>
                  </a:lnTo>
                  <a:lnTo>
                    <a:pt x="1869539" y="1676943"/>
                  </a:lnTo>
                  <a:lnTo>
                    <a:pt x="1869726" y="1674779"/>
                  </a:lnTo>
                  <a:lnTo>
                    <a:pt x="1869913" y="1672098"/>
                  </a:lnTo>
                  <a:lnTo>
                    <a:pt x="1870099" y="1668215"/>
                  </a:lnTo>
                  <a:lnTo>
                    <a:pt x="1870286" y="1663882"/>
                  </a:lnTo>
                  <a:lnTo>
                    <a:pt x="1870473" y="1659307"/>
                  </a:lnTo>
                  <a:lnTo>
                    <a:pt x="1870660" y="1654463"/>
                  </a:lnTo>
                  <a:lnTo>
                    <a:pt x="1870847" y="1649549"/>
                  </a:lnTo>
                  <a:lnTo>
                    <a:pt x="1871034" y="1644679"/>
                  </a:lnTo>
                  <a:lnTo>
                    <a:pt x="1871221" y="1639740"/>
                  </a:lnTo>
                  <a:lnTo>
                    <a:pt x="1871408" y="1635110"/>
                  </a:lnTo>
                  <a:lnTo>
                    <a:pt x="1871595" y="1632544"/>
                  </a:lnTo>
                  <a:lnTo>
                    <a:pt x="1871782" y="1630148"/>
                  </a:lnTo>
                  <a:lnTo>
                    <a:pt x="1871969" y="1625858"/>
                  </a:lnTo>
                  <a:lnTo>
                    <a:pt x="1872156" y="1622115"/>
                  </a:lnTo>
                  <a:lnTo>
                    <a:pt x="1872343" y="1618377"/>
                  </a:lnTo>
                  <a:lnTo>
                    <a:pt x="1872529" y="1614224"/>
                  </a:lnTo>
                  <a:lnTo>
                    <a:pt x="1872716" y="1610767"/>
                  </a:lnTo>
                  <a:lnTo>
                    <a:pt x="1872903" y="1608734"/>
                  </a:lnTo>
                  <a:lnTo>
                    <a:pt x="1873090" y="1605755"/>
                  </a:lnTo>
                  <a:lnTo>
                    <a:pt x="1873277" y="1602939"/>
                  </a:lnTo>
                  <a:lnTo>
                    <a:pt x="1873464" y="1600268"/>
                  </a:lnTo>
                  <a:lnTo>
                    <a:pt x="1873651" y="1597682"/>
                  </a:lnTo>
                  <a:lnTo>
                    <a:pt x="1873838" y="1595408"/>
                  </a:lnTo>
                  <a:lnTo>
                    <a:pt x="1874025" y="1593341"/>
                  </a:lnTo>
                  <a:lnTo>
                    <a:pt x="1874212" y="1591459"/>
                  </a:lnTo>
                  <a:lnTo>
                    <a:pt x="1874399" y="1588992"/>
                  </a:lnTo>
                  <a:lnTo>
                    <a:pt x="1874586" y="1586599"/>
                  </a:lnTo>
                  <a:lnTo>
                    <a:pt x="1874772" y="1584500"/>
                  </a:lnTo>
                  <a:lnTo>
                    <a:pt x="1874959" y="1582582"/>
                  </a:lnTo>
                  <a:lnTo>
                    <a:pt x="1875146" y="1580447"/>
                  </a:lnTo>
                  <a:lnTo>
                    <a:pt x="1875333" y="1578858"/>
                  </a:lnTo>
                  <a:lnTo>
                    <a:pt x="1875520" y="1577487"/>
                  </a:lnTo>
                  <a:lnTo>
                    <a:pt x="1875707" y="1576089"/>
                  </a:lnTo>
                  <a:lnTo>
                    <a:pt x="1875894" y="1575006"/>
                  </a:lnTo>
                  <a:lnTo>
                    <a:pt x="1876081" y="1573698"/>
                  </a:lnTo>
                  <a:lnTo>
                    <a:pt x="1876268" y="1572767"/>
                  </a:lnTo>
                  <a:lnTo>
                    <a:pt x="1876455" y="1572037"/>
                  </a:lnTo>
                  <a:lnTo>
                    <a:pt x="1876642" y="1571259"/>
                  </a:lnTo>
                  <a:lnTo>
                    <a:pt x="1876829" y="1570289"/>
                  </a:lnTo>
                  <a:lnTo>
                    <a:pt x="1877016" y="1569051"/>
                  </a:lnTo>
                  <a:lnTo>
                    <a:pt x="1877202" y="1568098"/>
                  </a:lnTo>
                  <a:lnTo>
                    <a:pt x="1877389" y="1566678"/>
                  </a:lnTo>
                  <a:lnTo>
                    <a:pt x="1877576" y="1565257"/>
                  </a:lnTo>
                  <a:lnTo>
                    <a:pt x="1877763" y="1564002"/>
                  </a:lnTo>
                  <a:lnTo>
                    <a:pt x="1877950" y="1563093"/>
                  </a:lnTo>
                  <a:lnTo>
                    <a:pt x="1878137" y="1562171"/>
                  </a:lnTo>
                  <a:lnTo>
                    <a:pt x="1878324" y="1560361"/>
                  </a:lnTo>
                  <a:lnTo>
                    <a:pt x="1878511" y="1557700"/>
                  </a:lnTo>
                  <a:lnTo>
                    <a:pt x="1878698" y="1555175"/>
                  </a:lnTo>
                  <a:lnTo>
                    <a:pt x="1878885" y="1552755"/>
                  </a:lnTo>
                  <a:lnTo>
                    <a:pt x="1879072" y="1550138"/>
                  </a:lnTo>
                  <a:lnTo>
                    <a:pt x="1879259" y="1547275"/>
                  </a:lnTo>
                  <a:lnTo>
                    <a:pt x="1879446" y="1544651"/>
                  </a:lnTo>
                  <a:lnTo>
                    <a:pt x="1879632" y="1542721"/>
                  </a:lnTo>
                  <a:lnTo>
                    <a:pt x="1879819" y="1541105"/>
                  </a:lnTo>
                  <a:lnTo>
                    <a:pt x="1880006" y="1539226"/>
                  </a:lnTo>
                  <a:lnTo>
                    <a:pt x="1880193" y="1537621"/>
                  </a:lnTo>
                  <a:lnTo>
                    <a:pt x="1880380" y="1535542"/>
                  </a:lnTo>
                  <a:lnTo>
                    <a:pt x="1880567" y="1532618"/>
                  </a:lnTo>
                  <a:lnTo>
                    <a:pt x="1880754" y="1529297"/>
                  </a:lnTo>
                  <a:lnTo>
                    <a:pt x="1880941" y="1525965"/>
                  </a:lnTo>
                  <a:lnTo>
                    <a:pt x="1881128" y="1523094"/>
                  </a:lnTo>
                  <a:lnTo>
                    <a:pt x="1881315" y="1520700"/>
                  </a:lnTo>
                  <a:lnTo>
                    <a:pt x="1881502" y="1518414"/>
                  </a:lnTo>
                  <a:lnTo>
                    <a:pt x="1881689" y="1516000"/>
                  </a:lnTo>
                  <a:lnTo>
                    <a:pt x="1881875" y="1513791"/>
                  </a:lnTo>
                  <a:lnTo>
                    <a:pt x="1882062" y="1512116"/>
                  </a:lnTo>
                  <a:lnTo>
                    <a:pt x="1882249" y="1510708"/>
                  </a:lnTo>
                  <a:lnTo>
                    <a:pt x="1882436" y="1508912"/>
                  </a:lnTo>
                  <a:lnTo>
                    <a:pt x="1882623" y="1506789"/>
                  </a:lnTo>
                  <a:lnTo>
                    <a:pt x="1882810" y="1503925"/>
                  </a:lnTo>
                  <a:lnTo>
                    <a:pt x="1882997" y="1500761"/>
                  </a:lnTo>
                  <a:lnTo>
                    <a:pt x="1883184" y="1497444"/>
                  </a:lnTo>
                  <a:lnTo>
                    <a:pt x="1883371" y="1494759"/>
                  </a:lnTo>
                  <a:lnTo>
                    <a:pt x="1883558" y="1491987"/>
                  </a:lnTo>
                  <a:lnTo>
                    <a:pt x="1883745" y="1488978"/>
                  </a:lnTo>
                  <a:lnTo>
                    <a:pt x="1883932" y="1485215"/>
                  </a:lnTo>
                  <a:lnTo>
                    <a:pt x="1884119" y="1481187"/>
                  </a:lnTo>
                  <a:lnTo>
                    <a:pt x="1884305" y="1476941"/>
                  </a:lnTo>
                  <a:lnTo>
                    <a:pt x="1884492" y="1472857"/>
                  </a:lnTo>
                  <a:lnTo>
                    <a:pt x="1884679" y="1468900"/>
                  </a:lnTo>
                  <a:lnTo>
                    <a:pt x="1884866" y="1464660"/>
                  </a:lnTo>
                  <a:lnTo>
                    <a:pt x="1885053" y="1460669"/>
                  </a:lnTo>
                  <a:lnTo>
                    <a:pt x="1885240" y="1456529"/>
                  </a:lnTo>
                  <a:lnTo>
                    <a:pt x="1885427" y="1452372"/>
                  </a:lnTo>
                  <a:lnTo>
                    <a:pt x="1885614" y="1448855"/>
                  </a:lnTo>
                  <a:lnTo>
                    <a:pt x="1885801" y="1446112"/>
                  </a:lnTo>
                  <a:lnTo>
                    <a:pt x="1885988" y="1443633"/>
                  </a:lnTo>
                  <a:lnTo>
                    <a:pt x="1886175" y="1440844"/>
                  </a:lnTo>
                  <a:lnTo>
                    <a:pt x="1886362" y="1438275"/>
                  </a:lnTo>
                  <a:lnTo>
                    <a:pt x="1886549" y="1436741"/>
                  </a:lnTo>
                  <a:lnTo>
                    <a:pt x="1886735" y="1436602"/>
                  </a:lnTo>
                  <a:lnTo>
                    <a:pt x="1886922" y="1437996"/>
                  </a:lnTo>
                  <a:lnTo>
                    <a:pt x="1887109" y="1439908"/>
                  </a:lnTo>
                  <a:lnTo>
                    <a:pt x="1887296" y="1444199"/>
                  </a:lnTo>
                  <a:lnTo>
                    <a:pt x="1887483" y="1448449"/>
                  </a:lnTo>
                  <a:lnTo>
                    <a:pt x="1887670" y="1452550"/>
                  </a:lnTo>
                  <a:lnTo>
                    <a:pt x="1887857" y="1457701"/>
                  </a:lnTo>
                  <a:lnTo>
                    <a:pt x="1888044" y="1462563"/>
                  </a:lnTo>
                  <a:lnTo>
                    <a:pt x="1888231" y="1467521"/>
                  </a:lnTo>
                  <a:lnTo>
                    <a:pt x="1888418" y="1472133"/>
                  </a:lnTo>
                  <a:lnTo>
                    <a:pt x="1888605" y="1475397"/>
                  </a:lnTo>
                  <a:lnTo>
                    <a:pt x="1888792" y="1477496"/>
                  </a:lnTo>
                  <a:lnTo>
                    <a:pt x="1888978" y="1478856"/>
                  </a:lnTo>
                  <a:lnTo>
                    <a:pt x="1889165" y="1479887"/>
                  </a:lnTo>
                  <a:lnTo>
                    <a:pt x="1889352" y="1480558"/>
                  </a:lnTo>
                  <a:lnTo>
                    <a:pt x="1889539" y="1481063"/>
                  </a:lnTo>
                  <a:lnTo>
                    <a:pt x="1889726" y="1481459"/>
                  </a:lnTo>
                  <a:lnTo>
                    <a:pt x="1889913" y="1481834"/>
                  </a:lnTo>
                  <a:lnTo>
                    <a:pt x="1890100" y="1482256"/>
                  </a:lnTo>
                  <a:lnTo>
                    <a:pt x="1890287" y="1482656"/>
                  </a:lnTo>
                  <a:lnTo>
                    <a:pt x="1890474" y="1483281"/>
                  </a:lnTo>
                  <a:lnTo>
                    <a:pt x="1890661" y="1483954"/>
                  </a:lnTo>
                  <a:lnTo>
                    <a:pt x="1890848" y="1484536"/>
                  </a:lnTo>
                  <a:lnTo>
                    <a:pt x="1891035" y="1484985"/>
                  </a:lnTo>
                  <a:lnTo>
                    <a:pt x="1891222" y="1485398"/>
                  </a:lnTo>
                  <a:lnTo>
                    <a:pt x="1891408" y="1485770"/>
                  </a:lnTo>
                  <a:lnTo>
                    <a:pt x="1891595" y="1486068"/>
                  </a:lnTo>
                  <a:lnTo>
                    <a:pt x="1891782" y="1485694"/>
                  </a:lnTo>
                  <a:lnTo>
                    <a:pt x="1891969" y="1485278"/>
                  </a:lnTo>
                  <a:lnTo>
                    <a:pt x="1892156" y="1485237"/>
                  </a:lnTo>
                  <a:lnTo>
                    <a:pt x="1892343" y="1484454"/>
                  </a:lnTo>
                  <a:lnTo>
                    <a:pt x="1892530" y="1483923"/>
                  </a:lnTo>
                  <a:lnTo>
                    <a:pt x="1892717" y="1483632"/>
                  </a:lnTo>
                  <a:lnTo>
                    <a:pt x="1892904" y="1483189"/>
                  </a:lnTo>
                  <a:lnTo>
                    <a:pt x="1893091" y="1484509"/>
                  </a:lnTo>
                  <a:lnTo>
                    <a:pt x="1893278" y="1485772"/>
                  </a:lnTo>
                  <a:lnTo>
                    <a:pt x="1893465" y="1487464"/>
                  </a:lnTo>
                  <a:lnTo>
                    <a:pt x="1893651" y="1489147"/>
                  </a:lnTo>
                  <a:lnTo>
                    <a:pt x="1893838" y="1491358"/>
                  </a:lnTo>
                  <a:lnTo>
                    <a:pt x="1894025" y="1493768"/>
                  </a:lnTo>
                  <a:lnTo>
                    <a:pt x="1894212" y="1496895"/>
                  </a:lnTo>
                  <a:lnTo>
                    <a:pt x="1894399" y="1499916"/>
                  </a:lnTo>
                  <a:lnTo>
                    <a:pt x="1894586" y="1503076"/>
                  </a:lnTo>
                  <a:lnTo>
                    <a:pt x="1894773" y="1505840"/>
                  </a:lnTo>
                  <a:lnTo>
                    <a:pt x="1894960" y="1508126"/>
                  </a:lnTo>
                  <a:lnTo>
                    <a:pt x="1895147" y="1510585"/>
                  </a:lnTo>
                  <a:lnTo>
                    <a:pt x="1895334" y="1513836"/>
                  </a:lnTo>
                  <a:lnTo>
                    <a:pt x="1895521" y="1517048"/>
                  </a:lnTo>
                  <a:lnTo>
                    <a:pt x="1895708" y="1520290"/>
                  </a:lnTo>
                  <a:lnTo>
                    <a:pt x="1895895" y="1523219"/>
                  </a:lnTo>
                  <a:lnTo>
                    <a:pt x="1896081" y="1526877"/>
                  </a:lnTo>
                  <a:lnTo>
                    <a:pt x="1896268" y="1530563"/>
                  </a:lnTo>
                  <a:lnTo>
                    <a:pt x="1896455" y="1534558"/>
                  </a:lnTo>
                  <a:lnTo>
                    <a:pt x="1896642" y="1538746"/>
                  </a:lnTo>
                  <a:lnTo>
                    <a:pt x="1896829" y="1543256"/>
                  </a:lnTo>
                  <a:lnTo>
                    <a:pt x="1897016" y="1547438"/>
                  </a:lnTo>
                  <a:lnTo>
                    <a:pt x="1897203" y="1551148"/>
                  </a:lnTo>
                  <a:lnTo>
                    <a:pt x="1897390" y="1554813"/>
                  </a:lnTo>
                  <a:lnTo>
                    <a:pt x="1897577" y="1558983"/>
                  </a:lnTo>
                  <a:lnTo>
                    <a:pt x="1897764" y="1562722"/>
                  </a:lnTo>
                  <a:lnTo>
                    <a:pt x="1897951" y="1566499"/>
                  </a:lnTo>
                  <a:lnTo>
                    <a:pt x="1898138" y="1571068"/>
                  </a:lnTo>
                  <a:lnTo>
                    <a:pt x="1898325" y="1575901"/>
                  </a:lnTo>
                  <a:lnTo>
                    <a:pt x="1898511" y="1580785"/>
                  </a:lnTo>
                  <a:lnTo>
                    <a:pt x="1898698" y="1586024"/>
                  </a:lnTo>
                  <a:lnTo>
                    <a:pt x="1898885" y="1589868"/>
                  </a:lnTo>
                  <a:lnTo>
                    <a:pt x="1899072" y="1593640"/>
                  </a:lnTo>
                  <a:lnTo>
                    <a:pt x="1899259" y="1597061"/>
                  </a:lnTo>
                  <a:lnTo>
                    <a:pt x="1899446" y="1600339"/>
                  </a:lnTo>
                  <a:lnTo>
                    <a:pt x="1899633" y="1603444"/>
                  </a:lnTo>
                  <a:lnTo>
                    <a:pt x="1899820" y="1606505"/>
                  </a:lnTo>
                  <a:lnTo>
                    <a:pt x="1900007" y="1609793"/>
                  </a:lnTo>
                  <a:lnTo>
                    <a:pt x="1900194" y="1613052"/>
                  </a:lnTo>
                  <a:lnTo>
                    <a:pt x="1900381" y="1616189"/>
                  </a:lnTo>
                  <a:lnTo>
                    <a:pt x="1900568" y="1619970"/>
                  </a:lnTo>
                  <a:lnTo>
                    <a:pt x="1900754" y="1623817"/>
                  </a:lnTo>
                  <a:lnTo>
                    <a:pt x="1900941" y="1627219"/>
                  </a:lnTo>
                  <a:lnTo>
                    <a:pt x="1901128" y="1630513"/>
                  </a:lnTo>
                  <a:lnTo>
                    <a:pt x="1901315" y="1633244"/>
                  </a:lnTo>
                  <a:lnTo>
                    <a:pt x="1901502" y="1635548"/>
                  </a:lnTo>
                  <a:lnTo>
                    <a:pt x="1901689" y="1637087"/>
                  </a:lnTo>
                  <a:lnTo>
                    <a:pt x="1901876" y="1638007"/>
                  </a:lnTo>
                  <a:lnTo>
                    <a:pt x="1902063" y="1638688"/>
                  </a:lnTo>
                  <a:lnTo>
                    <a:pt x="1902250" y="1639503"/>
                  </a:lnTo>
                  <a:lnTo>
                    <a:pt x="1902437" y="1640200"/>
                  </a:lnTo>
                  <a:lnTo>
                    <a:pt x="1902624" y="1641006"/>
                  </a:lnTo>
                  <a:lnTo>
                    <a:pt x="1902811" y="1641566"/>
                  </a:lnTo>
                  <a:lnTo>
                    <a:pt x="1902998" y="1641845"/>
                  </a:lnTo>
                  <a:lnTo>
                    <a:pt x="1903184" y="1641901"/>
                  </a:lnTo>
                  <a:lnTo>
                    <a:pt x="1903371" y="1641580"/>
                  </a:lnTo>
                  <a:lnTo>
                    <a:pt x="1903558" y="1640852"/>
                  </a:lnTo>
                  <a:lnTo>
                    <a:pt x="1903745" y="1639938"/>
                  </a:lnTo>
                  <a:lnTo>
                    <a:pt x="1903932" y="1639403"/>
                  </a:lnTo>
                  <a:lnTo>
                    <a:pt x="1904119" y="1639437"/>
                  </a:lnTo>
                  <a:lnTo>
                    <a:pt x="1904306" y="1640628"/>
                  </a:lnTo>
                  <a:lnTo>
                    <a:pt x="1904493" y="1642456"/>
                  </a:lnTo>
                  <a:lnTo>
                    <a:pt x="1904680" y="1644585"/>
                  </a:lnTo>
                  <a:lnTo>
                    <a:pt x="1904867" y="1647032"/>
                  </a:lnTo>
                  <a:lnTo>
                    <a:pt x="1905054" y="1649955"/>
                  </a:lnTo>
                  <a:lnTo>
                    <a:pt x="1905241" y="1653056"/>
                  </a:lnTo>
                  <a:lnTo>
                    <a:pt x="1905427" y="1655739"/>
                  </a:lnTo>
                  <a:lnTo>
                    <a:pt x="1905614" y="1658640"/>
                  </a:lnTo>
                  <a:lnTo>
                    <a:pt x="1905801" y="1661588"/>
                  </a:lnTo>
                  <a:lnTo>
                    <a:pt x="1905988" y="1663712"/>
                  </a:lnTo>
                  <a:lnTo>
                    <a:pt x="1906175" y="1666042"/>
                  </a:lnTo>
                  <a:lnTo>
                    <a:pt x="1906362" y="1668347"/>
                  </a:lnTo>
                  <a:lnTo>
                    <a:pt x="1906549" y="1671010"/>
                  </a:lnTo>
                  <a:lnTo>
                    <a:pt x="1906736" y="1674308"/>
                  </a:lnTo>
                  <a:lnTo>
                    <a:pt x="1906923" y="1677760"/>
                  </a:lnTo>
                  <a:lnTo>
                    <a:pt x="1907110" y="1680748"/>
                  </a:lnTo>
                  <a:lnTo>
                    <a:pt x="1907297" y="1684151"/>
                  </a:lnTo>
                  <a:lnTo>
                    <a:pt x="1907484" y="1688280"/>
                  </a:lnTo>
                  <a:lnTo>
                    <a:pt x="1907671" y="1692693"/>
                  </a:lnTo>
                  <a:lnTo>
                    <a:pt x="1907857" y="1697312"/>
                  </a:lnTo>
                  <a:lnTo>
                    <a:pt x="1908044" y="1702411"/>
                  </a:lnTo>
                  <a:lnTo>
                    <a:pt x="1908231" y="1708163"/>
                  </a:lnTo>
                  <a:lnTo>
                    <a:pt x="1908418" y="1714205"/>
                  </a:lnTo>
                  <a:lnTo>
                    <a:pt x="1908605" y="1720935"/>
                  </a:lnTo>
                  <a:lnTo>
                    <a:pt x="1908792" y="1727786"/>
                  </a:lnTo>
                  <a:lnTo>
                    <a:pt x="1908979" y="1734193"/>
                  </a:lnTo>
                  <a:lnTo>
                    <a:pt x="1909166" y="1740678"/>
                  </a:lnTo>
                  <a:lnTo>
                    <a:pt x="1909353" y="1749260"/>
                  </a:lnTo>
                  <a:lnTo>
                    <a:pt x="1909540" y="1757115"/>
                  </a:lnTo>
                  <a:lnTo>
                    <a:pt x="1909727" y="1764732"/>
                  </a:lnTo>
                  <a:lnTo>
                    <a:pt x="1909914" y="1772257"/>
                  </a:lnTo>
                  <a:lnTo>
                    <a:pt x="1910101" y="1778793"/>
                  </a:lnTo>
                  <a:lnTo>
                    <a:pt x="1910287" y="1784462"/>
                  </a:lnTo>
                  <a:lnTo>
                    <a:pt x="1910474" y="1789982"/>
                  </a:lnTo>
                  <a:lnTo>
                    <a:pt x="1910661" y="1794612"/>
                  </a:lnTo>
                  <a:lnTo>
                    <a:pt x="1910848" y="1798449"/>
                  </a:lnTo>
                  <a:lnTo>
                    <a:pt x="1911035" y="1802668"/>
                  </a:lnTo>
                  <a:lnTo>
                    <a:pt x="1911222" y="1806269"/>
                  </a:lnTo>
                  <a:lnTo>
                    <a:pt x="1911409" y="1809214"/>
                  </a:lnTo>
                  <a:lnTo>
                    <a:pt x="1911596" y="1812024"/>
                  </a:lnTo>
                  <a:lnTo>
                    <a:pt x="1911783" y="1815001"/>
                  </a:lnTo>
                  <a:lnTo>
                    <a:pt x="1911970" y="1817699"/>
                  </a:lnTo>
                  <a:lnTo>
                    <a:pt x="1912157" y="1820238"/>
                  </a:lnTo>
                  <a:lnTo>
                    <a:pt x="1912344" y="1822426"/>
                  </a:lnTo>
                  <a:lnTo>
                    <a:pt x="1912530" y="1824406"/>
                  </a:lnTo>
                  <a:lnTo>
                    <a:pt x="1912717" y="1825751"/>
                  </a:lnTo>
                  <a:lnTo>
                    <a:pt x="1912904" y="1826682"/>
                  </a:lnTo>
                  <a:lnTo>
                    <a:pt x="1913091" y="1827396"/>
                  </a:lnTo>
                  <a:lnTo>
                    <a:pt x="1913278" y="1827900"/>
                  </a:lnTo>
                  <a:lnTo>
                    <a:pt x="1913465" y="1828519"/>
                  </a:lnTo>
                  <a:lnTo>
                    <a:pt x="1913652" y="1828867"/>
                  </a:lnTo>
                  <a:lnTo>
                    <a:pt x="1913839" y="1828771"/>
                  </a:lnTo>
                  <a:lnTo>
                    <a:pt x="1914026" y="1828305"/>
                  </a:lnTo>
                  <a:lnTo>
                    <a:pt x="1914213" y="1828193"/>
                  </a:lnTo>
                  <a:lnTo>
                    <a:pt x="1914400" y="1827956"/>
                  </a:lnTo>
                  <a:lnTo>
                    <a:pt x="1914587" y="1825926"/>
                  </a:lnTo>
                  <a:lnTo>
                    <a:pt x="1914774" y="1824077"/>
                  </a:lnTo>
                  <a:lnTo>
                    <a:pt x="1914960" y="1823728"/>
                  </a:lnTo>
                  <a:lnTo>
                    <a:pt x="1915147" y="1823268"/>
                  </a:lnTo>
                  <a:lnTo>
                    <a:pt x="1915334" y="1822187"/>
                  </a:lnTo>
                  <a:lnTo>
                    <a:pt x="1915521" y="1821194"/>
                  </a:lnTo>
                  <a:lnTo>
                    <a:pt x="1915708" y="1820941"/>
                  </a:lnTo>
                  <a:lnTo>
                    <a:pt x="1915895" y="1821049"/>
                  </a:lnTo>
                  <a:lnTo>
                    <a:pt x="1916082" y="1820820"/>
                  </a:lnTo>
                  <a:lnTo>
                    <a:pt x="1916269" y="1820542"/>
                  </a:lnTo>
                  <a:lnTo>
                    <a:pt x="1916456" y="1820446"/>
                  </a:lnTo>
                  <a:lnTo>
                    <a:pt x="1916643" y="1820615"/>
                  </a:lnTo>
                  <a:lnTo>
                    <a:pt x="1916830" y="1820788"/>
                  </a:lnTo>
                  <a:lnTo>
                    <a:pt x="1917017" y="1819877"/>
                  </a:lnTo>
                  <a:lnTo>
                    <a:pt x="1917204" y="1818866"/>
                  </a:lnTo>
                  <a:lnTo>
                    <a:pt x="1917390" y="1817792"/>
                  </a:lnTo>
                  <a:lnTo>
                    <a:pt x="1917577" y="1816307"/>
                  </a:lnTo>
                  <a:lnTo>
                    <a:pt x="1917764" y="1814947"/>
                  </a:lnTo>
                  <a:lnTo>
                    <a:pt x="1917951" y="1814410"/>
                  </a:lnTo>
                  <a:lnTo>
                    <a:pt x="1918138" y="1813747"/>
                  </a:lnTo>
                  <a:lnTo>
                    <a:pt x="1918325" y="1810868"/>
                  </a:lnTo>
                  <a:lnTo>
                    <a:pt x="1918512" y="1809597"/>
                  </a:lnTo>
                  <a:lnTo>
                    <a:pt x="1918699" y="1808018"/>
                  </a:lnTo>
                  <a:lnTo>
                    <a:pt x="1918886" y="1806189"/>
                  </a:lnTo>
                  <a:lnTo>
                    <a:pt x="1919073" y="1804072"/>
                  </a:lnTo>
                  <a:lnTo>
                    <a:pt x="1919260" y="1801649"/>
                  </a:lnTo>
                  <a:lnTo>
                    <a:pt x="1919447" y="1798541"/>
                  </a:lnTo>
                  <a:lnTo>
                    <a:pt x="1919633" y="1794983"/>
                  </a:lnTo>
                  <a:lnTo>
                    <a:pt x="1919820" y="1792285"/>
                  </a:lnTo>
                  <a:lnTo>
                    <a:pt x="1920007" y="1789767"/>
                  </a:lnTo>
                  <a:lnTo>
                    <a:pt x="1920194" y="1787550"/>
                  </a:lnTo>
                  <a:lnTo>
                    <a:pt x="1920381" y="1786164"/>
                  </a:lnTo>
                  <a:lnTo>
                    <a:pt x="1920568" y="1785010"/>
                  </a:lnTo>
                  <a:lnTo>
                    <a:pt x="1920755" y="1783434"/>
                  </a:lnTo>
                  <a:lnTo>
                    <a:pt x="1920942" y="1782138"/>
                  </a:lnTo>
                  <a:lnTo>
                    <a:pt x="1921129" y="1781321"/>
                  </a:lnTo>
                  <a:lnTo>
                    <a:pt x="1921316" y="1781596"/>
                  </a:lnTo>
                  <a:lnTo>
                    <a:pt x="1921503" y="1782309"/>
                  </a:lnTo>
                  <a:lnTo>
                    <a:pt x="1921690" y="1781872"/>
                  </a:lnTo>
                  <a:lnTo>
                    <a:pt x="1921877" y="1782656"/>
                  </a:lnTo>
                  <a:lnTo>
                    <a:pt x="1922063" y="1784364"/>
                  </a:lnTo>
                  <a:lnTo>
                    <a:pt x="1922250" y="1786699"/>
                  </a:lnTo>
                  <a:lnTo>
                    <a:pt x="1922437" y="1789893"/>
                  </a:lnTo>
                  <a:lnTo>
                    <a:pt x="1922624" y="1793135"/>
                  </a:lnTo>
                  <a:lnTo>
                    <a:pt x="1922811" y="1796560"/>
                  </a:lnTo>
                  <a:lnTo>
                    <a:pt x="1922998" y="1800249"/>
                  </a:lnTo>
                  <a:lnTo>
                    <a:pt x="1923185" y="1802906"/>
                  </a:lnTo>
                  <a:lnTo>
                    <a:pt x="1923372" y="1804152"/>
                  </a:lnTo>
                  <a:lnTo>
                    <a:pt x="1923559" y="1806822"/>
                  </a:lnTo>
                  <a:lnTo>
                    <a:pt x="1923746" y="1810129"/>
                  </a:lnTo>
                  <a:lnTo>
                    <a:pt x="1923933" y="1813682"/>
                  </a:lnTo>
                  <a:lnTo>
                    <a:pt x="1924120" y="1815937"/>
                  </a:lnTo>
                  <a:lnTo>
                    <a:pt x="1924306" y="1818300"/>
                  </a:lnTo>
                  <a:lnTo>
                    <a:pt x="1924493" y="1820055"/>
                  </a:lnTo>
                  <a:lnTo>
                    <a:pt x="1924680" y="1821059"/>
                  </a:lnTo>
                  <a:lnTo>
                    <a:pt x="1924867" y="1821862"/>
                  </a:lnTo>
                  <a:lnTo>
                    <a:pt x="1925054" y="1823197"/>
                  </a:lnTo>
                  <a:lnTo>
                    <a:pt x="1925241" y="1823622"/>
                  </a:lnTo>
                  <a:lnTo>
                    <a:pt x="1925428" y="1824271"/>
                  </a:lnTo>
                  <a:lnTo>
                    <a:pt x="1925615" y="1824876"/>
                  </a:lnTo>
                  <a:lnTo>
                    <a:pt x="1925802" y="1825602"/>
                  </a:lnTo>
                  <a:lnTo>
                    <a:pt x="1925989" y="1825767"/>
                  </a:lnTo>
                  <a:lnTo>
                    <a:pt x="1926176" y="1826670"/>
                  </a:lnTo>
                  <a:lnTo>
                    <a:pt x="1926363" y="1827065"/>
                  </a:lnTo>
                  <a:lnTo>
                    <a:pt x="1926550" y="1826771"/>
                  </a:lnTo>
                  <a:lnTo>
                    <a:pt x="1926736" y="1826763"/>
                  </a:lnTo>
                  <a:lnTo>
                    <a:pt x="1926923" y="1826746"/>
                  </a:lnTo>
                  <a:lnTo>
                    <a:pt x="1927110" y="1827040"/>
                  </a:lnTo>
                  <a:lnTo>
                    <a:pt x="1927297" y="1826583"/>
                  </a:lnTo>
                  <a:lnTo>
                    <a:pt x="1927484" y="1825963"/>
                  </a:lnTo>
                  <a:lnTo>
                    <a:pt x="1927671" y="1825394"/>
                  </a:lnTo>
                  <a:lnTo>
                    <a:pt x="1927858" y="1824222"/>
                  </a:lnTo>
                  <a:lnTo>
                    <a:pt x="1928045" y="1822989"/>
                  </a:lnTo>
                  <a:lnTo>
                    <a:pt x="1928232" y="1821920"/>
                  </a:lnTo>
                  <a:lnTo>
                    <a:pt x="1928419" y="1820031"/>
                  </a:lnTo>
                  <a:lnTo>
                    <a:pt x="1928606" y="1817940"/>
                  </a:lnTo>
                  <a:lnTo>
                    <a:pt x="1928793" y="1816642"/>
                  </a:lnTo>
                  <a:lnTo>
                    <a:pt x="1928980" y="1815214"/>
                  </a:lnTo>
                  <a:lnTo>
                    <a:pt x="1929166" y="1814489"/>
                  </a:lnTo>
                  <a:lnTo>
                    <a:pt x="1929353" y="1813677"/>
                  </a:lnTo>
                  <a:lnTo>
                    <a:pt x="1929540" y="1813842"/>
                  </a:lnTo>
                  <a:lnTo>
                    <a:pt x="1929727" y="1814487"/>
                  </a:lnTo>
                  <a:lnTo>
                    <a:pt x="1929914" y="1815115"/>
                  </a:lnTo>
                  <a:lnTo>
                    <a:pt x="1930101" y="1816079"/>
                  </a:lnTo>
                  <a:lnTo>
                    <a:pt x="1930288" y="1817145"/>
                  </a:lnTo>
                  <a:lnTo>
                    <a:pt x="1930475" y="1817783"/>
                  </a:lnTo>
                  <a:lnTo>
                    <a:pt x="1930662" y="1818386"/>
                  </a:lnTo>
                  <a:lnTo>
                    <a:pt x="1930849" y="1818819"/>
                  </a:lnTo>
                  <a:lnTo>
                    <a:pt x="1931036" y="1819344"/>
                  </a:lnTo>
                  <a:lnTo>
                    <a:pt x="1931223" y="1819394"/>
                  </a:lnTo>
                  <a:lnTo>
                    <a:pt x="1931409" y="1819435"/>
                  </a:lnTo>
                  <a:lnTo>
                    <a:pt x="1931596" y="1819444"/>
                  </a:lnTo>
                  <a:lnTo>
                    <a:pt x="1931783" y="1819777"/>
                  </a:lnTo>
                  <a:lnTo>
                    <a:pt x="1931970" y="1820310"/>
                  </a:lnTo>
                  <a:lnTo>
                    <a:pt x="1932157" y="1820673"/>
                  </a:lnTo>
                  <a:lnTo>
                    <a:pt x="1932344" y="1820573"/>
                  </a:lnTo>
                  <a:lnTo>
                    <a:pt x="1932531" y="1820557"/>
                  </a:lnTo>
                  <a:lnTo>
                    <a:pt x="1932718" y="1819560"/>
                  </a:lnTo>
                  <a:lnTo>
                    <a:pt x="1932905" y="1818592"/>
                  </a:lnTo>
                  <a:lnTo>
                    <a:pt x="1933092" y="1817747"/>
                  </a:lnTo>
                  <a:lnTo>
                    <a:pt x="1933279" y="1817314"/>
                  </a:lnTo>
                  <a:lnTo>
                    <a:pt x="1933466" y="1816648"/>
                  </a:lnTo>
                  <a:lnTo>
                    <a:pt x="1933653" y="1816013"/>
                  </a:lnTo>
                  <a:lnTo>
                    <a:pt x="1933839" y="1815515"/>
                  </a:lnTo>
                  <a:lnTo>
                    <a:pt x="1934026" y="1815019"/>
                  </a:lnTo>
                  <a:lnTo>
                    <a:pt x="1934213" y="1814432"/>
                  </a:lnTo>
                  <a:lnTo>
                    <a:pt x="1934400" y="1813770"/>
                  </a:lnTo>
                  <a:lnTo>
                    <a:pt x="1934587" y="1813261"/>
                  </a:lnTo>
                  <a:lnTo>
                    <a:pt x="1934774" y="1812811"/>
                  </a:lnTo>
                  <a:lnTo>
                    <a:pt x="1934961" y="1812402"/>
                  </a:lnTo>
                  <a:lnTo>
                    <a:pt x="1935148" y="1812003"/>
                  </a:lnTo>
                  <a:lnTo>
                    <a:pt x="1935335" y="1810801"/>
                  </a:lnTo>
                  <a:lnTo>
                    <a:pt x="1935522" y="1810061"/>
                  </a:lnTo>
                  <a:lnTo>
                    <a:pt x="1935709" y="1809188"/>
                  </a:lnTo>
                  <a:lnTo>
                    <a:pt x="1935896" y="1808455"/>
                  </a:lnTo>
                  <a:lnTo>
                    <a:pt x="1936083" y="1807491"/>
                  </a:lnTo>
                  <a:lnTo>
                    <a:pt x="1936269" y="1806644"/>
                  </a:lnTo>
                  <a:lnTo>
                    <a:pt x="1936456" y="1805683"/>
                  </a:lnTo>
                  <a:lnTo>
                    <a:pt x="1936643" y="1804576"/>
                  </a:lnTo>
                  <a:lnTo>
                    <a:pt x="1936830" y="1803834"/>
                  </a:lnTo>
                  <a:lnTo>
                    <a:pt x="1937017" y="1803260"/>
                  </a:lnTo>
                  <a:lnTo>
                    <a:pt x="1937204" y="1802874"/>
                  </a:lnTo>
                  <a:lnTo>
                    <a:pt x="1937391" y="1802476"/>
                  </a:lnTo>
                  <a:lnTo>
                    <a:pt x="1937578" y="1802034"/>
                  </a:lnTo>
                  <a:lnTo>
                    <a:pt x="1937765" y="1801630"/>
                  </a:lnTo>
                  <a:lnTo>
                    <a:pt x="1937952" y="1800606"/>
                  </a:lnTo>
                  <a:lnTo>
                    <a:pt x="1938139" y="1799627"/>
                  </a:lnTo>
                  <a:lnTo>
                    <a:pt x="1938326" y="1798760"/>
                  </a:lnTo>
                  <a:lnTo>
                    <a:pt x="1938512" y="1798171"/>
                  </a:lnTo>
                  <a:lnTo>
                    <a:pt x="1938699" y="1797881"/>
                  </a:lnTo>
                  <a:lnTo>
                    <a:pt x="1938886" y="1797784"/>
                  </a:lnTo>
                  <a:lnTo>
                    <a:pt x="1939073" y="1797895"/>
                  </a:lnTo>
                  <a:lnTo>
                    <a:pt x="1939260" y="1798302"/>
                  </a:lnTo>
                  <a:lnTo>
                    <a:pt x="1939447" y="1798966"/>
                  </a:lnTo>
                  <a:lnTo>
                    <a:pt x="1939634" y="1800006"/>
                  </a:lnTo>
                  <a:lnTo>
                    <a:pt x="1939821" y="1801224"/>
                  </a:lnTo>
                  <a:lnTo>
                    <a:pt x="1940008" y="1802696"/>
                  </a:lnTo>
                  <a:lnTo>
                    <a:pt x="1940195" y="1804512"/>
                  </a:lnTo>
                  <a:lnTo>
                    <a:pt x="1940382" y="1806560"/>
                  </a:lnTo>
                  <a:lnTo>
                    <a:pt x="1940569" y="1808765"/>
                  </a:lnTo>
                  <a:lnTo>
                    <a:pt x="1940756" y="1811182"/>
                  </a:lnTo>
                  <a:lnTo>
                    <a:pt x="1940942" y="1813973"/>
                  </a:lnTo>
                  <a:lnTo>
                    <a:pt x="1941129" y="1816885"/>
                  </a:lnTo>
                  <a:lnTo>
                    <a:pt x="1941316" y="1819523"/>
                  </a:lnTo>
                  <a:lnTo>
                    <a:pt x="1941503" y="1822114"/>
                  </a:lnTo>
                  <a:lnTo>
                    <a:pt x="1941690" y="1824512"/>
                  </a:lnTo>
                  <a:lnTo>
                    <a:pt x="1941877" y="1826752"/>
                  </a:lnTo>
                  <a:lnTo>
                    <a:pt x="1942064" y="1828939"/>
                  </a:lnTo>
                  <a:lnTo>
                    <a:pt x="1942251" y="1830948"/>
                  </a:lnTo>
                  <a:lnTo>
                    <a:pt x="1942438" y="1832935"/>
                  </a:lnTo>
                  <a:lnTo>
                    <a:pt x="1942625" y="1835266"/>
                  </a:lnTo>
                  <a:lnTo>
                    <a:pt x="1942812" y="1837489"/>
                  </a:lnTo>
                  <a:lnTo>
                    <a:pt x="1942999" y="1838784"/>
                  </a:lnTo>
                  <a:lnTo>
                    <a:pt x="1943185" y="1839825"/>
                  </a:lnTo>
                  <a:lnTo>
                    <a:pt x="1943372" y="1839410"/>
                  </a:lnTo>
                  <a:lnTo>
                    <a:pt x="1943559" y="1838393"/>
                  </a:lnTo>
                  <a:lnTo>
                    <a:pt x="1943746" y="1836994"/>
                  </a:lnTo>
                  <a:lnTo>
                    <a:pt x="1943933" y="1835051"/>
                  </a:lnTo>
                  <a:lnTo>
                    <a:pt x="1944120" y="1832854"/>
                  </a:lnTo>
                  <a:lnTo>
                    <a:pt x="1944307" y="1830498"/>
                  </a:lnTo>
                  <a:lnTo>
                    <a:pt x="1944494" y="1828138"/>
                  </a:lnTo>
                  <a:lnTo>
                    <a:pt x="1944681" y="1825752"/>
                  </a:lnTo>
                  <a:lnTo>
                    <a:pt x="1944868" y="1822858"/>
                  </a:lnTo>
                  <a:lnTo>
                    <a:pt x="1945055" y="1819814"/>
                  </a:lnTo>
                  <a:lnTo>
                    <a:pt x="1945242" y="1816605"/>
                  </a:lnTo>
                  <a:lnTo>
                    <a:pt x="1945429" y="1813247"/>
                  </a:lnTo>
                  <a:lnTo>
                    <a:pt x="1945615" y="1810015"/>
                  </a:lnTo>
                  <a:lnTo>
                    <a:pt x="1945802" y="1805908"/>
                  </a:lnTo>
                  <a:lnTo>
                    <a:pt x="1945989" y="1802209"/>
                  </a:lnTo>
                  <a:lnTo>
                    <a:pt x="1946176" y="1799321"/>
                  </a:lnTo>
                  <a:lnTo>
                    <a:pt x="1946363" y="1796359"/>
                  </a:lnTo>
                  <a:lnTo>
                    <a:pt x="1946550" y="1794593"/>
                  </a:lnTo>
                  <a:lnTo>
                    <a:pt x="1946737" y="1793479"/>
                  </a:lnTo>
                  <a:lnTo>
                    <a:pt x="1946924" y="1792662"/>
                  </a:lnTo>
                  <a:lnTo>
                    <a:pt x="1947111" y="1792150"/>
                  </a:lnTo>
                  <a:lnTo>
                    <a:pt x="1947298" y="1792192"/>
                  </a:lnTo>
                  <a:lnTo>
                    <a:pt x="1947485" y="1792414"/>
                  </a:lnTo>
                  <a:lnTo>
                    <a:pt x="1947672" y="1793009"/>
                  </a:lnTo>
                  <a:lnTo>
                    <a:pt x="1947859" y="1794090"/>
                  </a:lnTo>
                  <a:lnTo>
                    <a:pt x="1948045" y="1795872"/>
                  </a:lnTo>
                  <a:lnTo>
                    <a:pt x="1948232" y="1797819"/>
                  </a:lnTo>
                  <a:lnTo>
                    <a:pt x="1948419" y="1798956"/>
                  </a:lnTo>
                  <a:lnTo>
                    <a:pt x="1948606" y="1800446"/>
                  </a:lnTo>
                  <a:lnTo>
                    <a:pt x="1948793" y="1802196"/>
                  </a:lnTo>
                  <a:lnTo>
                    <a:pt x="1948980" y="1803669"/>
                  </a:lnTo>
                  <a:lnTo>
                    <a:pt x="1949167" y="1804735"/>
                  </a:lnTo>
                  <a:lnTo>
                    <a:pt x="1949354" y="1805594"/>
                  </a:lnTo>
                  <a:lnTo>
                    <a:pt x="1949541" y="1806298"/>
                  </a:lnTo>
                  <a:lnTo>
                    <a:pt x="1949728" y="1807097"/>
                  </a:lnTo>
                  <a:lnTo>
                    <a:pt x="1949915" y="1807840"/>
                  </a:lnTo>
                  <a:lnTo>
                    <a:pt x="1950102" y="1808303"/>
                  </a:lnTo>
                  <a:lnTo>
                    <a:pt x="1950288" y="1808700"/>
                  </a:lnTo>
                  <a:lnTo>
                    <a:pt x="1950475" y="1810148"/>
                  </a:lnTo>
                  <a:lnTo>
                    <a:pt x="1950662" y="1811392"/>
                  </a:lnTo>
                  <a:lnTo>
                    <a:pt x="1950849" y="1812552"/>
                  </a:lnTo>
                  <a:lnTo>
                    <a:pt x="1951036" y="1813502"/>
                  </a:lnTo>
                  <a:lnTo>
                    <a:pt x="1951223" y="1815145"/>
                  </a:lnTo>
                  <a:lnTo>
                    <a:pt x="1951410" y="1817220"/>
                  </a:lnTo>
                  <a:lnTo>
                    <a:pt x="1951597" y="1818937"/>
                  </a:lnTo>
                  <a:lnTo>
                    <a:pt x="1951784" y="1821192"/>
                  </a:lnTo>
                  <a:lnTo>
                    <a:pt x="1951971" y="1825134"/>
                  </a:lnTo>
                  <a:lnTo>
                    <a:pt x="1952158" y="1829037"/>
                  </a:lnTo>
                  <a:lnTo>
                    <a:pt x="1952345" y="1831534"/>
                  </a:lnTo>
                  <a:lnTo>
                    <a:pt x="1952532" y="1833818"/>
                  </a:lnTo>
                  <a:lnTo>
                    <a:pt x="1952718" y="1836248"/>
                  </a:lnTo>
                  <a:lnTo>
                    <a:pt x="1952905" y="1838559"/>
                  </a:lnTo>
                  <a:lnTo>
                    <a:pt x="1953092" y="1840653"/>
                  </a:lnTo>
                  <a:lnTo>
                    <a:pt x="1953279" y="1843118"/>
                  </a:lnTo>
                  <a:lnTo>
                    <a:pt x="1953466" y="1845992"/>
                  </a:lnTo>
                  <a:lnTo>
                    <a:pt x="1953653" y="1847969"/>
                  </a:lnTo>
                  <a:lnTo>
                    <a:pt x="1953840" y="1850043"/>
                  </a:lnTo>
                  <a:lnTo>
                    <a:pt x="1954027" y="1851938"/>
                  </a:lnTo>
                  <a:lnTo>
                    <a:pt x="1954214" y="1853361"/>
                  </a:lnTo>
                  <a:lnTo>
                    <a:pt x="1954401" y="1855409"/>
                  </a:lnTo>
                  <a:lnTo>
                    <a:pt x="1954588" y="1857014"/>
                  </a:lnTo>
                  <a:lnTo>
                    <a:pt x="1954775" y="1857221"/>
                  </a:lnTo>
                  <a:lnTo>
                    <a:pt x="1954962" y="1858377"/>
                  </a:lnTo>
                  <a:lnTo>
                    <a:pt x="1955148" y="1859927"/>
                  </a:lnTo>
                  <a:lnTo>
                    <a:pt x="1955335" y="1861834"/>
                  </a:lnTo>
                  <a:lnTo>
                    <a:pt x="1955522" y="1864295"/>
                  </a:lnTo>
                  <a:lnTo>
                    <a:pt x="1955709" y="1869617"/>
                  </a:lnTo>
                  <a:lnTo>
                    <a:pt x="1955896" y="1873157"/>
                  </a:lnTo>
                  <a:lnTo>
                    <a:pt x="1956083" y="1876048"/>
                  </a:lnTo>
                  <a:lnTo>
                    <a:pt x="1956270" y="1878348"/>
                  </a:lnTo>
                  <a:lnTo>
                    <a:pt x="1956457" y="1880423"/>
                  </a:lnTo>
                  <a:lnTo>
                    <a:pt x="1956644" y="1882582"/>
                  </a:lnTo>
                  <a:lnTo>
                    <a:pt x="1956831" y="1885269"/>
                  </a:lnTo>
                  <a:lnTo>
                    <a:pt x="1957018" y="1888720"/>
                  </a:lnTo>
                  <a:lnTo>
                    <a:pt x="1957205" y="1891880"/>
                  </a:lnTo>
                  <a:lnTo>
                    <a:pt x="1957391" y="1895430"/>
                  </a:lnTo>
                  <a:lnTo>
                    <a:pt x="1957578" y="1899660"/>
                  </a:lnTo>
                  <a:lnTo>
                    <a:pt x="1957765" y="1903430"/>
                  </a:lnTo>
                  <a:lnTo>
                    <a:pt x="1957952" y="1907052"/>
                  </a:lnTo>
                  <a:lnTo>
                    <a:pt x="1958139" y="1910469"/>
                  </a:lnTo>
                  <a:lnTo>
                    <a:pt x="1958326" y="1913332"/>
                  </a:lnTo>
                  <a:lnTo>
                    <a:pt x="1958513" y="1915635"/>
                  </a:lnTo>
                  <a:lnTo>
                    <a:pt x="1958700" y="1918959"/>
                  </a:lnTo>
                  <a:lnTo>
                    <a:pt x="1958887" y="1922539"/>
                  </a:lnTo>
                  <a:lnTo>
                    <a:pt x="1959074" y="1927965"/>
                  </a:lnTo>
                  <a:lnTo>
                    <a:pt x="1959261" y="1932972"/>
                  </a:lnTo>
                  <a:lnTo>
                    <a:pt x="1959448" y="1937774"/>
                  </a:lnTo>
                  <a:lnTo>
                    <a:pt x="1959635" y="1942206"/>
                  </a:lnTo>
                  <a:lnTo>
                    <a:pt x="1959821" y="1945860"/>
                  </a:lnTo>
                  <a:lnTo>
                    <a:pt x="1960008" y="1949393"/>
                  </a:lnTo>
                  <a:lnTo>
                    <a:pt x="1960195" y="1952456"/>
                  </a:lnTo>
                  <a:lnTo>
                    <a:pt x="1960382" y="1954477"/>
                  </a:lnTo>
                  <a:lnTo>
                    <a:pt x="1960569" y="1956895"/>
                  </a:lnTo>
                  <a:lnTo>
                    <a:pt x="1960756" y="1960205"/>
                  </a:lnTo>
                  <a:lnTo>
                    <a:pt x="1960943" y="1961811"/>
                  </a:lnTo>
                  <a:lnTo>
                    <a:pt x="1961130" y="1962660"/>
                  </a:lnTo>
                  <a:lnTo>
                    <a:pt x="1961317" y="1962598"/>
                  </a:lnTo>
                  <a:lnTo>
                    <a:pt x="1961504" y="1962149"/>
                  </a:lnTo>
                  <a:lnTo>
                    <a:pt x="1961691" y="1960859"/>
                  </a:lnTo>
                  <a:lnTo>
                    <a:pt x="1961878" y="1958626"/>
                  </a:lnTo>
                  <a:lnTo>
                    <a:pt x="1962064" y="1956772"/>
                  </a:lnTo>
                  <a:lnTo>
                    <a:pt x="1962251" y="1954962"/>
                  </a:lnTo>
                  <a:lnTo>
                    <a:pt x="1962438" y="1953017"/>
                  </a:lnTo>
                  <a:lnTo>
                    <a:pt x="1962625" y="1951022"/>
                  </a:lnTo>
                  <a:lnTo>
                    <a:pt x="1962812" y="1948564"/>
                  </a:lnTo>
                  <a:lnTo>
                    <a:pt x="1962999" y="1945196"/>
                  </a:lnTo>
                  <a:lnTo>
                    <a:pt x="1963186" y="1941640"/>
                  </a:lnTo>
                  <a:lnTo>
                    <a:pt x="1963373" y="1937626"/>
                  </a:lnTo>
                  <a:lnTo>
                    <a:pt x="1963560" y="1933025"/>
                  </a:lnTo>
                  <a:lnTo>
                    <a:pt x="1963747" y="1928660"/>
                  </a:lnTo>
                  <a:lnTo>
                    <a:pt x="1963934" y="1925359"/>
                  </a:lnTo>
                  <a:lnTo>
                    <a:pt x="1964121" y="1922308"/>
                  </a:lnTo>
                  <a:lnTo>
                    <a:pt x="1964308" y="1920512"/>
                  </a:lnTo>
                  <a:lnTo>
                    <a:pt x="1964494" y="1918519"/>
                  </a:lnTo>
                  <a:lnTo>
                    <a:pt x="1964681" y="1916964"/>
                  </a:lnTo>
                  <a:lnTo>
                    <a:pt x="1964868" y="1915025"/>
                  </a:lnTo>
                  <a:lnTo>
                    <a:pt x="1965055" y="1912550"/>
                  </a:lnTo>
                  <a:lnTo>
                    <a:pt x="1965242" y="1910032"/>
                  </a:lnTo>
                  <a:lnTo>
                    <a:pt x="1965429" y="1907161"/>
                  </a:lnTo>
                  <a:lnTo>
                    <a:pt x="1965616" y="1903924"/>
                  </a:lnTo>
                  <a:lnTo>
                    <a:pt x="1965803" y="1902067"/>
                  </a:lnTo>
                  <a:lnTo>
                    <a:pt x="1965990" y="1900697"/>
                  </a:lnTo>
                  <a:lnTo>
                    <a:pt x="1966177" y="1898525"/>
                  </a:lnTo>
                  <a:lnTo>
                    <a:pt x="1966364" y="1896686"/>
                  </a:lnTo>
                  <a:lnTo>
                    <a:pt x="1966551" y="1894616"/>
                  </a:lnTo>
                  <a:lnTo>
                    <a:pt x="1966738" y="1892342"/>
                  </a:lnTo>
                  <a:lnTo>
                    <a:pt x="1966924" y="1888829"/>
                  </a:lnTo>
                  <a:lnTo>
                    <a:pt x="1967111" y="1885427"/>
                  </a:lnTo>
                  <a:lnTo>
                    <a:pt x="1967298" y="1882423"/>
                  </a:lnTo>
                  <a:lnTo>
                    <a:pt x="1967485" y="1879743"/>
                  </a:lnTo>
                  <a:lnTo>
                    <a:pt x="1967672" y="1877232"/>
                  </a:lnTo>
                  <a:lnTo>
                    <a:pt x="1967859" y="1875208"/>
                  </a:lnTo>
                  <a:lnTo>
                    <a:pt x="1968046" y="1873558"/>
                  </a:lnTo>
                  <a:lnTo>
                    <a:pt x="1968233" y="1871969"/>
                  </a:lnTo>
                  <a:lnTo>
                    <a:pt x="1968420" y="1870908"/>
                  </a:lnTo>
                  <a:lnTo>
                    <a:pt x="1968607" y="1870396"/>
                  </a:lnTo>
                  <a:lnTo>
                    <a:pt x="1968794" y="1869694"/>
                  </a:lnTo>
                  <a:lnTo>
                    <a:pt x="1968981" y="1868852"/>
                  </a:lnTo>
                  <a:lnTo>
                    <a:pt x="1969167" y="1868032"/>
                  </a:lnTo>
                  <a:lnTo>
                    <a:pt x="1969354" y="1867557"/>
                  </a:lnTo>
                  <a:lnTo>
                    <a:pt x="1969541" y="1867334"/>
                  </a:lnTo>
                  <a:lnTo>
                    <a:pt x="1969728" y="1867830"/>
                  </a:lnTo>
                  <a:lnTo>
                    <a:pt x="1969915" y="1868250"/>
                  </a:lnTo>
                  <a:lnTo>
                    <a:pt x="1970102" y="1868952"/>
                  </a:lnTo>
                  <a:lnTo>
                    <a:pt x="1970289" y="1869496"/>
                  </a:lnTo>
                  <a:lnTo>
                    <a:pt x="1970476" y="1870062"/>
                  </a:lnTo>
                  <a:lnTo>
                    <a:pt x="1970663" y="1870478"/>
                  </a:lnTo>
                  <a:lnTo>
                    <a:pt x="1970850" y="1870803"/>
                  </a:lnTo>
                  <a:lnTo>
                    <a:pt x="1971037" y="1871375"/>
                  </a:lnTo>
                  <a:lnTo>
                    <a:pt x="1971224" y="1871740"/>
                  </a:lnTo>
                  <a:lnTo>
                    <a:pt x="1971411" y="1872216"/>
                  </a:lnTo>
                  <a:lnTo>
                    <a:pt x="1971597" y="1872905"/>
                  </a:lnTo>
                  <a:lnTo>
                    <a:pt x="1971784" y="1873858"/>
                  </a:lnTo>
                  <a:lnTo>
                    <a:pt x="1971971" y="1874519"/>
                  </a:lnTo>
                  <a:lnTo>
                    <a:pt x="1972158" y="1875166"/>
                  </a:lnTo>
                  <a:lnTo>
                    <a:pt x="1972345" y="1875869"/>
                  </a:lnTo>
                  <a:lnTo>
                    <a:pt x="1972532" y="1876753"/>
                  </a:lnTo>
                  <a:lnTo>
                    <a:pt x="1972719" y="1878544"/>
                  </a:lnTo>
                  <a:lnTo>
                    <a:pt x="1972906" y="1879798"/>
                  </a:lnTo>
                  <a:lnTo>
                    <a:pt x="1973093" y="1880970"/>
                  </a:lnTo>
                  <a:lnTo>
                    <a:pt x="1973280" y="1881960"/>
                  </a:lnTo>
                  <a:lnTo>
                    <a:pt x="1973467" y="1883049"/>
                  </a:lnTo>
                  <a:lnTo>
                    <a:pt x="1973654" y="1883973"/>
                  </a:lnTo>
                  <a:lnTo>
                    <a:pt x="1973841" y="1884955"/>
                  </a:lnTo>
                  <a:lnTo>
                    <a:pt x="1974027" y="1886276"/>
                  </a:lnTo>
                  <a:lnTo>
                    <a:pt x="1974214" y="1887538"/>
                  </a:lnTo>
                  <a:lnTo>
                    <a:pt x="1974401" y="1888817"/>
                  </a:lnTo>
                  <a:lnTo>
                    <a:pt x="1974588" y="1889989"/>
                  </a:lnTo>
                  <a:lnTo>
                    <a:pt x="1974775" y="1891268"/>
                  </a:lnTo>
                  <a:lnTo>
                    <a:pt x="1974962" y="1892440"/>
                  </a:lnTo>
                  <a:lnTo>
                    <a:pt x="1975149" y="1893265"/>
                  </a:lnTo>
                  <a:lnTo>
                    <a:pt x="1975336" y="1894222"/>
                  </a:lnTo>
                  <a:lnTo>
                    <a:pt x="1975523" y="1895130"/>
                  </a:lnTo>
                  <a:lnTo>
                    <a:pt x="1975710" y="1896095"/>
                  </a:lnTo>
                  <a:lnTo>
                    <a:pt x="1975897" y="1897011"/>
                  </a:lnTo>
                  <a:lnTo>
                    <a:pt x="1976084" y="1897886"/>
                  </a:lnTo>
                  <a:lnTo>
                    <a:pt x="1976270" y="1898538"/>
                  </a:lnTo>
                  <a:lnTo>
                    <a:pt x="1976457" y="1898868"/>
                  </a:lnTo>
                  <a:lnTo>
                    <a:pt x="1976644" y="1899132"/>
                  </a:lnTo>
                  <a:lnTo>
                    <a:pt x="1976831" y="1899297"/>
                  </a:lnTo>
                  <a:lnTo>
                    <a:pt x="1977018" y="1899231"/>
                  </a:lnTo>
                  <a:lnTo>
                    <a:pt x="1977205" y="1898860"/>
                  </a:lnTo>
                  <a:lnTo>
                    <a:pt x="1977392" y="1898365"/>
                  </a:lnTo>
                  <a:lnTo>
                    <a:pt x="1977579" y="1897787"/>
                  </a:lnTo>
                  <a:lnTo>
                    <a:pt x="1977766" y="1897168"/>
                  </a:lnTo>
                  <a:lnTo>
                    <a:pt x="1977953" y="1896673"/>
                  </a:lnTo>
                  <a:lnTo>
                    <a:pt x="1978140" y="1896021"/>
                  </a:lnTo>
                  <a:lnTo>
                    <a:pt x="1978327" y="1895171"/>
                  </a:lnTo>
                  <a:lnTo>
                    <a:pt x="1978514" y="1894041"/>
                  </a:lnTo>
                  <a:lnTo>
                    <a:pt x="1978700" y="1893152"/>
                  </a:lnTo>
                  <a:lnTo>
                    <a:pt x="1978887" y="1892078"/>
                  </a:lnTo>
                  <a:lnTo>
                    <a:pt x="1979074" y="1890954"/>
                  </a:lnTo>
                  <a:lnTo>
                    <a:pt x="1979261" y="1889705"/>
                  </a:lnTo>
                  <a:lnTo>
                    <a:pt x="1979448" y="1887927"/>
                  </a:lnTo>
                  <a:lnTo>
                    <a:pt x="1979635" y="1885908"/>
                  </a:lnTo>
                  <a:lnTo>
                    <a:pt x="1979822" y="1883631"/>
                  </a:lnTo>
                  <a:lnTo>
                    <a:pt x="1980009" y="1881201"/>
                  </a:lnTo>
                  <a:lnTo>
                    <a:pt x="1980196" y="1879365"/>
                  </a:lnTo>
                  <a:lnTo>
                    <a:pt x="1980383" y="1878547"/>
                  </a:lnTo>
                  <a:lnTo>
                    <a:pt x="1980570" y="1877682"/>
                  </a:lnTo>
                  <a:lnTo>
                    <a:pt x="1980757" y="1877463"/>
                  </a:lnTo>
                  <a:lnTo>
                    <a:pt x="1980943" y="1877356"/>
                  </a:lnTo>
                  <a:lnTo>
                    <a:pt x="1981130" y="1877557"/>
                  </a:lnTo>
                  <a:lnTo>
                    <a:pt x="1981317" y="1878503"/>
                  </a:lnTo>
                  <a:lnTo>
                    <a:pt x="1981504" y="1877628"/>
                  </a:lnTo>
                  <a:lnTo>
                    <a:pt x="1981691" y="1877701"/>
                  </a:lnTo>
                  <a:lnTo>
                    <a:pt x="1981878" y="1879361"/>
                  </a:lnTo>
                  <a:lnTo>
                    <a:pt x="1982065" y="1881759"/>
                  </a:lnTo>
                  <a:lnTo>
                    <a:pt x="1982252" y="1884384"/>
                  </a:lnTo>
                  <a:lnTo>
                    <a:pt x="1982439" y="1887027"/>
                  </a:lnTo>
                  <a:lnTo>
                    <a:pt x="1982626" y="1889687"/>
                  </a:lnTo>
                  <a:lnTo>
                    <a:pt x="1982813" y="1892236"/>
                  </a:lnTo>
                  <a:lnTo>
                    <a:pt x="1983000" y="1894204"/>
                  </a:lnTo>
                  <a:lnTo>
                    <a:pt x="1983187" y="1896958"/>
                  </a:lnTo>
                  <a:lnTo>
                    <a:pt x="1983373" y="1898945"/>
                  </a:lnTo>
                  <a:lnTo>
                    <a:pt x="1983560" y="1900263"/>
                  </a:lnTo>
                  <a:lnTo>
                    <a:pt x="1983747" y="1901889"/>
                  </a:lnTo>
                  <a:lnTo>
                    <a:pt x="1983934" y="1902287"/>
                  </a:lnTo>
                  <a:lnTo>
                    <a:pt x="1984121" y="1902166"/>
                  </a:lnTo>
                  <a:lnTo>
                    <a:pt x="1984308" y="1902179"/>
                  </a:lnTo>
                  <a:lnTo>
                    <a:pt x="1984495" y="1902206"/>
                  </a:lnTo>
                  <a:lnTo>
                    <a:pt x="1984682" y="1902408"/>
                  </a:lnTo>
                  <a:lnTo>
                    <a:pt x="1984869" y="1902869"/>
                  </a:lnTo>
                  <a:lnTo>
                    <a:pt x="1985056" y="1903299"/>
                  </a:lnTo>
                  <a:lnTo>
                    <a:pt x="1985243" y="1902963"/>
                  </a:lnTo>
                  <a:lnTo>
                    <a:pt x="1985430" y="1901859"/>
                  </a:lnTo>
                  <a:lnTo>
                    <a:pt x="1985617" y="1901211"/>
                  </a:lnTo>
                  <a:lnTo>
                    <a:pt x="1985803" y="1900910"/>
                  </a:lnTo>
                  <a:lnTo>
                    <a:pt x="1985990" y="1900331"/>
                  </a:lnTo>
                  <a:lnTo>
                    <a:pt x="1986177" y="1899993"/>
                  </a:lnTo>
                  <a:lnTo>
                    <a:pt x="1986364" y="1900136"/>
                  </a:lnTo>
                  <a:lnTo>
                    <a:pt x="1986551" y="1900325"/>
                  </a:lnTo>
                  <a:lnTo>
                    <a:pt x="1986738" y="1901629"/>
                  </a:lnTo>
                  <a:lnTo>
                    <a:pt x="1986925" y="1903378"/>
                  </a:lnTo>
                  <a:lnTo>
                    <a:pt x="1987112" y="1904691"/>
                  </a:lnTo>
                  <a:lnTo>
                    <a:pt x="1987299" y="1905879"/>
                  </a:lnTo>
                  <a:lnTo>
                    <a:pt x="1987486" y="1907306"/>
                  </a:lnTo>
                  <a:lnTo>
                    <a:pt x="1987673" y="1908561"/>
                  </a:lnTo>
                  <a:lnTo>
                    <a:pt x="1987860" y="1908115"/>
                  </a:lnTo>
                  <a:lnTo>
                    <a:pt x="1988046" y="1906920"/>
                  </a:lnTo>
                  <a:lnTo>
                    <a:pt x="1988233" y="1905437"/>
                  </a:lnTo>
                  <a:lnTo>
                    <a:pt x="1988420" y="1903876"/>
                  </a:lnTo>
                  <a:lnTo>
                    <a:pt x="1988607" y="1901536"/>
                  </a:lnTo>
                  <a:lnTo>
                    <a:pt x="1988794" y="1898830"/>
                  </a:lnTo>
                  <a:lnTo>
                    <a:pt x="1988981" y="1895946"/>
                  </a:lnTo>
                  <a:lnTo>
                    <a:pt x="1989168" y="1891850"/>
                  </a:lnTo>
                  <a:lnTo>
                    <a:pt x="1989355" y="1888640"/>
                  </a:lnTo>
                  <a:lnTo>
                    <a:pt x="1989542" y="1885124"/>
                  </a:lnTo>
                  <a:lnTo>
                    <a:pt x="1989729" y="1881204"/>
                  </a:lnTo>
                  <a:lnTo>
                    <a:pt x="1989916" y="1877533"/>
                  </a:lnTo>
                  <a:lnTo>
                    <a:pt x="1990103" y="1874365"/>
                  </a:lnTo>
                  <a:lnTo>
                    <a:pt x="1990290" y="1871375"/>
                  </a:lnTo>
                  <a:lnTo>
                    <a:pt x="1990476" y="1868662"/>
                  </a:lnTo>
                  <a:lnTo>
                    <a:pt x="1990663" y="1866347"/>
                  </a:lnTo>
                  <a:lnTo>
                    <a:pt x="1990850" y="1864267"/>
                  </a:lnTo>
                  <a:lnTo>
                    <a:pt x="1991037" y="1863005"/>
                  </a:lnTo>
                  <a:lnTo>
                    <a:pt x="1991224" y="1861688"/>
                  </a:lnTo>
                  <a:lnTo>
                    <a:pt x="1991411" y="1860491"/>
                  </a:lnTo>
                  <a:lnTo>
                    <a:pt x="1991598" y="1859488"/>
                  </a:lnTo>
                  <a:lnTo>
                    <a:pt x="1991785" y="1858366"/>
                  </a:lnTo>
                  <a:lnTo>
                    <a:pt x="1991972" y="1857964"/>
                  </a:lnTo>
                  <a:lnTo>
                    <a:pt x="1992159" y="1859452"/>
                  </a:lnTo>
                  <a:lnTo>
                    <a:pt x="1992346" y="1860921"/>
                  </a:lnTo>
                  <a:lnTo>
                    <a:pt x="1992533" y="1862375"/>
                  </a:lnTo>
                  <a:lnTo>
                    <a:pt x="1992720" y="1863480"/>
                  </a:lnTo>
                  <a:lnTo>
                    <a:pt x="1992906" y="1863117"/>
                  </a:lnTo>
                  <a:lnTo>
                    <a:pt x="1993093" y="1862168"/>
                  </a:lnTo>
                  <a:lnTo>
                    <a:pt x="1993280" y="1861054"/>
                  </a:lnTo>
                  <a:lnTo>
                    <a:pt x="1993467" y="1860609"/>
                  </a:lnTo>
                  <a:lnTo>
                    <a:pt x="1993654" y="1861376"/>
                  </a:lnTo>
                  <a:lnTo>
                    <a:pt x="1993841" y="1863018"/>
                  </a:lnTo>
                  <a:lnTo>
                    <a:pt x="1994028" y="1864644"/>
                  </a:lnTo>
                  <a:lnTo>
                    <a:pt x="1994215" y="1866253"/>
                  </a:lnTo>
                  <a:lnTo>
                    <a:pt x="1994402" y="1868002"/>
                  </a:lnTo>
                  <a:lnTo>
                    <a:pt x="1994589" y="1870016"/>
                  </a:lnTo>
                  <a:lnTo>
                    <a:pt x="1994776" y="1872252"/>
                  </a:lnTo>
                  <a:lnTo>
                    <a:pt x="1994963" y="1874356"/>
                  </a:lnTo>
                  <a:lnTo>
                    <a:pt x="1995149" y="1876312"/>
                  </a:lnTo>
                  <a:lnTo>
                    <a:pt x="1995336" y="1878218"/>
                  </a:lnTo>
                  <a:lnTo>
                    <a:pt x="1995523" y="1880520"/>
                  </a:lnTo>
                  <a:lnTo>
                    <a:pt x="1995710" y="1883219"/>
                  </a:lnTo>
                  <a:lnTo>
                    <a:pt x="1995897" y="1886140"/>
                  </a:lnTo>
                  <a:lnTo>
                    <a:pt x="1996084" y="1887797"/>
                  </a:lnTo>
                  <a:lnTo>
                    <a:pt x="1996271" y="1889057"/>
                  </a:lnTo>
                  <a:lnTo>
                    <a:pt x="1996458" y="1890685"/>
                  </a:lnTo>
                  <a:lnTo>
                    <a:pt x="1996645" y="1892078"/>
                  </a:lnTo>
                  <a:lnTo>
                    <a:pt x="1996832" y="1893647"/>
                  </a:lnTo>
                  <a:lnTo>
                    <a:pt x="1997019" y="1895517"/>
                  </a:lnTo>
                  <a:lnTo>
                    <a:pt x="1997206" y="1897404"/>
                  </a:lnTo>
                  <a:lnTo>
                    <a:pt x="1997393" y="1899099"/>
                  </a:lnTo>
                  <a:lnTo>
                    <a:pt x="1997579" y="1900813"/>
                  </a:lnTo>
                  <a:lnTo>
                    <a:pt x="1997766" y="1902508"/>
                  </a:lnTo>
                  <a:lnTo>
                    <a:pt x="1997953" y="1904413"/>
                  </a:lnTo>
                  <a:lnTo>
                    <a:pt x="1998140" y="1906421"/>
                  </a:lnTo>
                  <a:lnTo>
                    <a:pt x="1998327" y="1908531"/>
                  </a:lnTo>
                  <a:lnTo>
                    <a:pt x="1998514" y="1910467"/>
                  </a:lnTo>
                  <a:lnTo>
                    <a:pt x="1998701" y="1912258"/>
                  </a:lnTo>
                  <a:lnTo>
                    <a:pt x="1998888" y="1914772"/>
                  </a:lnTo>
                  <a:lnTo>
                    <a:pt x="1999075" y="1917444"/>
                  </a:lnTo>
                  <a:lnTo>
                    <a:pt x="1999262" y="1920990"/>
                  </a:lnTo>
                  <a:lnTo>
                    <a:pt x="1999449" y="1924185"/>
                  </a:lnTo>
                  <a:lnTo>
                    <a:pt x="1999636" y="1926850"/>
                  </a:lnTo>
                  <a:lnTo>
                    <a:pt x="1999822" y="1929541"/>
                  </a:lnTo>
                  <a:lnTo>
                    <a:pt x="2000009" y="1932181"/>
                  </a:lnTo>
                  <a:lnTo>
                    <a:pt x="2000196" y="1935119"/>
                  </a:lnTo>
                  <a:lnTo>
                    <a:pt x="2000383" y="1938882"/>
                  </a:lnTo>
                  <a:lnTo>
                    <a:pt x="2000570" y="1943049"/>
                  </a:lnTo>
                  <a:lnTo>
                    <a:pt x="2000757" y="1947348"/>
                  </a:lnTo>
                  <a:lnTo>
                    <a:pt x="2000944" y="1952134"/>
                  </a:lnTo>
                  <a:lnTo>
                    <a:pt x="2001131" y="1956854"/>
                  </a:lnTo>
                  <a:lnTo>
                    <a:pt x="2001318" y="1961401"/>
                  </a:lnTo>
                  <a:lnTo>
                    <a:pt x="2001505" y="1965865"/>
                  </a:lnTo>
                  <a:lnTo>
                    <a:pt x="2001692" y="1969067"/>
                  </a:lnTo>
                  <a:lnTo>
                    <a:pt x="2001879" y="1972384"/>
                  </a:lnTo>
                  <a:lnTo>
                    <a:pt x="2002066" y="1975965"/>
                  </a:lnTo>
                  <a:lnTo>
                    <a:pt x="2002252" y="1979951"/>
                  </a:lnTo>
                  <a:lnTo>
                    <a:pt x="2002439" y="1984209"/>
                  </a:lnTo>
                  <a:lnTo>
                    <a:pt x="2002626" y="1988706"/>
                  </a:lnTo>
                  <a:lnTo>
                    <a:pt x="2002813" y="1993542"/>
                  </a:lnTo>
                  <a:lnTo>
                    <a:pt x="2003000" y="1998617"/>
                  </a:lnTo>
                  <a:lnTo>
                    <a:pt x="2003187" y="2002932"/>
                  </a:lnTo>
                  <a:lnTo>
                    <a:pt x="2003374" y="2006654"/>
                  </a:lnTo>
                  <a:lnTo>
                    <a:pt x="2003561" y="2010277"/>
                  </a:lnTo>
                  <a:lnTo>
                    <a:pt x="2003748" y="2013453"/>
                  </a:lnTo>
                  <a:lnTo>
                    <a:pt x="2003935" y="2016482"/>
                  </a:lnTo>
                  <a:lnTo>
                    <a:pt x="2004122" y="2019288"/>
                  </a:lnTo>
                  <a:lnTo>
                    <a:pt x="2004309" y="2022101"/>
                  </a:lnTo>
                  <a:lnTo>
                    <a:pt x="2004496" y="2025212"/>
                  </a:lnTo>
                  <a:lnTo>
                    <a:pt x="2004682" y="2028109"/>
                  </a:lnTo>
                  <a:lnTo>
                    <a:pt x="2004869" y="2030262"/>
                  </a:lnTo>
                  <a:lnTo>
                    <a:pt x="2005056" y="2031946"/>
                  </a:lnTo>
                  <a:lnTo>
                    <a:pt x="2005243" y="2032746"/>
                  </a:lnTo>
                  <a:lnTo>
                    <a:pt x="2005430" y="2032779"/>
                  </a:lnTo>
                  <a:lnTo>
                    <a:pt x="2005617" y="2032028"/>
                  </a:lnTo>
                  <a:lnTo>
                    <a:pt x="2005804" y="2029800"/>
                  </a:lnTo>
                  <a:lnTo>
                    <a:pt x="2005991" y="2026623"/>
                  </a:lnTo>
                  <a:lnTo>
                    <a:pt x="2006178" y="2023265"/>
                  </a:lnTo>
                  <a:lnTo>
                    <a:pt x="2006365" y="2020014"/>
                  </a:lnTo>
                  <a:lnTo>
                    <a:pt x="2006552" y="2016721"/>
                  </a:lnTo>
                  <a:lnTo>
                    <a:pt x="2006739" y="2012975"/>
                  </a:lnTo>
                  <a:lnTo>
                    <a:pt x="2006925" y="2009014"/>
                  </a:lnTo>
                  <a:lnTo>
                    <a:pt x="2007112" y="2004715"/>
                  </a:lnTo>
                  <a:lnTo>
                    <a:pt x="2007299" y="1999615"/>
                  </a:lnTo>
                  <a:lnTo>
                    <a:pt x="2007486" y="1993987"/>
                  </a:lnTo>
                  <a:lnTo>
                    <a:pt x="2007673" y="1988426"/>
                  </a:lnTo>
                  <a:lnTo>
                    <a:pt x="2007860" y="1982583"/>
                  </a:lnTo>
                  <a:lnTo>
                    <a:pt x="2008047" y="1977261"/>
                  </a:lnTo>
                  <a:lnTo>
                    <a:pt x="2008234" y="1972425"/>
                  </a:lnTo>
                  <a:lnTo>
                    <a:pt x="2008421" y="1967846"/>
                  </a:lnTo>
                  <a:lnTo>
                    <a:pt x="2008608" y="1964363"/>
                  </a:lnTo>
                  <a:lnTo>
                    <a:pt x="2008795" y="1961351"/>
                  </a:lnTo>
                  <a:lnTo>
                    <a:pt x="2008982" y="1958620"/>
                  </a:lnTo>
                  <a:lnTo>
                    <a:pt x="2009169" y="1955649"/>
                  </a:lnTo>
                  <a:lnTo>
                    <a:pt x="2009355" y="1952918"/>
                  </a:lnTo>
                  <a:lnTo>
                    <a:pt x="2009542" y="1950533"/>
                  </a:lnTo>
                  <a:lnTo>
                    <a:pt x="2009729" y="1948553"/>
                  </a:lnTo>
                  <a:lnTo>
                    <a:pt x="2009916" y="1946770"/>
                  </a:lnTo>
                  <a:lnTo>
                    <a:pt x="2010103" y="1945467"/>
                  </a:lnTo>
                  <a:lnTo>
                    <a:pt x="2010290" y="1944460"/>
                  </a:lnTo>
                  <a:lnTo>
                    <a:pt x="2010477" y="1943544"/>
                  </a:lnTo>
                  <a:lnTo>
                    <a:pt x="2010664" y="1942248"/>
                  </a:lnTo>
                  <a:lnTo>
                    <a:pt x="2010851" y="1940152"/>
                  </a:lnTo>
                  <a:lnTo>
                    <a:pt x="2011038" y="1937083"/>
                  </a:lnTo>
                  <a:lnTo>
                    <a:pt x="2011225" y="1933947"/>
                  </a:lnTo>
                  <a:lnTo>
                    <a:pt x="2011412" y="1930580"/>
                  </a:lnTo>
                  <a:lnTo>
                    <a:pt x="2011598" y="1927436"/>
                  </a:lnTo>
                  <a:lnTo>
                    <a:pt x="2011785" y="1924301"/>
                  </a:lnTo>
                  <a:lnTo>
                    <a:pt x="2011972" y="1921165"/>
                  </a:lnTo>
                  <a:lnTo>
                    <a:pt x="2012159" y="1917848"/>
                  </a:lnTo>
                  <a:lnTo>
                    <a:pt x="2012346" y="1914176"/>
                  </a:lnTo>
                  <a:lnTo>
                    <a:pt x="2012533" y="1909522"/>
                  </a:lnTo>
                  <a:lnTo>
                    <a:pt x="2012720" y="1903927"/>
                  </a:lnTo>
                  <a:lnTo>
                    <a:pt x="2012907" y="1899206"/>
                  </a:lnTo>
                  <a:lnTo>
                    <a:pt x="2013094" y="1893658"/>
                  </a:lnTo>
                  <a:lnTo>
                    <a:pt x="2013281" y="1887656"/>
                  </a:lnTo>
                  <a:lnTo>
                    <a:pt x="2013468" y="1881533"/>
                  </a:lnTo>
                  <a:lnTo>
                    <a:pt x="2013655" y="1875465"/>
                  </a:lnTo>
                  <a:lnTo>
                    <a:pt x="2013842" y="1869844"/>
                  </a:lnTo>
                  <a:lnTo>
                    <a:pt x="2014028" y="1864266"/>
                  </a:lnTo>
                  <a:lnTo>
                    <a:pt x="2014215" y="1858567"/>
                  </a:lnTo>
                  <a:lnTo>
                    <a:pt x="2014402" y="1852970"/>
                  </a:lnTo>
                  <a:lnTo>
                    <a:pt x="2014589" y="1847612"/>
                  </a:lnTo>
                  <a:lnTo>
                    <a:pt x="2014776" y="1842051"/>
                  </a:lnTo>
                  <a:lnTo>
                    <a:pt x="2014963" y="1836345"/>
                  </a:lnTo>
                  <a:lnTo>
                    <a:pt x="2015150" y="1830673"/>
                  </a:lnTo>
                  <a:lnTo>
                    <a:pt x="2015337" y="1825509"/>
                  </a:lnTo>
                  <a:lnTo>
                    <a:pt x="2015524" y="1820958"/>
                  </a:lnTo>
                  <a:lnTo>
                    <a:pt x="2015711" y="1816823"/>
                  </a:lnTo>
                  <a:lnTo>
                    <a:pt x="2015898" y="1813555"/>
                  </a:lnTo>
                  <a:lnTo>
                    <a:pt x="2016085" y="1809525"/>
                  </a:lnTo>
                  <a:lnTo>
                    <a:pt x="2016272" y="1806705"/>
                  </a:lnTo>
                  <a:lnTo>
                    <a:pt x="2016458" y="1804767"/>
                  </a:lnTo>
                  <a:lnTo>
                    <a:pt x="2016645" y="1803450"/>
                  </a:lnTo>
                  <a:lnTo>
                    <a:pt x="2016832" y="1802835"/>
                  </a:lnTo>
                  <a:lnTo>
                    <a:pt x="2017019" y="1802700"/>
                  </a:lnTo>
                  <a:lnTo>
                    <a:pt x="2017206" y="1802831"/>
                  </a:lnTo>
                  <a:lnTo>
                    <a:pt x="2017393" y="1802891"/>
                  </a:lnTo>
                  <a:lnTo>
                    <a:pt x="2017580" y="1803303"/>
                  </a:lnTo>
                  <a:lnTo>
                    <a:pt x="2017767" y="1804026"/>
                  </a:lnTo>
                  <a:lnTo>
                    <a:pt x="2017954" y="1805359"/>
                  </a:lnTo>
                  <a:lnTo>
                    <a:pt x="2018141" y="1806929"/>
                  </a:lnTo>
                  <a:lnTo>
                    <a:pt x="2018328" y="1809417"/>
                  </a:lnTo>
                  <a:lnTo>
                    <a:pt x="2018515" y="1812695"/>
                  </a:lnTo>
                  <a:lnTo>
                    <a:pt x="2018701" y="1815672"/>
                  </a:lnTo>
                  <a:lnTo>
                    <a:pt x="2018888" y="1820642"/>
                  </a:lnTo>
                  <a:lnTo>
                    <a:pt x="2019075" y="1824855"/>
                  </a:lnTo>
                  <a:lnTo>
                    <a:pt x="2019262" y="1827726"/>
                  </a:lnTo>
                  <a:lnTo>
                    <a:pt x="2019449" y="1829966"/>
                  </a:lnTo>
                  <a:lnTo>
                    <a:pt x="2019636" y="1832051"/>
                  </a:lnTo>
                  <a:lnTo>
                    <a:pt x="2019823" y="1834219"/>
                  </a:lnTo>
                  <a:lnTo>
                    <a:pt x="2020010" y="1836484"/>
                  </a:lnTo>
                  <a:lnTo>
                    <a:pt x="2020197" y="1838777"/>
                  </a:lnTo>
                  <a:lnTo>
                    <a:pt x="2020384" y="1840686"/>
                  </a:lnTo>
                  <a:lnTo>
                    <a:pt x="2020571" y="1842088"/>
                  </a:lnTo>
                  <a:lnTo>
                    <a:pt x="2020758" y="1843453"/>
                  </a:lnTo>
                  <a:lnTo>
                    <a:pt x="2020945" y="1844710"/>
                  </a:lnTo>
                  <a:lnTo>
                    <a:pt x="2021131" y="1845576"/>
                  </a:lnTo>
                  <a:lnTo>
                    <a:pt x="2021318" y="1846316"/>
                  </a:lnTo>
                  <a:lnTo>
                    <a:pt x="2021505" y="1846503"/>
                  </a:lnTo>
                  <a:lnTo>
                    <a:pt x="2021692" y="1845929"/>
                  </a:lnTo>
                  <a:lnTo>
                    <a:pt x="2021879" y="1844904"/>
                  </a:lnTo>
                  <a:lnTo>
                    <a:pt x="2022066" y="1843447"/>
                  </a:lnTo>
                  <a:lnTo>
                    <a:pt x="2022253" y="1841831"/>
                  </a:lnTo>
                  <a:lnTo>
                    <a:pt x="2022440" y="1840254"/>
                  </a:lnTo>
                  <a:lnTo>
                    <a:pt x="2022627" y="1839303"/>
                  </a:lnTo>
                  <a:lnTo>
                    <a:pt x="2022814" y="1839004"/>
                  </a:lnTo>
                  <a:lnTo>
                    <a:pt x="2023001" y="1838372"/>
                  </a:lnTo>
                  <a:lnTo>
                    <a:pt x="2023188" y="1837989"/>
                  </a:lnTo>
                  <a:lnTo>
                    <a:pt x="2023375" y="1838230"/>
                  </a:lnTo>
                  <a:lnTo>
                    <a:pt x="2023561" y="1838337"/>
                  </a:lnTo>
                  <a:lnTo>
                    <a:pt x="2023748" y="1838367"/>
                  </a:lnTo>
                  <a:lnTo>
                    <a:pt x="2023935" y="1838928"/>
                  </a:lnTo>
                  <a:lnTo>
                    <a:pt x="2024122" y="1838813"/>
                  </a:lnTo>
                  <a:lnTo>
                    <a:pt x="2024309" y="1838788"/>
                  </a:lnTo>
                  <a:lnTo>
                    <a:pt x="2024496" y="1839481"/>
                  </a:lnTo>
                  <a:lnTo>
                    <a:pt x="2024683" y="1840323"/>
                  </a:lnTo>
                  <a:lnTo>
                    <a:pt x="2024870" y="1840653"/>
                  </a:lnTo>
                  <a:lnTo>
                    <a:pt x="2025057" y="1840868"/>
                  </a:lnTo>
                  <a:lnTo>
                    <a:pt x="2025244" y="1841379"/>
                  </a:lnTo>
                  <a:lnTo>
                    <a:pt x="2025431" y="1842270"/>
                  </a:lnTo>
                  <a:lnTo>
                    <a:pt x="2025618" y="1842988"/>
                  </a:lnTo>
                  <a:lnTo>
                    <a:pt x="2025804" y="1843616"/>
                  </a:lnTo>
                  <a:lnTo>
                    <a:pt x="2025991" y="1844152"/>
                  </a:lnTo>
                  <a:lnTo>
                    <a:pt x="2026178" y="1844416"/>
                  </a:lnTo>
                  <a:lnTo>
                    <a:pt x="2026365" y="1844985"/>
                  </a:lnTo>
                  <a:lnTo>
                    <a:pt x="2026552" y="1846693"/>
                  </a:lnTo>
                  <a:lnTo>
                    <a:pt x="2026739" y="1847545"/>
                  </a:lnTo>
                  <a:lnTo>
                    <a:pt x="2026926" y="1849006"/>
                  </a:lnTo>
                  <a:lnTo>
                    <a:pt x="2027113" y="1851092"/>
                  </a:lnTo>
                  <a:lnTo>
                    <a:pt x="2027300" y="1853327"/>
                  </a:lnTo>
                  <a:lnTo>
                    <a:pt x="2027487" y="1855294"/>
                  </a:lnTo>
                  <a:lnTo>
                    <a:pt x="2027674" y="1857437"/>
                  </a:lnTo>
                  <a:lnTo>
                    <a:pt x="2027861" y="1859398"/>
                  </a:lnTo>
                  <a:lnTo>
                    <a:pt x="2028048" y="1860724"/>
                  </a:lnTo>
                  <a:lnTo>
                    <a:pt x="2028234" y="1862223"/>
                  </a:lnTo>
                  <a:lnTo>
                    <a:pt x="2028421" y="1864278"/>
                  </a:lnTo>
                  <a:lnTo>
                    <a:pt x="2028608" y="1866677"/>
                  </a:lnTo>
                  <a:lnTo>
                    <a:pt x="2028795" y="1869343"/>
                  </a:lnTo>
                  <a:lnTo>
                    <a:pt x="2028982" y="1872661"/>
                  </a:lnTo>
                  <a:lnTo>
                    <a:pt x="2029169" y="1875699"/>
                  </a:lnTo>
                  <a:lnTo>
                    <a:pt x="2029356" y="1877793"/>
                  </a:lnTo>
                  <a:lnTo>
                    <a:pt x="2029543" y="1878962"/>
                  </a:lnTo>
                  <a:lnTo>
                    <a:pt x="2029730" y="1879572"/>
                  </a:lnTo>
                  <a:lnTo>
                    <a:pt x="2029917" y="1879554"/>
                  </a:lnTo>
                  <a:lnTo>
                    <a:pt x="2030104" y="1878878"/>
                  </a:lnTo>
                  <a:lnTo>
                    <a:pt x="2030291" y="1879167"/>
                  </a:lnTo>
                  <a:lnTo>
                    <a:pt x="2030477" y="1879439"/>
                  </a:lnTo>
                  <a:lnTo>
                    <a:pt x="2030664" y="1880074"/>
                  </a:lnTo>
                  <a:lnTo>
                    <a:pt x="2030851" y="1880883"/>
                  </a:lnTo>
                  <a:lnTo>
                    <a:pt x="2031038" y="1881048"/>
                  </a:lnTo>
                  <a:lnTo>
                    <a:pt x="2031225" y="1880627"/>
                  </a:lnTo>
                  <a:lnTo>
                    <a:pt x="2031412" y="1879744"/>
                  </a:lnTo>
                  <a:lnTo>
                    <a:pt x="2031599" y="1878350"/>
                  </a:lnTo>
                  <a:lnTo>
                    <a:pt x="2031786" y="1875552"/>
                  </a:lnTo>
                  <a:lnTo>
                    <a:pt x="2031973" y="1872491"/>
                  </a:lnTo>
                  <a:lnTo>
                    <a:pt x="2032160" y="1869429"/>
                  </a:lnTo>
                  <a:lnTo>
                    <a:pt x="2032347" y="1866426"/>
                  </a:lnTo>
                  <a:lnTo>
                    <a:pt x="2032534" y="1863447"/>
                  </a:lnTo>
                  <a:lnTo>
                    <a:pt x="2032721" y="1860427"/>
                  </a:lnTo>
                  <a:lnTo>
                    <a:pt x="2032907" y="1857662"/>
                  </a:lnTo>
                  <a:lnTo>
                    <a:pt x="2033094" y="1855104"/>
                  </a:lnTo>
                  <a:lnTo>
                    <a:pt x="2033281" y="1852381"/>
                  </a:lnTo>
                  <a:lnTo>
                    <a:pt x="2033468" y="1849262"/>
                  </a:lnTo>
                  <a:lnTo>
                    <a:pt x="2033655" y="1846234"/>
                  </a:lnTo>
                  <a:lnTo>
                    <a:pt x="2033842" y="1842489"/>
                  </a:lnTo>
                  <a:lnTo>
                    <a:pt x="2034029" y="1838837"/>
                  </a:lnTo>
                  <a:lnTo>
                    <a:pt x="2034216" y="1835205"/>
                  </a:lnTo>
                  <a:lnTo>
                    <a:pt x="2034403" y="1831140"/>
                  </a:lnTo>
                  <a:lnTo>
                    <a:pt x="2034590" y="1827810"/>
                  </a:lnTo>
                  <a:lnTo>
                    <a:pt x="2034777" y="1824743"/>
                  </a:lnTo>
                  <a:lnTo>
                    <a:pt x="2034964" y="1821700"/>
                  </a:lnTo>
                  <a:lnTo>
                    <a:pt x="2035151" y="1818859"/>
                  </a:lnTo>
                  <a:lnTo>
                    <a:pt x="2035337" y="1815484"/>
                  </a:lnTo>
                  <a:lnTo>
                    <a:pt x="2035524" y="1812295"/>
                  </a:lnTo>
                  <a:lnTo>
                    <a:pt x="2035711" y="1809178"/>
                  </a:lnTo>
                  <a:lnTo>
                    <a:pt x="2035898" y="1806369"/>
                  </a:lnTo>
                  <a:lnTo>
                    <a:pt x="2036085" y="1804198"/>
                  </a:lnTo>
                  <a:lnTo>
                    <a:pt x="2036272" y="1802461"/>
                  </a:lnTo>
                  <a:lnTo>
                    <a:pt x="2036459" y="1800919"/>
                  </a:lnTo>
                  <a:lnTo>
                    <a:pt x="2036646" y="1799336"/>
                  </a:lnTo>
                  <a:lnTo>
                    <a:pt x="2036833" y="1797701"/>
                  </a:lnTo>
                  <a:lnTo>
                    <a:pt x="2037020" y="1796513"/>
                  </a:lnTo>
                  <a:lnTo>
                    <a:pt x="2037207" y="1795522"/>
                  </a:lnTo>
                  <a:lnTo>
                    <a:pt x="2037394" y="1794367"/>
                  </a:lnTo>
                  <a:lnTo>
                    <a:pt x="2037580" y="1793072"/>
                  </a:lnTo>
                  <a:lnTo>
                    <a:pt x="2037767" y="1791974"/>
                  </a:lnTo>
                  <a:lnTo>
                    <a:pt x="2037954" y="1790687"/>
                  </a:lnTo>
                  <a:lnTo>
                    <a:pt x="2038141" y="1790751"/>
                  </a:lnTo>
                  <a:lnTo>
                    <a:pt x="2038328" y="1790795"/>
                  </a:lnTo>
                  <a:lnTo>
                    <a:pt x="2038515" y="1790490"/>
                  </a:lnTo>
                  <a:lnTo>
                    <a:pt x="2038702" y="1789625"/>
                  </a:lnTo>
                  <a:lnTo>
                    <a:pt x="2038889" y="1788422"/>
                  </a:lnTo>
                  <a:lnTo>
                    <a:pt x="2039076" y="1786949"/>
                  </a:lnTo>
                  <a:lnTo>
                    <a:pt x="2039263" y="1785169"/>
                  </a:lnTo>
                  <a:lnTo>
                    <a:pt x="2039450" y="1783257"/>
                  </a:lnTo>
                  <a:lnTo>
                    <a:pt x="2039637" y="1781336"/>
                  </a:lnTo>
                  <a:lnTo>
                    <a:pt x="2039824" y="1779680"/>
                  </a:lnTo>
                  <a:lnTo>
                    <a:pt x="2040010" y="1778223"/>
                  </a:lnTo>
                  <a:lnTo>
                    <a:pt x="2040197" y="1776882"/>
                  </a:lnTo>
                  <a:lnTo>
                    <a:pt x="2040384" y="1775664"/>
                  </a:lnTo>
                  <a:lnTo>
                    <a:pt x="2040571" y="1774449"/>
                  </a:lnTo>
                  <a:lnTo>
                    <a:pt x="2040758" y="1773736"/>
                  </a:lnTo>
                  <a:lnTo>
                    <a:pt x="2040945" y="1772954"/>
                  </a:lnTo>
                  <a:lnTo>
                    <a:pt x="2041132" y="1772402"/>
                  </a:lnTo>
                  <a:lnTo>
                    <a:pt x="2041319" y="1772456"/>
                  </a:lnTo>
                  <a:lnTo>
                    <a:pt x="2041506" y="1773040"/>
                  </a:lnTo>
                  <a:lnTo>
                    <a:pt x="2041693" y="1773189"/>
                  </a:lnTo>
                  <a:lnTo>
                    <a:pt x="2041880" y="1773725"/>
                  </a:lnTo>
                  <a:lnTo>
                    <a:pt x="2042067" y="1774360"/>
                  </a:lnTo>
                  <a:lnTo>
                    <a:pt x="2042254" y="1775796"/>
                  </a:lnTo>
                  <a:lnTo>
                    <a:pt x="2042440" y="1777628"/>
                  </a:lnTo>
                  <a:lnTo>
                    <a:pt x="2042627" y="1779889"/>
                  </a:lnTo>
                  <a:lnTo>
                    <a:pt x="2042814" y="1782588"/>
                  </a:lnTo>
                  <a:lnTo>
                    <a:pt x="2043001" y="1786062"/>
                  </a:lnTo>
                  <a:lnTo>
                    <a:pt x="2043188" y="1790394"/>
                  </a:lnTo>
                  <a:lnTo>
                    <a:pt x="2043375" y="1795386"/>
                  </a:lnTo>
                  <a:lnTo>
                    <a:pt x="2043562" y="1800643"/>
                  </a:lnTo>
                  <a:lnTo>
                    <a:pt x="2043749" y="1805759"/>
                  </a:lnTo>
                  <a:lnTo>
                    <a:pt x="2043936" y="1810586"/>
                  </a:lnTo>
                  <a:lnTo>
                    <a:pt x="2044123" y="1815372"/>
                  </a:lnTo>
                  <a:lnTo>
                    <a:pt x="2044310" y="1820166"/>
                  </a:lnTo>
                  <a:lnTo>
                    <a:pt x="2044497" y="1825142"/>
                  </a:lnTo>
                  <a:lnTo>
                    <a:pt x="2044683" y="1830861"/>
                  </a:lnTo>
                  <a:lnTo>
                    <a:pt x="2044870" y="1836959"/>
                  </a:lnTo>
                  <a:lnTo>
                    <a:pt x="2045057" y="1843123"/>
                  </a:lnTo>
                  <a:lnTo>
                    <a:pt x="2045244" y="1849444"/>
                  </a:lnTo>
                  <a:lnTo>
                    <a:pt x="2045431" y="1855393"/>
                  </a:lnTo>
                  <a:lnTo>
                    <a:pt x="2045618" y="1860947"/>
                  </a:lnTo>
                  <a:lnTo>
                    <a:pt x="2045805" y="1865981"/>
                  </a:lnTo>
                  <a:lnTo>
                    <a:pt x="2045992" y="1870214"/>
                  </a:lnTo>
                  <a:lnTo>
                    <a:pt x="2046179" y="1874051"/>
                  </a:lnTo>
                  <a:lnTo>
                    <a:pt x="2046366" y="1877376"/>
                  </a:lnTo>
                  <a:lnTo>
                    <a:pt x="2046553" y="1880809"/>
                  </a:lnTo>
                  <a:lnTo>
                    <a:pt x="2046740" y="1884324"/>
                  </a:lnTo>
                  <a:lnTo>
                    <a:pt x="2046927" y="1887534"/>
                  </a:lnTo>
                  <a:lnTo>
                    <a:pt x="2047113" y="1890340"/>
                  </a:lnTo>
                  <a:lnTo>
                    <a:pt x="2047300" y="1892799"/>
                  </a:lnTo>
                  <a:lnTo>
                    <a:pt x="2047487" y="1894878"/>
                  </a:lnTo>
                  <a:lnTo>
                    <a:pt x="2047674" y="1896875"/>
                  </a:lnTo>
                  <a:lnTo>
                    <a:pt x="2047861" y="1898872"/>
                  </a:lnTo>
                  <a:lnTo>
                    <a:pt x="2048048" y="1901340"/>
                  </a:lnTo>
                  <a:lnTo>
                    <a:pt x="2048235" y="1904046"/>
                  </a:lnTo>
                  <a:lnTo>
                    <a:pt x="2048422" y="1907116"/>
                  </a:lnTo>
                  <a:lnTo>
                    <a:pt x="2048609" y="1910161"/>
                  </a:lnTo>
                  <a:lnTo>
                    <a:pt x="2048796" y="1913530"/>
                  </a:lnTo>
                  <a:lnTo>
                    <a:pt x="2048983" y="1916660"/>
                  </a:lnTo>
                  <a:lnTo>
                    <a:pt x="2049170" y="1919643"/>
                  </a:lnTo>
                  <a:lnTo>
                    <a:pt x="2049356" y="1922467"/>
                  </a:lnTo>
                  <a:lnTo>
                    <a:pt x="2049543" y="1925342"/>
                  </a:lnTo>
                  <a:lnTo>
                    <a:pt x="2049730" y="1928470"/>
                  </a:lnTo>
                  <a:lnTo>
                    <a:pt x="2049917" y="1932325"/>
                  </a:lnTo>
                  <a:lnTo>
                    <a:pt x="2050104" y="1936881"/>
                  </a:lnTo>
                  <a:lnTo>
                    <a:pt x="2050291" y="1940291"/>
                  </a:lnTo>
                  <a:lnTo>
                    <a:pt x="2050478" y="1944334"/>
                  </a:lnTo>
                  <a:lnTo>
                    <a:pt x="2050665" y="1948614"/>
                  </a:lnTo>
                  <a:lnTo>
                    <a:pt x="2050852" y="1952780"/>
                  </a:lnTo>
                  <a:lnTo>
                    <a:pt x="2051039" y="1957228"/>
                  </a:lnTo>
                  <a:lnTo>
                    <a:pt x="2051226" y="1961742"/>
                  </a:lnTo>
                  <a:lnTo>
                    <a:pt x="2051413" y="1966094"/>
                  </a:lnTo>
                  <a:lnTo>
                    <a:pt x="2051600" y="1970411"/>
                  </a:lnTo>
                  <a:lnTo>
                    <a:pt x="2051786" y="1974211"/>
                  </a:lnTo>
                  <a:lnTo>
                    <a:pt x="2051973" y="1977758"/>
                  </a:lnTo>
                  <a:lnTo>
                    <a:pt x="2052160" y="1980505"/>
                  </a:lnTo>
                  <a:lnTo>
                    <a:pt x="2052347" y="1983489"/>
                  </a:lnTo>
                  <a:lnTo>
                    <a:pt x="2052534" y="1986371"/>
                  </a:lnTo>
                  <a:lnTo>
                    <a:pt x="2052721" y="1988911"/>
                  </a:lnTo>
                  <a:lnTo>
                    <a:pt x="2052908" y="1991036"/>
                  </a:lnTo>
                  <a:lnTo>
                    <a:pt x="2053095" y="1992910"/>
                  </a:lnTo>
                  <a:lnTo>
                    <a:pt x="2053282" y="1993934"/>
                  </a:lnTo>
                  <a:lnTo>
                    <a:pt x="2053469" y="1995601"/>
                  </a:lnTo>
                  <a:lnTo>
                    <a:pt x="2053656" y="1996500"/>
                  </a:lnTo>
                  <a:lnTo>
                    <a:pt x="2053843" y="1996822"/>
                  </a:lnTo>
                  <a:lnTo>
                    <a:pt x="2054030" y="1996797"/>
                  </a:lnTo>
                  <a:lnTo>
                    <a:pt x="2054216" y="1996764"/>
                  </a:lnTo>
                  <a:lnTo>
                    <a:pt x="2054403" y="1996492"/>
                  </a:lnTo>
                  <a:lnTo>
                    <a:pt x="2054590" y="1996426"/>
                  </a:lnTo>
                  <a:lnTo>
                    <a:pt x="2054777" y="1996649"/>
                  </a:lnTo>
                  <a:lnTo>
                    <a:pt x="2054964" y="1996632"/>
                  </a:lnTo>
                  <a:lnTo>
                    <a:pt x="2055151" y="1996104"/>
                  </a:lnTo>
                  <a:lnTo>
                    <a:pt x="2055338" y="1995526"/>
                  </a:lnTo>
                  <a:lnTo>
                    <a:pt x="2055525" y="1995180"/>
                  </a:lnTo>
                  <a:lnTo>
                    <a:pt x="2055712" y="1994775"/>
                  </a:lnTo>
                  <a:lnTo>
                    <a:pt x="2055899" y="1993884"/>
                  </a:lnTo>
                  <a:lnTo>
                    <a:pt x="2056086" y="1992845"/>
                  </a:lnTo>
                  <a:lnTo>
                    <a:pt x="2056273" y="1991731"/>
                  </a:lnTo>
                  <a:lnTo>
                    <a:pt x="2056459" y="1990740"/>
                  </a:lnTo>
                  <a:lnTo>
                    <a:pt x="2056646" y="1989692"/>
                  </a:lnTo>
                  <a:lnTo>
                    <a:pt x="2056833" y="1988537"/>
                  </a:lnTo>
                  <a:lnTo>
                    <a:pt x="2057020" y="1987382"/>
                  </a:lnTo>
                  <a:lnTo>
                    <a:pt x="2057207" y="1986425"/>
                  </a:lnTo>
                  <a:lnTo>
                    <a:pt x="2057394" y="1985764"/>
                  </a:lnTo>
                  <a:lnTo>
                    <a:pt x="2057581" y="1985772"/>
                  </a:lnTo>
                  <a:lnTo>
                    <a:pt x="2057768" y="1986241"/>
                  </a:lnTo>
                  <a:lnTo>
                    <a:pt x="2057955" y="1987218"/>
                  </a:lnTo>
                  <a:lnTo>
                    <a:pt x="2058142" y="1988127"/>
                  </a:lnTo>
                  <a:lnTo>
                    <a:pt x="2058329" y="1988786"/>
                  </a:lnTo>
                  <a:lnTo>
                    <a:pt x="2058516" y="1989376"/>
                  </a:lnTo>
                  <a:lnTo>
                    <a:pt x="2058703" y="1990134"/>
                  </a:lnTo>
                  <a:lnTo>
                    <a:pt x="2058889" y="1991476"/>
                  </a:lnTo>
                  <a:lnTo>
                    <a:pt x="2059076" y="1993167"/>
                  </a:lnTo>
                  <a:lnTo>
                    <a:pt x="2059263" y="1994760"/>
                  </a:lnTo>
                  <a:lnTo>
                    <a:pt x="2059450" y="1996226"/>
                  </a:lnTo>
                  <a:lnTo>
                    <a:pt x="2059637" y="1997651"/>
                  </a:lnTo>
                  <a:lnTo>
                    <a:pt x="2059824" y="1998631"/>
                  </a:lnTo>
                  <a:lnTo>
                    <a:pt x="2060011" y="1999172"/>
                  </a:lnTo>
                  <a:lnTo>
                    <a:pt x="2060198" y="1999400"/>
                  </a:lnTo>
                  <a:lnTo>
                    <a:pt x="2060385" y="1999165"/>
                  </a:lnTo>
                  <a:lnTo>
                    <a:pt x="2060572" y="1997135"/>
                  </a:lnTo>
                  <a:lnTo>
                    <a:pt x="2060759" y="1994709"/>
                  </a:lnTo>
                  <a:lnTo>
                    <a:pt x="2060946" y="1992093"/>
                  </a:lnTo>
                  <a:lnTo>
                    <a:pt x="2061133" y="1989477"/>
                  </a:lnTo>
                  <a:lnTo>
                    <a:pt x="2061319" y="1987084"/>
                  </a:lnTo>
                  <a:lnTo>
                    <a:pt x="2061506" y="1984765"/>
                  </a:lnTo>
                  <a:lnTo>
                    <a:pt x="2061693" y="1982116"/>
                  </a:lnTo>
                  <a:lnTo>
                    <a:pt x="2061880" y="1979137"/>
                  </a:lnTo>
                  <a:lnTo>
                    <a:pt x="2062067" y="1976258"/>
                  </a:lnTo>
                  <a:lnTo>
                    <a:pt x="2062254" y="1973675"/>
                  </a:lnTo>
                  <a:lnTo>
                    <a:pt x="2062441" y="1971595"/>
                  </a:lnTo>
                  <a:lnTo>
                    <a:pt x="2062628" y="1970539"/>
                  </a:lnTo>
                  <a:lnTo>
                    <a:pt x="2062815" y="1970473"/>
                  </a:lnTo>
                  <a:lnTo>
                    <a:pt x="2063002" y="1971298"/>
                  </a:lnTo>
                  <a:lnTo>
                    <a:pt x="2063189" y="1972891"/>
                  </a:lnTo>
                  <a:lnTo>
                    <a:pt x="2063376" y="1975448"/>
                  </a:lnTo>
                  <a:lnTo>
                    <a:pt x="2063562" y="1978466"/>
                  </a:lnTo>
                  <a:lnTo>
                    <a:pt x="2063749" y="1981708"/>
                  </a:lnTo>
                  <a:lnTo>
                    <a:pt x="2063936" y="1984757"/>
                  </a:lnTo>
                  <a:lnTo>
                    <a:pt x="2064123" y="1987561"/>
                  </a:lnTo>
                  <a:lnTo>
                    <a:pt x="2064310" y="1990200"/>
                  </a:lnTo>
                  <a:lnTo>
                    <a:pt x="2064497" y="1992746"/>
                  </a:lnTo>
                  <a:lnTo>
                    <a:pt x="2064684" y="1995063"/>
                  </a:lnTo>
                  <a:lnTo>
                    <a:pt x="2064871" y="1997330"/>
                  </a:lnTo>
                  <a:lnTo>
                    <a:pt x="2065058" y="1999281"/>
                  </a:lnTo>
                  <a:lnTo>
                    <a:pt x="2065245" y="2000927"/>
                  </a:lnTo>
                  <a:lnTo>
                    <a:pt x="2065432" y="2002426"/>
                  </a:lnTo>
                  <a:lnTo>
                    <a:pt x="2065619" y="2003271"/>
                  </a:lnTo>
                  <a:lnTo>
                    <a:pt x="2065806" y="2003495"/>
                  </a:lnTo>
                  <a:lnTo>
                    <a:pt x="2065992" y="2003205"/>
                  </a:lnTo>
                  <a:lnTo>
                    <a:pt x="2066179" y="2002689"/>
                  </a:lnTo>
                  <a:lnTo>
                    <a:pt x="2066366" y="2001698"/>
                  </a:lnTo>
                  <a:lnTo>
                    <a:pt x="2066553" y="2000835"/>
                  </a:lnTo>
                  <a:lnTo>
                    <a:pt x="2066740" y="2000316"/>
                  </a:lnTo>
                  <a:lnTo>
                    <a:pt x="2066927" y="2000283"/>
                  </a:lnTo>
                  <a:lnTo>
                    <a:pt x="2067114" y="2000993"/>
                  </a:lnTo>
                  <a:lnTo>
                    <a:pt x="2067301" y="2002380"/>
                  </a:lnTo>
                  <a:lnTo>
                    <a:pt x="2067488" y="2004192"/>
                  </a:lnTo>
                  <a:lnTo>
                    <a:pt x="2067675" y="2006398"/>
                  </a:lnTo>
                  <a:lnTo>
                    <a:pt x="2067862" y="2008413"/>
                  </a:lnTo>
                  <a:lnTo>
                    <a:pt x="2068049" y="2010242"/>
                  </a:lnTo>
                  <a:lnTo>
                    <a:pt x="2068235" y="2011910"/>
                  </a:lnTo>
                  <a:lnTo>
                    <a:pt x="2068422" y="2013990"/>
                  </a:lnTo>
                  <a:lnTo>
                    <a:pt x="2068609" y="2016372"/>
                  </a:lnTo>
                  <a:lnTo>
                    <a:pt x="2068796" y="2019391"/>
                  </a:lnTo>
                  <a:lnTo>
                    <a:pt x="2068983" y="2022552"/>
                  </a:lnTo>
                  <a:lnTo>
                    <a:pt x="2069170" y="2026324"/>
                  </a:lnTo>
                  <a:lnTo>
                    <a:pt x="2069357" y="2030064"/>
                  </a:lnTo>
                  <a:lnTo>
                    <a:pt x="2069544" y="2033824"/>
                  </a:lnTo>
                  <a:lnTo>
                    <a:pt x="2069731" y="2037595"/>
                  </a:lnTo>
                  <a:lnTo>
                    <a:pt x="2069918" y="2041105"/>
                  </a:lnTo>
                  <a:lnTo>
                    <a:pt x="2070105" y="2043886"/>
                  </a:lnTo>
                  <a:lnTo>
                    <a:pt x="2070292" y="2046378"/>
                  </a:lnTo>
                  <a:lnTo>
                    <a:pt x="2070479" y="2047847"/>
                  </a:lnTo>
                  <a:lnTo>
                    <a:pt x="2070665" y="2049316"/>
                  </a:lnTo>
                  <a:lnTo>
                    <a:pt x="2070852" y="2050842"/>
                  </a:lnTo>
                  <a:lnTo>
                    <a:pt x="2071039" y="2052204"/>
                  </a:lnTo>
                  <a:lnTo>
                    <a:pt x="2071226" y="2053433"/>
                  </a:lnTo>
                  <a:lnTo>
                    <a:pt x="2071413" y="2054300"/>
                  </a:lnTo>
                  <a:lnTo>
                    <a:pt x="2071600" y="2054630"/>
                  </a:lnTo>
                  <a:lnTo>
                    <a:pt x="2071787" y="2055100"/>
                  </a:lnTo>
                  <a:lnTo>
                    <a:pt x="2071974" y="2055100"/>
                  </a:lnTo>
                  <a:lnTo>
                    <a:pt x="2072161" y="2054828"/>
                  </a:lnTo>
                  <a:lnTo>
                    <a:pt x="2072348" y="2053400"/>
                  </a:lnTo>
                  <a:lnTo>
                    <a:pt x="2072535" y="2051255"/>
                  </a:lnTo>
                  <a:lnTo>
                    <a:pt x="2072722" y="2049291"/>
                  </a:lnTo>
                  <a:lnTo>
                    <a:pt x="2072909" y="2047137"/>
                  </a:lnTo>
                  <a:lnTo>
                    <a:pt x="2073095" y="2045454"/>
                  </a:lnTo>
                  <a:lnTo>
                    <a:pt x="2073282" y="2044257"/>
                  </a:lnTo>
                  <a:lnTo>
                    <a:pt x="2073469" y="2042863"/>
                  </a:lnTo>
                  <a:lnTo>
                    <a:pt x="2073656" y="2041097"/>
                  </a:lnTo>
                  <a:lnTo>
                    <a:pt x="2073843" y="2039199"/>
                  </a:lnTo>
                  <a:lnTo>
                    <a:pt x="2074030" y="2037590"/>
                  </a:lnTo>
                  <a:lnTo>
                    <a:pt x="2074217" y="2036162"/>
                  </a:lnTo>
                  <a:lnTo>
                    <a:pt x="2074404" y="2034603"/>
                  </a:lnTo>
                  <a:lnTo>
                    <a:pt x="2074591" y="2032746"/>
                  </a:lnTo>
                  <a:lnTo>
                    <a:pt x="2074778" y="2031096"/>
                  </a:lnTo>
                  <a:lnTo>
                    <a:pt x="2074965" y="2029561"/>
                  </a:lnTo>
                  <a:lnTo>
                    <a:pt x="2075152" y="2028851"/>
                  </a:lnTo>
                  <a:lnTo>
                    <a:pt x="2075338" y="2028818"/>
                  </a:lnTo>
                  <a:lnTo>
                    <a:pt x="2075525" y="2027689"/>
                  </a:lnTo>
                  <a:lnTo>
                    <a:pt x="2075712" y="2026515"/>
                  </a:lnTo>
                  <a:lnTo>
                    <a:pt x="2075899" y="2025434"/>
                  </a:lnTo>
                  <a:lnTo>
                    <a:pt x="2076086" y="2024549"/>
                  </a:lnTo>
                  <a:lnTo>
                    <a:pt x="2076273" y="2023393"/>
                  </a:lnTo>
                  <a:lnTo>
                    <a:pt x="2076460" y="2022869"/>
                  </a:lnTo>
                  <a:lnTo>
                    <a:pt x="2076647" y="2022544"/>
                  </a:lnTo>
                  <a:lnTo>
                    <a:pt x="2076834" y="2021981"/>
                  </a:lnTo>
                  <a:lnTo>
                    <a:pt x="2077021" y="2021723"/>
                  </a:lnTo>
                  <a:lnTo>
                    <a:pt x="2077208" y="2021911"/>
                  </a:lnTo>
                  <a:lnTo>
                    <a:pt x="2077395" y="2022236"/>
                  </a:lnTo>
                  <a:lnTo>
                    <a:pt x="2077582" y="2022422"/>
                  </a:lnTo>
                  <a:lnTo>
                    <a:pt x="2077768" y="2022651"/>
                  </a:lnTo>
                  <a:lnTo>
                    <a:pt x="2077955" y="2023106"/>
                  </a:lnTo>
                  <a:lnTo>
                    <a:pt x="2078142" y="2023225"/>
                  </a:lnTo>
                  <a:lnTo>
                    <a:pt x="2078329" y="2023463"/>
                  </a:lnTo>
                  <a:lnTo>
                    <a:pt x="2078516" y="2023907"/>
                  </a:lnTo>
                  <a:lnTo>
                    <a:pt x="2078703" y="2023986"/>
                  </a:lnTo>
                  <a:lnTo>
                    <a:pt x="2078890" y="2024053"/>
                  </a:lnTo>
                  <a:lnTo>
                    <a:pt x="2079077" y="2025274"/>
                  </a:lnTo>
                  <a:lnTo>
                    <a:pt x="2079264" y="2026066"/>
                  </a:lnTo>
                  <a:lnTo>
                    <a:pt x="2079451" y="2026949"/>
                  </a:lnTo>
                  <a:lnTo>
                    <a:pt x="2079638" y="2027676"/>
                  </a:lnTo>
                  <a:lnTo>
                    <a:pt x="2079825" y="2028096"/>
                  </a:lnTo>
                  <a:lnTo>
                    <a:pt x="2080012" y="2028154"/>
                  </a:lnTo>
                  <a:lnTo>
                    <a:pt x="2080198" y="2028154"/>
                  </a:lnTo>
                  <a:lnTo>
                    <a:pt x="2080385" y="2028154"/>
                  </a:lnTo>
                  <a:lnTo>
                    <a:pt x="2080572" y="2028245"/>
                  </a:lnTo>
                  <a:lnTo>
                    <a:pt x="2080759" y="2028418"/>
                  </a:lnTo>
                  <a:lnTo>
                    <a:pt x="2080946" y="2028608"/>
                  </a:lnTo>
                  <a:lnTo>
                    <a:pt x="2081133" y="2028814"/>
                  </a:lnTo>
                  <a:lnTo>
                    <a:pt x="2081320" y="2028856"/>
                  </a:lnTo>
                  <a:lnTo>
                    <a:pt x="2081507" y="2028691"/>
                  </a:lnTo>
                  <a:lnTo>
                    <a:pt x="2081694" y="2028509"/>
                  </a:lnTo>
                  <a:lnTo>
                    <a:pt x="2081881" y="2028022"/>
                  </a:lnTo>
                  <a:lnTo>
                    <a:pt x="2082068" y="2027370"/>
                  </a:lnTo>
                  <a:lnTo>
                    <a:pt x="2082255" y="2026273"/>
                  </a:lnTo>
                  <a:lnTo>
                    <a:pt x="2082441" y="2025035"/>
                  </a:lnTo>
                  <a:lnTo>
                    <a:pt x="2082628" y="2023475"/>
                  </a:lnTo>
                  <a:lnTo>
                    <a:pt x="2082815" y="2021800"/>
                  </a:lnTo>
                  <a:lnTo>
                    <a:pt x="2083002" y="2019985"/>
                  </a:lnTo>
                  <a:lnTo>
                    <a:pt x="2083189" y="2018021"/>
                  </a:lnTo>
                  <a:lnTo>
                    <a:pt x="2083376" y="2015950"/>
                  </a:lnTo>
                  <a:lnTo>
                    <a:pt x="2083563" y="2013557"/>
                  </a:lnTo>
                  <a:lnTo>
                    <a:pt x="2083750" y="2010982"/>
                  </a:lnTo>
                  <a:lnTo>
                    <a:pt x="2083937" y="2007962"/>
                  </a:lnTo>
                  <a:lnTo>
                    <a:pt x="2084124" y="2004207"/>
                  </a:lnTo>
                  <a:lnTo>
                    <a:pt x="2084311" y="2000535"/>
                  </a:lnTo>
                  <a:lnTo>
                    <a:pt x="2084498" y="1996921"/>
                  </a:lnTo>
                  <a:lnTo>
                    <a:pt x="2084685" y="1993612"/>
                  </a:lnTo>
                  <a:lnTo>
                    <a:pt x="2084871" y="1990427"/>
                  </a:lnTo>
                  <a:lnTo>
                    <a:pt x="2085058" y="1987456"/>
                  </a:lnTo>
                  <a:lnTo>
                    <a:pt x="2085245" y="1984667"/>
                  </a:lnTo>
                  <a:lnTo>
                    <a:pt x="2085432" y="1982266"/>
                  </a:lnTo>
                  <a:lnTo>
                    <a:pt x="2085619" y="1980450"/>
                  </a:lnTo>
                  <a:lnTo>
                    <a:pt x="2085806" y="1979122"/>
                  </a:lnTo>
                  <a:lnTo>
                    <a:pt x="2085993" y="1977785"/>
                  </a:lnTo>
                  <a:lnTo>
                    <a:pt x="2086180" y="1976133"/>
                  </a:lnTo>
                  <a:lnTo>
                    <a:pt x="2086367" y="1974578"/>
                  </a:lnTo>
                  <a:lnTo>
                    <a:pt x="2086554" y="1973361"/>
                  </a:lnTo>
                  <a:lnTo>
                    <a:pt x="2086741" y="1972534"/>
                  </a:lnTo>
                  <a:lnTo>
                    <a:pt x="2086928" y="1972456"/>
                  </a:lnTo>
                  <a:lnTo>
                    <a:pt x="2087114" y="1972679"/>
                  </a:lnTo>
                  <a:lnTo>
                    <a:pt x="2087301" y="1973065"/>
                  </a:lnTo>
                  <a:lnTo>
                    <a:pt x="2087488" y="1973452"/>
                  </a:lnTo>
                  <a:lnTo>
                    <a:pt x="2087675" y="1974012"/>
                  </a:lnTo>
                  <a:lnTo>
                    <a:pt x="2087862" y="1974692"/>
                  </a:lnTo>
                  <a:lnTo>
                    <a:pt x="2088049" y="1975498"/>
                  </a:lnTo>
                  <a:lnTo>
                    <a:pt x="2088236" y="1976547"/>
                  </a:lnTo>
                  <a:lnTo>
                    <a:pt x="2088423" y="1977425"/>
                  </a:lnTo>
                  <a:lnTo>
                    <a:pt x="2088610" y="1978209"/>
                  </a:lnTo>
                  <a:lnTo>
                    <a:pt x="2088797" y="1979270"/>
                  </a:lnTo>
                  <a:lnTo>
                    <a:pt x="2088984" y="1980413"/>
                  </a:lnTo>
                  <a:lnTo>
                    <a:pt x="2089171" y="1981699"/>
                  </a:lnTo>
                  <a:lnTo>
                    <a:pt x="2089358" y="1983014"/>
                  </a:lnTo>
                  <a:lnTo>
                    <a:pt x="2089544" y="1985465"/>
                  </a:lnTo>
                  <a:lnTo>
                    <a:pt x="2089731" y="1987941"/>
                  </a:lnTo>
                  <a:lnTo>
                    <a:pt x="2089918" y="1990556"/>
                  </a:lnTo>
                  <a:lnTo>
                    <a:pt x="2090105" y="1993098"/>
                  </a:lnTo>
                  <a:lnTo>
                    <a:pt x="2090292" y="1995681"/>
                  </a:lnTo>
                  <a:lnTo>
                    <a:pt x="2090479" y="1998107"/>
                  </a:lnTo>
                  <a:lnTo>
                    <a:pt x="2090666" y="2000657"/>
                  </a:lnTo>
                  <a:lnTo>
                    <a:pt x="2090853" y="2003083"/>
                  </a:lnTo>
                  <a:lnTo>
                    <a:pt x="2091040" y="2005286"/>
                  </a:lnTo>
                  <a:lnTo>
                    <a:pt x="2091227" y="2007258"/>
                  </a:lnTo>
                  <a:lnTo>
                    <a:pt x="2091414" y="2009024"/>
                  </a:lnTo>
                  <a:lnTo>
                    <a:pt x="2091601" y="2010625"/>
                  </a:lnTo>
                  <a:lnTo>
                    <a:pt x="2091788" y="2012300"/>
                  </a:lnTo>
                  <a:lnTo>
                    <a:pt x="2091974" y="2014074"/>
                  </a:lnTo>
                  <a:lnTo>
                    <a:pt x="2092161" y="2015848"/>
                  </a:lnTo>
                  <a:lnTo>
                    <a:pt x="2092348" y="2017664"/>
                  </a:lnTo>
                  <a:lnTo>
                    <a:pt x="2092535" y="2019479"/>
                  </a:lnTo>
                  <a:lnTo>
                    <a:pt x="2092722" y="2021047"/>
                  </a:lnTo>
                  <a:lnTo>
                    <a:pt x="2092909" y="2022384"/>
                  </a:lnTo>
                  <a:lnTo>
                    <a:pt x="2093096" y="2023589"/>
                  </a:lnTo>
                  <a:lnTo>
                    <a:pt x="2093283" y="2024876"/>
                  </a:lnTo>
                  <a:lnTo>
                    <a:pt x="2093470" y="2026246"/>
                  </a:lnTo>
                  <a:lnTo>
                    <a:pt x="2093657" y="2027492"/>
                  </a:lnTo>
                  <a:lnTo>
                    <a:pt x="2093844" y="2028408"/>
                  </a:lnTo>
                  <a:lnTo>
                    <a:pt x="2094031" y="2029241"/>
                  </a:lnTo>
                  <a:lnTo>
                    <a:pt x="2094217" y="2029860"/>
                  </a:lnTo>
                  <a:lnTo>
                    <a:pt x="2094404" y="2030355"/>
                  </a:lnTo>
                  <a:lnTo>
                    <a:pt x="2094591" y="2030652"/>
                  </a:lnTo>
                  <a:lnTo>
                    <a:pt x="2094778" y="2030652"/>
                  </a:lnTo>
                  <a:lnTo>
                    <a:pt x="2094965" y="2030043"/>
                  </a:lnTo>
                  <a:lnTo>
                    <a:pt x="2095152" y="2029466"/>
                  </a:lnTo>
                  <a:lnTo>
                    <a:pt x="2095339" y="2029042"/>
                  </a:lnTo>
                  <a:lnTo>
                    <a:pt x="2095526" y="2028628"/>
                  </a:lnTo>
                  <a:lnTo>
                    <a:pt x="2095713" y="2028250"/>
                  </a:lnTo>
                  <a:lnTo>
                    <a:pt x="2095900" y="2028064"/>
                  </a:lnTo>
                  <a:lnTo>
                    <a:pt x="2096087" y="2027767"/>
                  </a:lnTo>
                  <a:lnTo>
                    <a:pt x="2096274" y="2027209"/>
                  </a:lnTo>
                  <a:lnTo>
                    <a:pt x="2096461" y="2026584"/>
                  </a:lnTo>
                  <a:lnTo>
                    <a:pt x="2096647" y="2026220"/>
                  </a:lnTo>
                  <a:lnTo>
                    <a:pt x="2096834" y="2026074"/>
                  </a:lnTo>
                  <a:lnTo>
                    <a:pt x="2097021" y="2026110"/>
                  </a:lnTo>
                  <a:lnTo>
                    <a:pt x="2097208" y="2026557"/>
                  </a:lnTo>
                  <a:lnTo>
                    <a:pt x="2097395" y="2027205"/>
                  </a:lnTo>
                  <a:lnTo>
                    <a:pt x="2097582" y="2028032"/>
                  </a:lnTo>
                  <a:lnTo>
                    <a:pt x="2097769" y="2029035"/>
                  </a:lnTo>
                  <a:lnTo>
                    <a:pt x="2097956" y="2031338"/>
                  </a:lnTo>
                  <a:lnTo>
                    <a:pt x="2098143" y="2033516"/>
                  </a:lnTo>
                  <a:lnTo>
                    <a:pt x="2098330" y="2035876"/>
                  </a:lnTo>
                  <a:lnTo>
                    <a:pt x="2098517" y="2038096"/>
                  </a:lnTo>
                  <a:lnTo>
                    <a:pt x="2098704" y="2039730"/>
                  </a:lnTo>
                  <a:lnTo>
                    <a:pt x="2098890" y="2041256"/>
                  </a:lnTo>
                  <a:lnTo>
                    <a:pt x="2099077" y="2042940"/>
                  </a:lnTo>
                  <a:lnTo>
                    <a:pt x="2099264" y="2045052"/>
                  </a:lnTo>
                  <a:lnTo>
                    <a:pt x="2099451" y="2047421"/>
                  </a:lnTo>
                  <a:lnTo>
                    <a:pt x="2099638" y="2050119"/>
                  </a:lnTo>
                  <a:lnTo>
                    <a:pt x="2099825" y="2052768"/>
                  </a:lnTo>
                  <a:lnTo>
                    <a:pt x="2100012" y="2054806"/>
                  </a:lnTo>
                  <a:lnTo>
                    <a:pt x="2100199" y="2056217"/>
                  </a:lnTo>
                  <a:lnTo>
                    <a:pt x="2100386" y="2057257"/>
                  </a:lnTo>
                  <a:lnTo>
                    <a:pt x="2100573" y="2058082"/>
                  </a:lnTo>
                  <a:lnTo>
                    <a:pt x="2100760" y="2058067"/>
                  </a:lnTo>
                  <a:lnTo>
                    <a:pt x="2100947" y="2058151"/>
                  </a:lnTo>
                  <a:lnTo>
                    <a:pt x="2101134" y="2058086"/>
                  </a:lnTo>
                  <a:lnTo>
                    <a:pt x="2101320" y="2058288"/>
                  </a:lnTo>
                  <a:lnTo>
                    <a:pt x="2101507" y="2058892"/>
                  </a:lnTo>
                  <a:lnTo>
                    <a:pt x="2101694" y="2059546"/>
                  </a:lnTo>
                  <a:lnTo>
                    <a:pt x="2101881" y="2059987"/>
                  </a:lnTo>
                  <a:lnTo>
                    <a:pt x="2102068" y="2060311"/>
                  </a:lnTo>
                  <a:lnTo>
                    <a:pt x="2102255" y="2060230"/>
                  </a:lnTo>
                  <a:lnTo>
                    <a:pt x="2102442" y="2060268"/>
                  </a:lnTo>
                  <a:lnTo>
                    <a:pt x="2102629" y="2060800"/>
                  </a:lnTo>
                  <a:lnTo>
                    <a:pt x="2102816" y="2061785"/>
                  </a:lnTo>
                  <a:lnTo>
                    <a:pt x="2103003" y="2063192"/>
                  </a:lnTo>
                  <a:lnTo>
                    <a:pt x="2103190" y="2064818"/>
                  </a:lnTo>
                  <a:lnTo>
                    <a:pt x="2103377" y="2066435"/>
                  </a:lnTo>
                  <a:lnTo>
                    <a:pt x="2103564" y="2067893"/>
                  </a:lnTo>
                  <a:lnTo>
                    <a:pt x="2103750" y="2069263"/>
                  </a:lnTo>
                  <a:lnTo>
                    <a:pt x="2103937" y="2070754"/>
                  </a:lnTo>
                  <a:lnTo>
                    <a:pt x="2104124" y="2072155"/>
                  </a:lnTo>
                  <a:lnTo>
                    <a:pt x="2104311" y="2073360"/>
                  </a:lnTo>
                  <a:lnTo>
                    <a:pt x="2104498" y="2073582"/>
                  </a:lnTo>
                  <a:lnTo>
                    <a:pt x="2104685" y="2073326"/>
                  </a:lnTo>
                  <a:lnTo>
                    <a:pt x="2104872" y="2073073"/>
                  </a:lnTo>
                  <a:lnTo>
                    <a:pt x="2105059" y="2072872"/>
                  </a:lnTo>
                  <a:lnTo>
                    <a:pt x="2105246" y="2072896"/>
                  </a:lnTo>
                  <a:lnTo>
                    <a:pt x="2105433" y="2072734"/>
                  </a:lnTo>
                  <a:lnTo>
                    <a:pt x="2105620" y="2072345"/>
                  </a:lnTo>
                  <a:lnTo>
                    <a:pt x="2105807" y="2071717"/>
                  </a:lnTo>
                  <a:lnTo>
                    <a:pt x="2105993" y="2070722"/>
                  </a:lnTo>
                  <a:lnTo>
                    <a:pt x="2106180" y="2069815"/>
                  </a:lnTo>
                  <a:lnTo>
                    <a:pt x="2106367" y="2069229"/>
                  </a:lnTo>
                  <a:lnTo>
                    <a:pt x="2106554" y="2068732"/>
                  </a:lnTo>
                  <a:lnTo>
                    <a:pt x="2106741" y="2068112"/>
                  </a:lnTo>
                  <a:lnTo>
                    <a:pt x="2106928" y="2067438"/>
                  </a:lnTo>
                  <a:lnTo>
                    <a:pt x="2107115" y="2066795"/>
                  </a:lnTo>
                  <a:lnTo>
                    <a:pt x="2107302" y="2066684"/>
                  </a:lnTo>
                  <a:lnTo>
                    <a:pt x="2107489" y="2067567"/>
                  </a:lnTo>
                  <a:lnTo>
                    <a:pt x="2107676" y="2068144"/>
                  </a:lnTo>
                  <a:lnTo>
                    <a:pt x="2107863" y="2069564"/>
                  </a:lnTo>
                  <a:lnTo>
                    <a:pt x="2108050" y="2071173"/>
                  </a:lnTo>
                  <a:lnTo>
                    <a:pt x="2108237" y="2073096"/>
                  </a:lnTo>
                  <a:lnTo>
                    <a:pt x="2108423" y="2075225"/>
                  </a:lnTo>
                  <a:lnTo>
                    <a:pt x="2108610" y="2077766"/>
                  </a:lnTo>
                  <a:lnTo>
                    <a:pt x="2108797" y="2080795"/>
                  </a:lnTo>
                  <a:lnTo>
                    <a:pt x="2108984" y="2083823"/>
                  </a:lnTo>
                  <a:lnTo>
                    <a:pt x="2109171" y="2086546"/>
                  </a:lnTo>
                  <a:lnTo>
                    <a:pt x="2109358" y="2088617"/>
                  </a:lnTo>
                  <a:lnTo>
                    <a:pt x="2109545" y="2090713"/>
                  </a:lnTo>
                  <a:lnTo>
                    <a:pt x="2109732" y="2093519"/>
                  </a:lnTo>
                  <a:lnTo>
                    <a:pt x="2109919" y="2096853"/>
                  </a:lnTo>
                  <a:lnTo>
                    <a:pt x="2110106" y="2100516"/>
                  </a:lnTo>
                  <a:lnTo>
                    <a:pt x="2110293" y="2104230"/>
                  </a:lnTo>
                  <a:lnTo>
                    <a:pt x="2110480" y="2107852"/>
                  </a:lnTo>
                  <a:lnTo>
                    <a:pt x="2110667" y="2110724"/>
                  </a:lnTo>
                  <a:lnTo>
                    <a:pt x="2110853" y="2113414"/>
                  </a:lnTo>
                  <a:lnTo>
                    <a:pt x="2111040" y="2115964"/>
                  </a:lnTo>
                  <a:lnTo>
                    <a:pt x="2111227" y="2118307"/>
                  </a:lnTo>
                  <a:lnTo>
                    <a:pt x="2111414" y="2120230"/>
                  </a:lnTo>
                  <a:lnTo>
                    <a:pt x="2111601" y="2121889"/>
                  </a:lnTo>
                  <a:lnTo>
                    <a:pt x="2111788" y="2123811"/>
                  </a:lnTo>
                  <a:lnTo>
                    <a:pt x="2111975" y="2126180"/>
                  </a:lnTo>
                  <a:lnTo>
                    <a:pt x="2112162" y="2129068"/>
                  </a:lnTo>
                  <a:lnTo>
                    <a:pt x="2112349" y="2132080"/>
                  </a:lnTo>
                  <a:lnTo>
                    <a:pt x="2112536" y="2134555"/>
                  </a:lnTo>
                  <a:lnTo>
                    <a:pt x="2112723" y="2136544"/>
                  </a:lnTo>
                  <a:lnTo>
                    <a:pt x="2112910" y="2138368"/>
                  </a:lnTo>
                  <a:lnTo>
                    <a:pt x="2113096" y="2140018"/>
                  </a:lnTo>
                  <a:lnTo>
                    <a:pt x="2113283" y="2141809"/>
                  </a:lnTo>
                  <a:lnTo>
                    <a:pt x="2113470" y="2143789"/>
                  </a:lnTo>
                  <a:lnTo>
                    <a:pt x="2113657" y="2146034"/>
                  </a:lnTo>
                  <a:lnTo>
                    <a:pt x="2113844" y="2148163"/>
                  </a:lnTo>
                  <a:lnTo>
                    <a:pt x="2114031" y="2150415"/>
                  </a:lnTo>
                  <a:lnTo>
                    <a:pt x="2114218" y="2153171"/>
                  </a:lnTo>
                  <a:lnTo>
                    <a:pt x="2114405" y="2155961"/>
                  </a:lnTo>
                  <a:lnTo>
                    <a:pt x="2114592" y="2158453"/>
                  </a:lnTo>
                  <a:lnTo>
                    <a:pt x="2114779" y="2160846"/>
                  </a:lnTo>
                  <a:lnTo>
                    <a:pt x="2114966" y="2163156"/>
                  </a:lnTo>
                  <a:lnTo>
                    <a:pt x="2115153" y="2165310"/>
                  </a:lnTo>
                  <a:lnTo>
                    <a:pt x="2115340" y="2167447"/>
                  </a:lnTo>
                  <a:lnTo>
                    <a:pt x="2115526" y="2169692"/>
                  </a:lnTo>
                  <a:lnTo>
                    <a:pt x="2115713" y="2171920"/>
                  </a:lnTo>
                  <a:lnTo>
                    <a:pt x="2115900" y="2174065"/>
                  </a:lnTo>
                  <a:lnTo>
                    <a:pt x="2116087" y="2176636"/>
                  </a:lnTo>
                  <a:lnTo>
                    <a:pt x="2116274" y="2179216"/>
                  </a:lnTo>
                  <a:lnTo>
                    <a:pt x="2116461" y="2181579"/>
                  </a:lnTo>
                  <a:lnTo>
                    <a:pt x="2116648" y="2183615"/>
                  </a:lnTo>
                  <a:lnTo>
                    <a:pt x="2116835" y="2185460"/>
                  </a:lnTo>
                  <a:lnTo>
                    <a:pt x="2117022" y="2187090"/>
                  </a:lnTo>
                  <a:lnTo>
                    <a:pt x="2117209" y="2188729"/>
                  </a:lnTo>
                  <a:lnTo>
                    <a:pt x="2117396" y="2190483"/>
                  </a:lnTo>
                  <a:lnTo>
                    <a:pt x="2117583" y="2192122"/>
                  </a:lnTo>
                  <a:lnTo>
                    <a:pt x="2117769" y="2193761"/>
                  </a:lnTo>
                  <a:lnTo>
                    <a:pt x="2117956" y="2195310"/>
                  </a:lnTo>
                  <a:lnTo>
                    <a:pt x="2118143" y="2196590"/>
                  </a:lnTo>
                  <a:lnTo>
                    <a:pt x="2118330" y="2197738"/>
                  </a:lnTo>
                  <a:lnTo>
                    <a:pt x="2118517" y="2198671"/>
                  </a:lnTo>
                  <a:lnTo>
                    <a:pt x="2118704" y="2199827"/>
                  </a:lnTo>
                  <a:lnTo>
                    <a:pt x="2118891" y="2201149"/>
                  </a:lnTo>
                  <a:lnTo>
                    <a:pt x="2119078" y="2202262"/>
                  </a:lnTo>
                  <a:lnTo>
                    <a:pt x="2119265" y="2203433"/>
                  </a:lnTo>
                  <a:lnTo>
                    <a:pt x="2119452" y="2204689"/>
                  </a:lnTo>
                  <a:lnTo>
                    <a:pt x="2119639" y="2206256"/>
                  </a:lnTo>
                  <a:lnTo>
                    <a:pt x="2119826" y="2207780"/>
                  </a:lnTo>
                  <a:lnTo>
                    <a:pt x="2120013" y="2209681"/>
                  </a:lnTo>
                  <a:lnTo>
                    <a:pt x="2120199" y="2211679"/>
                  </a:lnTo>
                  <a:lnTo>
                    <a:pt x="2120386" y="2213814"/>
                  </a:lnTo>
                  <a:lnTo>
                    <a:pt x="2120573" y="2216008"/>
                  </a:lnTo>
                  <a:lnTo>
                    <a:pt x="2120760" y="2218195"/>
                  </a:lnTo>
                  <a:lnTo>
                    <a:pt x="2120947" y="2220522"/>
                  </a:lnTo>
                  <a:lnTo>
                    <a:pt x="2121134" y="2223043"/>
                  </a:lnTo>
                  <a:lnTo>
                    <a:pt x="2121321" y="2225899"/>
                  </a:lnTo>
                  <a:lnTo>
                    <a:pt x="2121508" y="2229141"/>
                  </a:lnTo>
                  <a:lnTo>
                    <a:pt x="2121695" y="2232079"/>
                  </a:lnTo>
                  <a:lnTo>
                    <a:pt x="2121882" y="2235024"/>
                  </a:lnTo>
                  <a:lnTo>
                    <a:pt x="2122069" y="2237600"/>
                  </a:lnTo>
                  <a:lnTo>
                    <a:pt x="2122256" y="2240088"/>
                  </a:lnTo>
                  <a:lnTo>
                    <a:pt x="2122443" y="2242449"/>
                  </a:lnTo>
                  <a:lnTo>
                    <a:pt x="2122629" y="2244742"/>
                  </a:lnTo>
                  <a:lnTo>
                    <a:pt x="2122816" y="2246676"/>
                  </a:lnTo>
                  <a:lnTo>
                    <a:pt x="2123003" y="2248432"/>
                  </a:lnTo>
                  <a:lnTo>
                    <a:pt x="2123190" y="2250117"/>
                  </a:lnTo>
                  <a:lnTo>
                    <a:pt x="2123377" y="2251952"/>
                  </a:lnTo>
                  <a:lnTo>
                    <a:pt x="2123564" y="2253870"/>
                  </a:lnTo>
                  <a:lnTo>
                    <a:pt x="2123751" y="2255661"/>
                  </a:lnTo>
                  <a:lnTo>
                    <a:pt x="2123938" y="2257389"/>
                  </a:lnTo>
                  <a:lnTo>
                    <a:pt x="2124125" y="2259033"/>
                  </a:lnTo>
                  <a:lnTo>
                    <a:pt x="2124312" y="2259944"/>
                  </a:lnTo>
                  <a:lnTo>
                    <a:pt x="2124499" y="2260576"/>
                  </a:lnTo>
                  <a:lnTo>
                    <a:pt x="2124686" y="2261475"/>
                  </a:lnTo>
                  <a:lnTo>
                    <a:pt x="2124872" y="2262544"/>
                  </a:lnTo>
                  <a:lnTo>
                    <a:pt x="2125059" y="2263621"/>
                  </a:lnTo>
                  <a:lnTo>
                    <a:pt x="2125246" y="2264657"/>
                  </a:lnTo>
                  <a:lnTo>
                    <a:pt x="2125433" y="2265623"/>
                  </a:lnTo>
                  <a:lnTo>
                    <a:pt x="2125620" y="2266315"/>
                  </a:lnTo>
                  <a:lnTo>
                    <a:pt x="2125807" y="2266629"/>
                  </a:lnTo>
                  <a:lnTo>
                    <a:pt x="2125994" y="2266785"/>
                  </a:lnTo>
                  <a:lnTo>
                    <a:pt x="2126181" y="2266785"/>
                  </a:lnTo>
                  <a:lnTo>
                    <a:pt x="2126368" y="2266893"/>
                  </a:lnTo>
                  <a:lnTo>
                    <a:pt x="2126555" y="2267396"/>
                  </a:lnTo>
                  <a:lnTo>
                    <a:pt x="2126742" y="2268007"/>
                  </a:lnTo>
                  <a:lnTo>
                    <a:pt x="2126929" y="2268535"/>
                  </a:lnTo>
                  <a:lnTo>
                    <a:pt x="2127116" y="2269470"/>
                  </a:lnTo>
                  <a:lnTo>
                    <a:pt x="2127302" y="2270501"/>
                  </a:lnTo>
                  <a:lnTo>
                    <a:pt x="2127489" y="2271508"/>
                  </a:lnTo>
                  <a:lnTo>
                    <a:pt x="2127676" y="2272415"/>
                  </a:lnTo>
                  <a:lnTo>
                    <a:pt x="2127863" y="2273313"/>
                  </a:lnTo>
                  <a:lnTo>
                    <a:pt x="2128050" y="2274097"/>
                  </a:lnTo>
                  <a:lnTo>
                    <a:pt x="2128237" y="2274996"/>
                  </a:lnTo>
                  <a:lnTo>
                    <a:pt x="2128424" y="2275837"/>
                  </a:lnTo>
                  <a:lnTo>
                    <a:pt x="2128611" y="2276636"/>
                  </a:lnTo>
                  <a:lnTo>
                    <a:pt x="2128798" y="2277450"/>
                  </a:lnTo>
                  <a:lnTo>
                    <a:pt x="2128985" y="2278132"/>
                  </a:lnTo>
                  <a:lnTo>
                    <a:pt x="2129172" y="2278505"/>
                  </a:lnTo>
                  <a:lnTo>
                    <a:pt x="2129359" y="2278403"/>
                  </a:lnTo>
                  <a:lnTo>
                    <a:pt x="2129546" y="2277909"/>
                  </a:lnTo>
                  <a:lnTo>
                    <a:pt x="2129732" y="2277159"/>
                  </a:lnTo>
                  <a:lnTo>
                    <a:pt x="2129919" y="2276520"/>
                  </a:lnTo>
                  <a:lnTo>
                    <a:pt x="2130106" y="2275859"/>
                  </a:lnTo>
                  <a:lnTo>
                    <a:pt x="2130293" y="2275133"/>
                  </a:lnTo>
                  <a:lnTo>
                    <a:pt x="2130480" y="2273573"/>
                  </a:lnTo>
                  <a:lnTo>
                    <a:pt x="2130667" y="2271461"/>
                  </a:lnTo>
                  <a:lnTo>
                    <a:pt x="2130854" y="2269241"/>
                  </a:lnTo>
                  <a:lnTo>
                    <a:pt x="2131041" y="2267129"/>
                  </a:lnTo>
                  <a:lnTo>
                    <a:pt x="2131228" y="2265255"/>
                  </a:lnTo>
                  <a:lnTo>
                    <a:pt x="2131415" y="2263597"/>
                  </a:lnTo>
                  <a:lnTo>
                    <a:pt x="2131602" y="2262037"/>
                  </a:lnTo>
                  <a:lnTo>
                    <a:pt x="2131789" y="2260684"/>
                  </a:lnTo>
                  <a:lnTo>
                    <a:pt x="2131975" y="2259652"/>
                  </a:lnTo>
                  <a:lnTo>
                    <a:pt x="2132162" y="2258893"/>
                  </a:lnTo>
                  <a:lnTo>
                    <a:pt x="2132349" y="2258390"/>
                  </a:lnTo>
                  <a:lnTo>
                    <a:pt x="2132536" y="2258035"/>
                  </a:lnTo>
                  <a:lnTo>
                    <a:pt x="2132723" y="2257565"/>
                  </a:lnTo>
                  <a:lnTo>
                    <a:pt x="2132910" y="2257718"/>
                  </a:lnTo>
                  <a:lnTo>
                    <a:pt x="2133097" y="2257882"/>
                  </a:lnTo>
                  <a:lnTo>
                    <a:pt x="2133284" y="2258290"/>
                  </a:lnTo>
                  <a:lnTo>
                    <a:pt x="2133471" y="2259134"/>
                  </a:lnTo>
                  <a:lnTo>
                    <a:pt x="2133658" y="2260269"/>
                  </a:lnTo>
                  <a:lnTo>
                    <a:pt x="2133845" y="2261526"/>
                  </a:lnTo>
                  <a:lnTo>
                    <a:pt x="2134032" y="2262725"/>
                  </a:lnTo>
                  <a:lnTo>
                    <a:pt x="2134219" y="2263833"/>
                  </a:lnTo>
                  <a:lnTo>
                    <a:pt x="2134405" y="2264969"/>
                  </a:lnTo>
                  <a:lnTo>
                    <a:pt x="2134592" y="2266211"/>
                  </a:lnTo>
                  <a:lnTo>
                    <a:pt x="2134779" y="2267691"/>
                  </a:lnTo>
                  <a:lnTo>
                    <a:pt x="2134966" y="2269304"/>
                  </a:lnTo>
                  <a:lnTo>
                    <a:pt x="2135153" y="2271148"/>
                  </a:lnTo>
                  <a:lnTo>
                    <a:pt x="2135340" y="2272992"/>
                  </a:lnTo>
                  <a:lnTo>
                    <a:pt x="2135527" y="2274836"/>
                  </a:lnTo>
                  <a:lnTo>
                    <a:pt x="2135714" y="2276620"/>
                  </a:lnTo>
                  <a:lnTo>
                    <a:pt x="2135901" y="2278533"/>
                  </a:lnTo>
                  <a:lnTo>
                    <a:pt x="2136088" y="2280464"/>
                  </a:lnTo>
                  <a:lnTo>
                    <a:pt x="2136275" y="2282445"/>
                  </a:lnTo>
                  <a:lnTo>
                    <a:pt x="2136462" y="2284326"/>
                  </a:lnTo>
                  <a:lnTo>
                    <a:pt x="2136648" y="2285960"/>
                  </a:lnTo>
                  <a:lnTo>
                    <a:pt x="2136835" y="2287445"/>
                  </a:lnTo>
                  <a:lnTo>
                    <a:pt x="2137022" y="2288807"/>
                  </a:lnTo>
                  <a:lnTo>
                    <a:pt x="2137209" y="2290061"/>
                  </a:lnTo>
                  <a:lnTo>
                    <a:pt x="2137396" y="2291315"/>
                  </a:lnTo>
                  <a:lnTo>
                    <a:pt x="2137583" y="2292380"/>
                  </a:lnTo>
                  <a:lnTo>
                    <a:pt x="2137770" y="2293114"/>
                  </a:lnTo>
                  <a:lnTo>
                    <a:pt x="2137957" y="2293213"/>
                  </a:lnTo>
                  <a:lnTo>
                    <a:pt x="2138144" y="2293213"/>
                  </a:lnTo>
                  <a:lnTo>
                    <a:pt x="2138331" y="2292999"/>
                  </a:lnTo>
                  <a:lnTo>
                    <a:pt x="2138518" y="2292322"/>
                  </a:lnTo>
                  <a:lnTo>
                    <a:pt x="2138705" y="2291522"/>
                  </a:lnTo>
                  <a:lnTo>
                    <a:pt x="2138892" y="2290424"/>
                  </a:lnTo>
                  <a:lnTo>
                    <a:pt x="2139078" y="2289277"/>
                  </a:lnTo>
                  <a:lnTo>
                    <a:pt x="2139265" y="2288287"/>
                  </a:lnTo>
                  <a:lnTo>
                    <a:pt x="2139452" y="2287470"/>
                  </a:lnTo>
                  <a:lnTo>
                    <a:pt x="2139639" y="2286901"/>
                  </a:lnTo>
                  <a:lnTo>
                    <a:pt x="2139826" y="2286265"/>
                  </a:lnTo>
                  <a:lnTo>
                    <a:pt x="2140013" y="2285399"/>
                  </a:lnTo>
                  <a:lnTo>
                    <a:pt x="2140200" y="2284293"/>
                  </a:lnTo>
                  <a:lnTo>
                    <a:pt x="2140387" y="2282890"/>
                  </a:lnTo>
                  <a:lnTo>
                    <a:pt x="2140574" y="2281578"/>
                  </a:lnTo>
                  <a:lnTo>
                    <a:pt x="2140761" y="2280456"/>
                  </a:lnTo>
                  <a:lnTo>
                    <a:pt x="2140948" y="2279614"/>
                  </a:lnTo>
                  <a:lnTo>
                    <a:pt x="2141135" y="2279004"/>
                  </a:lnTo>
                  <a:lnTo>
                    <a:pt x="2141322" y="2278921"/>
                  </a:lnTo>
                  <a:lnTo>
                    <a:pt x="2141508" y="2278921"/>
                  </a:lnTo>
                  <a:lnTo>
                    <a:pt x="2141695" y="2279202"/>
                  </a:lnTo>
                  <a:lnTo>
                    <a:pt x="2141882" y="2280324"/>
                  </a:lnTo>
                  <a:lnTo>
                    <a:pt x="2142069" y="2281521"/>
                  </a:lnTo>
                  <a:lnTo>
                    <a:pt x="2142256" y="2282750"/>
                  </a:lnTo>
                  <a:lnTo>
                    <a:pt x="2142443" y="2283771"/>
                  </a:lnTo>
                  <a:lnTo>
                    <a:pt x="2142630" y="2284421"/>
                  </a:lnTo>
                  <a:lnTo>
                    <a:pt x="2142817" y="2284813"/>
                  </a:lnTo>
                  <a:lnTo>
                    <a:pt x="2143004" y="2285206"/>
                  </a:lnTo>
                  <a:lnTo>
                    <a:pt x="2143191" y="2285637"/>
                  </a:lnTo>
                  <a:lnTo>
                    <a:pt x="2143378" y="2286352"/>
                  </a:lnTo>
                  <a:lnTo>
                    <a:pt x="2143565" y="2287169"/>
                  </a:lnTo>
                  <a:lnTo>
                    <a:pt x="2143751" y="2287710"/>
                  </a:lnTo>
                  <a:lnTo>
                    <a:pt x="2143938" y="2288024"/>
                  </a:lnTo>
                  <a:lnTo>
                    <a:pt x="2144125" y="2287957"/>
                  </a:lnTo>
                  <a:lnTo>
                    <a:pt x="2144312" y="2287477"/>
                  </a:lnTo>
                  <a:lnTo>
                    <a:pt x="2144499" y="2286682"/>
                  </a:lnTo>
                  <a:lnTo>
                    <a:pt x="2144686" y="2285397"/>
                  </a:lnTo>
                  <a:lnTo>
                    <a:pt x="2144873" y="2283552"/>
                  </a:lnTo>
                  <a:lnTo>
                    <a:pt x="2145060" y="2280713"/>
                  </a:lnTo>
                  <a:lnTo>
                    <a:pt x="2145247" y="2277528"/>
                  </a:lnTo>
                  <a:lnTo>
                    <a:pt x="2145434" y="2274376"/>
                  </a:lnTo>
                  <a:lnTo>
                    <a:pt x="2145621" y="2271520"/>
                  </a:lnTo>
                  <a:lnTo>
                    <a:pt x="2145808" y="2268574"/>
                  </a:lnTo>
                  <a:lnTo>
                    <a:pt x="2145995" y="2265794"/>
                  </a:lnTo>
                  <a:lnTo>
                    <a:pt x="2146181" y="2262674"/>
                  </a:lnTo>
                  <a:lnTo>
                    <a:pt x="2146368" y="2259704"/>
                  </a:lnTo>
                  <a:lnTo>
                    <a:pt x="2146555" y="2258378"/>
                  </a:lnTo>
                  <a:lnTo>
                    <a:pt x="2146742" y="2257794"/>
                  </a:lnTo>
                  <a:lnTo>
                    <a:pt x="2146929" y="2257456"/>
                  </a:lnTo>
                  <a:lnTo>
                    <a:pt x="2147116" y="2258225"/>
                  </a:lnTo>
                  <a:lnTo>
                    <a:pt x="2147303" y="2259003"/>
                  </a:lnTo>
                  <a:lnTo>
                    <a:pt x="2147490" y="2259742"/>
                  </a:lnTo>
                  <a:lnTo>
                    <a:pt x="2147677" y="2260677"/>
                  </a:lnTo>
                  <a:lnTo>
                    <a:pt x="2147864" y="2261265"/>
                  </a:lnTo>
                  <a:lnTo>
                    <a:pt x="2148051" y="2262367"/>
                  </a:lnTo>
                  <a:lnTo>
                    <a:pt x="2148238" y="2263819"/>
                  </a:lnTo>
                  <a:lnTo>
                    <a:pt x="2148425" y="2265175"/>
                  </a:lnTo>
                  <a:lnTo>
                    <a:pt x="2148611" y="2266369"/>
                  </a:lnTo>
                  <a:lnTo>
                    <a:pt x="2148798" y="2267447"/>
                  </a:lnTo>
                  <a:lnTo>
                    <a:pt x="2148985" y="2268730"/>
                  </a:lnTo>
                  <a:lnTo>
                    <a:pt x="2149172" y="2269912"/>
                  </a:lnTo>
                  <a:lnTo>
                    <a:pt x="2149359" y="2270732"/>
                  </a:lnTo>
                  <a:lnTo>
                    <a:pt x="2149546" y="2271103"/>
                  </a:lnTo>
                  <a:lnTo>
                    <a:pt x="2149733" y="2270963"/>
                  </a:lnTo>
                  <a:lnTo>
                    <a:pt x="2149920" y="2270588"/>
                  </a:lnTo>
                  <a:lnTo>
                    <a:pt x="2150107" y="2270152"/>
                  </a:lnTo>
                  <a:lnTo>
                    <a:pt x="2150294" y="2268708"/>
                  </a:lnTo>
                  <a:lnTo>
                    <a:pt x="2150481" y="2267289"/>
                  </a:lnTo>
                  <a:lnTo>
                    <a:pt x="2150668" y="2265754"/>
                  </a:lnTo>
                  <a:lnTo>
                    <a:pt x="2150854" y="2263509"/>
                  </a:lnTo>
                  <a:lnTo>
                    <a:pt x="2151041" y="2261199"/>
                  </a:lnTo>
                  <a:lnTo>
                    <a:pt x="2151228" y="2259317"/>
                  </a:lnTo>
                  <a:lnTo>
                    <a:pt x="2151415" y="2257980"/>
                  </a:lnTo>
                  <a:lnTo>
                    <a:pt x="2151602" y="2256916"/>
                  </a:lnTo>
                  <a:lnTo>
                    <a:pt x="2151789" y="2255785"/>
                  </a:lnTo>
                  <a:lnTo>
                    <a:pt x="2151976" y="2254572"/>
                  </a:lnTo>
                  <a:lnTo>
                    <a:pt x="2152163" y="2253244"/>
                  </a:lnTo>
                  <a:lnTo>
                    <a:pt x="2152350" y="2252201"/>
                  </a:lnTo>
                  <a:lnTo>
                    <a:pt x="2152537" y="2251209"/>
                  </a:lnTo>
                  <a:lnTo>
                    <a:pt x="2152724" y="2250265"/>
                  </a:lnTo>
                  <a:lnTo>
                    <a:pt x="2152911" y="2249253"/>
                  </a:lnTo>
                  <a:lnTo>
                    <a:pt x="2153098" y="2248356"/>
                  </a:lnTo>
                  <a:lnTo>
                    <a:pt x="2153284" y="2247489"/>
                  </a:lnTo>
                  <a:lnTo>
                    <a:pt x="2153471" y="2246382"/>
                  </a:lnTo>
                  <a:lnTo>
                    <a:pt x="2153658" y="2245510"/>
                  </a:lnTo>
                  <a:lnTo>
                    <a:pt x="2153845" y="2244464"/>
                  </a:lnTo>
                  <a:lnTo>
                    <a:pt x="2154032" y="2243392"/>
                  </a:lnTo>
                  <a:lnTo>
                    <a:pt x="2154219" y="2242380"/>
                  </a:lnTo>
                  <a:lnTo>
                    <a:pt x="2154406" y="2241369"/>
                  </a:lnTo>
                  <a:lnTo>
                    <a:pt x="2154593" y="2240237"/>
                  </a:lnTo>
                  <a:lnTo>
                    <a:pt x="2154780" y="2239220"/>
                  </a:lnTo>
                  <a:lnTo>
                    <a:pt x="2154967" y="2238221"/>
                  </a:lnTo>
                  <a:lnTo>
                    <a:pt x="2155154" y="2237406"/>
                  </a:lnTo>
                  <a:lnTo>
                    <a:pt x="2155341" y="2236681"/>
                  </a:lnTo>
                  <a:lnTo>
                    <a:pt x="2155527" y="2235937"/>
                  </a:lnTo>
                  <a:lnTo>
                    <a:pt x="2155714" y="2234806"/>
                  </a:lnTo>
                  <a:lnTo>
                    <a:pt x="2155901" y="2233981"/>
                  </a:lnTo>
                  <a:lnTo>
                    <a:pt x="2156088" y="2233039"/>
                  </a:lnTo>
                  <a:lnTo>
                    <a:pt x="2156275" y="2231882"/>
                  </a:lnTo>
                  <a:lnTo>
                    <a:pt x="2156462" y="2230522"/>
                  </a:lnTo>
                  <a:lnTo>
                    <a:pt x="2156649" y="2229343"/>
                  </a:lnTo>
                  <a:lnTo>
                    <a:pt x="2156836" y="2228383"/>
                  </a:lnTo>
                  <a:lnTo>
                    <a:pt x="2157023" y="2227477"/>
                  </a:lnTo>
                  <a:lnTo>
                    <a:pt x="2157210" y="2226580"/>
                  </a:lnTo>
                  <a:lnTo>
                    <a:pt x="2157397" y="2225842"/>
                  </a:lnTo>
                  <a:lnTo>
                    <a:pt x="2157584" y="2224769"/>
                  </a:lnTo>
                  <a:lnTo>
                    <a:pt x="2157771" y="2223508"/>
                  </a:lnTo>
                  <a:lnTo>
                    <a:pt x="2157957" y="2222634"/>
                  </a:lnTo>
                  <a:lnTo>
                    <a:pt x="2158144" y="2221596"/>
                  </a:lnTo>
                  <a:lnTo>
                    <a:pt x="2158331" y="2220529"/>
                  </a:lnTo>
                  <a:lnTo>
                    <a:pt x="2158518" y="2219408"/>
                  </a:lnTo>
                  <a:lnTo>
                    <a:pt x="2158705" y="2218325"/>
                  </a:lnTo>
                  <a:lnTo>
                    <a:pt x="2158892" y="2217513"/>
                  </a:lnTo>
                  <a:lnTo>
                    <a:pt x="2159079" y="2216995"/>
                  </a:lnTo>
                  <a:lnTo>
                    <a:pt x="2159266" y="2216442"/>
                  </a:lnTo>
                  <a:lnTo>
                    <a:pt x="2159453" y="2215970"/>
                  </a:lnTo>
                  <a:lnTo>
                    <a:pt x="2159640" y="2215306"/>
                  </a:lnTo>
                  <a:lnTo>
                    <a:pt x="2159827" y="2214186"/>
                  </a:lnTo>
                  <a:lnTo>
                    <a:pt x="2160014" y="2212903"/>
                  </a:lnTo>
                  <a:lnTo>
                    <a:pt x="2160201" y="2211416"/>
                  </a:lnTo>
                  <a:lnTo>
                    <a:pt x="2160387" y="2210102"/>
                  </a:lnTo>
                  <a:lnTo>
                    <a:pt x="2160574" y="2208724"/>
                  </a:lnTo>
                  <a:lnTo>
                    <a:pt x="2160761" y="2207396"/>
                  </a:lnTo>
                  <a:lnTo>
                    <a:pt x="2160948" y="2206091"/>
                  </a:lnTo>
                  <a:lnTo>
                    <a:pt x="2161135" y="2204127"/>
                  </a:lnTo>
                  <a:lnTo>
                    <a:pt x="2161322" y="2202118"/>
                  </a:lnTo>
                  <a:lnTo>
                    <a:pt x="2161509" y="2199962"/>
                  </a:lnTo>
                  <a:lnTo>
                    <a:pt x="2161696" y="2197797"/>
                  </a:lnTo>
                  <a:lnTo>
                    <a:pt x="2161883" y="2195870"/>
                  </a:lnTo>
                  <a:lnTo>
                    <a:pt x="2162070" y="2194187"/>
                  </a:lnTo>
                  <a:lnTo>
                    <a:pt x="2162257" y="2192590"/>
                  </a:lnTo>
                  <a:lnTo>
                    <a:pt x="2162444" y="2191034"/>
                  </a:lnTo>
                  <a:lnTo>
                    <a:pt x="2162630" y="2189833"/>
                  </a:lnTo>
                  <a:lnTo>
                    <a:pt x="2162817" y="2188768"/>
                  </a:lnTo>
                  <a:lnTo>
                    <a:pt x="2163004" y="2188109"/>
                  </a:lnTo>
                  <a:lnTo>
                    <a:pt x="2163191" y="2187993"/>
                  </a:lnTo>
                  <a:lnTo>
                    <a:pt x="2163378" y="2188307"/>
                  </a:lnTo>
                  <a:lnTo>
                    <a:pt x="2163565" y="2188802"/>
                  </a:lnTo>
                  <a:lnTo>
                    <a:pt x="2163752" y="2189355"/>
                  </a:lnTo>
                  <a:lnTo>
                    <a:pt x="2163939" y="2189949"/>
                  </a:lnTo>
                  <a:lnTo>
                    <a:pt x="2164126" y="2190774"/>
                  </a:lnTo>
                  <a:lnTo>
                    <a:pt x="2164313" y="2191599"/>
                  </a:lnTo>
                  <a:lnTo>
                    <a:pt x="2164500" y="2191984"/>
                  </a:lnTo>
                  <a:lnTo>
                    <a:pt x="2164687" y="2192241"/>
                  </a:lnTo>
                  <a:lnTo>
                    <a:pt x="2164874" y="2192307"/>
                  </a:lnTo>
                  <a:lnTo>
                    <a:pt x="2165060" y="2192258"/>
                  </a:lnTo>
                  <a:lnTo>
                    <a:pt x="2165247" y="2192350"/>
                  </a:lnTo>
                  <a:lnTo>
                    <a:pt x="2165434" y="2192556"/>
                  </a:lnTo>
                  <a:lnTo>
                    <a:pt x="2165621" y="2192648"/>
                  </a:lnTo>
                  <a:lnTo>
                    <a:pt x="2165808" y="2192764"/>
                  </a:lnTo>
                  <a:lnTo>
                    <a:pt x="2165995" y="2192897"/>
                  </a:lnTo>
                  <a:lnTo>
                    <a:pt x="2166182" y="2193073"/>
                  </a:lnTo>
                  <a:lnTo>
                    <a:pt x="2166369" y="2193382"/>
                  </a:lnTo>
                  <a:lnTo>
                    <a:pt x="2166556" y="2193759"/>
                  </a:lnTo>
                  <a:lnTo>
                    <a:pt x="2166743" y="2194208"/>
                  </a:lnTo>
                  <a:lnTo>
                    <a:pt x="2166930" y="2194669"/>
                  </a:lnTo>
                  <a:lnTo>
                    <a:pt x="2167117" y="2195089"/>
                  </a:lnTo>
                  <a:lnTo>
                    <a:pt x="2167304" y="2195538"/>
                  </a:lnTo>
                  <a:lnTo>
                    <a:pt x="2167490" y="2195927"/>
                  </a:lnTo>
                  <a:lnTo>
                    <a:pt x="2167677" y="2196199"/>
                  </a:lnTo>
                  <a:lnTo>
                    <a:pt x="2167864" y="2197099"/>
                  </a:lnTo>
                  <a:lnTo>
                    <a:pt x="2168051" y="2198345"/>
                  </a:lnTo>
                  <a:lnTo>
                    <a:pt x="2168238" y="2199574"/>
                  </a:lnTo>
                  <a:lnTo>
                    <a:pt x="2168425" y="2200894"/>
                  </a:lnTo>
                  <a:lnTo>
                    <a:pt x="2168612" y="2202182"/>
                  </a:lnTo>
                  <a:lnTo>
                    <a:pt x="2168799" y="2203337"/>
                  </a:lnTo>
                  <a:lnTo>
                    <a:pt x="2168986" y="2204608"/>
                  </a:lnTo>
                  <a:lnTo>
                    <a:pt x="2169173" y="2205796"/>
                  </a:lnTo>
                  <a:lnTo>
                    <a:pt x="2169360" y="2206827"/>
                  </a:lnTo>
                  <a:lnTo>
                    <a:pt x="2169547" y="2207677"/>
                  </a:lnTo>
                  <a:lnTo>
                    <a:pt x="2169733" y="2208271"/>
                  </a:lnTo>
                  <a:lnTo>
                    <a:pt x="2169920" y="2208791"/>
                  </a:lnTo>
                  <a:lnTo>
                    <a:pt x="2170107" y="2209286"/>
                  </a:lnTo>
                  <a:lnTo>
                    <a:pt x="2170294" y="2209174"/>
                  </a:lnTo>
                  <a:lnTo>
                    <a:pt x="2170481" y="2209300"/>
                  </a:lnTo>
                  <a:lnTo>
                    <a:pt x="2170668" y="2209453"/>
                  </a:lnTo>
                  <a:lnTo>
                    <a:pt x="2170855" y="2209475"/>
                  </a:lnTo>
                  <a:lnTo>
                    <a:pt x="2171042" y="2209429"/>
                  </a:lnTo>
                  <a:lnTo>
                    <a:pt x="2171229" y="2209311"/>
                  </a:lnTo>
                  <a:lnTo>
                    <a:pt x="2171416" y="2209193"/>
                  </a:lnTo>
                  <a:lnTo>
                    <a:pt x="2171603" y="2209059"/>
                  </a:lnTo>
                  <a:lnTo>
                    <a:pt x="2171790" y="2208607"/>
                  </a:lnTo>
                  <a:lnTo>
                    <a:pt x="2171977" y="2207927"/>
                  </a:lnTo>
                  <a:lnTo>
                    <a:pt x="2172163" y="2207172"/>
                  </a:lnTo>
                  <a:lnTo>
                    <a:pt x="2172350" y="2206319"/>
                  </a:lnTo>
                  <a:lnTo>
                    <a:pt x="2172537" y="2205424"/>
                  </a:lnTo>
                  <a:lnTo>
                    <a:pt x="2172724" y="2204570"/>
                  </a:lnTo>
                  <a:lnTo>
                    <a:pt x="2172911" y="2203717"/>
                  </a:lnTo>
                  <a:lnTo>
                    <a:pt x="2173098" y="2202989"/>
                  </a:lnTo>
                  <a:lnTo>
                    <a:pt x="2173285" y="2202206"/>
                  </a:lnTo>
                  <a:lnTo>
                    <a:pt x="2173472" y="2201636"/>
                  </a:lnTo>
                  <a:lnTo>
                    <a:pt x="2173659" y="2200976"/>
                  </a:lnTo>
                  <a:lnTo>
                    <a:pt x="2173846" y="2200316"/>
                  </a:lnTo>
                  <a:lnTo>
                    <a:pt x="2174033" y="2199656"/>
                  </a:lnTo>
                  <a:lnTo>
                    <a:pt x="2174220" y="2198996"/>
                  </a:lnTo>
                  <a:lnTo>
                    <a:pt x="2174406" y="2198402"/>
                  </a:lnTo>
                  <a:lnTo>
                    <a:pt x="2174593" y="2198072"/>
                  </a:lnTo>
                  <a:lnTo>
                    <a:pt x="2174780" y="2198194"/>
                  </a:lnTo>
                  <a:lnTo>
                    <a:pt x="2174967" y="2198531"/>
                  </a:lnTo>
                  <a:lnTo>
                    <a:pt x="2175154" y="2199162"/>
                  </a:lnTo>
                  <a:lnTo>
                    <a:pt x="2175341" y="2200315"/>
                  </a:lnTo>
                  <a:lnTo>
                    <a:pt x="2175528" y="2201739"/>
                  </a:lnTo>
                  <a:lnTo>
                    <a:pt x="2175715" y="2203378"/>
                  </a:lnTo>
                  <a:lnTo>
                    <a:pt x="2175902" y="2205602"/>
                  </a:lnTo>
                  <a:lnTo>
                    <a:pt x="2176089" y="2207851"/>
                  </a:lnTo>
                  <a:lnTo>
                    <a:pt x="2176276" y="2210101"/>
                  </a:lnTo>
                  <a:lnTo>
                    <a:pt x="2176463" y="2212350"/>
                  </a:lnTo>
                  <a:lnTo>
                    <a:pt x="2176650" y="2214599"/>
                  </a:lnTo>
                  <a:lnTo>
                    <a:pt x="2176836" y="2216922"/>
                  </a:lnTo>
                  <a:lnTo>
                    <a:pt x="2177023" y="2219146"/>
                  </a:lnTo>
                  <a:lnTo>
                    <a:pt x="2177210" y="2221481"/>
                  </a:lnTo>
                  <a:lnTo>
                    <a:pt x="2177397" y="2223763"/>
                  </a:lnTo>
                  <a:lnTo>
                    <a:pt x="2177584" y="2226118"/>
                  </a:lnTo>
                  <a:lnTo>
                    <a:pt x="2177771" y="2228698"/>
                  </a:lnTo>
                  <a:lnTo>
                    <a:pt x="2177958" y="2231024"/>
                  </a:lnTo>
                  <a:lnTo>
                    <a:pt x="2178145" y="2233341"/>
                  </a:lnTo>
                  <a:lnTo>
                    <a:pt x="2178332" y="2235494"/>
                  </a:lnTo>
                  <a:lnTo>
                    <a:pt x="2178519" y="2237398"/>
                  </a:lnTo>
                  <a:lnTo>
                    <a:pt x="2178706" y="2238703"/>
                  </a:lnTo>
                  <a:lnTo>
                    <a:pt x="2178893" y="2239968"/>
                  </a:lnTo>
                  <a:lnTo>
                    <a:pt x="2179080" y="2241182"/>
                  </a:lnTo>
                  <a:lnTo>
                    <a:pt x="2179266" y="2241572"/>
                  </a:lnTo>
                  <a:lnTo>
                    <a:pt x="2179453" y="2242042"/>
                  </a:lnTo>
                  <a:lnTo>
                    <a:pt x="2179640" y="2242567"/>
                  </a:lnTo>
                  <a:lnTo>
                    <a:pt x="2179827" y="2243086"/>
                  </a:lnTo>
                  <a:lnTo>
                    <a:pt x="2180014" y="2244005"/>
                  </a:lnTo>
                  <a:lnTo>
                    <a:pt x="2180201" y="2245043"/>
                  </a:lnTo>
                  <a:lnTo>
                    <a:pt x="2180388" y="2245977"/>
                  </a:lnTo>
                  <a:lnTo>
                    <a:pt x="2180575" y="2246715"/>
                  </a:lnTo>
                  <a:lnTo>
                    <a:pt x="2180762" y="2247666"/>
                  </a:lnTo>
                  <a:lnTo>
                    <a:pt x="2180949" y="2248316"/>
                  </a:lnTo>
                  <a:lnTo>
                    <a:pt x="2181136" y="2248953"/>
                  </a:lnTo>
                  <a:lnTo>
                    <a:pt x="2181323" y="2249886"/>
                  </a:lnTo>
                  <a:lnTo>
                    <a:pt x="2181509" y="2251312"/>
                  </a:lnTo>
                  <a:lnTo>
                    <a:pt x="2181696" y="2252806"/>
                  </a:lnTo>
                  <a:lnTo>
                    <a:pt x="2181883" y="2254459"/>
                  </a:lnTo>
                  <a:lnTo>
                    <a:pt x="2182070" y="2256664"/>
                  </a:lnTo>
                  <a:lnTo>
                    <a:pt x="2182257" y="2259257"/>
                  </a:lnTo>
                  <a:lnTo>
                    <a:pt x="2182444" y="2263005"/>
                  </a:lnTo>
                  <a:lnTo>
                    <a:pt x="2182631" y="2266972"/>
                  </a:lnTo>
                  <a:lnTo>
                    <a:pt x="2182818" y="2270897"/>
                  </a:lnTo>
                  <a:lnTo>
                    <a:pt x="2183005" y="2274558"/>
                  </a:lnTo>
                  <a:lnTo>
                    <a:pt x="2183192" y="2278449"/>
                  </a:lnTo>
                  <a:lnTo>
                    <a:pt x="2183379" y="2282237"/>
                  </a:lnTo>
                  <a:lnTo>
                    <a:pt x="2183566" y="2286126"/>
                  </a:lnTo>
                  <a:lnTo>
                    <a:pt x="2183753" y="2289867"/>
                  </a:lnTo>
                  <a:lnTo>
                    <a:pt x="2183939" y="2292105"/>
                  </a:lnTo>
                  <a:lnTo>
                    <a:pt x="2184126" y="2294147"/>
                  </a:lnTo>
                  <a:lnTo>
                    <a:pt x="2184313" y="2295999"/>
                  </a:lnTo>
                  <a:lnTo>
                    <a:pt x="2184500" y="2296968"/>
                  </a:lnTo>
                  <a:lnTo>
                    <a:pt x="2184687" y="2297921"/>
                  </a:lnTo>
                  <a:lnTo>
                    <a:pt x="2184874" y="2298863"/>
                  </a:lnTo>
                  <a:lnTo>
                    <a:pt x="2185061" y="2299633"/>
                  </a:lnTo>
                  <a:lnTo>
                    <a:pt x="2185248" y="2300255"/>
                  </a:lnTo>
                  <a:lnTo>
                    <a:pt x="2185435" y="2300662"/>
                  </a:lnTo>
                  <a:lnTo>
                    <a:pt x="2185622" y="2300815"/>
                  </a:lnTo>
                  <a:lnTo>
                    <a:pt x="2185809" y="2301063"/>
                  </a:lnTo>
                  <a:lnTo>
                    <a:pt x="2185996" y="2301623"/>
                  </a:lnTo>
                  <a:lnTo>
                    <a:pt x="2186183" y="2302405"/>
                  </a:lnTo>
                  <a:lnTo>
                    <a:pt x="2186369" y="2303125"/>
                  </a:lnTo>
                  <a:lnTo>
                    <a:pt x="2186556" y="2303849"/>
                  </a:lnTo>
                  <a:lnTo>
                    <a:pt x="2186743" y="2304958"/>
                  </a:lnTo>
                  <a:lnTo>
                    <a:pt x="2186930" y="2306113"/>
                  </a:lnTo>
                  <a:lnTo>
                    <a:pt x="2187117" y="2307537"/>
                  </a:lnTo>
                  <a:lnTo>
                    <a:pt x="2187304" y="2308580"/>
                  </a:lnTo>
                  <a:lnTo>
                    <a:pt x="2187491" y="2309676"/>
                  </a:lnTo>
                  <a:lnTo>
                    <a:pt x="2187678" y="2311781"/>
                  </a:lnTo>
                  <a:lnTo>
                    <a:pt x="2187865" y="2313860"/>
                  </a:lnTo>
                  <a:lnTo>
                    <a:pt x="2188052" y="2315939"/>
                  </a:lnTo>
                  <a:lnTo>
                    <a:pt x="2188239" y="2318539"/>
                  </a:lnTo>
                  <a:lnTo>
                    <a:pt x="2188426" y="2321179"/>
                  </a:lnTo>
                  <a:lnTo>
                    <a:pt x="2188612" y="2323391"/>
                  </a:lnTo>
                  <a:lnTo>
                    <a:pt x="2188799" y="2324876"/>
                  </a:lnTo>
                  <a:lnTo>
                    <a:pt x="2188986" y="2325866"/>
                  </a:lnTo>
                  <a:lnTo>
                    <a:pt x="2189173" y="2326716"/>
                  </a:lnTo>
                  <a:lnTo>
                    <a:pt x="2189360" y="2327426"/>
                  </a:lnTo>
                  <a:lnTo>
                    <a:pt x="2189547" y="2328037"/>
                  </a:lnTo>
                  <a:lnTo>
                    <a:pt x="2189734" y="2328420"/>
                  </a:lnTo>
                  <a:lnTo>
                    <a:pt x="2189921" y="2329048"/>
                  </a:lnTo>
                  <a:lnTo>
                    <a:pt x="2190108" y="2329662"/>
                  </a:lnTo>
                  <a:lnTo>
                    <a:pt x="2190295" y="2330344"/>
                  </a:lnTo>
                  <a:lnTo>
                    <a:pt x="2190482" y="2330779"/>
                  </a:lnTo>
                  <a:lnTo>
                    <a:pt x="2190669" y="2331143"/>
                  </a:lnTo>
                  <a:lnTo>
                    <a:pt x="2190856" y="2331271"/>
                  </a:lnTo>
                  <a:lnTo>
                    <a:pt x="2191042" y="2330677"/>
                  </a:lnTo>
                  <a:lnTo>
                    <a:pt x="2191229" y="2329806"/>
                  </a:lnTo>
                  <a:lnTo>
                    <a:pt x="2191416" y="2329008"/>
                  </a:lnTo>
                  <a:lnTo>
                    <a:pt x="2191603" y="2328857"/>
                  </a:lnTo>
                  <a:lnTo>
                    <a:pt x="2191790" y="2328806"/>
                  </a:lnTo>
                  <a:lnTo>
                    <a:pt x="2191977" y="2328806"/>
                  </a:lnTo>
                  <a:lnTo>
                    <a:pt x="2192164" y="2328505"/>
                  </a:lnTo>
                  <a:lnTo>
                    <a:pt x="2192351" y="2328199"/>
                  </a:lnTo>
                  <a:lnTo>
                    <a:pt x="2192538" y="2327521"/>
                  </a:lnTo>
                  <a:lnTo>
                    <a:pt x="2192725" y="2326843"/>
                  </a:lnTo>
                  <a:lnTo>
                    <a:pt x="2192912" y="2326296"/>
                  </a:lnTo>
                  <a:lnTo>
                    <a:pt x="2193099" y="2326237"/>
                  </a:lnTo>
                  <a:lnTo>
                    <a:pt x="2193285" y="2326149"/>
                  </a:lnTo>
                  <a:lnTo>
                    <a:pt x="2193472" y="2326183"/>
                  </a:lnTo>
                  <a:lnTo>
                    <a:pt x="2193659" y="2326561"/>
                  </a:lnTo>
                  <a:lnTo>
                    <a:pt x="2193846" y="2327603"/>
                  </a:lnTo>
                  <a:lnTo>
                    <a:pt x="2194033" y="2328891"/>
                  </a:lnTo>
                  <a:lnTo>
                    <a:pt x="2194220" y="2330053"/>
                  </a:lnTo>
                  <a:lnTo>
                    <a:pt x="2194407" y="2331166"/>
                  </a:lnTo>
                  <a:lnTo>
                    <a:pt x="2194594" y="2332279"/>
                  </a:lnTo>
                  <a:lnTo>
                    <a:pt x="2194781" y="2332956"/>
                  </a:lnTo>
                  <a:lnTo>
                    <a:pt x="2194968" y="2334169"/>
                  </a:lnTo>
                  <a:lnTo>
                    <a:pt x="2195155" y="2335679"/>
                  </a:lnTo>
                  <a:lnTo>
                    <a:pt x="2195342" y="2337148"/>
                  </a:lnTo>
                  <a:lnTo>
                    <a:pt x="2195529" y="2338805"/>
                  </a:lnTo>
                  <a:lnTo>
                    <a:pt x="2195715" y="2340721"/>
                  </a:lnTo>
                  <a:lnTo>
                    <a:pt x="2195902" y="2342705"/>
                  </a:lnTo>
                  <a:lnTo>
                    <a:pt x="2196089" y="2344628"/>
                  </a:lnTo>
                  <a:lnTo>
                    <a:pt x="2196276" y="2346359"/>
                  </a:lnTo>
                  <a:lnTo>
                    <a:pt x="2196463" y="2347970"/>
                  </a:lnTo>
                  <a:lnTo>
                    <a:pt x="2196650" y="2349551"/>
                  </a:lnTo>
                  <a:lnTo>
                    <a:pt x="2196837" y="2351114"/>
                  </a:lnTo>
                  <a:lnTo>
                    <a:pt x="2197024" y="2352809"/>
                  </a:lnTo>
                  <a:lnTo>
                    <a:pt x="2197211" y="2354733"/>
                  </a:lnTo>
                  <a:lnTo>
                    <a:pt x="2197398" y="2356705"/>
                  </a:lnTo>
                  <a:lnTo>
                    <a:pt x="2197585" y="2358737"/>
                  </a:lnTo>
                  <a:lnTo>
                    <a:pt x="2197772" y="2360648"/>
                  </a:lnTo>
                  <a:lnTo>
                    <a:pt x="2197959" y="2362644"/>
                  </a:lnTo>
                  <a:lnTo>
                    <a:pt x="2198145" y="2364447"/>
                  </a:lnTo>
                  <a:lnTo>
                    <a:pt x="2198332" y="2366144"/>
                  </a:lnTo>
                  <a:lnTo>
                    <a:pt x="2198519" y="2368199"/>
                  </a:lnTo>
                  <a:lnTo>
                    <a:pt x="2198706" y="2370096"/>
                  </a:lnTo>
                  <a:lnTo>
                    <a:pt x="2198893" y="2372359"/>
                  </a:lnTo>
                  <a:lnTo>
                    <a:pt x="2199080" y="2374603"/>
                  </a:lnTo>
                  <a:lnTo>
                    <a:pt x="2199267" y="2376456"/>
                  </a:lnTo>
                  <a:lnTo>
                    <a:pt x="2199454" y="2377856"/>
                  </a:lnTo>
                  <a:lnTo>
                    <a:pt x="2199641" y="2379159"/>
                  </a:lnTo>
                  <a:lnTo>
                    <a:pt x="2199828" y="2380361"/>
                  </a:lnTo>
                  <a:lnTo>
                    <a:pt x="2200015" y="2381116"/>
                  </a:lnTo>
                  <a:lnTo>
                    <a:pt x="2200202" y="2381673"/>
                  </a:lnTo>
                  <a:lnTo>
                    <a:pt x="2200388" y="2382001"/>
                  </a:lnTo>
                  <a:lnTo>
                    <a:pt x="2200575" y="2382156"/>
                  </a:lnTo>
                  <a:lnTo>
                    <a:pt x="2200762" y="2381860"/>
                  </a:lnTo>
                  <a:lnTo>
                    <a:pt x="2200949" y="2381342"/>
                  </a:lnTo>
                  <a:lnTo>
                    <a:pt x="2201136" y="2380750"/>
                  </a:lnTo>
                  <a:lnTo>
                    <a:pt x="2201323" y="2380062"/>
                  </a:lnTo>
                  <a:lnTo>
                    <a:pt x="2201510" y="2379243"/>
                  </a:lnTo>
                  <a:lnTo>
                    <a:pt x="2201697" y="2378420"/>
                  </a:lnTo>
                  <a:lnTo>
                    <a:pt x="2201884" y="2377605"/>
                  </a:lnTo>
                  <a:lnTo>
                    <a:pt x="2202071" y="2376860"/>
                  </a:lnTo>
                  <a:lnTo>
                    <a:pt x="2202258" y="2376102"/>
                  </a:lnTo>
                  <a:lnTo>
                    <a:pt x="2202445" y="2375362"/>
                  </a:lnTo>
                  <a:lnTo>
                    <a:pt x="2202632" y="2374368"/>
                  </a:lnTo>
                  <a:lnTo>
                    <a:pt x="2202818" y="2373207"/>
                  </a:lnTo>
                  <a:lnTo>
                    <a:pt x="2203005" y="2371796"/>
                  </a:lnTo>
                  <a:lnTo>
                    <a:pt x="2203192" y="2369889"/>
                  </a:lnTo>
                  <a:lnTo>
                    <a:pt x="2203379" y="2368097"/>
                  </a:lnTo>
                  <a:lnTo>
                    <a:pt x="2203566" y="2366515"/>
                  </a:lnTo>
                  <a:lnTo>
                    <a:pt x="2203753" y="2364982"/>
                  </a:lnTo>
                  <a:lnTo>
                    <a:pt x="2203940" y="2363647"/>
                  </a:lnTo>
                  <a:lnTo>
                    <a:pt x="2204127" y="2362370"/>
                  </a:lnTo>
                  <a:lnTo>
                    <a:pt x="2204314" y="2361204"/>
                  </a:lnTo>
                  <a:lnTo>
                    <a:pt x="2204501" y="2360223"/>
                  </a:lnTo>
                  <a:lnTo>
                    <a:pt x="2204688" y="2359231"/>
                  </a:lnTo>
                  <a:lnTo>
                    <a:pt x="2204875" y="2358501"/>
                  </a:lnTo>
                  <a:lnTo>
                    <a:pt x="2205061" y="2358229"/>
                  </a:lnTo>
                  <a:lnTo>
                    <a:pt x="2205248" y="2358081"/>
                  </a:lnTo>
                  <a:lnTo>
                    <a:pt x="2205435" y="2358459"/>
                  </a:lnTo>
                  <a:lnTo>
                    <a:pt x="2205622" y="2359143"/>
                  </a:lnTo>
                  <a:lnTo>
                    <a:pt x="2205809" y="2359526"/>
                  </a:lnTo>
                  <a:lnTo>
                    <a:pt x="2205996" y="2359841"/>
                  </a:lnTo>
                  <a:lnTo>
                    <a:pt x="2206183" y="2359676"/>
                  </a:lnTo>
                  <a:lnTo>
                    <a:pt x="2206370" y="2359510"/>
                  </a:lnTo>
                  <a:lnTo>
                    <a:pt x="2206557" y="2359354"/>
                  </a:lnTo>
                  <a:lnTo>
                    <a:pt x="2206744" y="2359048"/>
                  </a:lnTo>
                  <a:lnTo>
                    <a:pt x="2206931" y="2358694"/>
                  </a:lnTo>
                  <a:lnTo>
                    <a:pt x="2207118" y="2358240"/>
                  </a:lnTo>
                  <a:lnTo>
                    <a:pt x="2207305" y="2357580"/>
                  </a:lnTo>
                  <a:lnTo>
                    <a:pt x="2207491" y="2356977"/>
                  </a:lnTo>
                  <a:lnTo>
                    <a:pt x="2207678" y="2356647"/>
                  </a:lnTo>
                  <a:lnTo>
                    <a:pt x="2207865" y="2355946"/>
                  </a:lnTo>
                  <a:lnTo>
                    <a:pt x="2208052" y="2354988"/>
                  </a:lnTo>
                  <a:lnTo>
                    <a:pt x="2208239" y="2353792"/>
                  </a:lnTo>
                  <a:lnTo>
                    <a:pt x="2208426" y="2352505"/>
                  </a:lnTo>
                  <a:lnTo>
                    <a:pt x="2208613" y="2351465"/>
                  </a:lnTo>
                  <a:lnTo>
                    <a:pt x="2208800" y="2350566"/>
                  </a:lnTo>
                  <a:lnTo>
                    <a:pt x="2208987" y="2349592"/>
                  </a:lnTo>
                  <a:lnTo>
                    <a:pt x="2209174" y="2348767"/>
                  </a:lnTo>
                  <a:lnTo>
                    <a:pt x="2209361" y="2347908"/>
                  </a:lnTo>
                  <a:lnTo>
                    <a:pt x="2209548" y="2346984"/>
                  </a:lnTo>
                  <a:lnTo>
                    <a:pt x="2209735" y="2346258"/>
                  </a:lnTo>
                  <a:lnTo>
                    <a:pt x="2209921" y="2345631"/>
                  </a:lnTo>
                  <a:lnTo>
                    <a:pt x="2210108" y="2345053"/>
                  </a:lnTo>
                  <a:lnTo>
                    <a:pt x="2210295" y="2344170"/>
                  </a:lnTo>
                  <a:lnTo>
                    <a:pt x="2210482" y="2343015"/>
                  </a:lnTo>
                  <a:lnTo>
                    <a:pt x="2210669" y="2341786"/>
                  </a:lnTo>
                  <a:lnTo>
                    <a:pt x="2210856" y="2340705"/>
                  </a:lnTo>
                  <a:lnTo>
                    <a:pt x="2211043" y="2339549"/>
                  </a:lnTo>
                  <a:lnTo>
                    <a:pt x="2211230" y="2338394"/>
                  </a:lnTo>
                  <a:lnTo>
                    <a:pt x="2211417" y="2337239"/>
                  </a:lnTo>
                  <a:lnTo>
                    <a:pt x="2211604" y="2336158"/>
                  </a:lnTo>
                  <a:lnTo>
                    <a:pt x="2211791" y="2335151"/>
                  </a:lnTo>
                  <a:lnTo>
                    <a:pt x="2211978" y="2333996"/>
                  </a:lnTo>
                  <a:lnTo>
                    <a:pt x="2212164" y="2332685"/>
                  </a:lnTo>
                  <a:lnTo>
                    <a:pt x="2212351" y="2331481"/>
                  </a:lnTo>
                  <a:lnTo>
                    <a:pt x="2212538" y="2330182"/>
                  </a:lnTo>
                  <a:lnTo>
                    <a:pt x="2212725" y="2328906"/>
                  </a:lnTo>
                  <a:lnTo>
                    <a:pt x="2212912" y="2327729"/>
                  </a:lnTo>
                  <a:lnTo>
                    <a:pt x="2213099" y="2326858"/>
                  </a:lnTo>
                  <a:lnTo>
                    <a:pt x="2213286" y="2326119"/>
                  </a:lnTo>
                  <a:lnTo>
                    <a:pt x="2213473" y="2325685"/>
                  </a:lnTo>
                  <a:lnTo>
                    <a:pt x="2213660" y="2325309"/>
                  </a:lnTo>
                  <a:lnTo>
                    <a:pt x="2213847" y="2324990"/>
                  </a:lnTo>
                  <a:lnTo>
                    <a:pt x="2214034" y="2324556"/>
                  </a:lnTo>
                  <a:lnTo>
                    <a:pt x="2214221" y="2323926"/>
                  </a:lnTo>
                  <a:lnTo>
                    <a:pt x="2214408" y="2323409"/>
                  </a:lnTo>
                  <a:lnTo>
                    <a:pt x="2214594" y="2322840"/>
                  </a:lnTo>
                  <a:lnTo>
                    <a:pt x="2214781" y="2322415"/>
                  </a:lnTo>
                  <a:lnTo>
                    <a:pt x="2214968" y="2322040"/>
                  </a:lnTo>
                  <a:lnTo>
                    <a:pt x="2215155" y="2321689"/>
                  </a:lnTo>
                  <a:lnTo>
                    <a:pt x="2215342" y="2321517"/>
                  </a:lnTo>
                  <a:lnTo>
                    <a:pt x="2215529" y="2321344"/>
                  </a:lnTo>
                  <a:lnTo>
                    <a:pt x="2215716" y="2321172"/>
                  </a:lnTo>
                  <a:lnTo>
                    <a:pt x="2215903" y="2320893"/>
                  </a:lnTo>
                  <a:lnTo>
                    <a:pt x="2216090" y="2320265"/>
                  </a:lnTo>
                  <a:lnTo>
                    <a:pt x="2216277" y="2319496"/>
                  </a:lnTo>
                  <a:lnTo>
                    <a:pt x="2216464" y="2318777"/>
                  </a:lnTo>
                  <a:lnTo>
                    <a:pt x="2216651" y="2318362"/>
                  </a:lnTo>
                  <a:lnTo>
                    <a:pt x="2216838" y="2317965"/>
                  </a:lnTo>
                  <a:lnTo>
                    <a:pt x="2217024" y="2317648"/>
                  </a:lnTo>
                  <a:lnTo>
                    <a:pt x="2217211" y="2317279"/>
                  </a:lnTo>
                  <a:lnTo>
                    <a:pt x="2217398" y="2316659"/>
                  </a:lnTo>
                  <a:lnTo>
                    <a:pt x="2217585" y="2315889"/>
                  </a:lnTo>
                  <a:lnTo>
                    <a:pt x="2217772" y="2315181"/>
                  </a:lnTo>
                  <a:lnTo>
                    <a:pt x="2217959" y="2314573"/>
                  </a:lnTo>
                  <a:lnTo>
                    <a:pt x="2218146" y="2313717"/>
                  </a:lnTo>
                  <a:lnTo>
                    <a:pt x="2218333" y="2312860"/>
                  </a:lnTo>
                  <a:lnTo>
                    <a:pt x="2218520" y="2311814"/>
                  </a:lnTo>
                  <a:lnTo>
                    <a:pt x="2218707" y="2310764"/>
                  </a:lnTo>
                  <a:lnTo>
                    <a:pt x="2218894" y="2309843"/>
                  </a:lnTo>
                  <a:lnTo>
                    <a:pt x="2219081" y="2309324"/>
                  </a:lnTo>
                  <a:lnTo>
                    <a:pt x="2219267" y="2308772"/>
                  </a:lnTo>
                  <a:lnTo>
                    <a:pt x="2219454" y="2307951"/>
                  </a:lnTo>
                  <a:lnTo>
                    <a:pt x="2219641" y="2307145"/>
                  </a:lnTo>
                  <a:lnTo>
                    <a:pt x="2219828" y="2306319"/>
                  </a:lnTo>
                  <a:lnTo>
                    <a:pt x="2220015" y="2305536"/>
                  </a:lnTo>
                  <a:lnTo>
                    <a:pt x="2220202" y="2304970"/>
                  </a:lnTo>
                  <a:lnTo>
                    <a:pt x="2220389" y="2304659"/>
                  </a:lnTo>
                  <a:lnTo>
                    <a:pt x="2220576" y="2304136"/>
                  </a:lnTo>
                  <a:lnTo>
                    <a:pt x="2220763" y="2303392"/>
                  </a:lnTo>
                  <a:lnTo>
                    <a:pt x="2220950" y="2302638"/>
                  </a:lnTo>
                  <a:lnTo>
                    <a:pt x="2221137" y="2302009"/>
                  </a:lnTo>
                  <a:lnTo>
                    <a:pt x="2221324" y="2301764"/>
                  </a:lnTo>
                  <a:lnTo>
                    <a:pt x="2221511" y="2301487"/>
                  </a:lnTo>
                  <a:lnTo>
                    <a:pt x="2221697" y="2301293"/>
                  </a:lnTo>
                  <a:lnTo>
                    <a:pt x="2221884" y="2301213"/>
                  </a:lnTo>
                  <a:lnTo>
                    <a:pt x="2222071" y="2301208"/>
                  </a:lnTo>
                  <a:lnTo>
                    <a:pt x="2222258" y="2301177"/>
                  </a:lnTo>
                  <a:lnTo>
                    <a:pt x="2222445" y="2301065"/>
                  </a:lnTo>
                  <a:lnTo>
                    <a:pt x="2222632" y="2301051"/>
                  </a:lnTo>
                  <a:lnTo>
                    <a:pt x="2222819" y="2301003"/>
                  </a:lnTo>
                  <a:lnTo>
                    <a:pt x="2223006" y="2300859"/>
                  </a:lnTo>
                  <a:lnTo>
                    <a:pt x="2223193" y="2300574"/>
                  </a:lnTo>
                  <a:lnTo>
                    <a:pt x="2223380" y="2300364"/>
                  </a:lnTo>
                  <a:lnTo>
                    <a:pt x="2223567" y="2300227"/>
                  </a:lnTo>
                  <a:lnTo>
                    <a:pt x="2223754" y="2300139"/>
                  </a:lnTo>
                  <a:lnTo>
                    <a:pt x="2223940" y="2300239"/>
                  </a:lnTo>
                  <a:lnTo>
                    <a:pt x="2224127" y="2300018"/>
                  </a:lnTo>
                  <a:lnTo>
                    <a:pt x="2224314" y="2299730"/>
                  </a:lnTo>
                  <a:lnTo>
                    <a:pt x="2224501" y="2299601"/>
                  </a:lnTo>
                  <a:lnTo>
                    <a:pt x="2224688" y="2299750"/>
                  </a:lnTo>
                  <a:lnTo>
                    <a:pt x="2224875" y="2299750"/>
                  </a:lnTo>
                  <a:lnTo>
                    <a:pt x="2225062" y="2299750"/>
                  </a:lnTo>
                  <a:lnTo>
                    <a:pt x="2225249" y="2299659"/>
                  </a:lnTo>
                  <a:lnTo>
                    <a:pt x="2225436" y="2299486"/>
                  </a:lnTo>
                  <a:lnTo>
                    <a:pt x="2225623" y="2299147"/>
                  </a:lnTo>
                  <a:lnTo>
                    <a:pt x="2225810" y="2298677"/>
                  </a:lnTo>
                  <a:lnTo>
                    <a:pt x="2225997" y="2298347"/>
                  </a:lnTo>
                  <a:lnTo>
                    <a:pt x="2226184" y="2298050"/>
                  </a:lnTo>
                  <a:lnTo>
                    <a:pt x="2226370" y="2297885"/>
                  </a:lnTo>
                  <a:lnTo>
                    <a:pt x="2226557" y="2297720"/>
                  </a:lnTo>
                  <a:lnTo>
                    <a:pt x="2226744" y="2297538"/>
                  </a:lnTo>
                  <a:lnTo>
                    <a:pt x="2226931" y="2297414"/>
                  </a:lnTo>
                  <a:lnTo>
                    <a:pt x="2227118" y="2297183"/>
                  </a:lnTo>
                  <a:lnTo>
                    <a:pt x="2227305" y="2296556"/>
                  </a:lnTo>
                  <a:lnTo>
                    <a:pt x="2227492" y="2295896"/>
                  </a:lnTo>
                  <a:lnTo>
                    <a:pt x="2227679" y="2295236"/>
                  </a:lnTo>
                  <a:lnTo>
                    <a:pt x="2227866" y="2294708"/>
                  </a:lnTo>
                  <a:lnTo>
                    <a:pt x="2228053" y="2294312"/>
                  </a:lnTo>
                  <a:lnTo>
                    <a:pt x="2228240" y="2294270"/>
                  </a:lnTo>
                  <a:lnTo>
                    <a:pt x="2228427" y="2294815"/>
                  </a:lnTo>
                  <a:lnTo>
                    <a:pt x="2228614" y="2295764"/>
                  </a:lnTo>
                  <a:lnTo>
                    <a:pt x="2228800" y="2296754"/>
                  </a:lnTo>
                  <a:lnTo>
                    <a:pt x="2228987" y="2297102"/>
                  </a:lnTo>
                  <a:lnTo>
                    <a:pt x="2229174" y="2297351"/>
                  </a:lnTo>
                  <a:lnTo>
                    <a:pt x="2229361" y="2297669"/>
                  </a:lnTo>
                  <a:lnTo>
                    <a:pt x="2229548" y="2298199"/>
                  </a:lnTo>
                  <a:lnTo>
                    <a:pt x="2229735" y="2298806"/>
                  </a:lnTo>
                  <a:lnTo>
                    <a:pt x="2229922" y="2299551"/>
                  </a:lnTo>
                  <a:lnTo>
                    <a:pt x="2230109" y="2300395"/>
                  </a:lnTo>
                  <a:lnTo>
                    <a:pt x="2230296" y="2301239"/>
                  </a:lnTo>
                  <a:lnTo>
                    <a:pt x="2230483" y="2302082"/>
                  </a:lnTo>
                  <a:lnTo>
                    <a:pt x="2230670" y="2302830"/>
                  </a:lnTo>
                  <a:lnTo>
                    <a:pt x="2230857" y="2303547"/>
                  </a:lnTo>
                  <a:lnTo>
                    <a:pt x="2231043" y="2304217"/>
                  </a:lnTo>
                  <a:lnTo>
                    <a:pt x="2231230" y="2304495"/>
                  </a:lnTo>
                  <a:lnTo>
                    <a:pt x="2231417" y="2304527"/>
                  </a:lnTo>
                  <a:lnTo>
                    <a:pt x="2231604" y="2304530"/>
                  </a:lnTo>
                  <a:lnTo>
                    <a:pt x="2231791" y="2304572"/>
                  </a:lnTo>
                  <a:lnTo>
                    <a:pt x="2231978" y="2304613"/>
                  </a:lnTo>
                  <a:lnTo>
                    <a:pt x="2232165" y="2304944"/>
                  </a:lnTo>
                  <a:lnTo>
                    <a:pt x="2232352" y="2305100"/>
                  </a:lnTo>
                  <a:lnTo>
                    <a:pt x="2232539" y="2305026"/>
                  </a:lnTo>
                  <a:lnTo>
                    <a:pt x="2232726" y="2304696"/>
                  </a:lnTo>
                  <a:lnTo>
                    <a:pt x="2232913" y="2304366"/>
                  </a:lnTo>
                  <a:lnTo>
                    <a:pt x="2233100" y="2303748"/>
                  </a:lnTo>
                  <a:lnTo>
                    <a:pt x="2233287" y="2303021"/>
                  </a:lnTo>
                  <a:lnTo>
                    <a:pt x="2233473" y="2302547"/>
                  </a:lnTo>
                  <a:lnTo>
                    <a:pt x="2233660" y="2301851"/>
                  </a:lnTo>
                  <a:lnTo>
                    <a:pt x="2233847" y="2300794"/>
                  </a:lnTo>
                  <a:lnTo>
                    <a:pt x="2234034" y="2299501"/>
                  </a:lnTo>
                  <a:lnTo>
                    <a:pt x="2234221" y="2298134"/>
                  </a:lnTo>
                  <a:lnTo>
                    <a:pt x="2234408" y="2297038"/>
                  </a:lnTo>
                  <a:lnTo>
                    <a:pt x="2234595" y="2295751"/>
                  </a:lnTo>
                  <a:lnTo>
                    <a:pt x="2234782" y="2294641"/>
                  </a:lnTo>
                  <a:lnTo>
                    <a:pt x="2234969" y="2293346"/>
                  </a:lnTo>
                  <a:lnTo>
                    <a:pt x="2235156" y="2291746"/>
                  </a:lnTo>
                  <a:lnTo>
                    <a:pt x="2235343" y="2290023"/>
                  </a:lnTo>
                  <a:lnTo>
                    <a:pt x="2235530" y="2288235"/>
                  </a:lnTo>
                  <a:lnTo>
                    <a:pt x="2235717" y="2286430"/>
                  </a:lnTo>
                  <a:lnTo>
                    <a:pt x="2235903" y="2284943"/>
                  </a:lnTo>
                  <a:lnTo>
                    <a:pt x="2236090" y="2283511"/>
                  </a:lnTo>
                  <a:lnTo>
                    <a:pt x="2236277" y="2281807"/>
                  </a:lnTo>
                  <a:lnTo>
                    <a:pt x="2236464" y="2280146"/>
                  </a:lnTo>
                  <a:lnTo>
                    <a:pt x="2236651" y="2278874"/>
                  </a:lnTo>
                  <a:lnTo>
                    <a:pt x="2236838" y="2277661"/>
                  </a:lnTo>
                  <a:lnTo>
                    <a:pt x="2237025" y="2276322"/>
                  </a:lnTo>
                  <a:lnTo>
                    <a:pt x="2237212" y="2274711"/>
                  </a:lnTo>
                  <a:lnTo>
                    <a:pt x="2237399" y="2272720"/>
                  </a:lnTo>
                  <a:lnTo>
                    <a:pt x="2237586" y="2270902"/>
                  </a:lnTo>
                  <a:lnTo>
                    <a:pt x="2237773" y="2269570"/>
                  </a:lnTo>
                  <a:lnTo>
                    <a:pt x="2237960" y="2268487"/>
                  </a:lnTo>
                  <a:lnTo>
                    <a:pt x="2238146" y="2267745"/>
                  </a:lnTo>
                  <a:lnTo>
                    <a:pt x="2238333" y="2267176"/>
                  </a:lnTo>
                  <a:lnTo>
                    <a:pt x="2238520" y="2266373"/>
                  </a:lnTo>
                  <a:lnTo>
                    <a:pt x="2238707" y="2265368"/>
                  </a:lnTo>
                  <a:lnTo>
                    <a:pt x="2238894" y="2264457"/>
                  </a:lnTo>
                  <a:lnTo>
                    <a:pt x="2239081" y="2263580"/>
                  </a:lnTo>
                  <a:lnTo>
                    <a:pt x="2239268" y="2262978"/>
                  </a:lnTo>
                  <a:lnTo>
                    <a:pt x="2239455" y="2262474"/>
                  </a:lnTo>
                  <a:lnTo>
                    <a:pt x="2239642" y="2262427"/>
                  </a:lnTo>
                  <a:lnTo>
                    <a:pt x="2239829" y="2262668"/>
                  </a:lnTo>
                  <a:lnTo>
                    <a:pt x="2240016" y="2263089"/>
                  </a:lnTo>
                  <a:lnTo>
                    <a:pt x="2240203" y="2263678"/>
                  </a:lnTo>
                  <a:lnTo>
                    <a:pt x="2240390" y="2264631"/>
                  </a:lnTo>
                  <a:lnTo>
                    <a:pt x="2240576" y="2266041"/>
                  </a:lnTo>
                  <a:lnTo>
                    <a:pt x="2240763" y="2267203"/>
                  </a:lnTo>
                  <a:lnTo>
                    <a:pt x="2240950" y="2267795"/>
                  </a:lnTo>
                  <a:lnTo>
                    <a:pt x="2241137" y="2268305"/>
                  </a:lnTo>
                  <a:lnTo>
                    <a:pt x="2241324" y="2269013"/>
                  </a:lnTo>
                  <a:lnTo>
                    <a:pt x="2241511" y="2270051"/>
                  </a:lnTo>
                  <a:lnTo>
                    <a:pt x="2241698" y="2270977"/>
                  </a:lnTo>
                  <a:lnTo>
                    <a:pt x="2241885" y="2271793"/>
                  </a:lnTo>
                  <a:lnTo>
                    <a:pt x="2242072" y="2272513"/>
                  </a:lnTo>
                  <a:lnTo>
                    <a:pt x="2242259" y="2273019"/>
                  </a:lnTo>
                  <a:lnTo>
                    <a:pt x="2242446" y="2273250"/>
                  </a:lnTo>
                  <a:lnTo>
                    <a:pt x="2242633" y="2273696"/>
                  </a:lnTo>
                  <a:lnTo>
                    <a:pt x="2242819" y="2273854"/>
                  </a:lnTo>
                  <a:lnTo>
                    <a:pt x="2243006" y="2273830"/>
                  </a:lnTo>
                  <a:lnTo>
                    <a:pt x="2243193" y="2274108"/>
                  </a:lnTo>
                  <a:lnTo>
                    <a:pt x="2243380" y="2274453"/>
                  </a:lnTo>
                  <a:lnTo>
                    <a:pt x="2243567" y="2275435"/>
                  </a:lnTo>
                  <a:lnTo>
                    <a:pt x="2243754" y="2276285"/>
                  </a:lnTo>
                  <a:lnTo>
                    <a:pt x="2243941" y="2277036"/>
                  </a:lnTo>
                  <a:lnTo>
                    <a:pt x="2244128" y="2277770"/>
                  </a:lnTo>
                  <a:lnTo>
                    <a:pt x="2244315" y="2278364"/>
                  </a:lnTo>
                  <a:lnTo>
                    <a:pt x="2244502" y="2278991"/>
                  </a:lnTo>
                  <a:lnTo>
                    <a:pt x="2244689" y="2279511"/>
                  </a:lnTo>
                  <a:lnTo>
                    <a:pt x="2244876" y="2279808"/>
                  </a:lnTo>
                  <a:lnTo>
                    <a:pt x="2245063" y="2280259"/>
                  </a:lnTo>
                  <a:lnTo>
                    <a:pt x="2245249" y="2280724"/>
                  </a:lnTo>
                  <a:lnTo>
                    <a:pt x="2245436" y="2281035"/>
                  </a:lnTo>
                  <a:lnTo>
                    <a:pt x="2245623" y="2281391"/>
                  </a:lnTo>
                  <a:lnTo>
                    <a:pt x="2245810" y="2281702"/>
                  </a:lnTo>
                  <a:lnTo>
                    <a:pt x="2245997" y="2281598"/>
                  </a:lnTo>
                  <a:lnTo>
                    <a:pt x="2246184" y="2281661"/>
                  </a:lnTo>
                  <a:lnTo>
                    <a:pt x="2246371" y="2281871"/>
                  </a:lnTo>
                  <a:lnTo>
                    <a:pt x="2246558" y="2281967"/>
                  </a:lnTo>
                  <a:lnTo>
                    <a:pt x="2246745" y="2282197"/>
                  </a:lnTo>
                  <a:lnTo>
                    <a:pt x="2246932" y="2282498"/>
                  </a:lnTo>
                  <a:lnTo>
                    <a:pt x="2247119" y="2282743"/>
                  </a:lnTo>
                  <a:lnTo>
                    <a:pt x="2247306" y="2283021"/>
                  </a:lnTo>
                  <a:lnTo>
                    <a:pt x="2247493" y="2283343"/>
                  </a:lnTo>
                  <a:lnTo>
                    <a:pt x="2247679" y="2283984"/>
                  </a:lnTo>
                  <a:lnTo>
                    <a:pt x="2247866" y="2284856"/>
                  </a:lnTo>
                  <a:lnTo>
                    <a:pt x="2248053" y="2285801"/>
                  </a:lnTo>
                  <a:lnTo>
                    <a:pt x="2248240" y="2286361"/>
                  </a:lnTo>
                  <a:lnTo>
                    <a:pt x="2248427" y="2286023"/>
                  </a:lnTo>
                  <a:lnTo>
                    <a:pt x="2248614" y="2285300"/>
                  </a:lnTo>
                  <a:lnTo>
                    <a:pt x="2248801" y="2284679"/>
                  </a:lnTo>
                  <a:lnTo>
                    <a:pt x="2248988" y="2284060"/>
                  </a:lnTo>
                  <a:lnTo>
                    <a:pt x="2249175" y="2283381"/>
                  </a:lnTo>
                  <a:lnTo>
                    <a:pt x="2249362" y="2282956"/>
                  </a:lnTo>
                  <a:lnTo>
                    <a:pt x="2249549" y="2282348"/>
                  </a:lnTo>
                  <a:lnTo>
                    <a:pt x="2249736" y="2280837"/>
                  </a:lnTo>
                  <a:lnTo>
                    <a:pt x="2249922" y="2279204"/>
                  </a:lnTo>
                  <a:lnTo>
                    <a:pt x="2250109" y="2277429"/>
                  </a:lnTo>
                  <a:lnTo>
                    <a:pt x="2250296" y="2275614"/>
                  </a:lnTo>
                  <a:lnTo>
                    <a:pt x="2250483" y="2273700"/>
                  </a:lnTo>
                  <a:lnTo>
                    <a:pt x="2250670" y="2271562"/>
                  </a:lnTo>
                  <a:lnTo>
                    <a:pt x="2250857" y="2269310"/>
                  </a:lnTo>
                  <a:lnTo>
                    <a:pt x="2251044" y="2267618"/>
                  </a:lnTo>
                  <a:lnTo>
                    <a:pt x="2251231" y="2267015"/>
                  </a:lnTo>
                  <a:lnTo>
                    <a:pt x="2251418" y="2266987"/>
                  </a:lnTo>
                  <a:lnTo>
                    <a:pt x="2251605" y="2267151"/>
                  </a:lnTo>
                  <a:lnTo>
                    <a:pt x="2251792" y="2267357"/>
                  </a:lnTo>
                  <a:lnTo>
                    <a:pt x="2251979" y="2267480"/>
                  </a:lnTo>
                  <a:lnTo>
                    <a:pt x="2252166" y="2267598"/>
                  </a:lnTo>
                  <a:lnTo>
                    <a:pt x="2252352" y="2267716"/>
                  </a:lnTo>
                  <a:lnTo>
                    <a:pt x="2252539" y="2267834"/>
                  </a:lnTo>
                  <a:lnTo>
                    <a:pt x="2252726" y="2268061"/>
                  </a:lnTo>
                  <a:lnTo>
                    <a:pt x="2252913" y="2268299"/>
                  </a:lnTo>
                  <a:lnTo>
                    <a:pt x="2253100" y="2268537"/>
                  </a:lnTo>
                  <a:lnTo>
                    <a:pt x="2253287" y="2268946"/>
                  </a:lnTo>
                  <a:lnTo>
                    <a:pt x="2253474" y="2269844"/>
                  </a:lnTo>
                  <a:lnTo>
                    <a:pt x="2253661" y="2270983"/>
                  </a:lnTo>
                  <a:lnTo>
                    <a:pt x="2253848" y="2272103"/>
                  </a:lnTo>
                  <a:lnTo>
                    <a:pt x="2254035" y="2273067"/>
                  </a:lnTo>
                  <a:lnTo>
                    <a:pt x="2254222" y="2273768"/>
                  </a:lnTo>
                  <a:lnTo>
                    <a:pt x="2254409" y="2274370"/>
                  </a:lnTo>
                  <a:lnTo>
                    <a:pt x="2254596" y="2275058"/>
                  </a:lnTo>
                  <a:lnTo>
                    <a:pt x="2254782" y="2275916"/>
                  </a:lnTo>
                  <a:lnTo>
                    <a:pt x="2254969" y="2276741"/>
                  </a:lnTo>
                  <a:lnTo>
                    <a:pt x="2255156" y="2277566"/>
                  </a:lnTo>
                  <a:lnTo>
                    <a:pt x="2255343" y="2278391"/>
                  </a:lnTo>
                  <a:lnTo>
                    <a:pt x="2255530" y="2279395"/>
                  </a:lnTo>
                  <a:lnTo>
                    <a:pt x="2255717" y="2280071"/>
                  </a:lnTo>
                  <a:lnTo>
                    <a:pt x="2255904" y="2281097"/>
                  </a:lnTo>
                  <a:lnTo>
                    <a:pt x="2256091" y="2282048"/>
                  </a:lnTo>
                  <a:lnTo>
                    <a:pt x="2256278" y="2282645"/>
                  </a:lnTo>
                  <a:lnTo>
                    <a:pt x="2256465" y="2282932"/>
                  </a:lnTo>
                  <a:lnTo>
                    <a:pt x="2256652" y="2283193"/>
                  </a:lnTo>
                  <a:lnTo>
                    <a:pt x="2256839" y="2283472"/>
                  </a:lnTo>
                  <a:lnTo>
                    <a:pt x="2257025" y="2283826"/>
                  </a:lnTo>
                  <a:lnTo>
                    <a:pt x="2257212" y="2284208"/>
                  </a:lnTo>
                  <a:lnTo>
                    <a:pt x="2257399" y="2284495"/>
                  </a:lnTo>
                  <a:lnTo>
                    <a:pt x="2257586" y="2284572"/>
                  </a:lnTo>
                  <a:lnTo>
                    <a:pt x="2257773" y="2284281"/>
                  </a:lnTo>
                  <a:lnTo>
                    <a:pt x="2257960" y="2283976"/>
                  </a:lnTo>
                  <a:lnTo>
                    <a:pt x="2258147" y="2283571"/>
                  </a:lnTo>
                  <a:lnTo>
                    <a:pt x="2258334" y="2283035"/>
                  </a:lnTo>
                  <a:lnTo>
                    <a:pt x="2258521" y="2282566"/>
                  </a:lnTo>
                  <a:lnTo>
                    <a:pt x="2258708" y="2282091"/>
                  </a:lnTo>
                  <a:lnTo>
                    <a:pt x="2258895" y="2280842"/>
                  </a:lnTo>
                  <a:lnTo>
                    <a:pt x="2259082" y="2279696"/>
                  </a:lnTo>
                  <a:lnTo>
                    <a:pt x="2259269" y="2277897"/>
                  </a:lnTo>
                  <a:lnTo>
                    <a:pt x="2259455" y="2275809"/>
                  </a:lnTo>
                  <a:lnTo>
                    <a:pt x="2259642" y="2273235"/>
                  </a:lnTo>
                  <a:lnTo>
                    <a:pt x="2259829" y="2271486"/>
                  </a:lnTo>
                  <a:lnTo>
                    <a:pt x="2260016" y="2269887"/>
                  </a:lnTo>
                  <a:lnTo>
                    <a:pt x="2260203" y="2268895"/>
                  </a:lnTo>
                  <a:lnTo>
                    <a:pt x="2260390" y="2267977"/>
                  </a:lnTo>
                  <a:lnTo>
                    <a:pt x="2260577" y="2267209"/>
                  </a:lnTo>
                  <a:lnTo>
                    <a:pt x="2260764" y="2266482"/>
                  </a:lnTo>
                  <a:lnTo>
                    <a:pt x="2260951" y="2265908"/>
                  </a:lnTo>
                  <a:lnTo>
                    <a:pt x="2261138" y="2265372"/>
                  </a:lnTo>
                  <a:lnTo>
                    <a:pt x="2261325" y="2265055"/>
                  </a:lnTo>
                  <a:lnTo>
                    <a:pt x="2261512" y="2264823"/>
                  </a:lnTo>
                  <a:lnTo>
                    <a:pt x="2261698" y="2264560"/>
                  </a:lnTo>
                  <a:lnTo>
                    <a:pt x="2261885" y="2264349"/>
                  </a:lnTo>
                  <a:lnTo>
                    <a:pt x="2262072" y="2264258"/>
                  </a:lnTo>
                  <a:lnTo>
                    <a:pt x="2262259" y="2264297"/>
                  </a:lnTo>
                  <a:lnTo>
                    <a:pt x="2262446" y="2264627"/>
                  </a:lnTo>
                  <a:lnTo>
                    <a:pt x="2262633" y="2264977"/>
                  </a:lnTo>
                  <a:lnTo>
                    <a:pt x="2262820" y="2265177"/>
                  </a:lnTo>
                  <a:lnTo>
                    <a:pt x="2263007" y="2265502"/>
                  </a:lnTo>
                  <a:lnTo>
                    <a:pt x="2263194" y="2265650"/>
                  </a:lnTo>
                  <a:lnTo>
                    <a:pt x="2263381" y="2265815"/>
                  </a:lnTo>
                  <a:lnTo>
                    <a:pt x="2263568" y="2265980"/>
                  </a:lnTo>
                  <a:lnTo>
                    <a:pt x="2263755" y="2266145"/>
                  </a:lnTo>
                  <a:lnTo>
                    <a:pt x="2263942" y="2266310"/>
                  </a:lnTo>
                  <a:lnTo>
                    <a:pt x="2264128" y="2266500"/>
                  </a:lnTo>
                  <a:lnTo>
                    <a:pt x="2264315" y="2266756"/>
                  </a:lnTo>
                  <a:lnTo>
                    <a:pt x="2264502" y="2266987"/>
                  </a:lnTo>
                  <a:lnTo>
                    <a:pt x="2264689" y="2267317"/>
                  </a:lnTo>
                  <a:lnTo>
                    <a:pt x="2264876" y="2267647"/>
                  </a:lnTo>
                  <a:lnTo>
                    <a:pt x="2265063" y="2268126"/>
                  </a:lnTo>
                  <a:lnTo>
                    <a:pt x="2265250" y="2268679"/>
                  </a:lnTo>
                  <a:lnTo>
                    <a:pt x="2265437" y="2269198"/>
                  </a:lnTo>
                  <a:lnTo>
                    <a:pt x="2265624" y="2269496"/>
                  </a:lnTo>
                  <a:lnTo>
                    <a:pt x="2265811" y="2269652"/>
                  </a:lnTo>
                  <a:lnTo>
                    <a:pt x="2265998" y="2269652"/>
                  </a:lnTo>
                  <a:lnTo>
                    <a:pt x="2266185" y="2269603"/>
                  </a:lnTo>
                  <a:lnTo>
                    <a:pt x="2266372" y="2269438"/>
                  </a:lnTo>
                  <a:lnTo>
                    <a:pt x="2266558" y="2269273"/>
                  </a:lnTo>
                  <a:lnTo>
                    <a:pt x="2266745" y="2269108"/>
                  </a:lnTo>
                  <a:lnTo>
                    <a:pt x="2266932" y="2268918"/>
                  </a:lnTo>
                  <a:lnTo>
                    <a:pt x="2267119" y="2268349"/>
                  </a:lnTo>
                  <a:lnTo>
                    <a:pt x="2267306" y="2267952"/>
                  </a:lnTo>
                  <a:lnTo>
                    <a:pt x="2267493" y="2267358"/>
                  </a:lnTo>
                  <a:lnTo>
                    <a:pt x="2267680" y="2266607"/>
                  </a:lnTo>
                  <a:lnTo>
                    <a:pt x="2267867" y="2265782"/>
                  </a:lnTo>
                  <a:lnTo>
                    <a:pt x="2268054" y="2264965"/>
                  </a:lnTo>
                  <a:lnTo>
                    <a:pt x="2268241" y="2264173"/>
                  </a:lnTo>
                  <a:lnTo>
                    <a:pt x="2268428" y="2263265"/>
                  </a:lnTo>
                  <a:lnTo>
                    <a:pt x="2268615" y="2262085"/>
                  </a:lnTo>
                  <a:lnTo>
                    <a:pt x="2268801" y="2260650"/>
                  </a:lnTo>
                  <a:lnTo>
                    <a:pt x="2268988" y="2259049"/>
                  </a:lnTo>
                  <a:lnTo>
                    <a:pt x="2269175" y="2257563"/>
                  </a:lnTo>
                  <a:lnTo>
                    <a:pt x="2269362" y="2256078"/>
                  </a:lnTo>
                  <a:lnTo>
                    <a:pt x="2269549" y="2254593"/>
                  </a:lnTo>
                  <a:lnTo>
                    <a:pt x="2269736" y="2253149"/>
                  </a:lnTo>
                  <a:lnTo>
                    <a:pt x="2269923" y="2252125"/>
                  </a:lnTo>
                  <a:lnTo>
                    <a:pt x="2270110" y="2251135"/>
                  </a:lnTo>
                  <a:lnTo>
                    <a:pt x="2270297" y="2250046"/>
                  </a:lnTo>
                  <a:lnTo>
                    <a:pt x="2270484" y="2248981"/>
                  </a:lnTo>
                  <a:lnTo>
                    <a:pt x="2270671" y="2248074"/>
                  </a:lnTo>
                  <a:lnTo>
                    <a:pt x="2270858" y="2246905"/>
                  </a:lnTo>
                  <a:lnTo>
                    <a:pt x="2271045" y="2246040"/>
                  </a:lnTo>
                  <a:lnTo>
                    <a:pt x="2271231" y="2245699"/>
                  </a:lnTo>
                  <a:lnTo>
                    <a:pt x="2271418" y="2245923"/>
                  </a:lnTo>
                  <a:lnTo>
                    <a:pt x="2271605" y="2246387"/>
                  </a:lnTo>
                  <a:lnTo>
                    <a:pt x="2271792" y="2246638"/>
                  </a:lnTo>
                  <a:lnTo>
                    <a:pt x="2271979" y="2246972"/>
                  </a:lnTo>
                  <a:lnTo>
                    <a:pt x="2272166" y="2246898"/>
                  </a:lnTo>
                  <a:lnTo>
                    <a:pt x="2272353" y="2247010"/>
                  </a:lnTo>
                  <a:lnTo>
                    <a:pt x="2272540" y="2247330"/>
                  </a:lnTo>
                  <a:lnTo>
                    <a:pt x="2272727" y="2247749"/>
                  </a:lnTo>
                  <a:lnTo>
                    <a:pt x="2272914" y="2248234"/>
                  </a:lnTo>
                  <a:lnTo>
                    <a:pt x="2273101" y="2248916"/>
                  </a:lnTo>
                  <a:lnTo>
                    <a:pt x="2273288" y="2249760"/>
                  </a:lnTo>
                  <a:lnTo>
                    <a:pt x="2273475" y="2250615"/>
                  </a:lnTo>
                  <a:lnTo>
                    <a:pt x="2273661" y="2251384"/>
                  </a:lnTo>
                  <a:lnTo>
                    <a:pt x="2273848" y="2252253"/>
                  </a:lnTo>
                  <a:lnTo>
                    <a:pt x="2274035" y="2252679"/>
                  </a:lnTo>
                  <a:lnTo>
                    <a:pt x="2274222" y="2253203"/>
                  </a:lnTo>
                  <a:lnTo>
                    <a:pt x="2274409" y="2254088"/>
                  </a:lnTo>
                  <a:lnTo>
                    <a:pt x="2274596" y="2255462"/>
                  </a:lnTo>
                  <a:lnTo>
                    <a:pt x="2274783" y="2257458"/>
                  </a:lnTo>
                  <a:lnTo>
                    <a:pt x="2274970" y="2259643"/>
                  </a:lnTo>
                  <a:lnTo>
                    <a:pt x="2275157" y="2261315"/>
                  </a:lnTo>
                  <a:lnTo>
                    <a:pt x="2275344" y="2262581"/>
                  </a:lnTo>
                  <a:lnTo>
                    <a:pt x="2275531" y="2263323"/>
                  </a:lnTo>
                  <a:lnTo>
                    <a:pt x="2275718" y="2263750"/>
                  </a:lnTo>
                  <a:lnTo>
                    <a:pt x="2275904" y="2264245"/>
                  </a:lnTo>
                  <a:lnTo>
                    <a:pt x="2276091" y="2264824"/>
                  </a:lnTo>
                  <a:lnTo>
                    <a:pt x="2276278" y="2265234"/>
                  </a:lnTo>
                  <a:lnTo>
                    <a:pt x="2276465" y="2265613"/>
                  </a:lnTo>
                  <a:lnTo>
                    <a:pt x="2276652" y="2265570"/>
                  </a:lnTo>
                  <a:lnTo>
                    <a:pt x="2276839" y="2265458"/>
                  </a:lnTo>
                  <a:lnTo>
                    <a:pt x="2277026" y="2264777"/>
                  </a:lnTo>
                  <a:lnTo>
                    <a:pt x="2277213" y="2263766"/>
                  </a:lnTo>
                  <a:lnTo>
                    <a:pt x="2277400" y="2262680"/>
                  </a:lnTo>
                  <a:lnTo>
                    <a:pt x="2277587" y="2261437"/>
                  </a:lnTo>
                  <a:lnTo>
                    <a:pt x="2277774" y="2260080"/>
                  </a:lnTo>
                  <a:lnTo>
                    <a:pt x="2277961" y="2258918"/>
                  </a:lnTo>
                  <a:lnTo>
                    <a:pt x="2278148" y="2258112"/>
                  </a:lnTo>
                  <a:lnTo>
                    <a:pt x="2278334" y="2257930"/>
                  </a:lnTo>
                  <a:lnTo>
                    <a:pt x="2278521" y="2257790"/>
                  </a:lnTo>
                  <a:lnTo>
                    <a:pt x="2278708" y="2257411"/>
                  </a:lnTo>
                  <a:lnTo>
                    <a:pt x="2278895" y="2256825"/>
                  </a:lnTo>
                  <a:lnTo>
                    <a:pt x="2279082" y="2256338"/>
                  </a:lnTo>
                  <a:lnTo>
                    <a:pt x="2279269" y="2255818"/>
                  </a:lnTo>
                  <a:lnTo>
                    <a:pt x="2279456" y="2255914"/>
                  </a:lnTo>
                  <a:lnTo>
                    <a:pt x="2279643" y="2256268"/>
                  </a:lnTo>
                  <a:lnTo>
                    <a:pt x="2279830" y="2256720"/>
                  </a:lnTo>
                  <a:lnTo>
                    <a:pt x="2280017" y="2256893"/>
                  </a:lnTo>
                  <a:lnTo>
                    <a:pt x="2280204" y="2256986"/>
                  </a:lnTo>
                  <a:lnTo>
                    <a:pt x="2280391" y="2257194"/>
                  </a:lnTo>
                  <a:lnTo>
                    <a:pt x="2280577" y="2257402"/>
                  </a:lnTo>
                  <a:lnTo>
                    <a:pt x="2280764" y="2257609"/>
                  </a:lnTo>
                  <a:lnTo>
                    <a:pt x="2280951" y="2257660"/>
                  </a:lnTo>
                  <a:lnTo>
                    <a:pt x="2281138" y="2257729"/>
                  </a:lnTo>
                  <a:lnTo>
                    <a:pt x="2281325" y="2257936"/>
                  </a:lnTo>
                  <a:lnTo>
                    <a:pt x="2281512" y="2258120"/>
                  </a:lnTo>
                  <a:lnTo>
                    <a:pt x="2281699" y="2258216"/>
                  </a:lnTo>
                  <a:lnTo>
                    <a:pt x="2281886" y="2258240"/>
                  </a:lnTo>
                  <a:lnTo>
                    <a:pt x="2282073" y="2258575"/>
                  </a:lnTo>
                  <a:lnTo>
                    <a:pt x="2282260" y="2259090"/>
                  </a:lnTo>
                  <a:lnTo>
                    <a:pt x="2282447" y="2259125"/>
                  </a:lnTo>
                  <a:lnTo>
                    <a:pt x="2282634" y="2259360"/>
                  </a:lnTo>
                  <a:lnTo>
                    <a:pt x="2282821" y="2259738"/>
                  </a:lnTo>
                  <a:lnTo>
                    <a:pt x="2283007" y="2259440"/>
                  </a:lnTo>
                  <a:lnTo>
                    <a:pt x="2283194" y="2258865"/>
                  </a:lnTo>
                  <a:lnTo>
                    <a:pt x="2283381" y="2258358"/>
                  </a:lnTo>
                  <a:lnTo>
                    <a:pt x="2283568" y="2257544"/>
                  </a:lnTo>
                  <a:lnTo>
                    <a:pt x="2283755" y="2256674"/>
                  </a:lnTo>
                  <a:lnTo>
                    <a:pt x="2283942" y="2256075"/>
                  </a:lnTo>
                  <a:lnTo>
                    <a:pt x="2284129" y="2255482"/>
                  </a:lnTo>
                  <a:lnTo>
                    <a:pt x="2284316" y="2255132"/>
                  </a:lnTo>
                  <a:lnTo>
                    <a:pt x="2284503" y="2254837"/>
                  </a:lnTo>
                  <a:lnTo>
                    <a:pt x="2284690" y="2254492"/>
                  </a:lnTo>
                  <a:lnTo>
                    <a:pt x="2284877" y="2253923"/>
                  </a:lnTo>
                  <a:lnTo>
                    <a:pt x="2285064" y="2253447"/>
                  </a:lnTo>
                  <a:lnTo>
                    <a:pt x="2285251" y="2252707"/>
                  </a:lnTo>
                  <a:lnTo>
                    <a:pt x="2285437" y="2251837"/>
                  </a:lnTo>
                  <a:lnTo>
                    <a:pt x="2285624" y="2251409"/>
                  </a:lnTo>
                  <a:lnTo>
                    <a:pt x="2285811" y="2252019"/>
                  </a:lnTo>
                  <a:lnTo>
                    <a:pt x="2285998" y="2253147"/>
                  </a:lnTo>
                  <a:lnTo>
                    <a:pt x="2286185" y="2254262"/>
                  </a:lnTo>
                  <a:lnTo>
                    <a:pt x="2286372" y="2255302"/>
                  </a:lnTo>
                  <a:lnTo>
                    <a:pt x="2286559" y="2256311"/>
                  </a:lnTo>
                  <a:lnTo>
                    <a:pt x="2286746" y="2257067"/>
                  </a:lnTo>
                  <a:lnTo>
                    <a:pt x="2286933" y="2257865"/>
                  </a:lnTo>
                  <a:lnTo>
                    <a:pt x="2287120" y="2259243"/>
                  </a:lnTo>
                  <a:lnTo>
                    <a:pt x="2287307" y="2260819"/>
                  </a:lnTo>
                  <a:lnTo>
                    <a:pt x="2287494" y="2262370"/>
                  </a:lnTo>
                  <a:lnTo>
                    <a:pt x="2287680" y="2263938"/>
                  </a:lnTo>
                  <a:lnTo>
                    <a:pt x="2287867" y="2265299"/>
                  </a:lnTo>
                  <a:lnTo>
                    <a:pt x="2288054" y="2266975"/>
                  </a:lnTo>
                  <a:lnTo>
                    <a:pt x="2288241" y="2268567"/>
                  </a:lnTo>
                  <a:lnTo>
                    <a:pt x="2288428" y="2269425"/>
                  </a:lnTo>
                  <a:lnTo>
                    <a:pt x="2288615" y="2269253"/>
                  </a:lnTo>
                  <a:lnTo>
                    <a:pt x="2288802" y="2268563"/>
                  </a:lnTo>
                  <a:lnTo>
                    <a:pt x="2288989" y="2267697"/>
                  </a:lnTo>
                  <a:lnTo>
                    <a:pt x="2289176" y="2266832"/>
                  </a:lnTo>
                  <a:lnTo>
                    <a:pt x="2289363" y="2266048"/>
                  </a:lnTo>
                  <a:lnTo>
                    <a:pt x="2289550" y="2265270"/>
                  </a:lnTo>
                  <a:lnTo>
                    <a:pt x="2289737" y="2264492"/>
                  </a:lnTo>
                  <a:lnTo>
                    <a:pt x="2289924" y="2263779"/>
                  </a:lnTo>
                  <a:lnTo>
                    <a:pt x="2290110" y="2262951"/>
                  </a:lnTo>
                  <a:lnTo>
                    <a:pt x="2290297" y="2262382"/>
                  </a:lnTo>
                  <a:lnTo>
                    <a:pt x="2290484" y="2261814"/>
                  </a:lnTo>
                  <a:lnTo>
                    <a:pt x="2290671" y="2261216"/>
                  </a:lnTo>
                  <a:lnTo>
                    <a:pt x="2290858" y="2260491"/>
                  </a:lnTo>
                  <a:lnTo>
                    <a:pt x="2291045" y="2259682"/>
                  </a:lnTo>
                  <a:lnTo>
                    <a:pt x="2291232" y="2259040"/>
                  </a:lnTo>
                  <a:lnTo>
                    <a:pt x="2291419" y="2258522"/>
                  </a:lnTo>
                  <a:lnTo>
                    <a:pt x="2291606" y="2258209"/>
                  </a:lnTo>
                  <a:lnTo>
                    <a:pt x="2291793" y="2257888"/>
                  </a:lnTo>
                  <a:lnTo>
                    <a:pt x="2291980" y="2257530"/>
                  </a:lnTo>
                  <a:lnTo>
                    <a:pt x="2292167" y="2257208"/>
                  </a:lnTo>
                  <a:lnTo>
                    <a:pt x="2292354" y="2257208"/>
                  </a:lnTo>
                  <a:lnTo>
                    <a:pt x="2292540" y="2257208"/>
                  </a:lnTo>
                  <a:lnTo>
                    <a:pt x="2292727" y="2257282"/>
                  </a:lnTo>
                  <a:lnTo>
                    <a:pt x="2292914" y="2257269"/>
                  </a:lnTo>
                  <a:lnTo>
                    <a:pt x="2293101" y="2257584"/>
                  </a:lnTo>
                  <a:lnTo>
                    <a:pt x="2293288" y="2257762"/>
                  </a:lnTo>
                  <a:lnTo>
                    <a:pt x="2293475" y="2257999"/>
                  </a:lnTo>
                  <a:lnTo>
                    <a:pt x="2293662" y="2258384"/>
                  </a:lnTo>
                  <a:lnTo>
                    <a:pt x="2293849" y="2258922"/>
                  </a:lnTo>
                  <a:lnTo>
                    <a:pt x="2294036" y="2259421"/>
                  </a:lnTo>
                  <a:lnTo>
                    <a:pt x="2294223" y="2259801"/>
                  </a:lnTo>
                  <a:lnTo>
                    <a:pt x="2294410" y="2260107"/>
                  </a:lnTo>
                  <a:lnTo>
                    <a:pt x="2294597" y="2260493"/>
                  </a:lnTo>
                  <a:lnTo>
                    <a:pt x="2294783" y="2260858"/>
                  </a:lnTo>
                  <a:lnTo>
                    <a:pt x="2294970" y="2261070"/>
                  </a:lnTo>
                  <a:lnTo>
                    <a:pt x="2295157" y="2261105"/>
                  </a:lnTo>
                  <a:lnTo>
                    <a:pt x="2295344" y="2260734"/>
                  </a:lnTo>
                  <a:lnTo>
                    <a:pt x="2295531" y="2260124"/>
                  </a:lnTo>
                  <a:lnTo>
                    <a:pt x="2295718" y="2259504"/>
                  </a:lnTo>
                  <a:lnTo>
                    <a:pt x="2295905" y="2258727"/>
                  </a:lnTo>
                  <a:lnTo>
                    <a:pt x="2296092" y="2257733"/>
                  </a:lnTo>
                  <a:lnTo>
                    <a:pt x="2296279" y="2257192"/>
                  </a:lnTo>
                  <a:lnTo>
                    <a:pt x="2296466" y="2256357"/>
                  </a:lnTo>
                  <a:lnTo>
                    <a:pt x="2296653" y="2256176"/>
                  </a:lnTo>
                  <a:lnTo>
                    <a:pt x="2296840" y="2256349"/>
                  </a:lnTo>
                  <a:lnTo>
                    <a:pt x="2297027" y="2257108"/>
                  </a:lnTo>
                  <a:lnTo>
                    <a:pt x="2297213" y="2257041"/>
                  </a:lnTo>
                  <a:lnTo>
                    <a:pt x="2297400" y="2256990"/>
                  </a:lnTo>
                  <a:lnTo>
                    <a:pt x="2297587" y="2256505"/>
                  </a:lnTo>
                  <a:lnTo>
                    <a:pt x="2297774" y="2256128"/>
                  </a:lnTo>
                  <a:lnTo>
                    <a:pt x="2297961" y="2255955"/>
                  </a:lnTo>
                  <a:lnTo>
                    <a:pt x="2298148" y="2256038"/>
                  </a:lnTo>
                  <a:lnTo>
                    <a:pt x="2298335" y="2256307"/>
                  </a:lnTo>
                  <a:lnTo>
                    <a:pt x="2298522" y="2256678"/>
                  </a:lnTo>
                  <a:lnTo>
                    <a:pt x="2298709" y="2256846"/>
                  </a:lnTo>
                  <a:lnTo>
                    <a:pt x="2298896" y="2256996"/>
                  </a:lnTo>
                  <a:lnTo>
                    <a:pt x="2299083" y="2257391"/>
                  </a:lnTo>
                  <a:lnTo>
                    <a:pt x="2299270" y="2257667"/>
                  </a:lnTo>
                  <a:lnTo>
                    <a:pt x="2299456" y="2257709"/>
                  </a:lnTo>
                  <a:lnTo>
                    <a:pt x="2299643" y="2257506"/>
                  </a:lnTo>
                  <a:lnTo>
                    <a:pt x="2299830" y="2257011"/>
                  </a:lnTo>
                  <a:lnTo>
                    <a:pt x="2300017" y="2256578"/>
                  </a:lnTo>
                  <a:lnTo>
                    <a:pt x="2300204" y="2256361"/>
                  </a:lnTo>
                  <a:lnTo>
                    <a:pt x="2300391" y="2256045"/>
                  </a:lnTo>
                  <a:lnTo>
                    <a:pt x="2300578" y="2256037"/>
                  </a:lnTo>
                  <a:lnTo>
                    <a:pt x="2300765" y="2255913"/>
                  </a:lnTo>
                  <a:lnTo>
                    <a:pt x="2300952" y="2255913"/>
                  </a:lnTo>
                  <a:lnTo>
                    <a:pt x="2301139" y="2255574"/>
                  </a:lnTo>
                  <a:lnTo>
                    <a:pt x="2301326" y="2254914"/>
                  </a:lnTo>
                  <a:lnTo>
                    <a:pt x="2301513" y="2254221"/>
                  </a:lnTo>
                  <a:lnTo>
                    <a:pt x="2301700" y="2253429"/>
                  </a:lnTo>
                  <a:lnTo>
                    <a:pt x="2301886" y="2252530"/>
                  </a:lnTo>
                  <a:lnTo>
                    <a:pt x="2302073" y="2251605"/>
                  </a:lnTo>
                  <a:lnTo>
                    <a:pt x="2302260" y="2250640"/>
                  </a:lnTo>
                  <a:lnTo>
                    <a:pt x="2302447" y="2249394"/>
                  </a:lnTo>
                  <a:lnTo>
                    <a:pt x="2302634" y="2248016"/>
                  </a:lnTo>
                  <a:lnTo>
                    <a:pt x="2302821" y="2246704"/>
                  </a:lnTo>
                  <a:lnTo>
                    <a:pt x="2303008" y="2245260"/>
                  </a:lnTo>
                  <a:lnTo>
                    <a:pt x="2303195" y="2243486"/>
                  </a:lnTo>
                  <a:lnTo>
                    <a:pt x="2303382" y="2241563"/>
                  </a:lnTo>
                  <a:lnTo>
                    <a:pt x="2303569" y="2239467"/>
                  </a:lnTo>
                  <a:lnTo>
                    <a:pt x="2303756" y="2237148"/>
                  </a:lnTo>
                  <a:lnTo>
                    <a:pt x="2303943" y="2234912"/>
                  </a:lnTo>
                  <a:lnTo>
                    <a:pt x="2304130" y="2232766"/>
                  </a:lnTo>
                  <a:lnTo>
                    <a:pt x="2304316" y="2230613"/>
                  </a:lnTo>
                  <a:lnTo>
                    <a:pt x="2304503" y="2228731"/>
                  </a:lnTo>
                  <a:lnTo>
                    <a:pt x="2304690" y="2226627"/>
                  </a:lnTo>
                  <a:lnTo>
                    <a:pt x="2304877" y="2224548"/>
                  </a:lnTo>
                  <a:lnTo>
                    <a:pt x="2305064" y="2222468"/>
                  </a:lnTo>
                  <a:lnTo>
                    <a:pt x="2305251" y="2220595"/>
                  </a:lnTo>
                  <a:lnTo>
                    <a:pt x="2305438" y="2218672"/>
                  </a:lnTo>
                  <a:lnTo>
                    <a:pt x="2305625" y="2216527"/>
                  </a:lnTo>
                  <a:lnTo>
                    <a:pt x="2305812" y="2214456"/>
                  </a:lnTo>
                  <a:lnTo>
                    <a:pt x="2305999" y="2213053"/>
                  </a:lnTo>
                  <a:lnTo>
                    <a:pt x="2306186" y="2211964"/>
                  </a:lnTo>
                  <a:lnTo>
                    <a:pt x="2306373" y="2211180"/>
                  </a:lnTo>
                  <a:lnTo>
                    <a:pt x="2306559" y="2210528"/>
                  </a:lnTo>
                  <a:lnTo>
                    <a:pt x="2306746" y="2210132"/>
                  </a:lnTo>
                  <a:lnTo>
                    <a:pt x="2306933" y="2209967"/>
                  </a:lnTo>
                  <a:lnTo>
                    <a:pt x="2307120" y="2209892"/>
                  </a:lnTo>
                  <a:lnTo>
                    <a:pt x="2307307" y="2209513"/>
                  </a:lnTo>
                  <a:lnTo>
                    <a:pt x="2307494" y="2209331"/>
                  </a:lnTo>
                  <a:lnTo>
                    <a:pt x="2307681" y="2209331"/>
                  </a:lnTo>
                  <a:lnTo>
                    <a:pt x="2307868" y="2209620"/>
                  </a:lnTo>
                  <a:lnTo>
                    <a:pt x="2308055" y="2209950"/>
                  </a:lnTo>
                  <a:lnTo>
                    <a:pt x="2308242" y="2210387"/>
                  </a:lnTo>
                  <a:lnTo>
                    <a:pt x="2308429" y="2211048"/>
                  </a:lnTo>
                  <a:lnTo>
                    <a:pt x="2308616" y="2211592"/>
                  </a:lnTo>
                  <a:lnTo>
                    <a:pt x="2308803" y="2211724"/>
                  </a:lnTo>
                  <a:lnTo>
                    <a:pt x="2308989" y="2211765"/>
                  </a:lnTo>
                  <a:lnTo>
                    <a:pt x="2309176" y="2211790"/>
                  </a:lnTo>
                  <a:lnTo>
                    <a:pt x="2309363" y="2211889"/>
                  </a:lnTo>
                  <a:lnTo>
                    <a:pt x="2309550" y="2212219"/>
                  </a:lnTo>
                  <a:lnTo>
                    <a:pt x="2309737" y="2212549"/>
                  </a:lnTo>
                  <a:lnTo>
                    <a:pt x="2309924" y="2212904"/>
                  </a:lnTo>
                  <a:lnTo>
                    <a:pt x="2310111" y="2213399"/>
                  </a:lnTo>
                  <a:lnTo>
                    <a:pt x="2310298" y="2213812"/>
                  </a:lnTo>
                  <a:lnTo>
                    <a:pt x="2310485" y="2214109"/>
                  </a:lnTo>
                  <a:lnTo>
                    <a:pt x="2310672" y="2214076"/>
                  </a:lnTo>
                  <a:lnTo>
                    <a:pt x="2310859" y="2213804"/>
                  </a:lnTo>
                  <a:lnTo>
                    <a:pt x="2311046" y="2213383"/>
                  </a:lnTo>
                  <a:lnTo>
                    <a:pt x="2311232" y="2212648"/>
                  </a:lnTo>
                  <a:lnTo>
                    <a:pt x="2311419" y="2212302"/>
                  </a:lnTo>
                  <a:lnTo>
                    <a:pt x="2311606" y="2211840"/>
                  </a:lnTo>
                  <a:lnTo>
                    <a:pt x="2311793" y="2211163"/>
                  </a:lnTo>
                  <a:lnTo>
                    <a:pt x="2311980" y="2210222"/>
                  </a:lnTo>
                  <a:lnTo>
                    <a:pt x="2312167" y="2209298"/>
                  </a:lnTo>
                  <a:lnTo>
                    <a:pt x="2312354" y="2208143"/>
                  </a:lnTo>
                  <a:lnTo>
                    <a:pt x="2312541" y="2207523"/>
                  </a:lnTo>
                  <a:lnTo>
                    <a:pt x="2312728" y="2207047"/>
                  </a:lnTo>
                  <a:lnTo>
                    <a:pt x="2312915" y="2206805"/>
                  </a:lnTo>
                  <a:lnTo>
                    <a:pt x="2313102" y="2206708"/>
                  </a:lnTo>
                  <a:lnTo>
                    <a:pt x="2313289" y="2206664"/>
                  </a:lnTo>
                  <a:lnTo>
                    <a:pt x="2313476" y="2206788"/>
                  </a:lnTo>
                  <a:lnTo>
                    <a:pt x="2313662" y="2207100"/>
                  </a:lnTo>
                  <a:lnTo>
                    <a:pt x="2313849" y="2207297"/>
                  </a:lnTo>
                  <a:lnTo>
                    <a:pt x="2314036" y="2207328"/>
                  </a:lnTo>
                  <a:lnTo>
                    <a:pt x="2314223" y="2207062"/>
                  </a:lnTo>
                  <a:lnTo>
                    <a:pt x="2314410" y="2206727"/>
                  </a:lnTo>
                  <a:lnTo>
                    <a:pt x="2314597" y="2206277"/>
                  </a:lnTo>
                  <a:lnTo>
                    <a:pt x="2314784" y="2205746"/>
                  </a:lnTo>
                  <a:lnTo>
                    <a:pt x="2314971" y="2205306"/>
                  </a:lnTo>
                  <a:lnTo>
                    <a:pt x="2315158" y="2204775"/>
                  </a:lnTo>
                  <a:lnTo>
                    <a:pt x="2315345" y="2203956"/>
                  </a:lnTo>
                  <a:lnTo>
                    <a:pt x="2315532" y="2202801"/>
                  </a:lnTo>
                  <a:lnTo>
                    <a:pt x="2315719" y="2200400"/>
                  </a:lnTo>
                  <a:lnTo>
                    <a:pt x="2315906" y="2198123"/>
                  </a:lnTo>
                  <a:lnTo>
                    <a:pt x="2316092" y="2195862"/>
                  </a:lnTo>
                  <a:lnTo>
                    <a:pt x="2316279" y="2193477"/>
                  </a:lnTo>
                  <a:lnTo>
                    <a:pt x="2316466" y="2191191"/>
                  </a:lnTo>
                  <a:lnTo>
                    <a:pt x="2316653" y="2189161"/>
                  </a:lnTo>
                  <a:lnTo>
                    <a:pt x="2316840" y="2187225"/>
                  </a:lnTo>
                  <a:lnTo>
                    <a:pt x="2317027" y="2185295"/>
                  </a:lnTo>
                  <a:lnTo>
                    <a:pt x="2317214" y="2183687"/>
                  </a:lnTo>
                  <a:lnTo>
                    <a:pt x="2317401" y="2182525"/>
                  </a:lnTo>
                  <a:lnTo>
                    <a:pt x="2317588" y="2181680"/>
                  </a:lnTo>
                  <a:lnTo>
                    <a:pt x="2317775" y="2181344"/>
                  </a:lnTo>
                  <a:lnTo>
                    <a:pt x="2317962" y="2181058"/>
                  </a:lnTo>
                  <a:lnTo>
                    <a:pt x="2318149" y="2181175"/>
                  </a:lnTo>
                  <a:lnTo>
                    <a:pt x="2318335" y="2181482"/>
                  </a:lnTo>
                  <a:lnTo>
                    <a:pt x="2318522" y="2181819"/>
                  </a:lnTo>
                  <a:lnTo>
                    <a:pt x="2318709" y="2181969"/>
                  </a:lnTo>
                  <a:lnTo>
                    <a:pt x="2318896" y="2182182"/>
                  </a:lnTo>
                  <a:lnTo>
                    <a:pt x="2319083" y="2182561"/>
                  </a:lnTo>
                  <a:lnTo>
                    <a:pt x="2319270" y="2183055"/>
                  </a:lnTo>
                  <a:lnTo>
                    <a:pt x="2319457" y="2183386"/>
                  </a:lnTo>
                  <a:lnTo>
                    <a:pt x="2319644" y="2183531"/>
                  </a:lnTo>
                  <a:lnTo>
                    <a:pt x="2319831" y="2183595"/>
                  </a:lnTo>
                  <a:lnTo>
                    <a:pt x="2320018" y="2183482"/>
                  </a:lnTo>
                  <a:lnTo>
                    <a:pt x="2320205" y="2183138"/>
                  </a:lnTo>
                  <a:lnTo>
                    <a:pt x="2320392" y="2183242"/>
                  </a:lnTo>
                  <a:lnTo>
                    <a:pt x="2320579" y="2183564"/>
                  </a:lnTo>
                  <a:lnTo>
                    <a:pt x="2320765" y="2183950"/>
                  </a:lnTo>
                  <a:lnTo>
                    <a:pt x="2320952" y="2183694"/>
                  </a:lnTo>
                  <a:lnTo>
                    <a:pt x="2321139" y="2183021"/>
                  </a:lnTo>
                  <a:lnTo>
                    <a:pt x="2321326" y="2180718"/>
                  </a:lnTo>
                  <a:lnTo>
                    <a:pt x="2321513" y="2178268"/>
                  </a:lnTo>
                  <a:lnTo>
                    <a:pt x="2321700" y="2174959"/>
                  </a:lnTo>
                  <a:lnTo>
                    <a:pt x="2321887" y="2171245"/>
                  </a:lnTo>
                  <a:lnTo>
                    <a:pt x="2322074" y="2167326"/>
                  </a:lnTo>
                  <a:lnTo>
                    <a:pt x="2322261" y="2163513"/>
                  </a:lnTo>
                  <a:lnTo>
                    <a:pt x="2322448" y="2159478"/>
                  </a:lnTo>
                  <a:lnTo>
                    <a:pt x="2322635" y="2155525"/>
                  </a:lnTo>
                  <a:lnTo>
                    <a:pt x="2322822" y="2151639"/>
                  </a:lnTo>
                  <a:lnTo>
                    <a:pt x="2323009" y="2147604"/>
                  </a:lnTo>
                  <a:lnTo>
                    <a:pt x="2323195" y="2143329"/>
                  </a:lnTo>
                  <a:lnTo>
                    <a:pt x="2323382" y="2138725"/>
                  </a:lnTo>
                  <a:lnTo>
                    <a:pt x="2323569" y="2133906"/>
                  </a:lnTo>
                  <a:lnTo>
                    <a:pt x="2323756" y="2129128"/>
                  </a:lnTo>
                  <a:lnTo>
                    <a:pt x="2323943" y="2126227"/>
                  </a:lnTo>
                  <a:lnTo>
                    <a:pt x="2324130" y="2123546"/>
                  </a:lnTo>
                  <a:lnTo>
                    <a:pt x="2324317" y="2120933"/>
                  </a:lnTo>
                  <a:lnTo>
                    <a:pt x="2324504" y="2118546"/>
                  </a:lnTo>
                  <a:lnTo>
                    <a:pt x="2324691" y="2116893"/>
                  </a:lnTo>
                  <a:lnTo>
                    <a:pt x="2324878" y="2115395"/>
                  </a:lnTo>
                  <a:lnTo>
                    <a:pt x="2325065" y="2113833"/>
                  </a:lnTo>
                  <a:lnTo>
                    <a:pt x="2325252" y="2112428"/>
                  </a:lnTo>
                  <a:lnTo>
                    <a:pt x="2325438" y="2111079"/>
                  </a:lnTo>
                  <a:lnTo>
                    <a:pt x="2325625" y="2109847"/>
                  </a:lnTo>
                  <a:lnTo>
                    <a:pt x="2325812" y="2108946"/>
                  </a:lnTo>
                  <a:lnTo>
                    <a:pt x="2325999" y="2108135"/>
                  </a:lnTo>
                  <a:lnTo>
                    <a:pt x="2326186" y="2107205"/>
                  </a:lnTo>
                  <a:lnTo>
                    <a:pt x="2326373" y="2106324"/>
                  </a:lnTo>
                  <a:lnTo>
                    <a:pt x="2326560" y="2105434"/>
                  </a:lnTo>
                  <a:lnTo>
                    <a:pt x="2326747" y="2104623"/>
                  </a:lnTo>
                  <a:lnTo>
                    <a:pt x="2326934" y="2103956"/>
                  </a:lnTo>
                  <a:lnTo>
                    <a:pt x="2327121" y="2102973"/>
                  </a:lnTo>
                  <a:lnTo>
                    <a:pt x="2327308" y="2102387"/>
                  </a:lnTo>
                  <a:lnTo>
                    <a:pt x="2327495" y="2102136"/>
                  </a:lnTo>
                  <a:lnTo>
                    <a:pt x="2327682" y="2101612"/>
                  </a:lnTo>
                  <a:lnTo>
                    <a:pt x="2327868" y="2100613"/>
                  </a:lnTo>
                  <a:lnTo>
                    <a:pt x="2328055" y="2099772"/>
                  </a:lnTo>
                  <a:lnTo>
                    <a:pt x="2328242" y="2098947"/>
                  </a:lnTo>
                  <a:lnTo>
                    <a:pt x="2328429" y="2098121"/>
                  </a:lnTo>
                  <a:lnTo>
                    <a:pt x="2328616" y="2097222"/>
                  </a:lnTo>
                  <a:lnTo>
                    <a:pt x="2328803" y="2096496"/>
                  </a:lnTo>
                  <a:lnTo>
                    <a:pt x="2328990" y="2096347"/>
                  </a:lnTo>
                  <a:lnTo>
                    <a:pt x="2329177" y="2096314"/>
                  </a:lnTo>
                  <a:lnTo>
                    <a:pt x="2329364" y="2096364"/>
                  </a:lnTo>
                  <a:lnTo>
                    <a:pt x="2329551" y="2096364"/>
                  </a:lnTo>
                  <a:lnTo>
                    <a:pt x="2329738" y="2096364"/>
                  </a:lnTo>
                  <a:lnTo>
                    <a:pt x="2329925" y="2096364"/>
                  </a:lnTo>
                  <a:lnTo>
                    <a:pt x="2330111" y="2096290"/>
                  </a:lnTo>
                  <a:lnTo>
                    <a:pt x="2330298" y="2096124"/>
                  </a:lnTo>
                  <a:lnTo>
                    <a:pt x="2330485" y="2095819"/>
                  </a:lnTo>
                  <a:lnTo>
                    <a:pt x="2330672" y="2095324"/>
                  </a:lnTo>
                  <a:lnTo>
                    <a:pt x="2330859" y="2094829"/>
                  </a:lnTo>
                  <a:lnTo>
                    <a:pt x="2331046" y="2094334"/>
                  </a:lnTo>
                  <a:lnTo>
                    <a:pt x="2331233" y="2093839"/>
                  </a:lnTo>
                  <a:lnTo>
                    <a:pt x="2331420" y="2093410"/>
                  </a:lnTo>
                  <a:lnTo>
                    <a:pt x="2331607" y="2093080"/>
                  </a:lnTo>
                  <a:lnTo>
                    <a:pt x="2331794" y="2092791"/>
                  </a:lnTo>
                  <a:lnTo>
                    <a:pt x="2331981" y="2092419"/>
                  </a:lnTo>
                  <a:lnTo>
                    <a:pt x="2332168" y="2092114"/>
                  </a:lnTo>
                  <a:lnTo>
                    <a:pt x="2332355" y="2091685"/>
                  </a:lnTo>
                  <a:lnTo>
                    <a:pt x="2332541" y="2090769"/>
                  </a:lnTo>
                  <a:lnTo>
                    <a:pt x="2332728" y="2090150"/>
                  </a:lnTo>
                  <a:lnTo>
                    <a:pt x="2332915" y="2089845"/>
                  </a:lnTo>
                  <a:lnTo>
                    <a:pt x="2333102" y="2089680"/>
                  </a:lnTo>
                  <a:lnTo>
                    <a:pt x="2333289" y="2089779"/>
                  </a:lnTo>
                  <a:lnTo>
                    <a:pt x="2333476" y="2089944"/>
                  </a:lnTo>
                  <a:lnTo>
                    <a:pt x="2333663" y="2089993"/>
                  </a:lnTo>
                  <a:lnTo>
                    <a:pt x="2333850" y="2089993"/>
                  </a:lnTo>
                  <a:lnTo>
                    <a:pt x="2334037" y="2089993"/>
                  </a:lnTo>
                  <a:lnTo>
                    <a:pt x="2334224" y="2089927"/>
                  </a:lnTo>
                  <a:lnTo>
                    <a:pt x="2334411" y="2089762"/>
                  </a:lnTo>
                  <a:lnTo>
                    <a:pt x="2334598" y="2089597"/>
                  </a:lnTo>
                  <a:lnTo>
                    <a:pt x="2334785" y="2089523"/>
                  </a:lnTo>
                  <a:lnTo>
                    <a:pt x="2334971" y="2089275"/>
                  </a:lnTo>
                  <a:lnTo>
                    <a:pt x="2335158" y="2088888"/>
                  </a:lnTo>
                  <a:lnTo>
                    <a:pt x="2335345" y="2088962"/>
                  </a:lnTo>
                  <a:lnTo>
                    <a:pt x="2335532" y="2089402"/>
                  </a:lnTo>
                  <a:lnTo>
                    <a:pt x="2335719" y="2089500"/>
                  </a:lnTo>
                  <a:lnTo>
                    <a:pt x="2335906" y="2089392"/>
                  </a:lnTo>
                  <a:lnTo>
                    <a:pt x="2336093" y="2089356"/>
                  </a:lnTo>
                  <a:lnTo>
                    <a:pt x="2336280" y="2089462"/>
                  </a:lnTo>
                  <a:lnTo>
                    <a:pt x="2336467" y="2089597"/>
                  </a:lnTo>
                  <a:lnTo>
                    <a:pt x="2336654" y="2089847"/>
                  </a:lnTo>
                  <a:lnTo>
                    <a:pt x="2336841" y="2089960"/>
                  </a:lnTo>
                  <a:lnTo>
                    <a:pt x="2337028" y="2089966"/>
                  </a:lnTo>
                  <a:lnTo>
                    <a:pt x="2337214" y="2089804"/>
                  </a:lnTo>
                  <a:lnTo>
                    <a:pt x="2337401" y="2089283"/>
                  </a:lnTo>
                  <a:lnTo>
                    <a:pt x="2337588" y="2088364"/>
                  </a:lnTo>
                  <a:lnTo>
                    <a:pt x="2337775" y="2087540"/>
                  </a:lnTo>
                  <a:lnTo>
                    <a:pt x="2337962" y="2086945"/>
                  </a:lnTo>
                  <a:lnTo>
                    <a:pt x="2338149" y="2086152"/>
                  </a:lnTo>
                  <a:lnTo>
                    <a:pt x="2338336" y="2085034"/>
                  </a:lnTo>
                  <a:lnTo>
                    <a:pt x="2338523" y="2084019"/>
                  </a:lnTo>
                  <a:lnTo>
                    <a:pt x="2338710" y="2082187"/>
                  </a:lnTo>
                  <a:lnTo>
                    <a:pt x="2338897" y="2079794"/>
                  </a:lnTo>
                  <a:lnTo>
                    <a:pt x="2339084" y="2077014"/>
                  </a:lnTo>
                  <a:lnTo>
                    <a:pt x="2339271" y="2074026"/>
                  </a:lnTo>
                  <a:lnTo>
                    <a:pt x="2339458" y="2070924"/>
                  </a:lnTo>
                  <a:lnTo>
                    <a:pt x="2339644" y="2067961"/>
                  </a:lnTo>
                  <a:lnTo>
                    <a:pt x="2339831" y="2065271"/>
                  </a:lnTo>
                  <a:lnTo>
                    <a:pt x="2340018" y="2062631"/>
                  </a:lnTo>
                  <a:lnTo>
                    <a:pt x="2340205" y="2060106"/>
                  </a:lnTo>
                  <a:lnTo>
                    <a:pt x="2340392" y="2057927"/>
                  </a:lnTo>
                  <a:lnTo>
                    <a:pt x="2340579" y="2055716"/>
                  </a:lnTo>
                  <a:lnTo>
                    <a:pt x="2340766" y="2053108"/>
                  </a:lnTo>
                  <a:lnTo>
                    <a:pt x="2340953" y="2050781"/>
                  </a:lnTo>
                  <a:lnTo>
                    <a:pt x="2341140" y="2049032"/>
                  </a:lnTo>
                  <a:lnTo>
                    <a:pt x="2341327" y="2047513"/>
                  </a:lnTo>
                  <a:lnTo>
                    <a:pt x="2341514" y="2046209"/>
                  </a:lnTo>
                  <a:lnTo>
                    <a:pt x="2341701" y="2045475"/>
                  </a:lnTo>
                  <a:lnTo>
                    <a:pt x="2341888" y="2045038"/>
                  </a:lnTo>
                  <a:lnTo>
                    <a:pt x="2342074" y="2044823"/>
                  </a:lnTo>
                  <a:lnTo>
                    <a:pt x="2342261" y="2044609"/>
                  </a:lnTo>
                  <a:lnTo>
                    <a:pt x="2342448" y="2044798"/>
                  </a:lnTo>
                  <a:lnTo>
                    <a:pt x="2342635" y="2045021"/>
                  </a:lnTo>
                  <a:lnTo>
                    <a:pt x="2342822" y="2045392"/>
                  </a:lnTo>
                  <a:lnTo>
                    <a:pt x="2343009" y="2046143"/>
                  </a:lnTo>
                  <a:lnTo>
                    <a:pt x="2343196" y="2047125"/>
                  </a:lnTo>
                  <a:lnTo>
                    <a:pt x="2343383" y="2048182"/>
                  </a:lnTo>
                  <a:lnTo>
                    <a:pt x="2343570" y="2049791"/>
                  </a:lnTo>
                  <a:lnTo>
                    <a:pt x="2343757" y="2051359"/>
                  </a:lnTo>
                  <a:lnTo>
                    <a:pt x="2343944" y="2052671"/>
                  </a:lnTo>
                  <a:lnTo>
                    <a:pt x="2344131" y="2053727"/>
                  </a:lnTo>
                  <a:lnTo>
                    <a:pt x="2344317" y="2054552"/>
                  </a:lnTo>
                  <a:lnTo>
                    <a:pt x="2344504" y="2055278"/>
                  </a:lnTo>
                  <a:lnTo>
                    <a:pt x="2344691" y="2056021"/>
                  </a:lnTo>
                  <a:lnTo>
                    <a:pt x="2344878" y="2056648"/>
                  </a:lnTo>
                  <a:lnTo>
                    <a:pt x="2345065" y="2057341"/>
                  </a:lnTo>
                  <a:lnTo>
                    <a:pt x="2345252" y="2057622"/>
                  </a:lnTo>
                  <a:lnTo>
                    <a:pt x="2345439" y="2057787"/>
                  </a:lnTo>
                  <a:lnTo>
                    <a:pt x="2345626" y="2057985"/>
                  </a:lnTo>
                  <a:lnTo>
                    <a:pt x="2345813" y="2057861"/>
                  </a:lnTo>
                  <a:lnTo>
                    <a:pt x="2346000" y="2057696"/>
                  </a:lnTo>
                  <a:lnTo>
                    <a:pt x="2346187" y="2057597"/>
                  </a:lnTo>
                  <a:lnTo>
                    <a:pt x="2346374" y="2057160"/>
                  </a:lnTo>
                  <a:lnTo>
                    <a:pt x="2346561" y="2057047"/>
                  </a:lnTo>
                  <a:lnTo>
                    <a:pt x="2346747" y="2056880"/>
                  </a:lnTo>
                  <a:lnTo>
                    <a:pt x="2346934" y="2056772"/>
                  </a:lnTo>
                  <a:lnTo>
                    <a:pt x="2347121" y="2056562"/>
                  </a:lnTo>
                  <a:lnTo>
                    <a:pt x="2347308" y="2056219"/>
                  </a:lnTo>
                  <a:lnTo>
                    <a:pt x="2347495" y="2055801"/>
                  </a:lnTo>
                  <a:lnTo>
                    <a:pt x="2347682" y="2055478"/>
                  </a:lnTo>
                  <a:lnTo>
                    <a:pt x="2347869" y="2055133"/>
                  </a:lnTo>
                  <a:lnTo>
                    <a:pt x="2348056" y="2054961"/>
                  </a:lnTo>
                  <a:lnTo>
                    <a:pt x="2348243" y="2054765"/>
                  </a:lnTo>
                  <a:lnTo>
                    <a:pt x="2348430" y="2054612"/>
                  </a:lnTo>
                  <a:lnTo>
                    <a:pt x="2348617" y="2054734"/>
                  </a:lnTo>
                  <a:lnTo>
                    <a:pt x="2348804" y="2054708"/>
                  </a:lnTo>
                  <a:lnTo>
                    <a:pt x="2348990" y="2054516"/>
                  </a:lnTo>
                  <a:lnTo>
                    <a:pt x="2349177" y="2054930"/>
                  </a:lnTo>
                  <a:lnTo>
                    <a:pt x="2349364" y="2055438"/>
                  </a:lnTo>
                  <a:lnTo>
                    <a:pt x="2349551" y="2055501"/>
                  </a:lnTo>
                  <a:lnTo>
                    <a:pt x="2349738" y="2055421"/>
                  </a:lnTo>
                  <a:lnTo>
                    <a:pt x="2349925" y="2054648"/>
                  </a:lnTo>
                  <a:lnTo>
                    <a:pt x="2350112" y="2053939"/>
                  </a:lnTo>
                  <a:lnTo>
                    <a:pt x="2350299" y="2052952"/>
                  </a:lnTo>
                  <a:lnTo>
                    <a:pt x="2350486" y="2051845"/>
                  </a:lnTo>
                  <a:lnTo>
                    <a:pt x="2350673" y="2050789"/>
                  </a:lnTo>
                  <a:lnTo>
                    <a:pt x="2350860" y="2049663"/>
                  </a:lnTo>
                  <a:lnTo>
                    <a:pt x="2351047" y="2048573"/>
                  </a:lnTo>
                  <a:lnTo>
                    <a:pt x="2351234" y="2047629"/>
                  </a:lnTo>
                  <a:lnTo>
                    <a:pt x="2351420" y="2047021"/>
                  </a:lnTo>
                  <a:lnTo>
                    <a:pt x="2351607" y="2046640"/>
                  </a:lnTo>
                  <a:lnTo>
                    <a:pt x="2351794" y="2046704"/>
                  </a:lnTo>
                  <a:lnTo>
                    <a:pt x="2351981" y="2046894"/>
                  </a:lnTo>
                  <a:lnTo>
                    <a:pt x="2352168" y="2046931"/>
                  </a:lnTo>
                  <a:lnTo>
                    <a:pt x="2352355" y="2047451"/>
                  </a:lnTo>
                  <a:lnTo>
                    <a:pt x="2352542" y="2047541"/>
                  </a:lnTo>
                  <a:lnTo>
                    <a:pt x="2352729" y="2048210"/>
                  </a:lnTo>
                  <a:lnTo>
                    <a:pt x="2352916" y="2048952"/>
                  </a:lnTo>
                  <a:lnTo>
                    <a:pt x="2353103" y="2051048"/>
                  </a:lnTo>
                  <a:lnTo>
                    <a:pt x="2353290" y="2053111"/>
                  </a:lnTo>
                  <a:lnTo>
                    <a:pt x="2353477" y="2055108"/>
                  </a:lnTo>
                  <a:lnTo>
                    <a:pt x="2353664" y="2057254"/>
                  </a:lnTo>
                  <a:lnTo>
                    <a:pt x="2353850" y="2059391"/>
                  </a:lnTo>
                  <a:lnTo>
                    <a:pt x="2354037" y="2061446"/>
                  </a:lnTo>
                  <a:lnTo>
                    <a:pt x="2354224" y="2062865"/>
                  </a:lnTo>
                  <a:lnTo>
                    <a:pt x="2354411" y="2064111"/>
                  </a:lnTo>
                  <a:lnTo>
                    <a:pt x="2354598" y="2064854"/>
                  </a:lnTo>
                  <a:lnTo>
                    <a:pt x="2354785" y="2065341"/>
                  </a:lnTo>
                  <a:lnTo>
                    <a:pt x="2354972" y="2065596"/>
                  </a:lnTo>
                  <a:lnTo>
                    <a:pt x="2355159" y="2065230"/>
                  </a:lnTo>
                  <a:lnTo>
                    <a:pt x="2355346" y="2064813"/>
                  </a:lnTo>
                  <a:lnTo>
                    <a:pt x="2355533" y="2063994"/>
                  </a:lnTo>
                  <a:lnTo>
                    <a:pt x="2355720" y="2063033"/>
                  </a:lnTo>
                  <a:lnTo>
                    <a:pt x="2355907" y="2062438"/>
                  </a:lnTo>
                  <a:lnTo>
                    <a:pt x="2356093" y="2062327"/>
                  </a:lnTo>
                  <a:lnTo>
                    <a:pt x="2356280" y="2062328"/>
                  </a:lnTo>
                  <a:lnTo>
                    <a:pt x="2356467" y="2062347"/>
                  </a:lnTo>
                  <a:lnTo>
                    <a:pt x="2356654" y="2062390"/>
                  </a:lnTo>
                  <a:lnTo>
                    <a:pt x="2356841" y="2062524"/>
                  </a:lnTo>
                  <a:lnTo>
                    <a:pt x="2357028" y="2062863"/>
                  </a:lnTo>
                  <a:lnTo>
                    <a:pt x="2357215" y="2063502"/>
                  </a:lnTo>
                  <a:lnTo>
                    <a:pt x="2357402" y="2064482"/>
                  </a:lnTo>
                  <a:lnTo>
                    <a:pt x="2357589" y="2065919"/>
                  </a:lnTo>
                  <a:lnTo>
                    <a:pt x="2357776" y="2067390"/>
                  </a:lnTo>
                  <a:lnTo>
                    <a:pt x="2357963" y="2068946"/>
                  </a:lnTo>
                  <a:lnTo>
                    <a:pt x="2358150" y="2070400"/>
                  </a:lnTo>
                  <a:lnTo>
                    <a:pt x="2358337" y="2072582"/>
                  </a:lnTo>
                  <a:lnTo>
                    <a:pt x="2358523" y="2075182"/>
                  </a:lnTo>
                  <a:lnTo>
                    <a:pt x="2358710" y="2079197"/>
                  </a:lnTo>
                  <a:lnTo>
                    <a:pt x="2358897" y="2083071"/>
                  </a:lnTo>
                  <a:lnTo>
                    <a:pt x="2359084" y="2087574"/>
                  </a:lnTo>
                  <a:lnTo>
                    <a:pt x="2359271" y="2092263"/>
                  </a:lnTo>
                  <a:lnTo>
                    <a:pt x="2359458" y="2096908"/>
                  </a:lnTo>
                  <a:lnTo>
                    <a:pt x="2359645" y="2101494"/>
                  </a:lnTo>
                  <a:lnTo>
                    <a:pt x="2359832" y="2106167"/>
                  </a:lnTo>
                  <a:lnTo>
                    <a:pt x="2360019" y="2110819"/>
                  </a:lnTo>
                  <a:lnTo>
                    <a:pt x="2360206" y="2115519"/>
                  </a:lnTo>
                  <a:lnTo>
                    <a:pt x="2360393" y="2120130"/>
                  </a:lnTo>
                  <a:lnTo>
                    <a:pt x="2360580" y="2124890"/>
                  </a:lnTo>
                  <a:lnTo>
                    <a:pt x="2360767" y="2129814"/>
                  </a:lnTo>
                  <a:lnTo>
                    <a:pt x="2360953" y="2134786"/>
                  </a:lnTo>
                  <a:lnTo>
                    <a:pt x="2361140" y="2139529"/>
                  </a:lnTo>
                  <a:lnTo>
                    <a:pt x="2361327" y="2142302"/>
                  </a:lnTo>
                  <a:lnTo>
                    <a:pt x="2361514" y="2144811"/>
                  </a:lnTo>
                  <a:lnTo>
                    <a:pt x="2361701" y="2147135"/>
                  </a:lnTo>
                  <a:lnTo>
                    <a:pt x="2361888" y="2149417"/>
                  </a:lnTo>
                  <a:lnTo>
                    <a:pt x="2362075" y="2150988"/>
                  </a:lnTo>
                  <a:lnTo>
                    <a:pt x="2362262" y="2152522"/>
                  </a:lnTo>
                  <a:lnTo>
                    <a:pt x="2362449" y="2154202"/>
                  </a:lnTo>
                  <a:lnTo>
                    <a:pt x="2362636" y="2155786"/>
                  </a:lnTo>
                  <a:lnTo>
                    <a:pt x="2362823" y="2157200"/>
                  </a:lnTo>
                  <a:lnTo>
                    <a:pt x="2363010" y="2158448"/>
                  </a:lnTo>
                  <a:lnTo>
                    <a:pt x="2363196" y="2159393"/>
                  </a:lnTo>
                  <a:lnTo>
                    <a:pt x="2363383" y="2159964"/>
                  </a:lnTo>
                  <a:lnTo>
                    <a:pt x="2363570" y="2160450"/>
                  </a:lnTo>
                  <a:lnTo>
                    <a:pt x="2363757" y="2160699"/>
                  </a:lnTo>
                  <a:lnTo>
                    <a:pt x="2363944" y="2160788"/>
                  </a:lnTo>
                  <a:lnTo>
                    <a:pt x="2364131" y="2160353"/>
                  </a:lnTo>
                  <a:lnTo>
                    <a:pt x="2364318" y="2159923"/>
                  </a:lnTo>
                  <a:lnTo>
                    <a:pt x="2364505" y="2160337"/>
                  </a:lnTo>
                  <a:lnTo>
                    <a:pt x="2364692" y="2160362"/>
                  </a:lnTo>
                  <a:lnTo>
                    <a:pt x="2364879" y="2159920"/>
                  </a:lnTo>
                  <a:lnTo>
                    <a:pt x="2365066" y="2159494"/>
                  </a:lnTo>
                  <a:lnTo>
                    <a:pt x="2365253" y="2159560"/>
                  </a:lnTo>
                  <a:lnTo>
                    <a:pt x="2365440" y="2159775"/>
                  </a:lnTo>
                  <a:lnTo>
                    <a:pt x="2365626" y="2160006"/>
                  </a:lnTo>
                  <a:lnTo>
                    <a:pt x="2365813" y="2160080"/>
                  </a:lnTo>
                  <a:lnTo>
                    <a:pt x="2366000" y="2159915"/>
                  </a:lnTo>
                  <a:lnTo>
                    <a:pt x="2366187" y="2159486"/>
                  </a:lnTo>
                  <a:lnTo>
                    <a:pt x="2366374" y="2158389"/>
                  </a:lnTo>
                  <a:lnTo>
                    <a:pt x="2366561" y="2156978"/>
                  </a:lnTo>
                  <a:lnTo>
                    <a:pt x="2366748" y="2155245"/>
                  </a:lnTo>
                  <a:lnTo>
                    <a:pt x="2366935" y="2153314"/>
                  </a:lnTo>
                  <a:lnTo>
                    <a:pt x="2367122" y="2151465"/>
                  </a:lnTo>
                  <a:lnTo>
                    <a:pt x="2367309" y="2149312"/>
                  </a:lnTo>
                  <a:lnTo>
                    <a:pt x="2367496" y="2147568"/>
                  </a:lnTo>
                  <a:lnTo>
                    <a:pt x="2367683" y="2145814"/>
                  </a:lnTo>
                  <a:lnTo>
                    <a:pt x="2367869" y="2144243"/>
                  </a:lnTo>
                  <a:lnTo>
                    <a:pt x="2368056" y="2142650"/>
                  </a:lnTo>
                  <a:lnTo>
                    <a:pt x="2368243" y="2140690"/>
                  </a:lnTo>
                  <a:lnTo>
                    <a:pt x="2368430" y="2138616"/>
                  </a:lnTo>
                  <a:lnTo>
                    <a:pt x="2368617" y="2136530"/>
                  </a:lnTo>
                  <a:lnTo>
                    <a:pt x="2368804" y="2134444"/>
                  </a:lnTo>
                  <a:lnTo>
                    <a:pt x="2368991" y="2132413"/>
                  </a:lnTo>
                  <a:lnTo>
                    <a:pt x="2369178" y="2130322"/>
                  </a:lnTo>
                  <a:lnTo>
                    <a:pt x="2369365" y="2128448"/>
                  </a:lnTo>
                  <a:lnTo>
                    <a:pt x="2369552" y="2126874"/>
                  </a:lnTo>
                  <a:lnTo>
                    <a:pt x="2369739" y="2125870"/>
                  </a:lnTo>
                  <a:lnTo>
                    <a:pt x="2369926" y="2125710"/>
                  </a:lnTo>
                  <a:lnTo>
                    <a:pt x="2370113" y="2125972"/>
                  </a:lnTo>
                  <a:lnTo>
                    <a:pt x="2370299" y="2126720"/>
                  </a:lnTo>
                  <a:lnTo>
                    <a:pt x="2370486" y="2127675"/>
                  </a:lnTo>
                  <a:lnTo>
                    <a:pt x="2370673" y="2128431"/>
                  </a:lnTo>
                  <a:lnTo>
                    <a:pt x="2370860" y="2129009"/>
                  </a:lnTo>
                  <a:lnTo>
                    <a:pt x="2371047" y="2130313"/>
                  </a:lnTo>
                  <a:lnTo>
                    <a:pt x="2371234" y="2131955"/>
                  </a:lnTo>
                  <a:lnTo>
                    <a:pt x="2371421" y="2133770"/>
                  </a:lnTo>
                  <a:lnTo>
                    <a:pt x="2371608" y="2135751"/>
                  </a:lnTo>
                  <a:lnTo>
                    <a:pt x="2371795" y="2137731"/>
                  </a:lnTo>
                  <a:lnTo>
                    <a:pt x="2371982" y="2139843"/>
                  </a:lnTo>
                  <a:lnTo>
                    <a:pt x="2372169" y="2141840"/>
                  </a:lnTo>
                  <a:lnTo>
                    <a:pt x="2372356" y="2143895"/>
                  </a:lnTo>
                  <a:lnTo>
                    <a:pt x="2372543" y="2145933"/>
                  </a:lnTo>
                  <a:lnTo>
                    <a:pt x="2372729" y="2147295"/>
                  </a:lnTo>
                  <a:lnTo>
                    <a:pt x="2372916" y="2147919"/>
                  </a:lnTo>
                  <a:lnTo>
                    <a:pt x="2373103" y="2148457"/>
                  </a:lnTo>
                  <a:lnTo>
                    <a:pt x="2373290" y="2149035"/>
                  </a:lnTo>
                  <a:lnTo>
                    <a:pt x="2373477" y="2149524"/>
                  </a:lnTo>
                  <a:lnTo>
                    <a:pt x="2373664" y="2149675"/>
                  </a:lnTo>
                  <a:lnTo>
                    <a:pt x="2373851" y="2149572"/>
                  </a:lnTo>
                  <a:lnTo>
                    <a:pt x="2374038" y="2149421"/>
                  </a:lnTo>
                  <a:lnTo>
                    <a:pt x="2374225" y="2149523"/>
                  </a:lnTo>
                  <a:lnTo>
                    <a:pt x="2374412" y="2149847"/>
                  </a:lnTo>
                  <a:lnTo>
                    <a:pt x="2374599" y="2150339"/>
                  </a:lnTo>
                  <a:lnTo>
                    <a:pt x="2374786" y="2151198"/>
                  </a:lnTo>
                  <a:lnTo>
                    <a:pt x="2374972" y="2152448"/>
                  </a:lnTo>
                  <a:lnTo>
                    <a:pt x="2375159" y="2153602"/>
                  </a:lnTo>
                  <a:lnTo>
                    <a:pt x="2375346" y="2154453"/>
                  </a:lnTo>
                  <a:lnTo>
                    <a:pt x="2375533" y="2155022"/>
                  </a:lnTo>
                  <a:lnTo>
                    <a:pt x="2375720" y="2155621"/>
                  </a:lnTo>
                  <a:lnTo>
                    <a:pt x="2375907" y="2156273"/>
                  </a:lnTo>
                  <a:lnTo>
                    <a:pt x="2376094" y="2157964"/>
                  </a:lnTo>
                  <a:lnTo>
                    <a:pt x="2376281" y="2160390"/>
                  </a:lnTo>
                  <a:lnTo>
                    <a:pt x="2376468" y="2163443"/>
                  </a:lnTo>
                  <a:lnTo>
                    <a:pt x="2376655" y="2166983"/>
                  </a:lnTo>
                  <a:lnTo>
                    <a:pt x="2376842" y="2170515"/>
                  </a:lnTo>
                  <a:lnTo>
                    <a:pt x="2377029" y="2173948"/>
                  </a:lnTo>
                  <a:lnTo>
                    <a:pt x="2377216" y="2177125"/>
                  </a:lnTo>
                  <a:lnTo>
                    <a:pt x="2377402" y="2180261"/>
                  </a:lnTo>
                  <a:lnTo>
                    <a:pt x="2377589" y="2183025"/>
                  </a:lnTo>
                  <a:lnTo>
                    <a:pt x="2377776" y="2185657"/>
                  </a:lnTo>
                  <a:lnTo>
                    <a:pt x="2377963" y="2188653"/>
                  </a:lnTo>
                  <a:lnTo>
                    <a:pt x="2378150" y="2192267"/>
                  </a:lnTo>
                  <a:lnTo>
                    <a:pt x="2378337" y="2196261"/>
                  </a:lnTo>
                  <a:lnTo>
                    <a:pt x="2378524" y="2200189"/>
                  </a:lnTo>
                  <a:lnTo>
                    <a:pt x="2378711" y="2203985"/>
                  </a:lnTo>
                  <a:lnTo>
                    <a:pt x="2378898" y="2207599"/>
                  </a:lnTo>
                  <a:lnTo>
                    <a:pt x="2379085" y="2210652"/>
                  </a:lnTo>
                  <a:lnTo>
                    <a:pt x="2379272" y="2213284"/>
                  </a:lnTo>
                  <a:lnTo>
                    <a:pt x="2379459" y="2215785"/>
                  </a:lnTo>
                  <a:lnTo>
                    <a:pt x="2379646" y="2218508"/>
                  </a:lnTo>
                  <a:lnTo>
                    <a:pt x="2379832" y="2220860"/>
                  </a:lnTo>
                  <a:lnTo>
                    <a:pt x="2380019" y="2222997"/>
                  </a:lnTo>
                  <a:lnTo>
                    <a:pt x="2380206" y="2225035"/>
                  </a:lnTo>
                  <a:lnTo>
                    <a:pt x="2380393" y="2226999"/>
                  </a:lnTo>
                  <a:lnTo>
                    <a:pt x="2380580" y="2228534"/>
                  </a:lnTo>
                  <a:lnTo>
                    <a:pt x="2380767" y="2229631"/>
                  </a:lnTo>
                  <a:lnTo>
                    <a:pt x="2380954" y="2230052"/>
                  </a:lnTo>
                  <a:lnTo>
                    <a:pt x="2381141" y="2230374"/>
                  </a:lnTo>
                  <a:lnTo>
                    <a:pt x="2381328" y="2230688"/>
                  </a:lnTo>
                  <a:lnTo>
                    <a:pt x="2381515" y="2230853"/>
                  </a:lnTo>
                  <a:lnTo>
                    <a:pt x="2381702" y="2230886"/>
                  </a:lnTo>
                  <a:lnTo>
                    <a:pt x="2381889" y="2230770"/>
                  </a:lnTo>
                  <a:lnTo>
                    <a:pt x="2382075" y="2230745"/>
                  </a:lnTo>
                  <a:lnTo>
                    <a:pt x="2382262" y="2230630"/>
                  </a:lnTo>
                  <a:lnTo>
                    <a:pt x="2382449" y="2230366"/>
                  </a:lnTo>
                  <a:lnTo>
                    <a:pt x="2382636" y="2230176"/>
                  </a:lnTo>
                  <a:lnTo>
                    <a:pt x="2382823" y="2229887"/>
                  </a:lnTo>
                  <a:lnTo>
                    <a:pt x="2383010" y="2229343"/>
                  </a:lnTo>
                  <a:lnTo>
                    <a:pt x="2383197" y="2229074"/>
                  </a:lnTo>
                  <a:lnTo>
                    <a:pt x="2383384" y="2228739"/>
                  </a:lnTo>
                  <a:lnTo>
                    <a:pt x="2383571" y="2228372"/>
                  </a:lnTo>
                  <a:lnTo>
                    <a:pt x="2383758" y="2228229"/>
                  </a:lnTo>
                  <a:lnTo>
                    <a:pt x="2383945" y="2227557"/>
                  </a:lnTo>
                  <a:lnTo>
                    <a:pt x="2384132" y="2226792"/>
                  </a:lnTo>
                  <a:lnTo>
                    <a:pt x="2384319" y="2225806"/>
                  </a:lnTo>
                  <a:lnTo>
                    <a:pt x="2384505" y="2224670"/>
                  </a:lnTo>
                  <a:lnTo>
                    <a:pt x="2384692" y="2223564"/>
                  </a:lnTo>
                  <a:lnTo>
                    <a:pt x="2384879" y="2222386"/>
                  </a:lnTo>
                  <a:lnTo>
                    <a:pt x="2385066" y="2221099"/>
                  </a:lnTo>
                  <a:lnTo>
                    <a:pt x="2385253" y="2219729"/>
                  </a:lnTo>
                  <a:lnTo>
                    <a:pt x="2385440" y="2218466"/>
                  </a:lnTo>
                  <a:lnTo>
                    <a:pt x="2385627" y="2217450"/>
                  </a:lnTo>
                  <a:lnTo>
                    <a:pt x="2385814" y="2216645"/>
                  </a:lnTo>
                  <a:lnTo>
                    <a:pt x="2386001" y="2216082"/>
                  </a:lnTo>
                  <a:lnTo>
                    <a:pt x="2386188" y="2215640"/>
                  </a:lnTo>
                  <a:lnTo>
                    <a:pt x="2386375" y="2215411"/>
                  </a:lnTo>
                  <a:lnTo>
                    <a:pt x="2386562" y="2213990"/>
                  </a:lnTo>
                  <a:lnTo>
                    <a:pt x="2386748" y="2212434"/>
                  </a:lnTo>
                  <a:lnTo>
                    <a:pt x="2386935" y="2211373"/>
                  </a:lnTo>
                  <a:lnTo>
                    <a:pt x="2387122" y="2210825"/>
                  </a:lnTo>
                  <a:lnTo>
                    <a:pt x="2387309" y="2210915"/>
                  </a:lnTo>
                  <a:lnTo>
                    <a:pt x="2387496" y="2211217"/>
                  </a:lnTo>
                  <a:lnTo>
                    <a:pt x="2387683" y="2211497"/>
                  </a:lnTo>
                  <a:lnTo>
                    <a:pt x="2387870" y="2211983"/>
                  </a:lnTo>
                  <a:lnTo>
                    <a:pt x="2388057" y="2212217"/>
                  </a:lnTo>
                  <a:lnTo>
                    <a:pt x="2388244" y="2212319"/>
                  </a:lnTo>
                  <a:lnTo>
                    <a:pt x="2388431" y="2212405"/>
                  </a:lnTo>
                  <a:lnTo>
                    <a:pt x="2388618" y="2212326"/>
                  </a:lnTo>
                  <a:lnTo>
                    <a:pt x="2388805" y="2212218"/>
                  </a:lnTo>
                  <a:lnTo>
                    <a:pt x="2388992" y="2212280"/>
                  </a:lnTo>
                  <a:lnTo>
                    <a:pt x="2389178" y="2211932"/>
                  </a:lnTo>
                  <a:lnTo>
                    <a:pt x="2389365" y="2211142"/>
                  </a:lnTo>
                  <a:lnTo>
                    <a:pt x="2389552" y="2210654"/>
                  </a:lnTo>
                  <a:lnTo>
                    <a:pt x="2389739" y="2209750"/>
                  </a:lnTo>
                  <a:lnTo>
                    <a:pt x="2389926" y="2208986"/>
                  </a:lnTo>
                  <a:lnTo>
                    <a:pt x="2390113" y="2207229"/>
                  </a:lnTo>
                  <a:lnTo>
                    <a:pt x="2390300" y="2205084"/>
                  </a:lnTo>
                  <a:lnTo>
                    <a:pt x="2390487" y="2202724"/>
                  </a:lnTo>
                  <a:lnTo>
                    <a:pt x="2390674" y="2199885"/>
                  </a:lnTo>
                  <a:lnTo>
                    <a:pt x="2390861" y="2196931"/>
                  </a:lnTo>
                  <a:lnTo>
                    <a:pt x="2391048" y="2193911"/>
                  </a:lnTo>
                  <a:lnTo>
                    <a:pt x="2391235" y="2190734"/>
                  </a:lnTo>
                  <a:lnTo>
                    <a:pt x="2391422" y="2186913"/>
                  </a:lnTo>
                  <a:lnTo>
                    <a:pt x="2391608" y="2182515"/>
                  </a:lnTo>
                  <a:lnTo>
                    <a:pt x="2391795" y="2177539"/>
                  </a:lnTo>
                  <a:lnTo>
                    <a:pt x="2391982" y="2172671"/>
                  </a:lnTo>
                  <a:lnTo>
                    <a:pt x="2392169" y="2168075"/>
                  </a:lnTo>
                  <a:lnTo>
                    <a:pt x="2392356" y="2163387"/>
                  </a:lnTo>
                  <a:lnTo>
                    <a:pt x="2392543" y="2158461"/>
                  </a:lnTo>
                  <a:lnTo>
                    <a:pt x="2392730" y="2153692"/>
                  </a:lnTo>
                  <a:lnTo>
                    <a:pt x="2392917" y="2149351"/>
                  </a:lnTo>
                  <a:lnTo>
                    <a:pt x="2393104" y="2144738"/>
                  </a:lnTo>
                  <a:lnTo>
                    <a:pt x="2393291" y="2139820"/>
                  </a:lnTo>
                  <a:lnTo>
                    <a:pt x="2393478" y="2134803"/>
                  </a:lnTo>
                  <a:lnTo>
                    <a:pt x="2393665" y="2130141"/>
                  </a:lnTo>
                  <a:lnTo>
                    <a:pt x="2393851" y="2125586"/>
                  </a:lnTo>
                  <a:lnTo>
                    <a:pt x="2394038" y="2121130"/>
                  </a:lnTo>
                  <a:lnTo>
                    <a:pt x="2394225" y="2117119"/>
                  </a:lnTo>
                  <a:lnTo>
                    <a:pt x="2394412" y="2113530"/>
                  </a:lnTo>
                  <a:lnTo>
                    <a:pt x="2394599" y="2109833"/>
                  </a:lnTo>
                  <a:lnTo>
                    <a:pt x="2394786" y="2105939"/>
                  </a:lnTo>
                  <a:lnTo>
                    <a:pt x="2394973" y="2101739"/>
                  </a:lnTo>
                  <a:lnTo>
                    <a:pt x="2395160" y="2098806"/>
                  </a:lnTo>
                  <a:lnTo>
                    <a:pt x="2395347" y="2096065"/>
                  </a:lnTo>
                  <a:lnTo>
                    <a:pt x="2395534" y="2093456"/>
                  </a:lnTo>
                  <a:lnTo>
                    <a:pt x="2395721" y="2091582"/>
                  </a:lnTo>
                  <a:lnTo>
                    <a:pt x="2395908" y="2090058"/>
                  </a:lnTo>
                  <a:lnTo>
                    <a:pt x="2396095" y="2088590"/>
                  </a:lnTo>
                  <a:lnTo>
                    <a:pt x="2396281" y="2087404"/>
                  </a:lnTo>
                  <a:lnTo>
                    <a:pt x="2396468" y="2086140"/>
                  </a:lnTo>
                  <a:lnTo>
                    <a:pt x="2396655" y="2084765"/>
                  </a:lnTo>
                  <a:lnTo>
                    <a:pt x="2396842" y="2083508"/>
                  </a:lnTo>
                  <a:lnTo>
                    <a:pt x="2397029" y="2082305"/>
                  </a:lnTo>
                  <a:lnTo>
                    <a:pt x="2397216" y="2081176"/>
                  </a:lnTo>
                  <a:lnTo>
                    <a:pt x="2397403" y="2080405"/>
                  </a:lnTo>
                  <a:lnTo>
                    <a:pt x="2397590" y="2079585"/>
                  </a:lnTo>
                  <a:lnTo>
                    <a:pt x="2397777" y="2078939"/>
                  </a:lnTo>
                  <a:lnTo>
                    <a:pt x="2397964" y="2078607"/>
                  </a:lnTo>
                  <a:lnTo>
                    <a:pt x="2398151" y="2078271"/>
                  </a:lnTo>
                  <a:lnTo>
                    <a:pt x="2398338" y="2078171"/>
                  </a:lnTo>
                  <a:lnTo>
                    <a:pt x="2398525" y="2078228"/>
                  </a:lnTo>
                  <a:lnTo>
                    <a:pt x="2398711" y="2077907"/>
                  </a:lnTo>
                  <a:lnTo>
                    <a:pt x="2398898" y="2077811"/>
                  </a:lnTo>
                  <a:lnTo>
                    <a:pt x="2399085" y="2077807"/>
                  </a:lnTo>
                  <a:lnTo>
                    <a:pt x="2399272" y="2077888"/>
                  </a:lnTo>
                  <a:lnTo>
                    <a:pt x="2399459" y="2078159"/>
                  </a:lnTo>
                  <a:lnTo>
                    <a:pt x="2399646" y="2078564"/>
                  </a:lnTo>
                  <a:lnTo>
                    <a:pt x="2399833" y="2078957"/>
                  </a:lnTo>
                  <a:lnTo>
                    <a:pt x="2400020" y="2079155"/>
                  </a:lnTo>
                  <a:lnTo>
                    <a:pt x="2400207" y="2079270"/>
                  </a:lnTo>
                  <a:lnTo>
                    <a:pt x="2400394" y="2079597"/>
                  </a:lnTo>
                  <a:lnTo>
                    <a:pt x="2400581" y="2079957"/>
                  </a:lnTo>
                  <a:lnTo>
                    <a:pt x="2400768" y="2080347"/>
                  </a:lnTo>
                  <a:lnTo>
                    <a:pt x="2400954" y="2081160"/>
                  </a:lnTo>
                  <a:lnTo>
                    <a:pt x="2401141" y="2082303"/>
                  </a:lnTo>
                  <a:lnTo>
                    <a:pt x="2401328" y="2083576"/>
                  </a:lnTo>
                  <a:lnTo>
                    <a:pt x="2401515" y="2084822"/>
                  </a:lnTo>
                  <a:lnTo>
                    <a:pt x="2401702" y="2085919"/>
                  </a:lnTo>
                  <a:lnTo>
                    <a:pt x="2401889" y="2086472"/>
                  </a:lnTo>
                  <a:lnTo>
                    <a:pt x="2402076" y="2086802"/>
                  </a:lnTo>
                  <a:lnTo>
                    <a:pt x="2402263" y="2087273"/>
                  </a:lnTo>
                  <a:lnTo>
                    <a:pt x="2402450" y="2087594"/>
                  </a:lnTo>
                  <a:lnTo>
                    <a:pt x="2402637" y="2087726"/>
                  </a:lnTo>
                  <a:lnTo>
                    <a:pt x="2402824" y="2087809"/>
                  </a:lnTo>
                  <a:lnTo>
                    <a:pt x="2403011" y="2087900"/>
                  </a:lnTo>
                  <a:lnTo>
                    <a:pt x="2403198" y="2087941"/>
                  </a:lnTo>
                  <a:lnTo>
                    <a:pt x="2403384" y="2087768"/>
                  </a:lnTo>
                  <a:lnTo>
                    <a:pt x="2403571" y="2087636"/>
                  </a:lnTo>
                  <a:lnTo>
                    <a:pt x="2403758" y="2087339"/>
                  </a:lnTo>
                  <a:lnTo>
                    <a:pt x="2403945" y="2087231"/>
                  </a:lnTo>
                  <a:lnTo>
                    <a:pt x="2404132" y="2087322"/>
                  </a:lnTo>
                  <a:lnTo>
                    <a:pt x="2404319" y="2087438"/>
                  </a:lnTo>
                  <a:lnTo>
                    <a:pt x="2404506" y="2087471"/>
                  </a:lnTo>
                  <a:lnTo>
                    <a:pt x="2404693" y="2087957"/>
                  </a:lnTo>
                  <a:lnTo>
                    <a:pt x="2404880" y="2088084"/>
                  </a:lnTo>
                  <a:lnTo>
                    <a:pt x="2405067" y="2087964"/>
                  </a:lnTo>
                  <a:lnTo>
                    <a:pt x="2405254" y="2087828"/>
                  </a:lnTo>
                  <a:lnTo>
                    <a:pt x="2405441" y="2088101"/>
                  </a:lnTo>
                  <a:lnTo>
                    <a:pt x="2405627" y="2088740"/>
                  </a:lnTo>
                  <a:lnTo>
                    <a:pt x="2405814" y="2089469"/>
                  </a:lnTo>
                  <a:lnTo>
                    <a:pt x="2406001" y="2090284"/>
                  </a:lnTo>
                  <a:lnTo>
                    <a:pt x="2406188" y="2091594"/>
                  </a:lnTo>
                  <a:lnTo>
                    <a:pt x="2406375" y="2093073"/>
                  </a:lnTo>
                  <a:lnTo>
                    <a:pt x="2406562" y="2094793"/>
                  </a:lnTo>
                  <a:lnTo>
                    <a:pt x="2406749" y="2096287"/>
                  </a:lnTo>
                  <a:lnTo>
                    <a:pt x="2406936" y="2097856"/>
                  </a:lnTo>
                  <a:lnTo>
                    <a:pt x="2407123" y="2099342"/>
                  </a:lnTo>
                  <a:lnTo>
                    <a:pt x="2407310" y="2100655"/>
                  </a:lnTo>
                  <a:lnTo>
                    <a:pt x="2407497" y="2101567"/>
                  </a:lnTo>
                  <a:lnTo>
                    <a:pt x="2407684" y="2102060"/>
                  </a:lnTo>
                  <a:lnTo>
                    <a:pt x="2407871" y="2102294"/>
                  </a:lnTo>
                  <a:lnTo>
                    <a:pt x="2408057" y="2102560"/>
                  </a:lnTo>
                  <a:lnTo>
                    <a:pt x="2408244" y="2102944"/>
                  </a:lnTo>
                  <a:lnTo>
                    <a:pt x="2408431" y="2102910"/>
                  </a:lnTo>
                  <a:lnTo>
                    <a:pt x="2408618" y="2102632"/>
                  </a:lnTo>
                  <a:lnTo>
                    <a:pt x="2408805" y="2102224"/>
                  </a:lnTo>
                  <a:lnTo>
                    <a:pt x="2408992" y="2101610"/>
                  </a:lnTo>
                  <a:lnTo>
                    <a:pt x="2409179" y="2100982"/>
                  </a:lnTo>
                  <a:lnTo>
                    <a:pt x="2409366" y="2100152"/>
                  </a:lnTo>
                  <a:lnTo>
                    <a:pt x="2409553" y="2099195"/>
                  </a:lnTo>
                  <a:lnTo>
                    <a:pt x="2409740" y="2098178"/>
                  </a:lnTo>
                  <a:lnTo>
                    <a:pt x="2409927" y="2097087"/>
                  </a:lnTo>
                  <a:lnTo>
                    <a:pt x="2410114" y="2096162"/>
                  </a:lnTo>
                  <a:lnTo>
                    <a:pt x="2410301" y="2095169"/>
                  </a:lnTo>
                  <a:lnTo>
                    <a:pt x="2410487" y="2094393"/>
                  </a:lnTo>
                  <a:lnTo>
                    <a:pt x="2410674" y="2093255"/>
                  </a:lnTo>
                  <a:lnTo>
                    <a:pt x="2410861" y="2092285"/>
                  </a:lnTo>
                  <a:lnTo>
                    <a:pt x="2411048" y="2091088"/>
                  </a:lnTo>
                  <a:lnTo>
                    <a:pt x="2411235" y="2089818"/>
                  </a:lnTo>
                  <a:lnTo>
                    <a:pt x="2411422" y="2089067"/>
                  </a:lnTo>
                  <a:lnTo>
                    <a:pt x="2411609" y="2088256"/>
                  </a:lnTo>
                  <a:lnTo>
                    <a:pt x="2411796" y="2087421"/>
                  </a:lnTo>
                  <a:lnTo>
                    <a:pt x="2411983" y="2086381"/>
                  </a:lnTo>
                  <a:lnTo>
                    <a:pt x="2412170" y="2085492"/>
                  </a:lnTo>
                  <a:lnTo>
                    <a:pt x="2412357" y="2084844"/>
                  </a:lnTo>
                  <a:lnTo>
                    <a:pt x="2412544" y="2084417"/>
                  </a:lnTo>
                  <a:lnTo>
                    <a:pt x="2412730" y="2084246"/>
                  </a:lnTo>
                  <a:lnTo>
                    <a:pt x="2412917" y="2084439"/>
                  </a:lnTo>
                  <a:lnTo>
                    <a:pt x="2413104" y="2084656"/>
                  </a:lnTo>
                  <a:lnTo>
                    <a:pt x="2413291" y="2084976"/>
                  </a:lnTo>
                  <a:lnTo>
                    <a:pt x="2413478" y="2085503"/>
                  </a:lnTo>
                  <a:lnTo>
                    <a:pt x="2413665" y="2085914"/>
                  </a:lnTo>
                  <a:lnTo>
                    <a:pt x="2413852" y="2086159"/>
                  </a:lnTo>
                  <a:lnTo>
                    <a:pt x="2414039" y="2086316"/>
                  </a:lnTo>
                  <a:lnTo>
                    <a:pt x="2414226" y="2086734"/>
                  </a:lnTo>
                  <a:lnTo>
                    <a:pt x="2414413" y="2087083"/>
                  </a:lnTo>
                  <a:lnTo>
                    <a:pt x="2414600" y="2086876"/>
                  </a:lnTo>
                  <a:lnTo>
                    <a:pt x="2414787" y="2087041"/>
                  </a:lnTo>
                  <a:lnTo>
                    <a:pt x="2414974" y="2087338"/>
                  </a:lnTo>
                  <a:lnTo>
                    <a:pt x="2415160" y="2087668"/>
                  </a:lnTo>
                  <a:lnTo>
                    <a:pt x="2415347" y="2087999"/>
                  </a:lnTo>
                  <a:lnTo>
                    <a:pt x="2415534" y="2088271"/>
                  </a:lnTo>
                  <a:lnTo>
                    <a:pt x="2415721" y="2088089"/>
                  </a:lnTo>
                  <a:lnTo>
                    <a:pt x="2415908" y="2087668"/>
                  </a:lnTo>
                  <a:lnTo>
                    <a:pt x="2416095" y="2087132"/>
                  </a:lnTo>
                  <a:lnTo>
                    <a:pt x="2416282" y="2086389"/>
                  </a:lnTo>
                  <a:lnTo>
                    <a:pt x="2416469" y="2085564"/>
                  </a:lnTo>
                  <a:lnTo>
                    <a:pt x="2416656" y="2084945"/>
                  </a:lnTo>
                  <a:lnTo>
                    <a:pt x="2416843" y="2084384"/>
                  </a:lnTo>
                  <a:lnTo>
                    <a:pt x="2417030" y="2083485"/>
                  </a:lnTo>
                  <a:lnTo>
                    <a:pt x="2417217" y="2082792"/>
                  </a:lnTo>
                  <a:lnTo>
                    <a:pt x="2417403" y="2082470"/>
                  </a:lnTo>
                  <a:lnTo>
                    <a:pt x="2417590" y="2082140"/>
                  </a:lnTo>
                  <a:lnTo>
                    <a:pt x="2417777" y="2081702"/>
                  </a:lnTo>
                  <a:lnTo>
                    <a:pt x="2417964" y="2081282"/>
                  </a:lnTo>
                  <a:lnTo>
                    <a:pt x="2418151" y="2080762"/>
                  </a:lnTo>
                  <a:lnTo>
                    <a:pt x="2418338" y="2080102"/>
                  </a:lnTo>
                  <a:lnTo>
                    <a:pt x="2418525" y="2079293"/>
                  </a:lnTo>
                  <a:lnTo>
                    <a:pt x="2418712" y="2078187"/>
                  </a:lnTo>
                  <a:lnTo>
                    <a:pt x="2418899" y="2077114"/>
                  </a:lnTo>
                  <a:lnTo>
                    <a:pt x="2419086" y="2076075"/>
                  </a:lnTo>
                  <a:lnTo>
                    <a:pt x="2419273" y="2075208"/>
                  </a:lnTo>
                  <a:lnTo>
                    <a:pt x="2419460" y="2074053"/>
                  </a:lnTo>
                  <a:lnTo>
                    <a:pt x="2419647" y="2072782"/>
                  </a:lnTo>
                  <a:lnTo>
                    <a:pt x="2419833" y="2071701"/>
                  </a:lnTo>
                  <a:lnTo>
                    <a:pt x="2420020" y="2070736"/>
                  </a:lnTo>
                  <a:lnTo>
                    <a:pt x="2420207" y="2069547"/>
                  </a:lnTo>
                  <a:lnTo>
                    <a:pt x="2420394" y="2068433"/>
                  </a:lnTo>
                  <a:lnTo>
                    <a:pt x="2420581" y="2067010"/>
                  </a:lnTo>
                  <a:lnTo>
                    <a:pt x="2420768" y="2065374"/>
                  </a:lnTo>
                  <a:lnTo>
                    <a:pt x="2420955" y="2063669"/>
                  </a:lnTo>
                  <a:lnTo>
                    <a:pt x="2421142" y="2062170"/>
                  </a:lnTo>
                  <a:lnTo>
                    <a:pt x="2421329" y="2060784"/>
                  </a:lnTo>
                  <a:lnTo>
                    <a:pt x="2421516" y="2060140"/>
                  </a:lnTo>
                  <a:lnTo>
                    <a:pt x="2421703" y="2059831"/>
                  </a:lnTo>
                  <a:lnTo>
                    <a:pt x="2421890" y="2059923"/>
                  </a:lnTo>
                  <a:lnTo>
                    <a:pt x="2422077" y="2059821"/>
                  </a:lnTo>
                  <a:lnTo>
                    <a:pt x="2422263" y="2059651"/>
                  </a:lnTo>
                  <a:lnTo>
                    <a:pt x="2422450" y="2059610"/>
                  </a:lnTo>
                  <a:lnTo>
                    <a:pt x="2422637" y="2059412"/>
                  </a:lnTo>
                  <a:lnTo>
                    <a:pt x="2422824" y="2059063"/>
                  </a:lnTo>
                  <a:lnTo>
                    <a:pt x="2423011" y="2059054"/>
                  </a:lnTo>
                  <a:lnTo>
                    <a:pt x="2423198" y="2058857"/>
                  </a:lnTo>
                  <a:lnTo>
                    <a:pt x="2423385" y="2058341"/>
                  </a:lnTo>
                  <a:lnTo>
                    <a:pt x="2423572" y="2057926"/>
                  </a:lnTo>
                  <a:lnTo>
                    <a:pt x="2423759" y="2057481"/>
                  </a:lnTo>
                  <a:lnTo>
                    <a:pt x="2423946" y="2057646"/>
                  </a:lnTo>
                  <a:lnTo>
                    <a:pt x="2424133" y="2057967"/>
                  </a:lnTo>
                  <a:lnTo>
                    <a:pt x="2424320" y="2058141"/>
                  </a:lnTo>
                  <a:lnTo>
                    <a:pt x="2424506" y="2057918"/>
                  </a:lnTo>
                  <a:lnTo>
                    <a:pt x="2424693" y="2057266"/>
                  </a:lnTo>
                  <a:lnTo>
                    <a:pt x="2424880" y="2056639"/>
                  </a:lnTo>
                  <a:lnTo>
                    <a:pt x="2425067" y="2056391"/>
                  </a:lnTo>
                  <a:lnTo>
                    <a:pt x="2425254" y="2056201"/>
                  </a:lnTo>
                  <a:lnTo>
                    <a:pt x="2425441" y="2056301"/>
                  </a:lnTo>
                  <a:lnTo>
                    <a:pt x="2425628" y="2056028"/>
                  </a:lnTo>
                  <a:lnTo>
                    <a:pt x="2425815" y="2054823"/>
                  </a:lnTo>
                  <a:lnTo>
                    <a:pt x="2426002" y="2053264"/>
                  </a:lnTo>
                  <a:lnTo>
                    <a:pt x="2426189" y="2051663"/>
                  </a:lnTo>
                  <a:lnTo>
                    <a:pt x="2426376" y="2049740"/>
                  </a:lnTo>
                  <a:lnTo>
                    <a:pt x="2426563" y="2047983"/>
                  </a:lnTo>
                  <a:lnTo>
                    <a:pt x="2426750" y="2046423"/>
                  </a:lnTo>
                  <a:lnTo>
                    <a:pt x="2426936" y="2044880"/>
                  </a:lnTo>
                  <a:lnTo>
                    <a:pt x="2427123" y="2042644"/>
                  </a:lnTo>
                  <a:lnTo>
                    <a:pt x="2427310" y="2040639"/>
                  </a:lnTo>
                  <a:lnTo>
                    <a:pt x="2427497" y="2038856"/>
                  </a:lnTo>
                  <a:lnTo>
                    <a:pt x="2427684" y="2037164"/>
                  </a:lnTo>
                  <a:lnTo>
                    <a:pt x="2427871" y="2035184"/>
                  </a:lnTo>
                  <a:lnTo>
                    <a:pt x="2428058" y="2033336"/>
                  </a:lnTo>
                  <a:lnTo>
                    <a:pt x="2428245" y="2031289"/>
                  </a:lnTo>
                  <a:lnTo>
                    <a:pt x="2428432" y="2029334"/>
                  </a:lnTo>
                  <a:lnTo>
                    <a:pt x="2428619" y="2028038"/>
                  </a:lnTo>
                  <a:lnTo>
                    <a:pt x="2428806" y="2027708"/>
                  </a:lnTo>
                  <a:lnTo>
                    <a:pt x="2428993" y="2027865"/>
                  </a:lnTo>
                  <a:lnTo>
                    <a:pt x="2429180" y="2028517"/>
                  </a:lnTo>
                  <a:lnTo>
                    <a:pt x="2429366" y="2029218"/>
                  </a:lnTo>
                  <a:lnTo>
                    <a:pt x="2429553" y="2029688"/>
                  </a:lnTo>
                  <a:lnTo>
                    <a:pt x="2429740" y="2030472"/>
                  </a:lnTo>
                  <a:lnTo>
                    <a:pt x="2429927" y="2032189"/>
                  </a:lnTo>
                  <a:lnTo>
                    <a:pt x="2430114" y="2033756"/>
                  </a:lnTo>
                  <a:lnTo>
                    <a:pt x="2430301" y="2035357"/>
                  </a:lnTo>
                  <a:lnTo>
                    <a:pt x="2430488" y="2037495"/>
                  </a:lnTo>
                  <a:lnTo>
                    <a:pt x="2430675" y="2039813"/>
                  </a:lnTo>
                  <a:lnTo>
                    <a:pt x="2430862" y="2042132"/>
                  </a:lnTo>
                  <a:lnTo>
                    <a:pt x="2431049" y="2044212"/>
                  </a:lnTo>
                  <a:lnTo>
                    <a:pt x="2431236" y="2046382"/>
                  </a:lnTo>
                  <a:lnTo>
                    <a:pt x="2431423" y="2048519"/>
                  </a:lnTo>
                  <a:lnTo>
                    <a:pt x="2431609" y="2050277"/>
                  </a:lnTo>
                  <a:lnTo>
                    <a:pt x="2431796" y="2051861"/>
                  </a:lnTo>
                  <a:lnTo>
                    <a:pt x="2431983" y="2053726"/>
                  </a:lnTo>
                  <a:lnTo>
                    <a:pt x="2432170" y="2055830"/>
                  </a:lnTo>
                  <a:lnTo>
                    <a:pt x="2432357" y="2058363"/>
                  </a:lnTo>
                  <a:lnTo>
                    <a:pt x="2432544" y="2059828"/>
                  </a:lnTo>
                  <a:lnTo>
                    <a:pt x="2432731" y="2061087"/>
                  </a:lnTo>
                  <a:lnTo>
                    <a:pt x="2432918" y="2062515"/>
                  </a:lnTo>
                  <a:lnTo>
                    <a:pt x="2433105" y="2063124"/>
                  </a:lnTo>
                  <a:lnTo>
                    <a:pt x="2433292" y="2063523"/>
                  </a:lnTo>
                  <a:lnTo>
                    <a:pt x="2433479" y="2064062"/>
                  </a:lnTo>
                  <a:lnTo>
                    <a:pt x="2433666" y="2064543"/>
                  </a:lnTo>
                  <a:lnTo>
                    <a:pt x="2433853" y="2065455"/>
                  </a:lnTo>
                  <a:lnTo>
                    <a:pt x="2434039" y="2066728"/>
                  </a:lnTo>
                  <a:lnTo>
                    <a:pt x="2434226" y="2068167"/>
                  </a:lnTo>
                  <a:lnTo>
                    <a:pt x="2434413" y="2069753"/>
                  </a:lnTo>
                  <a:lnTo>
                    <a:pt x="2434600" y="2071291"/>
                  </a:lnTo>
                  <a:lnTo>
                    <a:pt x="2434787" y="2072559"/>
                  </a:lnTo>
                  <a:lnTo>
                    <a:pt x="2434974" y="2073722"/>
                  </a:lnTo>
                  <a:lnTo>
                    <a:pt x="2435161" y="2074741"/>
                  </a:lnTo>
                  <a:lnTo>
                    <a:pt x="2435348" y="2075404"/>
                  </a:lnTo>
                  <a:lnTo>
                    <a:pt x="2435535" y="2076006"/>
                  </a:lnTo>
                  <a:lnTo>
                    <a:pt x="2435722" y="2076307"/>
                  </a:lnTo>
                  <a:lnTo>
                    <a:pt x="2435909" y="2076616"/>
                  </a:lnTo>
                  <a:lnTo>
                    <a:pt x="2436096" y="2077304"/>
                  </a:lnTo>
                  <a:lnTo>
                    <a:pt x="2436282" y="2077787"/>
                  </a:lnTo>
                  <a:lnTo>
                    <a:pt x="2436469" y="2078137"/>
                  </a:lnTo>
                  <a:lnTo>
                    <a:pt x="2436656" y="2078162"/>
                  </a:lnTo>
                  <a:lnTo>
                    <a:pt x="2436843" y="2077956"/>
                  </a:lnTo>
                  <a:lnTo>
                    <a:pt x="2437030" y="2077614"/>
                  </a:lnTo>
                  <a:lnTo>
                    <a:pt x="2437217" y="2077104"/>
                  </a:lnTo>
                  <a:lnTo>
                    <a:pt x="2437404" y="2076726"/>
                  </a:lnTo>
                  <a:lnTo>
                    <a:pt x="2437591" y="2076447"/>
                  </a:lnTo>
                  <a:lnTo>
                    <a:pt x="2437778" y="2076104"/>
                  </a:lnTo>
                  <a:lnTo>
                    <a:pt x="2437965" y="2075816"/>
                  </a:lnTo>
                  <a:lnTo>
                    <a:pt x="2438152" y="2075732"/>
                  </a:lnTo>
                  <a:lnTo>
                    <a:pt x="2438339" y="2075586"/>
                  </a:lnTo>
                  <a:lnTo>
                    <a:pt x="2438526" y="2075544"/>
                  </a:lnTo>
                  <a:lnTo>
                    <a:pt x="2438712" y="2075568"/>
                  </a:lnTo>
                  <a:lnTo>
                    <a:pt x="2438899" y="2075997"/>
                  </a:lnTo>
                  <a:lnTo>
                    <a:pt x="2439086" y="2076862"/>
                  </a:lnTo>
                  <a:lnTo>
                    <a:pt x="2439273" y="2077831"/>
                  </a:lnTo>
                  <a:lnTo>
                    <a:pt x="2439460" y="2079085"/>
                  </a:lnTo>
                  <a:lnTo>
                    <a:pt x="2439647" y="2080363"/>
                  </a:lnTo>
                  <a:lnTo>
                    <a:pt x="2439834" y="2081795"/>
                  </a:lnTo>
                  <a:lnTo>
                    <a:pt x="2440021" y="2083404"/>
                  </a:lnTo>
                  <a:lnTo>
                    <a:pt x="2440208" y="2084739"/>
                  </a:lnTo>
                  <a:lnTo>
                    <a:pt x="2440395" y="2085925"/>
                  </a:lnTo>
                  <a:lnTo>
                    <a:pt x="2440582" y="2087203"/>
                  </a:lnTo>
                  <a:lnTo>
                    <a:pt x="2440769" y="2088861"/>
                  </a:lnTo>
                  <a:lnTo>
                    <a:pt x="2440956" y="2090551"/>
                  </a:lnTo>
                  <a:lnTo>
                    <a:pt x="2441142" y="2092440"/>
                  </a:lnTo>
                  <a:lnTo>
                    <a:pt x="2441329" y="2094279"/>
                  </a:lnTo>
                  <a:lnTo>
                    <a:pt x="2441516" y="2096065"/>
                  </a:lnTo>
                  <a:lnTo>
                    <a:pt x="2441703" y="2097965"/>
                  </a:lnTo>
                  <a:lnTo>
                    <a:pt x="2441890" y="2099438"/>
                  </a:lnTo>
                  <a:lnTo>
                    <a:pt x="2442077" y="2100683"/>
                  </a:lnTo>
                  <a:lnTo>
                    <a:pt x="2442264" y="2101692"/>
                  </a:lnTo>
                  <a:lnTo>
                    <a:pt x="2442451" y="2102821"/>
                  </a:lnTo>
                  <a:lnTo>
                    <a:pt x="2442638" y="2103809"/>
                  </a:lnTo>
                  <a:lnTo>
                    <a:pt x="2442825" y="2103710"/>
                  </a:lnTo>
                  <a:lnTo>
                    <a:pt x="2443012" y="2104368"/>
                  </a:lnTo>
                  <a:lnTo>
                    <a:pt x="2443199" y="2104915"/>
                  </a:lnTo>
                  <a:lnTo>
                    <a:pt x="2443385" y="2105295"/>
                  </a:lnTo>
                  <a:lnTo>
                    <a:pt x="2443572" y="2105043"/>
                  </a:lnTo>
                  <a:lnTo>
                    <a:pt x="2443759" y="2104457"/>
                  </a:lnTo>
                  <a:lnTo>
                    <a:pt x="2443946" y="2103605"/>
                  </a:lnTo>
                  <a:lnTo>
                    <a:pt x="2444133" y="2102742"/>
                  </a:lnTo>
                  <a:lnTo>
                    <a:pt x="2444320" y="2101329"/>
                  </a:lnTo>
                  <a:lnTo>
                    <a:pt x="2444507" y="2099873"/>
                  </a:lnTo>
                  <a:lnTo>
                    <a:pt x="2444694" y="2098656"/>
                  </a:lnTo>
                  <a:lnTo>
                    <a:pt x="2444881" y="2097545"/>
                  </a:lnTo>
                  <a:lnTo>
                    <a:pt x="2445068" y="2096663"/>
                  </a:lnTo>
                  <a:lnTo>
                    <a:pt x="2445255" y="2095861"/>
                  </a:lnTo>
                  <a:lnTo>
                    <a:pt x="2445442" y="2095074"/>
                  </a:lnTo>
                  <a:lnTo>
                    <a:pt x="2445629" y="2094279"/>
                  </a:lnTo>
                  <a:lnTo>
                    <a:pt x="2445815" y="2093265"/>
                  </a:lnTo>
                  <a:lnTo>
                    <a:pt x="2446002" y="2092214"/>
                  </a:lnTo>
                  <a:lnTo>
                    <a:pt x="2446189" y="2091281"/>
                  </a:lnTo>
                  <a:lnTo>
                    <a:pt x="2446376" y="2090339"/>
                  </a:lnTo>
                  <a:lnTo>
                    <a:pt x="2446563" y="2089375"/>
                  </a:lnTo>
                  <a:lnTo>
                    <a:pt x="2446750" y="2088335"/>
                  </a:lnTo>
                  <a:lnTo>
                    <a:pt x="2446937" y="2086264"/>
                  </a:lnTo>
                  <a:lnTo>
                    <a:pt x="2447124" y="2084467"/>
                  </a:lnTo>
                  <a:lnTo>
                    <a:pt x="2447311" y="2082703"/>
                  </a:lnTo>
                  <a:lnTo>
                    <a:pt x="2447498" y="2080509"/>
                  </a:lnTo>
                  <a:lnTo>
                    <a:pt x="2447685" y="2078532"/>
                  </a:lnTo>
                  <a:lnTo>
                    <a:pt x="2447872" y="2076337"/>
                  </a:lnTo>
                  <a:lnTo>
                    <a:pt x="2448059" y="2074669"/>
                  </a:lnTo>
                  <a:lnTo>
                    <a:pt x="2448245" y="2072875"/>
                  </a:lnTo>
                  <a:lnTo>
                    <a:pt x="2448432" y="2071860"/>
                  </a:lnTo>
                  <a:lnTo>
                    <a:pt x="2448619" y="2071760"/>
                  </a:lnTo>
                  <a:lnTo>
                    <a:pt x="2448806" y="2071228"/>
                  </a:lnTo>
                  <a:lnTo>
                    <a:pt x="2448993" y="2070759"/>
                  </a:lnTo>
                  <a:lnTo>
                    <a:pt x="2449180" y="2070411"/>
                  </a:lnTo>
                  <a:lnTo>
                    <a:pt x="2449367" y="2070266"/>
                  </a:lnTo>
                  <a:lnTo>
                    <a:pt x="2449554" y="2070116"/>
                  </a:lnTo>
                  <a:lnTo>
                    <a:pt x="2449741" y="2069990"/>
                  </a:lnTo>
                  <a:lnTo>
                    <a:pt x="2449928" y="2069605"/>
                  </a:lnTo>
                  <a:lnTo>
                    <a:pt x="2450115" y="2069046"/>
                  </a:lnTo>
                  <a:lnTo>
                    <a:pt x="2450302" y="2068884"/>
                  </a:lnTo>
                  <a:lnTo>
                    <a:pt x="2450488" y="2068914"/>
                  </a:lnTo>
                  <a:lnTo>
                    <a:pt x="2450675" y="2069022"/>
                  </a:lnTo>
                  <a:lnTo>
                    <a:pt x="2450862" y="2069022"/>
                  </a:lnTo>
                  <a:lnTo>
                    <a:pt x="2451049" y="2068902"/>
                  </a:lnTo>
                  <a:lnTo>
                    <a:pt x="2451236" y="2068553"/>
                  </a:lnTo>
                  <a:lnTo>
                    <a:pt x="2451423" y="2068295"/>
                  </a:lnTo>
                  <a:lnTo>
                    <a:pt x="2451610" y="2068060"/>
                  </a:lnTo>
                  <a:lnTo>
                    <a:pt x="2451797" y="2067381"/>
                  </a:lnTo>
                  <a:lnTo>
                    <a:pt x="2451984" y="2067488"/>
                  </a:lnTo>
                  <a:lnTo>
                    <a:pt x="2452171" y="2067381"/>
                  </a:lnTo>
                  <a:lnTo>
                    <a:pt x="2452358" y="2066968"/>
                  </a:lnTo>
                  <a:lnTo>
                    <a:pt x="2452545" y="2066357"/>
                  </a:lnTo>
                  <a:lnTo>
                    <a:pt x="2452732" y="2065970"/>
                  </a:lnTo>
                  <a:lnTo>
                    <a:pt x="2452918" y="2065664"/>
                  </a:lnTo>
                  <a:lnTo>
                    <a:pt x="2453105" y="2065169"/>
                  </a:lnTo>
                  <a:lnTo>
                    <a:pt x="2453292" y="2064740"/>
                  </a:lnTo>
                  <a:lnTo>
                    <a:pt x="2453479" y="2064171"/>
                  </a:lnTo>
                  <a:lnTo>
                    <a:pt x="2453666" y="2063370"/>
                  </a:lnTo>
                  <a:lnTo>
                    <a:pt x="2453853" y="2062628"/>
                  </a:lnTo>
                  <a:lnTo>
                    <a:pt x="2454040" y="2061951"/>
                  </a:lnTo>
                  <a:lnTo>
                    <a:pt x="2454227" y="2061175"/>
                  </a:lnTo>
                  <a:lnTo>
                    <a:pt x="2454414" y="2060490"/>
                  </a:lnTo>
                  <a:lnTo>
                    <a:pt x="2454601" y="2059822"/>
                  </a:lnTo>
                  <a:lnTo>
                    <a:pt x="2454788" y="2058716"/>
                  </a:lnTo>
                  <a:lnTo>
                    <a:pt x="2454975" y="2057652"/>
                  </a:lnTo>
                  <a:lnTo>
                    <a:pt x="2455161" y="2056909"/>
                  </a:lnTo>
                  <a:lnTo>
                    <a:pt x="2455348" y="2056455"/>
                  </a:lnTo>
                  <a:lnTo>
                    <a:pt x="2455535" y="2056183"/>
                  </a:lnTo>
                  <a:lnTo>
                    <a:pt x="2455722" y="2056199"/>
                  </a:lnTo>
                  <a:lnTo>
                    <a:pt x="2455909" y="2056678"/>
                  </a:lnTo>
                  <a:lnTo>
                    <a:pt x="2456096" y="2057082"/>
                  </a:lnTo>
                  <a:lnTo>
                    <a:pt x="2456283" y="2057462"/>
                  </a:lnTo>
                  <a:lnTo>
                    <a:pt x="2456470" y="2058031"/>
                  </a:lnTo>
                  <a:lnTo>
                    <a:pt x="2456657" y="2058741"/>
                  </a:lnTo>
                  <a:lnTo>
                    <a:pt x="2456844" y="2059756"/>
                  </a:lnTo>
                  <a:lnTo>
                    <a:pt x="2457031" y="2061027"/>
                  </a:lnTo>
                  <a:lnTo>
                    <a:pt x="2457218" y="2062273"/>
                  </a:lnTo>
                  <a:lnTo>
                    <a:pt x="2457405" y="2063337"/>
                  </a:lnTo>
                  <a:lnTo>
                    <a:pt x="2457591" y="2064765"/>
                  </a:lnTo>
                  <a:lnTo>
                    <a:pt x="2457778" y="2066291"/>
                  </a:lnTo>
                  <a:lnTo>
                    <a:pt x="2457965" y="2067942"/>
                  </a:lnTo>
                  <a:lnTo>
                    <a:pt x="2458152" y="2069914"/>
                  </a:lnTo>
                  <a:lnTo>
                    <a:pt x="2458339" y="2072002"/>
                  </a:lnTo>
                  <a:lnTo>
                    <a:pt x="2458526" y="2073924"/>
                  </a:lnTo>
                  <a:lnTo>
                    <a:pt x="2458713" y="2075897"/>
                  </a:lnTo>
                  <a:lnTo>
                    <a:pt x="2458900" y="2077696"/>
                  </a:lnTo>
                  <a:lnTo>
                    <a:pt x="2459087" y="2079536"/>
                  </a:lnTo>
                  <a:lnTo>
                    <a:pt x="2459274" y="2081450"/>
                  </a:lnTo>
                  <a:lnTo>
                    <a:pt x="2459461" y="2083637"/>
                  </a:lnTo>
                  <a:lnTo>
                    <a:pt x="2459648" y="2085898"/>
                  </a:lnTo>
                  <a:lnTo>
                    <a:pt x="2459835" y="2088126"/>
                  </a:lnTo>
                  <a:lnTo>
                    <a:pt x="2460021" y="2090535"/>
                  </a:lnTo>
                  <a:lnTo>
                    <a:pt x="2460208" y="2093327"/>
                  </a:lnTo>
                  <a:lnTo>
                    <a:pt x="2460395" y="2095769"/>
                  </a:lnTo>
                  <a:lnTo>
                    <a:pt x="2460582" y="2098285"/>
                  </a:lnTo>
                  <a:lnTo>
                    <a:pt x="2460769" y="2100753"/>
                  </a:lnTo>
                  <a:lnTo>
                    <a:pt x="2460956" y="2102993"/>
                  </a:lnTo>
                  <a:lnTo>
                    <a:pt x="2461143" y="2105211"/>
                  </a:lnTo>
                  <a:lnTo>
                    <a:pt x="2461330" y="2107421"/>
                  </a:lnTo>
                  <a:lnTo>
                    <a:pt x="2461517" y="2109448"/>
                  </a:lnTo>
                  <a:lnTo>
                    <a:pt x="2461704" y="2111426"/>
                  </a:lnTo>
                  <a:lnTo>
                    <a:pt x="2461891" y="2113273"/>
                  </a:lnTo>
                  <a:lnTo>
                    <a:pt x="2462078" y="2115023"/>
                  </a:lnTo>
                  <a:lnTo>
                    <a:pt x="2462264" y="2116520"/>
                  </a:lnTo>
                  <a:lnTo>
                    <a:pt x="2462451" y="2117756"/>
                  </a:lnTo>
                  <a:lnTo>
                    <a:pt x="2462638" y="2118886"/>
                  </a:lnTo>
                  <a:lnTo>
                    <a:pt x="2462825" y="2120024"/>
                  </a:lnTo>
                  <a:lnTo>
                    <a:pt x="2463012" y="2121617"/>
                  </a:lnTo>
                  <a:lnTo>
                    <a:pt x="2463199" y="2124089"/>
                  </a:lnTo>
                  <a:lnTo>
                    <a:pt x="2463386" y="2126897"/>
                  </a:lnTo>
                  <a:lnTo>
                    <a:pt x="2463573" y="2129084"/>
                  </a:lnTo>
                  <a:lnTo>
                    <a:pt x="2463760" y="2131378"/>
                  </a:lnTo>
                  <a:lnTo>
                    <a:pt x="2463947" y="2133754"/>
                  </a:lnTo>
                  <a:lnTo>
                    <a:pt x="2464134" y="2136918"/>
                  </a:lnTo>
                  <a:lnTo>
                    <a:pt x="2464321" y="2140060"/>
                  </a:lnTo>
                  <a:lnTo>
                    <a:pt x="2464508" y="2143741"/>
                  </a:lnTo>
                  <a:lnTo>
                    <a:pt x="2464694" y="2147738"/>
                  </a:lnTo>
                  <a:lnTo>
                    <a:pt x="2464881" y="2152272"/>
                  </a:lnTo>
                  <a:lnTo>
                    <a:pt x="2465068" y="2157054"/>
                  </a:lnTo>
                  <a:lnTo>
                    <a:pt x="2465255" y="2161963"/>
                  </a:lnTo>
                  <a:lnTo>
                    <a:pt x="2465442" y="2167076"/>
                  </a:lnTo>
                  <a:lnTo>
                    <a:pt x="2465629" y="2172459"/>
                  </a:lnTo>
                  <a:lnTo>
                    <a:pt x="2465816" y="2177702"/>
                  </a:lnTo>
                  <a:lnTo>
                    <a:pt x="2466003" y="2182384"/>
                  </a:lnTo>
                  <a:lnTo>
                    <a:pt x="2466190" y="2186612"/>
                  </a:lnTo>
                  <a:lnTo>
                    <a:pt x="2466377" y="2190988"/>
                  </a:lnTo>
                  <a:lnTo>
                    <a:pt x="2466564" y="2195354"/>
                  </a:lnTo>
                  <a:lnTo>
                    <a:pt x="2466751" y="2200046"/>
                  </a:lnTo>
                  <a:lnTo>
                    <a:pt x="2466938" y="2204595"/>
                  </a:lnTo>
                  <a:lnTo>
                    <a:pt x="2467124" y="2208993"/>
                  </a:lnTo>
                  <a:lnTo>
                    <a:pt x="2467311" y="2212844"/>
                  </a:lnTo>
                  <a:lnTo>
                    <a:pt x="2467498" y="2216267"/>
                  </a:lnTo>
                  <a:lnTo>
                    <a:pt x="2467685" y="2219229"/>
                  </a:lnTo>
                  <a:lnTo>
                    <a:pt x="2467872" y="2221847"/>
                  </a:lnTo>
                  <a:lnTo>
                    <a:pt x="2468059" y="2224611"/>
                  </a:lnTo>
                  <a:lnTo>
                    <a:pt x="2468246" y="2227184"/>
                  </a:lnTo>
                  <a:lnTo>
                    <a:pt x="2468433" y="2229702"/>
                  </a:lnTo>
                  <a:lnTo>
                    <a:pt x="2468620" y="2231800"/>
                  </a:lnTo>
                  <a:lnTo>
                    <a:pt x="2468807" y="2233713"/>
                  </a:lnTo>
                  <a:lnTo>
                    <a:pt x="2468994" y="2235572"/>
                  </a:lnTo>
                  <a:lnTo>
                    <a:pt x="2469181" y="2237139"/>
                  </a:lnTo>
                  <a:lnTo>
                    <a:pt x="2469367" y="2238486"/>
                  </a:lnTo>
                  <a:lnTo>
                    <a:pt x="2469554" y="2239733"/>
                  </a:lnTo>
                  <a:lnTo>
                    <a:pt x="2469741" y="2240739"/>
                  </a:lnTo>
                  <a:lnTo>
                    <a:pt x="2469928" y="2241382"/>
                  </a:lnTo>
                  <a:lnTo>
                    <a:pt x="2470115" y="2241930"/>
                  </a:lnTo>
                  <a:lnTo>
                    <a:pt x="2470302" y="2242327"/>
                  </a:lnTo>
                  <a:lnTo>
                    <a:pt x="2470489" y="2242705"/>
                  </a:lnTo>
                  <a:lnTo>
                    <a:pt x="2470676" y="2242985"/>
                  </a:lnTo>
                  <a:lnTo>
                    <a:pt x="2470863" y="2243274"/>
                  </a:lnTo>
                  <a:lnTo>
                    <a:pt x="2471050" y="2243716"/>
                  </a:lnTo>
                  <a:lnTo>
                    <a:pt x="2471237" y="2243323"/>
                  </a:lnTo>
                  <a:lnTo>
                    <a:pt x="2471424" y="2242910"/>
                  </a:lnTo>
                  <a:lnTo>
                    <a:pt x="2471611" y="2241912"/>
                  </a:lnTo>
                  <a:lnTo>
                    <a:pt x="2471797" y="2240954"/>
                  </a:lnTo>
                  <a:lnTo>
                    <a:pt x="2471984" y="2240055"/>
                  </a:lnTo>
                  <a:lnTo>
                    <a:pt x="2472171" y="2238982"/>
                  </a:lnTo>
                  <a:lnTo>
                    <a:pt x="2472358" y="2237992"/>
                  </a:lnTo>
                  <a:lnTo>
                    <a:pt x="2472545" y="2236845"/>
                  </a:lnTo>
                  <a:lnTo>
                    <a:pt x="2472732" y="2235789"/>
                  </a:lnTo>
                  <a:lnTo>
                    <a:pt x="2472919" y="2234675"/>
                  </a:lnTo>
                  <a:lnTo>
                    <a:pt x="2473106" y="2233387"/>
                  </a:lnTo>
                  <a:lnTo>
                    <a:pt x="2473293" y="2232100"/>
                  </a:lnTo>
                  <a:lnTo>
                    <a:pt x="2473480" y="2231036"/>
                  </a:lnTo>
                  <a:lnTo>
                    <a:pt x="2473667" y="2230095"/>
                  </a:lnTo>
                  <a:lnTo>
                    <a:pt x="2473854" y="2229022"/>
                  </a:lnTo>
                  <a:lnTo>
                    <a:pt x="2474040" y="2228040"/>
                  </a:lnTo>
                  <a:lnTo>
                    <a:pt x="2474227" y="2227215"/>
                  </a:lnTo>
                  <a:lnTo>
                    <a:pt x="2474414" y="2226390"/>
                  </a:lnTo>
                  <a:lnTo>
                    <a:pt x="2474601" y="2225565"/>
                  </a:lnTo>
                  <a:lnTo>
                    <a:pt x="2474788" y="2224723"/>
                  </a:lnTo>
                  <a:lnTo>
                    <a:pt x="2474975" y="2223873"/>
                  </a:lnTo>
                  <a:lnTo>
                    <a:pt x="2475162" y="2222751"/>
                  </a:lnTo>
                  <a:lnTo>
                    <a:pt x="2475349" y="2221752"/>
                  </a:lnTo>
                  <a:lnTo>
                    <a:pt x="2475536" y="2220853"/>
                  </a:lnTo>
                  <a:lnTo>
                    <a:pt x="2475723" y="2220267"/>
                  </a:lnTo>
                  <a:lnTo>
                    <a:pt x="2475910" y="2219904"/>
                  </a:lnTo>
                  <a:lnTo>
                    <a:pt x="2476097" y="2219574"/>
                  </a:lnTo>
                  <a:lnTo>
                    <a:pt x="2476284" y="2219310"/>
                  </a:lnTo>
                  <a:lnTo>
                    <a:pt x="2476470" y="2218675"/>
                  </a:lnTo>
                  <a:lnTo>
                    <a:pt x="2476657" y="2218086"/>
                  </a:lnTo>
                  <a:lnTo>
                    <a:pt x="2476844" y="2217591"/>
                  </a:lnTo>
                  <a:lnTo>
                    <a:pt x="2477031" y="2216973"/>
                  </a:lnTo>
                  <a:lnTo>
                    <a:pt x="2477218" y="2216334"/>
                  </a:lnTo>
                  <a:lnTo>
                    <a:pt x="2477405" y="2215690"/>
                  </a:lnTo>
                  <a:lnTo>
                    <a:pt x="2477592" y="2215155"/>
                  </a:lnTo>
                  <a:lnTo>
                    <a:pt x="2477779" y="2214671"/>
                  </a:lnTo>
                  <a:lnTo>
                    <a:pt x="2477966" y="2214399"/>
                  </a:lnTo>
                  <a:lnTo>
                    <a:pt x="2478153" y="2214161"/>
                  </a:lnTo>
                  <a:lnTo>
                    <a:pt x="2478340" y="2213923"/>
                  </a:lnTo>
                  <a:lnTo>
                    <a:pt x="2478527" y="2213685"/>
                  </a:lnTo>
                  <a:lnTo>
                    <a:pt x="2478714" y="2213479"/>
                  </a:lnTo>
                  <a:lnTo>
                    <a:pt x="2478900" y="2213287"/>
                  </a:lnTo>
                  <a:lnTo>
                    <a:pt x="2479087" y="2213202"/>
                  </a:lnTo>
                  <a:lnTo>
                    <a:pt x="2479274" y="2213543"/>
                  </a:lnTo>
                  <a:lnTo>
                    <a:pt x="2479461" y="2213966"/>
                  </a:lnTo>
                  <a:lnTo>
                    <a:pt x="2479648" y="2214640"/>
                  </a:lnTo>
                  <a:lnTo>
                    <a:pt x="2479835" y="2215549"/>
                  </a:lnTo>
                  <a:lnTo>
                    <a:pt x="2480022" y="2216575"/>
                  </a:lnTo>
                  <a:lnTo>
                    <a:pt x="2480209" y="2218490"/>
                  </a:lnTo>
                  <a:lnTo>
                    <a:pt x="2480396" y="2219647"/>
                  </a:lnTo>
                  <a:lnTo>
                    <a:pt x="2480583" y="2221072"/>
                  </a:lnTo>
                  <a:lnTo>
                    <a:pt x="2480770" y="2222623"/>
                  </a:lnTo>
                  <a:lnTo>
                    <a:pt x="2480957" y="2224310"/>
                  </a:lnTo>
                  <a:lnTo>
                    <a:pt x="2481143" y="2226109"/>
                  </a:lnTo>
                  <a:lnTo>
                    <a:pt x="2481330" y="2227952"/>
                  </a:lnTo>
                  <a:lnTo>
                    <a:pt x="2481517" y="2229871"/>
                  </a:lnTo>
                  <a:lnTo>
                    <a:pt x="2481704" y="2232097"/>
                  </a:lnTo>
                  <a:lnTo>
                    <a:pt x="2481891" y="2234161"/>
                  </a:lnTo>
                  <a:lnTo>
                    <a:pt x="2482078" y="2236056"/>
                  </a:lnTo>
                  <a:lnTo>
                    <a:pt x="2482265" y="2238023"/>
                  </a:lnTo>
                  <a:lnTo>
                    <a:pt x="2482452" y="2240033"/>
                  </a:lnTo>
                  <a:lnTo>
                    <a:pt x="2482639" y="2242037"/>
                  </a:lnTo>
                  <a:lnTo>
                    <a:pt x="2482826" y="2244065"/>
                  </a:lnTo>
                  <a:lnTo>
                    <a:pt x="2483013" y="2246247"/>
                  </a:lnTo>
                  <a:lnTo>
                    <a:pt x="2483200" y="2248653"/>
                  </a:lnTo>
                  <a:lnTo>
                    <a:pt x="2483387" y="2251084"/>
                  </a:lnTo>
                  <a:lnTo>
                    <a:pt x="2483573" y="2253354"/>
                  </a:lnTo>
                  <a:lnTo>
                    <a:pt x="2483760" y="2255674"/>
                  </a:lnTo>
                  <a:lnTo>
                    <a:pt x="2483947" y="2258030"/>
                  </a:lnTo>
                  <a:lnTo>
                    <a:pt x="2484134" y="2260435"/>
                  </a:lnTo>
                  <a:lnTo>
                    <a:pt x="2484321" y="2263822"/>
                  </a:lnTo>
                  <a:lnTo>
                    <a:pt x="2484508" y="2266892"/>
                  </a:lnTo>
                  <a:lnTo>
                    <a:pt x="2484695" y="2269986"/>
                  </a:lnTo>
                  <a:lnTo>
                    <a:pt x="2484882" y="2273277"/>
                  </a:lnTo>
                  <a:lnTo>
                    <a:pt x="2485069" y="2276252"/>
                  </a:lnTo>
                  <a:lnTo>
                    <a:pt x="2485256" y="2279180"/>
                  </a:lnTo>
                  <a:lnTo>
                    <a:pt x="2485443" y="2281968"/>
                  </a:lnTo>
                  <a:lnTo>
                    <a:pt x="2485630" y="2284641"/>
                  </a:lnTo>
                  <a:lnTo>
                    <a:pt x="2485817" y="2286358"/>
                  </a:lnTo>
                  <a:lnTo>
                    <a:pt x="2486003" y="2287224"/>
                  </a:lnTo>
                  <a:lnTo>
                    <a:pt x="2486190" y="2287847"/>
                  </a:lnTo>
                  <a:lnTo>
                    <a:pt x="2486377" y="2288409"/>
                  </a:lnTo>
                  <a:lnTo>
                    <a:pt x="2486564" y="2288768"/>
                  </a:lnTo>
                  <a:lnTo>
                    <a:pt x="2486751" y="2289126"/>
                  </a:lnTo>
                  <a:lnTo>
                    <a:pt x="2486938" y="2289472"/>
                  </a:lnTo>
                  <a:lnTo>
                    <a:pt x="2487125" y="2289752"/>
                  </a:lnTo>
                  <a:lnTo>
                    <a:pt x="2487312" y="2290208"/>
                  </a:lnTo>
                  <a:lnTo>
                    <a:pt x="2487499" y="2290683"/>
                  </a:lnTo>
                  <a:lnTo>
                    <a:pt x="2487686" y="2290924"/>
                  </a:lnTo>
                  <a:lnTo>
                    <a:pt x="2487873" y="2291354"/>
                  </a:lnTo>
                  <a:lnTo>
                    <a:pt x="2488060" y="2291792"/>
                  </a:lnTo>
                  <a:lnTo>
                    <a:pt x="2488246" y="2292231"/>
                  </a:lnTo>
                  <a:lnTo>
                    <a:pt x="2488433" y="2292765"/>
                  </a:lnTo>
                  <a:lnTo>
                    <a:pt x="2488620" y="2293620"/>
                  </a:lnTo>
                  <a:lnTo>
                    <a:pt x="2488807" y="2294405"/>
                  </a:lnTo>
                  <a:lnTo>
                    <a:pt x="2488994" y="2295474"/>
                  </a:lnTo>
                  <a:lnTo>
                    <a:pt x="2489181" y="2297002"/>
                  </a:lnTo>
                  <a:lnTo>
                    <a:pt x="2489368" y="2298480"/>
                  </a:lnTo>
                  <a:lnTo>
                    <a:pt x="2489555" y="2299584"/>
                  </a:lnTo>
                  <a:lnTo>
                    <a:pt x="2489742" y="2300886"/>
                  </a:lnTo>
                  <a:lnTo>
                    <a:pt x="2489929" y="2302320"/>
                  </a:lnTo>
                  <a:lnTo>
                    <a:pt x="2490116" y="2303530"/>
                  </a:lnTo>
                  <a:lnTo>
                    <a:pt x="2490303" y="2304642"/>
                  </a:lnTo>
                  <a:lnTo>
                    <a:pt x="2490490" y="2305960"/>
                  </a:lnTo>
                  <a:lnTo>
                    <a:pt x="2490676" y="2307242"/>
                  </a:lnTo>
                  <a:lnTo>
                    <a:pt x="2490863" y="2308436"/>
                  </a:lnTo>
                  <a:lnTo>
                    <a:pt x="2491050" y="2309746"/>
                  </a:lnTo>
                  <a:lnTo>
                    <a:pt x="2491237" y="2310995"/>
                  </a:lnTo>
                  <a:lnTo>
                    <a:pt x="2491424" y="2312113"/>
                  </a:lnTo>
                  <a:lnTo>
                    <a:pt x="2491611" y="2313281"/>
                  </a:lnTo>
                  <a:lnTo>
                    <a:pt x="2491798" y="2314537"/>
                  </a:lnTo>
                  <a:lnTo>
                    <a:pt x="2491985" y="2315774"/>
                  </a:lnTo>
                  <a:lnTo>
                    <a:pt x="2492172" y="2317102"/>
                  </a:lnTo>
                  <a:lnTo>
                    <a:pt x="2492359" y="2318199"/>
                  </a:lnTo>
                  <a:lnTo>
                    <a:pt x="2492546" y="2318966"/>
                  </a:lnTo>
                  <a:lnTo>
                    <a:pt x="2492733" y="2319181"/>
                  </a:lnTo>
                  <a:lnTo>
                    <a:pt x="2492919" y="2319346"/>
                  </a:lnTo>
                  <a:lnTo>
                    <a:pt x="2493106" y="2319495"/>
                  </a:lnTo>
                  <a:lnTo>
                    <a:pt x="2493293" y="2319330"/>
                  </a:lnTo>
                  <a:lnTo>
                    <a:pt x="2493480" y="2319602"/>
                  </a:lnTo>
                  <a:lnTo>
                    <a:pt x="2493667" y="2320237"/>
                  </a:lnTo>
                  <a:lnTo>
                    <a:pt x="2493854" y="2321054"/>
                  </a:lnTo>
                  <a:lnTo>
                    <a:pt x="2494041" y="2321830"/>
                  </a:lnTo>
                  <a:lnTo>
                    <a:pt x="2494228" y="2322457"/>
                  </a:lnTo>
                  <a:lnTo>
                    <a:pt x="2494415" y="2322680"/>
                  </a:lnTo>
                  <a:lnTo>
                    <a:pt x="2494602" y="2322680"/>
                  </a:lnTo>
                  <a:lnTo>
                    <a:pt x="2494789" y="2322771"/>
                  </a:lnTo>
                  <a:lnTo>
                    <a:pt x="2494976" y="2322820"/>
                  </a:lnTo>
                  <a:lnTo>
                    <a:pt x="2495163" y="2322878"/>
                  </a:lnTo>
                  <a:lnTo>
                    <a:pt x="2495349" y="2323092"/>
                  </a:lnTo>
                  <a:lnTo>
                    <a:pt x="2495536" y="2323753"/>
                  </a:lnTo>
                  <a:lnTo>
                    <a:pt x="2495723" y="2324388"/>
                  </a:lnTo>
                  <a:lnTo>
                    <a:pt x="2495910" y="2324883"/>
                  </a:lnTo>
                  <a:lnTo>
                    <a:pt x="2496097" y="2325378"/>
                  </a:lnTo>
                  <a:lnTo>
                    <a:pt x="2496284" y="2325485"/>
                  </a:lnTo>
                  <a:lnTo>
                    <a:pt x="2496471" y="2325296"/>
                  </a:lnTo>
                  <a:lnTo>
                    <a:pt x="2496658" y="2324801"/>
                  </a:lnTo>
                  <a:lnTo>
                    <a:pt x="2496845" y="2324239"/>
                  </a:lnTo>
                  <a:lnTo>
                    <a:pt x="2497032" y="2323612"/>
                  </a:lnTo>
                  <a:lnTo>
                    <a:pt x="2497219" y="2323224"/>
                  </a:lnTo>
                  <a:lnTo>
                    <a:pt x="2497406" y="2322894"/>
                  </a:lnTo>
                  <a:lnTo>
                    <a:pt x="2497593" y="2322248"/>
                  </a:lnTo>
                  <a:lnTo>
                    <a:pt x="2497779" y="2321630"/>
                  </a:lnTo>
                  <a:lnTo>
                    <a:pt x="2497966" y="2321011"/>
                  </a:lnTo>
                  <a:lnTo>
                    <a:pt x="2498153" y="2320277"/>
                  </a:lnTo>
                  <a:lnTo>
                    <a:pt x="2498340" y="2319266"/>
                  </a:lnTo>
                  <a:lnTo>
                    <a:pt x="2498527" y="2318286"/>
                  </a:lnTo>
                  <a:lnTo>
                    <a:pt x="2498714" y="2317413"/>
                  </a:lnTo>
                  <a:lnTo>
                    <a:pt x="2498901" y="2316566"/>
                  </a:lnTo>
                  <a:lnTo>
                    <a:pt x="2499088" y="2315594"/>
                  </a:lnTo>
                  <a:lnTo>
                    <a:pt x="2499275" y="2314680"/>
                  </a:lnTo>
                  <a:lnTo>
                    <a:pt x="2499462" y="2313929"/>
                  </a:lnTo>
                  <a:lnTo>
                    <a:pt x="2499649" y="2313026"/>
                  </a:lnTo>
                  <a:lnTo>
                    <a:pt x="2499836" y="2312309"/>
                  </a:lnTo>
                  <a:lnTo>
                    <a:pt x="2500022" y="2311592"/>
                  </a:lnTo>
                  <a:lnTo>
                    <a:pt x="2500209" y="2310875"/>
                  </a:lnTo>
                  <a:lnTo>
                    <a:pt x="2500396" y="2310198"/>
                  </a:lnTo>
                  <a:lnTo>
                    <a:pt x="2500583" y="2309458"/>
                  </a:lnTo>
                  <a:lnTo>
                    <a:pt x="2500770" y="2308870"/>
                  </a:lnTo>
                  <a:lnTo>
                    <a:pt x="2500957" y="2309102"/>
                  </a:lnTo>
                  <a:lnTo>
                    <a:pt x="2501144" y="2309679"/>
                  </a:lnTo>
                  <a:lnTo>
                    <a:pt x="2501331" y="2310282"/>
                  </a:lnTo>
                  <a:lnTo>
                    <a:pt x="2501518" y="2310402"/>
                  </a:lnTo>
                  <a:lnTo>
                    <a:pt x="2501705" y="2310618"/>
                  </a:lnTo>
                  <a:lnTo>
                    <a:pt x="2501892" y="2311137"/>
                  </a:lnTo>
                  <a:lnTo>
                    <a:pt x="2502079" y="2311671"/>
                  </a:lnTo>
                  <a:lnTo>
                    <a:pt x="2502266" y="2312113"/>
                  </a:lnTo>
                  <a:lnTo>
                    <a:pt x="2502452" y="2312892"/>
                  </a:lnTo>
                  <a:lnTo>
                    <a:pt x="2502639" y="2313801"/>
                  </a:lnTo>
                  <a:lnTo>
                    <a:pt x="2502826" y="2314753"/>
                  </a:lnTo>
                  <a:lnTo>
                    <a:pt x="2503013" y="2315806"/>
                  </a:lnTo>
                  <a:lnTo>
                    <a:pt x="2503200" y="2316860"/>
                  </a:lnTo>
                  <a:lnTo>
                    <a:pt x="2503387" y="2317872"/>
                  </a:lnTo>
                  <a:lnTo>
                    <a:pt x="2503574" y="2318949"/>
                  </a:lnTo>
                  <a:lnTo>
                    <a:pt x="2503761" y="2320003"/>
                  </a:lnTo>
                  <a:lnTo>
                    <a:pt x="2503948" y="2321116"/>
                  </a:lnTo>
                  <a:lnTo>
                    <a:pt x="2504135" y="2322052"/>
                  </a:lnTo>
                  <a:lnTo>
                    <a:pt x="2504322" y="2323011"/>
                  </a:lnTo>
                  <a:lnTo>
                    <a:pt x="2504509" y="2323820"/>
                  </a:lnTo>
                  <a:lnTo>
                    <a:pt x="2504696" y="2324405"/>
                  </a:lnTo>
                  <a:lnTo>
                    <a:pt x="2504882" y="2325367"/>
                  </a:lnTo>
                  <a:lnTo>
                    <a:pt x="2505069" y="2326328"/>
                  </a:lnTo>
                  <a:lnTo>
                    <a:pt x="2505256" y="2327320"/>
                  </a:lnTo>
                  <a:lnTo>
                    <a:pt x="2505443" y="2328009"/>
                  </a:lnTo>
                  <a:lnTo>
                    <a:pt x="2505630" y="2328642"/>
                  </a:lnTo>
                  <a:lnTo>
                    <a:pt x="2505817" y="2329065"/>
                  </a:lnTo>
                  <a:lnTo>
                    <a:pt x="2506004" y="2329710"/>
                  </a:lnTo>
                  <a:lnTo>
                    <a:pt x="2506191" y="2330474"/>
                  </a:lnTo>
                  <a:lnTo>
                    <a:pt x="2506378" y="2331226"/>
                  </a:lnTo>
                  <a:lnTo>
                    <a:pt x="2506565" y="2331990"/>
                  </a:lnTo>
                  <a:lnTo>
                    <a:pt x="2506752" y="2332668"/>
                  </a:lnTo>
                  <a:lnTo>
                    <a:pt x="2506939" y="2333235"/>
                  </a:lnTo>
                  <a:lnTo>
                    <a:pt x="2507125" y="2333673"/>
                  </a:lnTo>
                  <a:lnTo>
                    <a:pt x="2507312" y="2334185"/>
                  </a:lnTo>
                  <a:lnTo>
                    <a:pt x="2507499" y="2334858"/>
                  </a:lnTo>
                  <a:lnTo>
                    <a:pt x="2507686" y="2335287"/>
                  </a:lnTo>
                  <a:lnTo>
                    <a:pt x="2507873" y="2335734"/>
                  </a:lnTo>
                  <a:lnTo>
                    <a:pt x="2508060" y="2336114"/>
                  </a:lnTo>
                  <a:lnTo>
                    <a:pt x="2508247" y="2336204"/>
                  </a:lnTo>
                  <a:lnTo>
                    <a:pt x="2508434" y="2336257"/>
                  </a:lnTo>
                  <a:lnTo>
                    <a:pt x="2508621" y="2336849"/>
                  </a:lnTo>
                  <a:lnTo>
                    <a:pt x="2508808" y="2337328"/>
                  </a:lnTo>
                  <a:lnTo>
                    <a:pt x="2508995" y="2338120"/>
                  </a:lnTo>
                  <a:lnTo>
                    <a:pt x="2509182" y="2338557"/>
                  </a:lnTo>
                  <a:lnTo>
                    <a:pt x="2509369" y="2338763"/>
                  </a:lnTo>
                  <a:lnTo>
                    <a:pt x="2509555" y="2338895"/>
                  </a:lnTo>
                  <a:lnTo>
                    <a:pt x="2509742" y="2339060"/>
                  </a:lnTo>
                  <a:lnTo>
                    <a:pt x="2509929" y="2339498"/>
                  </a:lnTo>
                  <a:lnTo>
                    <a:pt x="2510116" y="2339886"/>
                  </a:lnTo>
                  <a:lnTo>
                    <a:pt x="2510303" y="2340348"/>
                  </a:lnTo>
                  <a:lnTo>
                    <a:pt x="2510490" y="2341231"/>
                  </a:lnTo>
                  <a:lnTo>
                    <a:pt x="2510677" y="2341990"/>
                  </a:lnTo>
                  <a:lnTo>
                    <a:pt x="2510864" y="2342427"/>
                  </a:lnTo>
                  <a:lnTo>
                    <a:pt x="2511051" y="2342823"/>
                  </a:lnTo>
                  <a:lnTo>
                    <a:pt x="2511238" y="2343351"/>
                  </a:lnTo>
                  <a:lnTo>
                    <a:pt x="2511425" y="2343813"/>
                  </a:lnTo>
                  <a:lnTo>
                    <a:pt x="2511612" y="2344053"/>
                  </a:lnTo>
                  <a:lnTo>
                    <a:pt x="2511798" y="2344416"/>
                  </a:lnTo>
                  <a:lnTo>
                    <a:pt x="2511985" y="2344903"/>
                  </a:lnTo>
                  <a:lnTo>
                    <a:pt x="2512172" y="2345447"/>
                  </a:lnTo>
                  <a:lnTo>
                    <a:pt x="2512359" y="2346107"/>
                  </a:lnTo>
                  <a:lnTo>
                    <a:pt x="2512546" y="2346636"/>
                  </a:lnTo>
                  <a:lnTo>
                    <a:pt x="2512733" y="2346809"/>
                  </a:lnTo>
                  <a:lnTo>
                    <a:pt x="2512920" y="2346891"/>
                  </a:lnTo>
                  <a:lnTo>
                    <a:pt x="2513107" y="2346570"/>
                  </a:lnTo>
                  <a:lnTo>
                    <a:pt x="2513294" y="2346017"/>
                  </a:lnTo>
                  <a:lnTo>
                    <a:pt x="2513481" y="2345497"/>
                  </a:lnTo>
                  <a:lnTo>
                    <a:pt x="2513668" y="2344738"/>
                  </a:lnTo>
                  <a:lnTo>
                    <a:pt x="2513855" y="2343723"/>
                  </a:lnTo>
                  <a:lnTo>
                    <a:pt x="2514042" y="2342921"/>
                  </a:lnTo>
                  <a:lnTo>
                    <a:pt x="2514228" y="2341824"/>
                  </a:lnTo>
                  <a:lnTo>
                    <a:pt x="2514415" y="2340784"/>
                  </a:lnTo>
                  <a:lnTo>
                    <a:pt x="2514602" y="2339511"/>
                  </a:lnTo>
                  <a:lnTo>
                    <a:pt x="2514789" y="2338255"/>
                  </a:lnTo>
                  <a:lnTo>
                    <a:pt x="2514976" y="2336806"/>
                  </a:lnTo>
                  <a:lnTo>
                    <a:pt x="2515163" y="2335103"/>
                  </a:lnTo>
                  <a:lnTo>
                    <a:pt x="2515350" y="2333072"/>
                  </a:lnTo>
                  <a:lnTo>
                    <a:pt x="2515537" y="2330929"/>
                  </a:lnTo>
                  <a:lnTo>
                    <a:pt x="2515724" y="2328523"/>
                  </a:lnTo>
                  <a:lnTo>
                    <a:pt x="2515911" y="2326074"/>
                  </a:lnTo>
                  <a:lnTo>
                    <a:pt x="2516098" y="2323580"/>
                  </a:lnTo>
                  <a:lnTo>
                    <a:pt x="2516285" y="2321260"/>
                  </a:lnTo>
                  <a:lnTo>
                    <a:pt x="2516472" y="2319259"/>
                  </a:lnTo>
                  <a:lnTo>
                    <a:pt x="2516658" y="2317150"/>
                  </a:lnTo>
                  <a:lnTo>
                    <a:pt x="2516845" y="2315184"/>
                  </a:lnTo>
                  <a:lnTo>
                    <a:pt x="2517032" y="2313154"/>
                  </a:lnTo>
                  <a:lnTo>
                    <a:pt x="2517219" y="2309746"/>
                  </a:lnTo>
                  <a:lnTo>
                    <a:pt x="2517406" y="2306395"/>
                  </a:lnTo>
                  <a:lnTo>
                    <a:pt x="2517593" y="2302732"/>
                  </a:lnTo>
                  <a:lnTo>
                    <a:pt x="2517780" y="2298762"/>
                  </a:lnTo>
                  <a:lnTo>
                    <a:pt x="2517967" y="2294868"/>
                  </a:lnTo>
                  <a:lnTo>
                    <a:pt x="2518154" y="2291204"/>
                  </a:lnTo>
                  <a:lnTo>
                    <a:pt x="2518341" y="2287870"/>
                  </a:lnTo>
                  <a:lnTo>
                    <a:pt x="2518528" y="2284520"/>
                  </a:lnTo>
                  <a:lnTo>
                    <a:pt x="2518715" y="2281227"/>
                  </a:lnTo>
                  <a:lnTo>
                    <a:pt x="2518901" y="2277811"/>
                  </a:lnTo>
                  <a:lnTo>
                    <a:pt x="2519088" y="2273982"/>
                  </a:lnTo>
                  <a:lnTo>
                    <a:pt x="2519275" y="2269930"/>
                  </a:lnTo>
                  <a:lnTo>
                    <a:pt x="2519462" y="2265912"/>
                  </a:lnTo>
                  <a:lnTo>
                    <a:pt x="2519649" y="2261827"/>
                  </a:lnTo>
                  <a:lnTo>
                    <a:pt x="2519836" y="2257619"/>
                  </a:lnTo>
                  <a:lnTo>
                    <a:pt x="2520023" y="2253518"/>
                  </a:lnTo>
                  <a:lnTo>
                    <a:pt x="2520210" y="2249507"/>
                  </a:lnTo>
                  <a:lnTo>
                    <a:pt x="2520397" y="2245599"/>
                  </a:lnTo>
                  <a:lnTo>
                    <a:pt x="2520584" y="2242145"/>
                  </a:lnTo>
                  <a:lnTo>
                    <a:pt x="2520771" y="2239818"/>
                  </a:lnTo>
                  <a:lnTo>
                    <a:pt x="2520958" y="2237747"/>
                  </a:lnTo>
                  <a:lnTo>
                    <a:pt x="2521145" y="2235845"/>
                  </a:lnTo>
                  <a:lnTo>
                    <a:pt x="2521331" y="2233863"/>
                  </a:lnTo>
                  <a:lnTo>
                    <a:pt x="2521518" y="2231825"/>
                  </a:lnTo>
                  <a:lnTo>
                    <a:pt x="2521705" y="2229878"/>
                  </a:lnTo>
                  <a:lnTo>
                    <a:pt x="2521892" y="2228024"/>
                  </a:lnTo>
                  <a:lnTo>
                    <a:pt x="2522079" y="2226240"/>
                  </a:lnTo>
                  <a:lnTo>
                    <a:pt x="2522266" y="2224614"/>
                  </a:lnTo>
                  <a:lnTo>
                    <a:pt x="2522453" y="2223266"/>
                  </a:lnTo>
                  <a:lnTo>
                    <a:pt x="2522640" y="2222045"/>
                  </a:lnTo>
                  <a:lnTo>
                    <a:pt x="2522827" y="2220920"/>
                  </a:lnTo>
                  <a:lnTo>
                    <a:pt x="2523014" y="2219935"/>
                  </a:lnTo>
                  <a:lnTo>
                    <a:pt x="2523201" y="2219618"/>
                  </a:lnTo>
                  <a:lnTo>
                    <a:pt x="2523388" y="2219377"/>
                  </a:lnTo>
                  <a:lnTo>
                    <a:pt x="2523574" y="2219186"/>
                  </a:lnTo>
                  <a:lnTo>
                    <a:pt x="2523761" y="2218413"/>
                  </a:lnTo>
                  <a:lnTo>
                    <a:pt x="2523948" y="2218086"/>
                  </a:lnTo>
                  <a:lnTo>
                    <a:pt x="2524135" y="2217516"/>
                  </a:lnTo>
                  <a:lnTo>
                    <a:pt x="2524322" y="2217194"/>
                  </a:lnTo>
                  <a:lnTo>
                    <a:pt x="2524509" y="2217013"/>
                  </a:lnTo>
                  <a:lnTo>
                    <a:pt x="2524696" y="2216988"/>
                  </a:lnTo>
                  <a:lnTo>
                    <a:pt x="2524883" y="2217087"/>
                  </a:lnTo>
                  <a:lnTo>
                    <a:pt x="2525070" y="2217326"/>
                  </a:lnTo>
                  <a:lnTo>
                    <a:pt x="2525257" y="2217335"/>
                  </a:lnTo>
                  <a:lnTo>
                    <a:pt x="2525444" y="2217186"/>
                  </a:lnTo>
                  <a:lnTo>
                    <a:pt x="2525631" y="2216980"/>
                  </a:lnTo>
                  <a:lnTo>
                    <a:pt x="2525818" y="2216650"/>
                  </a:lnTo>
                  <a:lnTo>
                    <a:pt x="2526004" y="2216179"/>
                  </a:lnTo>
                  <a:lnTo>
                    <a:pt x="2526191" y="2215726"/>
                  </a:lnTo>
                  <a:lnTo>
                    <a:pt x="2526378" y="2215086"/>
                  </a:lnTo>
                  <a:lnTo>
                    <a:pt x="2526565" y="2214680"/>
                  </a:lnTo>
                  <a:lnTo>
                    <a:pt x="2526752" y="2214094"/>
                  </a:lnTo>
                  <a:lnTo>
                    <a:pt x="2526939" y="2213658"/>
                  </a:lnTo>
                  <a:lnTo>
                    <a:pt x="2527126" y="2213090"/>
                  </a:lnTo>
                  <a:lnTo>
                    <a:pt x="2527313" y="2212086"/>
                  </a:lnTo>
                  <a:lnTo>
                    <a:pt x="2527500" y="2210710"/>
                  </a:lnTo>
                  <a:lnTo>
                    <a:pt x="2527687" y="2209152"/>
                  </a:lnTo>
                  <a:lnTo>
                    <a:pt x="2527874" y="2207281"/>
                  </a:lnTo>
                  <a:lnTo>
                    <a:pt x="2528061" y="2205927"/>
                  </a:lnTo>
                  <a:lnTo>
                    <a:pt x="2528248" y="2204656"/>
                  </a:lnTo>
                  <a:lnTo>
                    <a:pt x="2528434" y="2203544"/>
                  </a:lnTo>
                  <a:lnTo>
                    <a:pt x="2528621" y="2202871"/>
                  </a:lnTo>
                  <a:lnTo>
                    <a:pt x="2528808" y="2201779"/>
                  </a:lnTo>
                  <a:lnTo>
                    <a:pt x="2528995" y="2200300"/>
                  </a:lnTo>
                  <a:lnTo>
                    <a:pt x="2529182" y="2198746"/>
                  </a:lnTo>
                  <a:lnTo>
                    <a:pt x="2529369" y="2197036"/>
                  </a:lnTo>
                  <a:lnTo>
                    <a:pt x="2529556" y="2195407"/>
                  </a:lnTo>
                  <a:lnTo>
                    <a:pt x="2529743" y="2193891"/>
                  </a:lnTo>
                  <a:lnTo>
                    <a:pt x="2529930" y="2192488"/>
                  </a:lnTo>
                  <a:lnTo>
                    <a:pt x="2530117" y="2191464"/>
                  </a:lnTo>
                  <a:lnTo>
                    <a:pt x="2530304" y="2190498"/>
                  </a:lnTo>
                  <a:lnTo>
                    <a:pt x="2530491" y="2189397"/>
                  </a:lnTo>
                  <a:lnTo>
                    <a:pt x="2530677" y="2188392"/>
                  </a:lnTo>
                  <a:lnTo>
                    <a:pt x="2530864" y="2187616"/>
                  </a:lnTo>
                  <a:lnTo>
                    <a:pt x="2531051" y="2186707"/>
                  </a:lnTo>
                  <a:lnTo>
                    <a:pt x="2531238" y="2184962"/>
                  </a:lnTo>
                  <a:lnTo>
                    <a:pt x="2531425" y="2183293"/>
                  </a:lnTo>
                  <a:lnTo>
                    <a:pt x="2531612" y="2182080"/>
                  </a:lnTo>
                  <a:lnTo>
                    <a:pt x="2531799" y="2180726"/>
                  </a:lnTo>
                  <a:lnTo>
                    <a:pt x="2531986" y="2179439"/>
                  </a:lnTo>
                  <a:lnTo>
                    <a:pt x="2532173" y="2178284"/>
                  </a:lnTo>
                  <a:lnTo>
                    <a:pt x="2532360" y="2177071"/>
                  </a:lnTo>
                  <a:lnTo>
                    <a:pt x="2532547" y="2175916"/>
                  </a:lnTo>
                  <a:lnTo>
                    <a:pt x="2532734" y="2174571"/>
                  </a:lnTo>
                  <a:lnTo>
                    <a:pt x="2532921" y="2173242"/>
                  </a:lnTo>
                  <a:lnTo>
                    <a:pt x="2533107" y="2172211"/>
                  </a:lnTo>
                  <a:lnTo>
                    <a:pt x="2533294" y="2171732"/>
                  </a:lnTo>
                  <a:lnTo>
                    <a:pt x="2533481" y="2171402"/>
                  </a:lnTo>
                  <a:lnTo>
                    <a:pt x="2533668" y="2171072"/>
                  </a:lnTo>
                  <a:lnTo>
                    <a:pt x="2533855" y="2170824"/>
                  </a:lnTo>
                  <a:lnTo>
                    <a:pt x="2534042" y="2170535"/>
                  </a:lnTo>
                  <a:lnTo>
                    <a:pt x="2534229" y="2170271"/>
                  </a:lnTo>
                  <a:lnTo>
                    <a:pt x="2534416" y="2170280"/>
                  </a:lnTo>
                  <a:lnTo>
                    <a:pt x="2534603" y="2170197"/>
                  </a:lnTo>
                  <a:lnTo>
                    <a:pt x="2534790" y="2170197"/>
                  </a:lnTo>
                  <a:lnTo>
                    <a:pt x="2534977" y="2170197"/>
                  </a:lnTo>
                  <a:lnTo>
                    <a:pt x="2535164" y="2170304"/>
                  </a:lnTo>
                  <a:lnTo>
                    <a:pt x="2535351" y="2170544"/>
                  </a:lnTo>
                  <a:lnTo>
                    <a:pt x="2535537" y="2171031"/>
                  </a:lnTo>
                  <a:lnTo>
                    <a:pt x="2535724" y="2171847"/>
                  </a:lnTo>
                  <a:lnTo>
                    <a:pt x="2535911" y="2172648"/>
                  </a:lnTo>
                  <a:lnTo>
                    <a:pt x="2536098" y="2173325"/>
                  </a:lnTo>
                  <a:lnTo>
                    <a:pt x="2536285" y="2174108"/>
                  </a:lnTo>
                  <a:lnTo>
                    <a:pt x="2536472" y="2174917"/>
                  </a:lnTo>
                  <a:lnTo>
                    <a:pt x="2536659" y="2175825"/>
                  </a:lnTo>
                  <a:lnTo>
                    <a:pt x="2536846" y="2176898"/>
                  </a:lnTo>
                  <a:lnTo>
                    <a:pt x="2537033" y="2178193"/>
                  </a:lnTo>
                  <a:lnTo>
                    <a:pt x="2537220" y="2179513"/>
                  </a:lnTo>
                  <a:lnTo>
                    <a:pt x="2537407" y="2180834"/>
                  </a:lnTo>
                  <a:lnTo>
                    <a:pt x="2537594" y="2182154"/>
                  </a:lnTo>
                  <a:lnTo>
                    <a:pt x="2537780" y="2183474"/>
                  </a:lnTo>
                  <a:lnTo>
                    <a:pt x="2537967" y="2184720"/>
                  </a:lnTo>
                  <a:lnTo>
                    <a:pt x="2538154" y="2185876"/>
                  </a:lnTo>
                  <a:lnTo>
                    <a:pt x="2538341" y="2186874"/>
                  </a:lnTo>
                  <a:lnTo>
                    <a:pt x="2538528" y="2187542"/>
                  </a:lnTo>
                  <a:lnTo>
                    <a:pt x="2538715" y="2188203"/>
                  </a:lnTo>
                  <a:lnTo>
                    <a:pt x="2538902" y="2188846"/>
                  </a:lnTo>
                  <a:lnTo>
                    <a:pt x="2539089" y="2189383"/>
                  </a:lnTo>
                  <a:lnTo>
                    <a:pt x="2539276" y="2189894"/>
                  </a:lnTo>
                  <a:lnTo>
                    <a:pt x="2539463" y="2190224"/>
                  </a:lnTo>
                  <a:lnTo>
                    <a:pt x="2539650" y="2190431"/>
                  </a:lnTo>
                  <a:lnTo>
                    <a:pt x="2539837" y="2190389"/>
                  </a:lnTo>
                  <a:lnTo>
                    <a:pt x="2540024" y="2190224"/>
                  </a:lnTo>
                  <a:lnTo>
                    <a:pt x="2540210" y="2190059"/>
                  </a:lnTo>
                  <a:lnTo>
                    <a:pt x="2540397" y="2189894"/>
                  </a:lnTo>
                  <a:lnTo>
                    <a:pt x="2540584" y="2189729"/>
                  </a:lnTo>
                  <a:lnTo>
                    <a:pt x="2540771" y="2189638"/>
                  </a:lnTo>
                  <a:lnTo>
                    <a:pt x="2540958" y="2189638"/>
                  </a:lnTo>
                  <a:lnTo>
                    <a:pt x="2541145" y="2189638"/>
                  </a:lnTo>
                  <a:lnTo>
                    <a:pt x="2541332" y="2189638"/>
                  </a:lnTo>
                  <a:lnTo>
                    <a:pt x="2541519" y="2189416"/>
                  </a:lnTo>
                  <a:lnTo>
                    <a:pt x="2541706" y="2189049"/>
                  </a:lnTo>
                  <a:lnTo>
                    <a:pt x="2541893" y="2188832"/>
                  </a:lnTo>
                  <a:lnTo>
                    <a:pt x="2542080" y="2188513"/>
                  </a:lnTo>
                  <a:lnTo>
                    <a:pt x="2542267" y="2188236"/>
                  </a:lnTo>
                  <a:lnTo>
                    <a:pt x="2542453" y="2187989"/>
                  </a:lnTo>
                  <a:lnTo>
                    <a:pt x="2542640" y="2187748"/>
                  </a:lnTo>
                  <a:lnTo>
                    <a:pt x="2542827" y="2187508"/>
                  </a:lnTo>
                  <a:lnTo>
                    <a:pt x="2543014" y="2187268"/>
                  </a:lnTo>
                  <a:lnTo>
                    <a:pt x="2543201" y="2187027"/>
                  </a:lnTo>
                  <a:lnTo>
                    <a:pt x="2543388" y="2186787"/>
                  </a:lnTo>
                  <a:lnTo>
                    <a:pt x="2543575" y="2186546"/>
                  </a:lnTo>
                  <a:lnTo>
                    <a:pt x="2543762" y="2186306"/>
                  </a:lnTo>
                  <a:lnTo>
                    <a:pt x="2543949" y="2186065"/>
                  </a:lnTo>
                  <a:lnTo>
                    <a:pt x="2544136" y="2185825"/>
                  </a:lnTo>
                  <a:lnTo>
                    <a:pt x="2544323" y="2185548"/>
                  </a:lnTo>
                  <a:lnTo>
                    <a:pt x="2544510" y="2185316"/>
                  </a:lnTo>
                  <a:lnTo>
                    <a:pt x="2544697" y="2185240"/>
                  </a:lnTo>
                  <a:lnTo>
                    <a:pt x="2544883" y="2185256"/>
                  </a:lnTo>
                  <a:lnTo>
                    <a:pt x="2545070" y="2185502"/>
                  </a:lnTo>
                  <a:lnTo>
                    <a:pt x="2545257" y="2185709"/>
                  </a:lnTo>
                  <a:lnTo>
                    <a:pt x="2545444" y="2185568"/>
                  </a:lnTo>
                  <a:lnTo>
                    <a:pt x="2545631" y="2185568"/>
                  </a:lnTo>
                  <a:lnTo>
                    <a:pt x="2545818" y="2185527"/>
                  </a:lnTo>
                  <a:lnTo>
                    <a:pt x="2546005" y="2185362"/>
                  </a:lnTo>
                  <a:lnTo>
                    <a:pt x="2546192" y="2185172"/>
                  </a:lnTo>
                  <a:lnTo>
                    <a:pt x="2546379" y="2185040"/>
                  </a:lnTo>
                  <a:lnTo>
                    <a:pt x="2546566" y="2185065"/>
                  </a:lnTo>
                  <a:lnTo>
                    <a:pt x="2546753" y="2185263"/>
                  </a:lnTo>
                  <a:lnTo>
                    <a:pt x="2546940" y="2185725"/>
                  </a:lnTo>
                  <a:lnTo>
                    <a:pt x="2547127" y="2186278"/>
                  </a:lnTo>
                  <a:lnTo>
                    <a:pt x="2547313" y="2186947"/>
                  </a:lnTo>
                  <a:lnTo>
                    <a:pt x="2547500" y="2187978"/>
                  </a:lnTo>
                  <a:lnTo>
                    <a:pt x="2547687" y="2189059"/>
                  </a:lnTo>
                  <a:lnTo>
                    <a:pt x="2547874" y="2190232"/>
                  </a:lnTo>
                  <a:lnTo>
                    <a:pt x="2548061" y="2191502"/>
                  </a:lnTo>
                  <a:lnTo>
                    <a:pt x="2548248" y="2192962"/>
                  </a:lnTo>
                  <a:lnTo>
                    <a:pt x="2548435" y="2194363"/>
                  </a:lnTo>
                  <a:lnTo>
                    <a:pt x="2548622" y="2195796"/>
                  </a:lnTo>
                  <a:lnTo>
                    <a:pt x="2548809" y="2197506"/>
                  </a:lnTo>
                  <a:lnTo>
                    <a:pt x="2548996" y="2199247"/>
                  </a:lnTo>
                  <a:lnTo>
                    <a:pt x="2549183" y="2200893"/>
                  </a:lnTo>
                  <a:lnTo>
                    <a:pt x="2549370" y="2202415"/>
                  </a:lnTo>
                  <a:lnTo>
                    <a:pt x="2549556" y="2203896"/>
                  </a:lnTo>
                  <a:lnTo>
                    <a:pt x="2549743" y="2205146"/>
                  </a:lnTo>
                  <a:lnTo>
                    <a:pt x="2549930" y="2206593"/>
                  </a:lnTo>
                  <a:lnTo>
                    <a:pt x="2550117" y="2208272"/>
                  </a:lnTo>
                  <a:lnTo>
                    <a:pt x="2550304" y="2209877"/>
                  </a:lnTo>
                  <a:lnTo>
                    <a:pt x="2550491" y="2211521"/>
                  </a:lnTo>
                  <a:lnTo>
                    <a:pt x="2550678" y="2213131"/>
                  </a:lnTo>
                  <a:lnTo>
                    <a:pt x="2550865" y="2214723"/>
                  </a:lnTo>
                  <a:lnTo>
                    <a:pt x="2551052" y="2216555"/>
                  </a:lnTo>
                  <a:lnTo>
                    <a:pt x="2551239" y="2218576"/>
                  </a:lnTo>
                  <a:lnTo>
                    <a:pt x="2551426" y="2220252"/>
                  </a:lnTo>
                  <a:lnTo>
                    <a:pt x="2551613" y="2221901"/>
                  </a:lnTo>
                  <a:lnTo>
                    <a:pt x="2551800" y="2223271"/>
                  </a:lnTo>
                  <a:lnTo>
                    <a:pt x="2551986" y="2224874"/>
                  </a:lnTo>
                  <a:lnTo>
                    <a:pt x="2552173" y="2226452"/>
                  </a:lnTo>
                  <a:lnTo>
                    <a:pt x="2552360" y="2227975"/>
                  </a:lnTo>
                  <a:lnTo>
                    <a:pt x="2552547" y="2229761"/>
                  </a:lnTo>
                  <a:lnTo>
                    <a:pt x="2552734" y="2231660"/>
                  </a:lnTo>
                  <a:lnTo>
                    <a:pt x="2552921" y="2233637"/>
                  </a:lnTo>
                  <a:lnTo>
                    <a:pt x="2553108" y="2235590"/>
                  </a:lnTo>
                  <a:lnTo>
                    <a:pt x="2553295" y="2237502"/>
                  </a:lnTo>
                  <a:lnTo>
                    <a:pt x="2553482" y="2239369"/>
                  </a:lnTo>
                  <a:lnTo>
                    <a:pt x="2553669" y="2241194"/>
                  </a:lnTo>
                  <a:lnTo>
                    <a:pt x="2553856" y="2242700"/>
                  </a:lnTo>
                  <a:lnTo>
                    <a:pt x="2554043" y="2244314"/>
                  </a:lnTo>
                  <a:lnTo>
                    <a:pt x="2554230" y="2245785"/>
                  </a:lnTo>
                  <a:lnTo>
                    <a:pt x="2554416" y="2247337"/>
                  </a:lnTo>
                  <a:lnTo>
                    <a:pt x="2554603" y="2250249"/>
                  </a:lnTo>
                  <a:lnTo>
                    <a:pt x="2554790" y="2253105"/>
                  </a:lnTo>
                  <a:lnTo>
                    <a:pt x="2554977" y="2256282"/>
                  </a:lnTo>
                  <a:lnTo>
                    <a:pt x="2555164" y="2259921"/>
                  </a:lnTo>
                  <a:lnTo>
                    <a:pt x="2555351" y="2263403"/>
                  </a:lnTo>
                  <a:lnTo>
                    <a:pt x="2555538" y="2266737"/>
                  </a:lnTo>
                  <a:lnTo>
                    <a:pt x="2555725" y="2269740"/>
                  </a:lnTo>
                  <a:lnTo>
                    <a:pt x="2555912" y="2273049"/>
                  </a:lnTo>
                  <a:lnTo>
                    <a:pt x="2556099" y="2276383"/>
                  </a:lnTo>
                  <a:lnTo>
                    <a:pt x="2556286" y="2279931"/>
                  </a:lnTo>
                  <a:lnTo>
                    <a:pt x="2556473" y="2283760"/>
                  </a:lnTo>
                  <a:lnTo>
                    <a:pt x="2556659" y="2287812"/>
                  </a:lnTo>
                  <a:lnTo>
                    <a:pt x="2556846" y="2291830"/>
                  </a:lnTo>
                  <a:lnTo>
                    <a:pt x="2557033" y="2295915"/>
                  </a:lnTo>
                  <a:lnTo>
                    <a:pt x="2557220" y="2299901"/>
                  </a:lnTo>
                  <a:lnTo>
                    <a:pt x="2557407" y="2303754"/>
                  </a:lnTo>
                  <a:lnTo>
                    <a:pt x="2557594" y="2307501"/>
                  </a:lnTo>
                  <a:lnTo>
                    <a:pt x="2557781" y="2311140"/>
                  </a:lnTo>
                  <a:lnTo>
                    <a:pt x="2557968" y="2314325"/>
                  </a:lnTo>
                  <a:lnTo>
                    <a:pt x="2558155" y="2316383"/>
                  </a:lnTo>
                  <a:lnTo>
                    <a:pt x="2558342" y="2318185"/>
                  </a:lnTo>
                  <a:lnTo>
                    <a:pt x="2558529" y="2319818"/>
                  </a:lnTo>
                  <a:lnTo>
                    <a:pt x="2558716" y="2321531"/>
                  </a:lnTo>
                  <a:lnTo>
                    <a:pt x="2558903" y="2323396"/>
                  </a:lnTo>
                  <a:lnTo>
                    <a:pt x="2559089" y="2325315"/>
                  </a:lnTo>
                  <a:lnTo>
                    <a:pt x="2559276" y="2327243"/>
                  </a:lnTo>
                  <a:lnTo>
                    <a:pt x="2559463" y="2329118"/>
                  </a:lnTo>
                  <a:lnTo>
                    <a:pt x="2559650" y="2330903"/>
                  </a:lnTo>
                  <a:lnTo>
                    <a:pt x="2559837" y="2332577"/>
                  </a:lnTo>
                  <a:lnTo>
                    <a:pt x="2560024" y="2334170"/>
                  </a:lnTo>
                  <a:lnTo>
                    <a:pt x="2560211" y="2335668"/>
                  </a:lnTo>
                  <a:lnTo>
                    <a:pt x="2560398" y="2337074"/>
                  </a:lnTo>
                  <a:lnTo>
                    <a:pt x="2560585" y="2338356"/>
                  </a:lnTo>
                  <a:lnTo>
                    <a:pt x="2560772" y="2339595"/>
                  </a:lnTo>
                  <a:lnTo>
                    <a:pt x="2560959" y="2340942"/>
                  </a:lnTo>
                  <a:lnTo>
                    <a:pt x="2561146" y="2342928"/>
                  </a:lnTo>
                  <a:lnTo>
                    <a:pt x="2561332" y="2344576"/>
                  </a:lnTo>
                  <a:lnTo>
                    <a:pt x="2561519" y="2346465"/>
                  </a:lnTo>
                  <a:lnTo>
                    <a:pt x="2561706" y="2347975"/>
                  </a:lnTo>
                  <a:lnTo>
                    <a:pt x="2561893" y="2349147"/>
                  </a:lnTo>
                  <a:lnTo>
                    <a:pt x="2562080" y="2350022"/>
                  </a:lnTo>
                  <a:lnTo>
                    <a:pt x="2562267" y="2350748"/>
                  </a:lnTo>
                  <a:lnTo>
                    <a:pt x="2562454" y="2351243"/>
                  </a:lnTo>
                  <a:lnTo>
                    <a:pt x="2562641" y="2351738"/>
                  </a:lnTo>
                  <a:lnTo>
                    <a:pt x="2562828" y="2352382"/>
                  </a:lnTo>
                  <a:lnTo>
                    <a:pt x="2563015" y="2353083"/>
                  </a:lnTo>
                  <a:lnTo>
                    <a:pt x="2563202" y="2353909"/>
                  </a:lnTo>
                  <a:lnTo>
                    <a:pt x="2563389" y="2354734"/>
                  </a:lnTo>
                  <a:lnTo>
                    <a:pt x="2563576" y="2355509"/>
                  </a:lnTo>
                  <a:lnTo>
                    <a:pt x="2563762" y="2356054"/>
                  </a:lnTo>
                  <a:lnTo>
                    <a:pt x="2563949" y="2356417"/>
                  </a:lnTo>
                  <a:lnTo>
                    <a:pt x="2564136" y="2356896"/>
                  </a:lnTo>
                  <a:lnTo>
                    <a:pt x="2564323" y="2357490"/>
                  </a:lnTo>
                  <a:lnTo>
                    <a:pt x="2564510" y="2358323"/>
                  </a:lnTo>
                  <a:lnTo>
                    <a:pt x="2564697" y="2359660"/>
                  </a:lnTo>
                  <a:lnTo>
                    <a:pt x="2564884" y="2361368"/>
                  </a:lnTo>
                  <a:lnTo>
                    <a:pt x="2565071" y="2363258"/>
                  </a:lnTo>
                  <a:lnTo>
                    <a:pt x="2565258" y="2365461"/>
                  </a:lnTo>
                  <a:lnTo>
                    <a:pt x="2565445" y="2367183"/>
                  </a:lnTo>
                  <a:lnTo>
                    <a:pt x="2565632" y="2368986"/>
                  </a:lnTo>
                  <a:lnTo>
                    <a:pt x="2565819" y="2370827"/>
                  </a:lnTo>
                  <a:lnTo>
                    <a:pt x="2566006" y="2372312"/>
                  </a:lnTo>
                  <a:lnTo>
                    <a:pt x="2566192" y="2374218"/>
                  </a:lnTo>
                  <a:lnTo>
                    <a:pt x="2566379" y="2376509"/>
                  </a:lnTo>
                  <a:lnTo>
                    <a:pt x="2566566" y="2378887"/>
                  </a:lnTo>
                  <a:lnTo>
                    <a:pt x="2566753" y="2381341"/>
                  </a:lnTo>
                  <a:lnTo>
                    <a:pt x="2566940" y="2383958"/>
                  </a:lnTo>
                  <a:lnTo>
                    <a:pt x="2567127" y="2386679"/>
                  </a:lnTo>
                  <a:lnTo>
                    <a:pt x="2567314" y="2389170"/>
                  </a:lnTo>
                  <a:lnTo>
                    <a:pt x="2567501" y="2391663"/>
                  </a:lnTo>
                  <a:lnTo>
                    <a:pt x="2567688" y="2393984"/>
                  </a:lnTo>
                  <a:lnTo>
                    <a:pt x="2567875" y="2396433"/>
                  </a:lnTo>
                  <a:lnTo>
                    <a:pt x="2568062" y="2398786"/>
                  </a:lnTo>
                  <a:lnTo>
                    <a:pt x="2568249" y="2400862"/>
                  </a:lnTo>
                  <a:lnTo>
                    <a:pt x="2568435" y="2402848"/>
                  </a:lnTo>
                  <a:lnTo>
                    <a:pt x="2568622" y="2405397"/>
                  </a:lnTo>
                  <a:lnTo>
                    <a:pt x="2568809" y="2407754"/>
                  </a:lnTo>
                  <a:lnTo>
                    <a:pt x="2568996" y="2409689"/>
                  </a:lnTo>
                  <a:lnTo>
                    <a:pt x="2569183" y="2411997"/>
                  </a:lnTo>
                  <a:lnTo>
                    <a:pt x="2569370" y="2414075"/>
                  </a:lnTo>
                  <a:lnTo>
                    <a:pt x="2569557" y="2416008"/>
                  </a:lnTo>
                  <a:lnTo>
                    <a:pt x="2569744" y="2417908"/>
                  </a:lnTo>
                  <a:lnTo>
                    <a:pt x="2569931" y="2419624"/>
                  </a:lnTo>
                  <a:lnTo>
                    <a:pt x="2570118" y="2421463"/>
                  </a:lnTo>
                  <a:lnTo>
                    <a:pt x="2570305" y="2422874"/>
                  </a:lnTo>
                  <a:lnTo>
                    <a:pt x="2570492" y="2424129"/>
                  </a:lnTo>
                  <a:lnTo>
                    <a:pt x="2570679" y="2424921"/>
                  </a:lnTo>
                  <a:lnTo>
                    <a:pt x="2570865" y="2425534"/>
                  </a:lnTo>
                  <a:lnTo>
                    <a:pt x="2571052" y="2426147"/>
                  </a:lnTo>
                  <a:lnTo>
                    <a:pt x="2571239" y="2426760"/>
                  </a:lnTo>
                  <a:lnTo>
                    <a:pt x="2571426" y="2427497"/>
                  </a:lnTo>
                  <a:lnTo>
                    <a:pt x="2571613" y="2428276"/>
                  </a:lnTo>
                  <a:lnTo>
                    <a:pt x="2571800" y="2428848"/>
                  </a:lnTo>
                  <a:lnTo>
                    <a:pt x="2571987" y="2429277"/>
                  </a:lnTo>
                  <a:lnTo>
                    <a:pt x="2572174" y="2429788"/>
                  </a:lnTo>
                  <a:lnTo>
                    <a:pt x="2572361" y="2430312"/>
                  </a:lnTo>
                  <a:lnTo>
                    <a:pt x="2572548" y="2430812"/>
                  </a:lnTo>
                  <a:lnTo>
                    <a:pt x="2572735" y="2431097"/>
                  </a:lnTo>
                  <a:lnTo>
                    <a:pt x="2572922" y="2431200"/>
                  </a:lnTo>
                  <a:lnTo>
                    <a:pt x="2573109" y="2431241"/>
                  </a:lnTo>
                  <a:lnTo>
                    <a:pt x="2573295" y="2431359"/>
                  </a:lnTo>
                  <a:lnTo>
                    <a:pt x="2573482" y="2431310"/>
                  </a:lnTo>
                  <a:lnTo>
                    <a:pt x="2573669" y="2431186"/>
                  </a:lnTo>
                  <a:lnTo>
                    <a:pt x="2573856" y="2431046"/>
                  </a:lnTo>
                  <a:lnTo>
                    <a:pt x="2574043" y="2430881"/>
                  </a:lnTo>
                  <a:lnTo>
                    <a:pt x="2574230" y="2430592"/>
                  </a:lnTo>
                  <a:lnTo>
                    <a:pt x="2574417" y="2430097"/>
                  </a:lnTo>
                  <a:lnTo>
                    <a:pt x="2574604" y="2429602"/>
                  </a:lnTo>
                  <a:lnTo>
                    <a:pt x="2574791" y="2429107"/>
                  </a:lnTo>
                  <a:lnTo>
                    <a:pt x="2574978" y="2428611"/>
                  </a:lnTo>
                  <a:lnTo>
                    <a:pt x="2575165" y="2427902"/>
                  </a:lnTo>
                  <a:lnTo>
                    <a:pt x="2575352" y="2427151"/>
                  </a:lnTo>
                  <a:lnTo>
                    <a:pt x="2575538" y="2426656"/>
                  </a:lnTo>
                  <a:lnTo>
                    <a:pt x="2575725" y="2426276"/>
                  </a:lnTo>
                  <a:lnTo>
                    <a:pt x="2575912" y="2425946"/>
                  </a:lnTo>
                  <a:lnTo>
                    <a:pt x="2576099" y="2425509"/>
                  </a:lnTo>
                  <a:lnTo>
                    <a:pt x="2576286" y="2425022"/>
                  </a:lnTo>
                  <a:lnTo>
                    <a:pt x="2576473" y="2424502"/>
                  </a:lnTo>
                  <a:lnTo>
                    <a:pt x="2576660" y="2423982"/>
                  </a:lnTo>
                  <a:lnTo>
                    <a:pt x="2576847" y="2423487"/>
                  </a:lnTo>
                  <a:lnTo>
                    <a:pt x="2577034" y="2422942"/>
                  </a:lnTo>
                  <a:lnTo>
                    <a:pt x="2577221" y="2422447"/>
                  </a:lnTo>
                  <a:lnTo>
                    <a:pt x="2577408" y="2421952"/>
                  </a:lnTo>
                  <a:lnTo>
                    <a:pt x="2577595" y="2421342"/>
                  </a:lnTo>
                  <a:lnTo>
                    <a:pt x="2577782" y="2420516"/>
                  </a:lnTo>
                  <a:lnTo>
                    <a:pt x="2577968" y="2419790"/>
                  </a:lnTo>
                  <a:lnTo>
                    <a:pt x="2578155" y="2418825"/>
                  </a:lnTo>
                  <a:lnTo>
                    <a:pt x="2578342" y="2417447"/>
                  </a:lnTo>
                  <a:lnTo>
                    <a:pt x="2578529" y="2415813"/>
                  </a:lnTo>
                  <a:lnTo>
                    <a:pt x="2578716" y="2414162"/>
                  </a:lnTo>
                  <a:lnTo>
                    <a:pt x="2578903" y="2412512"/>
                  </a:lnTo>
                  <a:lnTo>
                    <a:pt x="2579090" y="2411043"/>
                  </a:lnTo>
                  <a:lnTo>
                    <a:pt x="2579277" y="2409610"/>
                  </a:lnTo>
                  <a:lnTo>
                    <a:pt x="2579464" y="2408991"/>
                  </a:lnTo>
                  <a:lnTo>
                    <a:pt x="2579651" y="2408416"/>
                  </a:lnTo>
                  <a:lnTo>
                    <a:pt x="2579838" y="2407858"/>
                  </a:lnTo>
                  <a:lnTo>
                    <a:pt x="2580025" y="2407323"/>
                  </a:lnTo>
                  <a:lnTo>
                    <a:pt x="2580211" y="2406601"/>
                  </a:lnTo>
                  <a:lnTo>
                    <a:pt x="2580398" y="2405964"/>
                  </a:lnTo>
                  <a:lnTo>
                    <a:pt x="2580585" y="2405483"/>
                  </a:lnTo>
                  <a:lnTo>
                    <a:pt x="2580772" y="2405086"/>
                  </a:lnTo>
                  <a:lnTo>
                    <a:pt x="2580959" y="2404894"/>
                  </a:lnTo>
                  <a:lnTo>
                    <a:pt x="2581146" y="2404936"/>
                  </a:lnTo>
                  <a:lnTo>
                    <a:pt x="2581333" y="2405165"/>
                  </a:lnTo>
                  <a:lnTo>
                    <a:pt x="2581520" y="2405405"/>
                  </a:lnTo>
                  <a:lnTo>
                    <a:pt x="2581707" y="2405688"/>
                  </a:lnTo>
                  <a:lnTo>
                    <a:pt x="2581894" y="2405994"/>
                  </a:lnTo>
                  <a:lnTo>
                    <a:pt x="2582081" y="2406308"/>
                  </a:lnTo>
                  <a:lnTo>
                    <a:pt x="2582268" y="2406432"/>
                  </a:lnTo>
                  <a:lnTo>
                    <a:pt x="2582455" y="2406516"/>
                  </a:lnTo>
                  <a:lnTo>
                    <a:pt x="2582641" y="2406309"/>
                  </a:lnTo>
                  <a:lnTo>
                    <a:pt x="2582828" y="2406549"/>
                  </a:lnTo>
                  <a:lnTo>
                    <a:pt x="2583015" y="2407044"/>
                  </a:lnTo>
                  <a:lnTo>
                    <a:pt x="2583202" y="2407580"/>
                  </a:lnTo>
                  <a:lnTo>
                    <a:pt x="2583389" y="2408240"/>
                  </a:lnTo>
                  <a:lnTo>
                    <a:pt x="2583576" y="2408925"/>
                  </a:lnTo>
                  <a:lnTo>
                    <a:pt x="2583763" y="2409750"/>
                  </a:lnTo>
                  <a:lnTo>
                    <a:pt x="2583950" y="2410575"/>
                  </a:lnTo>
                  <a:lnTo>
                    <a:pt x="2584137" y="2411318"/>
                  </a:lnTo>
                  <a:lnTo>
                    <a:pt x="2584324" y="2411821"/>
                  </a:lnTo>
                  <a:lnTo>
                    <a:pt x="2584511" y="2412094"/>
                  </a:lnTo>
                  <a:lnTo>
                    <a:pt x="2584698" y="2412152"/>
                  </a:lnTo>
                  <a:lnTo>
                    <a:pt x="2584885" y="2412020"/>
                  </a:lnTo>
                  <a:lnTo>
                    <a:pt x="2585071" y="2411920"/>
                  </a:lnTo>
                  <a:lnTo>
                    <a:pt x="2585258" y="2411622"/>
                  </a:lnTo>
                  <a:lnTo>
                    <a:pt x="2585445" y="2411376"/>
                  </a:lnTo>
                  <a:lnTo>
                    <a:pt x="2585632" y="2411129"/>
                  </a:lnTo>
                  <a:lnTo>
                    <a:pt x="2585819" y="2410882"/>
                  </a:lnTo>
                  <a:lnTo>
                    <a:pt x="2586006" y="2410605"/>
                  </a:lnTo>
                  <a:lnTo>
                    <a:pt x="2586193" y="2410207"/>
                  </a:lnTo>
                  <a:lnTo>
                    <a:pt x="2586380" y="2409786"/>
                  </a:lnTo>
                  <a:lnTo>
                    <a:pt x="2586567" y="2409262"/>
                  </a:lnTo>
                  <a:lnTo>
                    <a:pt x="2586754" y="2408739"/>
                  </a:lnTo>
                  <a:lnTo>
                    <a:pt x="2586941" y="2408298"/>
                  </a:lnTo>
                  <a:lnTo>
                    <a:pt x="2587128" y="2408096"/>
                  </a:lnTo>
                  <a:lnTo>
                    <a:pt x="2587314" y="2408068"/>
                  </a:lnTo>
                  <a:lnTo>
                    <a:pt x="2587501" y="2408039"/>
                  </a:lnTo>
                  <a:lnTo>
                    <a:pt x="2587688" y="2408011"/>
                  </a:lnTo>
                  <a:lnTo>
                    <a:pt x="2587875" y="2407893"/>
                  </a:lnTo>
                  <a:lnTo>
                    <a:pt x="2588062" y="2407554"/>
                  </a:lnTo>
                  <a:lnTo>
                    <a:pt x="2588249" y="2407142"/>
                  </a:lnTo>
                  <a:lnTo>
                    <a:pt x="2588436" y="2406647"/>
                  </a:lnTo>
                  <a:lnTo>
                    <a:pt x="2588623" y="2406070"/>
                  </a:lnTo>
                  <a:lnTo>
                    <a:pt x="2588810" y="2405493"/>
                  </a:lnTo>
                  <a:lnTo>
                    <a:pt x="2588997" y="2405007"/>
                  </a:lnTo>
                  <a:lnTo>
                    <a:pt x="2589184" y="2404842"/>
                  </a:lnTo>
                  <a:lnTo>
                    <a:pt x="2589371" y="2404677"/>
                  </a:lnTo>
                  <a:lnTo>
                    <a:pt x="2589558" y="2404520"/>
                  </a:lnTo>
                  <a:lnTo>
                    <a:pt x="2589744" y="2404520"/>
                  </a:lnTo>
                  <a:lnTo>
                    <a:pt x="2589931" y="2404569"/>
                  </a:lnTo>
                  <a:lnTo>
                    <a:pt x="2590118" y="2404734"/>
                  </a:lnTo>
                  <a:lnTo>
                    <a:pt x="2590305" y="2404899"/>
                  </a:lnTo>
                  <a:lnTo>
                    <a:pt x="2590492" y="2405353"/>
                  </a:lnTo>
                  <a:lnTo>
                    <a:pt x="2590679" y="2405931"/>
                  </a:lnTo>
                  <a:lnTo>
                    <a:pt x="2590866" y="2406756"/>
                  </a:lnTo>
                  <a:lnTo>
                    <a:pt x="2591053" y="2407581"/>
                  </a:lnTo>
                  <a:lnTo>
                    <a:pt x="2591240" y="2408489"/>
                  </a:lnTo>
                  <a:lnTo>
                    <a:pt x="2591427" y="2409339"/>
                  </a:lnTo>
                  <a:lnTo>
                    <a:pt x="2591614" y="2410164"/>
                  </a:lnTo>
                  <a:lnTo>
                    <a:pt x="2591801" y="2410907"/>
                  </a:lnTo>
                  <a:lnTo>
                    <a:pt x="2591988" y="2411567"/>
                  </a:lnTo>
                  <a:lnTo>
                    <a:pt x="2592174" y="2412219"/>
                  </a:lnTo>
                  <a:lnTo>
                    <a:pt x="2592361" y="2412706"/>
                  </a:lnTo>
                  <a:lnTo>
                    <a:pt x="2592548" y="2413036"/>
                  </a:lnTo>
                  <a:lnTo>
                    <a:pt x="2592735" y="2413316"/>
                  </a:lnTo>
                  <a:lnTo>
                    <a:pt x="2592922" y="2413481"/>
                  </a:lnTo>
                  <a:lnTo>
                    <a:pt x="2593109" y="2413547"/>
                  </a:lnTo>
                  <a:lnTo>
                    <a:pt x="2593296" y="2413258"/>
                  </a:lnTo>
                  <a:lnTo>
                    <a:pt x="2593483" y="2412887"/>
                  </a:lnTo>
                  <a:lnTo>
                    <a:pt x="2593670" y="2412733"/>
                  </a:lnTo>
                  <a:lnTo>
                    <a:pt x="2593857" y="2412609"/>
                  </a:lnTo>
                  <a:lnTo>
                    <a:pt x="2594044" y="2412484"/>
                  </a:lnTo>
                  <a:lnTo>
                    <a:pt x="2594231" y="2412465"/>
                  </a:lnTo>
                  <a:lnTo>
                    <a:pt x="2594417" y="2412415"/>
                  </a:lnTo>
                  <a:lnTo>
                    <a:pt x="2594604" y="2412203"/>
                  </a:lnTo>
                  <a:lnTo>
                    <a:pt x="2594791" y="2411907"/>
                  </a:lnTo>
                  <a:lnTo>
                    <a:pt x="2594978" y="2411581"/>
                  </a:lnTo>
                  <a:lnTo>
                    <a:pt x="2595165" y="2411369"/>
                  </a:lnTo>
                  <a:lnTo>
                    <a:pt x="2595352" y="2411157"/>
                  </a:lnTo>
                  <a:lnTo>
                    <a:pt x="2595539" y="2410945"/>
                  </a:lnTo>
                  <a:lnTo>
                    <a:pt x="2595726" y="2410733"/>
                  </a:lnTo>
                  <a:lnTo>
                    <a:pt x="2595913" y="2410593"/>
                  </a:lnTo>
                  <a:lnTo>
                    <a:pt x="2596100" y="2410501"/>
                  </a:lnTo>
                  <a:lnTo>
                    <a:pt x="2596287" y="2410409"/>
                  </a:lnTo>
                  <a:lnTo>
                    <a:pt x="2596474" y="2410285"/>
                  </a:lnTo>
                  <a:lnTo>
                    <a:pt x="2596661" y="2410160"/>
                  </a:lnTo>
                  <a:lnTo>
                    <a:pt x="2596847" y="2410036"/>
                  </a:lnTo>
                  <a:lnTo>
                    <a:pt x="2597034" y="2409882"/>
                  </a:lnTo>
                  <a:lnTo>
                    <a:pt x="2597221" y="2409494"/>
                  </a:lnTo>
                  <a:lnTo>
                    <a:pt x="2597408" y="2409329"/>
                  </a:lnTo>
                  <a:lnTo>
                    <a:pt x="2597595" y="2409280"/>
                  </a:lnTo>
                  <a:lnTo>
                    <a:pt x="2597782" y="2409280"/>
                  </a:lnTo>
                  <a:lnTo>
                    <a:pt x="2597969" y="2409280"/>
                  </a:lnTo>
                  <a:lnTo>
                    <a:pt x="2598156" y="2409280"/>
                  </a:lnTo>
                  <a:lnTo>
                    <a:pt x="2598343" y="2409280"/>
                  </a:lnTo>
                  <a:lnTo>
                    <a:pt x="2598530" y="2409280"/>
                  </a:lnTo>
                  <a:lnTo>
                    <a:pt x="2598717" y="2409280"/>
                  </a:lnTo>
                  <a:lnTo>
                    <a:pt x="2598904" y="2409280"/>
                  </a:lnTo>
                  <a:lnTo>
                    <a:pt x="2599090" y="2409280"/>
                  </a:lnTo>
                  <a:lnTo>
                    <a:pt x="2599277" y="2409280"/>
                  </a:lnTo>
                  <a:lnTo>
                    <a:pt x="2599464" y="2409280"/>
                  </a:lnTo>
                  <a:lnTo>
                    <a:pt x="2599651" y="2409280"/>
                  </a:lnTo>
                  <a:lnTo>
                    <a:pt x="2599838" y="2409280"/>
                  </a:lnTo>
                  <a:lnTo>
                    <a:pt x="2600025" y="2409280"/>
                  </a:lnTo>
                  <a:lnTo>
                    <a:pt x="2600212" y="2409280"/>
                  </a:lnTo>
                  <a:lnTo>
                    <a:pt x="2600399" y="2409280"/>
                  </a:lnTo>
                  <a:lnTo>
                    <a:pt x="2600586" y="2409280"/>
                  </a:lnTo>
                  <a:lnTo>
                    <a:pt x="2600773" y="2409280"/>
                  </a:lnTo>
                  <a:lnTo>
                    <a:pt x="2600960" y="2409280"/>
                  </a:lnTo>
                  <a:lnTo>
                    <a:pt x="2601147" y="2409280"/>
                  </a:lnTo>
                  <a:lnTo>
                    <a:pt x="2601334" y="2409280"/>
                  </a:lnTo>
                  <a:lnTo>
                    <a:pt x="2601520" y="2409280"/>
                  </a:lnTo>
                  <a:lnTo>
                    <a:pt x="2601707" y="2409280"/>
                  </a:lnTo>
                  <a:lnTo>
                    <a:pt x="2601894" y="2409280"/>
                  </a:lnTo>
                  <a:lnTo>
                    <a:pt x="2602081" y="2409280"/>
                  </a:lnTo>
                  <a:lnTo>
                    <a:pt x="2602268" y="2409280"/>
                  </a:lnTo>
                  <a:lnTo>
                    <a:pt x="2602455" y="2409280"/>
                  </a:lnTo>
                  <a:lnTo>
                    <a:pt x="2602642" y="2409280"/>
                  </a:lnTo>
                  <a:lnTo>
                    <a:pt x="2602829" y="2409280"/>
                  </a:lnTo>
                  <a:lnTo>
                    <a:pt x="2603016" y="2409280"/>
                  </a:lnTo>
                  <a:lnTo>
                    <a:pt x="2603203" y="2409280"/>
                  </a:lnTo>
                  <a:lnTo>
                    <a:pt x="2603390" y="2409280"/>
                  </a:lnTo>
                  <a:lnTo>
                    <a:pt x="2603577" y="2409280"/>
                  </a:lnTo>
                  <a:lnTo>
                    <a:pt x="2603764" y="2409280"/>
                  </a:lnTo>
                  <a:lnTo>
                    <a:pt x="2603950" y="2409280"/>
                  </a:lnTo>
                  <a:lnTo>
                    <a:pt x="2604137" y="2409280"/>
                  </a:lnTo>
                  <a:lnTo>
                    <a:pt x="2604324" y="2409059"/>
                  </a:lnTo>
                  <a:lnTo>
                    <a:pt x="2604511" y="2408812"/>
                  </a:lnTo>
                  <a:lnTo>
                    <a:pt x="2604698" y="2408689"/>
                  </a:lnTo>
                  <a:lnTo>
                    <a:pt x="2604885" y="2408541"/>
                  </a:lnTo>
                  <a:lnTo>
                    <a:pt x="2605072" y="2408506"/>
                  </a:lnTo>
                  <a:lnTo>
                    <a:pt x="2605259" y="2408478"/>
                  </a:lnTo>
                  <a:lnTo>
                    <a:pt x="2605446" y="2408449"/>
                  </a:lnTo>
                  <a:lnTo>
                    <a:pt x="2605633" y="2408421"/>
                  </a:lnTo>
                  <a:lnTo>
                    <a:pt x="2605820" y="2408392"/>
                  </a:lnTo>
                  <a:lnTo>
                    <a:pt x="2606007" y="2408364"/>
                  </a:lnTo>
                  <a:lnTo>
                    <a:pt x="2606193" y="2408336"/>
                  </a:lnTo>
                  <a:lnTo>
                    <a:pt x="2606380" y="2408241"/>
                  </a:lnTo>
                  <a:lnTo>
                    <a:pt x="2606567" y="2408054"/>
                  </a:lnTo>
                  <a:lnTo>
                    <a:pt x="2606754" y="2407998"/>
                  </a:lnTo>
                  <a:lnTo>
                    <a:pt x="2606941" y="2407880"/>
                  </a:lnTo>
                  <a:lnTo>
                    <a:pt x="2607128" y="2407853"/>
                  </a:lnTo>
                  <a:lnTo>
                    <a:pt x="2607315" y="2407780"/>
                  </a:lnTo>
                  <a:lnTo>
                    <a:pt x="2607502" y="2407565"/>
                  </a:lnTo>
                  <a:lnTo>
                    <a:pt x="2607689" y="2407319"/>
                  </a:lnTo>
                  <a:lnTo>
                    <a:pt x="2607876" y="2406954"/>
                  </a:lnTo>
                  <a:lnTo>
                    <a:pt x="2608063" y="2406641"/>
                  </a:lnTo>
                  <a:lnTo>
                    <a:pt x="2608250" y="2406300"/>
                  </a:lnTo>
                  <a:lnTo>
                    <a:pt x="2608437" y="2405786"/>
                  </a:lnTo>
                  <a:lnTo>
                    <a:pt x="2608623" y="2405173"/>
                  </a:lnTo>
                  <a:lnTo>
                    <a:pt x="2608810" y="2404403"/>
                  </a:lnTo>
                  <a:lnTo>
                    <a:pt x="2608997" y="2403625"/>
                  </a:lnTo>
                  <a:lnTo>
                    <a:pt x="2609184" y="2402913"/>
                  </a:lnTo>
                  <a:lnTo>
                    <a:pt x="2609371" y="2402293"/>
                  </a:lnTo>
                  <a:lnTo>
                    <a:pt x="2609558" y="2401543"/>
                  </a:lnTo>
                  <a:lnTo>
                    <a:pt x="2609745" y="2400854"/>
                  </a:lnTo>
                  <a:lnTo>
                    <a:pt x="2609932" y="2400081"/>
                  </a:lnTo>
                  <a:lnTo>
                    <a:pt x="2610119" y="2399508"/>
                  </a:lnTo>
                  <a:lnTo>
                    <a:pt x="2610306" y="2399075"/>
                  </a:lnTo>
                  <a:lnTo>
                    <a:pt x="2610493" y="2398704"/>
                  </a:lnTo>
                  <a:lnTo>
                    <a:pt x="2610680" y="2398363"/>
                  </a:lnTo>
                  <a:lnTo>
                    <a:pt x="2610867" y="2398247"/>
                  </a:lnTo>
                  <a:lnTo>
                    <a:pt x="2611053" y="2398305"/>
                  </a:lnTo>
                  <a:lnTo>
                    <a:pt x="2611240" y="2398676"/>
                  </a:lnTo>
                  <a:lnTo>
                    <a:pt x="2611427" y="2399171"/>
                  </a:lnTo>
                  <a:lnTo>
                    <a:pt x="2611614" y="2399823"/>
                  </a:lnTo>
                  <a:lnTo>
                    <a:pt x="2611801" y="2400648"/>
                  </a:lnTo>
                  <a:lnTo>
                    <a:pt x="2611988" y="2401474"/>
                  </a:lnTo>
                  <a:lnTo>
                    <a:pt x="2612175" y="2402299"/>
                  </a:lnTo>
                  <a:lnTo>
                    <a:pt x="2612362" y="2403124"/>
                  </a:lnTo>
                  <a:lnTo>
                    <a:pt x="2612549" y="2404164"/>
                  </a:lnTo>
                  <a:lnTo>
                    <a:pt x="2612736" y="2405319"/>
                  </a:lnTo>
                  <a:lnTo>
                    <a:pt x="2612923" y="2406309"/>
                  </a:lnTo>
                  <a:lnTo>
                    <a:pt x="2613110" y="2407184"/>
                  </a:lnTo>
                  <a:lnTo>
                    <a:pt x="2613296" y="2408009"/>
                  </a:lnTo>
                  <a:lnTo>
                    <a:pt x="2613483" y="2408834"/>
                  </a:lnTo>
                  <a:lnTo>
                    <a:pt x="2613670" y="2409651"/>
                  </a:lnTo>
                  <a:lnTo>
                    <a:pt x="2613857" y="2410460"/>
                  </a:lnTo>
                  <a:lnTo>
                    <a:pt x="2614044" y="2411145"/>
                  </a:lnTo>
                  <a:lnTo>
                    <a:pt x="2614231" y="2411681"/>
                  </a:lnTo>
                  <a:lnTo>
                    <a:pt x="2614418" y="2412226"/>
                  </a:lnTo>
                  <a:lnTo>
                    <a:pt x="2614605" y="2412721"/>
                  </a:lnTo>
                  <a:lnTo>
                    <a:pt x="2614792" y="2413216"/>
                  </a:lnTo>
                  <a:lnTo>
                    <a:pt x="2614979" y="2413827"/>
                  </a:lnTo>
                  <a:lnTo>
                    <a:pt x="2615166" y="2414652"/>
                  </a:lnTo>
                  <a:lnTo>
                    <a:pt x="2615353" y="2415378"/>
                  </a:lnTo>
                  <a:lnTo>
                    <a:pt x="2615540" y="2416046"/>
                  </a:lnTo>
                  <a:lnTo>
                    <a:pt x="2615726" y="2416929"/>
                  </a:lnTo>
                  <a:lnTo>
                    <a:pt x="2615913" y="2418068"/>
                  </a:lnTo>
                  <a:lnTo>
                    <a:pt x="2616100" y="2419228"/>
                  </a:lnTo>
                  <a:lnTo>
                    <a:pt x="2616287" y="2420252"/>
                  </a:lnTo>
                  <a:lnTo>
                    <a:pt x="2616474" y="2420941"/>
                  </a:lnTo>
                  <a:lnTo>
                    <a:pt x="2616661" y="2420912"/>
                  </a:lnTo>
                  <a:lnTo>
                    <a:pt x="2616848" y="2420072"/>
                  </a:lnTo>
                  <a:lnTo>
                    <a:pt x="2617035" y="2419182"/>
                  </a:lnTo>
                  <a:lnTo>
                    <a:pt x="2617222" y="2418270"/>
                  </a:lnTo>
                  <a:lnTo>
                    <a:pt x="2617409" y="2417329"/>
                  </a:lnTo>
                  <a:lnTo>
                    <a:pt x="2617596" y="2416573"/>
                  </a:lnTo>
                  <a:lnTo>
                    <a:pt x="2617783" y="2415734"/>
                  </a:lnTo>
                  <a:lnTo>
                    <a:pt x="2617969" y="2414738"/>
                  </a:lnTo>
                  <a:lnTo>
                    <a:pt x="2618156" y="2413524"/>
                  </a:lnTo>
                  <a:lnTo>
                    <a:pt x="2618343" y="2412153"/>
                  </a:lnTo>
                  <a:lnTo>
                    <a:pt x="2618530" y="2410539"/>
                  </a:lnTo>
                  <a:lnTo>
                    <a:pt x="2618717" y="2408738"/>
                  </a:lnTo>
                  <a:lnTo>
                    <a:pt x="2618904" y="2407170"/>
                  </a:lnTo>
                  <a:lnTo>
                    <a:pt x="2619091" y="2405462"/>
                  </a:lnTo>
                  <a:lnTo>
                    <a:pt x="2619278" y="2403399"/>
                  </a:lnTo>
                  <a:lnTo>
                    <a:pt x="2619465" y="2402229"/>
                  </a:lnTo>
                  <a:lnTo>
                    <a:pt x="2619652" y="2401396"/>
                  </a:lnTo>
                  <a:lnTo>
                    <a:pt x="2619839" y="2400736"/>
                  </a:lnTo>
                  <a:lnTo>
                    <a:pt x="2620026" y="2400405"/>
                  </a:lnTo>
                  <a:lnTo>
                    <a:pt x="2620213" y="2399960"/>
                  </a:lnTo>
                  <a:lnTo>
                    <a:pt x="2620399" y="2399135"/>
                  </a:lnTo>
                  <a:lnTo>
                    <a:pt x="2620586" y="2398309"/>
                  </a:lnTo>
                  <a:lnTo>
                    <a:pt x="2620773" y="2397468"/>
                  </a:lnTo>
                  <a:lnTo>
                    <a:pt x="2620960" y="2396709"/>
                  </a:lnTo>
                  <a:lnTo>
                    <a:pt x="2621147" y="2396007"/>
                  </a:lnTo>
                  <a:lnTo>
                    <a:pt x="2621334" y="2395190"/>
                  </a:lnTo>
                  <a:lnTo>
                    <a:pt x="2621521" y="2394888"/>
                  </a:lnTo>
                  <a:lnTo>
                    <a:pt x="2621708" y="2394879"/>
                  </a:lnTo>
                  <a:lnTo>
                    <a:pt x="2621895" y="2395086"/>
                  </a:lnTo>
                  <a:lnTo>
                    <a:pt x="2622082" y="2395314"/>
                  </a:lnTo>
                  <a:lnTo>
                    <a:pt x="2622269" y="2395477"/>
                  </a:lnTo>
                  <a:lnTo>
                    <a:pt x="2622456" y="2395639"/>
                  </a:lnTo>
                  <a:lnTo>
                    <a:pt x="2622643" y="2395802"/>
                  </a:lnTo>
                  <a:lnTo>
                    <a:pt x="2622829" y="2395935"/>
                  </a:lnTo>
                  <a:lnTo>
                    <a:pt x="2623016" y="2395978"/>
                  </a:lnTo>
                  <a:lnTo>
                    <a:pt x="2623203" y="2396020"/>
                  </a:lnTo>
                  <a:lnTo>
                    <a:pt x="2623390" y="2396063"/>
                  </a:lnTo>
                  <a:lnTo>
                    <a:pt x="2623577" y="2396118"/>
                  </a:lnTo>
                  <a:lnTo>
                    <a:pt x="2623764" y="2396281"/>
                  </a:lnTo>
                  <a:lnTo>
                    <a:pt x="2623951" y="2396504"/>
                  </a:lnTo>
                  <a:lnTo>
                    <a:pt x="2624138" y="2396901"/>
                  </a:lnTo>
                  <a:lnTo>
                    <a:pt x="2624325" y="2397173"/>
                  </a:lnTo>
                  <a:lnTo>
                    <a:pt x="2624512" y="2397066"/>
                  </a:lnTo>
                  <a:lnTo>
                    <a:pt x="2624699" y="2396406"/>
                  </a:lnTo>
                  <a:lnTo>
                    <a:pt x="2624886" y="2395746"/>
                  </a:lnTo>
                  <a:lnTo>
                    <a:pt x="2625072" y="2395085"/>
                  </a:lnTo>
                  <a:lnTo>
                    <a:pt x="2625259" y="2394467"/>
                  </a:lnTo>
                  <a:lnTo>
                    <a:pt x="2625446" y="2393790"/>
                  </a:lnTo>
                  <a:lnTo>
                    <a:pt x="2625633" y="2392940"/>
                  </a:lnTo>
                  <a:lnTo>
                    <a:pt x="2625820" y="2392239"/>
                  </a:lnTo>
                  <a:lnTo>
                    <a:pt x="2626007" y="2391570"/>
                  </a:lnTo>
                  <a:lnTo>
                    <a:pt x="2626194" y="2390456"/>
                  </a:lnTo>
                  <a:lnTo>
                    <a:pt x="2626381" y="2389136"/>
                  </a:lnTo>
                  <a:lnTo>
                    <a:pt x="2626568" y="2388423"/>
                  </a:lnTo>
                  <a:lnTo>
                    <a:pt x="2626755" y="2387761"/>
                  </a:lnTo>
                  <a:lnTo>
                    <a:pt x="2626942" y="2386971"/>
                  </a:lnTo>
                  <a:lnTo>
                    <a:pt x="2627129" y="2386170"/>
                  </a:lnTo>
                  <a:lnTo>
                    <a:pt x="2627316" y="2385653"/>
                  </a:lnTo>
                  <a:lnTo>
                    <a:pt x="2627502" y="2384797"/>
                  </a:lnTo>
                  <a:lnTo>
                    <a:pt x="2627689" y="2383704"/>
                  </a:lnTo>
                  <a:lnTo>
                    <a:pt x="2627876" y="2382618"/>
                  </a:lnTo>
                  <a:lnTo>
                    <a:pt x="2628063" y="2381409"/>
                  </a:lnTo>
                  <a:lnTo>
                    <a:pt x="2628250" y="2380182"/>
                  </a:lnTo>
                  <a:lnTo>
                    <a:pt x="2628437" y="2379041"/>
                  </a:lnTo>
                  <a:lnTo>
                    <a:pt x="2628624" y="2377818"/>
                  </a:lnTo>
                  <a:lnTo>
                    <a:pt x="2628811" y="2376724"/>
                  </a:lnTo>
                  <a:lnTo>
                    <a:pt x="2628998" y="2375578"/>
                  </a:lnTo>
                  <a:lnTo>
                    <a:pt x="2629185" y="2374437"/>
                  </a:lnTo>
                  <a:lnTo>
                    <a:pt x="2629372" y="2373321"/>
                  </a:lnTo>
                  <a:lnTo>
                    <a:pt x="2629559" y="2372127"/>
                  </a:lnTo>
                  <a:lnTo>
                    <a:pt x="2629745" y="2370748"/>
                  </a:lnTo>
                  <a:lnTo>
                    <a:pt x="2629932" y="2369423"/>
                  </a:lnTo>
                  <a:lnTo>
                    <a:pt x="2630119" y="2368247"/>
                  </a:lnTo>
                  <a:lnTo>
                    <a:pt x="2630306" y="2367462"/>
                  </a:lnTo>
                  <a:lnTo>
                    <a:pt x="2630493" y="2366956"/>
                  </a:lnTo>
                  <a:lnTo>
                    <a:pt x="2630680" y="2365701"/>
                  </a:lnTo>
                  <a:lnTo>
                    <a:pt x="2630867" y="2364546"/>
                  </a:lnTo>
                  <a:lnTo>
                    <a:pt x="2631054" y="2362884"/>
                  </a:lnTo>
                  <a:lnTo>
                    <a:pt x="2631241" y="2361095"/>
                  </a:lnTo>
                  <a:lnTo>
                    <a:pt x="2631428" y="2359404"/>
                  </a:lnTo>
                  <a:lnTo>
                    <a:pt x="2631615" y="2357657"/>
                  </a:lnTo>
                  <a:lnTo>
                    <a:pt x="2631802" y="2356519"/>
                  </a:lnTo>
                  <a:lnTo>
                    <a:pt x="2631989" y="2355740"/>
                  </a:lnTo>
                  <a:lnTo>
                    <a:pt x="2632175" y="2354906"/>
                  </a:lnTo>
                  <a:lnTo>
                    <a:pt x="2632362" y="2353879"/>
                  </a:lnTo>
                  <a:lnTo>
                    <a:pt x="2632549" y="2352573"/>
                  </a:lnTo>
                  <a:lnTo>
                    <a:pt x="2632736" y="2351134"/>
                  </a:lnTo>
                  <a:lnTo>
                    <a:pt x="2632923" y="2349754"/>
                  </a:lnTo>
                  <a:lnTo>
                    <a:pt x="2633110" y="2348480"/>
                  </a:lnTo>
                  <a:lnTo>
                    <a:pt x="2633297" y="2347325"/>
                  </a:lnTo>
                  <a:lnTo>
                    <a:pt x="2633484" y="2346344"/>
                  </a:lnTo>
                  <a:lnTo>
                    <a:pt x="2633671" y="2344843"/>
                  </a:lnTo>
                  <a:lnTo>
                    <a:pt x="2633858" y="2343103"/>
                  </a:lnTo>
                  <a:lnTo>
                    <a:pt x="2634045" y="2341189"/>
                  </a:lnTo>
                  <a:lnTo>
                    <a:pt x="2634232" y="2339011"/>
                  </a:lnTo>
                  <a:lnTo>
                    <a:pt x="2634419" y="2336731"/>
                  </a:lnTo>
                  <a:lnTo>
                    <a:pt x="2634605" y="2334552"/>
                  </a:lnTo>
                  <a:lnTo>
                    <a:pt x="2634792" y="2332077"/>
                  </a:lnTo>
                  <a:lnTo>
                    <a:pt x="2634979" y="2329601"/>
                  </a:lnTo>
                  <a:lnTo>
                    <a:pt x="2635166" y="2326878"/>
                  </a:lnTo>
                  <a:lnTo>
                    <a:pt x="2635353" y="2323553"/>
                  </a:lnTo>
                  <a:lnTo>
                    <a:pt x="2635540" y="2319732"/>
                  </a:lnTo>
                  <a:lnTo>
                    <a:pt x="2635727" y="2315276"/>
                  </a:lnTo>
                  <a:lnTo>
                    <a:pt x="2635914" y="2310498"/>
                  </a:lnTo>
                  <a:lnTo>
                    <a:pt x="2636101" y="2305712"/>
                  </a:lnTo>
                  <a:lnTo>
                    <a:pt x="2636288" y="2300810"/>
                  </a:lnTo>
                  <a:lnTo>
                    <a:pt x="2636475" y="2296412"/>
                  </a:lnTo>
                  <a:lnTo>
                    <a:pt x="2636662" y="2292229"/>
                  </a:lnTo>
                  <a:lnTo>
                    <a:pt x="2636848" y="2288268"/>
                  </a:lnTo>
                  <a:lnTo>
                    <a:pt x="2637035" y="2284175"/>
                  </a:lnTo>
                  <a:lnTo>
                    <a:pt x="2637222" y="2279801"/>
                  </a:lnTo>
                  <a:lnTo>
                    <a:pt x="2637409" y="2275139"/>
                  </a:lnTo>
                  <a:lnTo>
                    <a:pt x="2637596" y="2270353"/>
                  </a:lnTo>
                  <a:lnTo>
                    <a:pt x="2637783" y="2265592"/>
                  </a:lnTo>
                  <a:lnTo>
                    <a:pt x="2637970" y="2261169"/>
                  </a:lnTo>
                  <a:lnTo>
                    <a:pt x="2638157" y="2258250"/>
                  </a:lnTo>
                  <a:lnTo>
                    <a:pt x="2638344" y="2255838"/>
                  </a:lnTo>
                  <a:lnTo>
                    <a:pt x="2638531" y="2253786"/>
                  </a:lnTo>
                  <a:lnTo>
                    <a:pt x="2638718" y="2251765"/>
                  </a:lnTo>
                  <a:lnTo>
                    <a:pt x="2638905" y="2249714"/>
                  </a:lnTo>
                  <a:lnTo>
                    <a:pt x="2639092" y="2247662"/>
                  </a:lnTo>
                  <a:lnTo>
                    <a:pt x="2639278" y="2245478"/>
                  </a:lnTo>
                  <a:lnTo>
                    <a:pt x="2639465" y="2243162"/>
                  </a:lnTo>
                  <a:lnTo>
                    <a:pt x="2639652" y="2240672"/>
                  </a:lnTo>
                  <a:lnTo>
                    <a:pt x="2639839" y="2238146"/>
                  </a:lnTo>
                  <a:lnTo>
                    <a:pt x="2640026" y="2235920"/>
                  </a:lnTo>
                  <a:lnTo>
                    <a:pt x="2640213" y="2234001"/>
                  </a:lnTo>
                  <a:lnTo>
                    <a:pt x="2640400" y="2232226"/>
                  </a:lnTo>
                  <a:lnTo>
                    <a:pt x="2640587" y="2230451"/>
                  </a:lnTo>
                  <a:lnTo>
                    <a:pt x="2640774" y="2228736"/>
                  </a:lnTo>
                  <a:lnTo>
                    <a:pt x="2640961" y="2227262"/>
                  </a:lnTo>
                  <a:lnTo>
                    <a:pt x="2641148" y="2225764"/>
                  </a:lnTo>
                  <a:lnTo>
                    <a:pt x="2641335" y="2223503"/>
                  </a:lnTo>
                  <a:lnTo>
                    <a:pt x="2641522" y="2221523"/>
                  </a:lnTo>
                  <a:lnTo>
                    <a:pt x="2641708" y="2219444"/>
                  </a:lnTo>
                  <a:lnTo>
                    <a:pt x="2641895" y="2217504"/>
                  </a:lnTo>
                  <a:lnTo>
                    <a:pt x="2642082" y="2215805"/>
                  </a:lnTo>
                  <a:lnTo>
                    <a:pt x="2642269" y="2214509"/>
                  </a:lnTo>
                  <a:lnTo>
                    <a:pt x="2642456" y="2213568"/>
                  </a:lnTo>
                  <a:lnTo>
                    <a:pt x="2642643" y="2213073"/>
                  </a:lnTo>
                  <a:lnTo>
                    <a:pt x="2642830" y="2212578"/>
                  </a:lnTo>
                  <a:lnTo>
                    <a:pt x="2643017" y="2211918"/>
                  </a:lnTo>
                  <a:lnTo>
                    <a:pt x="2643204" y="2210853"/>
                  </a:lnTo>
                  <a:lnTo>
                    <a:pt x="2643391" y="2209368"/>
                  </a:lnTo>
                  <a:lnTo>
                    <a:pt x="2643578" y="2207421"/>
                  </a:lnTo>
                  <a:lnTo>
                    <a:pt x="2643765" y="2205506"/>
                  </a:lnTo>
                  <a:lnTo>
                    <a:pt x="2643951" y="2203716"/>
                  </a:lnTo>
                  <a:lnTo>
                    <a:pt x="2644138" y="2202156"/>
                  </a:lnTo>
                  <a:lnTo>
                    <a:pt x="2644325" y="2200671"/>
                  </a:lnTo>
                  <a:lnTo>
                    <a:pt x="2644512" y="2199334"/>
                  </a:lnTo>
                  <a:lnTo>
                    <a:pt x="2644699" y="2198047"/>
                  </a:lnTo>
                  <a:lnTo>
                    <a:pt x="2644886" y="2196305"/>
                  </a:lnTo>
                  <a:lnTo>
                    <a:pt x="2645073" y="2194325"/>
                  </a:lnTo>
                  <a:lnTo>
                    <a:pt x="2645260" y="2192229"/>
                  </a:lnTo>
                  <a:lnTo>
                    <a:pt x="2645447" y="2190084"/>
                  </a:lnTo>
                  <a:lnTo>
                    <a:pt x="2645634" y="2187996"/>
                  </a:lnTo>
                  <a:lnTo>
                    <a:pt x="2645821" y="2186114"/>
                  </a:lnTo>
                  <a:lnTo>
                    <a:pt x="2646008" y="2184604"/>
                  </a:lnTo>
                  <a:lnTo>
                    <a:pt x="2646195" y="2183251"/>
                  </a:lnTo>
                  <a:lnTo>
                    <a:pt x="2646381" y="2181972"/>
                  </a:lnTo>
                  <a:lnTo>
                    <a:pt x="2646568" y="2180132"/>
                  </a:lnTo>
                  <a:lnTo>
                    <a:pt x="2646755" y="2178085"/>
                  </a:lnTo>
                  <a:lnTo>
                    <a:pt x="2646942" y="2175989"/>
                  </a:lnTo>
                  <a:lnTo>
                    <a:pt x="2647129" y="2173679"/>
                  </a:lnTo>
                  <a:lnTo>
                    <a:pt x="2647316" y="2172279"/>
                  </a:lnTo>
                  <a:lnTo>
                    <a:pt x="2647503" y="2170575"/>
                  </a:lnTo>
                  <a:lnTo>
                    <a:pt x="2647690" y="2168610"/>
                  </a:lnTo>
                  <a:lnTo>
                    <a:pt x="2647877" y="2166272"/>
                  </a:lnTo>
                  <a:lnTo>
                    <a:pt x="2648064" y="2164348"/>
                  </a:lnTo>
                  <a:lnTo>
                    <a:pt x="2648251" y="2162233"/>
                  </a:lnTo>
                  <a:lnTo>
                    <a:pt x="2648438" y="2159847"/>
                  </a:lnTo>
                  <a:lnTo>
                    <a:pt x="2648624" y="2157303"/>
                  </a:lnTo>
                  <a:lnTo>
                    <a:pt x="2648811" y="2154560"/>
                  </a:lnTo>
                  <a:lnTo>
                    <a:pt x="2648998" y="2151597"/>
                  </a:lnTo>
                  <a:lnTo>
                    <a:pt x="2649185" y="2148540"/>
                  </a:lnTo>
                  <a:lnTo>
                    <a:pt x="2649372" y="2145526"/>
                  </a:lnTo>
                  <a:lnTo>
                    <a:pt x="2649559" y="2142230"/>
                  </a:lnTo>
                  <a:lnTo>
                    <a:pt x="2649746" y="2138704"/>
                  </a:lnTo>
                  <a:lnTo>
                    <a:pt x="2649933" y="2135121"/>
                  </a:lnTo>
                  <a:lnTo>
                    <a:pt x="2650120" y="2131565"/>
                  </a:lnTo>
                  <a:lnTo>
                    <a:pt x="2650307" y="2128160"/>
                  </a:lnTo>
                  <a:lnTo>
                    <a:pt x="2650494" y="2123998"/>
                  </a:lnTo>
                  <a:lnTo>
                    <a:pt x="2650681" y="2119897"/>
                  </a:lnTo>
                  <a:lnTo>
                    <a:pt x="2650868" y="2115925"/>
                  </a:lnTo>
                  <a:lnTo>
                    <a:pt x="2651054" y="2112122"/>
                  </a:lnTo>
                  <a:lnTo>
                    <a:pt x="2651241" y="2106700"/>
                  </a:lnTo>
                  <a:lnTo>
                    <a:pt x="2651428" y="2101171"/>
                  </a:lnTo>
                  <a:lnTo>
                    <a:pt x="2651615" y="2095964"/>
                  </a:lnTo>
                  <a:lnTo>
                    <a:pt x="2651802" y="2091096"/>
                  </a:lnTo>
                  <a:lnTo>
                    <a:pt x="2651989" y="2086615"/>
                  </a:lnTo>
                  <a:lnTo>
                    <a:pt x="2652176" y="2082365"/>
                  </a:lnTo>
                  <a:lnTo>
                    <a:pt x="2652363" y="2078363"/>
                  </a:lnTo>
                  <a:lnTo>
                    <a:pt x="2652550" y="2074419"/>
                  </a:lnTo>
                  <a:lnTo>
                    <a:pt x="2652737" y="2070144"/>
                  </a:lnTo>
                  <a:lnTo>
                    <a:pt x="2652924" y="2065919"/>
                  </a:lnTo>
                  <a:lnTo>
                    <a:pt x="2653111" y="2061975"/>
                  </a:lnTo>
                  <a:lnTo>
                    <a:pt x="2653298" y="2058361"/>
                  </a:lnTo>
                  <a:lnTo>
                    <a:pt x="2653484" y="2055369"/>
                  </a:lnTo>
                  <a:lnTo>
                    <a:pt x="2653671" y="2052769"/>
                  </a:lnTo>
                  <a:lnTo>
                    <a:pt x="2653858" y="2050529"/>
                  </a:lnTo>
                  <a:lnTo>
                    <a:pt x="2654045" y="2048907"/>
                  </a:lnTo>
                  <a:lnTo>
                    <a:pt x="2654232" y="2047496"/>
                  </a:lnTo>
                  <a:lnTo>
                    <a:pt x="2654419" y="2045941"/>
                  </a:lnTo>
                  <a:lnTo>
                    <a:pt x="2654606" y="2043916"/>
                  </a:lnTo>
                  <a:lnTo>
                    <a:pt x="2654793" y="2041430"/>
                  </a:lnTo>
                  <a:lnTo>
                    <a:pt x="2654980" y="2040002"/>
                  </a:lnTo>
                  <a:lnTo>
                    <a:pt x="2655167" y="2038674"/>
                  </a:lnTo>
                  <a:lnTo>
                    <a:pt x="2655354" y="2037259"/>
                  </a:lnTo>
                  <a:lnTo>
                    <a:pt x="2655541" y="2036309"/>
                  </a:lnTo>
                  <a:lnTo>
                    <a:pt x="2655727" y="2035468"/>
                  </a:lnTo>
                  <a:lnTo>
                    <a:pt x="2655914" y="2034980"/>
                  </a:lnTo>
                  <a:lnTo>
                    <a:pt x="2656101" y="2034358"/>
                  </a:lnTo>
                  <a:lnTo>
                    <a:pt x="2656288" y="2033071"/>
                  </a:lnTo>
                  <a:lnTo>
                    <a:pt x="2656475" y="2031630"/>
                  </a:lnTo>
                  <a:lnTo>
                    <a:pt x="2656662" y="2030899"/>
                  </a:lnTo>
                  <a:lnTo>
                    <a:pt x="2656849" y="2029354"/>
                  </a:lnTo>
                  <a:lnTo>
                    <a:pt x="2657036" y="2027786"/>
                  </a:lnTo>
                  <a:lnTo>
                    <a:pt x="2657223" y="2026120"/>
                  </a:lnTo>
                  <a:lnTo>
                    <a:pt x="2657410" y="2024547"/>
                  </a:lnTo>
                  <a:lnTo>
                    <a:pt x="2657597" y="2023104"/>
                  </a:lnTo>
                  <a:lnTo>
                    <a:pt x="2657784" y="2021752"/>
                  </a:lnTo>
                  <a:lnTo>
                    <a:pt x="2657971" y="2020243"/>
                  </a:lnTo>
                  <a:lnTo>
                    <a:pt x="2658157" y="2018977"/>
                  </a:lnTo>
                  <a:lnTo>
                    <a:pt x="2658344" y="2017576"/>
                  </a:lnTo>
                  <a:lnTo>
                    <a:pt x="2658531" y="2016046"/>
                  </a:lnTo>
                  <a:lnTo>
                    <a:pt x="2658718" y="2014711"/>
                  </a:lnTo>
                  <a:lnTo>
                    <a:pt x="2658905" y="2012989"/>
                  </a:lnTo>
                  <a:lnTo>
                    <a:pt x="2659092" y="2010949"/>
                  </a:lnTo>
                  <a:lnTo>
                    <a:pt x="2659279" y="2009265"/>
                  </a:lnTo>
                  <a:lnTo>
                    <a:pt x="2659466" y="2007185"/>
                  </a:lnTo>
                  <a:lnTo>
                    <a:pt x="2659653" y="2005243"/>
                  </a:lnTo>
                  <a:lnTo>
                    <a:pt x="2659840" y="2002440"/>
                  </a:lnTo>
                  <a:lnTo>
                    <a:pt x="2660027" y="1999686"/>
                  </a:lnTo>
                  <a:lnTo>
                    <a:pt x="2660214" y="1997375"/>
                  </a:lnTo>
                  <a:lnTo>
                    <a:pt x="2660401" y="1995302"/>
                  </a:lnTo>
                  <a:lnTo>
                    <a:pt x="2660587" y="1993609"/>
                  </a:lnTo>
                  <a:lnTo>
                    <a:pt x="2660774" y="1992056"/>
                  </a:lnTo>
                  <a:lnTo>
                    <a:pt x="2660961" y="1990681"/>
                  </a:lnTo>
                  <a:lnTo>
                    <a:pt x="2661148" y="1989421"/>
                  </a:lnTo>
                  <a:lnTo>
                    <a:pt x="2661335" y="1988018"/>
                  </a:lnTo>
                  <a:lnTo>
                    <a:pt x="2661522" y="1986664"/>
                  </a:lnTo>
                  <a:lnTo>
                    <a:pt x="2661709" y="1985698"/>
                  </a:lnTo>
                  <a:lnTo>
                    <a:pt x="2661896" y="1984881"/>
                  </a:lnTo>
                  <a:lnTo>
                    <a:pt x="2662083" y="1984221"/>
                  </a:lnTo>
                  <a:lnTo>
                    <a:pt x="2662270" y="1983445"/>
                  </a:lnTo>
                  <a:lnTo>
                    <a:pt x="2662457" y="1982529"/>
                  </a:lnTo>
                  <a:lnTo>
                    <a:pt x="2662644" y="1981275"/>
                  </a:lnTo>
                  <a:lnTo>
                    <a:pt x="2662830" y="1979946"/>
                  </a:lnTo>
                  <a:lnTo>
                    <a:pt x="2663017" y="1978676"/>
                  </a:lnTo>
                  <a:lnTo>
                    <a:pt x="2663204" y="1977611"/>
                  </a:lnTo>
                  <a:lnTo>
                    <a:pt x="2663391" y="1976629"/>
                  </a:lnTo>
                  <a:lnTo>
                    <a:pt x="2663578" y="1975878"/>
                  </a:lnTo>
                  <a:lnTo>
                    <a:pt x="2663765" y="1975004"/>
                  </a:lnTo>
                  <a:lnTo>
                    <a:pt x="2663952" y="1973200"/>
                  </a:lnTo>
                  <a:lnTo>
                    <a:pt x="2664139" y="1971378"/>
                  </a:lnTo>
                  <a:lnTo>
                    <a:pt x="2664326" y="1969849"/>
                  </a:lnTo>
                  <a:lnTo>
                    <a:pt x="2664513" y="1968216"/>
                  </a:lnTo>
                  <a:lnTo>
                    <a:pt x="2664700" y="1966266"/>
                  </a:lnTo>
                  <a:lnTo>
                    <a:pt x="2664887" y="1964811"/>
                  </a:lnTo>
                  <a:lnTo>
                    <a:pt x="2665074" y="1963527"/>
                  </a:lnTo>
                  <a:lnTo>
                    <a:pt x="2665260" y="1962229"/>
                  </a:lnTo>
                  <a:lnTo>
                    <a:pt x="2665447" y="1961350"/>
                  </a:lnTo>
                  <a:lnTo>
                    <a:pt x="2665634" y="1960753"/>
                  </a:lnTo>
                  <a:lnTo>
                    <a:pt x="2665821" y="1960244"/>
                  </a:lnTo>
                  <a:lnTo>
                    <a:pt x="2666008" y="1959734"/>
                  </a:lnTo>
                  <a:lnTo>
                    <a:pt x="2666195" y="1959153"/>
                  </a:lnTo>
                  <a:lnTo>
                    <a:pt x="2666382" y="1958863"/>
                  </a:lnTo>
                  <a:lnTo>
                    <a:pt x="2666569" y="1958692"/>
                  </a:lnTo>
                  <a:lnTo>
                    <a:pt x="2666756" y="1958694"/>
                  </a:lnTo>
                  <a:lnTo>
                    <a:pt x="2666943" y="1958972"/>
                  </a:lnTo>
                  <a:lnTo>
                    <a:pt x="2667130" y="1959691"/>
                  </a:lnTo>
                  <a:lnTo>
                    <a:pt x="2667317" y="1960479"/>
                  </a:lnTo>
                  <a:lnTo>
                    <a:pt x="2667503" y="1961102"/>
                  </a:lnTo>
                  <a:lnTo>
                    <a:pt x="2667690" y="1961269"/>
                  </a:lnTo>
                  <a:lnTo>
                    <a:pt x="2667877" y="1961396"/>
                  </a:lnTo>
                  <a:lnTo>
                    <a:pt x="2668064" y="1962328"/>
                  </a:lnTo>
                  <a:lnTo>
                    <a:pt x="2668251" y="1963153"/>
                  </a:lnTo>
                  <a:lnTo>
                    <a:pt x="2668438" y="1964069"/>
                  </a:lnTo>
                  <a:lnTo>
                    <a:pt x="2668625" y="1964993"/>
                  </a:lnTo>
                  <a:lnTo>
                    <a:pt x="2668812" y="1965786"/>
                  </a:lnTo>
                  <a:lnTo>
                    <a:pt x="2668999" y="1966347"/>
                  </a:lnTo>
                  <a:lnTo>
                    <a:pt x="2669186" y="1966215"/>
                  </a:lnTo>
                  <a:lnTo>
                    <a:pt x="2669373" y="1966091"/>
                  </a:lnTo>
                  <a:lnTo>
                    <a:pt x="2669560" y="1966231"/>
                  </a:lnTo>
                  <a:lnTo>
                    <a:pt x="2669747" y="1966594"/>
                  </a:lnTo>
                  <a:lnTo>
                    <a:pt x="2669933" y="1967122"/>
                  </a:lnTo>
                  <a:lnTo>
                    <a:pt x="2670120" y="1967783"/>
                  </a:lnTo>
                  <a:lnTo>
                    <a:pt x="2670307" y="1968542"/>
                  </a:lnTo>
                  <a:lnTo>
                    <a:pt x="2670494" y="1969326"/>
                  </a:lnTo>
                  <a:lnTo>
                    <a:pt x="2670681" y="1969804"/>
                  </a:lnTo>
                  <a:lnTo>
                    <a:pt x="2670868" y="1969845"/>
                  </a:lnTo>
                  <a:lnTo>
                    <a:pt x="2671055" y="1970118"/>
                  </a:lnTo>
                  <a:lnTo>
                    <a:pt x="2671242" y="1970530"/>
                  </a:lnTo>
                  <a:lnTo>
                    <a:pt x="2671429" y="1971083"/>
                  </a:lnTo>
                  <a:lnTo>
                    <a:pt x="2671616" y="1971933"/>
                  </a:lnTo>
                  <a:lnTo>
                    <a:pt x="2671803" y="1973097"/>
                  </a:lnTo>
                  <a:lnTo>
                    <a:pt x="2671990" y="1974508"/>
                  </a:lnTo>
                  <a:lnTo>
                    <a:pt x="2672177" y="1975993"/>
                  </a:lnTo>
                  <a:lnTo>
                    <a:pt x="2672363" y="1977363"/>
                  </a:lnTo>
                  <a:lnTo>
                    <a:pt x="2672550" y="1978856"/>
                  </a:lnTo>
                  <a:lnTo>
                    <a:pt x="2672737" y="1980771"/>
                  </a:lnTo>
                  <a:lnTo>
                    <a:pt x="2672924" y="1983106"/>
                  </a:lnTo>
                  <a:lnTo>
                    <a:pt x="2673111" y="1986019"/>
                  </a:lnTo>
                  <a:lnTo>
                    <a:pt x="2673298" y="1989015"/>
                  </a:lnTo>
                  <a:lnTo>
                    <a:pt x="2673485" y="1992092"/>
                  </a:lnTo>
                  <a:lnTo>
                    <a:pt x="2673672" y="1995542"/>
                  </a:lnTo>
                  <a:lnTo>
                    <a:pt x="2673859" y="1998785"/>
                  </a:lnTo>
                  <a:lnTo>
                    <a:pt x="2674046" y="2002019"/>
                  </a:lnTo>
                  <a:lnTo>
                    <a:pt x="2674233" y="2004899"/>
                  </a:lnTo>
                  <a:lnTo>
                    <a:pt x="2674420" y="2007787"/>
                  </a:lnTo>
                  <a:lnTo>
                    <a:pt x="2674606" y="2010766"/>
                  </a:lnTo>
                  <a:lnTo>
                    <a:pt x="2674793" y="2013943"/>
                  </a:lnTo>
                  <a:lnTo>
                    <a:pt x="2674980" y="2017244"/>
                  </a:lnTo>
                  <a:lnTo>
                    <a:pt x="2675167" y="2020314"/>
                  </a:lnTo>
                  <a:lnTo>
                    <a:pt x="2675354" y="2022979"/>
                  </a:lnTo>
                  <a:lnTo>
                    <a:pt x="2675541" y="2024024"/>
                  </a:lnTo>
                  <a:lnTo>
                    <a:pt x="2675728" y="2024456"/>
                  </a:lnTo>
                  <a:lnTo>
                    <a:pt x="2675915" y="2024585"/>
                  </a:lnTo>
                  <a:lnTo>
                    <a:pt x="2676102" y="2024766"/>
                  </a:lnTo>
                  <a:lnTo>
                    <a:pt x="2676289" y="2024689"/>
                  </a:lnTo>
                  <a:lnTo>
                    <a:pt x="2676476" y="2024595"/>
                  </a:lnTo>
                  <a:lnTo>
                    <a:pt x="2676663" y="2024633"/>
                  </a:lnTo>
                  <a:lnTo>
                    <a:pt x="2676850" y="2024803"/>
                  </a:lnTo>
                  <a:lnTo>
                    <a:pt x="2677036" y="2025404"/>
                  </a:lnTo>
                  <a:lnTo>
                    <a:pt x="2677223" y="2025991"/>
                  </a:lnTo>
                  <a:lnTo>
                    <a:pt x="2677410" y="2026228"/>
                  </a:lnTo>
                  <a:lnTo>
                    <a:pt x="2677597" y="2026167"/>
                  </a:lnTo>
                  <a:lnTo>
                    <a:pt x="2677784" y="2025961"/>
                  </a:lnTo>
                  <a:lnTo>
                    <a:pt x="2677971" y="2025838"/>
                  </a:lnTo>
                  <a:lnTo>
                    <a:pt x="2678158" y="2025548"/>
                  </a:lnTo>
                  <a:lnTo>
                    <a:pt x="2678345" y="2025191"/>
                  </a:lnTo>
                  <a:lnTo>
                    <a:pt x="2678532" y="2025021"/>
                  </a:lnTo>
                  <a:lnTo>
                    <a:pt x="2678719" y="2026091"/>
                  </a:lnTo>
                  <a:lnTo>
                    <a:pt x="2678906" y="2027073"/>
                  </a:lnTo>
                  <a:lnTo>
                    <a:pt x="2679093" y="2028434"/>
                  </a:lnTo>
                  <a:lnTo>
                    <a:pt x="2679280" y="2029791"/>
                  </a:lnTo>
                  <a:lnTo>
                    <a:pt x="2679466" y="2030907"/>
                  </a:lnTo>
                  <a:lnTo>
                    <a:pt x="2679653" y="2031509"/>
                  </a:lnTo>
                  <a:lnTo>
                    <a:pt x="2679840" y="2031667"/>
                  </a:lnTo>
                  <a:lnTo>
                    <a:pt x="2680027" y="2031271"/>
                  </a:lnTo>
                  <a:lnTo>
                    <a:pt x="2680214" y="2031013"/>
                  </a:lnTo>
                  <a:lnTo>
                    <a:pt x="2680401" y="2030980"/>
                  </a:lnTo>
                  <a:lnTo>
                    <a:pt x="2680588" y="2031352"/>
                  </a:lnTo>
                  <a:lnTo>
                    <a:pt x="2680775" y="2032234"/>
                  </a:lnTo>
                  <a:lnTo>
                    <a:pt x="2680962" y="2033759"/>
                  </a:lnTo>
                  <a:lnTo>
                    <a:pt x="2681149" y="2035407"/>
                  </a:lnTo>
                  <a:lnTo>
                    <a:pt x="2681336" y="2037043"/>
                  </a:lnTo>
                  <a:lnTo>
                    <a:pt x="2681523" y="2038640"/>
                  </a:lnTo>
                  <a:lnTo>
                    <a:pt x="2681709" y="2040207"/>
                  </a:lnTo>
                  <a:lnTo>
                    <a:pt x="2681896" y="2041625"/>
                  </a:lnTo>
                  <a:lnTo>
                    <a:pt x="2682083" y="2043069"/>
                  </a:lnTo>
                  <a:lnTo>
                    <a:pt x="2682270" y="2044662"/>
                  </a:lnTo>
                  <a:lnTo>
                    <a:pt x="2682457" y="2046642"/>
                  </a:lnTo>
                  <a:lnTo>
                    <a:pt x="2682644" y="2048714"/>
                  </a:lnTo>
                  <a:lnTo>
                    <a:pt x="2682831" y="2050975"/>
                  </a:lnTo>
                  <a:lnTo>
                    <a:pt x="2683018" y="2053285"/>
                  </a:lnTo>
                  <a:lnTo>
                    <a:pt x="2683205" y="2055563"/>
                  </a:lnTo>
                  <a:lnTo>
                    <a:pt x="2683392" y="2057568"/>
                  </a:lnTo>
                  <a:lnTo>
                    <a:pt x="2683579" y="2059573"/>
                  </a:lnTo>
                  <a:lnTo>
                    <a:pt x="2683766" y="2061512"/>
                  </a:lnTo>
                  <a:lnTo>
                    <a:pt x="2683953" y="2063947"/>
                  </a:lnTo>
                  <a:lnTo>
                    <a:pt x="2684139" y="2066389"/>
                  </a:lnTo>
                  <a:lnTo>
                    <a:pt x="2684326" y="2068724"/>
                  </a:lnTo>
                  <a:lnTo>
                    <a:pt x="2684513" y="2071076"/>
                  </a:lnTo>
                  <a:lnTo>
                    <a:pt x="2684700" y="2072476"/>
                  </a:lnTo>
                  <a:lnTo>
                    <a:pt x="2684887" y="2074065"/>
                  </a:lnTo>
                  <a:lnTo>
                    <a:pt x="2685074" y="2075865"/>
                  </a:lnTo>
                  <a:lnTo>
                    <a:pt x="2685261" y="2077963"/>
                  </a:lnTo>
                  <a:lnTo>
                    <a:pt x="2685448" y="2079574"/>
                  </a:lnTo>
                  <a:lnTo>
                    <a:pt x="2685635" y="2081524"/>
                  </a:lnTo>
                  <a:lnTo>
                    <a:pt x="2685822" y="2083670"/>
                  </a:lnTo>
                  <a:lnTo>
                    <a:pt x="2686009" y="2085653"/>
                  </a:lnTo>
                  <a:lnTo>
                    <a:pt x="2686196" y="2087736"/>
                  </a:lnTo>
                  <a:lnTo>
                    <a:pt x="2686382" y="2089882"/>
                  </a:lnTo>
                  <a:lnTo>
                    <a:pt x="2686569" y="2092114"/>
                  </a:lnTo>
                  <a:lnTo>
                    <a:pt x="2686756" y="2094303"/>
                  </a:lnTo>
                  <a:lnTo>
                    <a:pt x="2686943" y="2096873"/>
                  </a:lnTo>
                  <a:lnTo>
                    <a:pt x="2687130" y="2099680"/>
                  </a:lnTo>
                  <a:lnTo>
                    <a:pt x="2687317" y="2102414"/>
                  </a:lnTo>
                  <a:lnTo>
                    <a:pt x="2687504" y="2104947"/>
                  </a:lnTo>
                  <a:lnTo>
                    <a:pt x="2687691" y="2107122"/>
                  </a:lnTo>
                  <a:lnTo>
                    <a:pt x="2687878" y="2109955"/>
                  </a:lnTo>
                  <a:lnTo>
                    <a:pt x="2688065" y="2112645"/>
                  </a:lnTo>
                  <a:lnTo>
                    <a:pt x="2688252" y="2115429"/>
                  </a:lnTo>
                  <a:lnTo>
                    <a:pt x="2688439" y="2118077"/>
                  </a:lnTo>
                  <a:lnTo>
                    <a:pt x="2688626" y="2122360"/>
                  </a:lnTo>
                  <a:lnTo>
                    <a:pt x="2688812" y="2126775"/>
                  </a:lnTo>
                  <a:lnTo>
                    <a:pt x="2688999" y="2130950"/>
                  </a:lnTo>
                  <a:lnTo>
                    <a:pt x="2689186" y="2134828"/>
                  </a:lnTo>
                  <a:lnTo>
                    <a:pt x="2689373" y="2138294"/>
                  </a:lnTo>
                  <a:lnTo>
                    <a:pt x="2689560" y="2141257"/>
                  </a:lnTo>
                  <a:lnTo>
                    <a:pt x="2689747" y="2143650"/>
                  </a:lnTo>
                  <a:lnTo>
                    <a:pt x="2689934" y="2146001"/>
                  </a:lnTo>
                  <a:lnTo>
                    <a:pt x="2690121" y="2148939"/>
                  </a:lnTo>
                  <a:lnTo>
                    <a:pt x="2690308" y="2152174"/>
                  </a:lnTo>
                  <a:lnTo>
                    <a:pt x="2690495" y="2155367"/>
                  </a:lnTo>
                  <a:lnTo>
                    <a:pt x="2690682" y="2158206"/>
                  </a:lnTo>
                  <a:lnTo>
                    <a:pt x="2690869" y="2160533"/>
                  </a:lnTo>
                  <a:lnTo>
                    <a:pt x="2691056" y="2162604"/>
                  </a:lnTo>
                  <a:lnTo>
                    <a:pt x="2691242" y="2164651"/>
                  </a:lnTo>
                  <a:lnTo>
                    <a:pt x="2691429" y="2166516"/>
                  </a:lnTo>
                  <a:lnTo>
                    <a:pt x="2691616" y="2168438"/>
                  </a:lnTo>
                  <a:lnTo>
                    <a:pt x="2691803" y="2170353"/>
                  </a:lnTo>
                  <a:lnTo>
                    <a:pt x="2691990" y="2172317"/>
                  </a:lnTo>
                  <a:lnTo>
                    <a:pt x="2692177" y="2174536"/>
                  </a:lnTo>
                  <a:lnTo>
                    <a:pt x="2692364" y="2175697"/>
                  </a:lnTo>
                  <a:lnTo>
                    <a:pt x="2692551" y="2176915"/>
                  </a:lnTo>
                  <a:lnTo>
                    <a:pt x="2692738" y="2178038"/>
                  </a:lnTo>
                  <a:lnTo>
                    <a:pt x="2692925" y="2178830"/>
                  </a:lnTo>
                  <a:lnTo>
                    <a:pt x="2693112" y="2179524"/>
                  </a:lnTo>
                  <a:lnTo>
                    <a:pt x="2693299" y="2179675"/>
                  </a:lnTo>
                  <a:lnTo>
                    <a:pt x="2693485" y="2179730"/>
                  </a:lnTo>
                  <a:lnTo>
                    <a:pt x="2693672" y="2179884"/>
                  </a:lnTo>
                  <a:lnTo>
                    <a:pt x="2693859" y="2179983"/>
                  </a:lnTo>
                  <a:lnTo>
                    <a:pt x="2694046" y="2179427"/>
                  </a:lnTo>
                  <a:lnTo>
                    <a:pt x="2694233" y="2178900"/>
                  </a:lnTo>
                  <a:lnTo>
                    <a:pt x="2694420" y="2178109"/>
                  </a:lnTo>
                  <a:lnTo>
                    <a:pt x="2694607" y="2177308"/>
                  </a:lnTo>
                  <a:lnTo>
                    <a:pt x="2694794" y="2176554"/>
                  </a:lnTo>
                  <a:lnTo>
                    <a:pt x="2694981" y="2175447"/>
                  </a:lnTo>
                  <a:lnTo>
                    <a:pt x="2695168" y="2175083"/>
                  </a:lnTo>
                  <a:lnTo>
                    <a:pt x="2695355" y="2174893"/>
                  </a:lnTo>
                  <a:lnTo>
                    <a:pt x="2695542" y="2174385"/>
                  </a:lnTo>
                  <a:lnTo>
                    <a:pt x="2695729" y="2173428"/>
                  </a:lnTo>
                  <a:lnTo>
                    <a:pt x="2695915" y="2172299"/>
                  </a:lnTo>
                  <a:lnTo>
                    <a:pt x="2696102" y="2171014"/>
                  </a:lnTo>
                  <a:lnTo>
                    <a:pt x="2696289" y="2169708"/>
                  </a:lnTo>
                  <a:lnTo>
                    <a:pt x="2696476" y="2168888"/>
                  </a:lnTo>
                  <a:lnTo>
                    <a:pt x="2696663" y="2167525"/>
                  </a:lnTo>
                  <a:lnTo>
                    <a:pt x="2696850" y="2166292"/>
                  </a:lnTo>
                  <a:lnTo>
                    <a:pt x="2697037" y="2164759"/>
                  </a:lnTo>
                  <a:lnTo>
                    <a:pt x="2697224" y="2164028"/>
                  </a:lnTo>
                  <a:lnTo>
                    <a:pt x="2697411" y="2163314"/>
                  </a:lnTo>
                  <a:lnTo>
                    <a:pt x="2697598" y="2162349"/>
                  </a:lnTo>
                  <a:lnTo>
                    <a:pt x="2697785" y="2161500"/>
                  </a:lnTo>
                  <a:lnTo>
                    <a:pt x="2697972" y="2160701"/>
                  </a:lnTo>
                  <a:lnTo>
                    <a:pt x="2698159" y="2159900"/>
                  </a:lnTo>
                  <a:lnTo>
                    <a:pt x="2698345" y="2158971"/>
                  </a:lnTo>
                  <a:lnTo>
                    <a:pt x="2698532" y="2158203"/>
                  </a:lnTo>
                  <a:lnTo>
                    <a:pt x="2698719" y="2156866"/>
                  </a:lnTo>
                  <a:lnTo>
                    <a:pt x="2698906" y="2155637"/>
                  </a:lnTo>
                  <a:lnTo>
                    <a:pt x="2699093" y="2154102"/>
                  </a:lnTo>
                  <a:lnTo>
                    <a:pt x="2699280" y="2152460"/>
                  </a:lnTo>
                  <a:lnTo>
                    <a:pt x="2699467" y="2151560"/>
                  </a:lnTo>
                  <a:lnTo>
                    <a:pt x="2699654" y="2150966"/>
                  </a:lnTo>
                  <a:lnTo>
                    <a:pt x="2699841" y="2150711"/>
                  </a:lnTo>
                  <a:lnTo>
                    <a:pt x="2700028" y="2150892"/>
                  </a:lnTo>
                  <a:lnTo>
                    <a:pt x="2700215" y="2151255"/>
                  </a:lnTo>
                  <a:lnTo>
                    <a:pt x="2700402" y="2151758"/>
                  </a:lnTo>
                  <a:lnTo>
                    <a:pt x="2700588" y="2152122"/>
                  </a:lnTo>
                  <a:lnTo>
                    <a:pt x="2700775" y="2152452"/>
                  </a:lnTo>
                  <a:lnTo>
                    <a:pt x="2700962" y="2152996"/>
                  </a:lnTo>
                  <a:lnTo>
                    <a:pt x="2701149" y="2154110"/>
                  </a:lnTo>
                  <a:lnTo>
                    <a:pt x="2701336" y="2155563"/>
                  </a:lnTo>
                  <a:lnTo>
                    <a:pt x="2701523" y="2157015"/>
                  </a:lnTo>
                  <a:lnTo>
                    <a:pt x="2701710" y="2158228"/>
                  </a:lnTo>
                  <a:lnTo>
                    <a:pt x="2701897" y="2159837"/>
                  </a:lnTo>
                  <a:lnTo>
                    <a:pt x="2702084" y="2161636"/>
                  </a:lnTo>
                  <a:lnTo>
                    <a:pt x="2702271" y="2163303"/>
                  </a:lnTo>
                  <a:lnTo>
                    <a:pt x="2702458" y="2165473"/>
                  </a:lnTo>
                  <a:lnTo>
                    <a:pt x="2702645" y="2167693"/>
                  </a:lnTo>
                  <a:lnTo>
                    <a:pt x="2702832" y="2169574"/>
                  </a:lnTo>
                  <a:lnTo>
                    <a:pt x="2703018" y="2171225"/>
                  </a:lnTo>
                  <a:lnTo>
                    <a:pt x="2703205" y="2172710"/>
                  </a:lnTo>
                  <a:lnTo>
                    <a:pt x="2703392" y="2174195"/>
                  </a:lnTo>
                  <a:lnTo>
                    <a:pt x="2703579" y="2175681"/>
                  </a:lnTo>
                  <a:lnTo>
                    <a:pt x="2703766" y="2176951"/>
                  </a:lnTo>
                  <a:lnTo>
                    <a:pt x="2703953" y="2178123"/>
                  </a:lnTo>
                  <a:lnTo>
                    <a:pt x="2704140" y="2179237"/>
                  </a:lnTo>
                  <a:lnTo>
                    <a:pt x="2704327" y="2180203"/>
                  </a:lnTo>
                  <a:lnTo>
                    <a:pt x="2704514" y="2181193"/>
                  </a:lnTo>
                  <a:lnTo>
                    <a:pt x="2704701" y="2182059"/>
                  </a:lnTo>
                  <a:lnTo>
                    <a:pt x="2704888" y="2182942"/>
                  </a:lnTo>
                  <a:lnTo>
                    <a:pt x="2705075" y="2183891"/>
                  </a:lnTo>
                  <a:lnTo>
                    <a:pt x="2705261" y="2184700"/>
                  </a:lnTo>
                  <a:lnTo>
                    <a:pt x="2705448" y="2185517"/>
                  </a:lnTo>
                  <a:lnTo>
                    <a:pt x="2705635" y="2186342"/>
                  </a:lnTo>
                  <a:lnTo>
                    <a:pt x="2705822" y="2187241"/>
                  </a:lnTo>
                  <a:lnTo>
                    <a:pt x="2706009" y="2188232"/>
                  </a:lnTo>
                  <a:lnTo>
                    <a:pt x="2706196" y="2189255"/>
                  </a:lnTo>
                  <a:lnTo>
                    <a:pt x="2706383" y="2190460"/>
                  </a:lnTo>
                  <a:lnTo>
                    <a:pt x="2706570" y="2191780"/>
                  </a:lnTo>
                  <a:lnTo>
                    <a:pt x="2706757" y="2192828"/>
                  </a:lnTo>
                  <a:lnTo>
                    <a:pt x="2706944" y="2193554"/>
                  </a:lnTo>
                  <a:lnTo>
                    <a:pt x="2707131" y="2194214"/>
                  </a:lnTo>
                  <a:lnTo>
                    <a:pt x="2707318" y="2194874"/>
                  </a:lnTo>
                  <a:lnTo>
                    <a:pt x="2707505" y="2195501"/>
                  </a:lnTo>
                  <a:lnTo>
                    <a:pt x="2707691" y="2195840"/>
                  </a:lnTo>
                  <a:lnTo>
                    <a:pt x="2707878" y="2195832"/>
                  </a:lnTo>
                  <a:lnTo>
                    <a:pt x="2708065" y="2195675"/>
                  </a:lnTo>
                  <a:lnTo>
                    <a:pt x="2708252" y="2195576"/>
                  </a:lnTo>
                  <a:lnTo>
                    <a:pt x="2708439" y="2196081"/>
                  </a:lnTo>
                  <a:lnTo>
                    <a:pt x="2708626" y="2196555"/>
                  </a:lnTo>
                  <a:lnTo>
                    <a:pt x="2708813" y="2197076"/>
                  </a:lnTo>
                  <a:lnTo>
                    <a:pt x="2709000" y="2197475"/>
                  </a:lnTo>
                  <a:lnTo>
                    <a:pt x="2709187" y="2197692"/>
                  </a:lnTo>
                  <a:lnTo>
                    <a:pt x="2709374" y="2197776"/>
                  </a:lnTo>
                  <a:lnTo>
                    <a:pt x="2709561" y="2197673"/>
                  </a:lnTo>
                  <a:lnTo>
                    <a:pt x="2709748" y="2198078"/>
                  </a:lnTo>
                  <a:lnTo>
                    <a:pt x="2709935" y="2198594"/>
                  </a:lnTo>
                  <a:lnTo>
                    <a:pt x="2710121" y="2199273"/>
                  </a:lnTo>
                  <a:lnTo>
                    <a:pt x="2710308" y="2200046"/>
                  </a:lnTo>
                  <a:lnTo>
                    <a:pt x="2710495" y="2200953"/>
                  </a:lnTo>
                  <a:lnTo>
                    <a:pt x="2710682" y="2202223"/>
                  </a:lnTo>
                  <a:lnTo>
                    <a:pt x="2710869" y="2203572"/>
                  </a:lnTo>
                  <a:lnTo>
                    <a:pt x="2711056" y="2204757"/>
                  </a:lnTo>
                  <a:lnTo>
                    <a:pt x="2711243" y="2205767"/>
                  </a:lnTo>
                  <a:lnTo>
                    <a:pt x="2711430" y="2206615"/>
                  </a:lnTo>
                  <a:lnTo>
                    <a:pt x="2711617" y="2207370"/>
                  </a:lnTo>
                  <a:lnTo>
                    <a:pt x="2711804" y="2208128"/>
                  </a:lnTo>
                  <a:lnTo>
                    <a:pt x="2711991" y="2209070"/>
                  </a:lnTo>
                  <a:lnTo>
                    <a:pt x="2712178" y="2210121"/>
                  </a:lnTo>
                  <a:lnTo>
                    <a:pt x="2712364" y="2211400"/>
                  </a:lnTo>
                  <a:lnTo>
                    <a:pt x="2712551" y="2212936"/>
                  </a:lnTo>
                  <a:lnTo>
                    <a:pt x="2712738" y="2214362"/>
                  </a:lnTo>
                  <a:lnTo>
                    <a:pt x="2712925" y="2215163"/>
                  </a:lnTo>
                  <a:lnTo>
                    <a:pt x="2713112" y="2215938"/>
                  </a:lnTo>
                  <a:lnTo>
                    <a:pt x="2713299" y="2216202"/>
                  </a:lnTo>
                  <a:lnTo>
                    <a:pt x="2713486" y="2216770"/>
                  </a:lnTo>
                  <a:lnTo>
                    <a:pt x="2713673" y="2217605"/>
                  </a:lnTo>
                  <a:lnTo>
                    <a:pt x="2713860" y="2218379"/>
                  </a:lnTo>
                  <a:lnTo>
                    <a:pt x="2714047" y="2219110"/>
                  </a:lnTo>
                  <a:lnTo>
                    <a:pt x="2714234" y="2219835"/>
                  </a:lnTo>
                  <a:lnTo>
                    <a:pt x="2714421" y="2220118"/>
                  </a:lnTo>
                  <a:lnTo>
                    <a:pt x="2714608" y="2220529"/>
                  </a:lnTo>
                  <a:lnTo>
                    <a:pt x="2714794" y="2220983"/>
                  </a:lnTo>
                  <a:lnTo>
                    <a:pt x="2714981" y="2221429"/>
                  </a:lnTo>
                  <a:lnTo>
                    <a:pt x="2715168" y="2221592"/>
                  </a:lnTo>
                  <a:lnTo>
                    <a:pt x="2715355" y="2221625"/>
                  </a:lnTo>
                  <a:lnTo>
                    <a:pt x="2715542" y="2221621"/>
                  </a:lnTo>
                  <a:lnTo>
                    <a:pt x="2715729" y="2221414"/>
                  </a:lnTo>
                  <a:lnTo>
                    <a:pt x="2715916" y="2220981"/>
                  </a:lnTo>
                  <a:lnTo>
                    <a:pt x="2716103" y="2220403"/>
                  </a:lnTo>
                  <a:lnTo>
                    <a:pt x="2716290" y="2219765"/>
                  </a:lnTo>
                  <a:lnTo>
                    <a:pt x="2716477" y="2217976"/>
                  </a:lnTo>
                  <a:lnTo>
                    <a:pt x="2716664" y="2215776"/>
                  </a:lnTo>
                  <a:lnTo>
                    <a:pt x="2716851" y="2213424"/>
                  </a:lnTo>
                  <a:lnTo>
                    <a:pt x="2717038" y="2211319"/>
                  </a:lnTo>
                  <a:lnTo>
                    <a:pt x="2717224" y="2209420"/>
                  </a:lnTo>
                  <a:lnTo>
                    <a:pt x="2717411" y="2207580"/>
                  </a:lnTo>
                  <a:lnTo>
                    <a:pt x="2717598" y="2205346"/>
                  </a:lnTo>
                  <a:lnTo>
                    <a:pt x="2717785" y="2202862"/>
                  </a:lnTo>
                  <a:lnTo>
                    <a:pt x="2717972" y="2200527"/>
                  </a:lnTo>
                  <a:lnTo>
                    <a:pt x="2718159" y="2198043"/>
                  </a:lnTo>
                  <a:lnTo>
                    <a:pt x="2718346" y="2195718"/>
                  </a:lnTo>
                  <a:lnTo>
                    <a:pt x="2718533" y="2193690"/>
                  </a:lnTo>
                  <a:lnTo>
                    <a:pt x="2718720" y="2191749"/>
                  </a:lnTo>
                  <a:lnTo>
                    <a:pt x="2718907" y="2189657"/>
                  </a:lnTo>
                  <a:lnTo>
                    <a:pt x="2719094" y="2187595"/>
                  </a:lnTo>
                  <a:lnTo>
                    <a:pt x="2719281" y="2185483"/>
                  </a:lnTo>
                  <a:lnTo>
                    <a:pt x="2719467" y="2183544"/>
                  </a:lnTo>
                  <a:lnTo>
                    <a:pt x="2719654" y="2182207"/>
                  </a:lnTo>
                  <a:lnTo>
                    <a:pt x="2719841" y="2180722"/>
                  </a:lnTo>
                  <a:lnTo>
                    <a:pt x="2720028" y="2179435"/>
                  </a:lnTo>
                  <a:lnTo>
                    <a:pt x="2720215" y="2178238"/>
                  </a:lnTo>
                  <a:lnTo>
                    <a:pt x="2720402" y="2177264"/>
                  </a:lnTo>
                  <a:lnTo>
                    <a:pt x="2720589" y="2176480"/>
                  </a:lnTo>
                  <a:lnTo>
                    <a:pt x="2720776" y="2175862"/>
                  </a:lnTo>
                  <a:lnTo>
                    <a:pt x="2720963" y="2175317"/>
                  </a:lnTo>
                  <a:lnTo>
                    <a:pt x="2721150" y="2174822"/>
                  </a:lnTo>
                  <a:lnTo>
                    <a:pt x="2721337" y="2174203"/>
                  </a:lnTo>
                  <a:lnTo>
                    <a:pt x="2721524" y="2173675"/>
                  </a:lnTo>
                  <a:lnTo>
                    <a:pt x="2721711" y="2172907"/>
                  </a:lnTo>
                  <a:lnTo>
                    <a:pt x="2721897" y="2172041"/>
                  </a:lnTo>
                  <a:lnTo>
                    <a:pt x="2722084" y="2171183"/>
                  </a:lnTo>
                  <a:lnTo>
                    <a:pt x="2722271" y="2170523"/>
                  </a:lnTo>
                  <a:lnTo>
                    <a:pt x="2722458" y="2169863"/>
                  </a:lnTo>
                  <a:lnTo>
                    <a:pt x="2722645" y="2169277"/>
                  </a:lnTo>
                  <a:lnTo>
                    <a:pt x="2722832" y="2168757"/>
                  </a:lnTo>
                  <a:lnTo>
                    <a:pt x="2723019" y="2167593"/>
                  </a:lnTo>
                  <a:lnTo>
                    <a:pt x="2723206" y="2166289"/>
                  </a:lnTo>
                  <a:lnTo>
                    <a:pt x="2723393" y="2165134"/>
                  </a:lnTo>
                  <a:lnTo>
                    <a:pt x="2723580" y="2163929"/>
                  </a:lnTo>
                  <a:lnTo>
                    <a:pt x="2723767" y="2162444"/>
                  </a:lnTo>
                  <a:lnTo>
                    <a:pt x="2723954" y="2160810"/>
                  </a:lnTo>
                  <a:lnTo>
                    <a:pt x="2724140" y="2159284"/>
                  </a:lnTo>
                  <a:lnTo>
                    <a:pt x="2724327" y="2157666"/>
                  </a:lnTo>
                  <a:lnTo>
                    <a:pt x="2724514" y="2156239"/>
                  </a:lnTo>
                  <a:lnTo>
                    <a:pt x="2724701" y="2155108"/>
                  </a:lnTo>
                  <a:lnTo>
                    <a:pt x="2724888" y="2154333"/>
                  </a:lnTo>
                  <a:lnTo>
                    <a:pt x="2725075" y="2153573"/>
                  </a:lnTo>
                  <a:lnTo>
                    <a:pt x="2725262" y="2152732"/>
                  </a:lnTo>
                  <a:lnTo>
                    <a:pt x="2725449" y="2151832"/>
                  </a:lnTo>
                  <a:lnTo>
                    <a:pt x="2725636" y="2150718"/>
                  </a:lnTo>
                  <a:lnTo>
                    <a:pt x="2725823" y="2149934"/>
                  </a:lnTo>
                  <a:lnTo>
                    <a:pt x="2726010" y="2149258"/>
                  </a:lnTo>
                  <a:lnTo>
                    <a:pt x="2726197" y="2148556"/>
                  </a:lnTo>
                  <a:lnTo>
                    <a:pt x="2726384" y="2148012"/>
                  </a:lnTo>
                  <a:lnTo>
                    <a:pt x="2726570" y="2147682"/>
                  </a:lnTo>
                  <a:lnTo>
                    <a:pt x="2726757" y="2147401"/>
                  </a:lnTo>
                  <a:lnTo>
                    <a:pt x="2726944" y="2147162"/>
                  </a:lnTo>
                  <a:lnTo>
                    <a:pt x="2727131" y="2147071"/>
                  </a:lnTo>
                  <a:lnTo>
                    <a:pt x="2727318" y="2147120"/>
                  </a:lnTo>
                  <a:lnTo>
                    <a:pt x="2727505" y="2146972"/>
                  </a:lnTo>
                  <a:lnTo>
                    <a:pt x="2727692" y="2146799"/>
                  </a:lnTo>
                  <a:lnTo>
                    <a:pt x="2727879" y="2146733"/>
                  </a:lnTo>
                  <a:lnTo>
                    <a:pt x="2728066" y="2146757"/>
                  </a:lnTo>
                  <a:lnTo>
                    <a:pt x="2728253" y="2146757"/>
                  </a:lnTo>
                  <a:lnTo>
                    <a:pt x="2728440" y="2146551"/>
                  </a:lnTo>
                  <a:lnTo>
                    <a:pt x="2728627" y="2146328"/>
                  </a:lnTo>
                  <a:lnTo>
                    <a:pt x="2728814" y="2145874"/>
                  </a:lnTo>
                  <a:lnTo>
                    <a:pt x="2729000" y="2145256"/>
                  </a:lnTo>
                  <a:lnTo>
                    <a:pt x="2729187" y="2144653"/>
                  </a:lnTo>
                  <a:lnTo>
                    <a:pt x="2729374" y="2144587"/>
                  </a:lnTo>
                  <a:lnTo>
                    <a:pt x="2729561" y="2144851"/>
                  </a:lnTo>
                  <a:lnTo>
                    <a:pt x="2729748" y="2145363"/>
                  </a:lnTo>
                  <a:lnTo>
                    <a:pt x="2729935" y="2145660"/>
                  </a:lnTo>
                  <a:lnTo>
                    <a:pt x="2730122" y="2145990"/>
                  </a:lnTo>
                  <a:lnTo>
                    <a:pt x="2730309" y="2146312"/>
                  </a:lnTo>
                  <a:lnTo>
                    <a:pt x="2730496" y="2146279"/>
                  </a:lnTo>
                  <a:lnTo>
                    <a:pt x="2730683" y="2146089"/>
                  </a:lnTo>
                  <a:lnTo>
                    <a:pt x="2730870" y="2146238"/>
                  </a:lnTo>
                  <a:lnTo>
                    <a:pt x="2731057" y="2146601"/>
                  </a:lnTo>
                  <a:lnTo>
                    <a:pt x="2731243" y="2147517"/>
                  </a:lnTo>
                  <a:lnTo>
                    <a:pt x="2731430" y="2148820"/>
                  </a:lnTo>
                  <a:lnTo>
                    <a:pt x="2731617" y="2150297"/>
                  </a:lnTo>
                  <a:lnTo>
                    <a:pt x="2731804" y="2151436"/>
                  </a:lnTo>
                  <a:lnTo>
                    <a:pt x="2731991" y="2152567"/>
                  </a:lnTo>
                  <a:lnTo>
                    <a:pt x="2732178" y="2153466"/>
                  </a:lnTo>
                  <a:lnTo>
                    <a:pt x="2732365" y="2154407"/>
                  </a:lnTo>
                  <a:lnTo>
                    <a:pt x="2732552" y="2154546"/>
                  </a:lnTo>
                  <a:lnTo>
                    <a:pt x="2732739" y="2154726"/>
                  </a:lnTo>
                  <a:lnTo>
                    <a:pt x="2732926" y="2154603"/>
                  </a:lnTo>
                  <a:lnTo>
                    <a:pt x="2733113" y="2154775"/>
                  </a:lnTo>
                  <a:lnTo>
                    <a:pt x="2733300" y="2155469"/>
                  </a:lnTo>
                  <a:lnTo>
                    <a:pt x="2733487" y="2156596"/>
                  </a:lnTo>
                  <a:lnTo>
                    <a:pt x="2733673" y="2157707"/>
                  </a:lnTo>
                  <a:lnTo>
                    <a:pt x="2733860" y="2158703"/>
                  </a:lnTo>
                  <a:lnTo>
                    <a:pt x="2734047" y="2159612"/>
                  </a:lnTo>
                  <a:lnTo>
                    <a:pt x="2734234" y="2160485"/>
                  </a:lnTo>
                  <a:lnTo>
                    <a:pt x="2734421" y="2161346"/>
                  </a:lnTo>
                  <a:lnTo>
                    <a:pt x="2734608" y="2162605"/>
                  </a:lnTo>
                  <a:lnTo>
                    <a:pt x="2734795" y="2163930"/>
                  </a:lnTo>
                  <a:lnTo>
                    <a:pt x="2734982" y="2165201"/>
                  </a:lnTo>
                  <a:lnTo>
                    <a:pt x="2735169" y="2166429"/>
                  </a:lnTo>
                  <a:lnTo>
                    <a:pt x="2735356" y="2167195"/>
                  </a:lnTo>
                  <a:lnTo>
                    <a:pt x="2735543" y="2168649"/>
                  </a:lnTo>
                  <a:lnTo>
                    <a:pt x="2735730" y="2170454"/>
                  </a:lnTo>
                  <a:lnTo>
                    <a:pt x="2735916" y="2171863"/>
                  </a:lnTo>
                  <a:lnTo>
                    <a:pt x="2736103" y="2174114"/>
                  </a:lnTo>
                  <a:lnTo>
                    <a:pt x="2736290" y="2175768"/>
                  </a:lnTo>
                  <a:lnTo>
                    <a:pt x="2736477" y="2177102"/>
                  </a:lnTo>
                  <a:lnTo>
                    <a:pt x="2736664" y="2178464"/>
                  </a:lnTo>
                  <a:lnTo>
                    <a:pt x="2736851" y="2179249"/>
                  </a:lnTo>
                  <a:lnTo>
                    <a:pt x="2737038" y="2179949"/>
                  </a:lnTo>
                  <a:lnTo>
                    <a:pt x="2737225" y="2180565"/>
                  </a:lnTo>
                  <a:lnTo>
                    <a:pt x="2737412" y="2181083"/>
                  </a:lnTo>
                  <a:lnTo>
                    <a:pt x="2737599" y="2181838"/>
                  </a:lnTo>
                  <a:lnTo>
                    <a:pt x="2737786" y="2182606"/>
                  </a:lnTo>
                  <a:lnTo>
                    <a:pt x="2737973" y="2183232"/>
                  </a:lnTo>
                  <a:lnTo>
                    <a:pt x="2738160" y="2183740"/>
                  </a:lnTo>
                  <a:lnTo>
                    <a:pt x="2738346" y="2184073"/>
                  </a:lnTo>
                  <a:lnTo>
                    <a:pt x="2738533" y="2183880"/>
                  </a:lnTo>
                  <a:lnTo>
                    <a:pt x="2738720" y="2183593"/>
                  </a:lnTo>
                  <a:lnTo>
                    <a:pt x="2738907" y="2183093"/>
                  </a:lnTo>
                  <a:lnTo>
                    <a:pt x="2739094" y="2182778"/>
                  </a:lnTo>
                  <a:lnTo>
                    <a:pt x="2739281" y="2182252"/>
                  </a:lnTo>
                  <a:lnTo>
                    <a:pt x="2739468" y="2181615"/>
                  </a:lnTo>
                  <a:lnTo>
                    <a:pt x="2739655" y="2180936"/>
                  </a:lnTo>
                  <a:lnTo>
                    <a:pt x="2739842" y="2179397"/>
                  </a:lnTo>
                  <a:lnTo>
                    <a:pt x="2740029" y="2177747"/>
                  </a:lnTo>
                  <a:lnTo>
                    <a:pt x="2740216" y="2176099"/>
                  </a:lnTo>
                  <a:lnTo>
                    <a:pt x="2740403" y="2173572"/>
                  </a:lnTo>
                  <a:lnTo>
                    <a:pt x="2740590" y="2169795"/>
                  </a:lnTo>
                  <a:lnTo>
                    <a:pt x="2740776" y="2165733"/>
                  </a:lnTo>
                  <a:lnTo>
                    <a:pt x="2740963" y="2161727"/>
                  </a:lnTo>
                  <a:lnTo>
                    <a:pt x="2741150" y="2155728"/>
                  </a:lnTo>
                  <a:lnTo>
                    <a:pt x="2741337" y="2149762"/>
                  </a:lnTo>
                  <a:lnTo>
                    <a:pt x="2741524" y="2145176"/>
                  </a:lnTo>
                  <a:lnTo>
                    <a:pt x="2741711" y="2140723"/>
                  </a:lnTo>
                  <a:lnTo>
                    <a:pt x="2741898" y="2136056"/>
                  </a:lnTo>
                  <a:lnTo>
                    <a:pt x="2742085" y="2131576"/>
                  </a:lnTo>
                  <a:lnTo>
                    <a:pt x="2742272" y="2127157"/>
                  </a:lnTo>
                  <a:lnTo>
                    <a:pt x="2742459" y="2122707"/>
                  </a:lnTo>
                  <a:lnTo>
                    <a:pt x="2742646" y="2118563"/>
                  </a:lnTo>
                  <a:lnTo>
                    <a:pt x="2742833" y="2114606"/>
                  </a:lnTo>
                  <a:lnTo>
                    <a:pt x="2743019" y="2110673"/>
                  </a:lnTo>
                  <a:lnTo>
                    <a:pt x="2743206" y="2106891"/>
                  </a:lnTo>
                  <a:lnTo>
                    <a:pt x="2743393" y="2103583"/>
                  </a:lnTo>
                  <a:lnTo>
                    <a:pt x="2743580" y="2100504"/>
                  </a:lnTo>
                  <a:lnTo>
                    <a:pt x="2743767" y="2097617"/>
                  </a:lnTo>
                  <a:lnTo>
                    <a:pt x="2743954" y="2095241"/>
                  </a:lnTo>
                  <a:lnTo>
                    <a:pt x="2744141" y="2092979"/>
                  </a:lnTo>
                  <a:lnTo>
                    <a:pt x="2744328" y="2091060"/>
                  </a:lnTo>
                  <a:lnTo>
                    <a:pt x="2744515" y="2088914"/>
                  </a:lnTo>
                  <a:lnTo>
                    <a:pt x="2744702" y="2085226"/>
                  </a:lnTo>
                  <a:lnTo>
                    <a:pt x="2744889" y="2080861"/>
                  </a:lnTo>
                  <a:lnTo>
                    <a:pt x="2745076" y="2075835"/>
                  </a:lnTo>
                  <a:lnTo>
                    <a:pt x="2745263" y="2071173"/>
                  </a:lnTo>
                  <a:lnTo>
                    <a:pt x="2745449" y="2067361"/>
                  </a:lnTo>
                  <a:lnTo>
                    <a:pt x="2745636" y="2063705"/>
                  </a:lnTo>
                  <a:lnTo>
                    <a:pt x="2745823" y="2059857"/>
                  </a:lnTo>
                  <a:lnTo>
                    <a:pt x="2746010" y="2055894"/>
                  </a:lnTo>
                  <a:lnTo>
                    <a:pt x="2746197" y="2050908"/>
                  </a:lnTo>
                  <a:lnTo>
                    <a:pt x="2746384" y="2045368"/>
                  </a:lnTo>
                  <a:lnTo>
                    <a:pt x="2746571" y="2039341"/>
                  </a:lnTo>
                  <a:lnTo>
                    <a:pt x="2746758" y="2033127"/>
                  </a:lnTo>
                  <a:lnTo>
                    <a:pt x="2746945" y="2026983"/>
                  </a:lnTo>
                  <a:lnTo>
                    <a:pt x="2747132" y="2020472"/>
                  </a:lnTo>
                  <a:lnTo>
                    <a:pt x="2747319" y="2014204"/>
                  </a:lnTo>
                  <a:lnTo>
                    <a:pt x="2747506" y="2008458"/>
                  </a:lnTo>
                  <a:lnTo>
                    <a:pt x="2747693" y="2002858"/>
                  </a:lnTo>
                  <a:lnTo>
                    <a:pt x="2747879" y="1997430"/>
                  </a:lnTo>
                  <a:lnTo>
                    <a:pt x="2748066" y="1991662"/>
                  </a:lnTo>
                  <a:lnTo>
                    <a:pt x="2748253" y="1985246"/>
                  </a:lnTo>
                  <a:lnTo>
                    <a:pt x="2748440" y="1978426"/>
                  </a:lnTo>
                  <a:lnTo>
                    <a:pt x="2748627" y="1971326"/>
                  </a:lnTo>
                  <a:lnTo>
                    <a:pt x="2748814" y="1964792"/>
                  </a:lnTo>
                  <a:lnTo>
                    <a:pt x="2749001" y="1959358"/>
                  </a:lnTo>
                  <a:lnTo>
                    <a:pt x="2749188" y="1954779"/>
                  </a:lnTo>
                  <a:lnTo>
                    <a:pt x="2749375" y="1950239"/>
                  </a:lnTo>
                  <a:lnTo>
                    <a:pt x="2749562" y="1945525"/>
                  </a:lnTo>
                  <a:lnTo>
                    <a:pt x="2749749" y="1940731"/>
                  </a:lnTo>
                  <a:lnTo>
                    <a:pt x="2749936" y="1935935"/>
                  </a:lnTo>
                  <a:lnTo>
                    <a:pt x="2750122" y="1931555"/>
                  </a:lnTo>
                  <a:lnTo>
                    <a:pt x="2750309" y="1928353"/>
                  </a:lnTo>
                  <a:lnTo>
                    <a:pt x="2750496" y="1925762"/>
                  </a:lnTo>
                  <a:lnTo>
                    <a:pt x="2750683" y="1923980"/>
                  </a:lnTo>
                  <a:lnTo>
                    <a:pt x="2750870" y="1921761"/>
                  </a:lnTo>
                  <a:lnTo>
                    <a:pt x="2751057" y="1919210"/>
                  </a:lnTo>
                  <a:lnTo>
                    <a:pt x="2751244" y="1916522"/>
                  </a:lnTo>
                  <a:lnTo>
                    <a:pt x="2751431" y="1913901"/>
                  </a:lnTo>
                  <a:lnTo>
                    <a:pt x="2751618" y="1911196"/>
                  </a:lnTo>
                  <a:lnTo>
                    <a:pt x="2751805" y="1908808"/>
                  </a:lnTo>
                  <a:lnTo>
                    <a:pt x="2751992" y="1906244"/>
                  </a:lnTo>
                  <a:lnTo>
                    <a:pt x="2752179" y="1903991"/>
                  </a:lnTo>
                  <a:lnTo>
                    <a:pt x="2752366" y="1901903"/>
                  </a:lnTo>
                  <a:lnTo>
                    <a:pt x="2752552" y="1900163"/>
                  </a:lnTo>
                  <a:lnTo>
                    <a:pt x="2752739" y="1898348"/>
                  </a:lnTo>
                  <a:lnTo>
                    <a:pt x="2752926" y="1896454"/>
                  </a:lnTo>
                  <a:lnTo>
                    <a:pt x="2753113" y="1894483"/>
                  </a:lnTo>
                  <a:lnTo>
                    <a:pt x="2753300" y="1892457"/>
                  </a:lnTo>
                  <a:lnTo>
                    <a:pt x="2753487" y="1889918"/>
                  </a:lnTo>
                  <a:lnTo>
                    <a:pt x="2753674" y="1887577"/>
                  </a:lnTo>
                  <a:lnTo>
                    <a:pt x="2753861" y="1886842"/>
                  </a:lnTo>
                  <a:lnTo>
                    <a:pt x="2754048" y="1886908"/>
                  </a:lnTo>
                  <a:lnTo>
                    <a:pt x="2754235" y="1887271"/>
                  </a:lnTo>
                  <a:lnTo>
                    <a:pt x="2754422" y="1887436"/>
                  </a:lnTo>
                  <a:lnTo>
                    <a:pt x="2754609" y="1887503"/>
                  </a:lnTo>
                  <a:lnTo>
                    <a:pt x="2754795" y="1887890"/>
                  </a:lnTo>
                  <a:lnTo>
                    <a:pt x="2754982" y="1888749"/>
                  </a:lnTo>
                  <a:lnTo>
                    <a:pt x="2755169" y="1890069"/>
                  </a:lnTo>
                  <a:lnTo>
                    <a:pt x="2755356" y="1891257"/>
                  </a:lnTo>
                  <a:lnTo>
                    <a:pt x="2755543" y="1892619"/>
                  </a:lnTo>
                  <a:lnTo>
                    <a:pt x="2755730" y="1893708"/>
                  </a:lnTo>
                  <a:lnTo>
                    <a:pt x="2755917" y="1894310"/>
                  </a:lnTo>
                  <a:lnTo>
                    <a:pt x="2756104" y="1894789"/>
                  </a:lnTo>
                  <a:lnTo>
                    <a:pt x="2756291" y="1895639"/>
                  </a:lnTo>
                  <a:lnTo>
                    <a:pt x="2756478" y="1896538"/>
                  </a:lnTo>
                  <a:lnTo>
                    <a:pt x="2756665" y="1897306"/>
                  </a:lnTo>
                  <a:lnTo>
                    <a:pt x="2756852" y="1897809"/>
                  </a:lnTo>
                  <a:lnTo>
                    <a:pt x="2757039" y="1897892"/>
                  </a:lnTo>
                  <a:lnTo>
                    <a:pt x="2757225" y="1898048"/>
                  </a:lnTo>
                  <a:lnTo>
                    <a:pt x="2757412" y="1898040"/>
                  </a:lnTo>
                  <a:lnTo>
                    <a:pt x="2757599" y="1897603"/>
                  </a:lnTo>
                  <a:lnTo>
                    <a:pt x="2757786" y="1897266"/>
                  </a:lnTo>
                  <a:lnTo>
                    <a:pt x="2757973" y="1896763"/>
                  </a:lnTo>
                  <a:lnTo>
                    <a:pt x="2758160" y="1895946"/>
                  </a:lnTo>
                  <a:lnTo>
                    <a:pt x="2758347" y="1894985"/>
                  </a:lnTo>
                  <a:lnTo>
                    <a:pt x="2758534" y="1893988"/>
                  </a:lnTo>
                  <a:lnTo>
                    <a:pt x="2758721" y="1893095"/>
                  </a:lnTo>
                  <a:lnTo>
                    <a:pt x="2758908" y="1892302"/>
                  </a:lnTo>
                  <a:lnTo>
                    <a:pt x="2759095" y="1891573"/>
                  </a:lnTo>
                  <a:lnTo>
                    <a:pt x="2759282" y="1890995"/>
                  </a:lnTo>
                  <a:lnTo>
                    <a:pt x="2759469" y="1890522"/>
                  </a:lnTo>
                  <a:lnTo>
                    <a:pt x="2759655" y="1889881"/>
                  </a:lnTo>
                  <a:lnTo>
                    <a:pt x="2759842" y="1889162"/>
                  </a:lnTo>
                  <a:lnTo>
                    <a:pt x="2760029" y="1888437"/>
                  </a:lnTo>
                  <a:lnTo>
                    <a:pt x="2760216" y="1887515"/>
                  </a:lnTo>
                  <a:lnTo>
                    <a:pt x="2760403" y="1886957"/>
                  </a:lnTo>
                  <a:lnTo>
                    <a:pt x="2760590" y="1886577"/>
                  </a:lnTo>
                  <a:lnTo>
                    <a:pt x="2760777" y="1886209"/>
                  </a:lnTo>
                  <a:lnTo>
                    <a:pt x="2760964" y="1886116"/>
                  </a:lnTo>
                  <a:lnTo>
                    <a:pt x="2761151" y="1885662"/>
                  </a:lnTo>
                  <a:lnTo>
                    <a:pt x="2761338" y="1885497"/>
                  </a:lnTo>
                  <a:lnTo>
                    <a:pt x="2761525" y="1885456"/>
                  </a:lnTo>
                  <a:lnTo>
                    <a:pt x="2761712" y="1885505"/>
                  </a:lnTo>
                  <a:lnTo>
                    <a:pt x="2761898" y="1885637"/>
                  </a:lnTo>
                  <a:lnTo>
                    <a:pt x="2762085" y="1885844"/>
                  </a:lnTo>
                  <a:lnTo>
                    <a:pt x="2762272" y="1886066"/>
                  </a:lnTo>
                  <a:lnTo>
                    <a:pt x="2762459" y="1886570"/>
                  </a:lnTo>
                  <a:lnTo>
                    <a:pt x="2762646" y="1887535"/>
                  </a:lnTo>
                  <a:lnTo>
                    <a:pt x="2762833" y="1888732"/>
                  </a:lnTo>
                  <a:lnTo>
                    <a:pt x="2763020" y="1890200"/>
                  </a:lnTo>
                  <a:lnTo>
                    <a:pt x="2763207" y="1891529"/>
                  </a:lnTo>
                  <a:lnTo>
                    <a:pt x="2763394" y="1892973"/>
                  </a:lnTo>
                  <a:lnTo>
                    <a:pt x="2763581" y="1894458"/>
                  </a:lnTo>
                  <a:lnTo>
                    <a:pt x="2763768" y="1895828"/>
                  </a:lnTo>
                  <a:lnTo>
                    <a:pt x="2763955" y="1896983"/>
                  </a:lnTo>
                  <a:lnTo>
                    <a:pt x="2764142" y="1898114"/>
                  </a:lnTo>
                  <a:lnTo>
                    <a:pt x="2764328" y="1899451"/>
                  </a:lnTo>
                  <a:lnTo>
                    <a:pt x="2764515" y="1900887"/>
                  </a:lnTo>
                  <a:lnTo>
                    <a:pt x="2764702" y="1902166"/>
                  </a:lnTo>
                  <a:lnTo>
                    <a:pt x="2764889" y="1903321"/>
                  </a:lnTo>
                  <a:lnTo>
                    <a:pt x="2765076" y="1904377"/>
                  </a:lnTo>
                  <a:lnTo>
                    <a:pt x="2765263" y="1905194"/>
                  </a:lnTo>
                  <a:lnTo>
                    <a:pt x="2765450" y="1905945"/>
                  </a:lnTo>
                  <a:lnTo>
                    <a:pt x="2765637" y="1906605"/>
                  </a:lnTo>
                  <a:lnTo>
                    <a:pt x="2765824" y="1907472"/>
                  </a:lnTo>
                  <a:lnTo>
                    <a:pt x="2766011" y="1908511"/>
                  </a:lnTo>
                  <a:lnTo>
                    <a:pt x="2766198" y="1909922"/>
                  </a:lnTo>
                  <a:lnTo>
                    <a:pt x="2766385" y="1911408"/>
                  </a:lnTo>
                  <a:lnTo>
                    <a:pt x="2766572" y="1913033"/>
                  </a:lnTo>
                  <a:lnTo>
                    <a:pt x="2766758" y="1914519"/>
                  </a:lnTo>
                  <a:lnTo>
                    <a:pt x="2766945" y="1915880"/>
                  </a:lnTo>
                  <a:lnTo>
                    <a:pt x="2767132" y="1917019"/>
                  </a:lnTo>
                  <a:lnTo>
                    <a:pt x="2767319" y="1918356"/>
                  </a:lnTo>
                  <a:lnTo>
                    <a:pt x="2767506" y="1919882"/>
                  </a:lnTo>
                  <a:lnTo>
                    <a:pt x="2767693" y="1921376"/>
                  </a:lnTo>
                  <a:lnTo>
                    <a:pt x="2767880" y="1923167"/>
                  </a:lnTo>
                  <a:lnTo>
                    <a:pt x="2768067" y="1925312"/>
                  </a:lnTo>
                  <a:lnTo>
                    <a:pt x="2768254" y="1927350"/>
                  </a:lnTo>
                  <a:lnTo>
                    <a:pt x="2768441" y="1929756"/>
                  </a:lnTo>
                  <a:lnTo>
                    <a:pt x="2768628" y="1931983"/>
                  </a:lnTo>
                  <a:lnTo>
                    <a:pt x="2768815" y="1934043"/>
                  </a:lnTo>
                  <a:lnTo>
                    <a:pt x="2769001" y="1935808"/>
                  </a:lnTo>
                  <a:lnTo>
                    <a:pt x="2769188" y="1937895"/>
                  </a:lnTo>
                  <a:lnTo>
                    <a:pt x="2769375" y="1939965"/>
                  </a:lnTo>
                  <a:lnTo>
                    <a:pt x="2769562" y="1942126"/>
                  </a:lnTo>
                  <a:lnTo>
                    <a:pt x="2769749" y="1944474"/>
                  </a:lnTo>
                  <a:lnTo>
                    <a:pt x="2769936" y="1946804"/>
                  </a:lnTo>
                  <a:lnTo>
                    <a:pt x="2770123" y="1948980"/>
                  </a:lnTo>
                  <a:lnTo>
                    <a:pt x="2770310" y="1951595"/>
                  </a:lnTo>
                  <a:lnTo>
                    <a:pt x="2770497" y="1954494"/>
                  </a:lnTo>
                  <a:lnTo>
                    <a:pt x="2770684" y="1957112"/>
                  </a:lnTo>
                  <a:lnTo>
                    <a:pt x="2770871" y="1959376"/>
                  </a:lnTo>
                  <a:lnTo>
                    <a:pt x="2771058" y="1961631"/>
                  </a:lnTo>
                  <a:lnTo>
                    <a:pt x="2771245" y="1963772"/>
                  </a:lnTo>
                  <a:lnTo>
                    <a:pt x="2771431" y="1966115"/>
                  </a:lnTo>
                  <a:lnTo>
                    <a:pt x="2771618" y="1968778"/>
                  </a:lnTo>
                  <a:lnTo>
                    <a:pt x="2771805" y="1971393"/>
                  </a:lnTo>
                  <a:lnTo>
                    <a:pt x="2771992" y="1973671"/>
                  </a:lnTo>
                  <a:lnTo>
                    <a:pt x="2772179" y="1975816"/>
                  </a:lnTo>
                  <a:lnTo>
                    <a:pt x="2772366" y="1977855"/>
                  </a:lnTo>
                  <a:lnTo>
                    <a:pt x="2772553" y="1979719"/>
                  </a:lnTo>
                  <a:lnTo>
                    <a:pt x="2772740" y="1981766"/>
                  </a:lnTo>
                  <a:lnTo>
                    <a:pt x="2772927" y="1982953"/>
                  </a:lnTo>
                  <a:lnTo>
                    <a:pt x="2773114" y="1983727"/>
                  </a:lnTo>
                  <a:lnTo>
                    <a:pt x="2773301" y="1984513"/>
                  </a:lnTo>
                  <a:lnTo>
                    <a:pt x="2773488" y="1985109"/>
                  </a:lnTo>
                  <a:lnTo>
                    <a:pt x="2773674" y="1985973"/>
                  </a:lnTo>
                  <a:lnTo>
                    <a:pt x="2773861" y="1987081"/>
                  </a:lnTo>
                  <a:lnTo>
                    <a:pt x="2774048" y="1988128"/>
                  </a:lnTo>
                  <a:lnTo>
                    <a:pt x="2774235" y="1989234"/>
                  </a:lnTo>
                  <a:lnTo>
                    <a:pt x="2774422" y="1990233"/>
                  </a:lnTo>
                  <a:lnTo>
                    <a:pt x="2774609" y="1990871"/>
                  </a:lnTo>
                  <a:lnTo>
                    <a:pt x="2774796" y="1991352"/>
                  </a:lnTo>
                  <a:lnTo>
                    <a:pt x="2774983" y="1991579"/>
                  </a:lnTo>
                  <a:lnTo>
                    <a:pt x="2775170" y="1991767"/>
                  </a:lnTo>
                  <a:lnTo>
                    <a:pt x="2775357" y="1991819"/>
                  </a:lnTo>
                  <a:lnTo>
                    <a:pt x="2775544" y="1991971"/>
                  </a:lnTo>
                  <a:lnTo>
                    <a:pt x="2775731" y="1992331"/>
                  </a:lnTo>
                  <a:lnTo>
                    <a:pt x="2775918" y="1992944"/>
                  </a:lnTo>
                  <a:lnTo>
                    <a:pt x="2776104" y="1993636"/>
                  </a:lnTo>
                  <a:lnTo>
                    <a:pt x="2776291" y="1994318"/>
                  </a:lnTo>
                  <a:lnTo>
                    <a:pt x="2776478" y="1994732"/>
                  </a:lnTo>
                  <a:lnTo>
                    <a:pt x="2776665" y="1994960"/>
                  </a:lnTo>
                  <a:lnTo>
                    <a:pt x="2776852" y="1995028"/>
                  </a:lnTo>
                  <a:lnTo>
                    <a:pt x="2777039" y="1994865"/>
                  </a:lnTo>
                  <a:lnTo>
                    <a:pt x="2777226" y="1995125"/>
                  </a:lnTo>
                  <a:lnTo>
                    <a:pt x="2777413" y="1995571"/>
                  </a:lnTo>
                  <a:lnTo>
                    <a:pt x="2777600" y="1996113"/>
                  </a:lnTo>
                  <a:lnTo>
                    <a:pt x="2777787" y="1997328"/>
                  </a:lnTo>
                  <a:lnTo>
                    <a:pt x="2777974" y="1999785"/>
                  </a:lnTo>
                  <a:lnTo>
                    <a:pt x="2778161" y="2002675"/>
                  </a:lnTo>
                  <a:lnTo>
                    <a:pt x="2778348" y="2005525"/>
                  </a:lnTo>
                  <a:lnTo>
                    <a:pt x="2778534" y="2010501"/>
                  </a:lnTo>
                  <a:lnTo>
                    <a:pt x="2778721" y="2015452"/>
                  </a:lnTo>
                  <a:lnTo>
                    <a:pt x="2778908" y="2018884"/>
                  </a:lnTo>
                  <a:lnTo>
                    <a:pt x="2779095" y="2022330"/>
                  </a:lnTo>
                  <a:lnTo>
                    <a:pt x="2779282" y="2026022"/>
                  </a:lnTo>
                  <a:lnTo>
                    <a:pt x="2779469" y="2029677"/>
                  </a:lnTo>
                  <a:lnTo>
                    <a:pt x="2779656" y="2033519"/>
                  </a:lnTo>
                  <a:lnTo>
                    <a:pt x="2779843" y="2037639"/>
                  </a:lnTo>
                  <a:lnTo>
                    <a:pt x="2780030" y="2041452"/>
                  </a:lnTo>
                  <a:lnTo>
                    <a:pt x="2780217" y="2045211"/>
                  </a:lnTo>
                  <a:lnTo>
                    <a:pt x="2780404" y="2048864"/>
                  </a:lnTo>
                  <a:lnTo>
                    <a:pt x="2780591" y="2052481"/>
                  </a:lnTo>
                  <a:lnTo>
                    <a:pt x="2780777" y="2055624"/>
                  </a:lnTo>
                  <a:lnTo>
                    <a:pt x="2780964" y="2058538"/>
                  </a:lnTo>
                  <a:lnTo>
                    <a:pt x="2781151" y="2061260"/>
                  </a:lnTo>
                  <a:lnTo>
                    <a:pt x="2781338" y="2063331"/>
                  </a:lnTo>
                  <a:lnTo>
                    <a:pt x="2781525" y="2065164"/>
                  </a:lnTo>
                  <a:lnTo>
                    <a:pt x="2781712" y="2066555"/>
                  </a:lnTo>
                  <a:lnTo>
                    <a:pt x="2781899" y="2068040"/>
                  </a:lnTo>
                  <a:lnTo>
                    <a:pt x="2782086" y="2070936"/>
                  </a:lnTo>
                  <a:lnTo>
                    <a:pt x="2782273" y="2074509"/>
                  </a:lnTo>
                  <a:lnTo>
                    <a:pt x="2782460" y="2078875"/>
                  </a:lnTo>
                  <a:lnTo>
                    <a:pt x="2782647" y="2083091"/>
                  </a:lnTo>
                  <a:lnTo>
                    <a:pt x="2782834" y="2086722"/>
                  </a:lnTo>
                  <a:lnTo>
                    <a:pt x="2783021" y="2090353"/>
                  </a:lnTo>
                  <a:lnTo>
                    <a:pt x="2783207" y="2094000"/>
                  </a:lnTo>
                  <a:lnTo>
                    <a:pt x="2783394" y="2097953"/>
                  </a:lnTo>
                  <a:lnTo>
                    <a:pt x="2783581" y="2102912"/>
                  </a:lnTo>
                  <a:lnTo>
                    <a:pt x="2783768" y="2108515"/>
                  </a:lnTo>
                  <a:lnTo>
                    <a:pt x="2783955" y="2114605"/>
                  </a:lnTo>
                  <a:lnTo>
                    <a:pt x="2784142" y="2120959"/>
                  </a:lnTo>
                  <a:lnTo>
                    <a:pt x="2784329" y="2127536"/>
                  </a:lnTo>
                  <a:lnTo>
                    <a:pt x="2784516" y="2134162"/>
                  </a:lnTo>
                  <a:lnTo>
                    <a:pt x="2784703" y="2140648"/>
                  </a:lnTo>
                  <a:lnTo>
                    <a:pt x="2784890" y="2146705"/>
                  </a:lnTo>
                  <a:lnTo>
                    <a:pt x="2785077" y="2152522"/>
                  </a:lnTo>
                  <a:lnTo>
                    <a:pt x="2785264" y="2158092"/>
                  </a:lnTo>
                  <a:lnTo>
                    <a:pt x="2785451" y="2163877"/>
                  </a:lnTo>
                  <a:lnTo>
                    <a:pt x="2785637" y="2170156"/>
                  </a:lnTo>
                  <a:lnTo>
                    <a:pt x="2785824" y="2176733"/>
                  </a:lnTo>
                  <a:lnTo>
                    <a:pt x="2786011" y="2183277"/>
                  </a:lnTo>
                  <a:lnTo>
                    <a:pt x="2786198" y="2189497"/>
                  </a:lnTo>
                  <a:lnTo>
                    <a:pt x="2786385" y="2194761"/>
                  </a:lnTo>
                  <a:lnTo>
                    <a:pt x="2786572" y="2199290"/>
                  </a:lnTo>
                  <a:lnTo>
                    <a:pt x="2786759" y="2203830"/>
                  </a:lnTo>
                  <a:lnTo>
                    <a:pt x="2786946" y="2208478"/>
                  </a:lnTo>
                  <a:lnTo>
                    <a:pt x="2787133" y="2213026"/>
                  </a:lnTo>
                  <a:lnTo>
                    <a:pt x="2787320" y="2217603"/>
                  </a:lnTo>
                  <a:lnTo>
                    <a:pt x="2787507" y="2221983"/>
                  </a:lnTo>
                  <a:lnTo>
                    <a:pt x="2787694" y="2225865"/>
                  </a:lnTo>
                  <a:lnTo>
                    <a:pt x="2787880" y="2229328"/>
                  </a:lnTo>
                  <a:lnTo>
                    <a:pt x="2788067" y="2232437"/>
                  </a:lnTo>
                  <a:lnTo>
                    <a:pt x="2788254" y="2235596"/>
                  </a:lnTo>
                  <a:lnTo>
                    <a:pt x="2788441" y="2239109"/>
                  </a:lnTo>
                  <a:lnTo>
                    <a:pt x="2788628" y="2242800"/>
                  </a:lnTo>
                  <a:lnTo>
                    <a:pt x="2788815" y="2246533"/>
                  </a:lnTo>
                  <a:lnTo>
                    <a:pt x="2789002" y="2250417"/>
                  </a:lnTo>
                  <a:lnTo>
                    <a:pt x="2789189" y="2254286"/>
                  </a:lnTo>
                  <a:lnTo>
                    <a:pt x="2789376" y="2258225"/>
                  </a:lnTo>
                  <a:lnTo>
                    <a:pt x="2789563" y="2261518"/>
                  </a:lnTo>
                  <a:lnTo>
                    <a:pt x="2789750" y="2264794"/>
                  </a:lnTo>
                  <a:lnTo>
                    <a:pt x="2789937" y="2268020"/>
                  </a:lnTo>
                  <a:lnTo>
                    <a:pt x="2790124" y="2271371"/>
                  </a:lnTo>
                  <a:lnTo>
                    <a:pt x="2790310" y="2274944"/>
                  </a:lnTo>
                  <a:lnTo>
                    <a:pt x="2790497" y="2278706"/>
                  </a:lnTo>
                  <a:lnTo>
                    <a:pt x="2790684" y="2282502"/>
                  </a:lnTo>
                  <a:lnTo>
                    <a:pt x="2790871" y="2286480"/>
                  </a:lnTo>
                  <a:lnTo>
                    <a:pt x="2791058" y="2290127"/>
                  </a:lnTo>
                  <a:lnTo>
                    <a:pt x="2791245" y="2293040"/>
                  </a:lnTo>
                  <a:lnTo>
                    <a:pt x="2791432" y="2295491"/>
                  </a:lnTo>
                  <a:lnTo>
                    <a:pt x="2791619" y="2297876"/>
                  </a:lnTo>
                  <a:lnTo>
                    <a:pt x="2791806" y="2300178"/>
                  </a:lnTo>
                  <a:lnTo>
                    <a:pt x="2791993" y="2302447"/>
                  </a:lnTo>
                  <a:lnTo>
                    <a:pt x="2792180" y="2304295"/>
                  </a:lnTo>
                  <a:lnTo>
                    <a:pt x="2792367" y="2305929"/>
                  </a:lnTo>
                  <a:lnTo>
                    <a:pt x="2792553" y="2307291"/>
                  </a:lnTo>
                  <a:lnTo>
                    <a:pt x="2792740" y="2308636"/>
                  </a:lnTo>
                  <a:lnTo>
                    <a:pt x="2792927" y="2309865"/>
                  </a:lnTo>
                  <a:lnTo>
                    <a:pt x="2793114" y="2311029"/>
                  </a:lnTo>
                  <a:lnTo>
                    <a:pt x="2793301" y="2312349"/>
                  </a:lnTo>
                  <a:lnTo>
                    <a:pt x="2793488" y="2313562"/>
                  </a:lnTo>
                  <a:lnTo>
                    <a:pt x="2793675" y="2314363"/>
                  </a:lnTo>
                  <a:lnTo>
                    <a:pt x="2793862" y="2315114"/>
                  </a:lnTo>
                  <a:lnTo>
                    <a:pt x="2794049" y="2316046"/>
                  </a:lnTo>
                  <a:lnTo>
                    <a:pt x="2794236" y="2317111"/>
                  </a:lnTo>
                  <a:lnTo>
                    <a:pt x="2794423" y="2318373"/>
                  </a:lnTo>
                  <a:lnTo>
                    <a:pt x="2794610" y="2319702"/>
                  </a:lnTo>
                  <a:lnTo>
                    <a:pt x="2794797" y="2321038"/>
                  </a:lnTo>
                  <a:lnTo>
                    <a:pt x="2794983" y="2322722"/>
                  </a:lnTo>
                  <a:lnTo>
                    <a:pt x="2795170" y="2324032"/>
                  </a:lnTo>
                  <a:lnTo>
                    <a:pt x="2795357" y="2325278"/>
                  </a:lnTo>
                  <a:lnTo>
                    <a:pt x="2795544" y="2326475"/>
                  </a:lnTo>
                  <a:lnTo>
                    <a:pt x="2795731" y="2327534"/>
                  </a:lnTo>
                  <a:lnTo>
                    <a:pt x="2795918" y="2328532"/>
                  </a:lnTo>
                  <a:lnTo>
                    <a:pt x="2796105" y="2329548"/>
                  </a:lnTo>
                  <a:lnTo>
                    <a:pt x="2796292" y="2330713"/>
                  </a:lnTo>
                  <a:lnTo>
                    <a:pt x="2796479" y="2332209"/>
                  </a:lnTo>
                  <a:lnTo>
                    <a:pt x="2796666" y="2333778"/>
                  </a:lnTo>
                  <a:lnTo>
                    <a:pt x="2796853" y="2335274"/>
                  </a:lnTo>
                  <a:lnTo>
                    <a:pt x="2797040" y="2336740"/>
                  </a:lnTo>
                  <a:lnTo>
                    <a:pt x="2797227" y="2338284"/>
                  </a:lnTo>
                  <a:lnTo>
                    <a:pt x="2797413" y="2339835"/>
                  </a:lnTo>
                  <a:lnTo>
                    <a:pt x="2797600" y="2341589"/>
                  </a:lnTo>
                  <a:lnTo>
                    <a:pt x="2797787" y="2343476"/>
                  </a:lnTo>
                  <a:lnTo>
                    <a:pt x="2797974" y="2345341"/>
                  </a:lnTo>
                  <a:lnTo>
                    <a:pt x="2798161" y="2347178"/>
                  </a:lnTo>
                  <a:lnTo>
                    <a:pt x="2798348" y="2348880"/>
                  </a:lnTo>
                  <a:lnTo>
                    <a:pt x="2798535" y="2351430"/>
                  </a:lnTo>
                  <a:lnTo>
                    <a:pt x="2798722" y="2353889"/>
                  </a:lnTo>
                  <a:lnTo>
                    <a:pt x="2798909" y="2356117"/>
                  </a:lnTo>
                  <a:lnTo>
                    <a:pt x="2799096" y="2358246"/>
                  </a:lnTo>
                  <a:lnTo>
                    <a:pt x="2799283" y="2360095"/>
                  </a:lnTo>
                  <a:lnTo>
                    <a:pt x="2799470" y="2361704"/>
                  </a:lnTo>
                  <a:lnTo>
                    <a:pt x="2799656" y="2363115"/>
                  </a:lnTo>
                  <a:lnTo>
                    <a:pt x="2799843" y="2364278"/>
                  </a:lnTo>
                  <a:lnTo>
                    <a:pt x="2800030" y="2365153"/>
                  </a:lnTo>
                  <a:lnTo>
                    <a:pt x="2800217" y="2365937"/>
                  </a:lnTo>
                  <a:lnTo>
                    <a:pt x="2800404" y="2366440"/>
                  </a:lnTo>
                  <a:lnTo>
                    <a:pt x="2800591" y="2366721"/>
                  </a:lnTo>
                  <a:lnTo>
                    <a:pt x="2800778" y="2366713"/>
                  </a:lnTo>
                  <a:lnTo>
                    <a:pt x="2800965" y="2366605"/>
                  </a:lnTo>
                  <a:lnTo>
                    <a:pt x="2801152" y="2366605"/>
                  </a:lnTo>
                  <a:lnTo>
                    <a:pt x="2801339" y="2366515"/>
                  </a:lnTo>
                  <a:lnTo>
                    <a:pt x="2801526" y="2366350"/>
                  </a:lnTo>
                  <a:lnTo>
                    <a:pt x="2801713" y="2366209"/>
                  </a:lnTo>
                  <a:lnTo>
                    <a:pt x="2801900" y="2366143"/>
                  </a:lnTo>
                  <a:lnTo>
                    <a:pt x="2802086" y="2366077"/>
                  </a:lnTo>
                  <a:lnTo>
                    <a:pt x="2802273" y="2366077"/>
                  </a:lnTo>
                  <a:lnTo>
                    <a:pt x="2802460" y="2366408"/>
                  </a:lnTo>
                  <a:lnTo>
                    <a:pt x="2802647" y="2366920"/>
                  </a:lnTo>
                  <a:lnTo>
                    <a:pt x="2802834" y="2367443"/>
                  </a:lnTo>
                  <a:lnTo>
                    <a:pt x="2803021" y="2367745"/>
                  </a:lnTo>
                  <a:lnTo>
                    <a:pt x="2803208" y="2368028"/>
                  </a:lnTo>
                  <a:lnTo>
                    <a:pt x="2803395" y="2368016"/>
                  </a:lnTo>
                  <a:lnTo>
                    <a:pt x="2803582" y="2367809"/>
                  </a:lnTo>
                  <a:lnTo>
                    <a:pt x="2803769" y="2367687"/>
                  </a:lnTo>
                  <a:lnTo>
                    <a:pt x="2803956" y="2367450"/>
                  </a:lnTo>
                  <a:lnTo>
                    <a:pt x="2804143" y="2367274"/>
                  </a:lnTo>
                  <a:lnTo>
                    <a:pt x="2804330" y="2367151"/>
                  </a:lnTo>
                  <a:lnTo>
                    <a:pt x="2804516" y="2367004"/>
                  </a:lnTo>
                  <a:lnTo>
                    <a:pt x="2804703" y="2366717"/>
                  </a:lnTo>
                  <a:lnTo>
                    <a:pt x="2804890" y="2366388"/>
                  </a:lnTo>
                  <a:lnTo>
                    <a:pt x="2805077" y="2366101"/>
                  </a:lnTo>
                  <a:lnTo>
                    <a:pt x="2805264" y="2365805"/>
                  </a:lnTo>
                  <a:lnTo>
                    <a:pt x="2805451" y="2365426"/>
                  </a:lnTo>
                  <a:lnTo>
                    <a:pt x="2805638" y="2364601"/>
                  </a:lnTo>
                  <a:lnTo>
                    <a:pt x="2805825" y="2363821"/>
                  </a:lnTo>
                  <a:lnTo>
                    <a:pt x="2806012" y="2363037"/>
                  </a:lnTo>
                  <a:lnTo>
                    <a:pt x="2806199" y="2362537"/>
                  </a:lnTo>
                  <a:lnTo>
                    <a:pt x="2806386" y="2362464"/>
                  </a:lnTo>
                  <a:lnTo>
                    <a:pt x="2806573" y="2362390"/>
                  </a:lnTo>
                  <a:lnTo>
                    <a:pt x="2806759" y="2362474"/>
                  </a:lnTo>
                  <a:lnTo>
                    <a:pt x="2806946" y="2362566"/>
                  </a:lnTo>
                  <a:lnTo>
                    <a:pt x="2807133" y="2362693"/>
                  </a:lnTo>
                  <a:lnTo>
                    <a:pt x="2807320" y="2363153"/>
                  </a:lnTo>
                  <a:lnTo>
                    <a:pt x="2807507" y="2363589"/>
                  </a:lnTo>
                  <a:lnTo>
                    <a:pt x="2807694" y="2363848"/>
                  </a:lnTo>
                  <a:lnTo>
                    <a:pt x="2807881" y="2363968"/>
                  </a:lnTo>
                  <a:lnTo>
                    <a:pt x="2808068" y="2364088"/>
                  </a:lnTo>
                  <a:lnTo>
                    <a:pt x="2808255" y="2364209"/>
                  </a:lnTo>
                  <a:lnTo>
                    <a:pt x="2808442" y="2364329"/>
                  </a:lnTo>
                  <a:lnTo>
                    <a:pt x="2808629" y="2364456"/>
                  </a:lnTo>
                  <a:lnTo>
                    <a:pt x="2808816" y="2364612"/>
                  </a:lnTo>
                  <a:lnTo>
                    <a:pt x="2809003" y="2364713"/>
                  </a:lnTo>
                  <a:lnTo>
                    <a:pt x="2809189" y="2364951"/>
                  </a:lnTo>
                  <a:lnTo>
                    <a:pt x="2809376" y="2365190"/>
                  </a:lnTo>
                  <a:lnTo>
                    <a:pt x="2809563" y="2365428"/>
                  </a:lnTo>
                  <a:lnTo>
                    <a:pt x="2809750" y="2365666"/>
                  </a:lnTo>
                  <a:lnTo>
                    <a:pt x="2809937" y="2365855"/>
                  </a:lnTo>
                  <a:lnTo>
                    <a:pt x="2810124" y="2365862"/>
                  </a:lnTo>
                  <a:lnTo>
                    <a:pt x="2810311" y="2366045"/>
                  </a:lnTo>
                  <a:lnTo>
                    <a:pt x="2810498" y="2366343"/>
                  </a:lnTo>
                  <a:lnTo>
                    <a:pt x="2810685" y="2366508"/>
                  </a:lnTo>
                  <a:lnTo>
                    <a:pt x="2810872" y="2366673"/>
                  </a:lnTo>
                  <a:lnTo>
                    <a:pt x="2811059" y="2366838"/>
                  </a:lnTo>
                  <a:lnTo>
                    <a:pt x="2811246" y="2367036"/>
                  </a:lnTo>
                  <a:lnTo>
                    <a:pt x="2811432" y="2367366"/>
                  </a:lnTo>
                  <a:lnTo>
                    <a:pt x="2811619" y="2367696"/>
                  </a:lnTo>
                  <a:lnTo>
                    <a:pt x="2811806" y="2368026"/>
                  </a:lnTo>
                  <a:lnTo>
                    <a:pt x="2811993" y="2368604"/>
                  </a:lnTo>
                  <a:lnTo>
                    <a:pt x="2812180" y="2369338"/>
                  </a:lnTo>
                  <a:lnTo>
                    <a:pt x="2812367" y="2370163"/>
                  </a:lnTo>
                  <a:lnTo>
                    <a:pt x="2812554" y="2370988"/>
                  </a:lnTo>
                  <a:lnTo>
                    <a:pt x="2812741" y="2371962"/>
                  </a:lnTo>
                  <a:lnTo>
                    <a:pt x="2812928" y="2372952"/>
                  </a:lnTo>
                  <a:lnTo>
                    <a:pt x="2813115" y="2373910"/>
                  </a:lnTo>
                  <a:lnTo>
                    <a:pt x="2813302" y="2374900"/>
                  </a:lnTo>
                  <a:lnTo>
                    <a:pt x="2813489" y="2375890"/>
                  </a:lnTo>
                  <a:lnTo>
                    <a:pt x="2813676" y="2377070"/>
                  </a:lnTo>
                  <a:lnTo>
                    <a:pt x="2813862" y="2378407"/>
                  </a:lnTo>
                  <a:lnTo>
                    <a:pt x="2814049" y="2379859"/>
                  </a:lnTo>
                  <a:lnTo>
                    <a:pt x="2814236" y="2381427"/>
                  </a:lnTo>
                  <a:lnTo>
                    <a:pt x="2814423" y="2383242"/>
                  </a:lnTo>
                  <a:lnTo>
                    <a:pt x="2814610" y="2385058"/>
                  </a:lnTo>
                  <a:lnTo>
                    <a:pt x="2814797" y="2386758"/>
                  </a:lnTo>
                  <a:lnTo>
                    <a:pt x="2814984" y="2388359"/>
                  </a:lnTo>
                  <a:lnTo>
                    <a:pt x="2815171" y="2390009"/>
                  </a:lnTo>
                  <a:lnTo>
                    <a:pt x="2815358" y="2391659"/>
                  </a:lnTo>
                  <a:lnTo>
                    <a:pt x="2815545" y="2393161"/>
                  </a:lnTo>
                  <a:lnTo>
                    <a:pt x="2815732" y="2394646"/>
                  </a:lnTo>
                  <a:lnTo>
                    <a:pt x="2815919" y="2396000"/>
                  </a:lnTo>
                  <a:lnTo>
                    <a:pt x="2816106" y="2397320"/>
                  </a:lnTo>
                  <a:lnTo>
                    <a:pt x="2816292" y="2398640"/>
                  </a:lnTo>
                  <a:lnTo>
                    <a:pt x="2816479" y="2399771"/>
                  </a:lnTo>
                  <a:lnTo>
                    <a:pt x="2816666" y="2400745"/>
                  </a:lnTo>
                  <a:lnTo>
                    <a:pt x="2816853" y="2401570"/>
                  </a:lnTo>
                  <a:lnTo>
                    <a:pt x="2817040" y="2402147"/>
                  </a:lnTo>
                  <a:lnTo>
                    <a:pt x="2817227" y="2402444"/>
                  </a:lnTo>
                  <a:lnTo>
                    <a:pt x="2817414" y="2402609"/>
                  </a:lnTo>
                  <a:lnTo>
                    <a:pt x="2817601" y="2402642"/>
                  </a:lnTo>
                  <a:lnTo>
                    <a:pt x="2817788" y="2402758"/>
                  </a:lnTo>
                  <a:lnTo>
                    <a:pt x="2817975" y="2402758"/>
                  </a:lnTo>
                  <a:lnTo>
                    <a:pt x="2818162" y="2402758"/>
                  </a:lnTo>
                  <a:lnTo>
                    <a:pt x="2818349" y="2402758"/>
                  </a:lnTo>
                  <a:lnTo>
                    <a:pt x="2818535" y="2402758"/>
                  </a:lnTo>
                  <a:lnTo>
                    <a:pt x="2818722" y="2402898"/>
                  </a:lnTo>
                  <a:lnTo>
                    <a:pt x="2818909" y="2403154"/>
                  </a:lnTo>
                  <a:lnTo>
                    <a:pt x="2819096" y="2403616"/>
                  </a:lnTo>
                  <a:lnTo>
                    <a:pt x="2819283" y="2404276"/>
                  </a:lnTo>
                  <a:lnTo>
                    <a:pt x="2819470" y="2405069"/>
                  </a:lnTo>
                  <a:lnTo>
                    <a:pt x="2819657" y="2405894"/>
                  </a:lnTo>
                  <a:lnTo>
                    <a:pt x="2819844" y="2406719"/>
                  </a:lnTo>
                  <a:lnTo>
                    <a:pt x="2820031" y="2407577"/>
                  </a:lnTo>
                  <a:lnTo>
                    <a:pt x="2820218" y="2408567"/>
                  </a:lnTo>
                  <a:lnTo>
                    <a:pt x="2820405" y="2409558"/>
                  </a:lnTo>
                  <a:lnTo>
                    <a:pt x="2820592" y="2410407"/>
                  </a:lnTo>
                  <a:lnTo>
                    <a:pt x="2820779" y="2411233"/>
                  </a:lnTo>
                  <a:lnTo>
                    <a:pt x="2820965" y="2412058"/>
                  </a:lnTo>
                  <a:lnTo>
                    <a:pt x="2821152" y="2412883"/>
                  </a:lnTo>
                  <a:lnTo>
                    <a:pt x="2821339" y="2413708"/>
                  </a:lnTo>
                  <a:lnTo>
                    <a:pt x="2821526" y="2414476"/>
                  </a:lnTo>
                  <a:lnTo>
                    <a:pt x="2821713" y="2415210"/>
                  </a:lnTo>
                  <a:lnTo>
                    <a:pt x="2821900" y="2415845"/>
                  </a:lnTo>
                  <a:lnTo>
                    <a:pt x="2822087" y="2416341"/>
                  </a:lnTo>
                  <a:lnTo>
                    <a:pt x="2822274" y="2416761"/>
                  </a:lnTo>
                  <a:lnTo>
                    <a:pt x="2822461" y="2417124"/>
                  </a:lnTo>
                  <a:lnTo>
                    <a:pt x="2822648" y="2417289"/>
                  </a:lnTo>
                  <a:lnTo>
                    <a:pt x="2822835" y="2417331"/>
                  </a:lnTo>
                  <a:lnTo>
                    <a:pt x="2823022" y="2417331"/>
                  </a:lnTo>
                  <a:lnTo>
                    <a:pt x="2823209" y="2417347"/>
                  </a:lnTo>
                  <a:lnTo>
                    <a:pt x="2823395" y="2417554"/>
                  </a:lnTo>
                  <a:lnTo>
                    <a:pt x="2823582" y="2417473"/>
                  </a:lnTo>
                  <a:lnTo>
                    <a:pt x="2823769" y="2417844"/>
                  </a:lnTo>
                  <a:lnTo>
                    <a:pt x="2823956" y="2418098"/>
                  </a:lnTo>
                  <a:lnTo>
                    <a:pt x="2824143" y="2418122"/>
                  </a:lnTo>
                  <a:lnTo>
                    <a:pt x="2824330" y="2418164"/>
                  </a:lnTo>
                  <a:lnTo>
                    <a:pt x="2824517" y="2417930"/>
                  </a:lnTo>
                  <a:lnTo>
                    <a:pt x="2824704" y="2417611"/>
                  </a:lnTo>
                  <a:lnTo>
                    <a:pt x="2824891" y="2417251"/>
                  </a:lnTo>
                  <a:lnTo>
                    <a:pt x="2825078" y="2416950"/>
                  </a:lnTo>
                  <a:lnTo>
                    <a:pt x="2825265" y="2416686"/>
                  </a:lnTo>
                  <a:lnTo>
                    <a:pt x="2825452" y="2416565"/>
                  </a:lnTo>
                  <a:lnTo>
                    <a:pt x="2825638" y="2416535"/>
                  </a:lnTo>
                  <a:lnTo>
                    <a:pt x="2825825" y="2416535"/>
                  </a:lnTo>
                  <a:lnTo>
                    <a:pt x="2826012" y="2416571"/>
                  </a:lnTo>
                  <a:lnTo>
                    <a:pt x="2826199" y="2416541"/>
                  </a:lnTo>
                  <a:lnTo>
                    <a:pt x="2826386" y="2416451"/>
                  </a:lnTo>
                  <a:lnTo>
                    <a:pt x="2826573" y="2416204"/>
                  </a:lnTo>
                  <a:lnTo>
                    <a:pt x="2826760" y="2416103"/>
                  </a:lnTo>
                  <a:lnTo>
                    <a:pt x="2826947" y="2416235"/>
                  </a:lnTo>
                  <a:lnTo>
                    <a:pt x="2827134" y="2416259"/>
                  </a:lnTo>
                  <a:lnTo>
                    <a:pt x="2827321" y="2416581"/>
                  </a:lnTo>
                  <a:lnTo>
                    <a:pt x="2827508" y="2416911"/>
                  </a:lnTo>
                  <a:lnTo>
                    <a:pt x="2827695" y="2417241"/>
                  </a:lnTo>
                  <a:lnTo>
                    <a:pt x="2827882" y="2417489"/>
                  </a:lnTo>
                  <a:lnTo>
                    <a:pt x="2828068" y="2417819"/>
                  </a:lnTo>
                  <a:lnTo>
                    <a:pt x="2828255" y="2418149"/>
                  </a:lnTo>
                  <a:lnTo>
                    <a:pt x="2828442" y="2418479"/>
                  </a:lnTo>
                  <a:lnTo>
                    <a:pt x="2828629" y="2418809"/>
                  </a:lnTo>
                  <a:lnTo>
                    <a:pt x="2828816" y="2419073"/>
                  </a:lnTo>
                  <a:lnTo>
                    <a:pt x="2829003" y="2419263"/>
                  </a:lnTo>
                  <a:lnTo>
                    <a:pt x="2829190" y="2419593"/>
                  </a:lnTo>
                  <a:lnTo>
                    <a:pt x="2829377" y="2419940"/>
                  </a:lnTo>
                  <a:lnTo>
                    <a:pt x="2829564" y="2420435"/>
                  </a:lnTo>
                  <a:lnTo>
                    <a:pt x="2829751" y="2420930"/>
                  </a:lnTo>
                  <a:lnTo>
                    <a:pt x="2829938" y="2421425"/>
                  </a:lnTo>
                  <a:lnTo>
                    <a:pt x="2830125" y="2421920"/>
                  </a:lnTo>
                  <a:lnTo>
                    <a:pt x="2830311" y="2422415"/>
                  </a:lnTo>
                  <a:lnTo>
                    <a:pt x="2830498" y="2422910"/>
                  </a:lnTo>
                  <a:lnTo>
                    <a:pt x="2830685" y="2423348"/>
                  </a:lnTo>
                  <a:lnTo>
                    <a:pt x="2830872" y="2423917"/>
                  </a:lnTo>
                  <a:lnTo>
                    <a:pt x="2831059" y="2424577"/>
                  </a:lnTo>
                  <a:lnTo>
                    <a:pt x="2831246" y="2425237"/>
                  </a:lnTo>
                  <a:lnTo>
                    <a:pt x="2831433" y="2425898"/>
                  </a:lnTo>
                  <a:lnTo>
                    <a:pt x="2831620" y="2426558"/>
                  </a:lnTo>
                  <a:lnTo>
                    <a:pt x="2831807" y="2427193"/>
                  </a:lnTo>
                  <a:lnTo>
                    <a:pt x="2831994" y="2427688"/>
                  </a:lnTo>
                  <a:lnTo>
                    <a:pt x="2832181" y="2428167"/>
                  </a:lnTo>
                  <a:lnTo>
                    <a:pt x="2832368" y="2428497"/>
                  </a:lnTo>
                  <a:lnTo>
                    <a:pt x="2832555" y="2428827"/>
                  </a:lnTo>
                  <a:lnTo>
                    <a:pt x="2832741" y="2429198"/>
                  </a:lnTo>
                  <a:lnTo>
                    <a:pt x="2832928" y="2429768"/>
                  </a:lnTo>
                  <a:lnTo>
                    <a:pt x="2833115" y="2430543"/>
                  </a:lnTo>
                  <a:lnTo>
                    <a:pt x="2833302" y="2431369"/>
                  </a:lnTo>
                  <a:lnTo>
                    <a:pt x="2833489" y="2432194"/>
                  </a:lnTo>
                  <a:lnTo>
                    <a:pt x="2833676" y="2432780"/>
                  </a:lnTo>
                  <a:lnTo>
                    <a:pt x="2833863" y="2433275"/>
                  </a:lnTo>
                  <a:lnTo>
                    <a:pt x="2834050" y="2433770"/>
                  </a:lnTo>
                  <a:lnTo>
                    <a:pt x="2834237" y="2434265"/>
                  </a:lnTo>
                  <a:lnTo>
                    <a:pt x="2834424" y="2434760"/>
                  </a:lnTo>
                  <a:lnTo>
                    <a:pt x="2834611" y="2435255"/>
                  </a:lnTo>
                  <a:lnTo>
                    <a:pt x="2834798" y="2435750"/>
                  </a:lnTo>
                  <a:lnTo>
                    <a:pt x="2834985" y="2436245"/>
                  </a:lnTo>
                  <a:lnTo>
                    <a:pt x="2835171" y="2436740"/>
                  </a:lnTo>
                  <a:lnTo>
                    <a:pt x="2835358" y="2437236"/>
                  </a:lnTo>
                  <a:lnTo>
                    <a:pt x="2835545" y="2437706"/>
                  </a:lnTo>
                  <a:lnTo>
                    <a:pt x="2835732" y="2437797"/>
                  </a:lnTo>
                  <a:lnTo>
                    <a:pt x="2835919" y="2437681"/>
                  </a:lnTo>
                  <a:lnTo>
                    <a:pt x="2836106" y="2437516"/>
                  </a:lnTo>
                  <a:lnTo>
                    <a:pt x="2836293" y="2437351"/>
                  </a:lnTo>
                  <a:lnTo>
                    <a:pt x="2836480" y="2437186"/>
                  </a:lnTo>
                  <a:lnTo>
                    <a:pt x="2836667" y="2436872"/>
                  </a:lnTo>
                  <a:lnTo>
                    <a:pt x="2836854" y="2436377"/>
                  </a:lnTo>
                  <a:lnTo>
                    <a:pt x="2837041" y="2435767"/>
                  </a:lnTo>
                  <a:lnTo>
                    <a:pt x="2837228" y="2435173"/>
                  </a:lnTo>
                  <a:lnTo>
                    <a:pt x="2837414" y="2434430"/>
                  </a:lnTo>
                  <a:lnTo>
                    <a:pt x="2837601" y="2433605"/>
                  </a:lnTo>
                  <a:lnTo>
                    <a:pt x="2837788" y="2433263"/>
                  </a:lnTo>
                  <a:lnTo>
                    <a:pt x="2837975" y="2432824"/>
                  </a:lnTo>
                  <a:lnTo>
                    <a:pt x="2838162" y="2432312"/>
                  </a:lnTo>
                  <a:lnTo>
                    <a:pt x="2838349" y="2431816"/>
                  </a:lnTo>
                  <a:lnTo>
                    <a:pt x="2838536" y="2431333"/>
                  </a:lnTo>
                  <a:lnTo>
                    <a:pt x="2838723" y="2430941"/>
                  </a:lnTo>
                  <a:lnTo>
                    <a:pt x="2838910" y="2430545"/>
                  </a:lnTo>
                  <a:lnTo>
                    <a:pt x="2839097" y="2430107"/>
                  </a:lnTo>
                  <a:lnTo>
                    <a:pt x="2839284" y="2429668"/>
                  </a:lnTo>
                  <a:lnTo>
                    <a:pt x="2839471" y="2429338"/>
                  </a:lnTo>
                  <a:lnTo>
                    <a:pt x="2839658" y="2429050"/>
                  </a:lnTo>
                  <a:lnTo>
                    <a:pt x="2839844" y="2428372"/>
                  </a:lnTo>
                  <a:lnTo>
                    <a:pt x="2840031" y="2427608"/>
                  </a:lnTo>
                  <a:lnTo>
                    <a:pt x="2840218" y="2426946"/>
                  </a:lnTo>
                  <a:lnTo>
                    <a:pt x="2840405" y="2426568"/>
                  </a:lnTo>
                  <a:lnTo>
                    <a:pt x="2840592" y="2426162"/>
                  </a:lnTo>
                  <a:lnTo>
                    <a:pt x="2840779" y="2425917"/>
                  </a:lnTo>
                  <a:lnTo>
                    <a:pt x="2840966" y="2425571"/>
                  </a:lnTo>
                  <a:lnTo>
                    <a:pt x="2841153" y="2425240"/>
                  </a:lnTo>
                  <a:lnTo>
                    <a:pt x="2841340" y="2425146"/>
                  </a:lnTo>
                  <a:lnTo>
                    <a:pt x="2841527" y="2424992"/>
                  </a:lnTo>
                  <a:lnTo>
                    <a:pt x="2841714" y="2424892"/>
                  </a:lnTo>
                  <a:lnTo>
                    <a:pt x="2841901" y="2424849"/>
                  </a:lnTo>
                  <a:lnTo>
                    <a:pt x="2842087" y="2424807"/>
                  </a:lnTo>
                  <a:lnTo>
                    <a:pt x="2842274" y="2424764"/>
                  </a:lnTo>
                  <a:lnTo>
                    <a:pt x="2842461" y="2424845"/>
                  </a:lnTo>
                  <a:lnTo>
                    <a:pt x="2842648" y="2425132"/>
                  </a:lnTo>
                  <a:lnTo>
                    <a:pt x="2842835" y="2425512"/>
                  </a:lnTo>
                  <a:lnTo>
                    <a:pt x="2843022" y="2426337"/>
                  </a:lnTo>
                  <a:lnTo>
                    <a:pt x="2843209" y="2426857"/>
                  </a:lnTo>
                  <a:lnTo>
                    <a:pt x="2843396" y="2427401"/>
                  </a:lnTo>
                  <a:lnTo>
                    <a:pt x="2843583" y="2427872"/>
                  </a:lnTo>
                  <a:lnTo>
                    <a:pt x="2843770" y="2428037"/>
                  </a:lnTo>
                  <a:lnTo>
                    <a:pt x="2843957" y="2428202"/>
                  </a:lnTo>
                  <a:lnTo>
                    <a:pt x="2844144" y="2428210"/>
                  </a:lnTo>
                  <a:lnTo>
                    <a:pt x="2844331" y="2428210"/>
                  </a:lnTo>
                  <a:lnTo>
                    <a:pt x="2844517" y="2428210"/>
                  </a:lnTo>
                  <a:lnTo>
                    <a:pt x="2844704" y="2427987"/>
                  </a:lnTo>
                  <a:lnTo>
                    <a:pt x="2844891" y="2427882"/>
                  </a:lnTo>
                  <a:lnTo>
                    <a:pt x="2845078" y="2427914"/>
                  </a:lnTo>
                  <a:lnTo>
                    <a:pt x="2845265" y="2428006"/>
                  </a:lnTo>
                  <a:lnTo>
                    <a:pt x="2845452" y="2427982"/>
                  </a:lnTo>
                  <a:lnTo>
                    <a:pt x="2845639" y="2427744"/>
                  </a:lnTo>
                  <a:lnTo>
                    <a:pt x="2845826" y="2427506"/>
                  </a:lnTo>
                  <a:lnTo>
                    <a:pt x="2846013" y="2427267"/>
                  </a:lnTo>
                  <a:lnTo>
                    <a:pt x="2846200" y="2427029"/>
                  </a:lnTo>
                  <a:lnTo>
                    <a:pt x="2846387" y="2426791"/>
                  </a:lnTo>
                  <a:lnTo>
                    <a:pt x="2846574" y="2426454"/>
                  </a:lnTo>
                  <a:lnTo>
                    <a:pt x="2846761" y="2426050"/>
                  </a:lnTo>
                  <a:lnTo>
                    <a:pt x="2846947" y="2425630"/>
                  </a:lnTo>
                  <a:lnTo>
                    <a:pt x="2847134" y="2425062"/>
                  </a:lnTo>
                  <a:lnTo>
                    <a:pt x="2847321" y="2424494"/>
                  </a:lnTo>
                  <a:lnTo>
                    <a:pt x="2847508" y="2423876"/>
                  </a:lnTo>
                  <a:lnTo>
                    <a:pt x="2847695" y="2423033"/>
                  </a:lnTo>
                  <a:lnTo>
                    <a:pt x="2847882" y="2422075"/>
                  </a:lnTo>
                  <a:lnTo>
                    <a:pt x="2848069" y="2421068"/>
                  </a:lnTo>
                  <a:lnTo>
                    <a:pt x="2848256" y="2419798"/>
                  </a:lnTo>
                  <a:lnTo>
                    <a:pt x="2848443" y="2418585"/>
                  </a:lnTo>
                  <a:lnTo>
                    <a:pt x="2848630" y="2417173"/>
                  </a:lnTo>
                  <a:lnTo>
                    <a:pt x="2848817" y="2415540"/>
                  </a:lnTo>
                  <a:lnTo>
                    <a:pt x="2849004" y="2413889"/>
                  </a:lnTo>
                  <a:lnTo>
                    <a:pt x="2849190" y="2412239"/>
                  </a:lnTo>
                  <a:lnTo>
                    <a:pt x="2849377" y="2410688"/>
                  </a:lnTo>
                  <a:lnTo>
                    <a:pt x="2849564" y="2409177"/>
                  </a:lnTo>
                  <a:lnTo>
                    <a:pt x="2849751" y="2407544"/>
                  </a:lnTo>
                  <a:lnTo>
                    <a:pt x="2849938" y="2406050"/>
                  </a:lnTo>
                  <a:lnTo>
                    <a:pt x="2850125" y="2404334"/>
                  </a:lnTo>
                  <a:lnTo>
                    <a:pt x="2850312" y="2402601"/>
                  </a:lnTo>
                  <a:lnTo>
                    <a:pt x="2850499" y="2400868"/>
                  </a:lnTo>
                  <a:lnTo>
                    <a:pt x="2850686" y="2399052"/>
                  </a:lnTo>
                  <a:lnTo>
                    <a:pt x="2850873" y="2397419"/>
                  </a:lnTo>
                  <a:lnTo>
                    <a:pt x="2851060" y="2396032"/>
                  </a:lnTo>
                  <a:lnTo>
                    <a:pt x="2851247" y="2394605"/>
                  </a:lnTo>
                  <a:lnTo>
                    <a:pt x="2851434" y="2393350"/>
                  </a:lnTo>
                  <a:lnTo>
                    <a:pt x="2851620" y="2392005"/>
                  </a:lnTo>
                  <a:lnTo>
                    <a:pt x="2851807" y="2390438"/>
                  </a:lnTo>
                  <a:lnTo>
                    <a:pt x="2851994" y="2388614"/>
                  </a:lnTo>
                  <a:lnTo>
                    <a:pt x="2852181" y="2386633"/>
                  </a:lnTo>
                  <a:lnTo>
                    <a:pt x="2852368" y="2384603"/>
                  </a:lnTo>
                  <a:lnTo>
                    <a:pt x="2852555" y="2382623"/>
                  </a:lnTo>
                  <a:lnTo>
                    <a:pt x="2852742" y="2380651"/>
                  </a:lnTo>
                  <a:lnTo>
                    <a:pt x="2852929" y="2378901"/>
                  </a:lnTo>
                  <a:lnTo>
                    <a:pt x="2853116" y="2377218"/>
                  </a:lnTo>
                  <a:lnTo>
                    <a:pt x="2853303" y="2375394"/>
                  </a:lnTo>
                  <a:lnTo>
                    <a:pt x="2853490" y="2373488"/>
                  </a:lnTo>
                  <a:lnTo>
                    <a:pt x="2853677" y="2371508"/>
                  </a:lnTo>
                  <a:lnTo>
                    <a:pt x="2853864" y="2369659"/>
                  </a:lnTo>
                  <a:lnTo>
                    <a:pt x="2854050" y="2368009"/>
                  </a:lnTo>
                  <a:lnTo>
                    <a:pt x="2854237" y="2366276"/>
                  </a:lnTo>
                  <a:lnTo>
                    <a:pt x="2854424" y="2364634"/>
                  </a:lnTo>
                  <a:lnTo>
                    <a:pt x="2854611" y="2363264"/>
                  </a:lnTo>
                  <a:lnTo>
                    <a:pt x="2854798" y="2362282"/>
                  </a:lnTo>
                  <a:lnTo>
                    <a:pt x="2854985" y="2361697"/>
                  </a:lnTo>
                  <a:lnTo>
                    <a:pt x="2855172" y="2361103"/>
                  </a:lnTo>
                  <a:lnTo>
                    <a:pt x="2855359" y="2360811"/>
                  </a:lnTo>
                  <a:lnTo>
                    <a:pt x="2855546" y="2360139"/>
                  </a:lnTo>
                  <a:lnTo>
                    <a:pt x="2855733" y="2359574"/>
                  </a:lnTo>
                  <a:lnTo>
                    <a:pt x="2855920" y="2358888"/>
                  </a:lnTo>
                  <a:lnTo>
                    <a:pt x="2856107" y="2358251"/>
                  </a:lnTo>
                  <a:lnTo>
                    <a:pt x="2856293" y="2357714"/>
                  </a:lnTo>
                  <a:lnTo>
                    <a:pt x="2856480" y="2357164"/>
                  </a:lnTo>
                  <a:lnTo>
                    <a:pt x="2856667" y="2356594"/>
                  </a:lnTo>
                  <a:lnTo>
                    <a:pt x="2856854" y="2356003"/>
                  </a:lnTo>
                  <a:lnTo>
                    <a:pt x="2857041" y="2355331"/>
                  </a:lnTo>
                  <a:lnTo>
                    <a:pt x="2857228" y="2354456"/>
                  </a:lnTo>
                  <a:lnTo>
                    <a:pt x="2857415" y="2353364"/>
                  </a:lnTo>
                  <a:lnTo>
                    <a:pt x="2857602" y="2352054"/>
                  </a:lnTo>
                  <a:lnTo>
                    <a:pt x="2857789" y="2350952"/>
                  </a:lnTo>
                  <a:lnTo>
                    <a:pt x="2857976" y="2349553"/>
                  </a:lnTo>
                  <a:lnTo>
                    <a:pt x="2858163" y="2348104"/>
                  </a:lnTo>
                  <a:lnTo>
                    <a:pt x="2858350" y="2346370"/>
                  </a:lnTo>
                  <a:lnTo>
                    <a:pt x="2858537" y="2344565"/>
                  </a:lnTo>
                  <a:lnTo>
                    <a:pt x="2858723" y="2342779"/>
                  </a:lnTo>
                  <a:lnTo>
                    <a:pt x="2858910" y="2340196"/>
                  </a:lnTo>
                  <a:lnTo>
                    <a:pt x="2859097" y="2337556"/>
                  </a:lnTo>
                  <a:lnTo>
                    <a:pt x="2859284" y="2334998"/>
                  </a:lnTo>
                  <a:lnTo>
                    <a:pt x="2859471" y="2333165"/>
                  </a:lnTo>
                  <a:lnTo>
                    <a:pt x="2859658" y="2331386"/>
                  </a:lnTo>
                  <a:lnTo>
                    <a:pt x="2859845" y="2329798"/>
                  </a:lnTo>
                  <a:lnTo>
                    <a:pt x="2860032" y="2328527"/>
                  </a:lnTo>
                  <a:lnTo>
                    <a:pt x="2860219" y="2327561"/>
                  </a:lnTo>
                  <a:lnTo>
                    <a:pt x="2860406" y="2326762"/>
                  </a:lnTo>
                  <a:lnTo>
                    <a:pt x="2860593" y="2325963"/>
                  </a:lnTo>
                  <a:lnTo>
                    <a:pt x="2860780" y="2325164"/>
                  </a:lnTo>
                  <a:lnTo>
                    <a:pt x="2860966" y="2324461"/>
                  </a:lnTo>
                  <a:lnTo>
                    <a:pt x="2861153" y="2323532"/>
                  </a:lnTo>
                  <a:lnTo>
                    <a:pt x="2861340" y="2322919"/>
                  </a:lnTo>
                  <a:lnTo>
                    <a:pt x="2861527" y="2322516"/>
                  </a:lnTo>
                  <a:lnTo>
                    <a:pt x="2861714" y="2322041"/>
                  </a:lnTo>
                  <a:lnTo>
                    <a:pt x="2861901" y="2321867"/>
                  </a:lnTo>
                  <a:lnTo>
                    <a:pt x="2862088" y="2321777"/>
                  </a:lnTo>
                  <a:lnTo>
                    <a:pt x="2862275" y="2321768"/>
                  </a:lnTo>
                  <a:lnTo>
                    <a:pt x="2862462" y="2321748"/>
                  </a:lnTo>
                  <a:lnTo>
                    <a:pt x="2862649" y="2321429"/>
                  </a:lnTo>
                  <a:lnTo>
                    <a:pt x="2862836" y="2321427"/>
                  </a:lnTo>
                  <a:lnTo>
                    <a:pt x="2863023" y="2321418"/>
                  </a:lnTo>
                  <a:lnTo>
                    <a:pt x="2863210" y="2321255"/>
                  </a:lnTo>
                  <a:lnTo>
                    <a:pt x="2863396" y="2321092"/>
                  </a:lnTo>
                  <a:lnTo>
                    <a:pt x="2863583" y="2320773"/>
                  </a:lnTo>
                  <a:lnTo>
                    <a:pt x="2863770" y="2320437"/>
                  </a:lnTo>
                  <a:lnTo>
                    <a:pt x="2863957" y="2319918"/>
                  </a:lnTo>
                  <a:lnTo>
                    <a:pt x="2864144" y="2319223"/>
                  </a:lnTo>
                  <a:lnTo>
                    <a:pt x="2864331" y="2318464"/>
                  </a:lnTo>
                  <a:lnTo>
                    <a:pt x="2864518" y="2318114"/>
                  </a:lnTo>
                  <a:lnTo>
                    <a:pt x="2864705" y="2317378"/>
                  </a:lnTo>
                  <a:lnTo>
                    <a:pt x="2864892" y="2316565"/>
                  </a:lnTo>
                  <a:lnTo>
                    <a:pt x="2865079" y="2315566"/>
                  </a:lnTo>
                  <a:lnTo>
                    <a:pt x="2865266" y="2314302"/>
                  </a:lnTo>
                  <a:lnTo>
                    <a:pt x="2865453" y="2312755"/>
                  </a:lnTo>
                  <a:lnTo>
                    <a:pt x="2865640" y="2311100"/>
                  </a:lnTo>
                  <a:lnTo>
                    <a:pt x="2865826" y="2309373"/>
                  </a:lnTo>
                  <a:lnTo>
                    <a:pt x="2866013" y="2307574"/>
                  </a:lnTo>
                  <a:lnTo>
                    <a:pt x="2866200" y="2305679"/>
                  </a:lnTo>
                  <a:lnTo>
                    <a:pt x="2866387" y="2303886"/>
                  </a:lnTo>
                  <a:lnTo>
                    <a:pt x="2866574" y="2301775"/>
                  </a:lnTo>
                  <a:lnTo>
                    <a:pt x="2866761" y="2299555"/>
                  </a:lnTo>
                  <a:lnTo>
                    <a:pt x="2866948" y="2297065"/>
                  </a:lnTo>
                  <a:lnTo>
                    <a:pt x="2867135" y="2294370"/>
                  </a:lnTo>
                  <a:lnTo>
                    <a:pt x="2867322" y="2291607"/>
                  </a:lnTo>
                  <a:lnTo>
                    <a:pt x="2867509" y="2288633"/>
                  </a:lnTo>
                  <a:lnTo>
                    <a:pt x="2867696" y="2284672"/>
                  </a:lnTo>
                  <a:lnTo>
                    <a:pt x="2867883" y="2280777"/>
                  </a:lnTo>
                  <a:lnTo>
                    <a:pt x="2868069" y="2278052"/>
                  </a:lnTo>
                  <a:lnTo>
                    <a:pt x="2868256" y="2275531"/>
                  </a:lnTo>
                  <a:lnTo>
                    <a:pt x="2868443" y="2273064"/>
                  </a:lnTo>
                  <a:lnTo>
                    <a:pt x="2868630" y="2270658"/>
                  </a:lnTo>
                  <a:lnTo>
                    <a:pt x="2868817" y="2268233"/>
                  </a:lnTo>
                  <a:lnTo>
                    <a:pt x="2869004" y="2265773"/>
                  </a:lnTo>
                  <a:lnTo>
                    <a:pt x="2869191" y="2263289"/>
                  </a:lnTo>
                  <a:lnTo>
                    <a:pt x="2869378" y="2261135"/>
                  </a:lnTo>
                  <a:lnTo>
                    <a:pt x="2869565" y="2259168"/>
                  </a:lnTo>
                  <a:lnTo>
                    <a:pt x="2869752" y="2257471"/>
                  </a:lnTo>
                  <a:lnTo>
                    <a:pt x="2869939" y="2256081"/>
                  </a:lnTo>
                  <a:lnTo>
                    <a:pt x="2870126" y="2254697"/>
                  </a:lnTo>
                  <a:lnTo>
                    <a:pt x="2870313" y="2253403"/>
                  </a:lnTo>
                  <a:lnTo>
                    <a:pt x="2870499" y="2252109"/>
                  </a:lnTo>
                  <a:lnTo>
                    <a:pt x="2870686" y="2250899"/>
                  </a:lnTo>
                  <a:lnTo>
                    <a:pt x="2870873" y="2249683"/>
                  </a:lnTo>
                  <a:lnTo>
                    <a:pt x="2871060" y="2248623"/>
                  </a:lnTo>
                  <a:lnTo>
                    <a:pt x="2871247" y="2247451"/>
                  </a:lnTo>
                  <a:lnTo>
                    <a:pt x="2871434" y="2245652"/>
                  </a:lnTo>
                  <a:lnTo>
                    <a:pt x="2871621" y="2244101"/>
                  </a:lnTo>
                  <a:lnTo>
                    <a:pt x="2871808" y="2242648"/>
                  </a:lnTo>
                  <a:lnTo>
                    <a:pt x="2871995" y="2241122"/>
                  </a:lnTo>
                  <a:lnTo>
                    <a:pt x="2872182" y="2239397"/>
                  </a:lnTo>
                  <a:lnTo>
                    <a:pt x="2872369" y="2237458"/>
                  </a:lnTo>
                  <a:lnTo>
                    <a:pt x="2872556" y="2235577"/>
                  </a:lnTo>
                  <a:lnTo>
                    <a:pt x="2872743" y="2233827"/>
                  </a:lnTo>
                  <a:lnTo>
                    <a:pt x="2872929" y="2232350"/>
                  </a:lnTo>
                  <a:lnTo>
                    <a:pt x="2873116" y="2230972"/>
                  </a:lnTo>
                  <a:lnTo>
                    <a:pt x="2873303" y="2229322"/>
                  </a:lnTo>
                  <a:lnTo>
                    <a:pt x="2873490" y="2227746"/>
                  </a:lnTo>
                  <a:lnTo>
                    <a:pt x="2873677" y="2226417"/>
                  </a:lnTo>
                  <a:lnTo>
                    <a:pt x="2873864" y="2225097"/>
                  </a:lnTo>
                  <a:lnTo>
                    <a:pt x="2874051" y="2224164"/>
                  </a:lnTo>
                  <a:lnTo>
                    <a:pt x="2874238" y="2223504"/>
                  </a:lnTo>
                  <a:lnTo>
                    <a:pt x="2874425" y="2222960"/>
                  </a:lnTo>
                  <a:lnTo>
                    <a:pt x="2874612" y="2222638"/>
                  </a:lnTo>
                  <a:lnTo>
                    <a:pt x="2874799" y="2222597"/>
                  </a:lnTo>
                  <a:lnTo>
                    <a:pt x="2874986" y="2222836"/>
                  </a:lnTo>
                  <a:lnTo>
                    <a:pt x="2875172" y="2222922"/>
                  </a:lnTo>
                  <a:lnTo>
                    <a:pt x="2875359" y="2223196"/>
                  </a:lnTo>
                  <a:lnTo>
                    <a:pt x="2875546" y="2223592"/>
                  </a:lnTo>
                  <a:lnTo>
                    <a:pt x="2875733" y="2224030"/>
                  </a:lnTo>
                  <a:lnTo>
                    <a:pt x="2875920" y="2224571"/>
                  </a:lnTo>
                  <a:lnTo>
                    <a:pt x="2876107" y="2225384"/>
                  </a:lnTo>
                  <a:lnTo>
                    <a:pt x="2876294" y="2226242"/>
                  </a:lnTo>
                  <a:lnTo>
                    <a:pt x="2876481" y="2227011"/>
                  </a:lnTo>
                  <a:lnTo>
                    <a:pt x="2876668" y="2227779"/>
                  </a:lnTo>
                  <a:lnTo>
                    <a:pt x="2876855" y="2228348"/>
                  </a:lnTo>
                  <a:lnTo>
                    <a:pt x="2877042" y="2228735"/>
                  </a:lnTo>
                  <a:lnTo>
                    <a:pt x="2877229" y="2229083"/>
                  </a:lnTo>
                  <a:lnTo>
                    <a:pt x="2877416" y="2229335"/>
                  </a:lnTo>
                  <a:lnTo>
                    <a:pt x="2877602" y="2229473"/>
                  </a:lnTo>
                  <a:lnTo>
                    <a:pt x="2877789" y="2229551"/>
                  </a:lnTo>
                  <a:lnTo>
                    <a:pt x="2877976" y="2229673"/>
                  </a:lnTo>
                  <a:lnTo>
                    <a:pt x="2878163" y="2229757"/>
                  </a:lnTo>
                  <a:lnTo>
                    <a:pt x="2878350" y="2229979"/>
                  </a:lnTo>
                  <a:lnTo>
                    <a:pt x="2878537" y="2230103"/>
                  </a:lnTo>
                  <a:lnTo>
                    <a:pt x="2878724" y="2230103"/>
                  </a:lnTo>
                  <a:lnTo>
                    <a:pt x="2878911" y="2230103"/>
                  </a:lnTo>
                  <a:lnTo>
                    <a:pt x="2879098" y="2230029"/>
                  </a:lnTo>
                  <a:lnTo>
                    <a:pt x="2879285" y="2230029"/>
                  </a:lnTo>
                  <a:lnTo>
                    <a:pt x="2879472" y="2230029"/>
                  </a:lnTo>
                  <a:lnTo>
                    <a:pt x="2879659" y="2230103"/>
                  </a:lnTo>
                  <a:lnTo>
                    <a:pt x="2879845" y="2230012"/>
                  </a:lnTo>
                  <a:lnTo>
                    <a:pt x="2880032" y="2229691"/>
                  </a:lnTo>
                  <a:lnTo>
                    <a:pt x="2880219" y="2229245"/>
                  </a:lnTo>
                  <a:lnTo>
                    <a:pt x="2880406" y="2228750"/>
                  </a:lnTo>
                  <a:lnTo>
                    <a:pt x="2880593" y="2228106"/>
                  </a:lnTo>
                  <a:lnTo>
                    <a:pt x="2880780" y="2227397"/>
                  </a:lnTo>
                  <a:lnTo>
                    <a:pt x="2880967" y="2226588"/>
                  </a:lnTo>
                  <a:lnTo>
                    <a:pt x="2881154" y="2225804"/>
                  </a:lnTo>
                  <a:lnTo>
                    <a:pt x="2881341" y="2224962"/>
                  </a:lnTo>
                  <a:lnTo>
                    <a:pt x="2881528" y="2223873"/>
                  </a:lnTo>
                  <a:lnTo>
                    <a:pt x="2881715" y="2222718"/>
                  </a:lnTo>
                  <a:lnTo>
                    <a:pt x="2881902" y="2221563"/>
                  </a:lnTo>
                  <a:lnTo>
                    <a:pt x="2882089" y="2220407"/>
                  </a:lnTo>
                  <a:lnTo>
                    <a:pt x="2882275" y="2219252"/>
                  </a:lnTo>
                  <a:lnTo>
                    <a:pt x="2882462" y="2218113"/>
                  </a:lnTo>
                  <a:lnTo>
                    <a:pt x="2882649" y="2217156"/>
                  </a:lnTo>
                  <a:lnTo>
                    <a:pt x="2882836" y="2216389"/>
                  </a:lnTo>
                  <a:lnTo>
                    <a:pt x="2883023" y="2215844"/>
                  </a:lnTo>
                  <a:lnTo>
                    <a:pt x="2883210" y="2215349"/>
                  </a:lnTo>
                  <a:lnTo>
                    <a:pt x="2883397" y="2214738"/>
                  </a:lnTo>
                  <a:lnTo>
                    <a:pt x="2883584" y="2213913"/>
                  </a:lnTo>
                  <a:lnTo>
                    <a:pt x="2883771" y="2212931"/>
                  </a:lnTo>
                  <a:lnTo>
                    <a:pt x="2883958" y="2211924"/>
                  </a:lnTo>
                  <a:lnTo>
                    <a:pt x="2884145" y="2210843"/>
                  </a:lnTo>
                  <a:lnTo>
                    <a:pt x="2884332" y="2209969"/>
                  </a:lnTo>
                  <a:lnTo>
                    <a:pt x="2884519" y="2209309"/>
                  </a:lnTo>
                  <a:lnTo>
                    <a:pt x="2884705" y="2208558"/>
                  </a:lnTo>
                  <a:lnTo>
                    <a:pt x="2884892" y="2207815"/>
                  </a:lnTo>
                  <a:lnTo>
                    <a:pt x="2885079" y="2207031"/>
                  </a:lnTo>
                  <a:lnTo>
                    <a:pt x="2885266" y="2206016"/>
                  </a:lnTo>
                  <a:lnTo>
                    <a:pt x="2885453" y="2204960"/>
                  </a:lnTo>
                  <a:lnTo>
                    <a:pt x="2885640" y="2203821"/>
                  </a:lnTo>
                  <a:lnTo>
                    <a:pt x="2885827" y="2202625"/>
                  </a:lnTo>
                  <a:lnTo>
                    <a:pt x="2886014" y="2201379"/>
                  </a:lnTo>
                  <a:lnTo>
                    <a:pt x="2886201" y="2200355"/>
                  </a:lnTo>
                  <a:lnTo>
                    <a:pt x="2886388" y="2199530"/>
                  </a:lnTo>
                  <a:lnTo>
                    <a:pt x="2886575" y="2198862"/>
                  </a:lnTo>
                  <a:lnTo>
                    <a:pt x="2886762" y="2198169"/>
                  </a:lnTo>
                  <a:lnTo>
                    <a:pt x="2886948" y="2197476"/>
                  </a:lnTo>
                  <a:lnTo>
                    <a:pt x="2887135" y="2196848"/>
                  </a:lnTo>
                  <a:lnTo>
                    <a:pt x="2887322" y="2196031"/>
                  </a:lnTo>
                  <a:lnTo>
                    <a:pt x="2887509" y="2195454"/>
                  </a:lnTo>
                  <a:lnTo>
                    <a:pt x="2887696" y="2194802"/>
                  </a:lnTo>
                  <a:lnTo>
                    <a:pt x="2887883" y="2194117"/>
                  </a:lnTo>
                  <a:lnTo>
                    <a:pt x="2888070" y="2193647"/>
                  </a:lnTo>
                  <a:lnTo>
                    <a:pt x="2888257" y="2193218"/>
                  </a:lnTo>
                  <a:lnTo>
                    <a:pt x="2888444" y="2192945"/>
                  </a:lnTo>
                  <a:lnTo>
                    <a:pt x="2888631" y="2192821"/>
                  </a:lnTo>
                  <a:lnTo>
                    <a:pt x="2888818" y="2192772"/>
                  </a:lnTo>
                  <a:lnTo>
                    <a:pt x="2889005" y="2193077"/>
                  </a:lnTo>
                  <a:lnTo>
                    <a:pt x="2889192" y="2193539"/>
                  </a:lnTo>
                  <a:lnTo>
                    <a:pt x="2889378" y="2194043"/>
                  </a:lnTo>
                  <a:lnTo>
                    <a:pt x="2889565" y="2194876"/>
                  </a:lnTo>
                  <a:lnTo>
                    <a:pt x="2889752" y="2195916"/>
                  </a:lnTo>
                  <a:lnTo>
                    <a:pt x="2889939" y="2196980"/>
                  </a:lnTo>
                  <a:lnTo>
                    <a:pt x="2890126" y="2197962"/>
                  </a:lnTo>
                  <a:lnTo>
                    <a:pt x="2890313" y="2198796"/>
                  </a:lnTo>
                  <a:lnTo>
                    <a:pt x="2890500" y="2199728"/>
                  </a:lnTo>
                  <a:lnTo>
                    <a:pt x="2890687" y="2200958"/>
                  </a:lnTo>
                  <a:lnTo>
                    <a:pt x="2890874" y="2202369"/>
                  </a:lnTo>
                  <a:lnTo>
                    <a:pt x="2891061" y="2203854"/>
                  </a:lnTo>
                  <a:lnTo>
                    <a:pt x="2891248" y="2205207"/>
                  </a:lnTo>
                  <a:lnTo>
                    <a:pt x="2891435" y="2206363"/>
                  </a:lnTo>
                  <a:lnTo>
                    <a:pt x="2891622" y="2207601"/>
                  </a:lnTo>
                  <a:lnTo>
                    <a:pt x="2891808" y="2208748"/>
                  </a:lnTo>
                  <a:lnTo>
                    <a:pt x="2891995" y="2209771"/>
                  </a:lnTo>
                  <a:lnTo>
                    <a:pt x="2892182" y="2210753"/>
                  </a:lnTo>
                  <a:lnTo>
                    <a:pt x="2892369" y="2211338"/>
                  </a:lnTo>
                  <a:lnTo>
                    <a:pt x="2892556" y="2211932"/>
                  </a:lnTo>
                  <a:lnTo>
                    <a:pt x="2892743" y="2212265"/>
                  </a:lnTo>
                  <a:lnTo>
                    <a:pt x="2892930" y="2213103"/>
                  </a:lnTo>
                  <a:lnTo>
                    <a:pt x="2893117" y="2213833"/>
                  </a:lnTo>
                  <a:lnTo>
                    <a:pt x="2893304" y="2214684"/>
                  </a:lnTo>
                  <a:lnTo>
                    <a:pt x="2893491" y="2215485"/>
                  </a:lnTo>
                  <a:lnTo>
                    <a:pt x="2893678" y="2216262"/>
                  </a:lnTo>
                  <a:lnTo>
                    <a:pt x="2893865" y="2217142"/>
                  </a:lnTo>
                  <a:lnTo>
                    <a:pt x="2894051" y="2218042"/>
                  </a:lnTo>
                  <a:lnTo>
                    <a:pt x="2894238" y="2218962"/>
                  </a:lnTo>
                  <a:lnTo>
                    <a:pt x="2894425" y="2219965"/>
                  </a:lnTo>
                  <a:lnTo>
                    <a:pt x="2894612" y="2221170"/>
                  </a:lnTo>
                  <a:lnTo>
                    <a:pt x="2894799" y="2222559"/>
                  </a:lnTo>
                  <a:lnTo>
                    <a:pt x="2894986" y="2224034"/>
                  </a:lnTo>
                  <a:lnTo>
                    <a:pt x="2895173" y="2225301"/>
                  </a:lnTo>
                  <a:lnTo>
                    <a:pt x="2895360" y="2226866"/>
                  </a:lnTo>
                  <a:lnTo>
                    <a:pt x="2895547" y="2228479"/>
                  </a:lnTo>
                  <a:lnTo>
                    <a:pt x="2895734" y="2230378"/>
                  </a:lnTo>
                  <a:lnTo>
                    <a:pt x="2895921" y="2232348"/>
                  </a:lnTo>
                  <a:lnTo>
                    <a:pt x="2896108" y="2234299"/>
                  </a:lnTo>
                  <a:lnTo>
                    <a:pt x="2896295" y="2237047"/>
                  </a:lnTo>
                  <a:lnTo>
                    <a:pt x="2896481" y="2239778"/>
                  </a:lnTo>
                  <a:lnTo>
                    <a:pt x="2896668" y="2242336"/>
                  </a:lnTo>
                  <a:lnTo>
                    <a:pt x="2896855" y="2244170"/>
                  </a:lnTo>
                  <a:lnTo>
                    <a:pt x="2897042" y="2245948"/>
                  </a:lnTo>
                  <a:lnTo>
                    <a:pt x="2897229" y="2247660"/>
                  </a:lnTo>
                  <a:lnTo>
                    <a:pt x="2897416" y="2249005"/>
                  </a:lnTo>
                  <a:lnTo>
                    <a:pt x="2897603" y="2250005"/>
                  </a:lnTo>
                  <a:lnTo>
                    <a:pt x="2897790" y="2250803"/>
                  </a:lnTo>
                  <a:lnTo>
                    <a:pt x="2897977" y="2251602"/>
                  </a:lnTo>
                  <a:lnTo>
                    <a:pt x="2898164" y="2252401"/>
                  </a:lnTo>
                  <a:lnTo>
                    <a:pt x="2898351" y="2253104"/>
                  </a:lnTo>
                  <a:lnTo>
                    <a:pt x="2898538" y="2253663"/>
                  </a:lnTo>
                  <a:lnTo>
                    <a:pt x="2898724" y="2253990"/>
                  </a:lnTo>
                  <a:lnTo>
                    <a:pt x="2898911" y="2254119"/>
                  </a:lnTo>
                  <a:lnTo>
                    <a:pt x="2899098" y="2254153"/>
                  </a:lnTo>
                  <a:lnTo>
                    <a:pt x="2899285" y="2254024"/>
                  </a:lnTo>
                  <a:lnTo>
                    <a:pt x="2899472" y="2253817"/>
                  </a:lnTo>
                  <a:lnTo>
                    <a:pt x="2899659" y="2253372"/>
                  </a:lnTo>
                  <a:lnTo>
                    <a:pt x="2899846" y="2252715"/>
                  </a:lnTo>
                  <a:lnTo>
                    <a:pt x="2900033" y="2252154"/>
                  </a:lnTo>
                  <a:lnTo>
                    <a:pt x="2900220" y="2251379"/>
                  </a:lnTo>
                  <a:lnTo>
                    <a:pt x="2900407" y="2250686"/>
                  </a:lnTo>
                  <a:lnTo>
                    <a:pt x="2900594" y="2250190"/>
                  </a:lnTo>
                  <a:lnTo>
                    <a:pt x="2900781" y="2249695"/>
                  </a:lnTo>
                  <a:lnTo>
                    <a:pt x="2900968" y="2249357"/>
                  </a:lnTo>
                  <a:lnTo>
                    <a:pt x="2901154" y="2249035"/>
                  </a:lnTo>
                  <a:lnTo>
                    <a:pt x="2901341" y="2248936"/>
                  </a:lnTo>
                  <a:lnTo>
                    <a:pt x="2901528" y="2248928"/>
                  </a:lnTo>
                  <a:lnTo>
                    <a:pt x="2901715" y="2249266"/>
                  </a:lnTo>
                  <a:lnTo>
                    <a:pt x="2901902" y="2249353"/>
                  </a:lnTo>
                  <a:lnTo>
                    <a:pt x="2902089" y="2249601"/>
                  </a:lnTo>
                  <a:lnTo>
                    <a:pt x="2902276" y="2249919"/>
                  </a:lnTo>
                  <a:lnTo>
                    <a:pt x="2902463" y="2250556"/>
                  </a:lnTo>
                  <a:lnTo>
                    <a:pt x="2902650" y="2251539"/>
                  </a:lnTo>
                  <a:lnTo>
                    <a:pt x="2902837" y="2252921"/>
                  </a:lnTo>
                  <a:lnTo>
                    <a:pt x="2903024" y="2254410"/>
                  </a:lnTo>
                  <a:lnTo>
                    <a:pt x="2903211" y="2255972"/>
                  </a:lnTo>
                  <a:lnTo>
                    <a:pt x="2903398" y="2257606"/>
                  </a:lnTo>
                  <a:lnTo>
                    <a:pt x="2903584" y="2259336"/>
                  </a:lnTo>
                  <a:lnTo>
                    <a:pt x="2903771" y="2260964"/>
                  </a:lnTo>
                  <a:lnTo>
                    <a:pt x="2903958" y="2262869"/>
                  </a:lnTo>
                  <a:lnTo>
                    <a:pt x="2904145" y="2264644"/>
                  </a:lnTo>
                  <a:lnTo>
                    <a:pt x="2904332" y="2266639"/>
                  </a:lnTo>
                  <a:lnTo>
                    <a:pt x="2904519" y="2268838"/>
                  </a:lnTo>
                  <a:lnTo>
                    <a:pt x="2904706" y="2271106"/>
                  </a:lnTo>
                  <a:lnTo>
                    <a:pt x="2904893" y="2273585"/>
                  </a:lnTo>
                  <a:lnTo>
                    <a:pt x="2905080" y="2276985"/>
                  </a:lnTo>
                  <a:lnTo>
                    <a:pt x="2905267" y="2280236"/>
                  </a:lnTo>
                  <a:lnTo>
                    <a:pt x="2905454" y="2282301"/>
                  </a:lnTo>
                  <a:lnTo>
                    <a:pt x="2905641" y="2284072"/>
                  </a:lnTo>
                  <a:lnTo>
                    <a:pt x="2905827" y="2285606"/>
                  </a:lnTo>
                  <a:lnTo>
                    <a:pt x="2906014" y="2287022"/>
                  </a:lnTo>
                  <a:lnTo>
                    <a:pt x="2906201" y="2288456"/>
                  </a:lnTo>
                  <a:lnTo>
                    <a:pt x="2906388" y="2289926"/>
                  </a:lnTo>
                  <a:lnTo>
                    <a:pt x="2906575" y="2291337"/>
                  </a:lnTo>
                  <a:lnTo>
                    <a:pt x="2906762" y="2292377"/>
                  </a:lnTo>
                  <a:lnTo>
                    <a:pt x="2906949" y="2293470"/>
                  </a:lnTo>
                  <a:lnTo>
                    <a:pt x="2907136" y="2294242"/>
                  </a:lnTo>
                  <a:lnTo>
                    <a:pt x="2907323" y="2294642"/>
                  </a:lnTo>
                  <a:lnTo>
                    <a:pt x="2907510" y="2294979"/>
                  </a:lnTo>
                  <a:lnTo>
                    <a:pt x="2907697" y="2295117"/>
                  </a:lnTo>
                  <a:lnTo>
                    <a:pt x="2907884" y="2295091"/>
                  </a:lnTo>
                  <a:lnTo>
                    <a:pt x="2908071" y="2294989"/>
                  </a:lnTo>
                  <a:lnTo>
                    <a:pt x="2908257" y="2295033"/>
                  </a:lnTo>
                  <a:lnTo>
                    <a:pt x="2908444" y="2294830"/>
                  </a:lnTo>
                  <a:lnTo>
                    <a:pt x="2908631" y="2294789"/>
                  </a:lnTo>
                  <a:lnTo>
                    <a:pt x="2908818" y="2295433"/>
                  </a:lnTo>
                  <a:lnTo>
                    <a:pt x="2909005" y="2295796"/>
                  </a:lnTo>
                  <a:lnTo>
                    <a:pt x="2909192" y="2295928"/>
                  </a:lnTo>
                  <a:lnTo>
                    <a:pt x="2909379" y="2296217"/>
                  </a:lnTo>
                  <a:lnTo>
                    <a:pt x="2909566" y="2296786"/>
                  </a:lnTo>
                  <a:lnTo>
                    <a:pt x="2909753" y="2297570"/>
                  </a:lnTo>
                  <a:lnTo>
                    <a:pt x="2909940" y="2298395"/>
                  </a:lnTo>
                  <a:lnTo>
                    <a:pt x="2910127" y="2299155"/>
                  </a:lnTo>
                  <a:lnTo>
                    <a:pt x="2910314" y="2299724"/>
                  </a:lnTo>
                  <a:lnTo>
                    <a:pt x="2910501" y="2300442"/>
                  </a:lnTo>
                  <a:lnTo>
                    <a:pt x="2910687" y="2301556"/>
                  </a:lnTo>
                  <a:lnTo>
                    <a:pt x="2910874" y="2302637"/>
                  </a:lnTo>
                  <a:lnTo>
                    <a:pt x="2911061" y="2303487"/>
                  </a:lnTo>
                  <a:lnTo>
                    <a:pt x="2911248" y="2304510"/>
                  </a:lnTo>
                  <a:lnTo>
                    <a:pt x="2911435" y="2305426"/>
                  </a:lnTo>
                  <a:lnTo>
                    <a:pt x="2911622" y="2306251"/>
                  </a:lnTo>
                  <a:lnTo>
                    <a:pt x="2911809" y="2307109"/>
                  </a:lnTo>
                  <a:lnTo>
                    <a:pt x="2911996" y="2308017"/>
                  </a:lnTo>
                  <a:lnTo>
                    <a:pt x="2912183" y="2308801"/>
                  </a:lnTo>
                  <a:lnTo>
                    <a:pt x="2912370" y="2309205"/>
                  </a:lnTo>
                  <a:lnTo>
                    <a:pt x="2912557" y="2309049"/>
                  </a:lnTo>
                  <a:lnTo>
                    <a:pt x="2912744" y="2308719"/>
                  </a:lnTo>
                  <a:lnTo>
                    <a:pt x="2912930" y="2308248"/>
                  </a:lnTo>
                  <a:lnTo>
                    <a:pt x="2913117" y="2307720"/>
                  </a:lnTo>
                  <a:lnTo>
                    <a:pt x="2913304" y="2307002"/>
                  </a:lnTo>
                  <a:lnTo>
                    <a:pt x="2913491" y="2306119"/>
                  </a:lnTo>
                  <a:lnTo>
                    <a:pt x="2913678" y="2305327"/>
                  </a:lnTo>
                  <a:lnTo>
                    <a:pt x="2913865" y="2304667"/>
                  </a:lnTo>
                  <a:lnTo>
                    <a:pt x="2914052" y="2304007"/>
                  </a:lnTo>
                  <a:lnTo>
                    <a:pt x="2914239" y="2303437"/>
                  </a:lnTo>
                  <a:lnTo>
                    <a:pt x="2914426" y="2303008"/>
                  </a:lnTo>
                  <a:lnTo>
                    <a:pt x="2914613" y="2302678"/>
                  </a:lnTo>
                  <a:lnTo>
                    <a:pt x="2914800" y="2302348"/>
                  </a:lnTo>
                  <a:lnTo>
                    <a:pt x="2914987" y="2302018"/>
                  </a:lnTo>
                  <a:lnTo>
                    <a:pt x="2915174" y="2301869"/>
                  </a:lnTo>
                  <a:lnTo>
                    <a:pt x="2915360" y="2301952"/>
                  </a:lnTo>
                  <a:lnTo>
                    <a:pt x="2915547" y="2302059"/>
                  </a:lnTo>
                  <a:lnTo>
                    <a:pt x="2915734" y="2302266"/>
                  </a:lnTo>
                  <a:lnTo>
                    <a:pt x="2915921" y="2302455"/>
                  </a:lnTo>
                  <a:lnTo>
                    <a:pt x="2916108" y="2302620"/>
                  </a:lnTo>
                  <a:lnTo>
                    <a:pt x="2916295" y="2302785"/>
                  </a:lnTo>
                  <a:lnTo>
                    <a:pt x="2916482" y="2302917"/>
                  </a:lnTo>
                  <a:lnTo>
                    <a:pt x="2916669" y="2302917"/>
                  </a:lnTo>
                  <a:lnTo>
                    <a:pt x="2916856" y="2303125"/>
                  </a:lnTo>
                  <a:lnTo>
                    <a:pt x="2917043" y="2303207"/>
                  </a:lnTo>
                  <a:lnTo>
                    <a:pt x="2917230" y="2303331"/>
                  </a:lnTo>
                  <a:lnTo>
                    <a:pt x="2917417" y="2303373"/>
                  </a:lnTo>
                  <a:lnTo>
                    <a:pt x="2917603" y="2303531"/>
                  </a:lnTo>
                  <a:lnTo>
                    <a:pt x="2917790" y="2303739"/>
                  </a:lnTo>
                  <a:lnTo>
                    <a:pt x="2917977" y="2304095"/>
                  </a:lnTo>
                  <a:lnTo>
                    <a:pt x="2918164" y="2304468"/>
                  </a:lnTo>
                  <a:lnTo>
                    <a:pt x="2918351" y="2304878"/>
                  </a:lnTo>
                  <a:lnTo>
                    <a:pt x="2918538" y="2305402"/>
                  </a:lnTo>
                  <a:lnTo>
                    <a:pt x="2918725" y="2306050"/>
                  </a:lnTo>
                  <a:lnTo>
                    <a:pt x="2918912" y="2307035"/>
                  </a:lnTo>
                  <a:lnTo>
                    <a:pt x="2919099" y="2307900"/>
                  </a:lnTo>
                  <a:lnTo>
                    <a:pt x="2919286" y="2308537"/>
                  </a:lnTo>
                  <a:lnTo>
                    <a:pt x="2919473" y="2308933"/>
                  </a:lnTo>
                  <a:lnTo>
                    <a:pt x="2919660" y="2309351"/>
                  </a:lnTo>
                  <a:lnTo>
                    <a:pt x="2919847" y="2309767"/>
                  </a:lnTo>
                  <a:lnTo>
                    <a:pt x="2920033" y="2309412"/>
                  </a:lnTo>
                  <a:lnTo>
                    <a:pt x="2920220" y="2309139"/>
                  </a:lnTo>
                  <a:lnTo>
                    <a:pt x="2920407" y="2308735"/>
                  </a:lnTo>
                  <a:lnTo>
                    <a:pt x="2920594" y="2308001"/>
                  </a:lnTo>
                  <a:lnTo>
                    <a:pt x="2920781" y="2307291"/>
                  </a:lnTo>
                  <a:lnTo>
                    <a:pt x="2920968" y="2306598"/>
                  </a:lnTo>
                  <a:lnTo>
                    <a:pt x="2921155" y="2306612"/>
                  </a:lnTo>
                  <a:lnTo>
                    <a:pt x="2921342" y="2306809"/>
                  </a:lnTo>
                  <a:lnTo>
                    <a:pt x="2921529" y="2306960"/>
                  </a:lnTo>
                  <a:lnTo>
                    <a:pt x="2921716" y="2306537"/>
                  </a:lnTo>
                  <a:lnTo>
                    <a:pt x="2921903" y="2306070"/>
                  </a:lnTo>
                  <a:lnTo>
                    <a:pt x="2922090" y="2305664"/>
                  </a:lnTo>
                  <a:lnTo>
                    <a:pt x="2922277" y="2305441"/>
                  </a:lnTo>
                  <a:lnTo>
                    <a:pt x="2922463" y="2305293"/>
                  </a:lnTo>
                  <a:lnTo>
                    <a:pt x="2922650" y="2305280"/>
                  </a:lnTo>
                  <a:lnTo>
                    <a:pt x="2922837" y="2306157"/>
                  </a:lnTo>
                  <a:lnTo>
                    <a:pt x="2923024" y="2307238"/>
                  </a:lnTo>
                  <a:lnTo>
                    <a:pt x="2923211" y="2308222"/>
                  </a:lnTo>
                  <a:lnTo>
                    <a:pt x="2923398" y="2309578"/>
                  </a:lnTo>
                  <a:lnTo>
                    <a:pt x="2923585" y="2310647"/>
                  </a:lnTo>
                  <a:lnTo>
                    <a:pt x="2923772" y="2311763"/>
                  </a:lnTo>
                  <a:lnTo>
                    <a:pt x="2923959" y="2312669"/>
                  </a:lnTo>
                  <a:lnTo>
                    <a:pt x="2924146" y="2313413"/>
                  </a:lnTo>
                  <a:lnTo>
                    <a:pt x="2924333" y="2314224"/>
                  </a:lnTo>
                  <a:lnTo>
                    <a:pt x="2924520" y="2315351"/>
                  </a:lnTo>
                  <a:lnTo>
                    <a:pt x="2924706" y="2316312"/>
                  </a:lnTo>
                  <a:lnTo>
                    <a:pt x="2924893" y="2317291"/>
                  </a:lnTo>
                  <a:lnTo>
                    <a:pt x="2925080" y="2318279"/>
                  </a:lnTo>
                  <a:lnTo>
                    <a:pt x="2925267" y="2319304"/>
                  </a:lnTo>
                  <a:lnTo>
                    <a:pt x="2925454" y="2320241"/>
                  </a:lnTo>
                  <a:lnTo>
                    <a:pt x="2925641" y="2320928"/>
                  </a:lnTo>
                  <a:lnTo>
                    <a:pt x="2925828" y="2321344"/>
                  </a:lnTo>
                  <a:lnTo>
                    <a:pt x="2926015" y="2321121"/>
                  </a:lnTo>
                  <a:lnTo>
                    <a:pt x="2926202" y="2320698"/>
                  </a:lnTo>
                  <a:lnTo>
                    <a:pt x="2926389" y="2320413"/>
                  </a:lnTo>
                  <a:lnTo>
                    <a:pt x="2926576" y="2320501"/>
                  </a:lnTo>
                  <a:lnTo>
                    <a:pt x="2926763" y="2320979"/>
                  </a:lnTo>
                  <a:lnTo>
                    <a:pt x="2926950" y="2321415"/>
                  </a:lnTo>
                  <a:lnTo>
                    <a:pt x="2927136" y="2321712"/>
                  </a:lnTo>
                  <a:lnTo>
                    <a:pt x="2927323" y="2321833"/>
                  </a:lnTo>
                  <a:lnTo>
                    <a:pt x="2927510" y="2321793"/>
                  </a:lnTo>
                  <a:lnTo>
                    <a:pt x="2927697" y="2321896"/>
                  </a:lnTo>
                  <a:lnTo>
                    <a:pt x="2927884" y="2322068"/>
                  </a:lnTo>
                  <a:lnTo>
                    <a:pt x="2928071" y="2322066"/>
                  </a:lnTo>
                  <a:lnTo>
                    <a:pt x="2928258" y="2322042"/>
                  </a:lnTo>
                  <a:lnTo>
                    <a:pt x="2928445" y="2322085"/>
                  </a:lnTo>
                  <a:lnTo>
                    <a:pt x="2928632" y="2322043"/>
                  </a:lnTo>
                  <a:lnTo>
                    <a:pt x="2928819" y="2322032"/>
                  </a:lnTo>
                  <a:lnTo>
                    <a:pt x="2929006" y="2321954"/>
                  </a:lnTo>
                  <a:lnTo>
                    <a:pt x="2929193" y="2321854"/>
                  </a:lnTo>
                  <a:lnTo>
                    <a:pt x="2929380" y="2321699"/>
                  </a:lnTo>
                  <a:lnTo>
                    <a:pt x="2929566" y="2320874"/>
                  </a:lnTo>
                  <a:lnTo>
                    <a:pt x="2929753" y="2320049"/>
                  </a:lnTo>
                  <a:lnTo>
                    <a:pt x="2929940" y="2319223"/>
                  </a:lnTo>
                  <a:lnTo>
                    <a:pt x="2930127" y="2318497"/>
                  </a:lnTo>
                  <a:lnTo>
                    <a:pt x="2930314" y="2318002"/>
                  </a:lnTo>
                  <a:lnTo>
                    <a:pt x="2930501" y="2317284"/>
                  </a:lnTo>
                  <a:lnTo>
                    <a:pt x="2930688" y="2316459"/>
                  </a:lnTo>
                  <a:lnTo>
                    <a:pt x="2930875" y="2315741"/>
                  </a:lnTo>
                  <a:lnTo>
                    <a:pt x="2931062" y="2314792"/>
                  </a:lnTo>
                  <a:lnTo>
                    <a:pt x="2931249" y="2313802"/>
                  </a:lnTo>
                  <a:lnTo>
                    <a:pt x="2931436" y="2312944"/>
                  </a:lnTo>
                  <a:lnTo>
                    <a:pt x="2931623" y="2312193"/>
                  </a:lnTo>
                  <a:lnTo>
                    <a:pt x="2931809" y="2311533"/>
                  </a:lnTo>
                  <a:lnTo>
                    <a:pt x="2931996" y="2310790"/>
                  </a:lnTo>
                  <a:lnTo>
                    <a:pt x="2932183" y="2309924"/>
                  </a:lnTo>
                  <a:lnTo>
                    <a:pt x="2932370" y="2308570"/>
                  </a:lnTo>
                  <a:lnTo>
                    <a:pt x="2932557" y="2306920"/>
                  </a:lnTo>
                  <a:lnTo>
                    <a:pt x="2932744" y="2305269"/>
                  </a:lnTo>
                  <a:lnTo>
                    <a:pt x="2932931" y="2303619"/>
                  </a:lnTo>
                  <a:lnTo>
                    <a:pt x="2933118" y="2301969"/>
                  </a:lnTo>
                  <a:lnTo>
                    <a:pt x="2933305" y="2300401"/>
                  </a:lnTo>
                  <a:lnTo>
                    <a:pt x="2933492" y="2298916"/>
                  </a:lnTo>
                  <a:lnTo>
                    <a:pt x="2933679" y="2297438"/>
                  </a:lnTo>
                  <a:lnTo>
                    <a:pt x="2933866" y="2296077"/>
                  </a:lnTo>
                  <a:lnTo>
                    <a:pt x="2934053" y="2294682"/>
                  </a:lnTo>
                  <a:lnTo>
                    <a:pt x="2934239" y="2293065"/>
                  </a:lnTo>
                  <a:lnTo>
                    <a:pt x="2934426" y="2291415"/>
                  </a:lnTo>
                  <a:lnTo>
                    <a:pt x="2934613" y="2289773"/>
                  </a:lnTo>
                  <a:lnTo>
                    <a:pt x="2934800" y="2288403"/>
                  </a:lnTo>
                  <a:lnTo>
                    <a:pt x="2934987" y="2287214"/>
                  </a:lnTo>
                  <a:lnTo>
                    <a:pt x="2935174" y="2286587"/>
                  </a:lnTo>
                  <a:lnTo>
                    <a:pt x="2935361" y="2286257"/>
                  </a:lnTo>
                  <a:lnTo>
                    <a:pt x="2935548" y="2285927"/>
                  </a:lnTo>
                  <a:lnTo>
                    <a:pt x="2935735" y="2285597"/>
                  </a:lnTo>
                  <a:lnTo>
                    <a:pt x="2935922" y="2285267"/>
                  </a:lnTo>
                  <a:lnTo>
                    <a:pt x="2936109" y="2285110"/>
                  </a:lnTo>
                  <a:lnTo>
                    <a:pt x="2936296" y="2285151"/>
                  </a:lnTo>
                  <a:lnTo>
                    <a:pt x="2936482" y="2285432"/>
                  </a:lnTo>
                  <a:lnTo>
                    <a:pt x="2936669" y="2285927"/>
                  </a:lnTo>
                  <a:lnTo>
                    <a:pt x="2936856" y="2286497"/>
                  </a:lnTo>
                  <a:lnTo>
                    <a:pt x="2937043" y="2287446"/>
                  </a:lnTo>
                  <a:lnTo>
                    <a:pt x="2937230" y="2288650"/>
                  </a:lnTo>
                  <a:lnTo>
                    <a:pt x="2937417" y="2289962"/>
                  </a:lnTo>
                  <a:lnTo>
                    <a:pt x="2937604" y="2290944"/>
                  </a:lnTo>
                  <a:lnTo>
                    <a:pt x="2937791" y="2291794"/>
                  </a:lnTo>
                  <a:lnTo>
                    <a:pt x="2937978" y="2292454"/>
                  </a:lnTo>
                  <a:lnTo>
                    <a:pt x="2938165" y="2293115"/>
                  </a:lnTo>
                  <a:lnTo>
                    <a:pt x="2938352" y="2293775"/>
                  </a:lnTo>
                  <a:lnTo>
                    <a:pt x="2938539" y="2294435"/>
                  </a:lnTo>
                  <a:lnTo>
                    <a:pt x="2938726" y="2295095"/>
                  </a:lnTo>
                  <a:lnTo>
                    <a:pt x="2938912" y="2295722"/>
                  </a:lnTo>
                  <a:lnTo>
                    <a:pt x="2939099" y="2296176"/>
                  </a:lnTo>
                  <a:lnTo>
                    <a:pt x="2939286" y="2296432"/>
                  </a:lnTo>
                  <a:lnTo>
                    <a:pt x="2939473" y="2296597"/>
                  </a:lnTo>
                  <a:lnTo>
                    <a:pt x="2939660" y="2296762"/>
                  </a:lnTo>
                  <a:lnTo>
                    <a:pt x="2939847" y="2296795"/>
                  </a:lnTo>
                  <a:lnTo>
                    <a:pt x="2940034" y="2296745"/>
                  </a:lnTo>
                  <a:lnTo>
                    <a:pt x="2940221" y="2296580"/>
                  </a:lnTo>
                  <a:lnTo>
                    <a:pt x="2940408" y="2296556"/>
                  </a:lnTo>
                  <a:lnTo>
                    <a:pt x="2940595" y="2296605"/>
                  </a:lnTo>
                  <a:lnTo>
                    <a:pt x="2940782" y="2296770"/>
                  </a:lnTo>
                  <a:lnTo>
                    <a:pt x="2940969" y="2296935"/>
                  </a:lnTo>
                  <a:lnTo>
                    <a:pt x="2941156" y="2297100"/>
                  </a:lnTo>
                  <a:lnTo>
                    <a:pt x="2941342" y="2297306"/>
                  </a:lnTo>
                  <a:lnTo>
                    <a:pt x="2941529" y="2297752"/>
                  </a:lnTo>
                  <a:lnTo>
                    <a:pt x="2941716" y="2298132"/>
                  </a:lnTo>
                  <a:lnTo>
                    <a:pt x="2941903" y="2298462"/>
                  </a:lnTo>
                  <a:lnTo>
                    <a:pt x="2942090" y="2298792"/>
                  </a:lnTo>
                  <a:lnTo>
                    <a:pt x="2942277" y="2299122"/>
                  </a:lnTo>
                  <a:lnTo>
                    <a:pt x="2942464" y="2299518"/>
                  </a:lnTo>
                  <a:lnTo>
                    <a:pt x="2942651" y="2299997"/>
                  </a:lnTo>
                  <a:lnTo>
                    <a:pt x="2942838" y="2300492"/>
                  </a:lnTo>
                  <a:lnTo>
                    <a:pt x="2943025" y="2300954"/>
                  </a:lnTo>
                  <a:lnTo>
                    <a:pt x="2943212" y="2301556"/>
                  </a:lnTo>
                  <a:lnTo>
                    <a:pt x="2943399" y="2302216"/>
                  </a:lnTo>
                  <a:lnTo>
                    <a:pt x="2943585" y="2302876"/>
                  </a:lnTo>
                  <a:lnTo>
                    <a:pt x="2943772" y="2303537"/>
                  </a:lnTo>
                  <a:lnTo>
                    <a:pt x="2943959" y="2304279"/>
                  </a:lnTo>
                  <a:lnTo>
                    <a:pt x="2944146" y="2305063"/>
                  </a:lnTo>
                  <a:lnTo>
                    <a:pt x="2944333" y="2305608"/>
                  </a:lnTo>
                  <a:lnTo>
                    <a:pt x="2944520" y="2306317"/>
                  </a:lnTo>
                  <a:lnTo>
                    <a:pt x="2944707" y="2307143"/>
                  </a:lnTo>
                  <a:lnTo>
                    <a:pt x="2944894" y="2308026"/>
                  </a:lnTo>
                  <a:lnTo>
                    <a:pt x="2945081" y="2309016"/>
                  </a:lnTo>
                  <a:lnTo>
                    <a:pt x="2945268" y="2310171"/>
                  </a:lnTo>
                  <a:lnTo>
                    <a:pt x="2945455" y="2311186"/>
                  </a:lnTo>
                  <a:lnTo>
                    <a:pt x="2945642" y="2312028"/>
                  </a:lnTo>
                  <a:lnTo>
                    <a:pt x="2945829" y="2313084"/>
                  </a:lnTo>
                  <a:lnTo>
                    <a:pt x="2946015" y="2314124"/>
                  </a:lnTo>
                  <a:lnTo>
                    <a:pt x="2946202" y="2314949"/>
                  </a:lnTo>
                  <a:lnTo>
                    <a:pt x="2946389" y="2315807"/>
                  </a:lnTo>
                  <a:lnTo>
                    <a:pt x="2946576" y="2316797"/>
                  </a:lnTo>
                  <a:lnTo>
                    <a:pt x="2946763" y="2317705"/>
                  </a:lnTo>
                  <a:lnTo>
                    <a:pt x="2946950" y="2318530"/>
                  </a:lnTo>
                  <a:lnTo>
                    <a:pt x="2947137" y="2319355"/>
                  </a:lnTo>
                  <a:lnTo>
                    <a:pt x="2947324" y="2320082"/>
                  </a:lnTo>
                  <a:lnTo>
                    <a:pt x="2947511" y="2320742"/>
                  </a:lnTo>
                  <a:lnTo>
                    <a:pt x="2947698" y="2321361"/>
                  </a:lnTo>
                  <a:lnTo>
                    <a:pt x="2947885" y="2321913"/>
                  </a:lnTo>
                  <a:lnTo>
                    <a:pt x="2948072" y="2322285"/>
                  </a:lnTo>
                  <a:lnTo>
                    <a:pt x="2948258" y="2322590"/>
                  </a:lnTo>
                  <a:lnTo>
                    <a:pt x="2948445" y="2322904"/>
                  </a:lnTo>
                  <a:lnTo>
                    <a:pt x="2948632" y="2323036"/>
                  </a:lnTo>
                  <a:lnTo>
                    <a:pt x="2948819" y="2323044"/>
                  </a:lnTo>
                  <a:lnTo>
                    <a:pt x="2949006" y="2323209"/>
                  </a:lnTo>
                  <a:lnTo>
                    <a:pt x="2949193" y="2323341"/>
                  </a:lnTo>
                  <a:lnTo>
                    <a:pt x="2949380" y="2323341"/>
                  </a:lnTo>
                  <a:lnTo>
                    <a:pt x="2949567" y="2323341"/>
                  </a:lnTo>
                  <a:lnTo>
                    <a:pt x="2949754" y="2323523"/>
                  </a:lnTo>
                  <a:lnTo>
                    <a:pt x="2949941" y="2323935"/>
                  </a:lnTo>
                  <a:lnTo>
                    <a:pt x="2950128" y="2324430"/>
                  </a:lnTo>
                  <a:lnTo>
                    <a:pt x="2950315" y="2325066"/>
                  </a:lnTo>
                  <a:lnTo>
                    <a:pt x="2950502" y="2325759"/>
                  </a:lnTo>
                  <a:lnTo>
                    <a:pt x="2950688" y="2326526"/>
                  </a:lnTo>
                  <a:lnTo>
                    <a:pt x="2950875" y="2327244"/>
                  </a:lnTo>
                  <a:lnTo>
                    <a:pt x="2951062" y="2328061"/>
                  </a:lnTo>
                  <a:lnTo>
                    <a:pt x="2951249" y="2328828"/>
                  </a:lnTo>
                  <a:lnTo>
                    <a:pt x="2951436" y="2329489"/>
                  </a:lnTo>
                  <a:lnTo>
                    <a:pt x="2951623" y="2330149"/>
                  </a:lnTo>
                  <a:lnTo>
                    <a:pt x="2951810" y="2330809"/>
                  </a:lnTo>
                  <a:lnTo>
                    <a:pt x="2951997" y="2331469"/>
                  </a:lnTo>
                  <a:lnTo>
                    <a:pt x="2952184" y="2332129"/>
                  </a:lnTo>
                  <a:lnTo>
                    <a:pt x="2952371" y="2332789"/>
                  </a:lnTo>
                  <a:lnTo>
                    <a:pt x="2952558" y="2333210"/>
                  </a:lnTo>
                  <a:lnTo>
                    <a:pt x="2952745" y="2333293"/>
                  </a:lnTo>
                  <a:lnTo>
                    <a:pt x="2952932" y="2333367"/>
                  </a:lnTo>
                  <a:lnTo>
                    <a:pt x="2953118" y="2333400"/>
                  </a:lnTo>
                  <a:lnTo>
                    <a:pt x="2953305" y="2333227"/>
                  </a:lnTo>
                  <a:lnTo>
                    <a:pt x="2953492" y="2333062"/>
                  </a:lnTo>
                  <a:lnTo>
                    <a:pt x="2953679" y="2332897"/>
                  </a:lnTo>
                  <a:lnTo>
                    <a:pt x="2953866" y="2332732"/>
                  </a:lnTo>
                  <a:lnTo>
                    <a:pt x="2954053" y="2332468"/>
                  </a:lnTo>
                  <a:lnTo>
                    <a:pt x="2954240" y="2332095"/>
                  </a:lnTo>
                  <a:lnTo>
                    <a:pt x="2954427" y="2331774"/>
                  </a:lnTo>
                  <a:lnTo>
                    <a:pt x="2954614" y="2331452"/>
                  </a:lnTo>
                  <a:lnTo>
                    <a:pt x="2954801" y="2331244"/>
                  </a:lnTo>
                  <a:lnTo>
                    <a:pt x="2954988" y="2331037"/>
                  </a:lnTo>
                  <a:lnTo>
                    <a:pt x="2955175" y="2330829"/>
                  </a:lnTo>
                  <a:lnTo>
                    <a:pt x="2955361" y="2330679"/>
                  </a:lnTo>
                  <a:lnTo>
                    <a:pt x="2955548" y="2330636"/>
                  </a:lnTo>
                  <a:lnTo>
                    <a:pt x="2955735" y="2330540"/>
                  </a:lnTo>
                  <a:lnTo>
                    <a:pt x="2955922" y="2330395"/>
                  </a:lnTo>
                  <a:lnTo>
                    <a:pt x="2956109" y="2330408"/>
                  </a:lnTo>
                  <a:lnTo>
                    <a:pt x="2956296" y="2330347"/>
                  </a:lnTo>
                  <a:lnTo>
                    <a:pt x="2956483" y="2330472"/>
                  </a:lnTo>
                  <a:lnTo>
                    <a:pt x="2956670" y="2330825"/>
                  </a:lnTo>
                  <a:lnTo>
                    <a:pt x="2956857" y="2331576"/>
                  </a:lnTo>
                  <a:lnTo>
                    <a:pt x="2957044" y="2332314"/>
                  </a:lnTo>
                  <a:lnTo>
                    <a:pt x="2957231" y="2333037"/>
                  </a:lnTo>
                  <a:lnTo>
                    <a:pt x="2957418" y="2334349"/>
                  </a:lnTo>
                  <a:lnTo>
                    <a:pt x="2957605" y="2335504"/>
                  </a:lnTo>
                  <a:lnTo>
                    <a:pt x="2957791" y="2336783"/>
                  </a:lnTo>
                  <a:lnTo>
                    <a:pt x="2957978" y="2338343"/>
                  </a:lnTo>
                  <a:lnTo>
                    <a:pt x="2958165" y="2339993"/>
                  </a:lnTo>
                  <a:lnTo>
                    <a:pt x="2958352" y="2341842"/>
                  </a:lnTo>
                  <a:lnTo>
                    <a:pt x="2958539" y="2343139"/>
                  </a:lnTo>
                  <a:lnTo>
                    <a:pt x="2958726" y="2344378"/>
                  </a:lnTo>
                  <a:lnTo>
                    <a:pt x="2958913" y="2345804"/>
                  </a:lnTo>
                  <a:lnTo>
                    <a:pt x="2959100" y="2347613"/>
                  </a:lnTo>
                  <a:lnTo>
                    <a:pt x="2959287" y="2349400"/>
                  </a:lnTo>
                  <a:lnTo>
                    <a:pt x="2959474" y="2351217"/>
                  </a:lnTo>
                  <a:lnTo>
                    <a:pt x="2959661" y="2352868"/>
                  </a:lnTo>
                  <a:lnTo>
                    <a:pt x="2959848" y="2354369"/>
                  </a:lnTo>
                  <a:lnTo>
                    <a:pt x="2960035" y="2355727"/>
                  </a:lnTo>
                  <a:lnTo>
                    <a:pt x="2960221" y="2356418"/>
                  </a:lnTo>
                  <a:lnTo>
                    <a:pt x="2960408" y="2357251"/>
                  </a:lnTo>
                  <a:lnTo>
                    <a:pt x="2960595" y="2358181"/>
                  </a:lnTo>
                  <a:lnTo>
                    <a:pt x="2960782" y="2358913"/>
                  </a:lnTo>
                  <a:lnTo>
                    <a:pt x="2960969" y="2359841"/>
                  </a:lnTo>
                  <a:lnTo>
                    <a:pt x="2961156" y="2360541"/>
                  </a:lnTo>
                  <a:lnTo>
                    <a:pt x="2961343" y="2361293"/>
                  </a:lnTo>
                  <a:lnTo>
                    <a:pt x="2961530" y="2362134"/>
                  </a:lnTo>
                  <a:lnTo>
                    <a:pt x="2961717" y="2362866"/>
                  </a:lnTo>
                  <a:lnTo>
                    <a:pt x="2961904" y="2363340"/>
                  </a:lnTo>
                  <a:lnTo>
                    <a:pt x="2962091" y="2364029"/>
                  </a:lnTo>
                  <a:lnTo>
                    <a:pt x="2962278" y="2364684"/>
                  </a:lnTo>
                  <a:lnTo>
                    <a:pt x="2962464" y="2365479"/>
                  </a:lnTo>
                  <a:lnTo>
                    <a:pt x="2962651" y="2366466"/>
                  </a:lnTo>
                  <a:lnTo>
                    <a:pt x="2962838" y="2367651"/>
                  </a:lnTo>
                  <a:lnTo>
                    <a:pt x="2963025" y="2368861"/>
                  </a:lnTo>
                  <a:lnTo>
                    <a:pt x="2963212" y="2369939"/>
                  </a:lnTo>
                  <a:lnTo>
                    <a:pt x="2963399" y="2371532"/>
                  </a:lnTo>
                  <a:lnTo>
                    <a:pt x="2963586" y="2373003"/>
                  </a:lnTo>
                  <a:lnTo>
                    <a:pt x="2963773" y="2374162"/>
                  </a:lnTo>
                  <a:lnTo>
                    <a:pt x="2963960" y="2374949"/>
                  </a:lnTo>
                  <a:lnTo>
                    <a:pt x="2964147" y="2375462"/>
                  </a:lnTo>
                  <a:lnTo>
                    <a:pt x="2964334" y="2375843"/>
                  </a:lnTo>
                  <a:lnTo>
                    <a:pt x="2964521" y="2376206"/>
                  </a:lnTo>
                  <a:lnTo>
                    <a:pt x="2964708" y="2376671"/>
                  </a:lnTo>
                  <a:lnTo>
                    <a:pt x="2964894" y="2377370"/>
                  </a:lnTo>
                  <a:lnTo>
                    <a:pt x="2965081" y="2377853"/>
                  </a:lnTo>
                  <a:lnTo>
                    <a:pt x="2965268" y="2378102"/>
                  </a:lnTo>
                  <a:lnTo>
                    <a:pt x="2965455" y="2378228"/>
                  </a:lnTo>
                  <a:lnTo>
                    <a:pt x="2965642" y="2378087"/>
                  </a:lnTo>
                  <a:lnTo>
                    <a:pt x="2965829" y="2377813"/>
                  </a:lnTo>
                  <a:lnTo>
                    <a:pt x="2966016" y="2377524"/>
                  </a:lnTo>
                  <a:lnTo>
                    <a:pt x="2966203" y="2377222"/>
                  </a:lnTo>
                  <a:lnTo>
                    <a:pt x="2966390" y="2377135"/>
                  </a:lnTo>
                  <a:lnTo>
                    <a:pt x="2966577" y="2377070"/>
                  </a:lnTo>
                  <a:lnTo>
                    <a:pt x="2966764" y="2377011"/>
                  </a:lnTo>
                  <a:lnTo>
                    <a:pt x="2966951" y="2377506"/>
                  </a:lnTo>
                  <a:lnTo>
                    <a:pt x="2967137" y="2377902"/>
                  </a:lnTo>
                  <a:lnTo>
                    <a:pt x="2967324" y="2378067"/>
                  </a:lnTo>
                  <a:lnTo>
                    <a:pt x="2967511" y="2378092"/>
                  </a:lnTo>
                  <a:lnTo>
                    <a:pt x="2967698" y="2377762"/>
                  </a:lnTo>
                  <a:lnTo>
                    <a:pt x="2967885" y="2377654"/>
                  </a:lnTo>
                  <a:lnTo>
                    <a:pt x="2968072" y="2377654"/>
                  </a:lnTo>
                  <a:lnTo>
                    <a:pt x="2968259" y="2377687"/>
                  </a:lnTo>
                  <a:lnTo>
                    <a:pt x="2968446" y="2378141"/>
                  </a:lnTo>
                  <a:lnTo>
                    <a:pt x="2968633" y="2378702"/>
                  </a:lnTo>
                  <a:lnTo>
                    <a:pt x="2968820" y="2379230"/>
                  </a:lnTo>
                  <a:lnTo>
                    <a:pt x="2969007" y="2379544"/>
                  </a:lnTo>
                  <a:lnTo>
                    <a:pt x="2969194" y="2379709"/>
                  </a:lnTo>
                  <a:lnTo>
                    <a:pt x="2969381" y="2379957"/>
                  </a:lnTo>
                  <a:lnTo>
                    <a:pt x="2969567" y="2380328"/>
                  </a:lnTo>
                  <a:lnTo>
                    <a:pt x="2969754" y="2381186"/>
                  </a:lnTo>
                  <a:lnTo>
                    <a:pt x="2969941" y="2382440"/>
                  </a:lnTo>
                  <a:lnTo>
                    <a:pt x="2970128" y="2383926"/>
                  </a:lnTo>
                  <a:lnTo>
                    <a:pt x="2970315" y="2385411"/>
                  </a:lnTo>
                  <a:lnTo>
                    <a:pt x="2970502" y="2386896"/>
                  </a:lnTo>
                  <a:lnTo>
                    <a:pt x="2970689" y="2388299"/>
                  </a:lnTo>
                  <a:lnTo>
                    <a:pt x="2970876" y="2389619"/>
                  </a:lnTo>
                  <a:lnTo>
                    <a:pt x="2971063" y="2391220"/>
                  </a:lnTo>
                  <a:lnTo>
                    <a:pt x="2971250" y="2392704"/>
                  </a:lnTo>
                  <a:lnTo>
                    <a:pt x="2971437" y="2394248"/>
                  </a:lnTo>
                  <a:lnTo>
                    <a:pt x="2971624" y="2396014"/>
                  </a:lnTo>
                  <a:lnTo>
                    <a:pt x="2971811" y="2397807"/>
                  </a:lnTo>
                  <a:lnTo>
                    <a:pt x="2971997" y="2399558"/>
                  </a:lnTo>
                  <a:lnTo>
                    <a:pt x="2972184" y="2401158"/>
                  </a:lnTo>
                  <a:lnTo>
                    <a:pt x="2972371" y="2402555"/>
                  </a:lnTo>
                  <a:lnTo>
                    <a:pt x="2972558" y="2403363"/>
                  </a:lnTo>
                  <a:lnTo>
                    <a:pt x="2972745" y="2403711"/>
                  </a:lnTo>
                  <a:lnTo>
                    <a:pt x="2972932" y="2403910"/>
                  </a:lnTo>
                  <a:lnTo>
                    <a:pt x="2973119" y="2403808"/>
                  </a:lnTo>
                  <a:lnTo>
                    <a:pt x="2973306" y="2403627"/>
                  </a:lnTo>
                  <a:lnTo>
                    <a:pt x="2973493" y="2403198"/>
                  </a:lnTo>
                  <a:lnTo>
                    <a:pt x="2973680" y="2402637"/>
                  </a:lnTo>
                  <a:lnTo>
                    <a:pt x="2973867" y="2401787"/>
                  </a:lnTo>
                  <a:lnTo>
                    <a:pt x="2974054" y="2400715"/>
                  </a:lnTo>
                  <a:lnTo>
                    <a:pt x="2974240" y="2398825"/>
                  </a:lnTo>
                  <a:lnTo>
                    <a:pt x="2974427" y="2396713"/>
                  </a:lnTo>
                  <a:lnTo>
                    <a:pt x="2974614" y="2394683"/>
                  </a:lnTo>
                  <a:lnTo>
                    <a:pt x="2974801" y="2392768"/>
                  </a:lnTo>
                  <a:lnTo>
                    <a:pt x="2974988" y="2391110"/>
                  </a:lnTo>
                  <a:lnTo>
                    <a:pt x="2975175" y="2389674"/>
                  </a:lnTo>
                  <a:lnTo>
                    <a:pt x="2975362" y="2388494"/>
                  </a:lnTo>
                  <a:lnTo>
                    <a:pt x="2975549" y="2387537"/>
                  </a:lnTo>
                  <a:lnTo>
                    <a:pt x="2975736" y="2386786"/>
                  </a:lnTo>
                  <a:lnTo>
                    <a:pt x="2975923" y="2386447"/>
                  </a:lnTo>
                  <a:lnTo>
                    <a:pt x="2976110" y="2386216"/>
                  </a:lnTo>
                  <a:lnTo>
                    <a:pt x="2976297" y="2386134"/>
                  </a:lnTo>
                  <a:lnTo>
                    <a:pt x="2976484" y="2386200"/>
                  </a:lnTo>
                  <a:lnTo>
                    <a:pt x="2976670" y="2386505"/>
                  </a:lnTo>
                  <a:lnTo>
                    <a:pt x="2976857" y="2386835"/>
                  </a:lnTo>
                  <a:lnTo>
                    <a:pt x="2977044" y="2387165"/>
                  </a:lnTo>
                  <a:lnTo>
                    <a:pt x="2977231" y="2387495"/>
                  </a:lnTo>
                  <a:lnTo>
                    <a:pt x="2977418" y="2387826"/>
                  </a:lnTo>
                  <a:lnTo>
                    <a:pt x="2977605" y="2388156"/>
                  </a:lnTo>
                  <a:lnTo>
                    <a:pt x="2977792" y="2388345"/>
                  </a:lnTo>
                  <a:lnTo>
                    <a:pt x="2977979" y="2388461"/>
                  </a:lnTo>
                  <a:lnTo>
                    <a:pt x="2978166" y="2388461"/>
                  </a:lnTo>
                  <a:lnTo>
                    <a:pt x="2978353" y="2388461"/>
                  </a:lnTo>
                  <a:lnTo>
                    <a:pt x="2978540" y="2388354"/>
                  </a:lnTo>
                  <a:lnTo>
                    <a:pt x="2978727" y="2388114"/>
                  </a:lnTo>
                  <a:lnTo>
                    <a:pt x="2978914" y="2387784"/>
                  </a:lnTo>
                  <a:lnTo>
                    <a:pt x="2979100" y="2387570"/>
                  </a:lnTo>
                  <a:lnTo>
                    <a:pt x="2979287" y="2387405"/>
                  </a:lnTo>
                  <a:lnTo>
                    <a:pt x="2979474" y="2387240"/>
                  </a:lnTo>
                  <a:lnTo>
                    <a:pt x="2979661" y="2387075"/>
                  </a:lnTo>
                  <a:lnTo>
                    <a:pt x="2979848" y="2386910"/>
                  </a:lnTo>
                  <a:lnTo>
                    <a:pt x="2980035" y="2386745"/>
                  </a:lnTo>
                  <a:lnTo>
                    <a:pt x="2980222" y="2386579"/>
                  </a:lnTo>
                  <a:lnTo>
                    <a:pt x="2980409" y="2386538"/>
                  </a:lnTo>
                  <a:lnTo>
                    <a:pt x="2980596" y="2386538"/>
                  </a:lnTo>
                  <a:lnTo>
                    <a:pt x="2980783" y="2386538"/>
                  </a:lnTo>
                  <a:lnTo>
                    <a:pt x="2980970" y="2386538"/>
                  </a:lnTo>
                  <a:lnTo>
                    <a:pt x="2981157" y="2386538"/>
                  </a:lnTo>
                  <a:lnTo>
                    <a:pt x="2981343" y="2386645"/>
                  </a:lnTo>
                  <a:lnTo>
                    <a:pt x="2981530" y="2386885"/>
                  </a:lnTo>
                  <a:lnTo>
                    <a:pt x="2981717" y="2387215"/>
                  </a:lnTo>
                  <a:lnTo>
                    <a:pt x="2981904" y="2387314"/>
                  </a:lnTo>
                  <a:lnTo>
                    <a:pt x="2982091" y="2387314"/>
                  </a:lnTo>
                  <a:lnTo>
                    <a:pt x="2982278" y="2387314"/>
                  </a:lnTo>
                  <a:lnTo>
                    <a:pt x="2982465" y="2387314"/>
                  </a:lnTo>
                  <a:lnTo>
                    <a:pt x="2982652" y="2387314"/>
                  </a:lnTo>
                  <a:lnTo>
                    <a:pt x="2982839" y="2387446"/>
                  </a:lnTo>
                  <a:lnTo>
                    <a:pt x="2983026" y="2387611"/>
                  </a:lnTo>
                  <a:lnTo>
                    <a:pt x="2983213" y="2387627"/>
                  </a:lnTo>
                  <a:lnTo>
                    <a:pt x="2983400" y="2387471"/>
                  </a:lnTo>
                  <a:lnTo>
                    <a:pt x="2983587" y="2387388"/>
                  </a:lnTo>
                  <a:lnTo>
                    <a:pt x="2983773" y="2387223"/>
                  </a:lnTo>
                  <a:lnTo>
                    <a:pt x="2983960" y="2387058"/>
                  </a:lnTo>
                  <a:lnTo>
                    <a:pt x="2984147" y="2386893"/>
                  </a:lnTo>
                  <a:lnTo>
                    <a:pt x="2984334" y="2386728"/>
                  </a:lnTo>
                  <a:lnTo>
                    <a:pt x="2984521" y="2386563"/>
                  </a:lnTo>
                  <a:lnTo>
                    <a:pt x="2984708" y="2386513"/>
                  </a:lnTo>
                  <a:lnTo>
                    <a:pt x="2984895" y="2386406"/>
                  </a:lnTo>
                  <a:lnTo>
                    <a:pt x="2985082" y="2386241"/>
                  </a:lnTo>
                  <a:lnTo>
                    <a:pt x="2985269" y="2386183"/>
                  </a:lnTo>
                  <a:lnTo>
                    <a:pt x="2985456" y="2386183"/>
                  </a:lnTo>
                  <a:lnTo>
                    <a:pt x="2985643" y="2386208"/>
                  </a:lnTo>
                  <a:lnTo>
                    <a:pt x="2985830" y="2386208"/>
                  </a:lnTo>
                  <a:lnTo>
                    <a:pt x="2986016" y="2386233"/>
                  </a:lnTo>
                  <a:lnTo>
                    <a:pt x="2986203" y="2386390"/>
                  </a:lnTo>
                  <a:lnTo>
                    <a:pt x="2986390" y="2386472"/>
                  </a:lnTo>
                  <a:lnTo>
                    <a:pt x="2986577" y="2386637"/>
                  </a:lnTo>
                  <a:lnTo>
                    <a:pt x="2986764" y="2386802"/>
                  </a:lnTo>
                  <a:lnTo>
                    <a:pt x="2986951" y="2386967"/>
                  </a:lnTo>
                  <a:lnTo>
                    <a:pt x="2987138" y="2387132"/>
                  </a:lnTo>
                  <a:lnTo>
                    <a:pt x="2987325" y="2387297"/>
                  </a:lnTo>
                  <a:lnTo>
                    <a:pt x="2987512" y="2387462"/>
                  </a:lnTo>
                  <a:lnTo>
                    <a:pt x="2987699" y="2387735"/>
                  </a:lnTo>
                  <a:lnTo>
                    <a:pt x="2987886" y="2388065"/>
                  </a:lnTo>
                  <a:lnTo>
                    <a:pt x="2988073" y="2388288"/>
                  </a:lnTo>
                  <a:lnTo>
                    <a:pt x="2988260" y="2388453"/>
                  </a:lnTo>
                  <a:lnTo>
                    <a:pt x="2988446" y="2388461"/>
                  </a:lnTo>
                  <a:lnTo>
                    <a:pt x="2988633" y="2388519"/>
                  </a:lnTo>
                  <a:lnTo>
                    <a:pt x="2988820" y="2388684"/>
                  </a:lnTo>
                  <a:lnTo>
                    <a:pt x="2989007" y="2388758"/>
                  </a:lnTo>
                  <a:lnTo>
                    <a:pt x="2989194" y="2388758"/>
                  </a:lnTo>
                  <a:lnTo>
                    <a:pt x="2989381" y="2388758"/>
                  </a:lnTo>
                  <a:lnTo>
                    <a:pt x="2989568" y="2388758"/>
                  </a:lnTo>
                  <a:lnTo>
                    <a:pt x="2989755" y="2388758"/>
                  </a:lnTo>
                  <a:lnTo>
                    <a:pt x="2989942" y="2388816"/>
                  </a:lnTo>
                  <a:lnTo>
                    <a:pt x="2990129" y="2388832"/>
                  </a:lnTo>
                  <a:lnTo>
                    <a:pt x="2990316" y="2388411"/>
                  </a:lnTo>
                  <a:lnTo>
                    <a:pt x="2990503" y="2387982"/>
                  </a:lnTo>
                  <a:lnTo>
                    <a:pt x="2990690" y="2387636"/>
                  </a:lnTo>
                  <a:lnTo>
                    <a:pt x="2990876" y="2387306"/>
                  </a:lnTo>
                  <a:lnTo>
                    <a:pt x="2991063" y="2386976"/>
                  </a:lnTo>
                  <a:lnTo>
                    <a:pt x="2991250" y="2386571"/>
                  </a:lnTo>
                  <a:lnTo>
                    <a:pt x="2991437" y="2385895"/>
                  </a:lnTo>
                  <a:lnTo>
                    <a:pt x="2991624" y="2384995"/>
                  </a:lnTo>
                  <a:lnTo>
                    <a:pt x="2991811" y="2383988"/>
                  </a:lnTo>
                  <a:lnTo>
                    <a:pt x="2991998" y="2382998"/>
                  </a:lnTo>
                  <a:lnTo>
                    <a:pt x="2992185" y="2382008"/>
                  </a:lnTo>
                  <a:lnTo>
                    <a:pt x="2992372" y="2381018"/>
                  </a:lnTo>
                  <a:lnTo>
                    <a:pt x="2992559" y="2380028"/>
                  </a:lnTo>
                  <a:lnTo>
                    <a:pt x="2992746" y="2378938"/>
                  </a:lnTo>
                  <a:lnTo>
                    <a:pt x="2992933" y="2377767"/>
                  </a:lnTo>
                  <a:lnTo>
                    <a:pt x="2993119" y="2377532"/>
                  </a:lnTo>
                  <a:lnTo>
                    <a:pt x="2993306" y="2377335"/>
                  </a:lnTo>
                  <a:lnTo>
                    <a:pt x="2993493" y="2377002"/>
                  </a:lnTo>
                  <a:lnTo>
                    <a:pt x="2993680" y="2376558"/>
                  </a:lnTo>
                  <a:lnTo>
                    <a:pt x="2993867" y="2375934"/>
                  </a:lnTo>
                  <a:lnTo>
                    <a:pt x="2994054" y="2375238"/>
                  </a:lnTo>
                  <a:lnTo>
                    <a:pt x="2994241" y="2374421"/>
                  </a:lnTo>
                  <a:lnTo>
                    <a:pt x="2994428" y="2373541"/>
                  </a:lnTo>
                  <a:lnTo>
                    <a:pt x="2994615" y="2372752"/>
                  </a:lnTo>
                  <a:lnTo>
                    <a:pt x="2994802" y="2371735"/>
                  </a:lnTo>
                  <a:lnTo>
                    <a:pt x="2994989" y="2370591"/>
                  </a:lnTo>
                  <a:lnTo>
                    <a:pt x="2995176" y="2369315"/>
                  </a:lnTo>
                  <a:lnTo>
                    <a:pt x="2995363" y="2368021"/>
                  </a:lnTo>
                  <a:lnTo>
                    <a:pt x="2995549" y="2366757"/>
                  </a:lnTo>
                  <a:lnTo>
                    <a:pt x="2995736" y="2365565"/>
                  </a:lnTo>
                  <a:lnTo>
                    <a:pt x="2995923" y="2364259"/>
                  </a:lnTo>
                  <a:lnTo>
                    <a:pt x="2996110" y="2362895"/>
                  </a:lnTo>
                  <a:lnTo>
                    <a:pt x="2996297" y="2361513"/>
                  </a:lnTo>
                  <a:lnTo>
                    <a:pt x="2996484" y="2359583"/>
                  </a:lnTo>
                  <a:lnTo>
                    <a:pt x="2996671" y="2357899"/>
                  </a:lnTo>
                  <a:lnTo>
                    <a:pt x="2996858" y="2356389"/>
                  </a:lnTo>
                  <a:lnTo>
                    <a:pt x="2997045" y="2355259"/>
                  </a:lnTo>
                  <a:lnTo>
                    <a:pt x="2997232" y="2354524"/>
                  </a:lnTo>
                  <a:lnTo>
                    <a:pt x="2997419" y="2354103"/>
                  </a:lnTo>
                  <a:lnTo>
                    <a:pt x="2997606" y="2354054"/>
                  </a:lnTo>
                  <a:lnTo>
                    <a:pt x="2997793" y="2354178"/>
                  </a:lnTo>
                  <a:lnTo>
                    <a:pt x="2997979" y="2354483"/>
                  </a:lnTo>
                  <a:lnTo>
                    <a:pt x="2998166" y="2354887"/>
                  </a:lnTo>
                  <a:lnTo>
                    <a:pt x="2998353" y="2355382"/>
                  </a:lnTo>
                  <a:lnTo>
                    <a:pt x="2998540" y="2355869"/>
                  </a:lnTo>
                  <a:lnTo>
                    <a:pt x="2998727" y="2356364"/>
                  </a:lnTo>
                  <a:lnTo>
                    <a:pt x="2998914" y="2356769"/>
                  </a:lnTo>
                  <a:lnTo>
                    <a:pt x="2999101" y="2357090"/>
                  </a:lnTo>
                  <a:lnTo>
                    <a:pt x="2999288" y="2357255"/>
                  </a:lnTo>
                  <a:lnTo>
                    <a:pt x="2999475" y="2357421"/>
                  </a:lnTo>
                  <a:lnTo>
                    <a:pt x="2999662" y="2357586"/>
                  </a:lnTo>
                  <a:lnTo>
                    <a:pt x="2999849" y="2357693"/>
                  </a:lnTo>
                  <a:lnTo>
                    <a:pt x="3000036" y="2357602"/>
                  </a:lnTo>
                  <a:lnTo>
                    <a:pt x="3000222" y="2357272"/>
                  </a:lnTo>
                  <a:lnTo>
                    <a:pt x="3000409" y="2356942"/>
                  </a:lnTo>
                  <a:lnTo>
                    <a:pt x="3000596" y="2356612"/>
                  </a:lnTo>
                  <a:lnTo>
                    <a:pt x="3000783" y="2356298"/>
                  </a:lnTo>
                  <a:lnTo>
                    <a:pt x="3000970" y="2356059"/>
                  </a:lnTo>
                  <a:lnTo>
                    <a:pt x="3001157" y="2355729"/>
                  </a:lnTo>
                  <a:lnTo>
                    <a:pt x="3001344" y="2355382"/>
                  </a:lnTo>
                  <a:lnTo>
                    <a:pt x="3001531" y="2355217"/>
                  </a:lnTo>
                  <a:lnTo>
                    <a:pt x="3001718" y="2355143"/>
                  </a:lnTo>
                  <a:lnTo>
                    <a:pt x="3001905" y="2355151"/>
                  </a:lnTo>
                  <a:lnTo>
                    <a:pt x="3002092" y="2355316"/>
                  </a:lnTo>
                  <a:lnTo>
                    <a:pt x="3002279" y="2355481"/>
                  </a:lnTo>
                  <a:lnTo>
                    <a:pt x="3002466" y="2355646"/>
                  </a:lnTo>
                  <a:lnTo>
                    <a:pt x="3002652" y="2355811"/>
                  </a:lnTo>
                  <a:lnTo>
                    <a:pt x="3002839" y="2356117"/>
                  </a:lnTo>
                  <a:lnTo>
                    <a:pt x="3003026" y="2356612"/>
                  </a:lnTo>
                  <a:lnTo>
                    <a:pt x="3003213" y="2357173"/>
                  </a:lnTo>
                  <a:lnTo>
                    <a:pt x="3003400" y="2357833"/>
                  </a:lnTo>
                  <a:lnTo>
                    <a:pt x="3003587" y="2358477"/>
                  </a:lnTo>
                  <a:lnTo>
                    <a:pt x="3003774" y="2358972"/>
                  </a:lnTo>
                  <a:lnTo>
                    <a:pt x="3003961" y="2359467"/>
                  </a:lnTo>
                  <a:lnTo>
                    <a:pt x="3004148" y="2360012"/>
                  </a:lnTo>
                  <a:lnTo>
                    <a:pt x="3004335" y="2360507"/>
                  </a:lnTo>
                  <a:lnTo>
                    <a:pt x="3004522" y="2360936"/>
                  </a:lnTo>
                  <a:lnTo>
                    <a:pt x="3004709" y="2361596"/>
                  </a:lnTo>
                  <a:lnTo>
                    <a:pt x="3004895" y="2362256"/>
                  </a:lnTo>
                  <a:lnTo>
                    <a:pt x="3005082" y="2362916"/>
                  </a:lnTo>
                  <a:lnTo>
                    <a:pt x="3005269" y="2363576"/>
                  </a:lnTo>
                  <a:lnTo>
                    <a:pt x="3005456" y="2364237"/>
                  </a:lnTo>
                  <a:lnTo>
                    <a:pt x="3005643" y="2364732"/>
                  </a:lnTo>
                  <a:lnTo>
                    <a:pt x="3005830" y="2364847"/>
                  </a:lnTo>
                  <a:lnTo>
                    <a:pt x="3006017" y="2364781"/>
                  </a:lnTo>
                  <a:lnTo>
                    <a:pt x="3006204" y="2364616"/>
                  </a:lnTo>
                  <a:lnTo>
                    <a:pt x="3006391" y="2364558"/>
                  </a:lnTo>
                  <a:lnTo>
                    <a:pt x="3006578" y="2364558"/>
                  </a:lnTo>
                  <a:lnTo>
                    <a:pt x="3006765" y="2364558"/>
                  </a:lnTo>
                  <a:lnTo>
                    <a:pt x="3006952" y="2364558"/>
                  </a:lnTo>
                  <a:lnTo>
                    <a:pt x="3007139" y="2364558"/>
                  </a:lnTo>
                  <a:lnTo>
                    <a:pt x="3007325" y="2364624"/>
                  </a:lnTo>
                  <a:lnTo>
                    <a:pt x="3007512" y="2364459"/>
                  </a:lnTo>
                  <a:lnTo>
                    <a:pt x="3007699" y="2364278"/>
                  </a:lnTo>
                  <a:lnTo>
                    <a:pt x="3007886" y="2363948"/>
                  </a:lnTo>
                  <a:lnTo>
                    <a:pt x="3008073" y="2363618"/>
                  </a:lnTo>
                  <a:lnTo>
                    <a:pt x="3008260" y="2363288"/>
                  </a:lnTo>
                  <a:lnTo>
                    <a:pt x="3008447" y="2362694"/>
                  </a:lnTo>
                  <a:lnTo>
                    <a:pt x="3008634" y="2362290"/>
                  </a:lnTo>
                  <a:lnTo>
                    <a:pt x="3008821" y="2361977"/>
                  </a:lnTo>
                  <a:lnTo>
                    <a:pt x="3009008" y="2361663"/>
                  </a:lnTo>
                  <a:lnTo>
                    <a:pt x="3009195" y="2361075"/>
                  </a:lnTo>
                  <a:lnTo>
                    <a:pt x="3009382" y="2360479"/>
                  </a:lnTo>
                  <a:lnTo>
                    <a:pt x="3009569" y="2360010"/>
                  </a:lnTo>
                  <a:lnTo>
                    <a:pt x="3009755" y="2359727"/>
                  </a:lnTo>
                  <a:lnTo>
                    <a:pt x="3009942" y="2359880"/>
                  </a:lnTo>
                  <a:lnTo>
                    <a:pt x="3010129" y="2360232"/>
                  </a:lnTo>
                  <a:lnTo>
                    <a:pt x="3010316" y="2360767"/>
                  </a:lnTo>
                  <a:lnTo>
                    <a:pt x="3010503" y="2361615"/>
                  </a:lnTo>
                  <a:lnTo>
                    <a:pt x="3010690" y="2362552"/>
                  </a:lnTo>
                  <a:lnTo>
                    <a:pt x="3010877" y="2363460"/>
                  </a:lnTo>
                  <a:lnTo>
                    <a:pt x="3011064" y="2364446"/>
                  </a:lnTo>
                  <a:lnTo>
                    <a:pt x="3011251" y="2365582"/>
                  </a:lnTo>
                  <a:lnTo>
                    <a:pt x="3011438" y="2366817"/>
                  </a:lnTo>
                  <a:lnTo>
                    <a:pt x="3011625" y="2368795"/>
                  </a:lnTo>
                  <a:lnTo>
                    <a:pt x="3011812" y="2370774"/>
                  </a:lnTo>
                  <a:lnTo>
                    <a:pt x="3011998" y="2372841"/>
                  </a:lnTo>
                  <a:lnTo>
                    <a:pt x="3012185" y="2374829"/>
                  </a:lnTo>
                  <a:lnTo>
                    <a:pt x="3012372" y="2376643"/>
                  </a:lnTo>
                  <a:lnTo>
                    <a:pt x="3012559" y="2378201"/>
                  </a:lnTo>
                  <a:lnTo>
                    <a:pt x="3012746" y="2379614"/>
                  </a:lnTo>
                  <a:lnTo>
                    <a:pt x="3012933" y="2380777"/>
                  </a:lnTo>
                  <a:lnTo>
                    <a:pt x="3013120" y="2381362"/>
                  </a:lnTo>
                  <a:lnTo>
                    <a:pt x="3013307" y="2381536"/>
                  </a:lnTo>
                  <a:lnTo>
                    <a:pt x="3013494" y="2381577"/>
                  </a:lnTo>
                  <a:lnTo>
                    <a:pt x="3013681" y="2381602"/>
                  </a:lnTo>
                  <a:lnTo>
                    <a:pt x="3013868" y="2381404"/>
                  </a:lnTo>
                  <a:lnTo>
                    <a:pt x="3014055" y="2381098"/>
                  </a:lnTo>
                  <a:lnTo>
                    <a:pt x="3014242" y="2380768"/>
                  </a:lnTo>
                  <a:lnTo>
                    <a:pt x="3014428" y="2380438"/>
                  </a:lnTo>
                  <a:lnTo>
                    <a:pt x="3014615" y="2380042"/>
                  </a:lnTo>
                  <a:lnTo>
                    <a:pt x="3014802" y="2379857"/>
                  </a:lnTo>
                  <a:lnTo>
                    <a:pt x="3014989" y="2379466"/>
                  </a:lnTo>
                  <a:lnTo>
                    <a:pt x="3015176" y="2378915"/>
                  </a:lnTo>
                  <a:lnTo>
                    <a:pt x="3015363" y="2378608"/>
                  </a:lnTo>
                  <a:lnTo>
                    <a:pt x="3015550" y="2378274"/>
                  </a:lnTo>
                  <a:lnTo>
                    <a:pt x="3015737" y="2377924"/>
                  </a:lnTo>
                  <a:lnTo>
                    <a:pt x="3015924" y="2377682"/>
                  </a:lnTo>
                  <a:lnTo>
                    <a:pt x="3016111" y="2377572"/>
                  </a:lnTo>
                  <a:lnTo>
                    <a:pt x="3016298" y="2377644"/>
                  </a:lnTo>
                  <a:lnTo>
                    <a:pt x="3016485" y="2377749"/>
                  </a:lnTo>
                  <a:lnTo>
                    <a:pt x="3016672" y="2377921"/>
                  </a:lnTo>
                  <a:lnTo>
                    <a:pt x="3016858" y="2378093"/>
                  </a:lnTo>
                  <a:lnTo>
                    <a:pt x="3017045" y="2378266"/>
                  </a:lnTo>
                  <a:lnTo>
                    <a:pt x="3017232" y="2378438"/>
                  </a:lnTo>
                  <a:lnTo>
                    <a:pt x="3017419" y="2378648"/>
                  </a:lnTo>
                  <a:lnTo>
                    <a:pt x="3017606" y="2378951"/>
                  </a:lnTo>
                  <a:lnTo>
                    <a:pt x="3017793" y="2379401"/>
                  </a:lnTo>
                  <a:lnTo>
                    <a:pt x="3017980" y="2379827"/>
                  </a:lnTo>
                  <a:lnTo>
                    <a:pt x="3018167" y="2379993"/>
                  </a:lnTo>
                  <a:lnTo>
                    <a:pt x="3018354" y="2380130"/>
                  </a:lnTo>
                  <a:lnTo>
                    <a:pt x="3018541" y="2380031"/>
                  </a:lnTo>
                  <a:lnTo>
                    <a:pt x="3018728" y="2379609"/>
                  </a:lnTo>
                  <a:lnTo>
                    <a:pt x="3018915" y="2378869"/>
                  </a:lnTo>
                  <a:lnTo>
                    <a:pt x="3019101" y="2377905"/>
                  </a:lnTo>
                  <a:lnTo>
                    <a:pt x="3019288" y="2376967"/>
                  </a:lnTo>
                  <a:lnTo>
                    <a:pt x="3019475" y="2375983"/>
                  </a:lnTo>
                  <a:lnTo>
                    <a:pt x="3019662" y="2374974"/>
                  </a:lnTo>
                  <a:lnTo>
                    <a:pt x="3019849" y="2373875"/>
                  </a:lnTo>
                  <a:lnTo>
                    <a:pt x="3020036" y="2372746"/>
                  </a:lnTo>
                  <a:lnTo>
                    <a:pt x="3020223" y="2371545"/>
                  </a:lnTo>
                  <a:lnTo>
                    <a:pt x="3020410" y="2370211"/>
                  </a:lnTo>
                  <a:lnTo>
                    <a:pt x="3020597" y="2368909"/>
                  </a:lnTo>
                  <a:lnTo>
                    <a:pt x="3020784" y="2367914"/>
                  </a:lnTo>
                  <a:lnTo>
                    <a:pt x="3020971" y="2367063"/>
                  </a:lnTo>
                  <a:lnTo>
                    <a:pt x="3021158" y="2366368"/>
                  </a:lnTo>
                  <a:lnTo>
                    <a:pt x="3021345" y="2365921"/>
                  </a:lnTo>
                  <a:lnTo>
                    <a:pt x="3021531" y="2365747"/>
                  </a:lnTo>
                  <a:lnTo>
                    <a:pt x="3021718" y="2365808"/>
                  </a:lnTo>
                  <a:lnTo>
                    <a:pt x="3021905" y="2366001"/>
                  </a:lnTo>
                  <a:lnTo>
                    <a:pt x="3022092" y="2366414"/>
                  </a:lnTo>
                  <a:lnTo>
                    <a:pt x="3022279" y="2367098"/>
                  </a:lnTo>
                  <a:lnTo>
                    <a:pt x="3022466" y="2367780"/>
                  </a:lnTo>
                  <a:lnTo>
                    <a:pt x="3022653" y="2368505"/>
                  </a:lnTo>
                  <a:lnTo>
                    <a:pt x="3022840" y="2369251"/>
                  </a:lnTo>
                  <a:lnTo>
                    <a:pt x="3023027" y="2370046"/>
                  </a:lnTo>
                  <a:lnTo>
                    <a:pt x="3023214" y="2370931"/>
                  </a:lnTo>
                  <a:lnTo>
                    <a:pt x="3023401" y="2371816"/>
                  </a:lnTo>
                  <a:lnTo>
                    <a:pt x="3023588" y="2372561"/>
                  </a:lnTo>
                  <a:lnTo>
                    <a:pt x="3023774" y="2373224"/>
                  </a:lnTo>
                  <a:lnTo>
                    <a:pt x="3023961" y="2373804"/>
                  </a:lnTo>
                  <a:lnTo>
                    <a:pt x="3024148" y="2374394"/>
                  </a:lnTo>
                  <a:lnTo>
                    <a:pt x="3024335" y="2374984"/>
                  </a:lnTo>
                  <a:lnTo>
                    <a:pt x="3024522" y="2375469"/>
                  </a:lnTo>
                  <a:lnTo>
                    <a:pt x="3024709" y="2375962"/>
                  </a:lnTo>
                  <a:lnTo>
                    <a:pt x="3024896" y="2376276"/>
                  </a:lnTo>
                  <a:lnTo>
                    <a:pt x="3025083" y="2376457"/>
                  </a:lnTo>
                  <a:lnTo>
                    <a:pt x="3025270" y="2376673"/>
                  </a:lnTo>
                  <a:lnTo>
                    <a:pt x="3025457" y="2376673"/>
                  </a:lnTo>
                  <a:lnTo>
                    <a:pt x="3025644" y="2376673"/>
                  </a:lnTo>
                  <a:lnTo>
                    <a:pt x="3025831" y="2376673"/>
                  </a:lnTo>
                  <a:lnTo>
                    <a:pt x="3026018" y="2376673"/>
                  </a:lnTo>
                  <a:lnTo>
                    <a:pt x="3026204" y="2376673"/>
                  </a:lnTo>
                  <a:lnTo>
                    <a:pt x="3026391" y="2376764"/>
                  </a:lnTo>
                  <a:lnTo>
                    <a:pt x="3026578" y="2376929"/>
                  </a:lnTo>
                  <a:lnTo>
                    <a:pt x="3026765" y="2377094"/>
                  </a:lnTo>
                  <a:lnTo>
                    <a:pt x="3026952" y="2377259"/>
                  </a:lnTo>
                  <a:lnTo>
                    <a:pt x="3027139" y="2377424"/>
                  </a:lnTo>
                  <a:lnTo>
                    <a:pt x="3027326" y="2377589"/>
                  </a:lnTo>
                  <a:lnTo>
                    <a:pt x="3027513" y="2377903"/>
                  </a:lnTo>
                  <a:lnTo>
                    <a:pt x="3027700" y="2378654"/>
                  </a:lnTo>
                  <a:lnTo>
                    <a:pt x="3027887" y="2379504"/>
                  </a:lnTo>
                  <a:lnTo>
                    <a:pt x="3028074" y="2380494"/>
                  </a:lnTo>
                  <a:lnTo>
                    <a:pt x="3028261" y="2381484"/>
                  </a:lnTo>
                  <a:lnTo>
                    <a:pt x="3028448" y="2382474"/>
                  </a:lnTo>
                  <a:lnTo>
                    <a:pt x="3028634" y="2383539"/>
                  </a:lnTo>
                  <a:lnTo>
                    <a:pt x="3028821" y="2384974"/>
                  </a:lnTo>
                  <a:lnTo>
                    <a:pt x="3029008" y="2386534"/>
                  </a:lnTo>
                  <a:lnTo>
                    <a:pt x="3029195" y="2388201"/>
                  </a:lnTo>
                  <a:lnTo>
                    <a:pt x="3029382" y="2389851"/>
                  </a:lnTo>
                  <a:lnTo>
                    <a:pt x="3029569" y="2391370"/>
                  </a:lnTo>
                  <a:lnTo>
                    <a:pt x="3029756" y="2392855"/>
                  </a:lnTo>
                  <a:lnTo>
                    <a:pt x="3029943" y="2394340"/>
                  </a:lnTo>
                  <a:lnTo>
                    <a:pt x="3030130" y="2395867"/>
                  </a:lnTo>
                  <a:lnTo>
                    <a:pt x="3030317" y="2397369"/>
                  </a:lnTo>
                  <a:lnTo>
                    <a:pt x="3030504" y="2397933"/>
                  </a:lnTo>
                  <a:lnTo>
                    <a:pt x="3030691" y="2398370"/>
                  </a:lnTo>
                  <a:lnTo>
                    <a:pt x="3030877" y="2398720"/>
                  </a:lnTo>
                  <a:lnTo>
                    <a:pt x="3031064" y="2398866"/>
                  </a:lnTo>
                  <a:lnTo>
                    <a:pt x="3031251" y="2399135"/>
                  </a:lnTo>
                  <a:lnTo>
                    <a:pt x="3031438" y="2399337"/>
                  </a:lnTo>
                  <a:lnTo>
                    <a:pt x="3031625" y="2399502"/>
                  </a:lnTo>
                  <a:lnTo>
                    <a:pt x="3031812" y="2399721"/>
                  </a:lnTo>
                  <a:lnTo>
                    <a:pt x="3031999" y="2399850"/>
                  </a:lnTo>
                  <a:lnTo>
                    <a:pt x="3032186" y="2400207"/>
                  </a:lnTo>
                  <a:lnTo>
                    <a:pt x="3032373" y="2400823"/>
                  </a:lnTo>
                  <a:lnTo>
                    <a:pt x="3032560" y="2401604"/>
                  </a:lnTo>
                  <a:lnTo>
                    <a:pt x="3032747" y="2402402"/>
                  </a:lnTo>
                  <a:lnTo>
                    <a:pt x="3032934" y="2403171"/>
                  </a:lnTo>
                  <a:lnTo>
                    <a:pt x="3033121" y="2403868"/>
                  </a:lnTo>
                  <a:lnTo>
                    <a:pt x="3033307" y="2404680"/>
                  </a:lnTo>
                  <a:lnTo>
                    <a:pt x="3033494" y="2405506"/>
                  </a:lnTo>
                  <a:lnTo>
                    <a:pt x="3033681" y="2406228"/>
                  </a:lnTo>
                  <a:lnTo>
                    <a:pt x="3033868" y="2407796"/>
                  </a:lnTo>
                  <a:lnTo>
                    <a:pt x="3034055" y="2409174"/>
                  </a:lnTo>
                  <a:lnTo>
                    <a:pt x="3034242" y="2410519"/>
                  </a:lnTo>
                  <a:lnTo>
                    <a:pt x="3034429" y="2411468"/>
                  </a:lnTo>
                  <a:lnTo>
                    <a:pt x="3034616" y="2412128"/>
                  </a:lnTo>
                  <a:lnTo>
                    <a:pt x="3034803" y="2412714"/>
                  </a:lnTo>
                  <a:lnTo>
                    <a:pt x="3034990" y="2412871"/>
                  </a:lnTo>
                  <a:lnTo>
                    <a:pt x="3035177" y="2412590"/>
                  </a:lnTo>
                  <a:lnTo>
                    <a:pt x="3035364" y="2412120"/>
                  </a:lnTo>
                  <a:lnTo>
                    <a:pt x="3035551" y="2411584"/>
                  </a:lnTo>
                  <a:lnTo>
                    <a:pt x="3035737" y="2410923"/>
                  </a:lnTo>
                  <a:lnTo>
                    <a:pt x="3035924" y="2410272"/>
                  </a:lnTo>
                  <a:lnTo>
                    <a:pt x="3036111" y="2409405"/>
                  </a:lnTo>
                  <a:lnTo>
                    <a:pt x="3036298" y="2408250"/>
                  </a:lnTo>
                  <a:lnTo>
                    <a:pt x="3036485" y="2407202"/>
                  </a:lnTo>
                  <a:lnTo>
                    <a:pt x="3036672" y="2405552"/>
                  </a:lnTo>
                  <a:lnTo>
                    <a:pt x="3036859" y="2403728"/>
                  </a:lnTo>
                  <a:lnTo>
                    <a:pt x="3037046" y="2401640"/>
                  </a:lnTo>
                  <a:lnTo>
                    <a:pt x="3037233" y="2399569"/>
                  </a:lnTo>
                  <a:lnTo>
                    <a:pt x="3037420" y="2397531"/>
                  </a:lnTo>
                  <a:lnTo>
                    <a:pt x="3037607" y="2395385"/>
                  </a:lnTo>
                  <a:lnTo>
                    <a:pt x="3037794" y="2392959"/>
                  </a:lnTo>
                  <a:lnTo>
                    <a:pt x="3037980" y="2390624"/>
                  </a:lnTo>
                  <a:lnTo>
                    <a:pt x="3038167" y="2387983"/>
                  </a:lnTo>
                  <a:lnTo>
                    <a:pt x="3038354" y="2385227"/>
                  </a:lnTo>
                  <a:lnTo>
                    <a:pt x="3038541" y="2382455"/>
                  </a:lnTo>
                  <a:lnTo>
                    <a:pt x="3038728" y="2379732"/>
                  </a:lnTo>
                  <a:lnTo>
                    <a:pt x="3038915" y="2377132"/>
                  </a:lnTo>
                  <a:lnTo>
                    <a:pt x="3039102" y="2374863"/>
                  </a:lnTo>
                  <a:lnTo>
                    <a:pt x="3039289" y="2372610"/>
                  </a:lnTo>
                  <a:lnTo>
                    <a:pt x="3039476" y="2370811"/>
                  </a:lnTo>
                  <a:lnTo>
                    <a:pt x="3039663" y="2368889"/>
                  </a:lnTo>
                  <a:lnTo>
                    <a:pt x="3039850" y="2367024"/>
                  </a:lnTo>
                  <a:lnTo>
                    <a:pt x="3040037" y="2365208"/>
                  </a:lnTo>
                  <a:lnTo>
                    <a:pt x="3040224" y="2363451"/>
                  </a:lnTo>
                  <a:lnTo>
                    <a:pt x="3040410" y="2361718"/>
                  </a:lnTo>
                  <a:lnTo>
                    <a:pt x="3040597" y="2360158"/>
                  </a:lnTo>
                  <a:lnTo>
                    <a:pt x="3040784" y="2358574"/>
                  </a:lnTo>
                  <a:lnTo>
                    <a:pt x="3040971" y="2357179"/>
                  </a:lnTo>
                  <a:lnTo>
                    <a:pt x="3041158" y="2355677"/>
                  </a:lnTo>
                  <a:lnTo>
                    <a:pt x="3041345" y="2354761"/>
                  </a:lnTo>
                  <a:lnTo>
                    <a:pt x="3041532" y="2353571"/>
                  </a:lnTo>
                  <a:lnTo>
                    <a:pt x="3041719" y="2352301"/>
                  </a:lnTo>
                  <a:lnTo>
                    <a:pt x="3041906" y="2351103"/>
                  </a:lnTo>
                  <a:lnTo>
                    <a:pt x="3042093" y="2349949"/>
                  </a:lnTo>
                  <a:lnTo>
                    <a:pt x="3042280" y="2348760"/>
                  </a:lnTo>
                  <a:lnTo>
                    <a:pt x="3042467" y="2347715"/>
                  </a:lnTo>
                  <a:lnTo>
                    <a:pt x="3042653" y="2346821"/>
                  </a:lnTo>
                  <a:lnTo>
                    <a:pt x="3042840" y="2345932"/>
                  </a:lnTo>
                  <a:lnTo>
                    <a:pt x="3043027" y="2345068"/>
                  </a:lnTo>
                  <a:lnTo>
                    <a:pt x="3043214" y="2344454"/>
                  </a:lnTo>
                  <a:lnTo>
                    <a:pt x="3043401" y="2344076"/>
                  </a:lnTo>
                  <a:lnTo>
                    <a:pt x="3043588" y="2343842"/>
                  </a:lnTo>
                  <a:lnTo>
                    <a:pt x="3043775" y="2343699"/>
                  </a:lnTo>
                  <a:lnTo>
                    <a:pt x="3043962" y="2343741"/>
                  </a:lnTo>
                  <a:lnTo>
                    <a:pt x="3044149" y="2343776"/>
                  </a:lnTo>
                  <a:lnTo>
                    <a:pt x="3044336" y="2344023"/>
                  </a:lnTo>
                  <a:lnTo>
                    <a:pt x="3044523" y="2344195"/>
                  </a:lnTo>
                  <a:lnTo>
                    <a:pt x="3044710" y="2344277"/>
                  </a:lnTo>
                  <a:lnTo>
                    <a:pt x="3044897" y="2344326"/>
                  </a:lnTo>
                  <a:lnTo>
                    <a:pt x="3045083" y="2344244"/>
                  </a:lnTo>
                  <a:lnTo>
                    <a:pt x="3045270" y="2344393"/>
                  </a:lnTo>
                  <a:lnTo>
                    <a:pt x="3045457" y="2344393"/>
                  </a:lnTo>
                  <a:lnTo>
                    <a:pt x="3045644" y="2344393"/>
                  </a:lnTo>
                  <a:lnTo>
                    <a:pt x="3045831" y="2344211"/>
                  </a:lnTo>
                  <a:lnTo>
                    <a:pt x="3046018" y="2343831"/>
                  </a:lnTo>
                  <a:lnTo>
                    <a:pt x="3046205" y="2343336"/>
                  </a:lnTo>
                  <a:lnTo>
                    <a:pt x="3046392" y="2342841"/>
                  </a:lnTo>
                  <a:lnTo>
                    <a:pt x="3046579" y="2342627"/>
                  </a:lnTo>
                  <a:lnTo>
                    <a:pt x="3046766" y="2342429"/>
                  </a:lnTo>
                  <a:lnTo>
                    <a:pt x="3046953" y="2342264"/>
                  </a:lnTo>
                  <a:lnTo>
                    <a:pt x="3047140" y="2342041"/>
                  </a:lnTo>
                  <a:lnTo>
                    <a:pt x="3047327" y="2341517"/>
                  </a:lnTo>
                  <a:lnTo>
                    <a:pt x="3047513" y="2340981"/>
                  </a:lnTo>
                  <a:lnTo>
                    <a:pt x="3047700" y="2340413"/>
                  </a:lnTo>
                  <a:lnTo>
                    <a:pt x="3047887" y="2339684"/>
                  </a:lnTo>
                  <a:lnTo>
                    <a:pt x="3048074" y="2338778"/>
                  </a:lnTo>
                  <a:lnTo>
                    <a:pt x="3048261" y="2338159"/>
                  </a:lnTo>
                  <a:lnTo>
                    <a:pt x="3048448" y="2337569"/>
                  </a:lnTo>
                  <a:lnTo>
                    <a:pt x="3048635" y="2337233"/>
                  </a:lnTo>
                  <a:lnTo>
                    <a:pt x="3048822" y="2336782"/>
                  </a:lnTo>
                  <a:lnTo>
                    <a:pt x="3049009" y="2336289"/>
                  </a:lnTo>
                  <a:lnTo>
                    <a:pt x="3049196" y="2335639"/>
                  </a:lnTo>
                  <a:lnTo>
                    <a:pt x="3049383" y="2334777"/>
                  </a:lnTo>
                  <a:lnTo>
                    <a:pt x="3049570" y="2333919"/>
                  </a:lnTo>
                  <a:lnTo>
                    <a:pt x="3049756" y="2333186"/>
                  </a:lnTo>
                  <a:lnTo>
                    <a:pt x="3049943" y="2332444"/>
                  </a:lnTo>
                  <a:lnTo>
                    <a:pt x="3050130" y="2331717"/>
                  </a:lnTo>
                  <a:lnTo>
                    <a:pt x="3050317" y="2330860"/>
                  </a:lnTo>
                  <a:lnTo>
                    <a:pt x="3050504" y="2330364"/>
                  </a:lnTo>
                  <a:lnTo>
                    <a:pt x="3050691" y="2330018"/>
                  </a:lnTo>
                  <a:lnTo>
                    <a:pt x="3050878" y="2329878"/>
                  </a:lnTo>
                  <a:lnTo>
                    <a:pt x="3051065" y="2329605"/>
                  </a:lnTo>
                  <a:lnTo>
                    <a:pt x="3051252" y="2329407"/>
                  </a:lnTo>
                  <a:lnTo>
                    <a:pt x="3051439" y="2329077"/>
                  </a:lnTo>
                  <a:lnTo>
                    <a:pt x="3051626" y="2328871"/>
                  </a:lnTo>
                  <a:lnTo>
                    <a:pt x="3051813" y="2328706"/>
                  </a:lnTo>
                  <a:lnTo>
                    <a:pt x="3052000" y="2328764"/>
                  </a:lnTo>
                  <a:lnTo>
                    <a:pt x="3052186" y="2328619"/>
                  </a:lnTo>
                  <a:lnTo>
                    <a:pt x="3052373" y="2328680"/>
                  </a:lnTo>
                  <a:lnTo>
                    <a:pt x="3052560" y="2328901"/>
                  </a:lnTo>
                  <a:lnTo>
                    <a:pt x="3052747" y="2328943"/>
                  </a:lnTo>
                  <a:lnTo>
                    <a:pt x="3052934" y="2329113"/>
                  </a:lnTo>
                  <a:lnTo>
                    <a:pt x="3053121" y="2329454"/>
                  </a:lnTo>
                  <a:lnTo>
                    <a:pt x="3053308" y="2329803"/>
                  </a:lnTo>
                  <a:lnTo>
                    <a:pt x="3053495" y="2330152"/>
                  </a:lnTo>
                  <a:lnTo>
                    <a:pt x="3053682" y="2330411"/>
                  </a:lnTo>
                  <a:lnTo>
                    <a:pt x="3053869" y="2330520"/>
                  </a:lnTo>
                  <a:lnTo>
                    <a:pt x="3054056" y="2330505"/>
                  </a:lnTo>
                  <a:lnTo>
                    <a:pt x="3054243" y="2330333"/>
                  </a:lnTo>
                  <a:lnTo>
                    <a:pt x="3054429" y="2330160"/>
                  </a:lnTo>
                  <a:lnTo>
                    <a:pt x="3054616" y="2329988"/>
                  </a:lnTo>
                  <a:lnTo>
                    <a:pt x="3054803" y="2329728"/>
                  </a:lnTo>
                  <a:lnTo>
                    <a:pt x="3054990" y="2329260"/>
                  </a:lnTo>
                  <a:lnTo>
                    <a:pt x="3055177" y="2328645"/>
                  </a:lnTo>
                  <a:lnTo>
                    <a:pt x="3055364" y="2327873"/>
                  </a:lnTo>
                  <a:lnTo>
                    <a:pt x="3055551" y="2327013"/>
                  </a:lnTo>
                  <a:lnTo>
                    <a:pt x="3055738" y="2326052"/>
                  </a:lnTo>
                  <a:lnTo>
                    <a:pt x="3055925" y="2325325"/>
                  </a:lnTo>
                  <a:lnTo>
                    <a:pt x="3056112" y="2324815"/>
                  </a:lnTo>
                  <a:lnTo>
                    <a:pt x="3056299" y="2324491"/>
                  </a:lnTo>
                  <a:lnTo>
                    <a:pt x="3056486" y="2324299"/>
                  </a:lnTo>
                  <a:lnTo>
                    <a:pt x="3056673" y="2324263"/>
                  </a:lnTo>
                  <a:lnTo>
                    <a:pt x="3056859" y="2324266"/>
                  </a:lnTo>
                  <a:lnTo>
                    <a:pt x="3057046" y="2324433"/>
                  </a:lnTo>
                  <a:lnTo>
                    <a:pt x="3057233" y="2324542"/>
                  </a:lnTo>
                  <a:lnTo>
                    <a:pt x="3057420" y="2324573"/>
                  </a:lnTo>
                  <a:lnTo>
                    <a:pt x="3057607" y="2324669"/>
                  </a:lnTo>
                  <a:lnTo>
                    <a:pt x="3057794" y="2325012"/>
                  </a:lnTo>
                  <a:lnTo>
                    <a:pt x="3057981" y="2325349"/>
                  </a:lnTo>
                  <a:lnTo>
                    <a:pt x="3058168" y="2325700"/>
                  </a:lnTo>
                  <a:lnTo>
                    <a:pt x="3058355" y="2326337"/>
                  </a:lnTo>
                  <a:lnTo>
                    <a:pt x="3058542" y="2327031"/>
                  </a:lnTo>
                  <a:lnTo>
                    <a:pt x="3058729" y="2327478"/>
                  </a:lnTo>
                  <a:lnTo>
                    <a:pt x="3058916" y="2327562"/>
                  </a:lnTo>
                  <a:lnTo>
                    <a:pt x="3059103" y="2327336"/>
                  </a:lnTo>
                  <a:lnTo>
                    <a:pt x="3059289" y="2326838"/>
                  </a:lnTo>
                  <a:lnTo>
                    <a:pt x="3059476" y="2326029"/>
                  </a:lnTo>
                  <a:lnTo>
                    <a:pt x="3059663" y="2325121"/>
                  </a:lnTo>
                  <a:lnTo>
                    <a:pt x="3059850" y="2324291"/>
                  </a:lnTo>
                  <a:lnTo>
                    <a:pt x="3060037" y="2323508"/>
                  </a:lnTo>
                  <a:lnTo>
                    <a:pt x="3060224" y="2322705"/>
                  </a:lnTo>
                  <a:lnTo>
                    <a:pt x="3060411" y="2321910"/>
                  </a:lnTo>
                  <a:lnTo>
                    <a:pt x="3060598" y="2321024"/>
                  </a:lnTo>
                  <a:lnTo>
                    <a:pt x="3060785" y="2319949"/>
                  </a:lnTo>
                  <a:lnTo>
                    <a:pt x="3060972" y="2318874"/>
                  </a:lnTo>
                  <a:lnTo>
                    <a:pt x="3061159" y="2317799"/>
                  </a:lnTo>
                  <a:lnTo>
                    <a:pt x="3061346" y="2316691"/>
                  </a:lnTo>
                  <a:lnTo>
                    <a:pt x="3061532" y="2315441"/>
                  </a:lnTo>
                  <a:lnTo>
                    <a:pt x="3061719" y="2314282"/>
                  </a:lnTo>
                  <a:lnTo>
                    <a:pt x="3061906" y="2313301"/>
                  </a:lnTo>
                  <a:lnTo>
                    <a:pt x="3062093" y="2312453"/>
                  </a:lnTo>
                  <a:lnTo>
                    <a:pt x="3062280" y="2311810"/>
                  </a:lnTo>
                  <a:lnTo>
                    <a:pt x="3062467" y="2311191"/>
                  </a:lnTo>
                  <a:lnTo>
                    <a:pt x="3062654" y="2310414"/>
                  </a:lnTo>
                  <a:lnTo>
                    <a:pt x="3062841" y="2309811"/>
                  </a:lnTo>
                  <a:lnTo>
                    <a:pt x="3063028" y="2309316"/>
                  </a:lnTo>
                  <a:lnTo>
                    <a:pt x="3063215" y="2308821"/>
                  </a:lnTo>
                  <a:lnTo>
                    <a:pt x="3063402" y="2308326"/>
                  </a:lnTo>
                  <a:lnTo>
                    <a:pt x="3063589" y="2307996"/>
                  </a:lnTo>
                  <a:lnTo>
                    <a:pt x="3063776" y="2307666"/>
                  </a:lnTo>
                  <a:lnTo>
                    <a:pt x="3063962" y="2307336"/>
                  </a:lnTo>
                  <a:lnTo>
                    <a:pt x="3064149" y="2307039"/>
                  </a:lnTo>
                  <a:lnTo>
                    <a:pt x="3064336" y="2306874"/>
                  </a:lnTo>
                  <a:lnTo>
                    <a:pt x="3064523" y="2306709"/>
                  </a:lnTo>
                  <a:lnTo>
                    <a:pt x="3064710" y="2306544"/>
                  </a:lnTo>
                  <a:lnTo>
                    <a:pt x="3064897" y="2306329"/>
                  </a:lnTo>
                  <a:lnTo>
                    <a:pt x="3065084" y="2305933"/>
                  </a:lnTo>
                  <a:lnTo>
                    <a:pt x="3065271" y="2305339"/>
                  </a:lnTo>
                  <a:lnTo>
                    <a:pt x="3065458" y="2304745"/>
                  </a:lnTo>
                  <a:lnTo>
                    <a:pt x="3065645" y="2304250"/>
                  </a:lnTo>
                  <a:lnTo>
                    <a:pt x="3065832" y="2303755"/>
                  </a:lnTo>
                  <a:lnTo>
                    <a:pt x="3066019" y="2303144"/>
                  </a:lnTo>
                  <a:lnTo>
                    <a:pt x="3066206" y="2302335"/>
                  </a:lnTo>
                  <a:lnTo>
                    <a:pt x="3066392" y="2301839"/>
                  </a:lnTo>
                  <a:lnTo>
                    <a:pt x="3066579" y="2301300"/>
                  </a:lnTo>
                  <a:lnTo>
                    <a:pt x="3066766" y="2300628"/>
                  </a:lnTo>
                  <a:lnTo>
                    <a:pt x="3066953" y="2300013"/>
                  </a:lnTo>
                  <a:lnTo>
                    <a:pt x="3067140" y="2299365"/>
                  </a:lnTo>
                  <a:lnTo>
                    <a:pt x="3067327" y="2298716"/>
                  </a:lnTo>
                  <a:lnTo>
                    <a:pt x="3067514" y="2298008"/>
                  </a:lnTo>
                  <a:lnTo>
                    <a:pt x="3067701" y="2297276"/>
                  </a:lnTo>
                  <a:lnTo>
                    <a:pt x="3067888" y="2296676"/>
                  </a:lnTo>
                  <a:lnTo>
                    <a:pt x="3068075" y="2296220"/>
                  </a:lnTo>
                  <a:lnTo>
                    <a:pt x="3068262" y="2295710"/>
                  </a:lnTo>
                  <a:lnTo>
                    <a:pt x="3068449" y="2295480"/>
                  </a:lnTo>
                  <a:lnTo>
                    <a:pt x="3068635" y="2295306"/>
                  </a:lnTo>
                  <a:lnTo>
                    <a:pt x="3068822" y="2295328"/>
                  </a:lnTo>
                  <a:lnTo>
                    <a:pt x="3069009" y="2295403"/>
                  </a:lnTo>
                  <a:lnTo>
                    <a:pt x="3069196" y="2295567"/>
                  </a:lnTo>
                  <a:lnTo>
                    <a:pt x="3069383" y="2295775"/>
                  </a:lnTo>
                  <a:lnTo>
                    <a:pt x="3069570" y="2296143"/>
                  </a:lnTo>
                  <a:lnTo>
                    <a:pt x="3069757" y="2296380"/>
                  </a:lnTo>
                  <a:lnTo>
                    <a:pt x="3069944" y="2296543"/>
                  </a:lnTo>
                  <a:lnTo>
                    <a:pt x="3070131" y="2296652"/>
                  </a:lnTo>
                  <a:lnTo>
                    <a:pt x="3070318" y="2296754"/>
                  </a:lnTo>
                  <a:lnTo>
                    <a:pt x="3070505" y="2296917"/>
                  </a:lnTo>
                  <a:lnTo>
                    <a:pt x="3070692" y="2297080"/>
                  </a:lnTo>
                  <a:lnTo>
                    <a:pt x="3070879" y="2297200"/>
                  </a:lnTo>
                  <a:lnTo>
                    <a:pt x="3071065" y="2297510"/>
                  </a:lnTo>
                  <a:lnTo>
                    <a:pt x="3071252" y="2297439"/>
                  </a:lnTo>
                  <a:lnTo>
                    <a:pt x="3071439" y="2297195"/>
                  </a:lnTo>
                  <a:lnTo>
                    <a:pt x="3071626" y="2296818"/>
                  </a:lnTo>
                  <a:lnTo>
                    <a:pt x="3071813" y="2296604"/>
                  </a:lnTo>
                  <a:lnTo>
                    <a:pt x="3072000" y="2296482"/>
                  </a:lnTo>
                  <a:lnTo>
                    <a:pt x="3072187" y="2296251"/>
                  </a:lnTo>
                  <a:lnTo>
                    <a:pt x="3072374" y="2296032"/>
                  </a:lnTo>
                  <a:lnTo>
                    <a:pt x="3072561" y="2296146"/>
                  </a:lnTo>
                  <a:lnTo>
                    <a:pt x="3072748" y="2295981"/>
                  </a:lnTo>
                  <a:lnTo>
                    <a:pt x="3072935" y="2295832"/>
                  </a:lnTo>
                  <a:lnTo>
                    <a:pt x="3073122" y="2295832"/>
                  </a:lnTo>
                  <a:lnTo>
                    <a:pt x="3073308" y="2295832"/>
                  </a:lnTo>
                  <a:lnTo>
                    <a:pt x="3073495" y="2296038"/>
                  </a:lnTo>
                  <a:lnTo>
                    <a:pt x="3073682" y="2296740"/>
                  </a:lnTo>
                  <a:lnTo>
                    <a:pt x="3073869" y="2297466"/>
                  </a:lnTo>
                  <a:lnTo>
                    <a:pt x="3074056" y="2299091"/>
                  </a:lnTo>
                  <a:lnTo>
                    <a:pt x="3074243" y="2301047"/>
                  </a:lnTo>
                  <a:lnTo>
                    <a:pt x="3074430" y="2303300"/>
                  </a:lnTo>
                  <a:lnTo>
                    <a:pt x="3074617" y="2305536"/>
                  </a:lnTo>
                  <a:lnTo>
                    <a:pt x="3074804" y="2307739"/>
                  </a:lnTo>
                  <a:lnTo>
                    <a:pt x="3074991" y="2310198"/>
                  </a:lnTo>
                  <a:lnTo>
                    <a:pt x="3075178" y="2312955"/>
                  </a:lnTo>
                  <a:lnTo>
                    <a:pt x="3075365" y="2315620"/>
                  </a:lnTo>
                  <a:lnTo>
                    <a:pt x="3075552" y="2318591"/>
                  </a:lnTo>
                  <a:lnTo>
                    <a:pt x="3075738" y="2321776"/>
                  </a:lnTo>
                  <a:lnTo>
                    <a:pt x="3075925" y="2325044"/>
                  </a:lnTo>
                  <a:lnTo>
                    <a:pt x="3076112" y="2328344"/>
                  </a:lnTo>
                  <a:lnTo>
                    <a:pt x="3076299" y="2331439"/>
                  </a:lnTo>
                  <a:lnTo>
                    <a:pt x="3076486" y="2334112"/>
                  </a:lnTo>
                  <a:lnTo>
                    <a:pt x="3076673" y="2336687"/>
                  </a:lnTo>
                  <a:lnTo>
                    <a:pt x="3076860" y="2338651"/>
                  </a:lnTo>
                  <a:lnTo>
                    <a:pt x="3077047" y="2340739"/>
                  </a:lnTo>
                  <a:lnTo>
                    <a:pt x="3077234" y="2342768"/>
                  </a:lnTo>
                  <a:lnTo>
                    <a:pt x="3077421" y="2344749"/>
                  </a:lnTo>
                  <a:lnTo>
                    <a:pt x="3077608" y="2346672"/>
                  </a:lnTo>
                  <a:lnTo>
                    <a:pt x="3077795" y="2348570"/>
                  </a:lnTo>
                  <a:lnTo>
                    <a:pt x="3077982" y="2350294"/>
                  </a:lnTo>
                  <a:lnTo>
                    <a:pt x="3078168" y="2352044"/>
                  </a:lnTo>
                  <a:lnTo>
                    <a:pt x="3078355" y="2353603"/>
                  </a:lnTo>
                  <a:lnTo>
                    <a:pt x="3078542" y="2355270"/>
                  </a:lnTo>
                  <a:lnTo>
                    <a:pt x="3078729" y="2356351"/>
                  </a:lnTo>
                  <a:lnTo>
                    <a:pt x="3078916" y="2357591"/>
                  </a:lnTo>
                  <a:lnTo>
                    <a:pt x="3079103" y="2358861"/>
                  </a:lnTo>
                  <a:lnTo>
                    <a:pt x="3079290" y="2360224"/>
                  </a:lnTo>
                  <a:lnTo>
                    <a:pt x="3079477" y="2361543"/>
                  </a:lnTo>
                  <a:lnTo>
                    <a:pt x="3079664" y="2362897"/>
                  </a:lnTo>
                  <a:lnTo>
                    <a:pt x="3079851" y="2364107"/>
                  </a:lnTo>
                  <a:lnTo>
                    <a:pt x="3080038" y="2365076"/>
                  </a:lnTo>
                  <a:lnTo>
                    <a:pt x="3080225" y="2365964"/>
                  </a:lnTo>
                  <a:lnTo>
                    <a:pt x="3080411" y="2366853"/>
                  </a:lnTo>
                  <a:lnTo>
                    <a:pt x="3080598" y="2367681"/>
                  </a:lnTo>
                  <a:lnTo>
                    <a:pt x="3080785" y="2368390"/>
                  </a:lnTo>
                  <a:lnTo>
                    <a:pt x="3080972" y="2368953"/>
                  </a:lnTo>
                  <a:lnTo>
                    <a:pt x="3081159" y="2369394"/>
                  </a:lnTo>
                  <a:lnTo>
                    <a:pt x="3081346" y="2369517"/>
                  </a:lnTo>
                  <a:lnTo>
                    <a:pt x="3081533" y="2369630"/>
                  </a:lnTo>
                  <a:lnTo>
                    <a:pt x="3081720" y="2369384"/>
                  </a:lnTo>
                  <a:lnTo>
                    <a:pt x="3081907" y="2369211"/>
                  </a:lnTo>
                  <a:lnTo>
                    <a:pt x="3082094" y="2368965"/>
                  </a:lnTo>
                  <a:lnTo>
                    <a:pt x="3082281" y="2368750"/>
                  </a:lnTo>
                  <a:lnTo>
                    <a:pt x="3082468" y="2368684"/>
                  </a:lnTo>
                  <a:lnTo>
                    <a:pt x="3082655" y="2368445"/>
                  </a:lnTo>
                  <a:lnTo>
                    <a:pt x="3082841" y="2368238"/>
                  </a:lnTo>
                  <a:lnTo>
                    <a:pt x="3083028" y="2368073"/>
                  </a:lnTo>
                  <a:lnTo>
                    <a:pt x="3083215" y="2368065"/>
                  </a:lnTo>
                  <a:lnTo>
                    <a:pt x="3083402" y="2368065"/>
                  </a:lnTo>
                  <a:lnTo>
                    <a:pt x="3083589" y="2368065"/>
                  </a:lnTo>
                  <a:lnTo>
                    <a:pt x="3083776" y="2368065"/>
                  </a:lnTo>
                  <a:lnTo>
                    <a:pt x="3083963" y="2368098"/>
                  </a:lnTo>
                  <a:lnTo>
                    <a:pt x="3084150" y="2368205"/>
                  </a:lnTo>
                  <a:lnTo>
                    <a:pt x="3084337" y="2367908"/>
                  </a:lnTo>
                  <a:lnTo>
                    <a:pt x="3084524" y="2367751"/>
                  </a:lnTo>
                  <a:lnTo>
                    <a:pt x="3084711" y="2367446"/>
                  </a:lnTo>
                  <a:lnTo>
                    <a:pt x="3084898" y="2367116"/>
                  </a:lnTo>
                  <a:lnTo>
                    <a:pt x="3085085" y="2366786"/>
                  </a:lnTo>
                  <a:lnTo>
                    <a:pt x="3085271" y="2366604"/>
                  </a:lnTo>
                  <a:lnTo>
                    <a:pt x="3085458" y="2366679"/>
                  </a:lnTo>
                  <a:lnTo>
                    <a:pt x="3085645" y="2366769"/>
                  </a:lnTo>
                  <a:lnTo>
                    <a:pt x="3085832" y="2366629"/>
                  </a:lnTo>
                  <a:lnTo>
                    <a:pt x="3086019" y="2366151"/>
                  </a:lnTo>
                  <a:lnTo>
                    <a:pt x="3086206" y="2365779"/>
                  </a:lnTo>
                  <a:lnTo>
                    <a:pt x="3086393" y="2365449"/>
                  </a:lnTo>
                  <a:lnTo>
                    <a:pt x="3086580" y="2365276"/>
                  </a:lnTo>
                  <a:lnTo>
                    <a:pt x="3086767" y="2365111"/>
                  </a:lnTo>
                  <a:lnTo>
                    <a:pt x="3086954" y="2364995"/>
                  </a:lnTo>
                  <a:lnTo>
                    <a:pt x="3087141" y="2365144"/>
                  </a:lnTo>
                  <a:lnTo>
                    <a:pt x="3087328" y="2365367"/>
                  </a:lnTo>
                  <a:lnTo>
                    <a:pt x="3087514" y="2365697"/>
                  </a:lnTo>
                  <a:lnTo>
                    <a:pt x="3087701" y="2366019"/>
                  </a:lnTo>
                  <a:lnTo>
                    <a:pt x="3087888" y="2366200"/>
                  </a:lnTo>
                  <a:lnTo>
                    <a:pt x="3088075" y="2366217"/>
                  </a:lnTo>
                  <a:lnTo>
                    <a:pt x="3088262" y="2366052"/>
                  </a:lnTo>
                  <a:lnTo>
                    <a:pt x="3088449" y="2365928"/>
                  </a:lnTo>
                  <a:lnTo>
                    <a:pt x="3088636" y="2366068"/>
                  </a:lnTo>
                  <a:lnTo>
                    <a:pt x="3088823" y="2366390"/>
                  </a:lnTo>
                  <a:lnTo>
                    <a:pt x="3089010" y="2366596"/>
                  </a:lnTo>
                  <a:lnTo>
                    <a:pt x="3089197" y="2366761"/>
                  </a:lnTo>
                  <a:lnTo>
                    <a:pt x="3089384" y="2366728"/>
                  </a:lnTo>
                  <a:lnTo>
                    <a:pt x="3089571" y="2366555"/>
                  </a:lnTo>
                  <a:lnTo>
                    <a:pt x="3089758" y="2366225"/>
                  </a:lnTo>
                  <a:lnTo>
                    <a:pt x="3089944" y="2365895"/>
                  </a:lnTo>
                  <a:lnTo>
                    <a:pt x="3090131" y="2365499"/>
                  </a:lnTo>
                  <a:lnTo>
                    <a:pt x="3090318" y="2365004"/>
                  </a:lnTo>
                  <a:lnTo>
                    <a:pt x="3090505" y="2364517"/>
                  </a:lnTo>
                  <a:lnTo>
                    <a:pt x="3090692" y="2364079"/>
                  </a:lnTo>
                  <a:lnTo>
                    <a:pt x="3090879" y="2363584"/>
                  </a:lnTo>
                  <a:lnTo>
                    <a:pt x="3091066" y="2362982"/>
                  </a:lnTo>
                  <a:lnTo>
                    <a:pt x="3091253" y="2362272"/>
                  </a:lnTo>
                  <a:lnTo>
                    <a:pt x="3091440" y="2361620"/>
                  </a:lnTo>
                  <a:lnTo>
                    <a:pt x="3091627" y="2361125"/>
                  </a:lnTo>
                  <a:lnTo>
                    <a:pt x="3091814" y="2360630"/>
                  </a:lnTo>
                  <a:lnTo>
                    <a:pt x="3092001" y="2360135"/>
                  </a:lnTo>
                  <a:lnTo>
                    <a:pt x="3092187" y="2359731"/>
                  </a:lnTo>
                  <a:lnTo>
                    <a:pt x="3092374" y="2359557"/>
                  </a:lnTo>
                  <a:lnTo>
                    <a:pt x="3092561" y="2359392"/>
                  </a:lnTo>
                  <a:lnTo>
                    <a:pt x="3092748" y="2359409"/>
                  </a:lnTo>
                  <a:lnTo>
                    <a:pt x="3092935" y="2359755"/>
                  </a:lnTo>
                  <a:lnTo>
                    <a:pt x="3093122" y="2360085"/>
                  </a:lnTo>
                  <a:lnTo>
                    <a:pt x="3093309" y="2360416"/>
                  </a:lnTo>
                  <a:lnTo>
                    <a:pt x="3093496" y="2360836"/>
                  </a:lnTo>
                  <a:lnTo>
                    <a:pt x="3093683" y="2361331"/>
                  </a:lnTo>
                  <a:lnTo>
                    <a:pt x="3093870" y="2361917"/>
                  </a:lnTo>
                  <a:lnTo>
                    <a:pt x="3094057" y="2362421"/>
                  </a:lnTo>
                  <a:lnTo>
                    <a:pt x="3094244" y="2362858"/>
                  </a:lnTo>
                  <a:lnTo>
                    <a:pt x="3094431" y="2362932"/>
                  </a:lnTo>
                  <a:lnTo>
                    <a:pt x="3094617" y="2362965"/>
                  </a:lnTo>
                  <a:lnTo>
                    <a:pt x="3094804" y="2363073"/>
                  </a:lnTo>
                  <a:lnTo>
                    <a:pt x="3094991" y="2362982"/>
                  </a:lnTo>
                  <a:lnTo>
                    <a:pt x="3095178" y="2362668"/>
                  </a:lnTo>
                  <a:lnTo>
                    <a:pt x="3095365" y="2362503"/>
                  </a:lnTo>
                  <a:lnTo>
                    <a:pt x="3095552" y="2362157"/>
                  </a:lnTo>
                  <a:lnTo>
                    <a:pt x="3095739" y="2361331"/>
                  </a:lnTo>
                  <a:lnTo>
                    <a:pt x="3095926" y="2360506"/>
                  </a:lnTo>
                  <a:lnTo>
                    <a:pt x="3096113" y="2360104"/>
                  </a:lnTo>
                  <a:lnTo>
                    <a:pt x="3096300" y="2359599"/>
                  </a:lnTo>
                  <a:lnTo>
                    <a:pt x="3096487" y="2359119"/>
                  </a:lnTo>
                  <a:lnTo>
                    <a:pt x="3096674" y="2358637"/>
                  </a:lnTo>
                  <a:lnTo>
                    <a:pt x="3096861" y="2358089"/>
                  </a:lnTo>
                  <a:lnTo>
                    <a:pt x="3097047" y="2357425"/>
                  </a:lnTo>
                  <a:lnTo>
                    <a:pt x="3097234" y="2356853"/>
                  </a:lnTo>
                  <a:lnTo>
                    <a:pt x="3097421" y="2356280"/>
                  </a:lnTo>
                  <a:lnTo>
                    <a:pt x="3097608" y="2355605"/>
                  </a:lnTo>
                  <a:lnTo>
                    <a:pt x="3097795" y="2354800"/>
                  </a:lnTo>
                  <a:lnTo>
                    <a:pt x="3097982" y="2353917"/>
                  </a:lnTo>
                  <a:lnTo>
                    <a:pt x="3098169" y="2353163"/>
                  </a:lnTo>
                  <a:lnTo>
                    <a:pt x="3098356" y="2352397"/>
                  </a:lnTo>
                  <a:lnTo>
                    <a:pt x="3098543" y="2351630"/>
                  </a:lnTo>
                  <a:lnTo>
                    <a:pt x="3098730" y="2350789"/>
                  </a:lnTo>
                  <a:lnTo>
                    <a:pt x="3098917" y="2350016"/>
                  </a:lnTo>
                  <a:lnTo>
                    <a:pt x="3099104" y="2349325"/>
                  </a:lnTo>
                  <a:lnTo>
                    <a:pt x="3099290" y="2348523"/>
                  </a:lnTo>
                  <a:lnTo>
                    <a:pt x="3099477" y="2347678"/>
                  </a:lnTo>
                  <a:lnTo>
                    <a:pt x="3099664" y="2346325"/>
                  </a:lnTo>
                  <a:lnTo>
                    <a:pt x="3099851" y="2345037"/>
                  </a:lnTo>
                  <a:lnTo>
                    <a:pt x="3100038" y="2343783"/>
                  </a:lnTo>
                  <a:lnTo>
                    <a:pt x="3100225" y="2342636"/>
                  </a:lnTo>
                  <a:lnTo>
                    <a:pt x="3100412" y="2341473"/>
                  </a:lnTo>
                  <a:lnTo>
                    <a:pt x="3100599" y="2340532"/>
                  </a:lnTo>
                  <a:lnTo>
                    <a:pt x="3100786" y="2339822"/>
                  </a:lnTo>
                  <a:lnTo>
                    <a:pt x="3100973" y="2338997"/>
                  </a:lnTo>
                  <a:lnTo>
                    <a:pt x="3101160" y="2338188"/>
                  </a:lnTo>
                  <a:lnTo>
                    <a:pt x="3101347" y="2337528"/>
                  </a:lnTo>
                  <a:lnTo>
                    <a:pt x="3101534" y="2337000"/>
                  </a:lnTo>
                  <a:lnTo>
                    <a:pt x="3101720" y="2336464"/>
                  </a:lnTo>
                  <a:lnTo>
                    <a:pt x="3101907" y="2336018"/>
                  </a:lnTo>
                  <a:lnTo>
                    <a:pt x="3102094" y="2335688"/>
                  </a:lnTo>
                  <a:lnTo>
                    <a:pt x="3102281" y="2335432"/>
                  </a:lnTo>
                  <a:lnTo>
                    <a:pt x="3102468" y="2335333"/>
                  </a:lnTo>
                  <a:lnTo>
                    <a:pt x="3102655" y="2335490"/>
                  </a:lnTo>
                  <a:lnTo>
                    <a:pt x="3102842" y="2335754"/>
                  </a:lnTo>
                  <a:lnTo>
                    <a:pt x="3103029" y="2335919"/>
                  </a:lnTo>
                  <a:lnTo>
                    <a:pt x="3103216" y="2336059"/>
                  </a:lnTo>
                  <a:lnTo>
                    <a:pt x="3103403" y="2336026"/>
                  </a:lnTo>
                  <a:lnTo>
                    <a:pt x="3103590" y="2336010"/>
                  </a:lnTo>
                  <a:lnTo>
                    <a:pt x="3103777" y="2335681"/>
                  </a:lnTo>
                  <a:lnTo>
                    <a:pt x="3103964" y="2335395"/>
                  </a:lnTo>
                  <a:lnTo>
                    <a:pt x="3104150" y="2335242"/>
                  </a:lnTo>
                  <a:lnTo>
                    <a:pt x="3104337" y="2335164"/>
                  </a:lnTo>
                  <a:lnTo>
                    <a:pt x="3104524" y="2335135"/>
                  </a:lnTo>
                  <a:lnTo>
                    <a:pt x="3104711" y="2334859"/>
                  </a:lnTo>
                  <a:lnTo>
                    <a:pt x="3104898" y="2334462"/>
                  </a:lnTo>
                  <a:lnTo>
                    <a:pt x="3105085" y="2334055"/>
                  </a:lnTo>
                  <a:lnTo>
                    <a:pt x="3105272" y="2333665"/>
                  </a:lnTo>
                  <a:lnTo>
                    <a:pt x="3105459" y="2333130"/>
                  </a:lnTo>
                  <a:lnTo>
                    <a:pt x="3105646" y="2332650"/>
                  </a:lnTo>
                  <a:lnTo>
                    <a:pt x="3105833" y="2332188"/>
                  </a:lnTo>
                  <a:lnTo>
                    <a:pt x="3106020" y="2331833"/>
                  </a:lnTo>
                  <a:lnTo>
                    <a:pt x="3106207" y="2331795"/>
                  </a:lnTo>
                  <a:lnTo>
                    <a:pt x="3106393" y="2331785"/>
                  </a:lnTo>
                  <a:lnTo>
                    <a:pt x="3106580" y="2331621"/>
                  </a:lnTo>
                  <a:lnTo>
                    <a:pt x="3106767" y="2331414"/>
                  </a:lnTo>
                  <a:lnTo>
                    <a:pt x="3106954" y="2331046"/>
                  </a:lnTo>
                  <a:lnTo>
                    <a:pt x="3107141" y="2330677"/>
                  </a:lnTo>
                  <a:lnTo>
                    <a:pt x="3107328" y="2330283"/>
                  </a:lnTo>
                  <a:lnTo>
                    <a:pt x="3107515" y="2330108"/>
                  </a:lnTo>
                  <a:lnTo>
                    <a:pt x="3107702" y="2330013"/>
                  </a:lnTo>
                  <a:lnTo>
                    <a:pt x="3107889" y="2329809"/>
                  </a:lnTo>
                  <a:lnTo>
                    <a:pt x="3108076" y="2329481"/>
                  </a:lnTo>
                  <a:lnTo>
                    <a:pt x="3108263" y="2329238"/>
                  </a:lnTo>
                  <a:lnTo>
                    <a:pt x="3108450" y="2328829"/>
                  </a:lnTo>
                  <a:lnTo>
                    <a:pt x="3108637" y="2328438"/>
                  </a:lnTo>
                  <a:lnTo>
                    <a:pt x="3108823" y="2328162"/>
                  </a:lnTo>
                  <a:lnTo>
                    <a:pt x="3109010" y="2327879"/>
                  </a:lnTo>
                  <a:lnTo>
                    <a:pt x="3109197" y="2327473"/>
                  </a:lnTo>
                  <a:lnTo>
                    <a:pt x="3109384" y="2327101"/>
                  </a:lnTo>
                  <a:lnTo>
                    <a:pt x="3109571" y="2326836"/>
                  </a:lnTo>
                  <a:lnTo>
                    <a:pt x="3109758" y="2326618"/>
                  </a:lnTo>
                  <a:lnTo>
                    <a:pt x="3109945" y="2326331"/>
                  </a:lnTo>
                  <a:lnTo>
                    <a:pt x="3110132" y="2326414"/>
                  </a:lnTo>
                  <a:lnTo>
                    <a:pt x="3110319" y="2326604"/>
                  </a:lnTo>
                  <a:lnTo>
                    <a:pt x="3110506" y="2326876"/>
                  </a:lnTo>
                  <a:lnTo>
                    <a:pt x="3110693" y="2327247"/>
                  </a:lnTo>
                  <a:lnTo>
                    <a:pt x="3110880" y="2327742"/>
                  </a:lnTo>
                  <a:lnTo>
                    <a:pt x="3111066" y="2328122"/>
                  </a:lnTo>
                  <a:lnTo>
                    <a:pt x="3111253" y="2328551"/>
                  </a:lnTo>
                  <a:lnTo>
                    <a:pt x="3111440" y="2328906"/>
                  </a:lnTo>
                  <a:lnTo>
                    <a:pt x="3111627" y="2329104"/>
                  </a:lnTo>
                  <a:lnTo>
                    <a:pt x="3111814" y="2329269"/>
                  </a:lnTo>
                  <a:lnTo>
                    <a:pt x="3112001" y="2329566"/>
                  </a:lnTo>
                  <a:lnTo>
                    <a:pt x="3112188" y="2329896"/>
                  </a:lnTo>
                  <a:lnTo>
                    <a:pt x="3112375" y="2330078"/>
                  </a:lnTo>
                  <a:lnTo>
                    <a:pt x="3112562" y="2330243"/>
                  </a:lnTo>
                  <a:lnTo>
                    <a:pt x="3112749" y="2330408"/>
                  </a:lnTo>
                  <a:lnTo>
                    <a:pt x="3112936" y="2330573"/>
                  </a:lnTo>
                  <a:lnTo>
                    <a:pt x="3113123" y="2330639"/>
                  </a:lnTo>
                  <a:lnTo>
                    <a:pt x="3113310" y="2330639"/>
                  </a:lnTo>
                  <a:lnTo>
                    <a:pt x="3113496" y="2330639"/>
                  </a:lnTo>
                  <a:lnTo>
                    <a:pt x="3113683" y="2330639"/>
                  </a:lnTo>
                  <a:lnTo>
                    <a:pt x="3113870" y="2330639"/>
                  </a:lnTo>
                  <a:lnTo>
                    <a:pt x="3114057" y="2330639"/>
                  </a:lnTo>
                  <a:lnTo>
                    <a:pt x="3114244" y="2330639"/>
                  </a:lnTo>
                  <a:lnTo>
                    <a:pt x="3114431" y="2330597"/>
                  </a:lnTo>
                  <a:lnTo>
                    <a:pt x="3114618" y="2330309"/>
                  </a:lnTo>
                  <a:lnTo>
                    <a:pt x="3114805" y="2329979"/>
                  </a:lnTo>
                  <a:lnTo>
                    <a:pt x="3114992" y="2329648"/>
                  </a:lnTo>
                  <a:lnTo>
                    <a:pt x="3115179" y="2329318"/>
                  </a:lnTo>
                  <a:lnTo>
                    <a:pt x="3115366" y="2328988"/>
                  </a:lnTo>
                  <a:lnTo>
                    <a:pt x="3115553" y="2328658"/>
                  </a:lnTo>
                  <a:lnTo>
                    <a:pt x="3115740" y="2328237"/>
                  </a:lnTo>
                  <a:lnTo>
                    <a:pt x="3115926" y="2327652"/>
                  </a:lnTo>
                  <a:lnTo>
                    <a:pt x="3116113" y="2326991"/>
                  </a:lnTo>
                  <a:lnTo>
                    <a:pt x="3116300" y="2326331"/>
                  </a:lnTo>
                  <a:lnTo>
                    <a:pt x="3116487" y="2325671"/>
                  </a:lnTo>
                  <a:lnTo>
                    <a:pt x="3116674" y="2325011"/>
                  </a:lnTo>
                  <a:lnTo>
                    <a:pt x="3116861" y="2324351"/>
                  </a:lnTo>
                  <a:lnTo>
                    <a:pt x="3117048" y="2323691"/>
                  </a:lnTo>
                  <a:lnTo>
                    <a:pt x="3117235" y="2323072"/>
                  </a:lnTo>
                  <a:lnTo>
                    <a:pt x="3117422" y="2322791"/>
                  </a:lnTo>
                  <a:lnTo>
                    <a:pt x="3117609" y="2322626"/>
                  </a:lnTo>
                  <a:lnTo>
                    <a:pt x="3117796" y="2322461"/>
                  </a:lnTo>
                  <a:lnTo>
                    <a:pt x="3117983" y="2322172"/>
                  </a:lnTo>
                  <a:lnTo>
                    <a:pt x="3118169" y="2321842"/>
                  </a:lnTo>
                  <a:lnTo>
                    <a:pt x="3118356" y="2321512"/>
                  </a:lnTo>
                  <a:lnTo>
                    <a:pt x="3118543" y="2321306"/>
                  </a:lnTo>
                  <a:lnTo>
                    <a:pt x="3118730" y="2321397"/>
                  </a:lnTo>
                  <a:lnTo>
                    <a:pt x="3118917" y="2321578"/>
                  </a:lnTo>
                  <a:lnTo>
                    <a:pt x="3119104" y="2321908"/>
                  </a:lnTo>
                  <a:lnTo>
                    <a:pt x="3119291" y="2322238"/>
                  </a:lnTo>
                  <a:lnTo>
                    <a:pt x="3119478" y="2322568"/>
                  </a:lnTo>
                  <a:lnTo>
                    <a:pt x="3119665" y="2322898"/>
                  </a:lnTo>
                  <a:lnTo>
                    <a:pt x="3119852" y="2323229"/>
                  </a:lnTo>
                  <a:lnTo>
                    <a:pt x="3120039" y="2323608"/>
                  </a:lnTo>
                  <a:lnTo>
                    <a:pt x="3120226" y="2323979"/>
                  </a:lnTo>
                  <a:lnTo>
                    <a:pt x="3120413" y="2324310"/>
                  </a:lnTo>
                  <a:lnTo>
                    <a:pt x="3120599" y="2324640"/>
                  </a:lnTo>
                  <a:lnTo>
                    <a:pt x="3120786" y="2325093"/>
                  </a:lnTo>
                  <a:lnTo>
                    <a:pt x="3120973" y="2325589"/>
                  </a:lnTo>
                  <a:lnTo>
                    <a:pt x="3121160" y="2326084"/>
                  </a:lnTo>
                  <a:lnTo>
                    <a:pt x="3121347" y="2326546"/>
                  </a:lnTo>
                  <a:lnTo>
                    <a:pt x="3121534" y="2326967"/>
                  </a:lnTo>
                  <a:lnTo>
                    <a:pt x="3121721" y="2327759"/>
                  </a:lnTo>
                  <a:lnTo>
                    <a:pt x="3121908" y="2328468"/>
                  </a:lnTo>
                  <a:lnTo>
                    <a:pt x="3122095" y="2329294"/>
                  </a:lnTo>
                  <a:lnTo>
                    <a:pt x="3122282" y="2330119"/>
                  </a:lnTo>
                  <a:lnTo>
                    <a:pt x="3122469" y="2330944"/>
                  </a:lnTo>
                  <a:lnTo>
                    <a:pt x="3122656" y="2331769"/>
                  </a:lnTo>
                  <a:lnTo>
                    <a:pt x="3122843" y="2332545"/>
                  </a:lnTo>
                  <a:lnTo>
                    <a:pt x="3123029" y="2333279"/>
                  </a:lnTo>
                  <a:lnTo>
                    <a:pt x="3123216" y="2334245"/>
                  </a:lnTo>
                  <a:lnTo>
                    <a:pt x="3123403" y="2335392"/>
                  </a:lnTo>
                  <a:lnTo>
                    <a:pt x="3123590" y="2336547"/>
                  </a:lnTo>
                  <a:lnTo>
                    <a:pt x="3123777" y="2337702"/>
                  </a:lnTo>
                  <a:lnTo>
                    <a:pt x="3123964" y="2338858"/>
                  </a:lnTo>
                  <a:lnTo>
                    <a:pt x="3124151" y="2340013"/>
                  </a:lnTo>
                  <a:lnTo>
                    <a:pt x="3124338" y="2341077"/>
                  </a:lnTo>
                  <a:lnTo>
                    <a:pt x="3124525" y="2341754"/>
                  </a:lnTo>
                  <a:lnTo>
                    <a:pt x="3124712" y="2342365"/>
                  </a:lnTo>
                  <a:lnTo>
                    <a:pt x="3124899" y="2342860"/>
                  </a:lnTo>
                  <a:lnTo>
                    <a:pt x="3125086" y="2343520"/>
                  </a:lnTo>
                  <a:lnTo>
                    <a:pt x="3125272" y="2344328"/>
                  </a:lnTo>
                  <a:lnTo>
                    <a:pt x="3125459" y="2345154"/>
                  </a:lnTo>
                  <a:lnTo>
                    <a:pt x="3125646" y="2345979"/>
                  </a:lnTo>
                  <a:lnTo>
                    <a:pt x="3125833" y="2346763"/>
                  </a:lnTo>
                  <a:lnTo>
                    <a:pt x="3126020" y="2347283"/>
                  </a:lnTo>
                  <a:lnTo>
                    <a:pt x="3126207" y="2347621"/>
                  </a:lnTo>
                  <a:lnTo>
                    <a:pt x="3126394" y="2347951"/>
                  </a:lnTo>
                  <a:lnTo>
                    <a:pt x="3126581" y="2348281"/>
                  </a:lnTo>
                  <a:lnTo>
                    <a:pt x="3126768" y="2348652"/>
                  </a:lnTo>
                  <a:lnTo>
                    <a:pt x="3126955" y="2349156"/>
                  </a:lnTo>
                  <a:lnTo>
                    <a:pt x="3127142" y="2349700"/>
                  </a:lnTo>
                  <a:lnTo>
                    <a:pt x="3127329" y="2350196"/>
                  </a:lnTo>
                  <a:lnTo>
                    <a:pt x="3127516" y="2350600"/>
                  </a:lnTo>
                  <a:lnTo>
                    <a:pt x="3127702" y="2350889"/>
                  </a:lnTo>
                  <a:lnTo>
                    <a:pt x="3127889" y="2350889"/>
                  </a:lnTo>
                  <a:lnTo>
                    <a:pt x="3128076" y="2350691"/>
                  </a:lnTo>
                  <a:lnTo>
                    <a:pt x="3128263" y="2350526"/>
                  </a:lnTo>
                  <a:lnTo>
                    <a:pt x="3128450" y="2350468"/>
                  </a:lnTo>
                  <a:lnTo>
                    <a:pt x="3128637" y="2351045"/>
                  </a:lnTo>
                  <a:lnTo>
                    <a:pt x="3128824" y="2351621"/>
                  </a:lnTo>
                  <a:lnTo>
                    <a:pt x="3129011" y="2352454"/>
                  </a:lnTo>
                  <a:lnTo>
                    <a:pt x="3129198" y="2353271"/>
                  </a:lnTo>
                  <a:lnTo>
                    <a:pt x="3129385" y="2353904"/>
                  </a:lnTo>
                  <a:lnTo>
                    <a:pt x="3129572" y="2354434"/>
                  </a:lnTo>
                  <a:lnTo>
                    <a:pt x="3129759" y="2354849"/>
                  </a:lnTo>
                  <a:lnTo>
                    <a:pt x="3129945" y="2355246"/>
                  </a:lnTo>
                  <a:lnTo>
                    <a:pt x="3130132" y="2355629"/>
                  </a:lnTo>
                  <a:lnTo>
                    <a:pt x="3130319" y="2356009"/>
                  </a:lnTo>
                  <a:lnTo>
                    <a:pt x="3130506" y="2356604"/>
                  </a:lnTo>
                  <a:lnTo>
                    <a:pt x="3130693" y="2357195"/>
                  </a:lnTo>
                  <a:lnTo>
                    <a:pt x="3130880" y="2357661"/>
                  </a:lnTo>
                  <a:lnTo>
                    <a:pt x="3131067" y="2358068"/>
                  </a:lnTo>
                  <a:lnTo>
                    <a:pt x="3131254" y="2358384"/>
                  </a:lnTo>
                  <a:lnTo>
                    <a:pt x="3131441" y="2358730"/>
                  </a:lnTo>
                  <a:lnTo>
                    <a:pt x="3131628" y="2359152"/>
                  </a:lnTo>
                  <a:lnTo>
                    <a:pt x="3131815" y="2359383"/>
                  </a:lnTo>
                  <a:lnTo>
                    <a:pt x="3132002" y="2359829"/>
                  </a:lnTo>
                  <a:lnTo>
                    <a:pt x="3132189" y="2360499"/>
                  </a:lnTo>
                  <a:lnTo>
                    <a:pt x="3132375" y="2361035"/>
                  </a:lnTo>
                  <a:lnTo>
                    <a:pt x="3132562" y="2361679"/>
                  </a:lnTo>
                  <a:lnTo>
                    <a:pt x="3132749" y="2362306"/>
                  </a:lnTo>
                  <a:lnTo>
                    <a:pt x="3132936" y="2363007"/>
                  </a:lnTo>
                  <a:lnTo>
                    <a:pt x="3133123" y="2363964"/>
                  </a:lnTo>
                  <a:lnTo>
                    <a:pt x="3133310" y="2365124"/>
                  </a:lnTo>
                  <a:lnTo>
                    <a:pt x="3133497" y="2365996"/>
                  </a:lnTo>
                  <a:lnTo>
                    <a:pt x="3133684" y="2367210"/>
                  </a:lnTo>
                  <a:lnTo>
                    <a:pt x="3133871" y="2368464"/>
                  </a:lnTo>
                  <a:lnTo>
                    <a:pt x="3134058" y="2369775"/>
                  </a:lnTo>
                  <a:lnTo>
                    <a:pt x="3134245" y="2371127"/>
                  </a:lnTo>
                  <a:lnTo>
                    <a:pt x="3134432" y="2372540"/>
                  </a:lnTo>
                  <a:lnTo>
                    <a:pt x="3134619" y="2373904"/>
                  </a:lnTo>
                  <a:lnTo>
                    <a:pt x="3134805" y="2375179"/>
                  </a:lnTo>
                  <a:lnTo>
                    <a:pt x="3134992" y="2376555"/>
                  </a:lnTo>
                  <a:lnTo>
                    <a:pt x="3135179" y="2378004"/>
                  </a:lnTo>
                  <a:lnTo>
                    <a:pt x="3135366" y="2379531"/>
                  </a:lnTo>
                  <a:lnTo>
                    <a:pt x="3135553" y="2380991"/>
                  </a:lnTo>
                  <a:lnTo>
                    <a:pt x="3135740" y="2382446"/>
                  </a:lnTo>
                  <a:lnTo>
                    <a:pt x="3135927" y="2383901"/>
                  </a:lnTo>
                  <a:lnTo>
                    <a:pt x="3136114" y="2385458"/>
                  </a:lnTo>
                  <a:lnTo>
                    <a:pt x="3136301" y="2386982"/>
                  </a:lnTo>
                  <a:lnTo>
                    <a:pt x="3136488" y="2388239"/>
                  </a:lnTo>
                  <a:lnTo>
                    <a:pt x="3136675" y="2389338"/>
                  </a:lnTo>
                  <a:lnTo>
                    <a:pt x="3136862" y="2390042"/>
                  </a:lnTo>
                  <a:lnTo>
                    <a:pt x="3137048" y="2390983"/>
                  </a:lnTo>
                  <a:lnTo>
                    <a:pt x="3137235" y="2391775"/>
                  </a:lnTo>
                  <a:lnTo>
                    <a:pt x="3137422" y="2392501"/>
                  </a:lnTo>
                  <a:lnTo>
                    <a:pt x="3137609" y="2393096"/>
                  </a:lnTo>
                  <a:lnTo>
                    <a:pt x="3137796" y="2393599"/>
                  </a:lnTo>
                  <a:lnTo>
                    <a:pt x="3137983" y="2393879"/>
                  </a:lnTo>
                  <a:lnTo>
                    <a:pt x="3138170" y="2393747"/>
                  </a:lnTo>
                  <a:lnTo>
                    <a:pt x="3138357" y="2393393"/>
                  </a:lnTo>
                  <a:lnTo>
                    <a:pt x="3138544" y="2393046"/>
                  </a:lnTo>
                  <a:lnTo>
                    <a:pt x="3138731" y="2392551"/>
                  </a:lnTo>
                  <a:lnTo>
                    <a:pt x="3138918" y="2391891"/>
                  </a:lnTo>
                  <a:lnTo>
                    <a:pt x="3139105" y="2391206"/>
                  </a:lnTo>
                  <a:lnTo>
                    <a:pt x="3139292" y="2390554"/>
                  </a:lnTo>
                  <a:lnTo>
                    <a:pt x="3139478" y="2390435"/>
                  </a:lnTo>
                  <a:lnTo>
                    <a:pt x="3139665" y="2390062"/>
                  </a:lnTo>
                  <a:lnTo>
                    <a:pt x="3139852" y="2390079"/>
                  </a:lnTo>
                  <a:lnTo>
                    <a:pt x="3140039" y="2390170"/>
                  </a:lnTo>
                  <a:lnTo>
                    <a:pt x="3140226" y="2390162"/>
                  </a:lnTo>
                  <a:lnTo>
                    <a:pt x="3140413" y="2390116"/>
                  </a:lnTo>
                  <a:lnTo>
                    <a:pt x="3140600" y="2389907"/>
                  </a:lnTo>
                  <a:lnTo>
                    <a:pt x="3140787" y="2390076"/>
                  </a:lnTo>
                  <a:lnTo>
                    <a:pt x="3140974" y="2390350"/>
                  </a:lnTo>
                  <a:lnTo>
                    <a:pt x="3141161" y="2390621"/>
                  </a:lnTo>
                  <a:lnTo>
                    <a:pt x="3141348" y="2390873"/>
                  </a:lnTo>
                  <a:lnTo>
                    <a:pt x="3141535" y="2391015"/>
                  </a:lnTo>
                  <a:lnTo>
                    <a:pt x="3141722" y="2390986"/>
                  </a:lnTo>
                  <a:lnTo>
                    <a:pt x="3141908" y="2390824"/>
                  </a:lnTo>
                  <a:lnTo>
                    <a:pt x="3142095" y="2390832"/>
                  </a:lnTo>
                  <a:lnTo>
                    <a:pt x="3142282" y="2390958"/>
                  </a:lnTo>
                  <a:lnTo>
                    <a:pt x="3142469" y="2391208"/>
                  </a:lnTo>
                  <a:lnTo>
                    <a:pt x="3142656" y="2391376"/>
                  </a:lnTo>
                  <a:lnTo>
                    <a:pt x="3142843" y="2391661"/>
                  </a:lnTo>
                  <a:lnTo>
                    <a:pt x="3143030" y="2391864"/>
                  </a:lnTo>
                  <a:lnTo>
                    <a:pt x="3143217" y="2392062"/>
                  </a:lnTo>
                  <a:lnTo>
                    <a:pt x="3143404" y="2392284"/>
                  </a:lnTo>
                  <a:lnTo>
                    <a:pt x="3143591" y="2391958"/>
                  </a:lnTo>
                  <a:lnTo>
                    <a:pt x="3143778" y="2391668"/>
                  </a:lnTo>
                  <a:lnTo>
                    <a:pt x="3143965" y="2391558"/>
                  </a:lnTo>
                  <a:lnTo>
                    <a:pt x="3144151" y="2391602"/>
                  </a:lnTo>
                  <a:lnTo>
                    <a:pt x="3144338" y="2391539"/>
                  </a:lnTo>
                  <a:lnTo>
                    <a:pt x="3144525" y="2391785"/>
                  </a:lnTo>
                  <a:lnTo>
                    <a:pt x="3144712" y="2392307"/>
                  </a:lnTo>
                  <a:lnTo>
                    <a:pt x="3144899" y="2392566"/>
                  </a:lnTo>
                  <a:lnTo>
                    <a:pt x="3145086" y="2392973"/>
                  </a:lnTo>
                  <a:lnTo>
                    <a:pt x="3145273" y="2393483"/>
                  </a:lnTo>
                  <a:lnTo>
                    <a:pt x="3145460" y="2393813"/>
                  </a:lnTo>
                  <a:lnTo>
                    <a:pt x="3145647" y="2394143"/>
                  </a:lnTo>
                  <a:lnTo>
                    <a:pt x="3145834" y="2394572"/>
                  </a:lnTo>
                  <a:lnTo>
                    <a:pt x="3146021" y="2395068"/>
                  </a:lnTo>
                  <a:lnTo>
                    <a:pt x="3146208" y="2395563"/>
                  </a:lnTo>
                  <a:lnTo>
                    <a:pt x="3146395" y="2395917"/>
                  </a:lnTo>
                  <a:lnTo>
                    <a:pt x="3146581" y="2396454"/>
                  </a:lnTo>
                  <a:lnTo>
                    <a:pt x="3146768" y="2397114"/>
                  </a:lnTo>
                  <a:lnTo>
                    <a:pt x="3146955" y="2397774"/>
                  </a:lnTo>
                  <a:lnTo>
                    <a:pt x="3147142" y="2398434"/>
                  </a:lnTo>
                  <a:lnTo>
                    <a:pt x="3147329" y="2399094"/>
                  </a:lnTo>
                  <a:lnTo>
                    <a:pt x="3147516" y="2399672"/>
                  </a:lnTo>
                  <a:lnTo>
                    <a:pt x="3147703" y="2400167"/>
                  </a:lnTo>
                  <a:lnTo>
                    <a:pt x="3147890" y="2400555"/>
                  </a:lnTo>
                  <a:lnTo>
                    <a:pt x="3148077" y="2400844"/>
                  </a:lnTo>
                  <a:lnTo>
                    <a:pt x="3148264" y="2401009"/>
                  </a:lnTo>
                  <a:lnTo>
                    <a:pt x="3148451" y="2401174"/>
                  </a:lnTo>
                  <a:lnTo>
                    <a:pt x="3148638" y="2401240"/>
                  </a:lnTo>
                  <a:lnTo>
                    <a:pt x="3148824" y="2401240"/>
                  </a:lnTo>
                  <a:lnTo>
                    <a:pt x="3149011" y="2401240"/>
                  </a:lnTo>
                  <a:lnTo>
                    <a:pt x="3149198" y="2401397"/>
                  </a:lnTo>
                  <a:lnTo>
                    <a:pt x="3149385" y="2401430"/>
                  </a:lnTo>
                  <a:lnTo>
                    <a:pt x="3149572" y="2401430"/>
                  </a:lnTo>
                  <a:lnTo>
                    <a:pt x="3149759" y="2401430"/>
                  </a:lnTo>
                  <a:lnTo>
                    <a:pt x="3149946" y="2401430"/>
                  </a:lnTo>
                  <a:lnTo>
                    <a:pt x="3150133" y="2401430"/>
                  </a:lnTo>
                  <a:lnTo>
                    <a:pt x="3150320" y="2401430"/>
                  </a:lnTo>
                  <a:lnTo>
                    <a:pt x="3150507" y="2401430"/>
                  </a:lnTo>
                  <a:lnTo>
                    <a:pt x="3150694" y="2401372"/>
                  </a:lnTo>
                  <a:lnTo>
                    <a:pt x="3150881" y="2401207"/>
                  </a:lnTo>
                  <a:lnTo>
                    <a:pt x="3151068" y="2401042"/>
                  </a:lnTo>
                  <a:lnTo>
                    <a:pt x="3151254" y="2400877"/>
                  </a:lnTo>
                  <a:lnTo>
                    <a:pt x="3151441" y="2400712"/>
                  </a:lnTo>
                  <a:lnTo>
                    <a:pt x="3151628" y="2400547"/>
                  </a:lnTo>
                  <a:lnTo>
                    <a:pt x="3151815" y="2400423"/>
                  </a:lnTo>
                  <a:lnTo>
                    <a:pt x="3152002" y="2400547"/>
                  </a:lnTo>
                  <a:lnTo>
                    <a:pt x="3152189" y="2400563"/>
                  </a:lnTo>
                  <a:lnTo>
                    <a:pt x="3152376" y="2400563"/>
                  </a:lnTo>
                  <a:lnTo>
                    <a:pt x="3152563" y="2400563"/>
                  </a:lnTo>
                  <a:lnTo>
                    <a:pt x="3152750" y="2400563"/>
                  </a:lnTo>
                  <a:lnTo>
                    <a:pt x="3152937" y="2400563"/>
                  </a:lnTo>
                  <a:lnTo>
                    <a:pt x="3153124" y="2400654"/>
                  </a:lnTo>
                  <a:lnTo>
                    <a:pt x="3153311" y="2400910"/>
                  </a:lnTo>
                  <a:lnTo>
                    <a:pt x="3153498" y="2401298"/>
                  </a:lnTo>
                  <a:lnTo>
                    <a:pt x="3153684" y="2401793"/>
                  </a:lnTo>
                  <a:lnTo>
                    <a:pt x="3153871" y="2402197"/>
                  </a:lnTo>
                  <a:lnTo>
                    <a:pt x="3154058" y="2402527"/>
                  </a:lnTo>
                  <a:lnTo>
                    <a:pt x="3154245" y="2402857"/>
                  </a:lnTo>
                  <a:lnTo>
                    <a:pt x="3154432" y="2403187"/>
                  </a:lnTo>
                  <a:lnTo>
                    <a:pt x="3154619" y="2403245"/>
                  </a:lnTo>
                  <a:lnTo>
                    <a:pt x="3154806" y="2402874"/>
                  </a:lnTo>
                  <a:lnTo>
                    <a:pt x="3154993" y="2402527"/>
                  </a:lnTo>
                  <a:lnTo>
                    <a:pt x="3155180" y="2402172"/>
                  </a:lnTo>
                  <a:lnTo>
                    <a:pt x="3155367" y="2401644"/>
                  </a:lnTo>
                  <a:lnTo>
                    <a:pt x="3155554" y="2400844"/>
                  </a:lnTo>
                  <a:lnTo>
                    <a:pt x="3155741" y="2399548"/>
                  </a:lnTo>
                  <a:lnTo>
                    <a:pt x="3155927" y="2397807"/>
                  </a:lnTo>
                  <a:lnTo>
                    <a:pt x="3156114" y="2395662"/>
                  </a:lnTo>
                  <a:lnTo>
                    <a:pt x="3156301" y="2393285"/>
                  </a:lnTo>
                  <a:lnTo>
                    <a:pt x="3156488" y="2390554"/>
                  </a:lnTo>
                  <a:lnTo>
                    <a:pt x="3156675" y="2387674"/>
                  </a:lnTo>
                  <a:lnTo>
                    <a:pt x="3156862" y="2384835"/>
                  </a:lnTo>
                  <a:lnTo>
                    <a:pt x="3157049" y="2381601"/>
                  </a:lnTo>
                  <a:lnTo>
                    <a:pt x="3157236" y="2378209"/>
                  </a:lnTo>
                  <a:lnTo>
                    <a:pt x="3157423" y="2374768"/>
                  </a:lnTo>
                  <a:lnTo>
                    <a:pt x="3157610" y="2371550"/>
                  </a:lnTo>
                  <a:lnTo>
                    <a:pt x="3157797" y="2368414"/>
                  </a:lnTo>
                  <a:lnTo>
                    <a:pt x="3157984" y="2365303"/>
                  </a:lnTo>
                  <a:lnTo>
                    <a:pt x="3158171" y="2362366"/>
                  </a:lnTo>
                  <a:lnTo>
                    <a:pt x="3158357" y="2359700"/>
                  </a:lnTo>
                  <a:lnTo>
                    <a:pt x="3158544" y="2357530"/>
                  </a:lnTo>
                  <a:lnTo>
                    <a:pt x="3158731" y="2355715"/>
                  </a:lnTo>
                  <a:lnTo>
                    <a:pt x="3158918" y="2354031"/>
                  </a:lnTo>
                  <a:lnTo>
                    <a:pt x="3159105" y="2352447"/>
                  </a:lnTo>
                  <a:lnTo>
                    <a:pt x="3159292" y="2351217"/>
                  </a:lnTo>
                  <a:lnTo>
                    <a:pt x="3159479" y="2350227"/>
                  </a:lnTo>
                  <a:lnTo>
                    <a:pt x="3159666" y="2349270"/>
                  </a:lnTo>
                  <a:lnTo>
                    <a:pt x="3159853" y="2348709"/>
                  </a:lnTo>
                  <a:lnTo>
                    <a:pt x="3160040" y="2348304"/>
                  </a:lnTo>
                  <a:lnTo>
                    <a:pt x="3160227" y="2348181"/>
                  </a:lnTo>
                  <a:lnTo>
                    <a:pt x="3160414" y="2348016"/>
                  </a:lnTo>
                  <a:lnTo>
                    <a:pt x="3160600" y="2347851"/>
                  </a:lnTo>
                  <a:lnTo>
                    <a:pt x="3160787" y="2347537"/>
                  </a:lnTo>
                  <a:lnTo>
                    <a:pt x="3160974" y="2347207"/>
                  </a:lnTo>
                  <a:lnTo>
                    <a:pt x="3161161" y="2346877"/>
                  </a:lnTo>
                  <a:lnTo>
                    <a:pt x="3161348" y="2346547"/>
                  </a:lnTo>
                  <a:lnTo>
                    <a:pt x="3161535" y="2346217"/>
                  </a:lnTo>
                  <a:lnTo>
                    <a:pt x="3161722" y="2345994"/>
                  </a:lnTo>
                  <a:lnTo>
                    <a:pt x="3161909" y="2345829"/>
                  </a:lnTo>
                  <a:lnTo>
                    <a:pt x="3162096" y="2345664"/>
                  </a:lnTo>
                  <a:lnTo>
                    <a:pt x="3162283" y="2345499"/>
                  </a:lnTo>
                  <a:lnTo>
                    <a:pt x="3162470" y="2345334"/>
                  </a:lnTo>
                  <a:lnTo>
                    <a:pt x="3162657" y="2345169"/>
                  </a:lnTo>
                  <a:lnTo>
                    <a:pt x="3162844" y="2345004"/>
                  </a:lnTo>
                  <a:lnTo>
                    <a:pt x="3163030" y="2344839"/>
                  </a:lnTo>
                  <a:lnTo>
                    <a:pt x="3163217" y="2344962"/>
                  </a:lnTo>
                  <a:lnTo>
                    <a:pt x="3163404" y="2344973"/>
                  </a:lnTo>
                  <a:lnTo>
                    <a:pt x="3163591" y="2345110"/>
                  </a:lnTo>
                  <a:lnTo>
                    <a:pt x="3163778" y="2345217"/>
                  </a:lnTo>
                  <a:lnTo>
                    <a:pt x="3163965" y="2345245"/>
                  </a:lnTo>
                  <a:lnTo>
                    <a:pt x="3164152" y="2345274"/>
                  </a:lnTo>
                  <a:lnTo>
                    <a:pt x="3164339" y="2345272"/>
                  </a:lnTo>
                  <a:lnTo>
                    <a:pt x="3164526" y="2345193"/>
                  </a:lnTo>
                  <a:lnTo>
                    <a:pt x="3164713" y="2345050"/>
                  </a:lnTo>
                  <a:lnTo>
                    <a:pt x="3164900" y="2344733"/>
                  </a:lnTo>
                  <a:lnTo>
                    <a:pt x="3165087" y="2344466"/>
                  </a:lnTo>
                  <a:lnTo>
                    <a:pt x="3165274" y="2344118"/>
                  </a:lnTo>
                  <a:lnTo>
                    <a:pt x="3165460" y="2343742"/>
                  </a:lnTo>
                  <a:lnTo>
                    <a:pt x="3165647" y="2343348"/>
                  </a:lnTo>
                  <a:lnTo>
                    <a:pt x="3165834" y="2342835"/>
                  </a:lnTo>
                  <a:lnTo>
                    <a:pt x="3166021" y="2341844"/>
                  </a:lnTo>
                  <a:lnTo>
                    <a:pt x="3166208" y="2340896"/>
                  </a:lnTo>
                  <a:lnTo>
                    <a:pt x="3166395" y="2339072"/>
                  </a:lnTo>
                  <a:lnTo>
                    <a:pt x="3166582" y="2337323"/>
                  </a:lnTo>
                  <a:lnTo>
                    <a:pt x="3166769" y="2335865"/>
                  </a:lnTo>
                  <a:lnTo>
                    <a:pt x="3166956" y="2334468"/>
                  </a:lnTo>
                  <a:lnTo>
                    <a:pt x="3167143" y="2333022"/>
                  </a:lnTo>
                  <a:lnTo>
                    <a:pt x="3167330" y="2331775"/>
                  </a:lnTo>
                  <a:lnTo>
                    <a:pt x="3167517" y="2330699"/>
                  </a:lnTo>
                  <a:lnTo>
                    <a:pt x="3167703" y="2330006"/>
                  </a:lnTo>
                  <a:lnTo>
                    <a:pt x="3167890" y="2329196"/>
                  </a:lnTo>
                  <a:lnTo>
                    <a:pt x="3168077" y="2328481"/>
                  </a:lnTo>
                  <a:lnTo>
                    <a:pt x="3168264" y="2328031"/>
                  </a:lnTo>
                  <a:lnTo>
                    <a:pt x="3168451" y="2327460"/>
                  </a:lnTo>
                  <a:lnTo>
                    <a:pt x="3168638" y="2326971"/>
                  </a:lnTo>
                  <a:lnTo>
                    <a:pt x="3168825" y="2326237"/>
                  </a:lnTo>
                  <a:lnTo>
                    <a:pt x="3169012" y="2325534"/>
                  </a:lnTo>
                  <a:lnTo>
                    <a:pt x="3169199" y="2325122"/>
                  </a:lnTo>
                  <a:lnTo>
                    <a:pt x="3169386" y="2324469"/>
                  </a:lnTo>
                  <a:lnTo>
                    <a:pt x="3169573" y="2323469"/>
                  </a:lnTo>
                  <a:lnTo>
                    <a:pt x="3169760" y="2322776"/>
                  </a:lnTo>
                  <a:lnTo>
                    <a:pt x="3169947" y="2321803"/>
                  </a:lnTo>
                  <a:lnTo>
                    <a:pt x="3170133" y="2320680"/>
                  </a:lnTo>
                  <a:lnTo>
                    <a:pt x="3170320" y="2319459"/>
                  </a:lnTo>
                  <a:lnTo>
                    <a:pt x="3170507" y="2317974"/>
                  </a:lnTo>
                  <a:lnTo>
                    <a:pt x="3170694" y="2316294"/>
                  </a:lnTo>
                  <a:lnTo>
                    <a:pt x="3170881" y="2314669"/>
                  </a:lnTo>
                  <a:lnTo>
                    <a:pt x="3171068" y="2312896"/>
                  </a:lnTo>
                  <a:lnTo>
                    <a:pt x="3171255" y="2311181"/>
                  </a:lnTo>
                  <a:lnTo>
                    <a:pt x="3171442" y="2309585"/>
                  </a:lnTo>
                  <a:lnTo>
                    <a:pt x="3171629" y="2308220"/>
                  </a:lnTo>
                  <a:lnTo>
                    <a:pt x="3171816" y="2306753"/>
                  </a:lnTo>
                  <a:lnTo>
                    <a:pt x="3172003" y="2305152"/>
                  </a:lnTo>
                  <a:lnTo>
                    <a:pt x="3172190" y="2303691"/>
                  </a:lnTo>
                  <a:lnTo>
                    <a:pt x="3172377" y="2302387"/>
                  </a:lnTo>
                  <a:lnTo>
                    <a:pt x="3172563" y="2301117"/>
                  </a:lnTo>
                  <a:lnTo>
                    <a:pt x="3172750" y="2300217"/>
                  </a:lnTo>
                  <a:lnTo>
                    <a:pt x="3172937" y="2299469"/>
                  </a:lnTo>
                  <a:lnTo>
                    <a:pt x="3173124" y="2298558"/>
                  </a:lnTo>
                  <a:lnTo>
                    <a:pt x="3173311" y="2297465"/>
                  </a:lnTo>
                  <a:lnTo>
                    <a:pt x="3173498" y="2296286"/>
                  </a:lnTo>
                  <a:lnTo>
                    <a:pt x="3173685" y="2295206"/>
                  </a:lnTo>
                  <a:lnTo>
                    <a:pt x="3173872" y="2294219"/>
                  </a:lnTo>
                  <a:lnTo>
                    <a:pt x="3174059" y="2293543"/>
                  </a:lnTo>
                  <a:lnTo>
                    <a:pt x="3174246" y="2293180"/>
                  </a:lnTo>
                  <a:lnTo>
                    <a:pt x="3174433" y="2292775"/>
                  </a:lnTo>
                  <a:lnTo>
                    <a:pt x="3174620" y="2292503"/>
                  </a:lnTo>
                  <a:lnTo>
                    <a:pt x="3174806" y="2292528"/>
                  </a:lnTo>
                  <a:lnTo>
                    <a:pt x="3174993" y="2292693"/>
                  </a:lnTo>
                  <a:lnTo>
                    <a:pt x="3175180" y="2292858"/>
                  </a:lnTo>
                  <a:lnTo>
                    <a:pt x="3175367" y="2293023"/>
                  </a:lnTo>
                  <a:lnTo>
                    <a:pt x="3175554" y="2293369"/>
                  </a:lnTo>
                  <a:lnTo>
                    <a:pt x="3175741" y="2293931"/>
                  </a:lnTo>
                  <a:lnTo>
                    <a:pt x="3175928" y="2294673"/>
                  </a:lnTo>
                  <a:lnTo>
                    <a:pt x="3176115" y="2295738"/>
                  </a:lnTo>
                  <a:lnTo>
                    <a:pt x="3176302" y="2296893"/>
                  </a:lnTo>
                  <a:lnTo>
                    <a:pt x="3176489" y="2297949"/>
                  </a:lnTo>
                  <a:lnTo>
                    <a:pt x="3176676" y="2298882"/>
                  </a:lnTo>
                  <a:lnTo>
                    <a:pt x="3176863" y="2299165"/>
                  </a:lnTo>
                  <a:lnTo>
                    <a:pt x="3177050" y="2299712"/>
                  </a:lnTo>
                  <a:lnTo>
                    <a:pt x="3177236" y="2300182"/>
                  </a:lnTo>
                  <a:lnTo>
                    <a:pt x="3177423" y="2300528"/>
                  </a:lnTo>
                  <a:lnTo>
                    <a:pt x="3177610" y="2300867"/>
                  </a:lnTo>
                  <a:lnTo>
                    <a:pt x="3177797" y="2301242"/>
                  </a:lnTo>
                  <a:lnTo>
                    <a:pt x="3177984" y="2301807"/>
                  </a:lnTo>
                  <a:lnTo>
                    <a:pt x="3178171" y="2302281"/>
                  </a:lnTo>
                  <a:lnTo>
                    <a:pt x="3178358" y="2302832"/>
                  </a:lnTo>
                  <a:lnTo>
                    <a:pt x="3178545" y="2303387"/>
                  </a:lnTo>
                  <a:lnTo>
                    <a:pt x="3178732" y="2303959"/>
                  </a:lnTo>
                  <a:lnTo>
                    <a:pt x="3178919" y="2304643"/>
                  </a:lnTo>
                  <a:lnTo>
                    <a:pt x="3179106" y="2305497"/>
                  </a:lnTo>
                  <a:lnTo>
                    <a:pt x="3179293" y="2306500"/>
                  </a:lnTo>
                  <a:lnTo>
                    <a:pt x="3179479" y="2307441"/>
                  </a:lnTo>
                  <a:lnTo>
                    <a:pt x="3179666" y="2308422"/>
                  </a:lnTo>
                  <a:lnTo>
                    <a:pt x="3179853" y="2309310"/>
                  </a:lnTo>
                  <a:lnTo>
                    <a:pt x="3180040" y="2310132"/>
                  </a:lnTo>
                  <a:lnTo>
                    <a:pt x="3180227" y="2310837"/>
                  </a:lnTo>
                  <a:lnTo>
                    <a:pt x="3180414" y="2311624"/>
                  </a:lnTo>
                  <a:lnTo>
                    <a:pt x="3180601" y="2312417"/>
                  </a:lnTo>
                  <a:lnTo>
                    <a:pt x="3180788" y="2313078"/>
                  </a:lnTo>
                  <a:lnTo>
                    <a:pt x="3180975" y="2313915"/>
                  </a:lnTo>
                  <a:lnTo>
                    <a:pt x="3181162" y="2314518"/>
                  </a:lnTo>
                  <a:lnTo>
                    <a:pt x="3181349" y="2314794"/>
                  </a:lnTo>
                  <a:lnTo>
                    <a:pt x="3181536" y="2314915"/>
                  </a:lnTo>
                  <a:lnTo>
                    <a:pt x="3181723" y="2315143"/>
                  </a:lnTo>
                  <a:lnTo>
                    <a:pt x="3181909" y="2315063"/>
                  </a:lnTo>
                  <a:lnTo>
                    <a:pt x="3182096" y="2314664"/>
                  </a:lnTo>
                  <a:lnTo>
                    <a:pt x="3182283" y="2314446"/>
                  </a:lnTo>
                  <a:lnTo>
                    <a:pt x="3182470" y="2314030"/>
                  </a:lnTo>
                  <a:lnTo>
                    <a:pt x="3182657" y="2313562"/>
                  </a:lnTo>
                  <a:lnTo>
                    <a:pt x="3182844" y="2313397"/>
                  </a:lnTo>
                  <a:lnTo>
                    <a:pt x="3183031" y="2313199"/>
                  </a:lnTo>
                  <a:lnTo>
                    <a:pt x="3183218" y="2312869"/>
                  </a:lnTo>
                  <a:lnTo>
                    <a:pt x="3183405" y="2312497"/>
                  </a:lnTo>
                  <a:lnTo>
                    <a:pt x="3183592" y="2311887"/>
                  </a:lnTo>
                  <a:lnTo>
                    <a:pt x="3183779" y="2311235"/>
                  </a:lnTo>
                  <a:lnTo>
                    <a:pt x="3183966" y="2310517"/>
                  </a:lnTo>
                  <a:lnTo>
                    <a:pt x="3184153" y="2309857"/>
                  </a:lnTo>
                  <a:lnTo>
                    <a:pt x="3184339" y="2309139"/>
                  </a:lnTo>
                  <a:lnTo>
                    <a:pt x="3184526" y="2308314"/>
                  </a:lnTo>
                  <a:lnTo>
                    <a:pt x="3184713" y="2307489"/>
                  </a:lnTo>
                  <a:lnTo>
                    <a:pt x="3184900" y="2306771"/>
                  </a:lnTo>
                  <a:lnTo>
                    <a:pt x="3185087" y="2306111"/>
                  </a:lnTo>
                  <a:lnTo>
                    <a:pt x="3185274" y="2305393"/>
                  </a:lnTo>
                  <a:lnTo>
                    <a:pt x="3185461" y="2304518"/>
                  </a:lnTo>
                  <a:lnTo>
                    <a:pt x="3185648" y="2303437"/>
                  </a:lnTo>
                  <a:lnTo>
                    <a:pt x="3185835" y="2302232"/>
                  </a:lnTo>
                  <a:lnTo>
                    <a:pt x="3186022" y="2301077"/>
                  </a:lnTo>
                  <a:lnTo>
                    <a:pt x="3186209" y="2299963"/>
                  </a:lnTo>
                  <a:lnTo>
                    <a:pt x="3186396" y="2299088"/>
                  </a:lnTo>
                  <a:lnTo>
                    <a:pt x="3186582" y="2298238"/>
                  </a:lnTo>
                  <a:lnTo>
                    <a:pt x="3186769" y="2297265"/>
                  </a:lnTo>
                  <a:lnTo>
                    <a:pt x="3186956" y="2296175"/>
                  </a:lnTo>
                  <a:lnTo>
                    <a:pt x="3187143" y="2295004"/>
                  </a:lnTo>
                  <a:lnTo>
                    <a:pt x="3187330" y="2293840"/>
                  </a:lnTo>
                  <a:lnTo>
                    <a:pt x="3187517" y="2292520"/>
                  </a:lnTo>
                  <a:lnTo>
                    <a:pt x="3187704" y="2291199"/>
                  </a:lnTo>
                  <a:lnTo>
                    <a:pt x="3187891" y="2289879"/>
                  </a:lnTo>
                  <a:lnTo>
                    <a:pt x="3188078" y="2288674"/>
                  </a:lnTo>
                  <a:lnTo>
                    <a:pt x="3188265" y="2287585"/>
                  </a:lnTo>
                  <a:lnTo>
                    <a:pt x="3188452" y="2286686"/>
                  </a:lnTo>
                  <a:lnTo>
                    <a:pt x="3188639" y="2285803"/>
                  </a:lnTo>
                  <a:lnTo>
                    <a:pt x="3188826" y="2284978"/>
                  </a:lnTo>
                  <a:lnTo>
                    <a:pt x="3189012" y="2284152"/>
                  </a:lnTo>
                  <a:lnTo>
                    <a:pt x="3189199" y="2283311"/>
                  </a:lnTo>
                  <a:lnTo>
                    <a:pt x="3189386" y="2282098"/>
                  </a:lnTo>
                  <a:lnTo>
                    <a:pt x="3189573" y="2280992"/>
                  </a:lnTo>
                  <a:lnTo>
                    <a:pt x="3189760" y="2279936"/>
                  </a:lnTo>
                  <a:lnTo>
                    <a:pt x="3189947" y="2278904"/>
                  </a:lnTo>
                  <a:lnTo>
                    <a:pt x="3190134" y="2277856"/>
                  </a:lnTo>
                  <a:lnTo>
                    <a:pt x="3190321" y="2276866"/>
                  </a:lnTo>
                  <a:lnTo>
                    <a:pt x="3190508" y="2275876"/>
                  </a:lnTo>
                  <a:lnTo>
                    <a:pt x="3190695" y="2274886"/>
                  </a:lnTo>
                  <a:lnTo>
                    <a:pt x="3190882" y="2273838"/>
                  </a:lnTo>
                  <a:lnTo>
                    <a:pt x="3191069" y="2272831"/>
                  </a:lnTo>
                  <a:lnTo>
                    <a:pt x="3191256" y="2271931"/>
                  </a:lnTo>
                  <a:lnTo>
                    <a:pt x="3191442" y="2271090"/>
                  </a:lnTo>
                  <a:lnTo>
                    <a:pt x="3191629" y="2270108"/>
                  </a:lnTo>
                  <a:lnTo>
                    <a:pt x="3191816" y="2269118"/>
                  </a:lnTo>
                  <a:lnTo>
                    <a:pt x="3192003" y="2268210"/>
                  </a:lnTo>
                  <a:lnTo>
                    <a:pt x="3192190" y="2267839"/>
                  </a:lnTo>
                  <a:lnTo>
                    <a:pt x="3192377" y="2267442"/>
                  </a:lnTo>
                  <a:lnTo>
                    <a:pt x="3192564" y="2267576"/>
                  </a:lnTo>
                  <a:lnTo>
                    <a:pt x="3192751" y="2268070"/>
                  </a:lnTo>
                  <a:lnTo>
                    <a:pt x="3192938" y="2268931"/>
                  </a:lnTo>
                  <a:lnTo>
                    <a:pt x="3193125" y="2270743"/>
                  </a:lnTo>
                  <a:lnTo>
                    <a:pt x="3193312" y="2272897"/>
                  </a:lnTo>
                  <a:lnTo>
                    <a:pt x="3193499" y="2275154"/>
                  </a:lnTo>
                  <a:lnTo>
                    <a:pt x="3193685" y="2277535"/>
                  </a:lnTo>
                  <a:lnTo>
                    <a:pt x="3193872" y="2280271"/>
                  </a:lnTo>
                  <a:lnTo>
                    <a:pt x="3194059" y="2283090"/>
                  </a:lnTo>
                  <a:lnTo>
                    <a:pt x="3194246" y="2285806"/>
                  </a:lnTo>
                  <a:lnTo>
                    <a:pt x="3194433" y="2288959"/>
                  </a:lnTo>
                  <a:lnTo>
                    <a:pt x="3194620" y="2292273"/>
                  </a:lnTo>
                  <a:lnTo>
                    <a:pt x="3194807" y="2295760"/>
                  </a:lnTo>
                  <a:lnTo>
                    <a:pt x="3194994" y="2299148"/>
                  </a:lnTo>
                  <a:lnTo>
                    <a:pt x="3195181" y="2302453"/>
                  </a:lnTo>
                  <a:lnTo>
                    <a:pt x="3195368" y="2305617"/>
                  </a:lnTo>
                  <a:lnTo>
                    <a:pt x="3195555" y="2308507"/>
                  </a:lnTo>
                  <a:lnTo>
                    <a:pt x="3195742" y="2311121"/>
                  </a:lnTo>
                  <a:lnTo>
                    <a:pt x="3195929" y="2312867"/>
                  </a:lnTo>
                  <a:lnTo>
                    <a:pt x="3196115" y="2314061"/>
                  </a:lnTo>
                  <a:lnTo>
                    <a:pt x="3196302" y="2314853"/>
                  </a:lnTo>
                  <a:lnTo>
                    <a:pt x="3196489" y="2315612"/>
                  </a:lnTo>
                  <a:lnTo>
                    <a:pt x="3196676" y="2316016"/>
                  </a:lnTo>
                  <a:lnTo>
                    <a:pt x="3196863" y="2316313"/>
                  </a:lnTo>
                  <a:lnTo>
                    <a:pt x="3197050" y="2316858"/>
                  </a:lnTo>
                  <a:lnTo>
                    <a:pt x="3197237" y="2317089"/>
                  </a:lnTo>
                  <a:lnTo>
                    <a:pt x="3197424" y="2317163"/>
                  </a:lnTo>
                  <a:lnTo>
                    <a:pt x="3197611" y="2316784"/>
                  </a:lnTo>
                  <a:lnTo>
                    <a:pt x="3197798" y="2316305"/>
                  </a:lnTo>
                  <a:lnTo>
                    <a:pt x="3197985" y="2315975"/>
                  </a:lnTo>
                  <a:lnTo>
                    <a:pt x="3198172" y="2315793"/>
                  </a:lnTo>
                  <a:lnTo>
                    <a:pt x="3198358" y="2315628"/>
                  </a:lnTo>
                  <a:lnTo>
                    <a:pt x="3198545" y="2315463"/>
                  </a:lnTo>
                  <a:lnTo>
                    <a:pt x="3198732" y="2315381"/>
                  </a:lnTo>
                  <a:lnTo>
                    <a:pt x="3198919" y="2315364"/>
                  </a:lnTo>
                  <a:lnTo>
                    <a:pt x="3199106" y="2315092"/>
                  </a:lnTo>
                  <a:lnTo>
                    <a:pt x="3199293" y="2314762"/>
                  </a:lnTo>
                  <a:lnTo>
                    <a:pt x="3199480" y="2314432"/>
                  </a:lnTo>
                  <a:lnTo>
                    <a:pt x="3199667" y="2313961"/>
                  </a:lnTo>
                  <a:lnTo>
                    <a:pt x="3199854" y="2313359"/>
                  </a:lnTo>
                  <a:lnTo>
                    <a:pt x="3200041" y="2312699"/>
                  </a:lnTo>
                  <a:lnTo>
                    <a:pt x="3200228" y="2312039"/>
                  </a:lnTo>
                  <a:lnTo>
                    <a:pt x="3200415" y="2311511"/>
                  </a:lnTo>
                  <a:lnTo>
                    <a:pt x="3200602" y="2310727"/>
                  </a:lnTo>
                  <a:lnTo>
                    <a:pt x="3200788" y="2310056"/>
                  </a:lnTo>
                  <a:lnTo>
                    <a:pt x="3200975" y="2309259"/>
                  </a:lnTo>
                  <a:lnTo>
                    <a:pt x="3201162" y="2308492"/>
                  </a:lnTo>
                  <a:lnTo>
                    <a:pt x="3201349" y="2307803"/>
                  </a:lnTo>
                  <a:lnTo>
                    <a:pt x="3201536" y="2307156"/>
                  </a:lnTo>
                  <a:lnTo>
                    <a:pt x="3201723" y="2306679"/>
                  </a:lnTo>
                  <a:lnTo>
                    <a:pt x="3201910" y="2306543"/>
                  </a:lnTo>
                  <a:lnTo>
                    <a:pt x="3202097" y="2306521"/>
                  </a:lnTo>
                  <a:lnTo>
                    <a:pt x="3202284" y="2306764"/>
                  </a:lnTo>
                  <a:lnTo>
                    <a:pt x="3202471" y="2307213"/>
                  </a:lnTo>
                  <a:lnTo>
                    <a:pt x="3202658" y="2307998"/>
                  </a:lnTo>
                  <a:lnTo>
                    <a:pt x="3202845" y="2309010"/>
                  </a:lnTo>
                  <a:lnTo>
                    <a:pt x="3203032" y="2310063"/>
                  </a:lnTo>
                  <a:lnTo>
                    <a:pt x="3203218" y="2311237"/>
                  </a:lnTo>
                  <a:lnTo>
                    <a:pt x="3203405" y="2312477"/>
                  </a:lnTo>
                  <a:lnTo>
                    <a:pt x="3203592" y="2313673"/>
                  </a:lnTo>
                  <a:lnTo>
                    <a:pt x="3203779" y="2315488"/>
                  </a:lnTo>
                  <a:lnTo>
                    <a:pt x="3203966" y="2317246"/>
                  </a:lnTo>
                  <a:lnTo>
                    <a:pt x="3204153" y="2318896"/>
                  </a:lnTo>
                  <a:lnTo>
                    <a:pt x="3204340" y="2320547"/>
                  </a:lnTo>
                  <a:lnTo>
                    <a:pt x="3204527" y="2322098"/>
                  </a:lnTo>
                  <a:lnTo>
                    <a:pt x="3204714" y="2323418"/>
                  </a:lnTo>
                  <a:lnTo>
                    <a:pt x="3204901" y="2324442"/>
                  </a:lnTo>
                  <a:lnTo>
                    <a:pt x="3205088" y="2325102"/>
                  </a:lnTo>
                  <a:lnTo>
                    <a:pt x="3205275" y="2325811"/>
                  </a:lnTo>
                  <a:lnTo>
                    <a:pt x="3205461" y="2326430"/>
                  </a:lnTo>
                  <a:lnTo>
                    <a:pt x="3205648" y="2327086"/>
                  </a:lnTo>
                  <a:lnTo>
                    <a:pt x="3205835" y="2327669"/>
                  </a:lnTo>
                  <a:lnTo>
                    <a:pt x="3206022" y="2328090"/>
                  </a:lnTo>
                  <a:lnTo>
                    <a:pt x="3206209" y="2328630"/>
                  </a:lnTo>
                  <a:lnTo>
                    <a:pt x="3206396" y="2329167"/>
                  </a:lnTo>
                  <a:lnTo>
                    <a:pt x="3206583" y="2329829"/>
                  </a:lnTo>
                  <a:lnTo>
                    <a:pt x="3206770" y="2330705"/>
                  </a:lnTo>
                  <a:lnTo>
                    <a:pt x="3206957" y="2331738"/>
                  </a:lnTo>
                  <a:lnTo>
                    <a:pt x="3207144" y="2332804"/>
                  </a:lnTo>
                  <a:lnTo>
                    <a:pt x="3207331" y="2334258"/>
                  </a:lnTo>
                  <a:lnTo>
                    <a:pt x="3207518" y="2335760"/>
                  </a:lnTo>
                  <a:lnTo>
                    <a:pt x="3207705" y="2337388"/>
                  </a:lnTo>
                  <a:lnTo>
                    <a:pt x="3207891" y="2339138"/>
                  </a:lnTo>
                  <a:lnTo>
                    <a:pt x="3208078" y="2340574"/>
                  </a:lnTo>
                  <a:lnTo>
                    <a:pt x="3208265" y="2342079"/>
                  </a:lnTo>
                  <a:lnTo>
                    <a:pt x="3208452" y="2343589"/>
                  </a:lnTo>
                  <a:lnTo>
                    <a:pt x="3208639" y="2345101"/>
                  </a:lnTo>
                  <a:lnTo>
                    <a:pt x="3208826" y="2346510"/>
                  </a:lnTo>
                  <a:lnTo>
                    <a:pt x="3209013" y="2347322"/>
                  </a:lnTo>
                  <a:lnTo>
                    <a:pt x="3209200" y="2347929"/>
                  </a:lnTo>
                  <a:lnTo>
                    <a:pt x="3209387" y="2348562"/>
                  </a:lnTo>
                  <a:lnTo>
                    <a:pt x="3209574" y="2348893"/>
                  </a:lnTo>
                  <a:lnTo>
                    <a:pt x="3209761" y="2348898"/>
                  </a:lnTo>
                  <a:lnTo>
                    <a:pt x="3209948" y="2348726"/>
                  </a:lnTo>
                  <a:lnTo>
                    <a:pt x="3210135" y="2348183"/>
                  </a:lnTo>
                  <a:lnTo>
                    <a:pt x="3210321" y="2347591"/>
                  </a:lnTo>
                  <a:lnTo>
                    <a:pt x="3210508" y="2347180"/>
                  </a:lnTo>
                  <a:lnTo>
                    <a:pt x="3210695" y="2346938"/>
                  </a:lnTo>
                  <a:lnTo>
                    <a:pt x="3210882" y="2347276"/>
                  </a:lnTo>
                  <a:lnTo>
                    <a:pt x="3211069" y="2347694"/>
                  </a:lnTo>
                  <a:lnTo>
                    <a:pt x="3211256" y="2347574"/>
                  </a:lnTo>
                  <a:lnTo>
                    <a:pt x="3211443" y="2347367"/>
                  </a:lnTo>
                  <a:lnTo>
                    <a:pt x="3211630" y="2347283"/>
                  </a:lnTo>
                  <a:lnTo>
                    <a:pt x="3211817" y="2347716"/>
                  </a:lnTo>
                  <a:lnTo>
                    <a:pt x="3212004" y="2348363"/>
                  </a:lnTo>
                  <a:lnTo>
                    <a:pt x="3212191" y="2348861"/>
                  </a:lnTo>
                  <a:lnTo>
                    <a:pt x="3212378" y="2349387"/>
                  </a:lnTo>
                  <a:lnTo>
                    <a:pt x="3212564" y="2350021"/>
                  </a:lnTo>
                  <a:lnTo>
                    <a:pt x="3212751" y="2350715"/>
                  </a:lnTo>
                  <a:lnTo>
                    <a:pt x="3212938" y="2351301"/>
                  </a:lnTo>
                  <a:lnTo>
                    <a:pt x="3213125" y="2351797"/>
                  </a:lnTo>
                  <a:lnTo>
                    <a:pt x="3213312" y="2352087"/>
                  </a:lnTo>
                  <a:lnTo>
                    <a:pt x="3213499" y="2352086"/>
                  </a:lnTo>
                  <a:lnTo>
                    <a:pt x="3213686" y="2352044"/>
                  </a:lnTo>
                  <a:lnTo>
                    <a:pt x="3213873" y="2351590"/>
                  </a:lnTo>
                  <a:lnTo>
                    <a:pt x="3214060" y="2351260"/>
                  </a:lnTo>
                  <a:lnTo>
                    <a:pt x="3214247" y="2351086"/>
                  </a:lnTo>
                  <a:lnTo>
                    <a:pt x="3214434" y="2350888"/>
                  </a:lnTo>
                  <a:lnTo>
                    <a:pt x="3214621" y="2350402"/>
                  </a:lnTo>
                  <a:lnTo>
                    <a:pt x="3214808" y="2349906"/>
                  </a:lnTo>
                  <a:lnTo>
                    <a:pt x="3214994" y="2349279"/>
                  </a:lnTo>
                  <a:lnTo>
                    <a:pt x="3215181" y="2348702"/>
                  </a:lnTo>
                  <a:lnTo>
                    <a:pt x="3215368" y="2348207"/>
                  </a:lnTo>
                  <a:lnTo>
                    <a:pt x="3215555" y="2347827"/>
                  </a:lnTo>
                  <a:lnTo>
                    <a:pt x="3215742" y="2347596"/>
                  </a:lnTo>
                  <a:lnTo>
                    <a:pt x="3215929" y="2347431"/>
                  </a:lnTo>
                  <a:lnTo>
                    <a:pt x="3216116" y="2347266"/>
                  </a:lnTo>
                  <a:lnTo>
                    <a:pt x="3216303" y="2346952"/>
                  </a:lnTo>
                  <a:lnTo>
                    <a:pt x="3216490" y="2346482"/>
                  </a:lnTo>
                  <a:lnTo>
                    <a:pt x="3216677" y="2345706"/>
                  </a:lnTo>
                  <a:lnTo>
                    <a:pt x="3216864" y="2344823"/>
                  </a:lnTo>
                  <a:lnTo>
                    <a:pt x="3217051" y="2343742"/>
                  </a:lnTo>
                  <a:lnTo>
                    <a:pt x="3217237" y="2342587"/>
                  </a:lnTo>
                  <a:lnTo>
                    <a:pt x="3217424" y="2341432"/>
                  </a:lnTo>
                  <a:lnTo>
                    <a:pt x="3217611" y="2340277"/>
                  </a:lnTo>
                  <a:lnTo>
                    <a:pt x="3217798" y="2339245"/>
                  </a:lnTo>
                  <a:lnTo>
                    <a:pt x="3217985" y="2338090"/>
                  </a:lnTo>
                  <a:lnTo>
                    <a:pt x="3218172" y="2336935"/>
                  </a:lnTo>
                  <a:lnTo>
                    <a:pt x="3218359" y="2335779"/>
                  </a:lnTo>
                  <a:lnTo>
                    <a:pt x="3218546" y="2334500"/>
                  </a:lnTo>
                  <a:lnTo>
                    <a:pt x="3218733" y="2333271"/>
                  </a:lnTo>
                  <a:lnTo>
                    <a:pt x="3218920" y="2331950"/>
                  </a:lnTo>
                  <a:lnTo>
                    <a:pt x="3219107" y="2330779"/>
                  </a:lnTo>
                  <a:lnTo>
                    <a:pt x="3219294" y="2329755"/>
                  </a:lnTo>
                  <a:lnTo>
                    <a:pt x="3219481" y="2328988"/>
                  </a:lnTo>
                  <a:lnTo>
                    <a:pt x="3219667" y="2328386"/>
                  </a:lnTo>
                  <a:lnTo>
                    <a:pt x="3219854" y="2327981"/>
                  </a:lnTo>
                  <a:lnTo>
                    <a:pt x="3220041" y="2327503"/>
                  </a:lnTo>
                  <a:lnTo>
                    <a:pt x="3220228" y="2326851"/>
                  </a:lnTo>
                  <a:lnTo>
                    <a:pt x="3220415" y="2326059"/>
                  </a:lnTo>
                  <a:lnTo>
                    <a:pt x="3220602" y="2325407"/>
                  </a:lnTo>
                  <a:lnTo>
                    <a:pt x="3220789" y="2324953"/>
                  </a:lnTo>
                  <a:lnTo>
                    <a:pt x="3220976" y="2324738"/>
                  </a:lnTo>
                  <a:lnTo>
                    <a:pt x="3221163" y="2324705"/>
                  </a:lnTo>
                  <a:lnTo>
                    <a:pt x="3221350" y="2324829"/>
                  </a:lnTo>
                  <a:lnTo>
                    <a:pt x="3221537" y="2324829"/>
                  </a:lnTo>
                  <a:lnTo>
                    <a:pt x="3221724" y="2324648"/>
                  </a:lnTo>
                  <a:lnTo>
                    <a:pt x="3221911" y="2324350"/>
                  </a:lnTo>
                  <a:lnTo>
                    <a:pt x="3222097" y="2323864"/>
                  </a:lnTo>
                  <a:lnTo>
                    <a:pt x="3222284" y="2323327"/>
                  </a:lnTo>
                  <a:lnTo>
                    <a:pt x="3222471" y="2322642"/>
                  </a:lnTo>
                  <a:lnTo>
                    <a:pt x="3222658" y="2321875"/>
                  </a:lnTo>
                  <a:lnTo>
                    <a:pt x="3222845" y="2320975"/>
                  </a:lnTo>
                  <a:lnTo>
                    <a:pt x="3223032" y="2320373"/>
                  </a:lnTo>
                  <a:lnTo>
                    <a:pt x="3223219" y="2319762"/>
                  </a:lnTo>
                  <a:lnTo>
                    <a:pt x="3223406" y="2319464"/>
                  </a:lnTo>
                  <a:lnTo>
                    <a:pt x="3223593" y="2319020"/>
                  </a:lnTo>
                  <a:lnTo>
                    <a:pt x="3223780" y="2318164"/>
                  </a:lnTo>
                  <a:lnTo>
                    <a:pt x="3223967" y="2317252"/>
                  </a:lnTo>
                  <a:lnTo>
                    <a:pt x="3224154" y="2315561"/>
                  </a:lnTo>
                  <a:lnTo>
                    <a:pt x="3224340" y="2313546"/>
                  </a:lnTo>
                  <a:lnTo>
                    <a:pt x="3224527" y="2311541"/>
                  </a:lnTo>
                  <a:lnTo>
                    <a:pt x="3224714" y="2309045"/>
                  </a:lnTo>
                  <a:lnTo>
                    <a:pt x="3224901" y="2306571"/>
                  </a:lnTo>
                  <a:lnTo>
                    <a:pt x="3225088" y="2304088"/>
                  </a:lnTo>
                  <a:lnTo>
                    <a:pt x="3225275" y="2301581"/>
                  </a:lnTo>
                  <a:lnTo>
                    <a:pt x="3225462" y="2298868"/>
                  </a:lnTo>
                  <a:lnTo>
                    <a:pt x="3225649" y="2296181"/>
                  </a:lnTo>
                  <a:lnTo>
                    <a:pt x="3225836" y="2293117"/>
                  </a:lnTo>
                  <a:lnTo>
                    <a:pt x="3226023" y="2290084"/>
                  </a:lnTo>
                  <a:lnTo>
                    <a:pt x="3226210" y="2286974"/>
                  </a:lnTo>
                  <a:lnTo>
                    <a:pt x="3226397" y="2282198"/>
                  </a:lnTo>
                  <a:lnTo>
                    <a:pt x="3226584" y="2277378"/>
                  </a:lnTo>
                  <a:lnTo>
                    <a:pt x="3226770" y="2270941"/>
                  </a:lnTo>
                  <a:lnTo>
                    <a:pt x="3226957" y="2265957"/>
                  </a:lnTo>
                  <a:lnTo>
                    <a:pt x="3227144" y="2261741"/>
                  </a:lnTo>
                  <a:lnTo>
                    <a:pt x="3227331" y="2257639"/>
                  </a:lnTo>
                  <a:lnTo>
                    <a:pt x="3227518" y="2253852"/>
                  </a:lnTo>
                  <a:lnTo>
                    <a:pt x="3227705" y="2249817"/>
                  </a:lnTo>
                  <a:lnTo>
                    <a:pt x="3227892" y="2245757"/>
                  </a:lnTo>
                  <a:lnTo>
                    <a:pt x="3228079" y="2241474"/>
                  </a:lnTo>
                  <a:lnTo>
                    <a:pt x="3228266" y="2236944"/>
                  </a:lnTo>
                  <a:lnTo>
                    <a:pt x="3228453" y="2232537"/>
                  </a:lnTo>
                  <a:lnTo>
                    <a:pt x="3228640" y="2228519"/>
                  </a:lnTo>
                  <a:lnTo>
                    <a:pt x="3228827" y="2224739"/>
                  </a:lnTo>
                  <a:lnTo>
                    <a:pt x="3229014" y="2221628"/>
                  </a:lnTo>
                  <a:lnTo>
                    <a:pt x="3229200" y="2219161"/>
                  </a:lnTo>
                  <a:lnTo>
                    <a:pt x="3229387" y="2217115"/>
                  </a:lnTo>
                  <a:lnTo>
                    <a:pt x="3229574" y="2214804"/>
                  </a:lnTo>
                  <a:lnTo>
                    <a:pt x="3229761" y="2212312"/>
                  </a:lnTo>
                  <a:lnTo>
                    <a:pt x="3229948" y="2209265"/>
                  </a:lnTo>
                  <a:lnTo>
                    <a:pt x="3230135" y="2206222"/>
                  </a:lnTo>
                  <a:lnTo>
                    <a:pt x="3230322" y="2203801"/>
                  </a:lnTo>
                  <a:lnTo>
                    <a:pt x="3230509" y="2201544"/>
                  </a:lnTo>
                  <a:lnTo>
                    <a:pt x="3230696" y="2199381"/>
                  </a:lnTo>
                  <a:lnTo>
                    <a:pt x="3230883" y="2197603"/>
                  </a:lnTo>
                  <a:lnTo>
                    <a:pt x="3231070" y="2196278"/>
                  </a:lnTo>
                  <a:lnTo>
                    <a:pt x="3231257" y="2194953"/>
                  </a:lnTo>
                  <a:lnTo>
                    <a:pt x="3231443" y="2193570"/>
                  </a:lnTo>
                  <a:lnTo>
                    <a:pt x="3231630" y="2192092"/>
                  </a:lnTo>
                  <a:lnTo>
                    <a:pt x="3231817" y="2190391"/>
                  </a:lnTo>
                  <a:lnTo>
                    <a:pt x="3232004" y="2188587"/>
                  </a:lnTo>
                  <a:lnTo>
                    <a:pt x="3232191" y="2186709"/>
                  </a:lnTo>
                  <a:lnTo>
                    <a:pt x="3232378" y="2184749"/>
                  </a:lnTo>
                  <a:lnTo>
                    <a:pt x="3232565" y="2182599"/>
                  </a:lnTo>
                  <a:lnTo>
                    <a:pt x="3232752" y="2181142"/>
                  </a:lnTo>
                  <a:lnTo>
                    <a:pt x="3232939" y="2179805"/>
                  </a:lnTo>
                  <a:lnTo>
                    <a:pt x="3233126" y="2178282"/>
                  </a:lnTo>
                  <a:lnTo>
                    <a:pt x="3233313" y="2176886"/>
                  </a:lnTo>
                  <a:lnTo>
                    <a:pt x="3233500" y="2175700"/>
                  </a:lnTo>
                  <a:lnTo>
                    <a:pt x="3233687" y="2174741"/>
                  </a:lnTo>
                  <a:lnTo>
                    <a:pt x="3233873" y="2173733"/>
                  </a:lnTo>
                  <a:lnTo>
                    <a:pt x="3234060" y="2172678"/>
                  </a:lnTo>
                  <a:lnTo>
                    <a:pt x="3234247" y="2171491"/>
                  </a:lnTo>
                  <a:lnTo>
                    <a:pt x="3234434" y="2170137"/>
                  </a:lnTo>
                  <a:lnTo>
                    <a:pt x="3234621" y="2168761"/>
                  </a:lnTo>
                  <a:lnTo>
                    <a:pt x="3234808" y="2167313"/>
                  </a:lnTo>
                  <a:lnTo>
                    <a:pt x="3234995" y="2165727"/>
                  </a:lnTo>
                  <a:lnTo>
                    <a:pt x="3235182" y="2164120"/>
                  </a:lnTo>
                  <a:lnTo>
                    <a:pt x="3235369" y="2162672"/>
                  </a:lnTo>
                  <a:lnTo>
                    <a:pt x="3235556" y="2161278"/>
                  </a:lnTo>
                  <a:lnTo>
                    <a:pt x="3235743" y="2159803"/>
                  </a:lnTo>
                  <a:lnTo>
                    <a:pt x="3235930" y="2157657"/>
                  </a:lnTo>
                  <a:lnTo>
                    <a:pt x="3236116" y="2155545"/>
                  </a:lnTo>
                  <a:lnTo>
                    <a:pt x="3236303" y="2153251"/>
                  </a:lnTo>
                  <a:lnTo>
                    <a:pt x="3236490" y="2151270"/>
                  </a:lnTo>
                  <a:lnTo>
                    <a:pt x="3236677" y="2149488"/>
                  </a:lnTo>
                  <a:lnTo>
                    <a:pt x="3236864" y="2147879"/>
                  </a:lnTo>
                  <a:lnTo>
                    <a:pt x="3237051" y="2146534"/>
                  </a:lnTo>
                  <a:lnTo>
                    <a:pt x="3237238" y="2145321"/>
                  </a:lnTo>
                  <a:lnTo>
                    <a:pt x="3237425" y="2144265"/>
                  </a:lnTo>
                  <a:lnTo>
                    <a:pt x="3237612" y="2143505"/>
                  </a:lnTo>
                  <a:lnTo>
                    <a:pt x="3237799" y="2143027"/>
                  </a:lnTo>
                  <a:lnTo>
                    <a:pt x="3237986" y="2142655"/>
                  </a:lnTo>
                  <a:lnTo>
                    <a:pt x="3238173" y="2142325"/>
                  </a:lnTo>
                  <a:lnTo>
                    <a:pt x="3238360" y="2142202"/>
                  </a:lnTo>
                  <a:lnTo>
                    <a:pt x="3238546" y="2142202"/>
                  </a:lnTo>
                  <a:lnTo>
                    <a:pt x="3238733" y="2142317"/>
                  </a:lnTo>
                  <a:lnTo>
                    <a:pt x="3238920" y="2142614"/>
                  </a:lnTo>
                  <a:lnTo>
                    <a:pt x="3239107" y="2142928"/>
                  </a:lnTo>
                  <a:lnTo>
                    <a:pt x="3239294" y="2143093"/>
                  </a:lnTo>
                  <a:lnTo>
                    <a:pt x="3239481" y="2143093"/>
                  </a:lnTo>
                  <a:lnTo>
                    <a:pt x="3239668" y="2143093"/>
                  </a:lnTo>
                  <a:lnTo>
                    <a:pt x="3239855" y="2142953"/>
                  </a:lnTo>
                  <a:lnTo>
                    <a:pt x="3240042" y="2142680"/>
                  </a:lnTo>
                  <a:lnTo>
                    <a:pt x="3240229" y="2142350"/>
                  </a:lnTo>
                  <a:lnTo>
                    <a:pt x="3240416" y="2142020"/>
                  </a:lnTo>
                  <a:lnTo>
                    <a:pt x="3240603" y="2141706"/>
                  </a:lnTo>
                  <a:lnTo>
                    <a:pt x="3240790" y="2141541"/>
                  </a:lnTo>
                  <a:lnTo>
                    <a:pt x="3240976" y="2141228"/>
                  </a:lnTo>
                  <a:lnTo>
                    <a:pt x="3241163" y="2140898"/>
                  </a:lnTo>
                  <a:lnTo>
                    <a:pt x="3241350" y="2140568"/>
                  </a:lnTo>
                  <a:lnTo>
                    <a:pt x="3241537" y="2140163"/>
                  </a:lnTo>
                  <a:lnTo>
                    <a:pt x="3241724" y="2139668"/>
                  </a:lnTo>
                  <a:lnTo>
                    <a:pt x="3241911" y="2139322"/>
                  </a:lnTo>
                  <a:lnTo>
                    <a:pt x="3242098" y="2139016"/>
                  </a:lnTo>
                  <a:lnTo>
                    <a:pt x="3242285" y="2138876"/>
                  </a:lnTo>
                  <a:lnTo>
                    <a:pt x="3242472" y="2138711"/>
                  </a:lnTo>
                  <a:lnTo>
                    <a:pt x="3242659" y="2138546"/>
                  </a:lnTo>
                  <a:lnTo>
                    <a:pt x="3242846" y="2138373"/>
                  </a:lnTo>
                  <a:lnTo>
                    <a:pt x="3243033" y="2137775"/>
                  </a:lnTo>
                  <a:lnTo>
                    <a:pt x="3243219" y="2137324"/>
                  </a:lnTo>
                  <a:lnTo>
                    <a:pt x="3243406" y="2136663"/>
                  </a:lnTo>
                  <a:lnTo>
                    <a:pt x="3243593" y="2135942"/>
                  </a:lnTo>
                  <a:lnTo>
                    <a:pt x="3243780" y="2135388"/>
                  </a:lnTo>
                  <a:lnTo>
                    <a:pt x="3243967" y="2134850"/>
                  </a:lnTo>
                  <a:lnTo>
                    <a:pt x="3244154" y="2134205"/>
                  </a:lnTo>
                  <a:lnTo>
                    <a:pt x="3244341" y="2133494"/>
                  </a:lnTo>
                  <a:lnTo>
                    <a:pt x="3244528" y="2132709"/>
                  </a:lnTo>
                  <a:lnTo>
                    <a:pt x="3244715" y="2131716"/>
                  </a:lnTo>
                  <a:lnTo>
                    <a:pt x="3244902" y="2130545"/>
                  </a:lnTo>
                  <a:lnTo>
                    <a:pt x="3245089" y="2129346"/>
                  </a:lnTo>
                  <a:lnTo>
                    <a:pt x="3245276" y="2128091"/>
                  </a:lnTo>
                  <a:lnTo>
                    <a:pt x="3245463" y="2127010"/>
                  </a:lnTo>
                  <a:lnTo>
                    <a:pt x="3245649" y="2125678"/>
                  </a:lnTo>
                  <a:lnTo>
                    <a:pt x="3245836" y="2124498"/>
                  </a:lnTo>
                  <a:lnTo>
                    <a:pt x="3246023" y="2123300"/>
                  </a:lnTo>
                  <a:lnTo>
                    <a:pt x="3246210" y="2122461"/>
                  </a:lnTo>
                  <a:lnTo>
                    <a:pt x="3246397" y="2122160"/>
                  </a:lnTo>
                  <a:lnTo>
                    <a:pt x="3246584" y="2122106"/>
                  </a:lnTo>
                  <a:lnTo>
                    <a:pt x="3246771" y="2122100"/>
                  </a:lnTo>
                  <a:lnTo>
                    <a:pt x="3246958" y="2122363"/>
                  </a:lnTo>
                  <a:lnTo>
                    <a:pt x="3247145" y="2122935"/>
                  </a:lnTo>
                  <a:lnTo>
                    <a:pt x="3247332" y="2123817"/>
                  </a:lnTo>
                  <a:lnTo>
                    <a:pt x="3247519" y="2124797"/>
                  </a:lnTo>
                  <a:lnTo>
                    <a:pt x="3247706" y="2125794"/>
                  </a:lnTo>
                  <a:lnTo>
                    <a:pt x="3247893" y="2126824"/>
                  </a:lnTo>
                  <a:lnTo>
                    <a:pt x="3248079" y="2127965"/>
                  </a:lnTo>
                  <a:lnTo>
                    <a:pt x="3248266" y="2128618"/>
                  </a:lnTo>
                  <a:lnTo>
                    <a:pt x="3248453" y="2129190"/>
                  </a:lnTo>
                  <a:lnTo>
                    <a:pt x="3248640" y="2130301"/>
                  </a:lnTo>
                  <a:lnTo>
                    <a:pt x="3248827" y="2131307"/>
                  </a:lnTo>
                  <a:lnTo>
                    <a:pt x="3249014" y="2131755"/>
                  </a:lnTo>
                  <a:lnTo>
                    <a:pt x="3249201" y="2131974"/>
                  </a:lnTo>
                  <a:lnTo>
                    <a:pt x="3249388" y="2131796"/>
                  </a:lnTo>
                  <a:lnTo>
                    <a:pt x="3249575" y="2131373"/>
                  </a:lnTo>
                  <a:lnTo>
                    <a:pt x="3249762" y="2130690"/>
                  </a:lnTo>
                  <a:lnTo>
                    <a:pt x="3249949" y="2129891"/>
                  </a:lnTo>
                  <a:lnTo>
                    <a:pt x="3250136" y="2128900"/>
                  </a:lnTo>
                  <a:lnTo>
                    <a:pt x="3250322" y="2127984"/>
                  </a:lnTo>
                  <a:lnTo>
                    <a:pt x="3250509" y="2127141"/>
                  </a:lnTo>
                  <a:lnTo>
                    <a:pt x="3250696" y="2126273"/>
                  </a:lnTo>
                  <a:lnTo>
                    <a:pt x="3250883" y="2125376"/>
                  </a:lnTo>
                  <a:lnTo>
                    <a:pt x="3251070" y="2124428"/>
                  </a:lnTo>
                  <a:lnTo>
                    <a:pt x="3251257" y="2123891"/>
                  </a:lnTo>
                  <a:lnTo>
                    <a:pt x="3251444" y="2123231"/>
                  </a:lnTo>
                  <a:lnTo>
                    <a:pt x="3251631" y="2122365"/>
                  </a:lnTo>
                  <a:lnTo>
                    <a:pt x="3251818" y="2121870"/>
                  </a:lnTo>
                  <a:lnTo>
                    <a:pt x="3252005" y="2121308"/>
                  </a:lnTo>
                  <a:lnTo>
                    <a:pt x="3252192" y="2120780"/>
                  </a:lnTo>
                  <a:lnTo>
                    <a:pt x="3252379" y="2120574"/>
                  </a:lnTo>
                  <a:lnTo>
                    <a:pt x="3252566" y="2120302"/>
                  </a:lnTo>
                  <a:lnTo>
                    <a:pt x="3252752" y="2119807"/>
                  </a:lnTo>
                  <a:lnTo>
                    <a:pt x="3252939" y="2119328"/>
                  </a:lnTo>
                  <a:lnTo>
                    <a:pt x="3253126" y="2118734"/>
                  </a:lnTo>
                  <a:lnTo>
                    <a:pt x="3253313" y="2118181"/>
                  </a:lnTo>
                  <a:lnTo>
                    <a:pt x="3253500" y="2117686"/>
                  </a:lnTo>
                  <a:lnTo>
                    <a:pt x="3253687" y="2117339"/>
                  </a:lnTo>
                  <a:lnTo>
                    <a:pt x="3253874" y="2117149"/>
                  </a:lnTo>
                  <a:lnTo>
                    <a:pt x="3254061" y="2117265"/>
                  </a:lnTo>
                  <a:lnTo>
                    <a:pt x="3254248" y="2117628"/>
                  </a:lnTo>
                  <a:lnTo>
                    <a:pt x="3254435" y="2118338"/>
                  </a:lnTo>
                  <a:lnTo>
                    <a:pt x="3254622" y="2119163"/>
                  </a:lnTo>
                  <a:lnTo>
                    <a:pt x="3254809" y="2120054"/>
                  </a:lnTo>
                  <a:lnTo>
                    <a:pt x="3254995" y="2121044"/>
                  </a:lnTo>
                  <a:lnTo>
                    <a:pt x="3255182" y="2121919"/>
                  </a:lnTo>
                  <a:lnTo>
                    <a:pt x="3255369" y="2123091"/>
                  </a:lnTo>
                  <a:lnTo>
                    <a:pt x="3255556" y="2124411"/>
                  </a:lnTo>
                  <a:lnTo>
                    <a:pt x="3255743" y="2125731"/>
                  </a:lnTo>
                  <a:lnTo>
                    <a:pt x="3255930" y="2127291"/>
                  </a:lnTo>
                  <a:lnTo>
                    <a:pt x="3256117" y="2129016"/>
                  </a:lnTo>
                  <a:lnTo>
                    <a:pt x="3256304" y="2130831"/>
                  </a:lnTo>
                  <a:lnTo>
                    <a:pt x="3256491" y="2132498"/>
                  </a:lnTo>
                  <a:lnTo>
                    <a:pt x="3256678" y="2134016"/>
                  </a:lnTo>
                  <a:lnTo>
                    <a:pt x="3256865" y="2135386"/>
                  </a:lnTo>
                  <a:lnTo>
                    <a:pt x="3257052" y="2136508"/>
                  </a:lnTo>
                  <a:lnTo>
                    <a:pt x="3257239" y="2137408"/>
                  </a:lnTo>
                  <a:lnTo>
                    <a:pt x="3257425" y="2138381"/>
                  </a:lnTo>
                  <a:lnTo>
                    <a:pt x="3257612" y="2139512"/>
                  </a:lnTo>
                  <a:lnTo>
                    <a:pt x="3257799" y="2140667"/>
                  </a:lnTo>
                  <a:lnTo>
                    <a:pt x="3257986" y="2141732"/>
                  </a:lnTo>
                  <a:lnTo>
                    <a:pt x="3258173" y="2142375"/>
                  </a:lnTo>
                  <a:lnTo>
                    <a:pt x="3258360" y="2142870"/>
                  </a:lnTo>
                  <a:lnTo>
                    <a:pt x="3258547" y="2143366"/>
                  </a:lnTo>
                  <a:lnTo>
                    <a:pt x="3258734" y="2143621"/>
                  </a:lnTo>
                  <a:lnTo>
                    <a:pt x="3258921" y="2143786"/>
                  </a:lnTo>
                  <a:lnTo>
                    <a:pt x="3259108" y="2144191"/>
                  </a:lnTo>
                  <a:lnTo>
                    <a:pt x="3259295" y="2144818"/>
                  </a:lnTo>
                  <a:lnTo>
                    <a:pt x="3259482" y="2145519"/>
                  </a:lnTo>
                  <a:lnTo>
                    <a:pt x="3259669" y="2146113"/>
                  </a:lnTo>
                  <a:lnTo>
                    <a:pt x="3259855" y="2146724"/>
                  </a:lnTo>
                  <a:lnTo>
                    <a:pt x="3260042" y="2147384"/>
                  </a:lnTo>
                  <a:lnTo>
                    <a:pt x="3260229" y="2148251"/>
                  </a:lnTo>
                  <a:lnTo>
                    <a:pt x="3260416" y="2148960"/>
                  </a:lnTo>
                  <a:lnTo>
                    <a:pt x="3260603" y="2149951"/>
                  </a:lnTo>
                  <a:lnTo>
                    <a:pt x="3260790" y="2150521"/>
                  </a:lnTo>
                  <a:lnTo>
                    <a:pt x="3260977" y="2151885"/>
                  </a:lnTo>
                  <a:lnTo>
                    <a:pt x="3261164" y="2153531"/>
                  </a:lnTo>
                  <a:lnTo>
                    <a:pt x="3261351" y="2155084"/>
                  </a:lnTo>
                  <a:lnTo>
                    <a:pt x="3261538" y="2157380"/>
                  </a:lnTo>
                  <a:lnTo>
                    <a:pt x="3261725" y="2160032"/>
                  </a:lnTo>
                  <a:lnTo>
                    <a:pt x="3261912" y="2162756"/>
                  </a:lnTo>
                  <a:lnTo>
                    <a:pt x="3262098" y="2165964"/>
                  </a:lnTo>
                  <a:lnTo>
                    <a:pt x="3262285" y="2169389"/>
                  </a:lnTo>
                  <a:lnTo>
                    <a:pt x="3262472" y="2172728"/>
                  </a:lnTo>
                  <a:lnTo>
                    <a:pt x="3262659" y="2175922"/>
                  </a:lnTo>
                  <a:lnTo>
                    <a:pt x="3262846" y="2179295"/>
                  </a:lnTo>
                  <a:lnTo>
                    <a:pt x="3263033" y="2182484"/>
                  </a:lnTo>
                  <a:lnTo>
                    <a:pt x="3263220" y="2185739"/>
                  </a:lnTo>
                  <a:lnTo>
                    <a:pt x="3263407" y="2188730"/>
                  </a:lnTo>
                  <a:lnTo>
                    <a:pt x="3263594" y="2191711"/>
                  </a:lnTo>
                  <a:lnTo>
                    <a:pt x="3263781" y="2195891"/>
                  </a:lnTo>
                  <a:lnTo>
                    <a:pt x="3263968" y="2199836"/>
                  </a:lnTo>
                  <a:lnTo>
                    <a:pt x="3264155" y="2204688"/>
                  </a:lnTo>
                  <a:lnTo>
                    <a:pt x="3264342" y="2208335"/>
                  </a:lnTo>
                  <a:lnTo>
                    <a:pt x="3264528" y="2211141"/>
                  </a:lnTo>
                  <a:lnTo>
                    <a:pt x="3264715" y="2213633"/>
                  </a:lnTo>
                  <a:lnTo>
                    <a:pt x="3264902" y="2215465"/>
                  </a:lnTo>
                  <a:lnTo>
                    <a:pt x="3265089" y="2217206"/>
                  </a:lnTo>
                  <a:lnTo>
                    <a:pt x="3265276" y="2218848"/>
                  </a:lnTo>
                  <a:lnTo>
                    <a:pt x="3265463" y="2220944"/>
                  </a:lnTo>
                  <a:lnTo>
                    <a:pt x="3265650" y="2223164"/>
                  </a:lnTo>
                  <a:lnTo>
                    <a:pt x="3265837" y="2225276"/>
                  </a:lnTo>
                  <a:lnTo>
                    <a:pt x="3266024" y="2227207"/>
                  </a:lnTo>
                  <a:lnTo>
                    <a:pt x="3266211" y="2229072"/>
                  </a:lnTo>
                  <a:lnTo>
                    <a:pt x="3266398" y="2230590"/>
                  </a:lnTo>
                  <a:lnTo>
                    <a:pt x="3266585" y="2232034"/>
                  </a:lnTo>
                  <a:lnTo>
                    <a:pt x="3266771" y="2233503"/>
                  </a:lnTo>
                  <a:lnTo>
                    <a:pt x="3266958" y="2235112"/>
                  </a:lnTo>
                  <a:lnTo>
                    <a:pt x="3267145" y="2236862"/>
                  </a:lnTo>
                  <a:lnTo>
                    <a:pt x="3267332" y="2238801"/>
                  </a:lnTo>
                  <a:lnTo>
                    <a:pt x="3267519" y="2240847"/>
                  </a:lnTo>
                  <a:lnTo>
                    <a:pt x="3267706" y="2242580"/>
                  </a:lnTo>
                  <a:lnTo>
                    <a:pt x="3267893" y="2243975"/>
                  </a:lnTo>
                  <a:lnTo>
                    <a:pt x="3268080" y="2245592"/>
                  </a:lnTo>
                  <a:lnTo>
                    <a:pt x="3268267" y="2247036"/>
                  </a:lnTo>
                  <a:lnTo>
                    <a:pt x="3268454" y="2248233"/>
                  </a:lnTo>
                  <a:lnTo>
                    <a:pt x="3268641" y="2249553"/>
                  </a:lnTo>
                  <a:lnTo>
                    <a:pt x="3268828" y="2251022"/>
                  </a:lnTo>
                  <a:lnTo>
                    <a:pt x="3269015" y="2252788"/>
                  </a:lnTo>
                  <a:lnTo>
                    <a:pt x="3269201" y="2254735"/>
                  </a:lnTo>
                  <a:lnTo>
                    <a:pt x="3269388" y="2256781"/>
                  </a:lnTo>
                  <a:lnTo>
                    <a:pt x="3269575" y="2258820"/>
                  </a:lnTo>
                  <a:lnTo>
                    <a:pt x="3269762" y="2260940"/>
                  </a:lnTo>
                  <a:lnTo>
                    <a:pt x="3269949" y="2263251"/>
                  </a:lnTo>
                  <a:lnTo>
                    <a:pt x="3270136" y="2264895"/>
                  </a:lnTo>
                  <a:lnTo>
                    <a:pt x="3270323" y="2266279"/>
                  </a:lnTo>
                  <a:lnTo>
                    <a:pt x="3270510" y="2267688"/>
                  </a:lnTo>
                  <a:lnTo>
                    <a:pt x="3270697" y="2269343"/>
                  </a:lnTo>
                  <a:lnTo>
                    <a:pt x="3270884" y="2270987"/>
                  </a:lnTo>
                  <a:lnTo>
                    <a:pt x="3271071" y="2272672"/>
                  </a:lnTo>
                  <a:lnTo>
                    <a:pt x="3271258" y="2274339"/>
                  </a:lnTo>
                  <a:lnTo>
                    <a:pt x="3271445" y="2276055"/>
                  </a:lnTo>
                  <a:lnTo>
                    <a:pt x="3271631" y="2277770"/>
                  </a:lnTo>
                  <a:lnTo>
                    <a:pt x="3271818" y="2279371"/>
                  </a:lnTo>
                  <a:lnTo>
                    <a:pt x="3272005" y="2280912"/>
                  </a:lnTo>
                  <a:lnTo>
                    <a:pt x="3272192" y="2282525"/>
                  </a:lnTo>
                  <a:lnTo>
                    <a:pt x="3272379" y="2284409"/>
                  </a:lnTo>
                  <a:lnTo>
                    <a:pt x="3272566" y="2286329"/>
                  </a:lnTo>
                  <a:lnTo>
                    <a:pt x="3272753" y="2287942"/>
                  </a:lnTo>
                  <a:lnTo>
                    <a:pt x="3272940" y="2289592"/>
                  </a:lnTo>
                  <a:lnTo>
                    <a:pt x="3273127" y="2291439"/>
                  </a:lnTo>
                  <a:lnTo>
                    <a:pt x="3273314" y="2294079"/>
                  </a:lnTo>
                  <a:lnTo>
                    <a:pt x="3273501" y="2296604"/>
                  </a:lnTo>
                  <a:lnTo>
                    <a:pt x="3273688" y="2299245"/>
                  </a:lnTo>
                  <a:lnTo>
                    <a:pt x="3273874" y="2301720"/>
                  </a:lnTo>
                  <a:lnTo>
                    <a:pt x="3274061" y="2303998"/>
                  </a:lnTo>
                  <a:lnTo>
                    <a:pt x="3274248" y="2306102"/>
                  </a:lnTo>
                  <a:lnTo>
                    <a:pt x="3274435" y="2308033"/>
                  </a:lnTo>
                  <a:lnTo>
                    <a:pt x="3274622" y="2309848"/>
                  </a:lnTo>
                  <a:lnTo>
                    <a:pt x="3274809" y="2311433"/>
                  </a:lnTo>
                  <a:lnTo>
                    <a:pt x="3274996" y="2312687"/>
                  </a:lnTo>
                  <a:lnTo>
                    <a:pt x="3275183" y="2313529"/>
                  </a:lnTo>
                  <a:lnTo>
                    <a:pt x="3275370" y="2314230"/>
                  </a:lnTo>
                  <a:lnTo>
                    <a:pt x="3275557" y="2314890"/>
                  </a:lnTo>
                  <a:lnTo>
                    <a:pt x="3275744" y="2315270"/>
                  </a:lnTo>
                  <a:lnTo>
                    <a:pt x="3275931" y="2315435"/>
                  </a:lnTo>
                  <a:lnTo>
                    <a:pt x="3276118" y="2315484"/>
                  </a:lnTo>
                  <a:lnTo>
                    <a:pt x="3276304" y="2315311"/>
                  </a:lnTo>
                  <a:lnTo>
                    <a:pt x="3276491" y="2314981"/>
                  </a:lnTo>
                  <a:lnTo>
                    <a:pt x="3276678" y="2314651"/>
                  </a:lnTo>
                  <a:lnTo>
                    <a:pt x="3276865" y="2314486"/>
                  </a:lnTo>
                  <a:lnTo>
                    <a:pt x="3277052" y="2314222"/>
                  </a:lnTo>
                  <a:lnTo>
                    <a:pt x="3277239" y="2313941"/>
                  </a:lnTo>
                  <a:lnTo>
                    <a:pt x="3277426" y="2313776"/>
                  </a:lnTo>
                  <a:lnTo>
                    <a:pt x="3277613" y="2313743"/>
                  </a:lnTo>
                  <a:lnTo>
                    <a:pt x="3277800" y="2313743"/>
                  </a:lnTo>
                  <a:lnTo>
                    <a:pt x="3277987" y="2313727"/>
                  </a:lnTo>
                  <a:lnTo>
                    <a:pt x="3278174" y="2313562"/>
                  </a:lnTo>
                  <a:lnTo>
                    <a:pt x="3278361" y="2313545"/>
                  </a:lnTo>
                  <a:lnTo>
                    <a:pt x="3278548" y="2313620"/>
                  </a:lnTo>
                  <a:lnTo>
                    <a:pt x="3278734" y="2313785"/>
                  </a:lnTo>
                  <a:lnTo>
                    <a:pt x="3278921" y="2314024"/>
                  </a:lnTo>
                  <a:lnTo>
                    <a:pt x="3279108" y="2314354"/>
                  </a:lnTo>
                  <a:lnTo>
                    <a:pt x="3279295" y="2314684"/>
                  </a:lnTo>
                  <a:lnTo>
                    <a:pt x="3279482" y="2315014"/>
                  </a:lnTo>
                  <a:lnTo>
                    <a:pt x="3279669" y="2315319"/>
                  </a:lnTo>
                  <a:lnTo>
                    <a:pt x="3279856" y="2315748"/>
                  </a:lnTo>
                  <a:lnTo>
                    <a:pt x="3280043" y="2316244"/>
                  </a:lnTo>
                  <a:lnTo>
                    <a:pt x="3280230" y="2316747"/>
                  </a:lnTo>
                  <a:lnTo>
                    <a:pt x="3280417" y="2317407"/>
                  </a:lnTo>
                  <a:lnTo>
                    <a:pt x="3280604" y="2318100"/>
                  </a:lnTo>
                  <a:lnTo>
                    <a:pt x="3280791" y="2319074"/>
                  </a:lnTo>
                  <a:lnTo>
                    <a:pt x="3280977" y="2320064"/>
                  </a:lnTo>
                  <a:lnTo>
                    <a:pt x="3281164" y="2320906"/>
                  </a:lnTo>
                  <a:lnTo>
                    <a:pt x="3281351" y="2321731"/>
                  </a:lnTo>
                  <a:lnTo>
                    <a:pt x="3281538" y="2322441"/>
                  </a:lnTo>
                  <a:lnTo>
                    <a:pt x="3281725" y="2322944"/>
                  </a:lnTo>
                  <a:lnTo>
                    <a:pt x="3281912" y="2323464"/>
                  </a:lnTo>
                  <a:lnTo>
                    <a:pt x="3282099" y="2323976"/>
                  </a:lnTo>
                  <a:lnTo>
                    <a:pt x="3282286" y="2324636"/>
                  </a:lnTo>
                  <a:lnTo>
                    <a:pt x="3282473" y="2325040"/>
                  </a:lnTo>
                  <a:lnTo>
                    <a:pt x="3282660" y="2325205"/>
                  </a:lnTo>
                  <a:lnTo>
                    <a:pt x="3282847" y="2325787"/>
                  </a:lnTo>
                  <a:lnTo>
                    <a:pt x="3283034" y="2326223"/>
                  </a:lnTo>
                  <a:lnTo>
                    <a:pt x="3283221" y="2326886"/>
                  </a:lnTo>
                  <a:lnTo>
                    <a:pt x="3283407" y="2327232"/>
                  </a:lnTo>
                  <a:lnTo>
                    <a:pt x="3283594" y="2327336"/>
                  </a:lnTo>
                  <a:lnTo>
                    <a:pt x="3283781" y="2327295"/>
                  </a:lnTo>
                  <a:lnTo>
                    <a:pt x="3283968" y="2327253"/>
                  </a:lnTo>
                  <a:lnTo>
                    <a:pt x="3284155" y="2327211"/>
                  </a:lnTo>
                  <a:lnTo>
                    <a:pt x="3284342" y="2327155"/>
                  </a:lnTo>
                  <a:lnTo>
                    <a:pt x="3284529" y="2327072"/>
                  </a:lnTo>
                  <a:lnTo>
                    <a:pt x="3284716" y="2326848"/>
                  </a:lnTo>
                  <a:lnTo>
                    <a:pt x="3284903" y="2326570"/>
                  </a:lnTo>
                  <a:lnTo>
                    <a:pt x="3285090" y="2326251"/>
                  </a:lnTo>
                  <a:lnTo>
                    <a:pt x="3285277" y="2325930"/>
                  </a:lnTo>
                  <a:lnTo>
                    <a:pt x="3285464" y="2325586"/>
                  </a:lnTo>
                  <a:lnTo>
                    <a:pt x="3285650" y="2325269"/>
                  </a:lnTo>
                  <a:lnTo>
                    <a:pt x="3285837" y="2324842"/>
                  </a:lnTo>
                  <a:lnTo>
                    <a:pt x="3286024" y="2324313"/>
                  </a:lnTo>
                  <a:lnTo>
                    <a:pt x="3286211" y="2324171"/>
                  </a:lnTo>
                  <a:lnTo>
                    <a:pt x="3286398" y="2324514"/>
                  </a:lnTo>
                  <a:lnTo>
                    <a:pt x="3286585" y="2324514"/>
                  </a:lnTo>
                  <a:lnTo>
                    <a:pt x="3286772" y="2324646"/>
                  </a:lnTo>
                  <a:lnTo>
                    <a:pt x="3286959" y="2324976"/>
                  </a:lnTo>
                  <a:lnTo>
                    <a:pt x="3287146" y="2325463"/>
                  </a:lnTo>
                  <a:lnTo>
                    <a:pt x="3287333" y="2325958"/>
                  </a:lnTo>
                  <a:lnTo>
                    <a:pt x="3287520" y="2326585"/>
                  </a:lnTo>
                  <a:lnTo>
                    <a:pt x="3287707" y="2327221"/>
                  </a:lnTo>
                  <a:lnTo>
                    <a:pt x="3287894" y="2327749"/>
                  </a:lnTo>
                  <a:lnTo>
                    <a:pt x="3288080" y="2328318"/>
                  </a:lnTo>
                  <a:lnTo>
                    <a:pt x="3288267" y="2328780"/>
                  </a:lnTo>
                  <a:lnTo>
                    <a:pt x="3288454" y="2329325"/>
                  </a:lnTo>
                  <a:lnTo>
                    <a:pt x="3288641" y="2330150"/>
                  </a:lnTo>
                  <a:lnTo>
                    <a:pt x="3288828" y="2330975"/>
                  </a:lnTo>
                  <a:lnTo>
                    <a:pt x="3289015" y="2331850"/>
                  </a:lnTo>
                  <a:lnTo>
                    <a:pt x="3289202" y="2332345"/>
                  </a:lnTo>
                  <a:lnTo>
                    <a:pt x="3289389" y="2332906"/>
                  </a:lnTo>
                  <a:lnTo>
                    <a:pt x="3289576" y="2333269"/>
                  </a:lnTo>
                  <a:lnTo>
                    <a:pt x="3289763" y="2333443"/>
                  </a:lnTo>
                  <a:lnTo>
                    <a:pt x="3289950" y="2333632"/>
                  </a:lnTo>
                  <a:lnTo>
                    <a:pt x="3290137" y="2333963"/>
                  </a:lnTo>
                  <a:lnTo>
                    <a:pt x="3290324" y="2334161"/>
                  </a:lnTo>
                  <a:lnTo>
                    <a:pt x="3290510" y="2334350"/>
                  </a:lnTo>
                  <a:lnTo>
                    <a:pt x="3290697" y="2334573"/>
                  </a:lnTo>
                  <a:lnTo>
                    <a:pt x="3290884" y="2334829"/>
                  </a:lnTo>
                  <a:lnTo>
                    <a:pt x="3291071" y="2335324"/>
                  </a:lnTo>
                  <a:lnTo>
                    <a:pt x="3291258" y="2335819"/>
                  </a:lnTo>
                  <a:lnTo>
                    <a:pt x="3291445" y="2336314"/>
                  </a:lnTo>
                  <a:lnTo>
                    <a:pt x="3291632" y="2336809"/>
                  </a:lnTo>
                  <a:lnTo>
                    <a:pt x="3291819" y="2337181"/>
                  </a:lnTo>
                  <a:lnTo>
                    <a:pt x="3292006" y="2337511"/>
                  </a:lnTo>
                  <a:lnTo>
                    <a:pt x="3292193" y="2337775"/>
                  </a:lnTo>
                  <a:lnTo>
                    <a:pt x="3292380" y="2338105"/>
                  </a:lnTo>
                  <a:lnTo>
                    <a:pt x="3292567" y="2338427"/>
                  </a:lnTo>
                  <a:lnTo>
                    <a:pt x="3292753" y="2338575"/>
                  </a:lnTo>
                  <a:lnTo>
                    <a:pt x="3292940" y="2338575"/>
                  </a:lnTo>
                  <a:lnTo>
                    <a:pt x="3293127" y="2338575"/>
                  </a:lnTo>
                  <a:lnTo>
                    <a:pt x="3293314" y="2338575"/>
                  </a:lnTo>
                  <a:lnTo>
                    <a:pt x="3293501" y="2338575"/>
                  </a:lnTo>
                  <a:lnTo>
                    <a:pt x="3293688" y="2338575"/>
                  </a:lnTo>
                  <a:lnTo>
                    <a:pt x="3293875" y="2338575"/>
                  </a:lnTo>
                  <a:lnTo>
                    <a:pt x="3294062" y="2338575"/>
                  </a:lnTo>
                  <a:lnTo>
                    <a:pt x="3294249" y="2338575"/>
                  </a:lnTo>
                  <a:lnTo>
                    <a:pt x="3294436" y="2338575"/>
                  </a:lnTo>
                  <a:lnTo>
                    <a:pt x="3294623" y="2338575"/>
                  </a:lnTo>
                  <a:lnTo>
                    <a:pt x="3294810" y="2338575"/>
                  </a:lnTo>
                  <a:lnTo>
                    <a:pt x="3294997" y="2338592"/>
                  </a:lnTo>
                  <a:lnTo>
                    <a:pt x="3295183" y="2338757"/>
                  </a:lnTo>
                  <a:lnTo>
                    <a:pt x="3295370" y="2338930"/>
                  </a:lnTo>
                  <a:lnTo>
                    <a:pt x="3295557" y="2339277"/>
                  </a:lnTo>
                  <a:lnTo>
                    <a:pt x="3295744" y="2339772"/>
                  </a:lnTo>
                  <a:lnTo>
                    <a:pt x="3295931" y="2340160"/>
                  </a:lnTo>
                  <a:lnTo>
                    <a:pt x="3296118" y="2340490"/>
                  </a:lnTo>
                  <a:lnTo>
                    <a:pt x="3296305" y="2340820"/>
                  </a:lnTo>
                  <a:lnTo>
                    <a:pt x="3296492" y="2341150"/>
                  </a:lnTo>
                  <a:lnTo>
                    <a:pt x="3296679" y="2341480"/>
                  </a:lnTo>
                  <a:lnTo>
                    <a:pt x="3296866" y="2341926"/>
                  </a:lnTo>
                  <a:lnTo>
                    <a:pt x="3297053" y="2342363"/>
                  </a:lnTo>
                  <a:lnTo>
                    <a:pt x="3297240" y="2342767"/>
                  </a:lnTo>
                  <a:lnTo>
                    <a:pt x="3297427" y="2343262"/>
                  </a:lnTo>
                  <a:lnTo>
                    <a:pt x="3297613" y="2343840"/>
                  </a:lnTo>
                  <a:lnTo>
                    <a:pt x="3297800" y="2344484"/>
                  </a:lnTo>
                  <a:lnTo>
                    <a:pt x="3297987" y="2344979"/>
                  </a:lnTo>
                  <a:lnTo>
                    <a:pt x="3298174" y="2345606"/>
                  </a:lnTo>
                  <a:lnTo>
                    <a:pt x="3298361" y="2345636"/>
                  </a:lnTo>
                  <a:lnTo>
                    <a:pt x="3298548" y="2345554"/>
                  </a:lnTo>
                  <a:lnTo>
                    <a:pt x="3298735" y="2345549"/>
                  </a:lnTo>
                  <a:lnTo>
                    <a:pt x="3298922" y="2345753"/>
                  </a:lnTo>
                  <a:lnTo>
                    <a:pt x="3299109" y="2345999"/>
                  </a:lnTo>
                  <a:lnTo>
                    <a:pt x="3299296" y="2346096"/>
                  </a:lnTo>
                  <a:lnTo>
                    <a:pt x="3299483" y="2346054"/>
                  </a:lnTo>
                  <a:lnTo>
                    <a:pt x="3299670" y="2345927"/>
                  </a:lnTo>
                  <a:lnTo>
                    <a:pt x="3299856" y="2345954"/>
                  </a:lnTo>
                  <a:lnTo>
                    <a:pt x="3300043" y="2346257"/>
                  </a:lnTo>
                  <a:lnTo>
                    <a:pt x="3300230" y="2346529"/>
                  </a:lnTo>
                  <a:lnTo>
                    <a:pt x="3300417" y="2346895"/>
                  </a:lnTo>
                  <a:lnTo>
                    <a:pt x="3300604" y="2347273"/>
                  </a:lnTo>
                  <a:lnTo>
                    <a:pt x="3300791" y="2347570"/>
                  </a:lnTo>
                  <a:lnTo>
                    <a:pt x="3300978" y="2347700"/>
                  </a:lnTo>
                  <a:lnTo>
                    <a:pt x="3301165" y="2348296"/>
                  </a:lnTo>
                  <a:lnTo>
                    <a:pt x="3301352" y="2349171"/>
                  </a:lnTo>
                  <a:lnTo>
                    <a:pt x="3301539" y="2350929"/>
                  </a:lnTo>
                  <a:lnTo>
                    <a:pt x="3301726" y="2352365"/>
                  </a:lnTo>
                  <a:lnTo>
                    <a:pt x="3301913" y="2353883"/>
                  </a:lnTo>
                  <a:lnTo>
                    <a:pt x="3302100" y="2355723"/>
                  </a:lnTo>
                  <a:lnTo>
                    <a:pt x="3302286" y="2357811"/>
                  </a:lnTo>
                  <a:lnTo>
                    <a:pt x="3302473" y="2360031"/>
                  </a:lnTo>
                  <a:lnTo>
                    <a:pt x="3302660" y="2362283"/>
                  </a:lnTo>
                  <a:lnTo>
                    <a:pt x="3302847" y="2364305"/>
                  </a:lnTo>
                  <a:lnTo>
                    <a:pt x="3303034" y="2366451"/>
                  </a:lnTo>
                  <a:lnTo>
                    <a:pt x="3303221" y="2368357"/>
                  </a:lnTo>
                  <a:lnTo>
                    <a:pt x="3303408" y="2370065"/>
                  </a:lnTo>
                  <a:lnTo>
                    <a:pt x="3303595" y="2371798"/>
                  </a:lnTo>
                  <a:lnTo>
                    <a:pt x="3303782" y="2373547"/>
                  </a:lnTo>
                  <a:lnTo>
                    <a:pt x="3303969" y="2374603"/>
                  </a:lnTo>
                  <a:lnTo>
                    <a:pt x="3304156" y="2375346"/>
                  </a:lnTo>
                  <a:lnTo>
                    <a:pt x="3304343" y="2375849"/>
                  </a:lnTo>
                  <a:lnTo>
                    <a:pt x="3304529" y="2376180"/>
                  </a:lnTo>
                  <a:lnTo>
                    <a:pt x="3304716" y="2376353"/>
                  </a:lnTo>
                  <a:lnTo>
                    <a:pt x="3304903" y="2376353"/>
                  </a:lnTo>
                  <a:lnTo>
                    <a:pt x="3305090" y="2376246"/>
                  </a:lnTo>
                  <a:lnTo>
                    <a:pt x="3305277" y="2376006"/>
                  </a:lnTo>
                  <a:lnTo>
                    <a:pt x="3305464" y="2375552"/>
                  </a:lnTo>
                  <a:lnTo>
                    <a:pt x="3305651" y="2375024"/>
                  </a:lnTo>
                  <a:lnTo>
                    <a:pt x="3305838" y="2374216"/>
                  </a:lnTo>
                  <a:lnTo>
                    <a:pt x="3306025" y="2373560"/>
                  </a:lnTo>
                  <a:lnTo>
                    <a:pt x="3306212" y="2372684"/>
                  </a:lnTo>
                  <a:lnTo>
                    <a:pt x="3306399" y="2371630"/>
                  </a:lnTo>
                  <a:lnTo>
                    <a:pt x="3306586" y="2370576"/>
                  </a:lnTo>
                  <a:lnTo>
                    <a:pt x="3306773" y="2369619"/>
                  </a:lnTo>
                  <a:lnTo>
                    <a:pt x="3306959" y="2368686"/>
                  </a:lnTo>
                  <a:lnTo>
                    <a:pt x="3307146" y="2367903"/>
                  </a:lnTo>
                  <a:lnTo>
                    <a:pt x="3307333" y="2367330"/>
                  </a:lnTo>
                  <a:lnTo>
                    <a:pt x="3307520" y="2366848"/>
                  </a:lnTo>
                  <a:lnTo>
                    <a:pt x="3307707" y="2366283"/>
                  </a:lnTo>
                  <a:lnTo>
                    <a:pt x="3307894" y="2365620"/>
                  </a:lnTo>
                  <a:lnTo>
                    <a:pt x="3308081" y="2364722"/>
                  </a:lnTo>
                  <a:lnTo>
                    <a:pt x="3308268" y="2363680"/>
                  </a:lnTo>
                  <a:lnTo>
                    <a:pt x="3308455" y="2362596"/>
                  </a:lnTo>
                  <a:lnTo>
                    <a:pt x="3308642" y="2361590"/>
                  </a:lnTo>
                  <a:lnTo>
                    <a:pt x="3308829" y="2360810"/>
                  </a:lnTo>
                  <a:lnTo>
                    <a:pt x="3309016" y="2360288"/>
                  </a:lnTo>
                  <a:lnTo>
                    <a:pt x="3309203" y="2359339"/>
                  </a:lnTo>
                  <a:lnTo>
                    <a:pt x="3309389" y="2358093"/>
                  </a:lnTo>
                  <a:lnTo>
                    <a:pt x="3309576" y="2356764"/>
                  </a:lnTo>
                  <a:lnTo>
                    <a:pt x="3309763" y="2355147"/>
                  </a:lnTo>
                  <a:lnTo>
                    <a:pt x="3309950" y="2353447"/>
                  </a:lnTo>
                  <a:lnTo>
                    <a:pt x="3310137" y="2351632"/>
                  </a:lnTo>
                  <a:lnTo>
                    <a:pt x="3310324" y="2349725"/>
                  </a:lnTo>
                  <a:lnTo>
                    <a:pt x="3310511" y="2347877"/>
                  </a:lnTo>
                  <a:lnTo>
                    <a:pt x="3310698" y="2346012"/>
                  </a:lnTo>
                  <a:lnTo>
                    <a:pt x="3310885" y="2344436"/>
                  </a:lnTo>
                  <a:lnTo>
                    <a:pt x="3311072" y="2343058"/>
                  </a:lnTo>
                  <a:lnTo>
                    <a:pt x="3311259" y="2341507"/>
                  </a:lnTo>
                  <a:lnTo>
                    <a:pt x="3311446" y="2339691"/>
                  </a:lnTo>
                  <a:lnTo>
                    <a:pt x="3311632" y="2337711"/>
                  </a:lnTo>
                  <a:lnTo>
                    <a:pt x="3311819" y="2335780"/>
                  </a:lnTo>
                  <a:lnTo>
                    <a:pt x="3312006" y="2334088"/>
                  </a:lnTo>
                  <a:lnTo>
                    <a:pt x="3312193" y="2332826"/>
                  </a:lnTo>
                  <a:lnTo>
                    <a:pt x="3312380" y="2332234"/>
                  </a:lnTo>
                  <a:lnTo>
                    <a:pt x="3312567" y="2331833"/>
                  </a:lnTo>
                  <a:lnTo>
                    <a:pt x="3312754" y="2331320"/>
                  </a:lnTo>
                  <a:lnTo>
                    <a:pt x="3312941" y="2330716"/>
                  </a:lnTo>
                  <a:lnTo>
                    <a:pt x="3313128" y="2330187"/>
                  </a:lnTo>
                  <a:lnTo>
                    <a:pt x="3313315" y="2329821"/>
                  </a:lnTo>
                  <a:lnTo>
                    <a:pt x="3313502" y="2329527"/>
                  </a:lnTo>
                  <a:lnTo>
                    <a:pt x="3313689" y="2329209"/>
                  </a:lnTo>
                  <a:lnTo>
                    <a:pt x="3313876" y="2328891"/>
                  </a:lnTo>
                  <a:lnTo>
                    <a:pt x="3314062" y="2328742"/>
                  </a:lnTo>
                  <a:lnTo>
                    <a:pt x="3314249" y="2328784"/>
                  </a:lnTo>
                  <a:lnTo>
                    <a:pt x="3314436" y="2329046"/>
                  </a:lnTo>
                  <a:lnTo>
                    <a:pt x="3314623" y="2329324"/>
                  </a:lnTo>
                  <a:lnTo>
                    <a:pt x="3314810" y="2329367"/>
                  </a:lnTo>
                  <a:lnTo>
                    <a:pt x="3314997" y="2329109"/>
                  </a:lnTo>
                  <a:lnTo>
                    <a:pt x="3315184" y="2328616"/>
                  </a:lnTo>
                  <a:lnTo>
                    <a:pt x="3315371" y="2327825"/>
                  </a:lnTo>
                  <a:lnTo>
                    <a:pt x="3315558" y="2326991"/>
                  </a:lnTo>
                  <a:lnTo>
                    <a:pt x="3315745" y="2325489"/>
                  </a:lnTo>
                  <a:lnTo>
                    <a:pt x="3315932" y="2323764"/>
                  </a:lnTo>
                  <a:lnTo>
                    <a:pt x="3316119" y="2321784"/>
                  </a:lnTo>
                  <a:lnTo>
                    <a:pt x="3316306" y="2319902"/>
                  </a:lnTo>
                  <a:lnTo>
                    <a:pt x="3316492" y="2318087"/>
                  </a:lnTo>
                  <a:lnTo>
                    <a:pt x="3316679" y="2316272"/>
                  </a:lnTo>
                  <a:lnTo>
                    <a:pt x="3316866" y="2314456"/>
                  </a:lnTo>
                  <a:lnTo>
                    <a:pt x="3317053" y="2312641"/>
                  </a:lnTo>
                  <a:lnTo>
                    <a:pt x="3317240" y="2310586"/>
                  </a:lnTo>
                  <a:lnTo>
                    <a:pt x="3317427" y="2308243"/>
                  </a:lnTo>
                  <a:lnTo>
                    <a:pt x="3317614" y="2305767"/>
                  </a:lnTo>
                  <a:lnTo>
                    <a:pt x="3317801" y="2303415"/>
                  </a:lnTo>
                  <a:lnTo>
                    <a:pt x="3317988" y="2301014"/>
                  </a:lnTo>
                  <a:lnTo>
                    <a:pt x="3318175" y="2298605"/>
                  </a:lnTo>
                  <a:lnTo>
                    <a:pt x="3318362" y="2295898"/>
                  </a:lnTo>
                  <a:lnTo>
                    <a:pt x="3318549" y="2293241"/>
                  </a:lnTo>
                  <a:lnTo>
                    <a:pt x="3318735" y="2290278"/>
                  </a:lnTo>
                  <a:lnTo>
                    <a:pt x="3318922" y="2288191"/>
                  </a:lnTo>
                  <a:lnTo>
                    <a:pt x="3319109" y="2285915"/>
                  </a:lnTo>
                  <a:lnTo>
                    <a:pt x="3319296" y="2283060"/>
                  </a:lnTo>
                  <a:lnTo>
                    <a:pt x="3319483" y="2281029"/>
                  </a:lnTo>
                  <a:lnTo>
                    <a:pt x="3319670" y="2278256"/>
                  </a:lnTo>
                  <a:lnTo>
                    <a:pt x="3319857" y="2275897"/>
                  </a:lnTo>
                  <a:lnTo>
                    <a:pt x="3320044" y="2273683"/>
                  </a:lnTo>
                  <a:lnTo>
                    <a:pt x="3320231" y="2271408"/>
                  </a:lnTo>
                  <a:lnTo>
                    <a:pt x="3320418" y="2269136"/>
                  </a:lnTo>
                  <a:lnTo>
                    <a:pt x="3320605" y="2266346"/>
                  </a:lnTo>
                  <a:lnTo>
                    <a:pt x="3320792" y="2263837"/>
                  </a:lnTo>
                  <a:lnTo>
                    <a:pt x="3320979" y="2261400"/>
                  </a:lnTo>
                  <a:lnTo>
                    <a:pt x="3321165" y="2259017"/>
                  </a:lnTo>
                  <a:lnTo>
                    <a:pt x="3321352" y="2256333"/>
                  </a:lnTo>
                  <a:lnTo>
                    <a:pt x="3321539" y="2253510"/>
                  </a:lnTo>
                  <a:lnTo>
                    <a:pt x="3321726" y="2250609"/>
                  </a:lnTo>
                  <a:lnTo>
                    <a:pt x="3321913" y="2247834"/>
                  </a:lnTo>
                  <a:lnTo>
                    <a:pt x="3322100" y="2245084"/>
                  </a:lnTo>
                  <a:lnTo>
                    <a:pt x="3322287" y="2242600"/>
                  </a:lnTo>
                  <a:lnTo>
                    <a:pt x="3322474" y="2240043"/>
                  </a:lnTo>
                  <a:lnTo>
                    <a:pt x="3322661" y="2236707"/>
                  </a:lnTo>
                  <a:lnTo>
                    <a:pt x="3322848" y="2233359"/>
                  </a:lnTo>
                  <a:lnTo>
                    <a:pt x="3323035" y="2229852"/>
                  </a:lnTo>
                  <a:lnTo>
                    <a:pt x="3323222" y="2225600"/>
                  </a:lnTo>
                  <a:lnTo>
                    <a:pt x="3323408" y="2221854"/>
                  </a:lnTo>
                  <a:lnTo>
                    <a:pt x="3323595" y="2218118"/>
                  </a:lnTo>
                  <a:lnTo>
                    <a:pt x="3323782" y="2214507"/>
                  </a:lnTo>
                  <a:lnTo>
                    <a:pt x="3323969" y="2211503"/>
                  </a:lnTo>
                  <a:lnTo>
                    <a:pt x="3324156" y="2209201"/>
                  </a:lnTo>
                  <a:lnTo>
                    <a:pt x="3324343" y="2207377"/>
                  </a:lnTo>
                  <a:lnTo>
                    <a:pt x="3324530" y="2205661"/>
                  </a:lnTo>
                  <a:lnTo>
                    <a:pt x="3324717" y="2204176"/>
                  </a:lnTo>
                  <a:lnTo>
                    <a:pt x="3324904" y="2202690"/>
                  </a:lnTo>
                  <a:lnTo>
                    <a:pt x="3325091" y="2201147"/>
                  </a:lnTo>
                  <a:lnTo>
                    <a:pt x="3325278" y="2199596"/>
                  </a:lnTo>
                  <a:lnTo>
                    <a:pt x="3325465" y="2198267"/>
                  </a:lnTo>
                  <a:lnTo>
                    <a:pt x="3325652" y="2197310"/>
                  </a:lnTo>
                  <a:lnTo>
                    <a:pt x="3325838" y="2196411"/>
                  </a:lnTo>
                  <a:lnTo>
                    <a:pt x="3326025" y="2195256"/>
                  </a:lnTo>
                  <a:lnTo>
                    <a:pt x="3326212" y="2194100"/>
                  </a:lnTo>
                  <a:lnTo>
                    <a:pt x="3326399" y="2192854"/>
                  </a:lnTo>
                  <a:lnTo>
                    <a:pt x="3326586" y="2191253"/>
                  </a:lnTo>
                  <a:lnTo>
                    <a:pt x="3326773" y="2189570"/>
                  </a:lnTo>
                  <a:lnTo>
                    <a:pt x="3326960" y="2188184"/>
                  </a:lnTo>
                  <a:lnTo>
                    <a:pt x="3327147" y="2186839"/>
                  </a:lnTo>
                  <a:lnTo>
                    <a:pt x="3327334" y="2185700"/>
                  </a:lnTo>
                  <a:lnTo>
                    <a:pt x="3327521" y="2184545"/>
                  </a:lnTo>
                  <a:lnTo>
                    <a:pt x="3327708" y="2183389"/>
                  </a:lnTo>
                  <a:lnTo>
                    <a:pt x="3327895" y="2182267"/>
                  </a:lnTo>
                  <a:lnTo>
                    <a:pt x="3328082" y="2181095"/>
                  </a:lnTo>
                  <a:lnTo>
                    <a:pt x="3328268" y="2179759"/>
                  </a:lnTo>
                  <a:lnTo>
                    <a:pt x="3328455" y="2178158"/>
                  </a:lnTo>
                  <a:lnTo>
                    <a:pt x="3328642" y="2176483"/>
                  </a:lnTo>
                  <a:lnTo>
                    <a:pt x="3328829" y="2174667"/>
                  </a:lnTo>
                  <a:lnTo>
                    <a:pt x="3329016" y="2172852"/>
                  </a:lnTo>
                  <a:lnTo>
                    <a:pt x="3329203" y="2171086"/>
                  </a:lnTo>
                  <a:lnTo>
                    <a:pt x="3329390" y="2169551"/>
                  </a:lnTo>
                  <a:lnTo>
                    <a:pt x="3329577" y="2168173"/>
                  </a:lnTo>
                  <a:lnTo>
                    <a:pt x="3329764" y="2166671"/>
                  </a:lnTo>
                  <a:lnTo>
                    <a:pt x="3329951" y="2165326"/>
                  </a:lnTo>
                  <a:lnTo>
                    <a:pt x="3330138" y="2163874"/>
                  </a:lnTo>
                  <a:lnTo>
                    <a:pt x="3330325" y="2162388"/>
                  </a:lnTo>
                  <a:lnTo>
                    <a:pt x="3330511" y="2160903"/>
                  </a:lnTo>
                  <a:lnTo>
                    <a:pt x="3330698" y="2159443"/>
                  </a:lnTo>
                  <a:lnTo>
                    <a:pt x="3330885" y="2158065"/>
                  </a:lnTo>
                  <a:lnTo>
                    <a:pt x="3331072" y="2156744"/>
                  </a:lnTo>
                  <a:lnTo>
                    <a:pt x="3331259" y="2155490"/>
                  </a:lnTo>
                  <a:lnTo>
                    <a:pt x="3331446" y="2154178"/>
                  </a:lnTo>
                  <a:lnTo>
                    <a:pt x="3331633" y="2152858"/>
                  </a:lnTo>
                  <a:lnTo>
                    <a:pt x="3331820" y="2151356"/>
                  </a:lnTo>
                  <a:lnTo>
                    <a:pt x="3332007" y="2149582"/>
                  </a:lnTo>
                  <a:lnTo>
                    <a:pt x="3332194" y="2147626"/>
                  </a:lnTo>
                  <a:lnTo>
                    <a:pt x="3332381" y="2145811"/>
                  </a:lnTo>
                  <a:lnTo>
                    <a:pt x="3332568" y="2144078"/>
                  </a:lnTo>
                  <a:lnTo>
                    <a:pt x="3332755" y="2142502"/>
                  </a:lnTo>
                  <a:lnTo>
                    <a:pt x="3332941" y="2141297"/>
                  </a:lnTo>
                  <a:lnTo>
                    <a:pt x="3333128" y="2140142"/>
                  </a:lnTo>
                  <a:lnTo>
                    <a:pt x="3333315" y="2138995"/>
                  </a:lnTo>
                  <a:lnTo>
                    <a:pt x="3333502" y="2137451"/>
                  </a:lnTo>
                  <a:lnTo>
                    <a:pt x="3333689" y="2135875"/>
                  </a:lnTo>
                  <a:lnTo>
                    <a:pt x="3333876" y="2134390"/>
                  </a:lnTo>
                  <a:lnTo>
                    <a:pt x="3334063" y="2132946"/>
                  </a:lnTo>
                  <a:lnTo>
                    <a:pt x="3334250" y="2131477"/>
                  </a:lnTo>
                  <a:lnTo>
                    <a:pt x="3334437" y="2130215"/>
                  </a:lnTo>
                  <a:lnTo>
                    <a:pt x="3334624" y="2129241"/>
                  </a:lnTo>
                  <a:lnTo>
                    <a:pt x="3334811" y="2128581"/>
                  </a:lnTo>
                  <a:lnTo>
                    <a:pt x="3334998" y="2128242"/>
                  </a:lnTo>
                  <a:lnTo>
                    <a:pt x="3335185" y="2127764"/>
                  </a:lnTo>
                  <a:lnTo>
                    <a:pt x="3335371" y="2126996"/>
                  </a:lnTo>
                  <a:lnTo>
                    <a:pt x="3335558" y="2126097"/>
                  </a:lnTo>
                  <a:lnTo>
                    <a:pt x="3335745" y="2125107"/>
                  </a:lnTo>
                  <a:lnTo>
                    <a:pt x="3335932" y="2124116"/>
                  </a:lnTo>
                  <a:lnTo>
                    <a:pt x="3336119" y="2122994"/>
                  </a:lnTo>
                  <a:lnTo>
                    <a:pt x="3336306" y="2121748"/>
                  </a:lnTo>
                  <a:lnTo>
                    <a:pt x="3336493" y="2120164"/>
                  </a:lnTo>
                  <a:lnTo>
                    <a:pt x="3336680" y="2117754"/>
                  </a:lnTo>
                  <a:lnTo>
                    <a:pt x="3336867" y="2115122"/>
                  </a:lnTo>
                  <a:lnTo>
                    <a:pt x="3337054" y="2112457"/>
                  </a:lnTo>
                  <a:lnTo>
                    <a:pt x="3337241" y="2109593"/>
                  </a:lnTo>
                  <a:lnTo>
                    <a:pt x="3337428" y="2106499"/>
                  </a:lnTo>
                  <a:lnTo>
                    <a:pt x="3337614" y="2102769"/>
                  </a:lnTo>
                  <a:lnTo>
                    <a:pt x="3337801" y="2098734"/>
                  </a:lnTo>
                  <a:lnTo>
                    <a:pt x="3337988" y="2094525"/>
                  </a:lnTo>
                  <a:lnTo>
                    <a:pt x="3338175" y="2090333"/>
                  </a:lnTo>
                  <a:lnTo>
                    <a:pt x="3338362" y="2085622"/>
                  </a:lnTo>
                  <a:lnTo>
                    <a:pt x="3338549" y="2080671"/>
                  </a:lnTo>
                  <a:lnTo>
                    <a:pt x="3338736" y="2074770"/>
                  </a:lnTo>
                  <a:lnTo>
                    <a:pt x="3338923" y="2067971"/>
                  </a:lnTo>
                  <a:lnTo>
                    <a:pt x="3339110" y="2061221"/>
                  </a:lnTo>
                  <a:lnTo>
                    <a:pt x="3339297" y="2054603"/>
                  </a:lnTo>
                  <a:lnTo>
                    <a:pt x="3339484" y="2048183"/>
                  </a:lnTo>
                  <a:lnTo>
                    <a:pt x="3339671" y="2041755"/>
                  </a:lnTo>
                  <a:lnTo>
                    <a:pt x="3339858" y="2035583"/>
                  </a:lnTo>
                  <a:lnTo>
                    <a:pt x="3340044" y="2029517"/>
                  </a:lnTo>
                  <a:lnTo>
                    <a:pt x="3340231" y="2022974"/>
                  </a:lnTo>
                  <a:lnTo>
                    <a:pt x="3340418" y="2016966"/>
                  </a:lnTo>
                  <a:lnTo>
                    <a:pt x="3340605" y="2011388"/>
                  </a:lnTo>
                  <a:lnTo>
                    <a:pt x="3340792" y="2005901"/>
                  </a:lnTo>
                  <a:lnTo>
                    <a:pt x="3340979" y="2000273"/>
                  </a:lnTo>
                  <a:lnTo>
                    <a:pt x="3341166" y="1995083"/>
                  </a:lnTo>
                  <a:lnTo>
                    <a:pt x="3341353" y="1990263"/>
                  </a:lnTo>
                  <a:lnTo>
                    <a:pt x="3341540" y="1986327"/>
                  </a:lnTo>
                  <a:lnTo>
                    <a:pt x="3341727" y="1983555"/>
                  </a:lnTo>
                  <a:lnTo>
                    <a:pt x="3341914" y="1981541"/>
                  </a:lnTo>
                  <a:lnTo>
                    <a:pt x="3342101" y="1979841"/>
                  </a:lnTo>
                  <a:lnTo>
                    <a:pt x="3342287" y="1978769"/>
                  </a:lnTo>
                  <a:lnTo>
                    <a:pt x="3342474" y="1977935"/>
                  </a:lnTo>
                  <a:lnTo>
                    <a:pt x="3342661" y="1977036"/>
                  </a:lnTo>
                  <a:lnTo>
                    <a:pt x="3342848" y="1976169"/>
                  </a:lnTo>
                  <a:lnTo>
                    <a:pt x="3343035" y="1975905"/>
                  </a:lnTo>
                  <a:lnTo>
                    <a:pt x="3343222" y="1975781"/>
                  </a:lnTo>
                  <a:lnTo>
                    <a:pt x="3343409" y="1975290"/>
                  </a:lnTo>
                  <a:lnTo>
                    <a:pt x="3343596" y="1975308"/>
                  </a:lnTo>
                  <a:lnTo>
                    <a:pt x="3343783" y="1975726"/>
                  </a:lnTo>
                  <a:lnTo>
                    <a:pt x="3343970" y="1976285"/>
                  </a:lnTo>
                  <a:lnTo>
                    <a:pt x="3344157" y="1976747"/>
                  </a:lnTo>
                  <a:lnTo>
                    <a:pt x="3344344" y="1977285"/>
                  </a:lnTo>
                  <a:lnTo>
                    <a:pt x="3344531" y="1977705"/>
                  </a:lnTo>
                  <a:lnTo>
                    <a:pt x="3344717" y="1977667"/>
                  </a:lnTo>
                  <a:lnTo>
                    <a:pt x="3344904" y="1977447"/>
                  </a:lnTo>
                  <a:lnTo>
                    <a:pt x="3345091" y="1976898"/>
                  </a:lnTo>
                  <a:lnTo>
                    <a:pt x="3345278" y="1976233"/>
                  </a:lnTo>
                  <a:lnTo>
                    <a:pt x="3345465" y="1975645"/>
                  </a:lnTo>
                  <a:lnTo>
                    <a:pt x="3345652" y="1974905"/>
                  </a:lnTo>
                  <a:lnTo>
                    <a:pt x="3345839" y="1974009"/>
                  </a:lnTo>
                  <a:lnTo>
                    <a:pt x="3346026" y="1973100"/>
                  </a:lnTo>
                  <a:lnTo>
                    <a:pt x="3346213" y="1971619"/>
                  </a:lnTo>
                  <a:lnTo>
                    <a:pt x="3346400" y="1970354"/>
                  </a:lnTo>
                  <a:lnTo>
                    <a:pt x="3346587" y="1969465"/>
                  </a:lnTo>
                  <a:lnTo>
                    <a:pt x="3346774" y="1968742"/>
                  </a:lnTo>
                  <a:lnTo>
                    <a:pt x="3346961" y="1968097"/>
                  </a:lnTo>
                  <a:lnTo>
                    <a:pt x="3347147" y="1967428"/>
                  </a:lnTo>
                  <a:lnTo>
                    <a:pt x="3347334" y="1966661"/>
                  </a:lnTo>
                  <a:lnTo>
                    <a:pt x="3347521" y="1966112"/>
                  </a:lnTo>
                  <a:lnTo>
                    <a:pt x="3347708" y="1965238"/>
                  </a:lnTo>
                  <a:lnTo>
                    <a:pt x="3347895" y="1964221"/>
                  </a:lnTo>
                  <a:lnTo>
                    <a:pt x="3348082" y="1963235"/>
                  </a:lnTo>
                  <a:lnTo>
                    <a:pt x="3348269" y="1962075"/>
                  </a:lnTo>
                  <a:lnTo>
                    <a:pt x="3348456" y="1960932"/>
                  </a:lnTo>
                  <a:lnTo>
                    <a:pt x="3348643" y="1960108"/>
                  </a:lnTo>
                  <a:lnTo>
                    <a:pt x="3348830" y="1959463"/>
                  </a:lnTo>
                  <a:lnTo>
                    <a:pt x="3349017" y="1959073"/>
                  </a:lnTo>
                  <a:lnTo>
                    <a:pt x="3349204" y="1958514"/>
                  </a:lnTo>
                  <a:lnTo>
                    <a:pt x="3349390" y="1957577"/>
                  </a:lnTo>
                  <a:lnTo>
                    <a:pt x="3349577" y="1956231"/>
                  </a:lnTo>
                  <a:lnTo>
                    <a:pt x="3349764" y="1953060"/>
                  </a:lnTo>
                  <a:lnTo>
                    <a:pt x="3349951" y="1949880"/>
                  </a:lnTo>
                  <a:lnTo>
                    <a:pt x="3350138" y="1947043"/>
                  </a:lnTo>
                  <a:lnTo>
                    <a:pt x="3350325" y="1944403"/>
                  </a:lnTo>
                  <a:lnTo>
                    <a:pt x="3350512" y="1942390"/>
                  </a:lnTo>
                  <a:lnTo>
                    <a:pt x="3350699" y="1940793"/>
                  </a:lnTo>
                  <a:lnTo>
                    <a:pt x="3350886" y="1939131"/>
                  </a:lnTo>
                  <a:lnTo>
                    <a:pt x="3351073" y="1937468"/>
                  </a:lnTo>
                  <a:lnTo>
                    <a:pt x="3351260" y="1935484"/>
                  </a:lnTo>
                  <a:lnTo>
                    <a:pt x="3351447" y="1932449"/>
                  </a:lnTo>
                  <a:lnTo>
                    <a:pt x="3351634" y="1929221"/>
                  </a:lnTo>
                  <a:lnTo>
                    <a:pt x="3351820" y="1926195"/>
                  </a:lnTo>
                  <a:lnTo>
                    <a:pt x="3352007" y="1923804"/>
                  </a:lnTo>
                  <a:lnTo>
                    <a:pt x="3352194" y="1922119"/>
                  </a:lnTo>
                  <a:lnTo>
                    <a:pt x="3352381" y="1920759"/>
                  </a:lnTo>
                  <a:lnTo>
                    <a:pt x="3352568" y="1918983"/>
                  </a:lnTo>
                  <a:lnTo>
                    <a:pt x="3352755" y="1917703"/>
                  </a:lnTo>
                  <a:lnTo>
                    <a:pt x="3352942" y="1915938"/>
                  </a:lnTo>
                  <a:lnTo>
                    <a:pt x="3353129" y="1914271"/>
                  </a:lnTo>
                  <a:lnTo>
                    <a:pt x="3353316" y="1912076"/>
                  </a:lnTo>
                  <a:lnTo>
                    <a:pt x="3353503" y="1908866"/>
                  </a:lnTo>
                  <a:lnTo>
                    <a:pt x="3353690" y="1905029"/>
                  </a:lnTo>
                  <a:lnTo>
                    <a:pt x="3353877" y="1900689"/>
                  </a:lnTo>
                  <a:lnTo>
                    <a:pt x="3354064" y="1895828"/>
                  </a:lnTo>
                  <a:lnTo>
                    <a:pt x="3354250" y="1891620"/>
                  </a:lnTo>
                  <a:lnTo>
                    <a:pt x="3354437" y="1887106"/>
                  </a:lnTo>
                  <a:lnTo>
                    <a:pt x="3354624" y="1884193"/>
                  </a:lnTo>
                  <a:lnTo>
                    <a:pt x="3354811" y="1881203"/>
                  </a:lnTo>
                  <a:lnTo>
                    <a:pt x="3354998" y="1877776"/>
                  </a:lnTo>
                  <a:lnTo>
                    <a:pt x="3355185" y="1874094"/>
                  </a:lnTo>
                  <a:lnTo>
                    <a:pt x="3355372" y="1870441"/>
                  </a:lnTo>
                  <a:lnTo>
                    <a:pt x="3355559" y="1866539"/>
                  </a:lnTo>
                  <a:lnTo>
                    <a:pt x="3355746" y="1862929"/>
                  </a:lnTo>
                  <a:lnTo>
                    <a:pt x="3355933" y="1859468"/>
                  </a:lnTo>
                  <a:lnTo>
                    <a:pt x="3356120" y="1856432"/>
                  </a:lnTo>
                  <a:lnTo>
                    <a:pt x="3356307" y="1853406"/>
                  </a:lnTo>
                  <a:lnTo>
                    <a:pt x="3356493" y="1851008"/>
                  </a:lnTo>
                  <a:lnTo>
                    <a:pt x="3356680" y="1849428"/>
                  </a:lnTo>
                  <a:lnTo>
                    <a:pt x="3356867" y="1847372"/>
                  </a:lnTo>
                  <a:lnTo>
                    <a:pt x="3357054" y="1846165"/>
                  </a:lnTo>
                  <a:lnTo>
                    <a:pt x="3357241" y="1845033"/>
                  </a:lnTo>
                  <a:lnTo>
                    <a:pt x="3357428" y="1843934"/>
                  </a:lnTo>
                  <a:lnTo>
                    <a:pt x="3357615" y="1842751"/>
                  </a:lnTo>
                  <a:lnTo>
                    <a:pt x="3357802" y="1841833"/>
                  </a:lnTo>
                  <a:lnTo>
                    <a:pt x="3357989" y="1841168"/>
                  </a:lnTo>
                  <a:lnTo>
                    <a:pt x="3358176" y="1839412"/>
                  </a:lnTo>
                  <a:lnTo>
                    <a:pt x="3358363" y="1837636"/>
                  </a:lnTo>
                  <a:lnTo>
                    <a:pt x="3358550" y="1836578"/>
                  </a:lnTo>
                  <a:lnTo>
                    <a:pt x="3358737" y="1836119"/>
                  </a:lnTo>
                  <a:lnTo>
                    <a:pt x="3358923" y="1836310"/>
                  </a:lnTo>
                  <a:lnTo>
                    <a:pt x="3359110" y="1836750"/>
                  </a:lnTo>
                  <a:lnTo>
                    <a:pt x="3359297" y="1837232"/>
                  </a:lnTo>
                  <a:lnTo>
                    <a:pt x="3359484" y="1837771"/>
                  </a:lnTo>
                  <a:lnTo>
                    <a:pt x="3359671" y="1838165"/>
                  </a:lnTo>
                  <a:lnTo>
                    <a:pt x="3359858" y="1838087"/>
                  </a:lnTo>
                  <a:lnTo>
                    <a:pt x="3360045" y="1838072"/>
                  </a:lnTo>
                  <a:lnTo>
                    <a:pt x="3360232" y="1838265"/>
                  </a:lnTo>
                  <a:lnTo>
                    <a:pt x="3360419" y="1838648"/>
                  </a:lnTo>
                  <a:lnTo>
                    <a:pt x="3360606" y="1840324"/>
                  </a:lnTo>
                  <a:lnTo>
                    <a:pt x="3360793" y="1841421"/>
                  </a:lnTo>
                  <a:lnTo>
                    <a:pt x="3360980" y="1842419"/>
                  </a:lnTo>
                  <a:lnTo>
                    <a:pt x="3361166" y="1843459"/>
                  </a:lnTo>
                  <a:lnTo>
                    <a:pt x="3361353" y="1843864"/>
                  </a:lnTo>
                  <a:lnTo>
                    <a:pt x="3361540" y="1841916"/>
                  </a:lnTo>
                  <a:lnTo>
                    <a:pt x="3361727" y="1838236"/>
                  </a:lnTo>
                  <a:lnTo>
                    <a:pt x="3361914" y="1833351"/>
                  </a:lnTo>
                  <a:lnTo>
                    <a:pt x="3362101" y="1827649"/>
                  </a:lnTo>
                  <a:lnTo>
                    <a:pt x="3362288" y="1821980"/>
                  </a:lnTo>
                  <a:lnTo>
                    <a:pt x="3362475" y="1816616"/>
                  </a:lnTo>
                  <a:lnTo>
                    <a:pt x="3362662" y="1813545"/>
                  </a:lnTo>
                  <a:lnTo>
                    <a:pt x="3362849" y="1810691"/>
                  </a:lnTo>
                  <a:lnTo>
                    <a:pt x="3363036" y="1807293"/>
                  </a:lnTo>
                  <a:lnTo>
                    <a:pt x="3363223" y="1803544"/>
                  </a:lnTo>
                  <a:lnTo>
                    <a:pt x="3363410" y="1799464"/>
                  </a:lnTo>
                  <a:lnTo>
                    <a:pt x="3363596" y="1795300"/>
                  </a:lnTo>
                  <a:lnTo>
                    <a:pt x="3363783" y="1791053"/>
                  </a:lnTo>
                  <a:lnTo>
                    <a:pt x="3363970" y="1786865"/>
                  </a:lnTo>
                  <a:lnTo>
                    <a:pt x="3364157" y="1782845"/>
                  </a:lnTo>
                  <a:lnTo>
                    <a:pt x="3364344" y="1779588"/>
                  </a:lnTo>
                  <a:lnTo>
                    <a:pt x="3364531" y="1777011"/>
                  </a:lnTo>
                  <a:lnTo>
                    <a:pt x="3364718" y="1774402"/>
                  </a:lnTo>
                  <a:lnTo>
                    <a:pt x="3364905" y="1771701"/>
                  </a:lnTo>
                  <a:lnTo>
                    <a:pt x="3365092" y="1768610"/>
                  </a:lnTo>
                  <a:lnTo>
                    <a:pt x="3365279" y="1764938"/>
                  </a:lnTo>
                  <a:lnTo>
                    <a:pt x="3365466" y="1760764"/>
                  </a:lnTo>
                  <a:lnTo>
                    <a:pt x="3365653" y="1756110"/>
                  </a:lnTo>
                  <a:lnTo>
                    <a:pt x="3365840" y="1748295"/>
                  </a:lnTo>
                  <a:lnTo>
                    <a:pt x="3366026" y="1739829"/>
                  </a:lnTo>
                  <a:lnTo>
                    <a:pt x="3366213" y="1733541"/>
                  </a:lnTo>
                  <a:lnTo>
                    <a:pt x="3366400" y="1728435"/>
                  </a:lnTo>
                  <a:lnTo>
                    <a:pt x="3366587" y="1722449"/>
                  </a:lnTo>
                  <a:lnTo>
                    <a:pt x="3366774" y="1717120"/>
                  </a:lnTo>
                  <a:lnTo>
                    <a:pt x="3366961" y="1710855"/>
                  </a:lnTo>
                  <a:lnTo>
                    <a:pt x="3367148" y="1704689"/>
                  </a:lnTo>
                  <a:lnTo>
                    <a:pt x="3367335" y="1697492"/>
                  </a:lnTo>
                  <a:lnTo>
                    <a:pt x="3367522" y="1691420"/>
                  </a:lnTo>
                  <a:lnTo>
                    <a:pt x="3367709" y="1685675"/>
                  </a:lnTo>
                  <a:lnTo>
                    <a:pt x="3367896" y="1679639"/>
                  </a:lnTo>
                  <a:lnTo>
                    <a:pt x="3368083" y="1674220"/>
                  </a:lnTo>
                  <a:lnTo>
                    <a:pt x="3368269" y="1668644"/>
                  </a:lnTo>
                  <a:lnTo>
                    <a:pt x="3368456" y="1663071"/>
                  </a:lnTo>
                  <a:lnTo>
                    <a:pt x="3368643" y="1657638"/>
                  </a:lnTo>
                  <a:lnTo>
                    <a:pt x="3368830" y="1652095"/>
                  </a:lnTo>
                  <a:lnTo>
                    <a:pt x="3369017" y="1646603"/>
                  </a:lnTo>
                  <a:lnTo>
                    <a:pt x="3369204" y="1641031"/>
                  </a:lnTo>
                  <a:lnTo>
                    <a:pt x="3369391" y="1635958"/>
                  </a:lnTo>
                  <a:lnTo>
                    <a:pt x="3369578" y="1630729"/>
                  </a:lnTo>
                  <a:lnTo>
                    <a:pt x="3369765" y="1625381"/>
                  </a:lnTo>
                  <a:lnTo>
                    <a:pt x="3369952" y="1620560"/>
                  </a:lnTo>
                  <a:lnTo>
                    <a:pt x="3370139" y="1615927"/>
                  </a:lnTo>
                  <a:lnTo>
                    <a:pt x="3370326" y="1610298"/>
                  </a:lnTo>
                  <a:lnTo>
                    <a:pt x="3370513" y="1603715"/>
                  </a:lnTo>
                  <a:lnTo>
                    <a:pt x="3370699" y="1597514"/>
                  </a:lnTo>
                  <a:lnTo>
                    <a:pt x="3370886" y="1589251"/>
                  </a:lnTo>
                  <a:lnTo>
                    <a:pt x="3371073" y="1580654"/>
                  </a:lnTo>
                  <a:lnTo>
                    <a:pt x="3371260" y="1572863"/>
                  </a:lnTo>
                  <a:lnTo>
                    <a:pt x="3371447" y="1564433"/>
                  </a:lnTo>
                  <a:lnTo>
                    <a:pt x="3371634" y="1556071"/>
                  </a:lnTo>
                  <a:lnTo>
                    <a:pt x="3371821" y="1547264"/>
                  </a:lnTo>
                  <a:lnTo>
                    <a:pt x="3372008" y="1540404"/>
                  </a:lnTo>
                  <a:lnTo>
                    <a:pt x="3372195" y="1531675"/>
                  </a:lnTo>
                  <a:lnTo>
                    <a:pt x="3372382" y="1522419"/>
                  </a:lnTo>
                  <a:lnTo>
                    <a:pt x="3372569" y="1513280"/>
                  </a:lnTo>
                  <a:lnTo>
                    <a:pt x="3372756" y="1504037"/>
                  </a:lnTo>
                  <a:lnTo>
                    <a:pt x="3372942" y="1495659"/>
                  </a:lnTo>
                  <a:lnTo>
                    <a:pt x="3373129" y="1486443"/>
                  </a:lnTo>
                  <a:lnTo>
                    <a:pt x="3373316" y="1477090"/>
                  </a:lnTo>
                  <a:lnTo>
                    <a:pt x="3373503" y="1468603"/>
                  </a:lnTo>
                  <a:lnTo>
                    <a:pt x="3373690" y="1460002"/>
                  </a:lnTo>
                  <a:lnTo>
                    <a:pt x="3373877" y="1452106"/>
                  </a:lnTo>
                  <a:lnTo>
                    <a:pt x="3374064" y="1446273"/>
                  </a:lnTo>
                  <a:lnTo>
                    <a:pt x="3374251" y="1441744"/>
                  </a:lnTo>
                  <a:lnTo>
                    <a:pt x="3374438" y="1436307"/>
                  </a:lnTo>
                  <a:lnTo>
                    <a:pt x="3374625" y="1431089"/>
                  </a:lnTo>
                  <a:lnTo>
                    <a:pt x="3374812" y="1425893"/>
                  </a:lnTo>
                  <a:lnTo>
                    <a:pt x="3374999" y="1420966"/>
                  </a:lnTo>
                  <a:lnTo>
                    <a:pt x="3375186" y="1414458"/>
                  </a:lnTo>
                  <a:lnTo>
                    <a:pt x="3375372" y="1408287"/>
                  </a:lnTo>
                  <a:lnTo>
                    <a:pt x="3375559" y="1402264"/>
                  </a:lnTo>
                  <a:lnTo>
                    <a:pt x="3375746" y="1397928"/>
                  </a:lnTo>
                  <a:lnTo>
                    <a:pt x="3375933" y="1391845"/>
                  </a:lnTo>
                  <a:lnTo>
                    <a:pt x="3376120" y="1387285"/>
                  </a:lnTo>
                  <a:lnTo>
                    <a:pt x="3376307" y="1380304"/>
                  </a:lnTo>
                  <a:lnTo>
                    <a:pt x="3376494" y="1373644"/>
                  </a:lnTo>
                  <a:lnTo>
                    <a:pt x="3376681" y="1366449"/>
                  </a:lnTo>
                  <a:lnTo>
                    <a:pt x="3376868" y="1357628"/>
                  </a:lnTo>
                  <a:lnTo>
                    <a:pt x="3377055" y="1348468"/>
                  </a:lnTo>
                  <a:lnTo>
                    <a:pt x="3377242" y="1340596"/>
                  </a:lnTo>
                  <a:lnTo>
                    <a:pt x="3377429" y="1334184"/>
                  </a:lnTo>
                  <a:lnTo>
                    <a:pt x="3377616" y="1329736"/>
                  </a:lnTo>
                  <a:lnTo>
                    <a:pt x="3377802" y="1326205"/>
                  </a:lnTo>
                  <a:lnTo>
                    <a:pt x="3377989" y="1323498"/>
                  </a:lnTo>
                  <a:lnTo>
                    <a:pt x="3378176" y="1321782"/>
                  </a:lnTo>
                  <a:lnTo>
                    <a:pt x="3378363" y="1320445"/>
                  </a:lnTo>
                  <a:lnTo>
                    <a:pt x="3378550" y="1318011"/>
                  </a:lnTo>
                  <a:lnTo>
                    <a:pt x="3378737" y="1315048"/>
                  </a:lnTo>
                  <a:lnTo>
                    <a:pt x="3378924" y="1311434"/>
                  </a:lnTo>
                  <a:lnTo>
                    <a:pt x="3379111" y="1307011"/>
                  </a:lnTo>
                  <a:lnTo>
                    <a:pt x="3379298" y="1302167"/>
                  </a:lnTo>
                  <a:lnTo>
                    <a:pt x="3379485" y="1297744"/>
                  </a:lnTo>
                  <a:lnTo>
                    <a:pt x="3379672" y="1294171"/>
                  </a:lnTo>
                  <a:lnTo>
                    <a:pt x="3379859" y="1291093"/>
                  </a:lnTo>
                  <a:lnTo>
                    <a:pt x="3380045" y="1288287"/>
                  </a:lnTo>
                  <a:lnTo>
                    <a:pt x="3380232" y="1285507"/>
                  </a:lnTo>
                  <a:lnTo>
                    <a:pt x="3380419" y="1282140"/>
                  </a:lnTo>
                  <a:lnTo>
                    <a:pt x="3380606" y="1278757"/>
                  </a:lnTo>
                  <a:lnTo>
                    <a:pt x="3380793" y="1275604"/>
                  </a:lnTo>
                  <a:lnTo>
                    <a:pt x="3380980" y="1271866"/>
                  </a:lnTo>
                  <a:lnTo>
                    <a:pt x="3381167" y="1267806"/>
                  </a:lnTo>
                  <a:lnTo>
                    <a:pt x="3381354" y="1264167"/>
                  </a:lnTo>
                  <a:lnTo>
                    <a:pt x="3381541" y="1260429"/>
                  </a:lnTo>
                  <a:lnTo>
                    <a:pt x="3381728" y="1256427"/>
                  </a:lnTo>
                  <a:lnTo>
                    <a:pt x="3381915" y="1252631"/>
                  </a:lnTo>
                  <a:lnTo>
                    <a:pt x="3382102" y="1249677"/>
                  </a:lnTo>
                  <a:lnTo>
                    <a:pt x="3382289" y="1247185"/>
                  </a:lnTo>
                  <a:lnTo>
                    <a:pt x="3382475" y="1245353"/>
                  </a:lnTo>
                  <a:lnTo>
                    <a:pt x="3382662" y="1243620"/>
                  </a:lnTo>
                  <a:lnTo>
                    <a:pt x="3382849" y="1241912"/>
                  </a:lnTo>
                  <a:lnTo>
                    <a:pt x="3383036" y="1240245"/>
                  </a:lnTo>
                  <a:lnTo>
                    <a:pt x="3383223" y="1238595"/>
                  </a:lnTo>
                  <a:lnTo>
                    <a:pt x="3383410" y="1236705"/>
                  </a:lnTo>
                  <a:lnTo>
                    <a:pt x="3383597" y="1235047"/>
                  </a:lnTo>
                  <a:lnTo>
                    <a:pt x="3383784" y="1233500"/>
                  </a:lnTo>
                  <a:lnTo>
                    <a:pt x="3383971" y="1232764"/>
                  </a:lnTo>
                  <a:lnTo>
                    <a:pt x="3384158" y="1232446"/>
                  </a:lnTo>
                  <a:lnTo>
                    <a:pt x="3384345" y="1232811"/>
                  </a:lnTo>
                  <a:lnTo>
                    <a:pt x="3384532" y="1233777"/>
                  </a:lnTo>
                  <a:lnTo>
                    <a:pt x="3384719" y="1234924"/>
                  </a:lnTo>
                  <a:lnTo>
                    <a:pt x="3384905" y="1235935"/>
                  </a:lnTo>
                  <a:lnTo>
                    <a:pt x="3385092" y="1237081"/>
                  </a:lnTo>
                  <a:lnTo>
                    <a:pt x="3385279" y="1238106"/>
                  </a:lnTo>
                  <a:lnTo>
                    <a:pt x="3385466" y="1239010"/>
                  </a:lnTo>
                  <a:lnTo>
                    <a:pt x="3385653" y="1239238"/>
                  </a:lnTo>
                  <a:lnTo>
                    <a:pt x="3385840" y="1238466"/>
                  </a:lnTo>
                  <a:lnTo>
                    <a:pt x="3386027" y="1237062"/>
                  </a:lnTo>
                  <a:lnTo>
                    <a:pt x="3386214" y="1235809"/>
                  </a:lnTo>
                  <a:lnTo>
                    <a:pt x="3386401" y="1234293"/>
                  </a:lnTo>
                  <a:lnTo>
                    <a:pt x="3386588" y="1232838"/>
                  </a:lnTo>
                  <a:lnTo>
                    <a:pt x="3386775" y="1231011"/>
                  </a:lnTo>
                  <a:lnTo>
                    <a:pt x="3386962" y="1228825"/>
                  </a:lnTo>
                  <a:lnTo>
                    <a:pt x="3387148" y="1226845"/>
                  </a:lnTo>
                  <a:lnTo>
                    <a:pt x="3387335" y="1223008"/>
                  </a:lnTo>
                  <a:lnTo>
                    <a:pt x="3387522" y="1217611"/>
                  </a:lnTo>
                  <a:lnTo>
                    <a:pt x="3387709" y="1211075"/>
                  </a:lnTo>
                  <a:lnTo>
                    <a:pt x="3387896" y="1206409"/>
                  </a:lnTo>
                  <a:lnTo>
                    <a:pt x="3388083" y="1201300"/>
                  </a:lnTo>
                  <a:lnTo>
                    <a:pt x="3388270" y="1196031"/>
                  </a:lnTo>
                  <a:lnTo>
                    <a:pt x="3388457" y="1191039"/>
                  </a:lnTo>
                  <a:lnTo>
                    <a:pt x="3388644" y="1186898"/>
                  </a:lnTo>
                  <a:lnTo>
                    <a:pt x="3388831" y="1183705"/>
                  </a:lnTo>
                  <a:lnTo>
                    <a:pt x="3389018" y="1180309"/>
                  </a:lnTo>
                  <a:lnTo>
                    <a:pt x="3389205" y="1176428"/>
                  </a:lnTo>
                  <a:lnTo>
                    <a:pt x="3389392" y="1171570"/>
                  </a:lnTo>
                  <a:lnTo>
                    <a:pt x="3389578" y="1166167"/>
                  </a:lnTo>
                  <a:lnTo>
                    <a:pt x="3389765" y="1160836"/>
                  </a:lnTo>
                  <a:lnTo>
                    <a:pt x="3389952" y="1156852"/>
                  </a:lnTo>
                  <a:lnTo>
                    <a:pt x="3390139" y="1153950"/>
                  </a:lnTo>
                  <a:lnTo>
                    <a:pt x="3390326" y="1152435"/>
                  </a:lnTo>
                  <a:lnTo>
                    <a:pt x="3390513" y="1152103"/>
                  </a:lnTo>
                  <a:lnTo>
                    <a:pt x="3390700" y="1152370"/>
                  </a:lnTo>
                  <a:lnTo>
                    <a:pt x="3390887" y="1153434"/>
                  </a:lnTo>
                  <a:lnTo>
                    <a:pt x="3391074" y="1152898"/>
                  </a:lnTo>
                  <a:lnTo>
                    <a:pt x="3391261" y="1152229"/>
                  </a:lnTo>
                  <a:lnTo>
                    <a:pt x="3391448" y="1152271"/>
                  </a:lnTo>
                  <a:lnTo>
                    <a:pt x="3391635" y="1152163"/>
                  </a:lnTo>
                  <a:lnTo>
                    <a:pt x="3391821" y="1152659"/>
                  </a:lnTo>
                  <a:lnTo>
                    <a:pt x="3392008" y="1152247"/>
                  </a:lnTo>
                  <a:lnTo>
                    <a:pt x="3392195" y="1152678"/>
                  </a:lnTo>
                  <a:lnTo>
                    <a:pt x="3392382" y="1154075"/>
                  </a:lnTo>
                  <a:lnTo>
                    <a:pt x="3392569" y="1155182"/>
                  </a:lnTo>
                  <a:lnTo>
                    <a:pt x="3392756" y="1155321"/>
                  </a:lnTo>
                  <a:lnTo>
                    <a:pt x="3392943" y="1154857"/>
                  </a:lnTo>
                  <a:lnTo>
                    <a:pt x="3393130" y="1154605"/>
                  </a:lnTo>
                  <a:lnTo>
                    <a:pt x="3393317" y="1154378"/>
                  </a:lnTo>
                  <a:lnTo>
                    <a:pt x="3393504" y="1154492"/>
                  </a:lnTo>
                  <a:lnTo>
                    <a:pt x="3393691" y="1154309"/>
                  </a:lnTo>
                  <a:lnTo>
                    <a:pt x="3393878" y="1154105"/>
                  </a:lnTo>
                  <a:lnTo>
                    <a:pt x="3394065" y="1155176"/>
                  </a:lnTo>
                  <a:lnTo>
                    <a:pt x="3394251" y="1155041"/>
                  </a:lnTo>
                  <a:lnTo>
                    <a:pt x="3394438" y="1154846"/>
                  </a:lnTo>
                  <a:lnTo>
                    <a:pt x="3394625" y="1154261"/>
                  </a:lnTo>
                  <a:lnTo>
                    <a:pt x="3394812" y="1153544"/>
                  </a:lnTo>
                  <a:lnTo>
                    <a:pt x="3394999" y="1152367"/>
                  </a:lnTo>
                  <a:lnTo>
                    <a:pt x="3395186" y="1150565"/>
                  </a:lnTo>
                  <a:lnTo>
                    <a:pt x="3395373" y="1148782"/>
                  </a:lnTo>
                  <a:lnTo>
                    <a:pt x="3395560" y="1148159"/>
                  </a:lnTo>
                  <a:lnTo>
                    <a:pt x="3395747" y="1147231"/>
                  </a:lnTo>
                  <a:lnTo>
                    <a:pt x="3395934" y="1145131"/>
                  </a:lnTo>
                  <a:lnTo>
                    <a:pt x="3396121" y="1142063"/>
                  </a:lnTo>
                  <a:lnTo>
                    <a:pt x="3396308" y="1137826"/>
                  </a:lnTo>
                  <a:lnTo>
                    <a:pt x="3396495" y="1132748"/>
                  </a:lnTo>
                  <a:lnTo>
                    <a:pt x="3396681" y="1127283"/>
                  </a:lnTo>
                  <a:lnTo>
                    <a:pt x="3396868" y="1121755"/>
                  </a:lnTo>
                  <a:lnTo>
                    <a:pt x="3397055" y="1115567"/>
                  </a:lnTo>
                  <a:lnTo>
                    <a:pt x="3397242" y="1109789"/>
                  </a:lnTo>
                  <a:lnTo>
                    <a:pt x="3397429" y="1103899"/>
                  </a:lnTo>
                  <a:lnTo>
                    <a:pt x="3397616" y="1096181"/>
                  </a:lnTo>
                  <a:lnTo>
                    <a:pt x="3397803" y="1085041"/>
                  </a:lnTo>
                  <a:lnTo>
                    <a:pt x="3397990" y="1073422"/>
                  </a:lnTo>
                  <a:lnTo>
                    <a:pt x="3398177" y="1061342"/>
                  </a:lnTo>
                  <a:lnTo>
                    <a:pt x="3398364" y="1048980"/>
                  </a:lnTo>
                  <a:lnTo>
                    <a:pt x="3398551" y="1036198"/>
                  </a:lnTo>
                  <a:lnTo>
                    <a:pt x="3398738" y="1023284"/>
                  </a:lnTo>
                  <a:lnTo>
                    <a:pt x="3398924" y="1013060"/>
                  </a:lnTo>
                  <a:lnTo>
                    <a:pt x="3399111" y="1005402"/>
                  </a:lnTo>
                  <a:lnTo>
                    <a:pt x="3399298" y="1000253"/>
                  </a:lnTo>
                  <a:lnTo>
                    <a:pt x="3399485" y="996887"/>
                  </a:lnTo>
                  <a:lnTo>
                    <a:pt x="3399672" y="994444"/>
                  </a:lnTo>
                  <a:lnTo>
                    <a:pt x="3399859" y="992175"/>
                  </a:lnTo>
                  <a:lnTo>
                    <a:pt x="3400046" y="988232"/>
                  </a:lnTo>
                  <a:lnTo>
                    <a:pt x="3400233" y="983973"/>
                  </a:lnTo>
                  <a:lnTo>
                    <a:pt x="3400420" y="979993"/>
                  </a:lnTo>
                  <a:lnTo>
                    <a:pt x="3400607" y="976670"/>
                  </a:lnTo>
                  <a:lnTo>
                    <a:pt x="3400794" y="974966"/>
                  </a:lnTo>
                  <a:lnTo>
                    <a:pt x="3400981" y="974418"/>
                  </a:lnTo>
                  <a:lnTo>
                    <a:pt x="3401168" y="975093"/>
                  </a:lnTo>
                  <a:lnTo>
                    <a:pt x="3401354" y="977663"/>
                  </a:lnTo>
                  <a:lnTo>
                    <a:pt x="3401541" y="981642"/>
                  </a:lnTo>
                  <a:lnTo>
                    <a:pt x="3401728" y="985246"/>
                  </a:lnTo>
                  <a:lnTo>
                    <a:pt x="3401915" y="988276"/>
                  </a:lnTo>
                  <a:lnTo>
                    <a:pt x="3402102" y="991364"/>
                  </a:lnTo>
                  <a:lnTo>
                    <a:pt x="3402289" y="994560"/>
                  </a:lnTo>
                  <a:lnTo>
                    <a:pt x="3402476" y="998229"/>
                  </a:lnTo>
                  <a:lnTo>
                    <a:pt x="3402663" y="1002965"/>
                  </a:lnTo>
                  <a:lnTo>
                    <a:pt x="3402850" y="1008179"/>
                  </a:lnTo>
                  <a:lnTo>
                    <a:pt x="3403037" y="1014095"/>
                  </a:lnTo>
                  <a:lnTo>
                    <a:pt x="3403224" y="1023057"/>
                  </a:lnTo>
                  <a:lnTo>
                    <a:pt x="3403411" y="1032365"/>
                  </a:lnTo>
                  <a:lnTo>
                    <a:pt x="3403598" y="1039478"/>
                  </a:lnTo>
                  <a:lnTo>
                    <a:pt x="3403784" y="1045409"/>
                  </a:lnTo>
                  <a:lnTo>
                    <a:pt x="3403971" y="1051973"/>
                  </a:lnTo>
                  <a:lnTo>
                    <a:pt x="3404158" y="1057517"/>
                  </a:lnTo>
                  <a:lnTo>
                    <a:pt x="3404345" y="1063839"/>
                  </a:lnTo>
                  <a:lnTo>
                    <a:pt x="3404532" y="1069865"/>
                  </a:lnTo>
                  <a:lnTo>
                    <a:pt x="3404719" y="1076261"/>
                  </a:lnTo>
                  <a:lnTo>
                    <a:pt x="3404906" y="1081409"/>
                  </a:lnTo>
                  <a:lnTo>
                    <a:pt x="3405093" y="1086164"/>
                  </a:lnTo>
                  <a:lnTo>
                    <a:pt x="3405280" y="1091169"/>
                  </a:lnTo>
                  <a:lnTo>
                    <a:pt x="3405467" y="1095408"/>
                  </a:lnTo>
                  <a:lnTo>
                    <a:pt x="3405654" y="1099441"/>
                  </a:lnTo>
                  <a:lnTo>
                    <a:pt x="3405841" y="1103099"/>
                  </a:lnTo>
                  <a:lnTo>
                    <a:pt x="3406027" y="1106304"/>
                  </a:lnTo>
                  <a:lnTo>
                    <a:pt x="3406214" y="1109800"/>
                  </a:lnTo>
                  <a:lnTo>
                    <a:pt x="3406401" y="1112685"/>
                  </a:lnTo>
                  <a:lnTo>
                    <a:pt x="3406588" y="1115022"/>
                  </a:lnTo>
                  <a:lnTo>
                    <a:pt x="3406775" y="1116910"/>
                  </a:lnTo>
                  <a:lnTo>
                    <a:pt x="3406962" y="1118979"/>
                  </a:lnTo>
                  <a:lnTo>
                    <a:pt x="3407149" y="1120679"/>
                  </a:lnTo>
                  <a:lnTo>
                    <a:pt x="3407336" y="1121250"/>
                  </a:lnTo>
                  <a:lnTo>
                    <a:pt x="3407523" y="1121816"/>
                  </a:lnTo>
                  <a:lnTo>
                    <a:pt x="3407710" y="1122848"/>
                  </a:lnTo>
                  <a:lnTo>
                    <a:pt x="3407897" y="1124372"/>
                  </a:lnTo>
                  <a:lnTo>
                    <a:pt x="3408084" y="1124756"/>
                  </a:lnTo>
                  <a:lnTo>
                    <a:pt x="3408271" y="1126963"/>
                  </a:lnTo>
                  <a:lnTo>
                    <a:pt x="3408457" y="1129288"/>
                  </a:lnTo>
                  <a:lnTo>
                    <a:pt x="3408644" y="1130791"/>
                  </a:lnTo>
                  <a:lnTo>
                    <a:pt x="3408831" y="1132586"/>
                  </a:lnTo>
                  <a:lnTo>
                    <a:pt x="3409018" y="1133959"/>
                  </a:lnTo>
                  <a:lnTo>
                    <a:pt x="3409205" y="1135901"/>
                  </a:lnTo>
                  <a:lnTo>
                    <a:pt x="3409392" y="1136061"/>
                  </a:lnTo>
                  <a:lnTo>
                    <a:pt x="3409579" y="1137890"/>
                  </a:lnTo>
                  <a:lnTo>
                    <a:pt x="3409766" y="1139926"/>
                  </a:lnTo>
                  <a:lnTo>
                    <a:pt x="3409953" y="1142035"/>
                  </a:lnTo>
                  <a:lnTo>
                    <a:pt x="3410140" y="1144974"/>
                  </a:lnTo>
                  <a:lnTo>
                    <a:pt x="3410327" y="1147204"/>
                  </a:lnTo>
                  <a:lnTo>
                    <a:pt x="3410514" y="1149992"/>
                  </a:lnTo>
                  <a:lnTo>
                    <a:pt x="3410700" y="1152784"/>
                  </a:lnTo>
                  <a:lnTo>
                    <a:pt x="3410887" y="1155231"/>
                  </a:lnTo>
                  <a:lnTo>
                    <a:pt x="3411074" y="1158427"/>
                  </a:lnTo>
                  <a:lnTo>
                    <a:pt x="3411261" y="1161256"/>
                  </a:lnTo>
                  <a:lnTo>
                    <a:pt x="3411448" y="1162856"/>
                  </a:lnTo>
                  <a:lnTo>
                    <a:pt x="3411635" y="1163944"/>
                  </a:lnTo>
                  <a:lnTo>
                    <a:pt x="3411822" y="1166543"/>
                  </a:lnTo>
                  <a:lnTo>
                    <a:pt x="3412009" y="1169112"/>
                  </a:lnTo>
                  <a:lnTo>
                    <a:pt x="3412196" y="1172154"/>
                  </a:lnTo>
                  <a:lnTo>
                    <a:pt x="3412383" y="1175373"/>
                  </a:lnTo>
                  <a:lnTo>
                    <a:pt x="3412570" y="1180445"/>
                  </a:lnTo>
                  <a:lnTo>
                    <a:pt x="3412757" y="1185469"/>
                  </a:lnTo>
                  <a:lnTo>
                    <a:pt x="3412944" y="1190478"/>
                  </a:lnTo>
                  <a:lnTo>
                    <a:pt x="3413130" y="1194343"/>
                  </a:lnTo>
                  <a:lnTo>
                    <a:pt x="3413317" y="1200550"/>
                  </a:lnTo>
                  <a:lnTo>
                    <a:pt x="3413504" y="1205993"/>
                  </a:lnTo>
                  <a:lnTo>
                    <a:pt x="3413691" y="1215053"/>
                  </a:lnTo>
                  <a:lnTo>
                    <a:pt x="3413878" y="1223825"/>
                  </a:lnTo>
                  <a:lnTo>
                    <a:pt x="3414065" y="1232770"/>
                  </a:lnTo>
                  <a:lnTo>
                    <a:pt x="3414252" y="1242945"/>
                  </a:lnTo>
                  <a:lnTo>
                    <a:pt x="3414439" y="1253664"/>
                  </a:lnTo>
                  <a:lnTo>
                    <a:pt x="3414626" y="1262831"/>
                  </a:lnTo>
                  <a:lnTo>
                    <a:pt x="3414813" y="1270910"/>
                  </a:lnTo>
                  <a:lnTo>
                    <a:pt x="3415000" y="1277305"/>
                  </a:lnTo>
                  <a:lnTo>
                    <a:pt x="3415187" y="1282471"/>
                  </a:lnTo>
                  <a:lnTo>
                    <a:pt x="3415374" y="1286754"/>
                  </a:lnTo>
                  <a:lnTo>
                    <a:pt x="3415560" y="1290029"/>
                  </a:lnTo>
                  <a:lnTo>
                    <a:pt x="3415747" y="1293066"/>
                  </a:lnTo>
                  <a:lnTo>
                    <a:pt x="3415934" y="1296895"/>
                  </a:lnTo>
                  <a:lnTo>
                    <a:pt x="3416121" y="1301285"/>
                  </a:lnTo>
                  <a:lnTo>
                    <a:pt x="3416308" y="1306162"/>
                  </a:lnTo>
                  <a:lnTo>
                    <a:pt x="3416495" y="1310997"/>
                  </a:lnTo>
                  <a:lnTo>
                    <a:pt x="3416682" y="1315949"/>
                  </a:lnTo>
                  <a:lnTo>
                    <a:pt x="3416869" y="1320924"/>
                  </a:lnTo>
                  <a:lnTo>
                    <a:pt x="3417056" y="1324943"/>
                  </a:lnTo>
                  <a:lnTo>
                    <a:pt x="3417243" y="1328211"/>
                  </a:lnTo>
                  <a:lnTo>
                    <a:pt x="3417430" y="1331421"/>
                  </a:lnTo>
                  <a:lnTo>
                    <a:pt x="3417617" y="1334589"/>
                  </a:lnTo>
                  <a:lnTo>
                    <a:pt x="3417803" y="1338030"/>
                  </a:lnTo>
                  <a:lnTo>
                    <a:pt x="3417990" y="1341636"/>
                  </a:lnTo>
                  <a:lnTo>
                    <a:pt x="3418177" y="1345011"/>
                  </a:lnTo>
                  <a:lnTo>
                    <a:pt x="3418364" y="1348576"/>
                  </a:lnTo>
                  <a:lnTo>
                    <a:pt x="3418551" y="1352232"/>
                  </a:lnTo>
                  <a:lnTo>
                    <a:pt x="3418738" y="1355277"/>
                  </a:lnTo>
                  <a:lnTo>
                    <a:pt x="3418925" y="1358520"/>
                  </a:lnTo>
                  <a:lnTo>
                    <a:pt x="3419112" y="1361911"/>
                  </a:lnTo>
                  <a:lnTo>
                    <a:pt x="3419299" y="1365276"/>
                  </a:lnTo>
                  <a:lnTo>
                    <a:pt x="3419486" y="1367546"/>
                  </a:lnTo>
                  <a:lnTo>
                    <a:pt x="3419673" y="1368656"/>
                  </a:lnTo>
                  <a:lnTo>
                    <a:pt x="3419860" y="1368747"/>
                  </a:lnTo>
                  <a:lnTo>
                    <a:pt x="3420047" y="1368530"/>
                  </a:lnTo>
                  <a:lnTo>
                    <a:pt x="3420233" y="1368355"/>
                  </a:lnTo>
                  <a:lnTo>
                    <a:pt x="3420420" y="1368279"/>
                  </a:lnTo>
                  <a:lnTo>
                    <a:pt x="3420607" y="1367893"/>
                  </a:lnTo>
                  <a:lnTo>
                    <a:pt x="3420794" y="1367204"/>
                  </a:lnTo>
                  <a:lnTo>
                    <a:pt x="3420981" y="1367088"/>
                  </a:lnTo>
                  <a:lnTo>
                    <a:pt x="3421168" y="1365189"/>
                  </a:lnTo>
                  <a:lnTo>
                    <a:pt x="3421355" y="1362804"/>
                  </a:lnTo>
                  <a:lnTo>
                    <a:pt x="3421542" y="1359671"/>
                  </a:lnTo>
                  <a:lnTo>
                    <a:pt x="3421729" y="1355787"/>
                  </a:lnTo>
                  <a:lnTo>
                    <a:pt x="3421916" y="1351696"/>
                  </a:lnTo>
                  <a:lnTo>
                    <a:pt x="3422103" y="1347815"/>
                  </a:lnTo>
                  <a:lnTo>
                    <a:pt x="3422290" y="1344069"/>
                  </a:lnTo>
                  <a:lnTo>
                    <a:pt x="3422477" y="1340758"/>
                  </a:lnTo>
                  <a:lnTo>
                    <a:pt x="3422663" y="1336953"/>
                  </a:lnTo>
                  <a:lnTo>
                    <a:pt x="3422850" y="1333456"/>
                  </a:lnTo>
                  <a:lnTo>
                    <a:pt x="3423037" y="1330190"/>
                  </a:lnTo>
                  <a:lnTo>
                    <a:pt x="3423224" y="1327460"/>
                  </a:lnTo>
                  <a:lnTo>
                    <a:pt x="3423411" y="1325565"/>
                  </a:lnTo>
                  <a:lnTo>
                    <a:pt x="3423598" y="1323834"/>
                  </a:lnTo>
                  <a:lnTo>
                    <a:pt x="3423785" y="1322379"/>
                  </a:lnTo>
                  <a:lnTo>
                    <a:pt x="3423972" y="1321719"/>
                  </a:lnTo>
                  <a:lnTo>
                    <a:pt x="3424159" y="1320989"/>
                  </a:lnTo>
                  <a:lnTo>
                    <a:pt x="3424346" y="1321096"/>
                  </a:lnTo>
                  <a:lnTo>
                    <a:pt x="3424533" y="1322040"/>
                  </a:lnTo>
                  <a:lnTo>
                    <a:pt x="3424720" y="1324623"/>
                  </a:lnTo>
                  <a:lnTo>
                    <a:pt x="3424906" y="1328162"/>
                  </a:lnTo>
                  <a:lnTo>
                    <a:pt x="3425093" y="1332480"/>
                  </a:lnTo>
                  <a:lnTo>
                    <a:pt x="3425280" y="1333791"/>
                  </a:lnTo>
                  <a:lnTo>
                    <a:pt x="3425467" y="1334295"/>
                  </a:lnTo>
                  <a:lnTo>
                    <a:pt x="3425654" y="1334439"/>
                  </a:lnTo>
                  <a:lnTo>
                    <a:pt x="3425841" y="1334463"/>
                  </a:lnTo>
                  <a:lnTo>
                    <a:pt x="3426028" y="1334247"/>
                  </a:lnTo>
                  <a:lnTo>
                    <a:pt x="3426215" y="1333940"/>
                  </a:lnTo>
                  <a:lnTo>
                    <a:pt x="3426402" y="1333898"/>
                  </a:lnTo>
                  <a:lnTo>
                    <a:pt x="3426589" y="1333847"/>
                  </a:lnTo>
                  <a:lnTo>
                    <a:pt x="3426776" y="1333971"/>
                  </a:lnTo>
                  <a:lnTo>
                    <a:pt x="3426963" y="1333851"/>
                  </a:lnTo>
                  <a:lnTo>
                    <a:pt x="3427150" y="1331525"/>
                  </a:lnTo>
                  <a:lnTo>
                    <a:pt x="3427336" y="1328223"/>
                  </a:lnTo>
                  <a:lnTo>
                    <a:pt x="3427523" y="1322890"/>
                  </a:lnTo>
                  <a:lnTo>
                    <a:pt x="3427710" y="1316730"/>
                  </a:lnTo>
                  <a:lnTo>
                    <a:pt x="3427897" y="1309561"/>
                  </a:lnTo>
                  <a:lnTo>
                    <a:pt x="3428084" y="1302618"/>
                  </a:lnTo>
                  <a:lnTo>
                    <a:pt x="3428271" y="1296727"/>
                  </a:lnTo>
                  <a:lnTo>
                    <a:pt x="3428458" y="1293146"/>
                  </a:lnTo>
                  <a:lnTo>
                    <a:pt x="3428645" y="1289515"/>
                  </a:lnTo>
                  <a:lnTo>
                    <a:pt x="3428832" y="1285191"/>
                  </a:lnTo>
                  <a:lnTo>
                    <a:pt x="3429019" y="1279357"/>
                  </a:lnTo>
                  <a:lnTo>
                    <a:pt x="3429206" y="1272590"/>
                  </a:lnTo>
                  <a:lnTo>
                    <a:pt x="3429393" y="1265923"/>
                  </a:lnTo>
                  <a:lnTo>
                    <a:pt x="3429579" y="1259363"/>
                  </a:lnTo>
                  <a:lnTo>
                    <a:pt x="3429766" y="1252835"/>
                  </a:lnTo>
                  <a:lnTo>
                    <a:pt x="3429953" y="1246292"/>
                  </a:lnTo>
                  <a:lnTo>
                    <a:pt x="3430140" y="1241043"/>
                  </a:lnTo>
                  <a:lnTo>
                    <a:pt x="3430327" y="1237107"/>
                  </a:lnTo>
                  <a:lnTo>
                    <a:pt x="3430514" y="1233163"/>
                  </a:lnTo>
                  <a:lnTo>
                    <a:pt x="3430701" y="1230143"/>
                  </a:lnTo>
                  <a:lnTo>
                    <a:pt x="3430888" y="1227502"/>
                  </a:lnTo>
                  <a:lnTo>
                    <a:pt x="3431075" y="1225084"/>
                  </a:lnTo>
                  <a:lnTo>
                    <a:pt x="3431262" y="1222700"/>
                  </a:lnTo>
                  <a:lnTo>
                    <a:pt x="3431449" y="1219520"/>
                  </a:lnTo>
                  <a:lnTo>
                    <a:pt x="3431636" y="1217768"/>
                  </a:lnTo>
                  <a:lnTo>
                    <a:pt x="3431823" y="1216628"/>
                  </a:lnTo>
                  <a:lnTo>
                    <a:pt x="3432009" y="1216208"/>
                  </a:lnTo>
                  <a:lnTo>
                    <a:pt x="3432196" y="1216261"/>
                  </a:lnTo>
                  <a:lnTo>
                    <a:pt x="3432383" y="1216583"/>
                  </a:lnTo>
                  <a:lnTo>
                    <a:pt x="3432570" y="1217186"/>
                  </a:lnTo>
                  <a:lnTo>
                    <a:pt x="3432757" y="1218056"/>
                  </a:lnTo>
                  <a:lnTo>
                    <a:pt x="3432944" y="1218712"/>
                  </a:lnTo>
                  <a:lnTo>
                    <a:pt x="3433131" y="1219434"/>
                  </a:lnTo>
                  <a:lnTo>
                    <a:pt x="3433318" y="1220189"/>
                  </a:lnTo>
                  <a:lnTo>
                    <a:pt x="3433505" y="1221507"/>
                  </a:lnTo>
                  <a:lnTo>
                    <a:pt x="3433692" y="1223516"/>
                  </a:lnTo>
                  <a:lnTo>
                    <a:pt x="3433879" y="1225764"/>
                  </a:lnTo>
                  <a:lnTo>
                    <a:pt x="3434066" y="1228258"/>
                  </a:lnTo>
                  <a:lnTo>
                    <a:pt x="3434253" y="1230576"/>
                  </a:lnTo>
                  <a:lnTo>
                    <a:pt x="3434439" y="1232325"/>
                  </a:lnTo>
                  <a:lnTo>
                    <a:pt x="3434626" y="1233539"/>
                  </a:lnTo>
                  <a:lnTo>
                    <a:pt x="3434813" y="1234626"/>
                  </a:lnTo>
                  <a:lnTo>
                    <a:pt x="3435000" y="1237055"/>
                  </a:lnTo>
                  <a:lnTo>
                    <a:pt x="3435187" y="1242510"/>
                  </a:lnTo>
                  <a:lnTo>
                    <a:pt x="3435374" y="1249901"/>
                  </a:lnTo>
                  <a:lnTo>
                    <a:pt x="3435561" y="1257278"/>
                  </a:lnTo>
                  <a:lnTo>
                    <a:pt x="3435748" y="1264273"/>
                  </a:lnTo>
                  <a:lnTo>
                    <a:pt x="3435935" y="1271700"/>
                  </a:lnTo>
                  <a:lnTo>
                    <a:pt x="3436122" y="1279613"/>
                  </a:lnTo>
                  <a:lnTo>
                    <a:pt x="3436309" y="1285349"/>
                  </a:lnTo>
                  <a:lnTo>
                    <a:pt x="3436496" y="1289443"/>
                  </a:lnTo>
                  <a:lnTo>
                    <a:pt x="3436682" y="1292391"/>
                  </a:lnTo>
                  <a:lnTo>
                    <a:pt x="3436869" y="1293661"/>
                  </a:lnTo>
                  <a:lnTo>
                    <a:pt x="3437056" y="1293144"/>
                  </a:lnTo>
                  <a:lnTo>
                    <a:pt x="3437243" y="1292514"/>
                  </a:lnTo>
                  <a:lnTo>
                    <a:pt x="3437430" y="1290905"/>
                  </a:lnTo>
                  <a:lnTo>
                    <a:pt x="3437617" y="1289210"/>
                  </a:lnTo>
                  <a:lnTo>
                    <a:pt x="3437804" y="1287190"/>
                  </a:lnTo>
                  <a:lnTo>
                    <a:pt x="3437991" y="1284003"/>
                  </a:lnTo>
                  <a:lnTo>
                    <a:pt x="3438178" y="1278955"/>
                  </a:lnTo>
                  <a:lnTo>
                    <a:pt x="3438365" y="1272937"/>
                  </a:lnTo>
                  <a:lnTo>
                    <a:pt x="3438552" y="1265317"/>
                  </a:lnTo>
                  <a:lnTo>
                    <a:pt x="3438739" y="1251669"/>
                  </a:lnTo>
                  <a:lnTo>
                    <a:pt x="3438926" y="1237013"/>
                  </a:lnTo>
                  <a:lnTo>
                    <a:pt x="3439112" y="1223109"/>
                  </a:lnTo>
                  <a:lnTo>
                    <a:pt x="3439299" y="1209196"/>
                  </a:lnTo>
                  <a:lnTo>
                    <a:pt x="3439486" y="1193782"/>
                  </a:lnTo>
                  <a:lnTo>
                    <a:pt x="3439673" y="1178244"/>
                  </a:lnTo>
                  <a:lnTo>
                    <a:pt x="3439860" y="1163118"/>
                  </a:lnTo>
                  <a:lnTo>
                    <a:pt x="3440047" y="1147044"/>
                  </a:lnTo>
                  <a:lnTo>
                    <a:pt x="3440234" y="1131167"/>
                  </a:lnTo>
                  <a:lnTo>
                    <a:pt x="3440421" y="1115810"/>
                  </a:lnTo>
                  <a:lnTo>
                    <a:pt x="3440608" y="1101304"/>
                  </a:lnTo>
                  <a:lnTo>
                    <a:pt x="3440795" y="1088233"/>
                  </a:lnTo>
                  <a:lnTo>
                    <a:pt x="3440982" y="1076424"/>
                  </a:lnTo>
                  <a:lnTo>
                    <a:pt x="3441169" y="1064731"/>
                  </a:lnTo>
                  <a:lnTo>
                    <a:pt x="3441356" y="1053204"/>
                  </a:lnTo>
                  <a:lnTo>
                    <a:pt x="3441542" y="1041552"/>
                  </a:lnTo>
                  <a:lnTo>
                    <a:pt x="3441729" y="1029199"/>
                  </a:lnTo>
                  <a:lnTo>
                    <a:pt x="3441916" y="1019757"/>
                  </a:lnTo>
                  <a:lnTo>
                    <a:pt x="3442103" y="1010890"/>
                  </a:lnTo>
                  <a:lnTo>
                    <a:pt x="3442290" y="1002625"/>
                  </a:lnTo>
                  <a:lnTo>
                    <a:pt x="3442477" y="994844"/>
                  </a:lnTo>
                  <a:lnTo>
                    <a:pt x="3442664" y="987705"/>
                  </a:lnTo>
                  <a:lnTo>
                    <a:pt x="3442851" y="980985"/>
                  </a:lnTo>
                  <a:lnTo>
                    <a:pt x="3443038" y="975458"/>
                  </a:lnTo>
                  <a:lnTo>
                    <a:pt x="3443225" y="970150"/>
                  </a:lnTo>
                  <a:lnTo>
                    <a:pt x="3443412" y="964668"/>
                  </a:lnTo>
                  <a:lnTo>
                    <a:pt x="3443599" y="959146"/>
                  </a:lnTo>
                  <a:lnTo>
                    <a:pt x="3443785" y="954067"/>
                  </a:lnTo>
                  <a:lnTo>
                    <a:pt x="3443972" y="949479"/>
                  </a:lnTo>
                  <a:lnTo>
                    <a:pt x="3444159" y="944692"/>
                  </a:lnTo>
                  <a:lnTo>
                    <a:pt x="3444346" y="940129"/>
                  </a:lnTo>
                  <a:lnTo>
                    <a:pt x="3444533" y="935593"/>
                  </a:lnTo>
                  <a:lnTo>
                    <a:pt x="3444720" y="931047"/>
                  </a:lnTo>
                  <a:lnTo>
                    <a:pt x="3444907" y="925357"/>
                  </a:lnTo>
                  <a:lnTo>
                    <a:pt x="3445094" y="916057"/>
                  </a:lnTo>
                  <a:lnTo>
                    <a:pt x="3445281" y="906353"/>
                  </a:lnTo>
                  <a:lnTo>
                    <a:pt x="3445468" y="896822"/>
                  </a:lnTo>
                  <a:lnTo>
                    <a:pt x="3445655" y="888001"/>
                  </a:lnTo>
                  <a:lnTo>
                    <a:pt x="3445842" y="879015"/>
                  </a:lnTo>
                  <a:lnTo>
                    <a:pt x="3446029" y="870441"/>
                  </a:lnTo>
                  <a:lnTo>
                    <a:pt x="3446215" y="862816"/>
                  </a:lnTo>
                  <a:lnTo>
                    <a:pt x="3446402" y="855885"/>
                  </a:lnTo>
                  <a:lnTo>
                    <a:pt x="3446589" y="849036"/>
                  </a:lnTo>
                  <a:lnTo>
                    <a:pt x="3446776" y="842674"/>
                  </a:lnTo>
                  <a:lnTo>
                    <a:pt x="3446963" y="837954"/>
                  </a:lnTo>
                  <a:lnTo>
                    <a:pt x="3447150" y="833704"/>
                  </a:lnTo>
                  <a:lnTo>
                    <a:pt x="3447337" y="830832"/>
                  </a:lnTo>
                  <a:lnTo>
                    <a:pt x="3447524" y="828695"/>
                  </a:lnTo>
                  <a:lnTo>
                    <a:pt x="3447711" y="827647"/>
                  </a:lnTo>
                  <a:lnTo>
                    <a:pt x="3447898" y="829804"/>
                  </a:lnTo>
                  <a:lnTo>
                    <a:pt x="3448085" y="832266"/>
                  </a:lnTo>
                  <a:lnTo>
                    <a:pt x="3448272" y="835255"/>
                  </a:lnTo>
                  <a:lnTo>
                    <a:pt x="3448458" y="838462"/>
                  </a:lnTo>
                  <a:lnTo>
                    <a:pt x="3448645" y="841137"/>
                  </a:lnTo>
                  <a:lnTo>
                    <a:pt x="3448832" y="843088"/>
                  </a:lnTo>
                  <a:lnTo>
                    <a:pt x="3449019" y="844969"/>
                  </a:lnTo>
                  <a:lnTo>
                    <a:pt x="3449206" y="846042"/>
                  </a:lnTo>
                  <a:lnTo>
                    <a:pt x="3449393" y="846481"/>
                  </a:lnTo>
                  <a:lnTo>
                    <a:pt x="3449580" y="846258"/>
                  </a:lnTo>
                  <a:lnTo>
                    <a:pt x="3449767" y="845976"/>
                  </a:lnTo>
                  <a:lnTo>
                    <a:pt x="3449954" y="845694"/>
                  </a:lnTo>
                  <a:lnTo>
                    <a:pt x="3450141" y="844940"/>
                  </a:lnTo>
                  <a:lnTo>
                    <a:pt x="3450328" y="843982"/>
                  </a:lnTo>
                  <a:lnTo>
                    <a:pt x="3450515" y="842944"/>
                  </a:lnTo>
                  <a:lnTo>
                    <a:pt x="3450702" y="841390"/>
                  </a:lnTo>
                  <a:lnTo>
                    <a:pt x="3450888" y="839475"/>
                  </a:lnTo>
                  <a:lnTo>
                    <a:pt x="3451075" y="837385"/>
                  </a:lnTo>
                  <a:lnTo>
                    <a:pt x="3451262" y="835675"/>
                  </a:lnTo>
                  <a:lnTo>
                    <a:pt x="3451449" y="833632"/>
                  </a:lnTo>
                  <a:lnTo>
                    <a:pt x="3451636" y="832235"/>
                  </a:lnTo>
                  <a:lnTo>
                    <a:pt x="3451823" y="829868"/>
                  </a:lnTo>
                  <a:lnTo>
                    <a:pt x="3452010" y="825851"/>
                  </a:lnTo>
                  <a:lnTo>
                    <a:pt x="3452197" y="821844"/>
                  </a:lnTo>
                  <a:lnTo>
                    <a:pt x="3452384" y="817757"/>
                  </a:lnTo>
                  <a:lnTo>
                    <a:pt x="3452571" y="810586"/>
                  </a:lnTo>
                  <a:lnTo>
                    <a:pt x="3452758" y="803787"/>
                  </a:lnTo>
                  <a:lnTo>
                    <a:pt x="3452945" y="797812"/>
                  </a:lnTo>
                  <a:lnTo>
                    <a:pt x="3453132" y="792490"/>
                  </a:lnTo>
                  <a:lnTo>
                    <a:pt x="3453318" y="787118"/>
                  </a:lnTo>
                  <a:lnTo>
                    <a:pt x="3453505" y="782183"/>
                  </a:lnTo>
                  <a:lnTo>
                    <a:pt x="3453692" y="777331"/>
                  </a:lnTo>
                  <a:lnTo>
                    <a:pt x="3453879" y="770895"/>
                  </a:lnTo>
                  <a:lnTo>
                    <a:pt x="3454066" y="763534"/>
                  </a:lnTo>
                  <a:lnTo>
                    <a:pt x="3454253" y="755761"/>
                  </a:lnTo>
                  <a:lnTo>
                    <a:pt x="3454440" y="747344"/>
                  </a:lnTo>
                  <a:lnTo>
                    <a:pt x="3454627" y="741487"/>
                  </a:lnTo>
                  <a:lnTo>
                    <a:pt x="3454814" y="735519"/>
                  </a:lnTo>
                  <a:lnTo>
                    <a:pt x="3455001" y="729347"/>
                  </a:lnTo>
                  <a:lnTo>
                    <a:pt x="3455188" y="722831"/>
                  </a:lnTo>
                  <a:lnTo>
                    <a:pt x="3455375" y="715647"/>
                  </a:lnTo>
                  <a:lnTo>
                    <a:pt x="3455561" y="707718"/>
                  </a:lnTo>
                  <a:lnTo>
                    <a:pt x="3455748" y="699618"/>
                  </a:lnTo>
                  <a:lnTo>
                    <a:pt x="3455935" y="691604"/>
                  </a:lnTo>
                  <a:lnTo>
                    <a:pt x="3456122" y="684233"/>
                  </a:lnTo>
                  <a:lnTo>
                    <a:pt x="3456309" y="676758"/>
                  </a:lnTo>
                  <a:lnTo>
                    <a:pt x="3456496" y="668903"/>
                  </a:lnTo>
                  <a:lnTo>
                    <a:pt x="3456683" y="661357"/>
                  </a:lnTo>
                  <a:lnTo>
                    <a:pt x="3456870" y="654013"/>
                  </a:lnTo>
                  <a:lnTo>
                    <a:pt x="3457057" y="647145"/>
                  </a:lnTo>
                  <a:lnTo>
                    <a:pt x="3457244" y="641230"/>
                  </a:lnTo>
                  <a:lnTo>
                    <a:pt x="3457431" y="636109"/>
                  </a:lnTo>
                  <a:lnTo>
                    <a:pt x="3457618" y="631508"/>
                  </a:lnTo>
                  <a:lnTo>
                    <a:pt x="3457805" y="627299"/>
                  </a:lnTo>
                  <a:lnTo>
                    <a:pt x="3457991" y="621291"/>
                  </a:lnTo>
                  <a:lnTo>
                    <a:pt x="3458178" y="616500"/>
                  </a:lnTo>
                  <a:lnTo>
                    <a:pt x="3458365" y="612102"/>
                  </a:lnTo>
                  <a:lnTo>
                    <a:pt x="3458552" y="608572"/>
                  </a:lnTo>
                  <a:lnTo>
                    <a:pt x="3458739" y="606677"/>
                  </a:lnTo>
                  <a:lnTo>
                    <a:pt x="3458926" y="604833"/>
                  </a:lnTo>
                  <a:lnTo>
                    <a:pt x="3459113" y="603069"/>
                  </a:lnTo>
                  <a:lnTo>
                    <a:pt x="3459300" y="601192"/>
                  </a:lnTo>
                  <a:lnTo>
                    <a:pt x="3459487" y="599051"/>
                  </a:lnTo>
                  <a:lnTo>
                    <a:pt x="3459674" y="597476"/>
                  </a:lnTo>
                  <a:lnTo>
                    <a:pt x="3459861" y="597441"/>
                  </a:lnTo>
                  <a:lnTo>
                    <a:pt x="3460048" y="598263"/>
                  </a:lnTo>
                  <a:lnTo>
                    <a:pt x="3460235" y="598186"/>
                  </a:lnTo>
                  <a:lnTo>
                    <a:pt x="3460421" y="598062"/>
                  </a:lnTo>
                  <a:lnTo>
                    <a:pt x="3460608" y="598095"/>
                  </a:lnTo>
                  <a:lnTo>
                    <a:pt x="3460795" y="598977"/>
                  </a:lnTo>
                  <a:lnTo>
                    <a:pt x="3460982" y="599541"/>
                  </a:lnTo>
                  <a:lnTo>
                    <a:pt x="3461169" y="599984"/>
                  </a:lnTo>
                  <a:lnTo>
                    <a:pt x="3461356" y="600019"/>
                  </a:lnTo>
                  <a:lnTo>
                    <a:pt x="3461543" y="601215"/>
                  </a:lnTo>
                  <a:lnTo>
                    <a:pt x="3461730" y="601402"/>
                  </a:lnTo>
                  <a:lnTo>
                    <a:pt x="3461917" y="601996"/>
                  </a:lnTo>
                  <a:lnTo>
                    <a:pt x="3462104" y="602908"/>
                  </a:lnTo>
                  <a:lnTo>
                    <a:pt x="3462291" y="604179"/>
                  </a:lnTo>
                  <a:lnTo>
                    <a:pt x="3462478" y="605692"/>
                  </a:lnTo>
                  <a:lnTo>
                    <a:pt x="3462664" y="608627"/>
                  </a:lnTo>
                  <a:lnTo>
                    <a:pt x="3462851" y="612309"/>
                  </a:lnTo>
                  <a:lnTo>
                    <a:pt x="3463038" y="616761"/>
                  </a:lnTo>
                  <a:lnTo>
                    <a:pt x="3463225" y="621089"/>
                  </a:lnTo>
                  <a:lnTo>
                    <a:pt x="3463412" y="625244"/>
                  </a:lnTo>
                  <a:lnTo>
                    <a:pt x="3463599" y="629710"/>
                  </a:lnTo>
                  <a:lnTo>
                    <a:pt x="3463786" y="633777"/>
                  </a:lnTo>
                  <a:lnTo>
                    <a:pt x="3463973" y="638125"/>
                  </a:lnTo>
                  <a:lnTo>
                    <a:pt x="3464160" y="642865"/>
                  </a:lnTo>
                  <a:lnTo>
                    <a:pt x="3464347" y="647793"/>
                  </a:lnTo>
                  <a:lnTo>
                    <a:pt x="3464534" y="655010"/>
                  </a:lnTo>
                  <a:lnTo>
                    <a:pt x="3464721" y="662822"/>
                  </a:lnTo>
                  <a:lnTo>
                    <a:pt x="3464908" y="671708"/>
                  </a:lnTo>
                  <a:lnTo>
                    <a:pt x="3465094" y="680642"/>
                  </a:lnTo>
                  <a:lnTo>
                    <a:pt x="3465281" y="689641"/>
                  </a:lnTo>
                  <a:lnTo>
                    <a:pt x="3465468" y="698391"/>
                  </a:lnTo>
                  <a:lnTo>
                    <a:pt x="3465655" y="706296"/>
                  </a:lnTo>
                  <a:lnTo>
                    <a:pt x="3465842" y="713618"/>
                  </a:lnTo>
                  <a:lnTo>
                    <a:pt x="3466029" y="721426"/>
                  </a:lnTo>
                  <a:lnTo>
                    <a:pt x="3466216" y="729329"/>
                  </a:lnTo>
                  <a:lnTo>
                    <a:pt x="3466403" y="737811"/>
                  </a:lnTo>
                  <a:lnTo>
                    <a:pt x="3466590" y="746600"/>
                  </a:lnTo>
                  <a:lnTo>
                    <a:pt x="3466777" y="754589"/>
                  </a:lnTo>
                  <a:lnTo>
                    <a:pt x="3466964" y="761477"/>
                  </a:lnTo>
                  <a:lnTo>
                    <a:pt x="3467151" y="767844"/>
                  </a:lnTo>
                  <a:lnTo>
                    <a:pt x="3467337" y="774339"/>
                  </a:lnTo>
                  <a:lnTo>
                    <a:pt x="3467524" y="780801"/>
                  </a:lnTo>
                  <a:lnTo>
                    <a:pt x="3467711" y="786864"/>
                  </a:lnTo>
                  <a:lnTo>
                    <a:pt x="3467898" y="793017"/>
                  </a:lnTo>
                  <a:lnTo>
                    <a:pt x="3468085" y="797748"/>
                  </a:lnTo>
                  <a:lnTo>
                    <a:pt x="3468272" y="801561"/>
                  </a:lnTo>
                  <a:lnTo>
                    <a:pt x="3468459" y="804554"/>
                  </a:lnTo>
                  <a:lnTo>
                    <a:pt x="3468646" y="807326"/>
                  </a:lnTo>
                  <a:lnTo>
                    <a:pt x="3468833" y="809063"/>
                  </a:lnTo>
                  <a:lnTo>
                    <a:pt x="3469020" y="810507"/>
                  </a:lnTo>
                  <a:lnTo>
                    <a:pt x="3469207" y="811459"/>
                  </a:lnTo>
                  <a:lnTo>
                    <a:pt x="3469394" y="811917"/>
                  </a:lnTo>
                  <a:lnTo>
                    <a:pt x="3469581" y="812422"/>
                  </a:lnTo>
                  <a:lnTo>
                    <a:pt x="3469767" y="812855"/>
                  </a:lnTo>
                  <a:lnTo>
                    <a:pt x="3469954" y="813831"/>
                  </a:lnTo>
                  <a:lnTo>
                    <a:pt x="3470141" y="814399"/>
                  </a:lnTo>
                  <a:lnTo>
                    <a:pt x="3470328" y="814715"/>
                  </a:lnTo>
                  <a:lnTo>
                    <a:pt x="3470515" y="814851"/>
                  </a:lnTo>
                  <a:lnTo>
                    <a:pt x="3470702" y="815216"/>
                  </a:lnTo>
                  <a:lnTo>
                    <a:pt x="3470889" y="815558"/>
                  </a:lnTo>
                  <a:lnTo>
                    <a:pt x="3471076" y="816177"/>
                  </a:lnTo>
                  <a:lnTo>
                    <a:pt x="3471263" y="817587"/>
                  </a:lnTo>
                  <a:lnTo>
                    <a:pt x="3471450" y="819279"/>
                  </a:lnTo>
                  <a:lnTo>
                    <a:pt x="3471637" y="821908"/>
                  </a:lnTo>
                  <a:lnTo>
                    <a:pt x="3471824" y="825709"/>
                  </a:lnTo>
                  <a:lnTo>
                    <a:pt x="3472011" y="830389"/>
                  </a:lnTo>
                  <a:lnTo>
                    <a:pt x="3472197" y="835875"/>
                  </a:lnTo>
                  <a:lnTo>
                    <a:pt x="3472384" y="841327"/>
                  </a:lnTo>
                  <a:lnTo>
                    <a:pt x="3472571" y="847146"/>
                  </a:lnTo>
                  <a:lnTo>
                    <a:pt x="3472758" y="850769"/>
                  </a:lnTo>
                  <a:lnTo>
                    <a:pt x="3472945" y="854954"/>
                  </a:lnTo>
                  <a:lnTo>
                    <a:pt x="3473132" y="859303"/>
                  </a:lnTo>
                  <a:lnTo>
                    <a:pt x="3473319" y="863383"/>
                  </a:lnTo>
                  <a:lnTo>
                    <a:pt x="3473506" y="867180"/>
                  </a:lnTo>
                  <a:lnTo>
                    <a:pt x="3473693" y="871998"/>
                  </a:lnTo>
                  <a:lnTo>
                    <a:pt x="3473880" y="877109"/>
                  </a:lnTo>
                  <a:lnTo>
                    <a:pt x="3474067" y="882364"/>
                  </a:lnTo>
                  <a:lnTo>
                    <a:pt x="3474254" y="887581"/>
                  </a:lnTo>
                  <a:lnTo>
                    <a:pt x="3474440" y="893364"/>
                  </a:lnTo>
                  <a:lnTo>
                    <a:pt x="3474627" y="898850"/>
                  </a:lnTo>
                  <a:lnTo>
                    <a:pt x="3474814" y="904511"/>
                  </a:lnTo>
                  <a:lnTo>
                    <a:pt x="3475001" y="910578"/>
                  </a:lnTo>
                  <a:lnTo>
                    <a:pt x="3475188" y="917574"/>
                  </a:lnTo>
                  <a:lnTo>
                    <a:pt x="3475375" y="925247"/>
                  </a:lnTo>
                  <a:lnTo>
                    <a:pt x="3475562" y="933157"/>
                  </a:lnTo>
                  <a:lnTo>
                    <a:pt x="3475749" y="941199"/>
                  </a:lnTo>
                  <a:lnTo>
                    <a:pt x="3475936" y="949697"/>
                  </a:lnTo>
                  <a:lnTo>
                    <a:pt x="3476123" y="962630"/>
                  </a:lnTo>
                  <a:lnTo>
                    <a:pt x="3476310" y="975033"/>
                  </a:lnTo>
                  <a:lnTo>
                    <a:pt x="3476497" y="986155"/>
                  </a:lnTo>
                  <a:lnTo>
                    <a:pt x="3476684" y="997048"/>
                  </a:lnTo>
                  <a:lnTo>
                    <a:pt x="3476870" y="1009283"/>
                  </a:lnTo>
                  <a:lnTo>
                    <a:pt x="3477057" y="1021426"/>
                  </a:lnTo>
                  <a:lnTo>
                    <a:pt x="3477244" y="1033015"/>
                  </a:lnTo>
                  <a:lnTo>
                    <a:pt x="3477431" y="1044827"/>
                  </a:lnTo>
                  <a:lnTo>
                    <a:pt x="3477618" y="1056207"/>
                  </a:lnTo>
                  <a:lnTo>
                    <a:pt x="3477805" y="1066917"/>
                  </a:lnTo>
                  <a:lnTo>
                    <a:pt x="3477992" y="1076797"/>
                  </a:lnTo>
                  <a:lnTo>
                    <a:pt x="3478179" y="1085586"/>
                  </a:lnTo>
                  <a:lnTo>
                    <a:pt x="3478366" y="1093449"/>
                  </a:lnTo>
                  <a:lnTo>
                    <a:pt x="3478553" y="1101265"/>
                  </a:lnTo>
                  <a:lnTo>
                    <a:pt x="3478740" y="1109104"/>
                  </a:lnTo>
                  <a:lnTo>
                    <a:pt x="3478927" y="1117283"/>
                  </a:lnTo>
                  <a:lnTo>
                    <a:pt x="3479113" y="1126145"/>
                  </a:lnTo>
                  <a:lnTo>
                    <a:pt x="3479300" y="1132234"/>
                  </a:lnTo>
                  <a:lnTo>
                    <a:pt x="3479487" y="1138525"/>
                  </a:lnTo>
                  <a:lnTo>
                    <a:pt x="3479674" y="1144411"/>
                  </a:lnTo>
                  <a:lnTo>
                    <a:pt x="3479861" y="1150105"/>
                  </a:lnTo>
                  <a:lnTo>
                    <a:pt x="3480048" y="1155355"/>
                  </a:lnTo>
                  <a:lnTo>
                    <a:pt x="3480235" y="1160208"/>
                  </a:lnTo>
                  <a:lnTo>
                    <a:pt x="3480422" y="1164143"/>
                  </a:lnTo>
                  <a:lnTo>
                    <a:pt x="3480609" y="1168182"/>
                  </a:lnTo>
                  <a:lnTo>
                    <a:pt x="3480796" y="1172445"/>
                  </a:lnTo>
                  <a:lnTo>
                    <a:pt x="3480983" y="1176293"/>
                  </a:lnTo>
                  <a:lnTo>
                    <a:pt x="3481170" y="1180583"/>
                  </a:lnTo>
                  <a:lnTo>
                    <a:pt x="3481357" y="1185174"/>
                  </a:lnTo>
                  <a:lnTo>
                    <a:pt x="3481543" y="1190684"/>
                  </a:lnTo>
                  <a:lnTo>
                    <a:pt x="3481730" y="1196267"/>
                  </a:lnTo>
                  <a:lnTo>
                    <a:pt x="3481917" y="1202297"/>
                  </a:lnTo>
                  <a:lnTo>
                    <a:pt x="3482104" y="1207864"/>
                  </a:lnTo>
                  <a:lnTo>
                    <a:pt x="3482291" y="1213897"/>
                  </a:lnTo>
                  <a:lnTo>
                    <a:pt x="3482478" y="1223274"/>
                  </a:lnTo>
                  <a:lnTo>
                    <a:pt x="3482665" y="1232403"/>
                  </a:lnTo>
                  <a:lnTo>
                    <a:pt x="3482852" y="1240869"/>
                  </a:lnTo>
                  <a:lnTo>
                    <a:pt x="3483039" y="1250499"/>
                  </a:lnTo>
                  <a:lnTo>
                    <a:pt x="3483226" y="1261482"/>
                  </a:lnTo>
                  <a:lnTo>
                    <a:pt x="3483413" y="1273249"/>
                  </a:lnTo>
                  <a:lnTo>
                    <a:pt x="3483600" y="1284720"/>
                  </a:lnTo>
                  <a:lnTo>
                    <a:pt x="3483787" y="1296896"/>
                  </a:lnTo>
                  <a:lnTo>
                    <a:pt x="3483973" y="1309071"/>
                  </a:lnTo>
                  <a:lnTo>
                    <a:pt x="3484160" y="1320136"/>
                  </a:lnTo>
                  <a:lnTo>
                    <a:pt x="3484347" y="1328653"/>
                  </a:lnTo>
                  <a:lnTo>
                    <a:pt x="3484534" y="1336038"/>
                  </a:lnTo>
                  <a:lnTo>
                    <a:pt x="3484721" y="1341446"/>
                  </a:lnTo>
                  <a:lnTo>
                    <a:pt x="3484908" y="1345209"/>
                  </a:lnTo>
                  <a:lnTo>
                    <a:pt x="3485095" y="1347888"/>
                  </a:lnTo>
                  <a:lnTo>
                    <a:pt x="3485282" y="1347691"/>
                  </a:lnTo>
                  <a:lnTo>
                    <a:pt x="3485469" y="1347019"/>
                  </a:lnTo>
                  <a:lnTo>
                    <a:pt x="3485656" y="1345029"/>
                  </a:lnTo>
                  <a:lnTo>
                    <a:pt x="3485843" y="1341830"/>
                  </a:lnTo>
                  <a:lnTo>
                    <a:pt x="3486030" y="1338578"/>
                  </a:lnTo>
                  <a:lnTo>
                    <a:pt x="3486216" y="1335593"/>
                  </a:lnTo>
                  <a:lnTo>
                    <a:pt x="3486403" y="1332435"/>
                  </a:lnTo>
                  <a:lnTo>
                    <a:pt x="3486590" y="1330190"/>
                  </a:lnTo>
                  <a:lnTo>
                    <a:pt x="3486777" y="1326554"/>
                  </a:lnTo>
                  <a:lnTo>
                    <a:pt x="3486964" y="1323053"/>
                  </a:lnTo>
                  <a:lnTo>
                    <a:pt x="3487151" y="1319658"/>
                  </a:lnTo>
                  <a:lnTo>
                    <a:pt x="3487338" y="1314040"/>
                  </a:lnTo>
                  <a:lnTo>
                    <a:pt x="3487525" y="1309563"/>
                  </a:lnTo>
                  <a:lnTo>
                    <a:pt x="3487712" y="1305676"/>
                  </a:lnTo>
                  <a:lnTo>
                    <a:pt x="3487899" y="1301928"/>
                  </a:lnTo>
                  <a:lnTo>
                    <a:pt x="3488086" y="1297971"/>
                  </a:lnTo>
                  <a:lnTo>
                    <a:pt x="3488273" y="1294868"/>
                  </a:lnTo>
                  <a:lnTo>
                    <a:pt x="3488460" y="1292643"/>
                  </a:lnTo>
                  <a:lnTo>
                    <a:pt x="3488646" y="1290631"/>
                  </a:lnTo>
                  <a:lnTo>
                    <a:pt x="3488833" y="1290165"/>
                  </a:lnTo>
                  <a:lnTo>
                    <a:pt x="3489020" y="1289937"/>
                  </a:lnTo>
                  <a:lnTo>
                    <a:pt x="3489207" y="1290670"/>
                  </a:lnTo>
                  <a:lnTo>
                    <a:pt x="3489394" y="1293144"/>
                  </a:lnTo>
                  <a:lnTo>
                    <a:pt x="3489581" y="1295130"/>
                  </a:lnTo>
                  <a:lnTo>
                    <a:pt x="3489768" y="1298391"/>
                  </a:lnTo>
                  <a:lnTo>
                    <a:pt x="3489955" y="1305595"/>
                  </a:lnTo>
                  <a:lnTo>
                    <a:pt x="3490142" y="1312246"/>
                  </a:lnTo>
                  <a:lnTo>
                    <a:pt x="3490329" y="1317841"/>
                  </a:lnTo>
                  <a:lnTo>
                    <a:pt x="3490516" y="1322949"/>
                  </a:lnTo>
                  <a:lnTo>
                    <a:pt x="3490703" y="1328057"/>
                  </a:lnTo>
                  <a:lnTo>
                    <a:pt x="3490890" y="1332834"/>
                  </a:lnTo>
                  <a:lnTo>
                    <a:pt x="3491076" y="1336465"/>
                  </a:lnTo>
                  <a:lnTo>
                    <a:pt x="3491263" y="1341342"/>
                  </a:lnTo>
                  <a:lnTo>
                    <a:pt x="3491450" y="1346772"/>
                  </a:lnTo>
                  <a:lnTo>
                    <a:pt x="3491637" y="1352012"/>
                  </a:lnTo>
                  <a:lnTo>
                    <a:pt x="3491824" y="1357045"/>
                  </a:lnTo>
                  <a:lnTo>
                    <a:pt x="3492011" y="1358817"/>
                  </a:lnTo>
                  <a:lnTo>
                    <a:pt x="3492198" y="1361816"/>
                  </a:lnTo>
                  <a:lnTo>
                    <a:pt x="3492385" y="1365369"/>
                  </a:lnTo>
                  <a:lnTo>
                    <a:pt x="3492572" y="1368779"/>
                  </a:lnTo>
                  <a:lnTo>
                    <a:pt x="3492759" y="1372692"/>
                  </a:lnTo>
                  <a:lnTo>
                    <a:pt x="3492946" y="1378296"/>
                  </a:lnTo>
                  <a:lnTo>
                    <a:pt x="3493133" y="1383979"/>
                  </a:lnTo>
                  <a:lnTo>
                    <a:pt x="3493319" y="1389426"/>
                  </a:lnTo>
                  <a:lnTo>
                    <a:pt x="3493506" y="1394283"/>
                  </a:lnTo>
                  <a:lnTo>
                    <a:pt x="3493693" y="1399256"/>
                  </a:lnTo>
                  <a:lnTo>
                    <a:pt x="3493880" y="1404583"/>
                  </a:lnTo>
                  <a:lnTo>
                    <a:pt x="3494067" y="1409301"/>
                  </a:lnTo>
                  <a:lnTo>
                    <a:pt x="3494254" y="1414587"/>
                  </a:lnTo>
                  <a:lnTo>
                    <a:pt x="3494441" y="1420314"/>
                  </a:lnTo>
                  <a:lnTo>
                    <a:pt x="3494628" y="1426353"/>
                  </a:lnTo>
                  <a:lnTo>
                    <a:pt x="3494815" y="1432480"/>
                  </a:lnTo>
                  <a:lnTo>
                    <a:pt x="3495002" y="1438434"/>
                  </a:lnTo>
                  <a:lnTo>
                    <a:pt x="3495189" y="1444346"/>
                  </a:lnTo>
                  <a:lnTo>
                    <a:pt x="3495376" y="1452362"/>
                  </a:lnTo>
                  <a:lnTo>
                    <a:pt x="3495563" y="1458685"/>
                  </a:lnTo>
                  <a:lnTo>
                    <a:pt x="3495749" y="1464091"/>
                  </a:lnTo>
                  <a:lnTo>
                    <a:pt x="3495936" y="1468531"/>
                  </a:lnTo>
                  <a:lnTo>
                    <a:pt x="3496123" y="1470971"/>
                  </a:lnTo>
                  <a:lnTo>
                    <a:pt x="3496310" y="1473876"/>
                  </a:lnTo>
                  <a:lnTo>
                    <a:pt x="3496497" y="1476422"/>
                  </a:lnTo>
                  <a:lnTo>
                    <a:pt x="3496684" y="1479592"/>
                  </a:lnTo>
                  <a:lnTo>
                    <a:pt x="3496871" y="1483056"/>
                  </a:lnTo>
                  <a:lnTo>
                    <a:pt x="3497058" y="1485324"/>
                  </a:lnTo>
                  <a:lnTo>
                    <a:pt x="3497245" y="1485146"/>
                  </a:lnTo>
                  <a:lnTo>
                    <a:pt x="3497432" y="1483798"/>
                  </a:lnTo>
                  <a:lnTo>
                    <a:pt x="3497619" y="1482313"/>
                  </a:lnTo>
                  <a:lnTo>
                    <a:pt x="3497806" y="1480281"/>
                  </a:lnTo>
                  <a:lnTo>
                    <a:pt x="3497992" y="1477095"/>
                  </a:lnTo>
                  <a:lnTo>
                    <a:pt x="3498179" y="1472645"/>
                  </a:lnTo>
                  <a:lnTo>
                    <a:pt x="3498366" y="1468399"/>
                  </a:lnTo>
                  <a:lnTo>
                    <a:pt x="3498553" y="1464006"/>
                  </a:lnTo>
                  <a:lnTo>
                    <a:pt x="3498740" y="1459573"/>
                  </a:lnTo>
                  <a:lnTo>
                    <a:pt x="3498927" y="1454708"/>
                  </a:lnTo>
                  <a:lnTo>
                    <a:pt x="3499114" y="1450165"/>
                  </a:lnTo>
                  <a:lnTo>
                    <a:pt x="3499301" y="1445524"/>
                  </a:lnTo>
                  <a:lnTo>
                    <a:pt x="3499488" y="1439470"/>
                  </a:lnTo>
                  <a:lnTo>
                    <a:pt x="3499675" y="1432672"/>
                  </a:lnTo>
                  <a:lnTo>
                    <a:pt x="3499862" y="1426172"/>
                  </a:lnTo>
                  <a:lnTo>
                    <a:pt x="3500049" y="1419455"/>
                  </a:lnTo>
                  <a:lnTo>
                    <a:pt x="3500236" y="1413266"/>
                  </a:lnTo>
                  <a:lnTo>
                    <a:pt x="3500422" y="1407486"/>
                  </a:lnTo>
                  <a:lnTo>
                    <a:pt x="3500609" y="1402960"/>
                  </a:lnTo>
                  <a:lnTo>
                    <a:pt x="3500796" y="1399829"/>
                  </a:lnTo>
                  <a:lnTo>
                    <a:pt x="3500983" y="1396914"/>
                  </a:lnTo>
                  <a:lnTo>
                    <a:pt x="3501170" y="1394528"/>
                  </a:lnTo>
                  <a:lnTo>
                    <a:pt x="3501357" y="1392428"/>
                  </a:lnTo>
                  <a:lnTo>
                    <a:pt x="3501544" y="1390384"/>
                  </a:lnTo>
                  <a:lnTo>
                    <a:pt x="3501731" y="1388743"/>
                  </a:lnTo>
                  <a:lnTo>
                    <a:pt x="3501918" y="1386765"/>
                  </a:lnTo>
                  <a:lnTo>
                    <a:pt x="3502105" y="1383880"/>
                  </a:lnTo>
                  <a:lnTo>
                    <a:pt x="3502292" y="1381182"/>
                  </a:lnTo>
                  <a:lnTo>
                    <a:pt x="3502479" y="1377950"/>
                  </a:lnTo>
                  <a:lnTo>
                    <a:pt x="3502666" y="1374257"/>
                  </a:lnTo>
                  <a:lnTo>
                    <a:pt x="3502852" y="1370219"/>
                  </a:lnTo>
                  <a:lnTo>
                    <a:pt x="3503039" y="1366275"/>
                  </a:lnTo>
                  <a:lnTo>
                    <a:pt x="3503226" y="1362699"/>
                  </a:lnTo>
                  <a:lnTo>
                    <a:pt x="3503413" y="1358951"/>
                  </a:lnTo>
                  <a:lnTo>
                    <a:pt x="3503600" y="1354803"/>
                  </a:lnTo>
                  <a:lnTo>
                    <a:pt x="3503787" y="1350035"/>
                  </a:lnTo>
                  <a:lnTo>
                    <a:pt x="3503974" y="1344232"/>
                  </a:lnTo>
                  <a:lnTo>
                    <a:pt x="3504161" y="1340287"/>
                  </a:lnTo>
                  <a:lnTo>
                    <a:pt x="3504348" y="1337941"/>
                  </a:lnTo>
                  <a:lnTo>
                    <a:pt x="3504535" y="1336466"/>
                  </a:lnTo>
                  <a:lnTo>
                    <a:pt x="3504722" y="1334862"/>
                  </a:lnTo>
                  <a:lnTo>
                    <a:pt x="3504909" y="1332965"/>
                  </a:lnTo>
                  <a:lnTo>
                    <a:pt x="3505095" y="1331756"/>
                  </a:lnTo>
                  <a:lnTo>
                    <a:pt x="3505282" y="1330740"/>
                  </a:lnTo>
                  <a:lnTo>
                    <a:pt x="3505469" y="1330114"/>
                  </a:lnTo>
                  <a:lnTo>
                    <a:pt x="3505656" y="1329383"/>
                  </a:lnTo>
                  <a:lnTo>
                    <a:pt x="3505843" y="1328825"/>
                  </a:lnTo>
                  <a:lnTo>
                    <a:pt x="3506030" y="1328222"/>
                  </a:lnTo>
                  <a:lnTo>
                    <a:pt x="3506217" y="1327908"/>
                  </a:lnTo>
                  <a:lnTo>
                    <a:pt x="3506404" y="1327726"/>
                  </a:lnTo>
                  <a:lnTo>
                    <a:pt x="3506591" y="1327828"/>
                  </a:lnTo>
                  <a:lnTo>
                    <a:pt x="3506778" y="1328505"/>
                  </a:lnTo>
                  <a:lnTo>
                    <a:pt x="3506965" y="1329060"/>
                  </a:lnTo>
                  <a:lnTo>
                    <a:pt x="3507152" y="1330335"/>
                  </a:lnTo>
                  <a:lnTo>
                    <a:pt x="3507339" y="1330993"/>
                  </a:lnTo>
                  <a:lnTo>
                    <a:pt x="3507525" y="1331241"/>
                  </a:lnTo>
                  <a:lnTo>
                    <a:pt x="3507712" y="1332364"/>
                  </a:lnTo>
                  <a:lnTo>
                    <a:pt x="3507899" y="1332592"/>
                  </a:lnTo>
                  <a:lnTo>
                    <a:pt x="3508086" y="1333291"/>
                  </a:lnTo>
                  <a:lnTo>
                    <a:pt x="3508273" y="1334509"/>
                  </a:lnTo>
                  <a:lnTo>
                    <a:pt x="3508460" y="1336010"/>
                  </a:lnTo>
                  <a:lnTo>
                    <a:pt x="3508647" y="1337703"/>
                  </a:lnTo>
                  <a:lnTo>
                    <a:pt x="3508834" y="1339105"/>
                  </a:lnTo>
                  <a:lnTo>
                    <a:pt x="3509021" y="1340099"/>
                  </a:lnTo>
                  <a:lnTo>
                    <a:pt x="3509208" y="1341125"/>
                  </a:lnTo>
                  <a:lnTo>
                    <a:pt x="3509395" y="1342115"/>
                  </a:lnTo>
                  <a:lnTo>
                    <a:pt x="3509582" y="1343222"/>
                  </a:lnTo>
                  <a:lnTo>
                    <a:pt x="3509769" y="1344536"/>
                  </a:lnTo>
                  <a:lnTo>
                    <a:pt x="3509955" y="1345864"/>
                  </a:lnTo>
                  <a:lnTo>
                    <a:pt x="3510142" y="1347557"/>
                  </a:lnTo>
                  <a:lnTo>
                    <a:pt x="3510329" y="1349272"/>
                  </a:lnTo>
                  <a:lnTo>
                    <a:pt x="3510516" y="1351279"/>
                  </a:lnTo>
                  <a:lnTo>
                    <a:pt x="3510703" y="1353668"/>
                  </a:lnTo>
                  <a:lnTo>
                    <a:pt x="3510890" y="1356573"/>
                  </a:lnTo>
                  <a:lnTo>
                    <a:pt x="3511077" y="1359981"/>
                  </a:lnTo>
                  <a:lnTo>
                    <a:pt x="3511264" y="1363772"/>
                  </a:lnTo>
                  <a:lnTo>
                    <a:pt x="3511451" y="1367155"/>
                  </a:lnTo>
                  <a:lnTo>
                    <a:pt x="3511638" y="1371181"/>
                  </a:lnTo>
                  <a:lnTo>
                    <a:pt x="3511825" y="1375453"/>
                  </a:lnTo>
                  <a:lnTo>
                    <a:pt x="3512012" y="1379344"/>
                  </a:lnTo>
                  <a:lnTo>
                    <a:pt x="3512198" y="1383189"/>
                  </a:lnTo>
                  <a:lnTo>
                    <a:pt x="3512385" y="1386800"/>
                  </a:lnTo>
                  <a:lnTo>
                    <a:pt x="3512572" y="1389641"/>
                  </a:lnTo>
                  <a:lnTo>
                    <a:pt x="3512759" y="1391993"/>
                  </a:lnTo>
                  <a:lnTo>
                    <a:pt x="3512946" y="1394358"/>
                  </a:lnTo>
                  <a:lnTo>
                    <a:pt x="3513133" y="1395919"/>
                  </a:lnTo>
                  <a:lnTo>
                    <a:pt x="3513320" y="1396908"/>
                  </a:lnTo>
                  <a:lnTo>
                    <a:pt x="3513507" y="1397223"/>
                  </a:lnTo>
                  <a:lnTo>
                    <a:pt x="3513694" y="1397137"/>
                  </a:lnTo>
                  <a:lnTo>
                    <a:pt x="3513881" y="1396706"/>
                  </a:lnTo>
                  <a:lnTo>
                    <a:pt x="3514068" y="1395836"/>
                  </a:lnTo>
                  <a:lnTo>
                    <a:pt x="3514255" y="1394684"/>
                  </a:lnTo>
                  <a:lnTo>
                    <a:pt x="3514442" y="1393284"/>
                  </a:lnTo>
                  <a:lnTo>
                    <a:pt x="3514628" y="1392648"/>
                  </a:lnTo>
                  <a:lnTo>
                    <a:pt x="3514815" y="1392447"/>
                  </a:lnTo>
                  <a:lnTo>
                    <a:pt x="3515002" y="1392041"/>
                  </a:lnTo>
                  <a:lnTo>
                    <a:pt x="3515189" y="1391655"/>
                  </a:lnTo>
                  <a:lnTo>
                    <a:pt x="3515376" y="1391357"/>
                  </a:lnTo>
                  <a:lnTo>
                    <a:pt x="3515563" y="1390819"/>
                  </a:lnTo>
                  <a:lnTo>
                    <a:pt x="3515750" y="1387996"/>
                  </a:lnTo>
                  <a:lnTo>
                    <a:pt x="3515937" y="1385355"/>
                  </a:lnTo>
                  <a:lnTo>
                    <a:pt x="3516124" y="1383200"/>
                  </a:lnTo>
                  <a:lnTo>
                    <a:pt x="3516311" y="1381551"/>
                  </a:lnTo>
                  <a:lnTo>
                    <a:pt x="3516498" y="1379757"/>
                  </a:lnTo>
                  <a:lnTo>
                    <a:pt x="3516685" y="1378180"/>
                  </a:lnTo>
                  <a:lnTo>
                    <a:pt x="3516871" y="1376648"/>
                  </a:lnTo>
                  <a:lnTo>
                    <a:pt x="3517058" y="1375012"/>
                  </a:lnTo>
                  <a:lnTo>
                    <a:pt x="3517245" y="1373616"/>
                  </a:lnTo>
                  <a:lnTo>
                    <a:pt x="3517432" y="1371630"/>
                  </a:lnTo>
                  <a:lnTo>
                    <a:pt x="3517619" y="1369223"/>
                  </a:lnTo>
                  <a:lnTo>
                    <a:pt x="3517806" y="1366556"/>
                  </a:lnTo>
                  <a:lnTo>
                    <a:pt x="3517993" y="1364859"/>
                  </a:lnTo>
                  <a:lnTo>
                    <a:pt x="3518180" y="1363164"/>
                  </a:lnTo>
                  <a:lnTo>
                    <a:pt x="3518367" y="1361633"/>
                  </a:lnTo>
                  <a:lnTo>
                    <a:pt x="3518554" y="1359628"/>
                  </a:lnTo>
                  <a:lnTo>
                    <a:pt x="3518741" y="1357449"/>
                  </a:lnTo>
                  <a:lnTo>
                    <a:pt x="3518928" y="1354136"/>
                  </a:lnTo>
                  <a:lnTo>
                    <a:pt x="3519115" y="1350071"/>
                  </a:lnTo>
                  <a:lnTo>
                    <a:pt x="3519301" y="1345289"/>
                  </a:lnTo>
                  <a:lnTo>
                    <a:pt x="3519488" y="1340708"/>
                  </a:lnTo>
                  <a:lnTo>
                    <a:pt x="3519675" y="1337645"/>
                  </a:lnTo>
                  <a:lnTo>
                    <a:pt x="3519862" y="1334485"/>
                  </a:lnTo>
                  <a:lnTo>
                    <a:pt x="3520049" y="1333009"/>
                  </a:lnTo>
                  <a:lnTo>
                    <a:pt x="3520236" y="1333802"/>
                  </a:lnTo>
                  <a:lnTo>
                    <a:pt x="3520423" y="1333326"/>
                  </a:lnTo>
                  <a:lnTo>
                    <a:pt x="3520610" y="1331603"/>
                  </a:lnTo>
                  <a:lnTo>
                    <a:pt x="3520797" y="1328441"/>
                  </a:lnTo>
                  <a:lnTo>
                    <a:pt x="3520984" y="1324407"/>
                  </a:lnTo>
                  <a:lnTo>
                    <a:pt x="3521171" y="1319595"/>
                  </a:lnTo>
                  <a:lnTo>
                    <a:pt x="3521358" y="1314666"/>
                  </a:lnTo>
                  <a:lnTo>
                    <a:pt x="3521545" y="1310073"/>
                  </a:lnTo>
                  <a:lnTo>
                    <a:pt x="3521731" y="1306676"/>
                  </a:lnTo>
                  <a:lnTo>
                    <a:pt x="3521918" y="1304120"/>
                  </a:lnTo>
                  <a:lnTo>
                    <a:pt x="3522105" y="1302928"/>
                  </a:lnTo>
                  <a:lnTo>
                    <a:pt x="3522292" y="1302926"/>
                  </a:lnTo>
                  <a:lnTo>
                    <a:pt x="3522479" y="1303446"/>
                  </a:lnTo>
                  <a:lnTo>
                    <a:pt x="3522666" y="1304071"/>
                  </a:lnTo>
                  <a:lnTo>
                    <a:pt x="3522853" y="1304334"/>
                  </a:lnTo>
                  <a:lnTo>
                    <a:pt x="3523040" y="1303848"/>
                  </a:lnTo>
                  <a:lnTo>
                    <a:pt x="3523227" y="1304567"/>
                  </a:lnTo>
                  <a:lnTo>
                    <a:pt x="3523414" y="1307275"/>
                  </a:lnTo>
                  <a:lnTo>
                    <a:pt x="3523601" y="1310002"/>
                  </a:lnTo>
                  <a:lnTo>
                    <a:pt x="3523788" y="1312970"/>
                  </a:lnTo>
                  <a:lnTo>
                    <a:pt x="3523974" y="1316184"/>
                  </a:lnTo>
                  <a:lnTo>
                    <a:pt x="3524161" y="1321596"/>
                  </a:lnTo>
                  <a:lnTo>
                    <a:pt x="3524348" y="1326918"/>
                  </a:lnTo>
                  <a:lnTo>
                    <a:pt x="3524535" y="1332533"/>
                  </a:lnTo>
                  <a:lnTo>
                    <a:pt x="3524722" y="1340096"/>
                  </a:lnTo>
                  <a:lnTo>
                    <a:pt x="3524909" y="1347081"/>
                  </a:lnTo>
                  <a:lnTo>
                    <a:pt x="3525096" y="1353357"/>
                  </a:lnTo>
                  <a:lnTo>
                    <a:pt x="3525283" y="1360027"/>
                  </a:lnTo>
                  <a:lnTo>
                    <a:pt x="3525470" y="1366301"/>
                  </a:lnTo>
                  <a:lnTo>
                    <a:pt x="3525657" y="1371744"/>
                  </a:lnTo>
                  <a:lnTo>
                    <a:pt x="3525844" y="1376015"/>
                  </a:lnTo>
                  <a:lnTo>
                    <a:pt x="3526031" y="1379307"/>
                  </a:lnTo>
                  <a:lnTo>
                    <a:pt x="3526218" y="1381561"/>
                  </a:lnTo>
                  <a:lnTo>
                    <a:pt x="3526404" y="1382875"/>
                  </a:lnTo>
                  <a:lnTo>
                    <a:pt x="3526591" y="1383803"/>
                  </a:lnTo>
                  <a:lnTo>
                    <a:pt x="3526778" y="1384856"/>
                  </a:lnTo>
                  <a:lnTo>
                    <a:pt x="3526965" y="1385997"/>
                  </a:lnTo>
                  <a:lnTo>
                    <a:pt x="3527152" y="1385876"/>
                  </a:lnTo>
                  <a:lnTo>
                    <a:pt x="3527339" y="1384751"/>
                  </a:lnTo>
                  <a:lnTo>
                    <a:pt x="3527526" y="1383811"/>
                  </a:lnTo>
                  <a:lnTo>
                    <a:pt x="3527713" y="1382673"/>
                  </a:lnTo>
                  <a:lnTo>
                    <a:pt x="3527900" y="1381153"/>
                  </a:lnTo>
                  <a:lnTo>
                    <a:pt x="3528087" y="1379158"/>
                  </a:lnTo>
                  <a:lnTo>
                    <a:pt x="3528274" y="1377164"/>
                  </a:lnTo>
                  <a:lnTo>
                    <a:pt x="3528461" y="1376093"/>
                  </a:lnTo>
                  <a:lnTo>
                    <a:pt x="3528648" y="1374554"/>
                  </a:lnTo>
                  <a:lnTo>
                    <a:pt x="3528834" y="1372819"/>
                  </a:lnTo>
                  <a:lnTo>
                    <a:pt x="3529021" y="1370566"/>
                  </a:lnTo>
                  <a:lnTo>
                    <a:pt x="3529208" y="1368474"/>
                  </a:lnTo>
                  <a:lnTo>
                    <a:pt x="3529395" y="1366612"/>
                  </a:lnTo>
                  <a:lnTo>
                    <a:pt x="3529582" y="1363020"/>
                  </a:lnTo>
                  <a:lnTo>
                    <a:pt x="3529769" y="1358769"/>
                  </a:lnTo>
                  <a:lnTo>
                    <a:pt x="3529956" y="1354813"/>
                  </a:lnTo>
                  <a:lnTo>
                    <a:pt x="3530143" y="1350794"/>
                  </a:lnTo>
                  <a:lnTo>
                    <a:pt x="3530330" y="1345599"/>
                  </a:lnTo>
                  <a:lnTo>
                    <a:pt x="3530517" y="1340925"/>
                  </a:lnTo>
                  <a:lnTo>
                    <a:pt x="3530704" y="1335958"/>
                  </a:lnTo>
                  <a:lnTo>
                    <a:pt x="3530891" y="1331154"/>
                  </a:lnTo>
                  <a:lnTo>
                    <a:pt x="3531077" y="1326078"/>
                  </a:lnTo>
                  <a:lnTo>
                    <a:pt x="3531264" y="1320196"/>
                  </a:lnTo>
                  <a:lnTo>
                    <a:pt x="3531451" y="1314521"/>
                  </a:lnTo>
                  <a:lnTo>
                    <a:pt x="3531638" y="1308311"/>
                  </a:lnTo>
                  <a:lnTo>
                    <a:pt x="3531825" y="1303121"/>
                  </a:lnTo>
                  <a:lnTo>
                    <a:pt x="3532012" y="1297811"/>
                  </a:lnTo>
                  <a:lnTo>
                    <a:pt x="3532199" y="1292282"/>
                  </a:lnTo>
                  <a:lnTo>
                    <a:pt x="3532386" y="1286059"/>
                  </a:lnTo>
                  <a:lnTo>
                    <a:pt x="3532573" y="1280366"/>
                  </a:lnTo>
                  <a:lnTo>
                    <a:pt x="3532760" y="1275645"/>
                  </a:lnTo>
                  <a:lnTo>
                    <a:pt x="3532947" y="1272572"/>
                  </a:lnTo>
                  <a:lnTo>
                    <a:pt x="3533134" y="1269834"/>
                  </a:lnTo>
                  <a:lnTo>
                    <a:pt x="3533321" y="1268803"/>
                  </a:lnTo>
                  <a:lnTo>
                    <a:pt x="3533507" y="1268259"/>
                  </a:lnTo>
                  <a:lnTo>
                    <a:pt x="3533694" y="1267517"/>
                  </a:lnTo>
                  <a:lnTo>
                    <a:pt x="3533881" y="1267590"/>
                  </a:lnTo>
                  <a:lnTo>
                    <a:pt x="3534068" y="1266469"/>
                  </a:lnTo>
                  <a:lnTo>
                    <a:pt x="3534255" y="1266174"/>
                  </a:lnTo>
                  <a:lnTo>
                    <a:pt x="3534442" y="1266833"/>
                  </a:lnTo>
                  <a:lnTo>
                    <a:pt x="3534629" y="1268080"/>
                  </a:lnTo>
                  <a:lnTo>
                    <a:pt x="3534816" y="1270281"/>
                  </a:lnTo>
                  <a:lnTo>
                    <a:pt x="3535003" y="1272660"/>
                  </a:lnTo>
                  <a:lnTo>
                    <a:pt x="3535190" y="1275889"/>
                  </a:lnTo>
                  <a:lnTo>
                    <a:pt x="3535377" y="1280642"/>
                  </a:lnTo>
                  <a:lnTo>
                    <a:pt x="3535564" y="1285647"/>
                  </a:lnTo>
                  <a:lnTo>
                    <a:pt x="3535750" y="1290655"/>
                  </a:lnTo>
                  <a:lnTo>
                    <a:pt x="3535937" y="1296297"/>
                  </a:lnTo>
                  <a:lnTo>
                    <a:pt x="3536124" y="1301796"/>
                  </a:lnTo>
                  <a:lnTo>
                    <a:pt x="3536311" y="1307198"/>
                  </a:lnTo>
                  <a:lnTo>
                    <a:pt x="3536498" y="1312259"/>
                  </a:lnTo>
                  <a:lnTo>
                    <a:pt x="3536685" y="1316612"/>
                  </a:lnTo>
                  <a:lnTo>
                    <a:pt x="3536872" y="1321964"/>
                  </a:lnTo>
                  <a:lnTo>
                    <a:pt x="3537059" y="1327606"/>
                  </a:lnTo>
                  <a:lnTo>
                    <a:pt x="3537246" y="1332875"/>
                  </a:lnTo>
                  <a:lnTo>
                    <a:pt x="3537433" y="1337931"/>
                  </a:lnTo>
                  <a:lnTo>
                    <a:pt x="3537620" y="1342410"/>
                  </a:lnTo>
                  <a:lnTo>
                    <a:pt x="3537807" y="1346449"/>
                  </a:lnTo>
                  <a:lnTo>
                    <a:pt x="3537994" y="1349208"/>
                  </a:lnTo>
                  <a:lnTo>
                    <a:pt x="3538180" y="1349903"/>
                  </a:lnTo>
                  <a:lnTo>
                    <a:pt x="3538367" y="1349278"/>
                  </a:lnTo>
                  <a:lnTo>
                    <a:pt x="3538554" y="1347789"/>
                  </a:lnTo>
                  <a:lnTo>
                    <a:pt x="3538741" y="1345598"/>
                  </a:lnTo>
                  <a:lnTo>
                    <a:pt x="3538928" y="1342914"/>
                  </a:lnTo>
                  <a:lnTo>
                    <a:pt x="3539115" y="1339453"/>
                  </a:lnTo>
                  <a:lnTo>
                    <a:pt x="3539302" y="1336063"/>
                  </a:lnTo>
                  <a:lnTo>
                    <a:pt x="3539489" y="1331343"/>
                  </a:lnTo>
                  <a:lnTo>
                    <a:pt x="3539676" y="1326293"/>
                  </a:lnTo>
                  <a:lnTo>
                    <a:pt x="3539863" y="1322192"/>
                  </a:lnTo>
                  <a:lnTo>
                    <a:pt x="3540050" y="1318899"/>
                  </a:lnTo>
                  <a:lnTo>
                    <a:pt x="3540237" y="1316374"/>
                  </a:lnTo>
                  <a:lnTo>
                    <a:pt x="3540424" y="1314732"/>
                  </a:lnTo>
                  <a:lnTo>
                    <a:pt x="3540610" y="1313569"/>
                  </a:lnTo>
                  <a:lnTo>
                    <a:pt x="3540797" y="1313478"/>
                  </a:lnTo>
                  <a:lnTo>
                    <a:pt x="3540984" y="1315310"/>
                  </a:lnTo>
                  <a:lnTo>
                    <a:pt x="3541171" y="1319139"/>
                  </a:lnTo>
                  <a:lnTo>
                    <a:pt x="3541358" y="1324940"/>
                  </a:lnTo>
                  <a:lnTo>
                    <a:pt x="3541545" y="1328645"/>
                  </a:lnTo>
                  <a:lnTo>
                    <a:pt x="3541732" y="1330365"/>
                  </a:lnTo>
                  <a:lnTo>
                    <a:pt x="3541919" y="1331258"/>
                  </a:lnTo>
                  <a:lnTo>
                    <a:pt x="3542106" y="1332259"/>
                  </a:lnTo>
                  <a:lnTo>
                    <a:pt x="3542293" y="1333124"/>
                  </a:lnTo>
                  <a:lnTo>
                    <a:pt x="3542480" y="1332974"/>
                  </a:lnTo>
                  <a:lnTo>
                    <a:pt x="3542667" y="1332210"/>
                  </a:lnTo>
                  <a:lnTo>
                    <a:pt x="3542853" y="1331504"/>
                  </a:lnTo>
                  <a:lnTo>
                    <a:pt x="3543040" y="1330519"/>
                  </a:lnTo>
                  <a:lnTo>
                    <a:pt x="3543227" y="1328405"/>
                  </a:lnTo>
                  <a:lnTo>
                    <a:pt x="3543414" y="1325139"/>
                  </a:lnTo>
                  <a:lnTo>
                    <a:pt x="3543601" y="1321035"/>
                  </a:lnTo>
                  <a:lnTo>
                    <a:pt x="3543788" y="1316067"/>
                  </a:lnTo>
                  <a:lnTo>
                    <a:pt x="3543975" y="1309790"/>
                  </a:lnTo>
                  <a:lnTo>
                    <a:pt x="3544162" y="1301954"/>
                  </a:lnTo>
                  <a:lnTo>
                    <a:pt x="3544349" y="1292782"/>
                  </a:lnTo>
                  <a:lnTo>
                    <a:pt x="3544536" y="1282856"/>
                  </a:lnTo>
                  <a:lnTo>
                    <a:pt x="3544723" y="1272804"/>
                  </a:lnTo>
                  <a:lnTo>
                    <a:pt x="3544910" y="1262202"/>
                  </a:lnTo>
                  <a:lnTo>
                    <a:pt x="3545097" y="1249879"/>
                  </a:lnTo>
                  <a:lnTo>
                    <a:pt x="3545283" y="1238128"/>
                  </a:lnTo>
                  <a:lnTo>
                    <a:pt x="3545470" y="1225445"/>
                  </a:lnTo>
                  <a:lnTo>
                    <a:pt x="3545657" y="1215143"/>
                  </a:lnTo>
                  <a:lnTo>
                    <a:pt x="3545844" y="1203740"/>
                  </a:lnTo>
                  <a:lnTo>
                    <a:pt x="3546031" y="1194846"/>
                  </a:lnTo>
                  <a:lnTo>
                    <a:pt x="3546218" y="1186066"/>
                  </a:lnTo>
                  <a:lnTo>
                    <a:pt x="3546405" y="1176521"/>
                  </a:lnTo>
                  <a:lnTo>
                    <a:pt x="3546592" y="1166616"/>
                  </a:lnTo>
                  <a:lnTo>
                    <a:pt x="3546779" y="1156826"/>
                  </a:lnTo>
                  <a:lnTo>
                    <a:pt x="3546966" y="1147375"/>
                  </a:lnTo>
                  <a:lnTo>
                    <a:pt x="3547153" y="1139123"/>
                  </a:lnTo>
                  <a:lnTo>
                    <a:pt x="3547340" y="1131548"/>
                  </a:lnTo>
                  <a:lnTo>
                    <a:pt x="3547527" y="1124399"/>
                  </a:lnTo>
                  <a:lnTo>
                    <a:pt x="3547713" y="1118029"/>
                  </a:lnTo>
                  <a:lnTo>
                    <a:pt x="3547900" y="1112265"/>
                  </a:lnTo>
                  <a:lnTo>
                    <a:pt x="3548087" y="1106183"/>
                  </a:lnTo>
                  <a:lnTo>
                    <a:pt x="3548274" y="1100376"/>
                  </a:lnTo>
                  <a:lnTo>
                    <a:pt x="3548461" y="1095361"/>
                  </a:lnTo>
                  <a:lnTo>
                    <a:pt x="3548648" y="1089848"/>
                  </a:lnTo>
                  <a:lnTo>
                    <a:pt x="3548835" y="1084715"/>
                  </a:lnTo>
                  <a:lnTo>
                    <a:pt x="3549022" y="1078543"/>
                  </a:lnTo>
                  <a:lnTo>
                    <a:pt x="3549209" y="1073938"/>
                  </a:lnTo>
                  <a:lnTo>
                    <a:pt x="3549396" y="1070233"/>
                  </a:lnTo>
                  <a:lnTo>
                    <a:pt x="3549583" y="1066743"/>
                  </a:lnTo>
                  <a:lnTo>
                    <a:pt x="3549770" y="1063167"/>
                  </a:lnTo>
                  <a:lnTo>
                    <a:pt x="3549956" y="1059608"/>
                  </a:lnTo>
                  <a:lnTo>
                    <a:pt x="3550143" y="1056417"/>
                  </a:lnTo>
                  <a:lnTo>
                    <a:pt x="3550330" y="1053830"/>
                  </a:lnTo>
                  <a:lnTo>
                    <a:pt x="3550517" y="1052252"/>
                  </a:lnTo>
                  <a:lnTo>
                    <a:pt x="3550704" y="1051102"/>
                  </a:lnTo>
                  <a:lnTo>
                    <a:pt x="3550891" y="1051213"/>
                  </a:lnTo>
                  <a:lnTo>
                    <a:pt x="3551078" y="1051249"/>
                  </a:lnTo>
                  <a:lnTo>
                    <a:pt x="3551265" y="1050674"/>
                  </a:lnTo>
                  <a:lnTo>
                    <a:pt x="3551452" y="1049407"/>
                  </a:lnTo>
                  <a:lnTo>
                    <a:pt x="3551639" y="1047658"/>
                  </a:lnTo>
                  <a:lnTo>
                    <a:pt x="3551826" y="1045744"/>
                  </a:lnTo>
                  <a:lnTo>
                    <a:pt x="3552013" y="1042861"/>
                  </a:lnTo>
                  <a:lnTo>
                    <a:pt x="3552200" y="1040046"/>
                  </a:lnTo>
                  <a:lnTo>
                    <a:pt x="3552386" y="1038290"/>
                  </a:lnTo>
                  <a:lnTo>
                    <a:pt x="3552573" y="1036803"/>
                  </a:lnTo>
                  <a:lnTo>
                    <a:pt x="3552760" y="1035564"/>
                  </a:lnTo>
                  <a:lnTo>
                    <a:pt x="3552947" y="1034673"/>
                  </a:lnTo>
                  <a:lnTo>
                    <a:pt x="3553134" y="1035683"/>
                  </a:lnTo>
                  <a:lnTo>
                    <a:pt x="3553321" y="1036456"/>
                  </a:lnTo>
                  <a:lnTo>
                    <a:pt x="3553508" y="1037068"/>
                  </a:lnTo>
                  <a:lnTo>
                    <a:pt x="3553695" y="1036852"/>
                  </a:lnTo>
                  <a:lnTo>
                    <a:pt x="3553882" y="1037112"/>
                  </a:lnTo>
                  <a:lnTo>
                    <a:pt x="3554069" y="1037981"/>
                  </a:lnTo>
                  <a:lnTo>
                    <a:pt x="3554256" y="1039457"/>
                  </a:lnTo>
                  <a:lnTo>
                    <a:pt x="3554443" y="1041549"/>
                  </a:lnTo>
                  <a:lnTo>
                    <a:pt x="3554629" y="1043085"/>
                  </a:lnTo>
                  <a:lnTo>
                    <a:pt x="3554816" y="1044806"/>
                  </a:lnTo>
                  <a:lnTo>
                    <a:pt x="3555003" y="1046209"/>
                  </a:lnTo>
                  <a:lnTo>
                    <a:pt x="3555190" y="1046861"/>
                  </a:lnTo>
                  <a:lnTo>
                    <a:pt x="3555377" y="1045545"/>
                  </a:lnTo>
                  <a:lnTo>
                    <a:pt x="3555564" y="1043772"/>
                  </a:lnTo>
                  <a:lnTo>
                    <a:pt x="3555751" y="1041646"/>
                  </a:lnTo>
                  <a:lnTo>
                    <a:pt x="3555938" y="1039769"/>
                  </a:lnTo>
                  <a:lnTo>
                    <a:pt x="3556125" y="1038191"/>
                  </a:lnTo>
                  <a:lnTo>
                    <a:pt x="3556312" y="1036844"/>
                  </a:lnTo>
                  <a:lnTo>
                    <a:pt x="3556499" y="1035962"/>
                  </a:lnTo>
                  <a:lnTo>
                    <a:pt x="3556686" y="1035833"/>
                  </a:lnTo>
                  <a:lnTo>
                    <a:pt x="3556873" y="1035458"/>
                  </a:lnTo>
                  <a:lnTo>
                    <a:pt x="3557059" y="1033029"/>
                  </a:lnTo>
                  <a:lnTo>
                    <a:pt x="3557246" y="1030996"/>
                  </a:lnTo>
                  <a:lnTo>
                    <a:pt x="3557433" y="1028186"/>
                  </a:lnTo>
                  <a:lnTo>
                    <a:pt x="3557620" y="1024422"/>
                  </a:lnTo>
                  <a:lnTo>
                    <a:pt x="3557807" y="1021292"/>
                  </a:lnTo>
                  <a:lnTo>
                    <a:pt x="3557994" y="1018848"/>
                  </a:lnTo>
                  <a:lnTo>
                    <a:pt x="3558181" y="1017018"/>
                  </a:lnTo>
                  <a:lnTo>
                    <a:pt x="3558368" y="1015449"/>
                  </a:lnTo>
                  <a:lnTo>
                    <a:pt x="3558555" y="1013423"/>
                  </a:lnTo>
                  <a:lnTo>
                    <a:pt x="3558742" y="1011071"/>
                  </a:lnTo>
                  <a:lnTo>
                    <a:pt x="3558929" y="1007974"/>
                  </a:lnTo>
                  <a:lnTo>
                    <a:pt x="3559116" y="1004297"/>
                  </a:lnTo>
                  <a:lnTo>
                    <a:pt x="3559303" y="999303"/>
                  </a:lnTo>
                  <a:lnTo>
                    <a:pt x="3559489" y="992199"/>
                  </a:lnTo>
                  <a:lnTo>
                    <a:pt x="3559676" y="983917"/>
                  </a:lnTo>
                  <a:lnTo>
                    <a:pt x="3559863" y="974603"/>
                  </a:lnTo>
                  <a:lnTo>
                    <a:pt x="3560050" y="965020"/>
                  </a:lnTo>
                  <a:lnTo>
                    <a:pt x="3560237" y="956885"/>
                  </a:lnTo>
                  <a:lnTo>
                    <a:pt x="3560424" y="950208"/>
                  </a:lnTo>
                  <a:lnTo>
                    <a:pt x="3560611" y="943003"/>
                  </a:lnTo>
                  <a:lnTo>
                    <a:pt x="3560798" y="934889"/>
                  </a:lnTo>
                  <a:lnTo>
                    <a:pt x="3560985" y="927182"/>
                  </a:lnTo>
                  <a:lnTo>
                    <a:pt x="3561172" y="918542"/>
                  </a:lnTo>
                  <a:lnTo>
                    <a:pt x="3561359" y="908669"/>
                  </a:lnTo>
                  <a:lnTo>
                    <a:pt x="3561546" y="897848"/>
                  </a:lnTo>
                  <a:lnTo>
                    <a:pt x="3561732" y="887372"/>
                  </a:lnTo>
                  <a:lnTo>
                    <a:pt x="3561919" y="877569"/>
                  </a:lnTo>
                  <a:lnTo>
                    <a:pt x="3562106" y="872716"/>
                  </a:lnTo>
                  <a:lnTo>
                    <a:pt x="3562293" y="868854"/>
                  </a:lnTo>
                  <a:lnTo>
                    <a:pt x="3562480" y="866525"/>
                  </a:lnTo>
                  <a:lnTo>
                    <a:pt x="3562667" y="864632"/>
                  </a:lnTo>
                  <a:lnTo>
                    <a:pt x="3562854" y="863105"/>
                  </a:lnTo>
                  <a:lnTo>
                    <a:pt x="3563041" y="862977"/>
                  </a:lnTo>
                  <a:lnTo>
                    <a:pt x="3563228" y="863318"/>
                  </a:lnTo>
                  <a:lnTo>
                    <a:pt x="3563415" y="864034"/>
                  </a:lnTo>
                  <a:lnTo>
                    <a:pt x="3563602" y="864432"/>
                  </a:lnTo>
                  <a:lnTo>
                    <a:pt x="3563789" y="865210"/>
                  </a:lnTo>
                  <a:lnTo>
                    <a:pt x="3563976" y="866701"/>
                  </a:lnTo>
                  <a:lnTo>
                    <a:pt x="3564162" y="868592"/>
                  </a:lnTo>
                  <a:lnTo>
                    <a:pt x="3564349" y="871017"/>
                  </a:lnTo>
                  <a:lnTo>
                    <a:pt x="3564536" y="873893"/>
                  </a:lnTo>
                  <a:lnTo>
                    <a:pt x="3564723" y="876495"/>
                  </a:lnTo>
                  <a:lnTo>
                    <a:pt x="3564910" y="878770"/>
                  </a:lnTo>
                  <a:lnTo>
                    <a:pt x="3565097" y="881319"/>
                  </a:lnTo>
                  <a:lnTo>
                    <a:pt x="3565284" y="882358"/>
                  </a:lnTo>
                  <a:lnTo>
                    <a:pt x="3565471" y="883639"/>
                  </a:lnTo>
                  <a:lnTo>
                    <a:pt x="3565658" y="885034"/>
                  </a:lnTo>
                  <a:lnTo>
                    <a:pt x="3565845" y="885820"/>
                  </a:lnTo>
                  <a:lnTo>
                    <a:pt x="3566032" y="886595"/>
                  </a:lnTo>
                  <a:lnTo>
                    <a:pt x="3566219" y="887373"/>
                  </a:lnTo>
                  <a:lnTo>
                    <a:pt x="3566406" y="886383"/>
                  </a:lnTo>
                  <a:lnTo>
                    <a:pt x="3566592" y="884869"/>
                  </a:lnTo>
                  <a:lnTo>
                    <a:pt x="3566779" y="883595"/>
                  </a:lnTo>
                  <a:lnTo>
                    <a:pt x="3566966" y="884263"/>
                  </a:lnTo>
                  <a:lnTo>
                    <a:pt x="3567153" y="884472"/>
                  </a:lnTo>
                  <a:lnTo>
                    <a:pt x="3567340" y="883467"/>
                  </a:lnTo>
                  <a:lnTo>
                    <a:pt x="3567527" y="883988"/>
                  </a:lnTo>
                  <a:lnTo>
                    <a:pt x="3567714" y="883595"/>
                  </a:lnTo>
                  <a:lnTo>
                    <a:pt x="3567901" y="884125"/>
                  </a:lnTo>
                  <a:lnTo>
                    <a:pt x="3568088" y="885147"/>
                  </a:lnTo>
                  <a:lnTo>
                    <a:pt x="3568275" y="886032"/>
                  </a:lnTo>
                  <a:lnTo>
                    <a:pt x="3568462" y="887370"/>
                  </a:lnTo>
                  <a:lnTo>
                    <a:pt x="3568649" y="889463"/>
                  </a:lnTo>
                  <a:lnTo>
                    <a:pt x="3568835" y="891435"/>
                  </a:lnTo>
                  <a:lnTo>
                    <a:pt x="3569022" y="893652"/>
                  </a:lnTo>
                  <a:lnTo>
                    <a:pt x="3569209" y="894963"/>
                  </a:lnTo>
                  <a:lnTo>
                    <a:pt x="3569396" y="896879"/>
                  </a:lnTo>
                  <a:lnTo>
                    <a:pt x="3569583" y="899340"/>
                  </a:lnTo>
                  <a:lnTo>
                    <a:pt x="3569770" y="902525"/>
                  </a:lnTo>
                  <a:lnTo>
                    <a:pt x="3569957" y="905157"/>
                  </a:lnTo>
                  <a:lnTo>
                    <a:pt x="3570144" y="907808"/>
                  </a:lnTo>
                  <a:lnTo>
                    <a:pt x="3570331" y="909707"/>
                  </a:lnTo>
                  <a:lnTo>
                    <a:pt x="3570518" y="911542"/>
                  </a:lnTo>
                  <a:lnTo>
                    <a:pt x="3570705" y="912992"/>
                  </a:lnTo>
                  <a:lnTo>
                    <a:pt x="3570892" y="913986"/>
                  </a:lnTo>
                  <a:lnTo>
                    <a:pt x="3571079" y="915078"/>
                  </a:lnTo>
                  <a:lnTo>
                    <a:pt x="3571265" y="915479"/>
                  </a:lnTo>
                  <a:lnTo>
                    <a:pt x="3571452" y="916661"/>
                  </a:lnTo>
                  <a:lnTo>
                    <a:pt x="3571639" y="916630"/>
                  </a:lnTo>
                  <a:lnTo>
                    <a:pt x="3571826" y="916042"/>
                  </a:lnTo>
                  <a:lnTo>
                    <a:pt x="3572013" y="915408"/>
                  </a:lnTo>
                  <a:lnTo>
                    <a:pt x="3572200" y="914793"/>
                  </a:lnTo>
                  <a:lnTo>
                    <a:pt x="3572387" y="914561"/>
                  </a:lnTo>
                  <a:lnTo>
                    <a:pt x="3572574" y="914152"/>
                  </a:lnTo>
                  <a:lnTo>
                    <a:pt x="3572761" y="913539"/>
                  </a:lnTo>
                  <a:lnTo>
                    <a:pt x="3572948" y="912549"/>
                  </a:lnTo>
                  <a:lnTo>
                    <a:pt x="3573135" y="911230"/>
                  </a:lnTo>
                  <a:lnTo>
                    <a:pt x="3573322" y="908721"/>
                  </a:lnTo>
                  <a:lnTo>
                    <a:pt x="3573508" y="905388"/>
                  </a:lnTo>
                  <a:lnTo>
                    <a:pt x="3573695" y="901496"/>
                  </a:lnTo>
                  <a:lnTo>
                    <a:pt x="3573882" y="897594"/>
                  </a:lnTo>
                  <a:lnTo>
                    <a:pt x="3574069" y="894315"/>
                  </a:lnTo>
                  <a:lnTo>
                    <a:pt x="3574256" y="890418"/>
                  </a:lnTo>
                  <a:lnTo>
                    <a:pt x="3574443" y="887214"/>
                  </a:lnTo>
                  <a:lnTo>
                    <a:pt x="3574630" y="883658"/>
                  </a:lnTo>
                  <a:lnTo>
                    <a:pt x="3574817" y="877380"/>
                  </a:lnTo>
                  <a:lnTo>
                    <a:pt x="3575004" y="871314"/>
                  </a:lnTo>
                  <a:lnTo>
                    <a:pt x="3575191" y="862137"/>
                  </a:lnTo>
                  <a:lnTo>
                    <a:pt x="3575378" y="852985"/>
                  </a:lnTo>
                  <a:lnTo>
                    <a:pt x="3575565" y="844807"/>
                  </a:lnTo>
                  <a:lnTo>
                    <a:pt x="3575752" y="834359"/>
                  </a:lnTo>
                  <a:lnTo>
                    <a:pt x="3575938" y="825178"/>
                  </a:lnTo>
                  <a:lnTo>
                    <a:pt x="3576125" y="820024"/>
                  </a:lnTo>
                  <a:lnTo>
                    <a:pt x="3576312" y="815193"/>
                  </a:lnTo>
                  <a:lnTo>
                    <a:pt x="3576499" y="810860"/>
                  </a:lnTo>
                  <a:lnTo>
                    <a:pt x="3576686" y="806263"/>
                  </a:lnTo>
                  <a:lnTo>
                    <a:pt x="3576873" y="803581"/>
                  </a:lnTo>
                  <a:lnTo>
                    <a:pt x="3577060" y="801446"/>
                  </a:lnTo>
                  <a:lnTo>
                    <a:pt x="3577247" y="799946"/>
                  </a:lnTo>
                  <a:lnTo>
                    <a:pt x="3577434" y="799691"/>
                  </a:lnTo>
                  <a:lnTo>
                    <a:pt x="3577621" y="800016"/>
                  </a:lnTo>
                  <a:lnTo>
                    <a:pt x="3577808" y="799739"/>
                  </a:lnTo>
                  <a:lnTo>
                    <a:pt x="3577995" y="799324"/>
                  </a:lnTo>
                  <a:lnTo>
                    <a:pt x="3578182" y="798862"/>
                  </a:lnTo>
                  <a:lnTo>
                    <a:pt x="3578368" y="797262"/>
                  </a:lnTo>
                  <a:lnTo>
                    <a:pt x="3578555" y="794533"/>
                  </a:lnTo>
                  <a:lnTo>
                    <a:pt x="3578742" y="790549"/>
                  </a:lnTo>
                  <a:lnTo>
                    <a:pt x="3578929" y="787104"/>
                  </a:lnTo>
                  <a:lnTo>
                    <a:pt x="3579116" y="784586"/>
                  </a:lnTo>
                  <a:lnTo>
                    <a:pt x="3579303" y="779395"/>
                  </a:lnTo>
                  <a:lnTo>
                    <a:pt x="3579490" y="774832"/>
                  </a:lnTo>
                  <a:lnTo>
                    <a:pt x="3579677" y="769996"/>
                  </a:lnTo>
                  <a:lnTo>
                    <a:pt x="3579864" y="764633"/>
                  </a:lnTo>
                  <a:lnTo>
                    <a:pt x="3580051" y="758708"/>
                  </a:lnTo>
                  <a:lnTo>
                    <a:pt x="3580238" y="751950"/>
                  </a:lnTo>
                  <a:lnTo>
                    <a:pt x="3580425" y="744440"/>
                  </a:lnTo>
                  <a:lnTo>
                    <a:pt x="3580611" y="737756"/>
                  </a:lnTo>
                  <a:lnTo>
                    <a:pt x="3580798" y="731931"/>
                  </a:lnTo>
                  <a:lnTo>
                    <a:pt x="3580985" y="726303"/>
                  </a:lnTo>
                  <a:lnTo>
                    <a:pt x="3581172" y="721294"/>
                  </a:lnTo>
                  <a:lnTo>
                    <a:pt x="3581359" y="716417"/>
                  </a:lnTo>
                  <a:lnTo>
                    <a:pt x="3581546" y="712588"/>
                  </a:lnTo>
                  <a:lnTo>
                    <a:pt x="3581733" y="710344"/>
                  </a:lnTo>
                  <a:lnTo>
                    <a:pt x="3581920" y="708042"/>
                  </a:lnTo>
                  <a:lnTo>
                    <a:pt x="3582107" y="705492"/>
                  </a:lnTo>
                  <a:lnTo>
                    <a:pt x="3582294" y="703354"/>
                  </a:lnTo>
                  <a:lnTo>
                    <a:pt x="3582481" y="702678"/>
                  </a:lnTo>
                  <a:lnTo>
                    <a:pt x="3582668" y="702909"/>
                  </a:lnTo>
                  <a:lnTo>
                    <a:pt x="3582855" y="703503"/>
                  </a:lnTo>
                  <a:lnTo>
                    <a:pt x="3583041" y="701939"/>
                  </a:lnTo>
                  <a:lnTo>
                    <a:pt x="3583228" y="702152"/>
                  </a:lnTo>
                  <a:lnTo>
                    <a:pt x="3583415" y="699997"/>
                  </a:lnTo>
                  <a:lnTo>
                    <a:pt x="3583602" y="697257"/>
                  </a:lnTo>
                  <a:lnTo>
                    <a:pt x="3583789" y="695588"/>
                  </a:lnTo>
                  <a:lnTo>
                    <a:pt x="3583976" y="694213"/>
                  </a:lnTo>
                  <a:lnTo>
                    <a:pt x="3584163" y="693540"/>
                  </a:lnTo>
                  <a:lnTo>
                    <a:pt x="3584350" y="692445"/>
                  </a:lnTo>
                  <a:lnTo>
                    <a:pt x="3584537" y="689070"/>
                  </a:lnTo>
                  <a:lnTo>
                    <a:pt x="3584724" y="685068"/>
                  </a:lnTo>
                  <a:lnTo>
                    <a:pt x="3584911" y="680986"/>
                  </a:lnTo>
                  <a:lnTo>
                    <a:pt x="3585098" y="676901"/>
                  </a:lnTo>
                  <a:lnTo>
                    <a:pt x="3585284" y="672144"/>
                  </a:lnTo>
                  <a:lnTo>
                    <a:pt x="3585471" y="667737"/>
                  </a:lnTo>
                  <a:lnTo>
                    <a:pt x="3585658" y="662983"/>
                  </a:lnTo>
                  <a:lnTo>
                    <a:pt x="3585845" y="655546"/>
                  </a:lnTo>
                  <a:lnTo>
                    <a:pt x="3586032" y="650290"/>
                  </a:lnTo>
                  <a:lnTo>
                    <a:pt x="3586219" y="644023"/>
                  </a:lnTo>
                  <a:lnTo>
                    <a:pt x="3586406" y="639041"/>
                  </a:lnTo>
                  <a:lnTo>
                    <a:pt x="3586593" y="631919"/>
                  </a:lnTo>
                  <a:lnTo>
                    <a:pt x="3586780" y="624287"/>
                  </a:lnTo>
                  <a:lnTo>
                    <a:pt x="3586967" y="616876"/>
                  </a:lnTo>
                  <a:lnTo>
                    <a:pt x="3587154" y="609524"/>
                  </a:lnTo>
                  <a:lnTo>
                    <a:pt x="3587341" y="603018"/>
                  </a:lnTo>
                  <a:lnTo>
                    <a:pt x="3587528" y="596749"/>
                  </a:lnTo>
                  <a:lnTo>
                    <a:pt x="3587714" y="590180"/>
                  </a:lnTo>
                  <a:lnTo>
                    <a:pt x="3587901" y="582189"/>
                  </a:lnTo>
                  <a:lnTo>
                    <a:pt x="3588088" y="574292"/>
                  </a:lnTo>
                  <a:lnTo>
                    <a:pt x="3588275" y="565693"/>
                  </a:lnTo>
                  <a:lnTo>
                    <a:pt x="3588462" y="557488"/>
                  </a:lnTo>
                  <a:lnTo>
                    <a:pt x="3588649" y="550669"/>
                  </a:lnTo>
                  <a:lnTo>
                    <a:pt x="3588836" y="545904"/>
                  </a:lnTo>
                  <a:lnTo>
                    <a:pt x="3589023" y="542502"/>
                  </a:lnTo>
                  <a:lnTo>
                    <a:pt x="3589210" y="537072"/>
                  </a:lnTo>
                  <a:lnTo>
                    <a:pt x="3589397" y="532393"/>
                  </a:lnTo>
                  <a:lnTo>
                    <a:pt x="3589584" y="527533"/>
                  </a:lnTo>
                  <a:lnTo>
                    <a:pt x="3589771" y="521047"/>
                  </a:lnTo>
                  <a:lnTo>
                    <a:pt x="3589958" y="513818"/>
                  </a:lnTo>
                  <a:lnTo>
                    <a:pt x="3590144" y="506070"/>
                  </a:lnTo>
                  <a:lnTo>
                    <a:pt x="3590331" y="497306"/>
                  </a:lnTo>
                  <a:lnTo>
                    <a:pt x="3590518" y="488823"/>
                  </a:lnTo>
                  <a:lnTo>
                    <a:pt x="3590705" y="481166"/>
                  </a:lnTo>
                  <a:lnTo>
                    <a:pt x="3590892" y="473359"/>
                  </a:lnTo>
                  <a:lnTo>
                    <a:pt x="3591079" y="465817"/>
                  </a:lnTo>
                  <a:lnTo>
                    <a:pt x="3591266" y="458242"/>
                  </a:lnTo>
                  <a:lnTo>
                    <a:pt x="3591453" y="449685"/>
                  </a:lnTo>
                  <a:lnTo>
                    <a:pt x="3591640" y="439634"/>
                  </a:lnTo>
                  <a:lnTo>
                    <a:pt x="3591827" y="428197"/>
                  </a:lnTo>
                  <a:lnTo>
                    <a:pt x="3592014" y="416513"/>
                  </a:lnTo>
                  <a:lnTo>
                    <a:pt x="3592201" y="408866"/>
                  </a:lnTo>
                  <a:lnTo>
                    <a:pt x="3592387" y="402468"/>
                  </a:lnTo>
                  <a:lnTo>
                    <a:pt x="3592574" y="397023"/>
                  </a:lnTo>
                  <a:lnTo>
                    <a:pt x="3592761" y="392378"/>
                  </a:lnTo>
                  <a:lnTo>
                    <a:pt x="3592948" y="390128"/>
                  </a:lnTo>
                  <a:lnTo>
                    <a:pt x="3593135" y="390097"/>
                  </a:lnTo>
                  <a:lnTo>
                    <a:pt x="3593322" y="390195"/>
                  </a:lnTo>
                  <a:lnTo>
                    <a:pt x="3593509" y="389720"/>
                  </a:lnTo>
                  <a:lnTo>
                    <a:pt x="3593696" y="389686"/>
                  </a:lnTo>
                  <a:lnTo>
                    <a:pt x="3593883" y="389707"/>
                  </a:lnTo>
                  <a:lnTo>
                    <a:pt x="3594070" y="389276"/>
                  </a:lnTo>
                  <a:lnTo>
                    <a:pt x="3594257" y="389874"/>
                  </a:lnTo>
                  <a:lnTo>
                    <a:pt x="3594444" y="391245"/>
                  </a:lnTo>
                  <a:lnTo>
                    <a:pt x="3594631" y="393285"/>
                  </a:lnTo>
                  <a:lnTo>
                    <a:pt x="3594817" y="396368"/>
                  </a:lnTo>
                  <a:lnTo>
                    <a:pt x="3595004" y="399673"/>
                  </a:lnTo>
                  <a:lnTo>
                    <a:pt x="3595191" y="403576"/>
                  </a:lnTo>
                  <a:lnTo>
                    <a:pt x="3595378" y="407478"/>
                  </a:lnTo>
                  <a:lnTo>
                    <a:pt x="3595565" y="410914"/>
                  </a:lnTo>
                  <a:lnTo>
                    <a:pt x="3595752" y="415120"/>
                  </a:lnTo>
                  <a:lnTo>
                    <a:pt x="3595939" y="419850"/>
                  </a:lnTo>
                  <a:lnTo>
                    <a:pt x="3596126" y="424709"/>
                  </a:lnTo>
                  <a:lnTo>
                    <a:pt x="3596313" y="430825"/>
                  </a:lnTo>
                  <a:lnTo>
                    <a:pt x="3596500" y="437396"/>
                  </a:lnTo>
                  <a:lnTo>
                    <a:pt x="3596687" y="445336"/>
                  </a:lnTo>
                  <a:lnTo>
                    <a:pt x="3596874" y="454911"/>
                  </a:lnTo>
                  <a:lnTo>
                    <a:pt x="3597061" y="465270"/>
                  </a:lnTo>
                  <a:lnTo>
                    <a:pt x="3597247" y="476141"/>
                  </a:lnTo>
                  <a:lnTo>
                    <a:pt x="3597434" y="487236"/>
                  </a:lnTo>
                  <a:lnTo>
                    <a:pt x="3597621" y="497488"/>
                  </a:lnTo>
                  <a:lnTo>
                    <a:pt x="3597808" y="507122"/>
                  </a:lnTo>
                  <a:lnTo>
                    <a:pt x="3597995" y="515350"/>
                  </a:lnTo>
                  <a:lnTo>
                    <a:pt x="3598182" y="522576"/>
                  </a:lnTo>
                  <a:lnTo>
                    <a:pt x="3598369" y="529563"/>
                  </a:lnTo>
                  <a:lnTo>
                    <a:pt x="3598556" y="536926"/>
                  </a:lnTo>
                  <a:lnTo>
                    <a:pt x="3598743" y="544044"/>
                  </a:lnTo>
                  <a:lnTo>
                    <a:pt x="3598930" y="552914"/>
                  </a:lnTo>
                  <a:lnTo>
                    <a:pt x="3599117" y="560979"/>
                  </a:lnTo>
                  <a:lnTo>
                    <a:pt x="3599304" y="567691"/>
                  </a:lnTo>
                  <a:lnTo>
                    <a:pt x="3599490" y="569624"/>
                  </a:lnTo>
                  <a:lnTo>
                    <a:pt x="3599677" y="569808"/>
                  </a:lnTo>
                  <a:lnTo>
                    <a:pt x="3599864" y="569024"/>
                  </a:lnTo>
                  <a:lnTo>
                    <a:pt x="3600051" y="567630"/>
                  </a:lnTo>
                  <a:lnTo>
                    <a:pt x="3600238" y="566736"/>
                  </a:lnTo>
                  <a:lnTo>
                    <a:pt x="3600425" y="564957"/>
                  </a:lnTo>
                  <a:lnTo>
                    <a:pt x="3600612" y="563293"/>
                  </a:lnTo>
                  <a:lnTo>
                    <a:pt x="3600799" y="562023"/>
                  </a:lnTo>
                  <a:lnTo>
                    <a:pt x="3600986" y="560841"/>
                  </a:lnTo>
                  <a:lnTo>
                    <a:pt x="3601173" y="559310"/>
                  </a:lnTo>
                  <a:lnTo>
                    <a:pt x="3601360" y="556832"/>
                  </a:lnTo>
                  <a:lnTo>
                    <a:pt x="3601547" y="553968"/>
                  </a:lnTo>
                  <a:lnTo>
                    <a:pt x="3601734" y="550345"/>
                  </a:lnTo>
                  <a:lnTo>
                    <a:pt x="3601920" y="546393"/>
                  </a:lnTo>
                  <a:lnTo>
                    <a:pt x="3602107" y="542983"/>
                  </a:lnTo>
                  <a:lnTo>
                    <a:pt x="3602294" y="538852"/>
                  </a:lnTo>
                  <a:lnTo>
                    <a:pt x="3602481" y="535003"/>
                  </a:lnTo>
                  <a:lnTo>
                    <a:pt x="3602668" y="530878"/>
                  </a:lnTo>
                  <a:lnTo>
                    <a:pt x="3602855" y="526688"/>
                  </a:lnTo>
                  <a:lnTo>
                    <a:pt x="3603042" y="519837"/>
                  </a:lnTo>
                  <a:lnTo>
                    <a:pt x="3603229" y="513833"/>
                  </a:lnTo>
                  <a:lnTo>
                    <a:pt x="3603416" y="508508"/>
                  </a:lnTo>
                  <a:lnTo>
                    <a:pt x="3603603" y="503540"/>
                  </a:lnTo>
                  <a:lnTo>
                    <a:pt x="3603790" y="501890"/>
                  </a:lnTo>
                  <a:lnTo>
                    <a:pt x="3603977" y="501634"/>
                  </a:lnTo>
                  <a:lnTo>
                    <a:pt x="3604163" y="502187"/>
                  </a:lnTo>
                  <a:lnTo>
                    <a:pt x="3604350" y="501660"/>
                  </a:lnTo>
                  <a:lnTo>
                    <a:pt x="3604537" y="501456"/>
                  </a:lnTo>
                  <a:lnTo>
                    <a:pt x="3604724" y="501840"/>
                  </a:lnTo>
                  <a:lnTo>
                    <a:pt x="3604911" y="500027"/>
                  </a:lnTo>
                  <a:lnTo>
                    <a:pt x="3605098" y="499417"/>
                  </a:lnTo>
                  <a:lnTo>
                    <a:pt x="3605285" y="498781"/>
                  </a:lnTo>
                  <a:lnTo>
                    <a:pt x="3605472" y="498412"/>
                  </a:lnTo>
                  <a:lnTo>
                    <a:pt x="3605659" y="497921"/>
                  </a:lnTo>
                  <a:lnTo>
                    <a:pt x="3605846" y="498634"/>
                  </a:lnTo>
                  <a:lnTo>
                    <a:pt x="3606033" y="499077"/>
                  </a:lnTo>
                  <a:lnTo>
                    <a:pt x="3606220" y="499075"/>
                  </a:lnTo>
                  <a:lnTo>
                    <a:pt x="3606407" y="498798"/>
                  </a:lnTo>
                  <a:lnTo>
                    <a:pt x="3606593" y="497660"/>
                  </a:lnTo>
                  <a:lnTo>
                    <a:pt x="3606780" y="495328"/>
                  </a:lnTo>
                  <a:lnTo>
                    <a:pt x="3606967" y="492081"/>
                  </a:lnTo>
                  <a:lnTo>
                    <a:pt x="3607154" y="488434"/>
                  </a:lnTo>
                  <a:lnTo>
                    <a:pt x="3607341" y="484922"/>
                  </a:lnTo>
                  <a:lnTo>
                    <a:pt x="3607528" y="480597"/>
                  </a:lnTo>
                  <a:lnTo>
                    <a:pt x="3607715" y="475873"/>
                  </a:lnTo>
                  <a:lnTo>
                    <a:pt x="3607902" y="470984"/>
                  </a:lnTo>
                  <a:lnTo>
                    <a:pt x="3608089" y="465821"/>
                  </a:lnTo>
                  <a:lnTo>
                    <a:pt x="3608276" y="461978"/>
                  </a:lnTo>
                  <a:lnTo>
                    <a:pt x="3608463" y="458280"/>
                  </a:lnTo>
                  <a:lnTo>
                    <a:pt x="3608650" y="454626"/>
                  </a:lnTo>
                  <a:lnTo>
                    <a:pt x="3608837" y="450866"/>
                  </a:lnTo>
                  <a:lnTo>
                    <a:pt x="3609023" y="446827"/>
                  </a:lnTo>
                  <a:lnTo>
                    <a:pt x="3609210" y="441037"/>
                  </a:lnTo>
                  <a:lnTo>
                    <a:pt x="3609397" y="436063"/>
                  </a:lnTo>
                  <a:lnTo>
                    <a:pt x="3609584" y="431346"/>
                  </a:lnTo>
                  <a:lnTo>
                    <a:pt x="3609771" y="426891"/>
                  </a:lnTo>
                  <a:lnTo>
                    <a:pt x="3609958" y="422743"/>
                  </a:lnTo>
                  <a:lnTo>
                    <a:pt x="3610145" y="417985"/>
                  </a:lnTo>
                  <a:lnTo>
                    <a:pt x="3610332" y="415496"/>
                  </a:lnTo>
                  <a:lnTo>
                    <a:pt x="3610519" y="413104"/>
                  </a:lnTo>
                  <a:lnTo>
                    <a:pt x="3610706" y="411340"/>
                  </a:lnTo>
                  <a:lnTo>
                    <a:pt x="3610893" y="410088"/>
                  </a:lnTo>
                  <a:lnTo>
                    <a:pt x="3611080" y="410049"/>
                  </a:lnTo>
                  <a:lnTo>
                    <a:pt x="3611266" y="410811"/>
                  </a:lnTo>
                  <a:lnTo>
                    <a:pt x="3611453" y="410128"/>
                  </a:lnTo>
                  <a:lnTo>
                    <a:pt x="3611640" y="410851"/>
                  </a:lnTo>
                  <a:lnTo>
                    <a:pt x="3611827" y="412174"/>
                  </a:lnTo>
                  <a:lnTo>
                    <a:pt x="3612014" y="414173"/>
                  </a:lnTo>
                  <a:lnTo>
                    <a:pt x="3612201" y="418286"/>
                  </a:lnTo>
                  <a:lnTo>
                    <a:pt x="3612388" y="422447"/>
                  </a:lnTo>
                  <a:lnTo>
                    <a:pt x="3612575" y="429322"/>
                  </a:lnTo>
                  <a:lnTo>
                    <a:pt x="3612762" y="436484"/>
                  </a:lnTo>
                  <a:lnTo>
                    <a:pt x="3612949" y="444067"/>
                  </a:lnTo>
                  <a:lnTo>
                    <a:pt x="3613136" y="455362"/>
                  </a:lnTo>
                  <a:lnTo>
                    <a:pt x="3613323" y="465280"/>
                  </a:lnTo>
                  <a:lnTo>
                    <a:pt x="3613510" y="472370"/>
                  </a:lnTo>
                  <a:lnTo>
                    <a:pt x="3613696" y="479991"/>
                  </a:lnTo>
                  <a:lnTo>
                    <a:pt x="3613883" y="487662"/>
                  </a:lnTo>
                  <a:lnTo>
                    <a:pt x="3614070" y="495632"/>
                  </a:lnTo>
                  <a:lnTo>
                    <a:pt x="3614257" y="503520"/>
                  </a:lnTo>
                  <a:lnTo>
                    <a:pt x="3614444" y="509749"/>
                  </a:lnTo>
                  <a:lnTo>
                    <a:pt x="3614631" y="513502"/>
                  </a:lnTo>
                  <a:lnTo>
                    <a:pt x="3614818" y="517980"/>
                  </a:lnTo>
                  <a:lnTo>
                    <a:pt x="3615005" y="522320"/>
                  </a:lnTo>
                  <a:lnTo>
                    <a:pt x="3615192" y="526788"/>
                  </a:lnTo>
                  <a:lnTo>
                    <a:pt x="3615379" y="531083"/>
                  </a:lnTo>
                  <a:lnTo>
                    <a:pt x="3615566" y="534517"/>
                  </a:lnTo>
                  <a:lnTo>
                    <a:pt x="3615753" y="537552"/>
                  </a:lnTo>
                  <a:lnTo>
                    <a:pt x="3615940" y="540452"/>
                  </a:lnTo>
                  <a:lnTo>
                    <a:pt x="3616126" y="543807"/>
                  </a:lnTo>
                  <a:lnTo>
                    <a:pt x="3616313" y="546730"/>
                  </a:lnTo>
                  <a:lnTo>
                    <a:pt x="3616500" y="549549"/>
                  </a:lnTo>
                  <a:lnTo>
                    <a:pt x="3616687" y="554818"/>
                  </a:lnTo>
                  <a:lnTo>
                    <a:pt x="3616874" y="559252"/>
                  </a:lnTo>
                  <a:lnTo>
                    <a:pt x="3617061" y="563941"/>
                  </a:lnTo>
                  <a:lnTo>
                    <a:pt x="3617248" y="569839"/>
                  </a:lnTo>
                  <a:lnTo>
                    <a:pt x="3617435" y="576573"/>
                  </a:lnTo>
                  <a:lnTo>
                    <a:pt x="3617622" y="583547"/>
                  </a:lnTo>
                  <a:lnTo>
                    <a:pt x="3617809" y="591398"/>
                  </a:lnTo>
                  <a:lnTo>
                    <a:pt x="3617996" y="599171"/>
                  </a:lnTo>
                  <a:lnTo>
                    <a:pt x="3618183" y="605809"/>
                  </a:lnTo>
                  <a:lnTo>
                    <a:pt x="3618369" y="612933"/>
                  </a:lnTo>
                  <a:lnTo>
                    <a:pt x="3618556" y="620073"/>
                  </a:lnTo>
                  <a:lnTo>
                    <a:pt x="3618743" y="628966"/>
                  </a:lnTo>
                  <a:lnTo>
                    <a:pt x="3618930" y="637816"/>
                  </a:lnTo>
                  <a:lnTo>
                    <a:pt x="3619117" y="647223"/>
                  </a:lnTo>
                  <a:lnTo>
                    <a:pt x="3619304" y="656887"/>
                  </a:lnTo>
                  <a:lnTo>
                    <a:pt x="3619491" y="667511"/>
                  </a:lnTo>
                  <a:lnTo>
                    <a:pt x="3619678" y="678539"/>
                  </a:lnTo>
                  <a:lnTo>
                    <a:pt x="3619865" y="689029"/>
                  </a:lnTo>
                  <a:lnTo>
                    <a:pt x="3620052" y="699243"/>
                  </a:lnTo>
                  <a:lnTo>
                    <a:pt x="3620239" y="709942"/>
                  </a:lnTo>
                  <a:lnTo>
                    <a:pt x="3620426" y="720024"/>
                  </a:lnTo>
                  <a:lnTo>
                    <a:pt x="3620613" y="727980"/>
                  </a:lnTo>
                  <a:lnTo>
                    <a:pt x="3620799" y="735105"/>
                  </a:lnTo>
                  <a:lnTo>
                    <a:pt x="3620986" y="742422"/>
                  </a:lnTo>
                  <a:lnTo>
                    <a:pt x="3621173" y="748673"/>
                  </a:lnTo>
                  <a:lnTo>
                    <a:pt x="3621360" y="754573"/>
                  </a:lnTo>
                  <a:lnTo>
                    <a:pt x="3621547" y="759625"/>
                  </a:lnTo>
                  <a:lnTo>
                    <a:pt x="3621734" y="763993"/>
                  </a:lnTo>
                  <a:lnTo>
                    <a:pt x="3621921" y="767620"/>
                  </a:lnTo>
                  <a:lnTo>
                    <a:pt x="3622108" y="771861"/>
                  </a:lnTo>
                  <a:lnTo>
                    <a:pt x="3622295" y="775267"/>
                  </a:lnTo>
                  <a:lnTo>
                    <a:pt x="3622482" y="778303"/>
                  </a:lnTo>
                  <a:lnTo>
                    <a:pt x="3622669" y="781636"/>
                  </a:lnTo>
                  <a:lnTo>
                    <a:pt x="3622856" y="784856"/>
                  </a:lnTo>
                  <a:lnTo>
                    <a:pt x="3623042" y="787767"/>
                  </a:lnTo>
                  <a:lnTo>
                    <a:pt x="3623229" y="792530"/>
                  </a:lnTo>
                  <a:lnTo>
                    <a:pt x="3623416" y="795926"/>
                  </a:lnTo>
                  <a:lnTo>
                    <a:pt x="3623603" y="800400"/>
                  </a:lnTo>
                  <a:lnTo>
                    <a:pt x="3623790" y="805160"/>
                  </a:lnTo>
                  <a:lnTo>
                    <a:pt x="3623977" y="810486"/>
                  </a:lnTo>
                  <a:lnTo>
                    <a:pt x="3624164" y="816706"/>
                  </a:lnTo>
                  <a:lnTo>
                    <a:pt x="3624351" y="823026"/>
                  </a:lnTo>
                  <a:lnTo>
                    <a:pt x="3624538" y="829672"/>
                  </a:lnTo>
                  <a:lnTo>
                    <a:pt x="3624725" y="836486"/>
                  </a:lnTo>
                  <a:lnTo>
                    <a:pt x="3624912" y="843038"/>
                  </a:lnTo>
                  <a:lnTo>
                    <a:pt x="3625099" y="850050"/>
                  </a:lnTo>
                  <a:lnTo>
                    <a:pt x="3625286" y="858286"/>
                  </a:lnTo>
                  <a:lnTo>
                    <a:pt x="3625472" y="866526"/>
                  </a:lnTo>
                  <a:lnTo>
                    <a:pt x="3625659" y="874974"/>
                  </a:lnTo>
                  <a:lnTo>
                    <a:pt x="3625846" y="883724"/>
                  </a:lnTo>
                  <a:lnTo>
                    <a:pt x="3626033" y="892291"/>
                  </a:lnTo>
                  <a:lnTo>
                    <a:pt x="3626220" y="900230"/>
                  </a:lnTo>
                  <a:lnTo>
                    <a:pt x="3626407" y="907606"/>
                  </a:lnTo>
                  <a:lnTo>
                    <a:pt x="3626594" y="917773"/>
                  </a:lnTo>
                  <a:lnTo>
                    <a:pt x="3626781" y="927634"/>
                  </a:lnTo>
                  <a:lnTo>
                    <a:pt x="3626968" y="938185"/>
                  </a:lnTo>
                  <a:lnTo>
                    <a:pt x="3627155" y="949403"/>
                  </a:lnTo>
                  <a:lnTo>
                    <a:pt x="3627342" y="960165"/>
                  </a:lnTo>
                  <a:lnTo>
                    <a:pt x="3627529" y="970520"/>
                  </a:lnTo>
                  <a:lnTo>
                    <a:pt x="3627716" y="979861"/>
                  </a:lnTo>
                  <a:lnTo>
                    <a:pt x="3627902" y="988987"/>
                  </a:lnTo>
                  <a:lnTo>
                    <a:pt x="3628089" y="996752"/>
                  </a:lnTo>
                  <a:lnTo>
                    <a:pt x="3628276" y="1004955"/>
                  </a:lnTo>
                  <a:lnTo>
                    <a:pt x="3628463" y="1012414"/>
                  </a:lnTo>
                  <a:lnTo>
                    <a:pt x="3628650" y="1018810"/>
                  </a:lnTo>
                  <a:lnTo>
                    <a:pt x="3628837" y="1023777"/>
                  </a:lnTo>
                  <a:lnTo>
                    <a:pt x="3629024" y="1026962"/>
                  </a:lnTo>
                  <a:lnTo>
                    <a:pt x="3629211" y="1032826"/>
                  </a:lnTo>
                  <a:lnTo>
                    <a:pt x="3629398" y="1037643"/>
                  </a:lnTo>
                  <a:lnTo>
                    <a:pt x="3629585" y="1037802"/>
                  </a:lnTo>
                  <a:lnTo>
                    <a:pt x="3629772" y="1037139"/>
                  </a:lnTo>
                  <a:lnTo>
                    <a:pt x="3629959" y="1036254"/>
                  </a:lnTo>
                  <a:lnTo>
                    <a:pt x="3630145" y="1034722"/>
                  </a:lnTo>
                  <a:lnTo>
                    <a:pt x="3630332" y="1030939"/>
                  </a:lnTo>
                  <a:lnTo>
                    <a:pt x="3630519" y="1025210"/>
                  </a:lnTo>
                  <a:lnTo>
                    <a:pt x="3630706" y="1018939"/>
                  </a:lnTo>
                  <a:lnTo>
                    <a:pt x="3630893" y="1012985"/>
                  </a:lnTo>
                  <a:lnTo>
                    <a:pt x="3631080" y="1006872"/>
                  </a:lnTo>
                  <a:lnTo>
                    <a:pt x="3631267" y="1001382"/>
                  </a:lnTo>
                  <a:lnTo>
                    <a:pt x="3631454" y="995879"/>
                  </a:lnTo>
                  <a:lnTo>
                    <a:pt x="3631641" y="993256"/>
                  </a:lnTo>
                  <a:lnTo>
                    <a:pt x="3631828" y="993124"/>
                  </a:lnTo>
                  <a:lnTo>
                    <a:pt x="3632015" y="994272"/>
                  </a:lnTo>
                  <a:lnTo>
                    <a:pt x="3632202" y="995297"/>
                  </a:lnTo>
                  <a:lnTo>
                    <a:pt x="3632389" y="996325"/>
                  </a:lnTo>
                  <a:lnTo>
                    <a:pt x="3632575" y="996321"/>
                  </a:lnTo>
                  <a:lnTo>
                    <a:pt x="3632762" y="995639"/>
                  </a:lnTo>
                  <a:lnTo>
                    <a:pt x="3632949" y="995101"/>
                  </a:lnTo>
                  <a:lnTo>
                    <a:pt x="3633136" y="994055"/>
                  </a:lnTo>
                  <a:lnTo>
                    <a:pt x="3633323" y="992303"/>
                  </a:lnTo>
                  <a:lnTo>
                    <a:pt x="3633510" y="990378"/>
                  </a:lnTo>
                  <a:lnTo>
                    <a:pt x="3633697" y="987390"/>
                  </a:lnTo>
                  <a:lnTo>
                    <a:pt x="3633884" y="983713"/>
                  </a:lnTo>
                  <a:lnTo>
                    <a:pt x="3634071" y="979551"/>
                  </a:lnTo>
                  <a:lnTo>
                    <a:pt x="3634258" y="975023"/>
                  </a:lnTo>
                  <a:lnTo>
                    <a:pt x="3634445" y="970034"/>
                  </a:lnTo>
                  <a:lnTo>
                    <a:pt x="3634632" y="964329"/>
                  </a:lnTo>
                  <a:lnTo>
                    <a:pt x="3634819" y="957895"/>
                  </a:lnTo>
                  <a:lnTo>
                    <a:pt x="3635005" y="950579"/>
                  </a:lnTo>
                  <a:lnTo>
                    <a:pt x="3635192" y="942613"/>
                  </a:lnTo>
                  <a:lnTo>
                    <a:pt x="3635379" y="935473"/>
                  </a:lnTo>
                  <a:lnTo>
                    <a:pt x="3635566" y="928933"/>
                  </a:lnTo>
                  <a:lnTo>
                    <a:pt x="3635753" y="923836"/>
                  </a:lnTo>
                  <a:lnTo>
                    <a:pt x="3635940" y="918795"/>
                  </a:lnTo>
                  <a:lnTo>
                    <a:pt x="3636127" y="914783"/>
                  </a:lnTo>
                  <a:lnTo>
                    <a:pt x="3636314" y="910210"/>
                  </a:lnTo>
                  <a:lnTo>
                    <a:pt x="3636501" y="907563"/>
                  </a:lnTo>
                  <a:lnTo>
                    <a:pt x="3636688" y="905443"/>
                  </a:lnTo>
                  <a:lnTo>
                    <a:pt x="3636875" y="903263"/>
                  </a:lnTo>
                  <a:lnTo>
                    <a:pt x="3637062" y="902258"/>
                  </a:lnTo>
                  <a:lnTo>
                    <a:pt x="3637248" y="901391"/>
                  </a:lnTo>
                  <a:lnTo>
                    <a:pt x="3637435" y="900760"/>
                  </a:lnTo>
                  <a:lnTo>
                    <a:pt x="3637622" y="899965"/>
                  </a:lnTo>
                  <a:lnTo>
                    <a:pt x="3637809" y="899533"/>
                  </a:lnTo>
                  <a:lnTo>
                    <a:pt x="3637996" y="898945"/>
                  </a:lnTo>
                  <a:lnTo>
                    <a:pt x="3638183" y="898200"/>
                  </a:lnTo>
                  <a:lnTo>
                    <a:pt x="3638370" y="897731"/>
                  </a:lnTo>
                  <a:lnTo>
                    <a:pt x="3638557" y="896876"/>
                  </a:lnTo>
                  <a:lnTo>
                    <a:pt x="3638744" y="896849"/>
                  </a:lnTo>
                  <a:lnTo>
                    <a:pt x="3638931" y="896919"/>
                  </a:lnTo>
                  <a:lnTo>
                    <a:pt x="3639118" y="896142"/>
                  </a:lnTo>
                  <a:lnTo>
                    <a:pt x="3639305" y="895421"/>
                  </a:lnTo>
                  <a:lnTo>
                    <a:pt x="3639492" y="895128"/>
                  </a:lnTo>
                  <a:lnTo>
                    <a:pt x="3639678" y="895976"/>
                  </a:lnTo>
                  <a:lnTo>
                    <a:pt x="3639865" y="896291"/>
                  </a:lnTo>
                  <a:lnTo>
                    <a:pt x="3640052" y="898485"/>
                  </a:lnTo>
                  <a:lnTo>
                    <a:pt x="3640239" y="900606"/>
                  </a:lnTo>
                  <a:lnTo>
                    <a:pt x="3640426" y="904972"/>
                  </a:lnTo>
                  <a:lnTo>
                    <a:pt x="3640613" y="907466"/>
                  </a:lnTo>
                  <a:lnTo>
                    <a:pt x="3640800" y="909076"/>
                  </a:lnTo>
                  <a:lnTo>
                    <a:pt x="3640987" y="911775"/>
                  </a:lnTo>
                  <a:lnTo>
                    <a:pt x="3641174" y="913457"/>
                  </a:lnTo>
                  <a:lnTo>
                    <a:pt x="3641361" y="914195"/>
                  </a:lnTo>
                  <a:lnTo>
                    <a:pt x="3641548" y="914460"/>
                  </a:lnTo>
                  <a:lnTo>
                    <a:pt x="3641735" y="914602"/>
                  </a:lnTo>
                  <a:lnTo>
                    <a:pt x="3641921" y="915836"/>
                  </a:lnTo>
                  <a:lnTo>
                    <a:pt x="3642108" y="917975"/>
                  </a:lnTo>
                  <a:lnTo>
                    <a:pt x="3642295" y="920396"/>
                  </a:lnTo>
                  <a:lnTo>
                    <a:pt x="3642482" y="922647"/>
                  </a:lnTo>
                  <a:lnTo>
                    <a:pt x="3642669" y="923889"/>
                  </a:lnTo>
                  <a:lnTo>
                    <a:pt x="3642856" y="924686"/>
                  </a:lnTo>
                  <a:lnTo>
                    <a:pt x="3643043" y="925890"/>
                  </a:lnTo>
                  <a:lnTo>
                    <a:pt x="3643230" y="924910"/>
                  </a:lnTo>
                  <a:lnTo>
                    <a:pt x="3643417" y="924777"/>
                  </a:lnTo>
                  <a:lnTo>
                    <a:pt x="3643604" y="925510"/>
                  </a:lnTo>
                  <a:lnTo>
                    <a:pt x="3643791" y="927115"/>
                  </a:lnTo>
                  <a:lnTo>
                    <a:pt x="3643978" y="929582"/>
                  </a:lnTo>
                  <a:lnTo>
                    <a:pt x="3644165" y="932065"/>
                  </a:lnTo>
                  <a:lnTo>
                    <a:pt x="3644351" y="934590"/>
                  </a:lnTo>
                  <a:lnTo>
                    <a:pt x="3644538" y="937248"/>
                  </a:lnTo>
                  <a:lnTo>
                    <a:pt x="3644725" y="939149"/>
                  </a:lnTo>
                  <a:lnTo>
                    <a:pt x="3644912" y="941185"/>
                  </a:lnTo>
                  <a:lnTo>
                    <a:pt x="3645099" y="943480"/>
                  </a:lnTo>
                  <a:lnTo>
                    <a:pt x="3645286" y="945577"/>
                  </a:lnTo>
                  <a:lnTo>
                    <a:pt x="3645473" y="947630"/>
                  </a:lnTo>
                  <a:lnTo>
                    <a:pt x="3645660" y="948492"/>
                  </a:lnTo>
                  <a:lnTo>
                    <a:pt x="3645847" y="948689"/>
                  </a:lnTo>
                  <a:lnTo>
                    <a:pt x="3646034" y="948977"/>
                  </a:lnTo>
                  <a:lnTo>
                    <a:pt x="3646221" y="949472"/>
                  </a:lnTo>
                  <a:lnTo>
                    <a:pt x="3646408" y="950226"/>
                  </a:lnTo>
                  <a:lnTo>
                    <a:pt x="3646595" y="952901"/>
                  </a:lnTo>
                  <a:lnTo>
                    <a:pt x="3646781" y="954506"/>
                  </a:lnTo>
                  <a:lnTo>
                    <a:pt x="3646968" y="955382"/>
                  </a:lnTo>
                  <a:lnTo>
                    <a:pt x="3647155" y="956325"/>
                  </a:lnTo>
                  <a:lnTo>
                    <a:pt x="3647342" y="957281"/>
                  </a:lnTo>
                  <a:lnTo>
                    <a:pt x="3647529" y="958666"/>
                  </a:lnTo>
                  <a:lnTo>
                    <a:pt x="3647716" y="957834"/>
                  </a:lnTo>
                  <a:lnTo>
                    <a:pt x="3647903" y="957297"/>
                  </a:lnTo>
                  <a:lnTo>
                    <a:pt x="3648090" y="957243"/>
                  </a:lnTo>
                  <a:lnTo>
                    <a:pt x="3648277" y="957140"/>
                  </a:lnTo>
                  <a:lnTo>
                    <a:pt x="3648464" y="956476"/>
                  </a:lnTo>
                  <a:lnTo>
                    <a:pt x="3648651" y="955715"/>
                  </a:lnTo>
                  <a:lnTo>
                    <a:pt x="3648838" y="956600"/>
                  </a:lnTo>
                  <a:lnTo>
                    <a:pt x="3649024" y="956076"/>
                  </a:lnTo>
                  <a:lnTo>
                    <a:pt x="3649211" y="952579"/>
                  </a:lnTo>
                  <a:lnTo>
                    <a:pt x="3649398" y="946099"/>
                  </a:lnTo>
                  <a:lnTo>
                    <a:pt x="3649585" y="939011"/>
                  </a:lnTo>
                  <a:lnTo>
                    <a:pt x="3649772" y="927707"/>
                  </a:lnTo>
                  <a:lnTo>
                    <a:pt x="3649959" y="917876"/>
                  </a:lnTo>
                  <a:lnTo>
                    <a:pt x="3650146" y="908327"/>
                  </a:lnTo>
                  <a:lnTo>
                    <a:pt x="3650333" y="897772"/>
                  </a:lnTo>
                  <a:lnTo>
                    <a:pt x="3650520" y="886807"/>
                  </a:lnTo>
                  <a:lnTo>
                    <a:pt x="3650707" y="876757"/>
                  </a:lnTo>
                  <a:lnTo>
                    <a:pt x="3650894" y="865996"/>
                  </a:lnTo>
                  <a:lnTo>
                    <a:pt x="3651081" y="855021"/>
                  </a:lnTo>
                  <a:lnTo>
                    <a:pt x="3651268" y="844995"/>
                  </a:lnTo>
                  <a:lnTo>
                    <a:pt x="3651454" y="836240"/>
                  </a:lnTo>
                  <a:lnTo>
                    <a:pt x="3651641" y="828913"/>
                  </a:lnTo>
                  <a:lnTo>
                    <a:pt x="3651828" y="823260"/>
                  </a:lnTo>
                  <a:lnTo>
                    <a:pt x="3652015" y="818449"/>
                  </a:lnTo>
                  <a:lnTo>
                    <a:pt x="3652202" y="811370"/>
                  </a:lnTo>
                  <a:lnTo>
                    <a:pt x="3652389" y="803033"/>
                  </a:lnTo>
                  <a:lnTo>
                    <a:pt x="3652576" y="793676"/>
                  </a:lnTo>
                  <a:lnTo>
                    <a:pt x="3652763" y="784244"/>
                  </a:lnTo>
                  <a:lnTo>
                    <a:pt x="3652950" y="775314"/>
                  </a:lnTo>
                  <a:lnTo>
                    <a:pt x="3653137" y="768086"/>
                  </a:lnTo>
                  <a:lnTo>
                    <a:pt x="3653324" y="761891"/>
                  </a:lnTo>
                  <a:lnTo>
                    <a:pt x="3653511" y="756826"/>
                  </a:lnTo>
                  <a:lnTo>
                    <a:pt x="3653698" y="752652"/>
                  </a:lnTo>
                  <a:lnTo>
                    <a:pt x="3653884" y="748185"/>
                  </a:lnTo>
                  <a:lnTo>
                    <a:pt x="3654071" y="742891"/>
                  </a:lnTo>
                  <a:lnTo>
                    <a:pt x="3654258" y="737541"/>
                  </a:lnTo>
                  <a:lnTo>
                    <a:pt x="3654445" y="732201"/>
                  </a:lnTo>
                  <a:lnTo>
                    <a:pt x="3654632" y="726896"/>
                  </a:lnTo>
                  <a:lnTo>
                    <a:pt x="3654819" y="722861"/>
                  </a:lnTo>
                  <a:lnTo>
                    <a:pt x="3655006" y="720533"/>
                  </a:lnTo>
                  <a:lnTo>
                    <a:pt x="3655193" y="719985"/>
                  </a:lnTo>
                  <a:lnTo>
                    <a:pt x="3655380" y="721405"/>
                  </a:lnTo>
                  <a:lnTo>
                    <a:pt x="3655567" y="724338"/>
                  </a:lnTo>
                  <a:lnTo>
                    <a:pt x="3655754" y="727728"/>
                  </a:lnTo>
                  <a:lnTo>
                    <a:pt x="3655941" y="730770"/>
                  </a:lnTo>
                  <a:lnTo>
                    <a:pt x="3656127" y="731623"/>
                  </a:lnTo>
                  <a:lnTo>
                    <a:pt x="3656314" y="731825"/>
                  </a:lnTo>
                  <a:lnTo>
                    <a:pt x="3656501" y="731032"/>
                  </a:lnTo>
                  <a:lnTo>
                    <a:pt x="3656688" y="730504"/>
                  </a:lnTo>
                  <a:lnTo>
                    <a:pt x="3656875" y="730409"/>
                  </a:lnTo>
                  <a:lnTo>
                    <a:pt x="3657062" y="730975"/>
                  </a:lnTo>
                  <a:lnTo>
                    <a:pt x="3657249" y="730891"/>
                  </a:lnTo>
                  <a:lnTo>
                    <a:pt x="3657436" y="729934"/>
                  </a:lnTo>
                  <a:lnTo>
                    <a:pt x="3657623" y="728057"/>
                  </a:lnTo>
                  <a:lnTo>
                    <a:pt x="3657810" y="725030"/>
                  </a:lnTo>
                  <a:lnTo>
                    <a:pt x="3657997" y="722042"/>
                  </a:lnTo>
                  <a:lnTo>
                    <a:pt x="3658184" y="718597"/>
                  </a:lnTo>
                  <a:lnTo>
                    <a:pt x="3658371" y="715670"/>
                  </a:lnTo>
                  <a:lnTo>
                    <a:pt x="3658557" y="712927"/>
                  </a:lnTo>
                  <a:lnTo>
                    <a:pt x="3658744" y="710030"/>
                  </a:lnTo>
                  <a:lnTo>
                    <a:pt x="3658931" y="707676"/>
                  </a:lnTo>
                  <a:lnTo>
                    <a:pt x="3659118" y="708195"/>
                  </a:lnTo>
                  <a:lnTo>
                    <a:pt x="3659305" y="709663"/>
                  </a:lnTo>
                  <a:lnTo>
                    <a:pt x="3659492" y="711347"/>
                  </a:lnTo>
                  <a:lnTo>
                    <a:pt x="3659679" y="713015"/>
                  </a:lnTo>
                  <a:lnTo>
                    <a:pt x="3659866" y="713495"/>
                  </a:lnTo>
                  <a:lnTo>
                    <a:pt x="3660053" y="713780"/>
                  </a:lnTo>
                  <a:lnTo>
                    <a:pt x="3660240" y="713676"/>
                  </a:lnTo>
                  <a:lnTo>
                    <a:pt x="3660427" y="713682"/>
                  </a:lnTo>
                  <a:lnTo>
                    <a:pt x="3660614" y="713692"/>
                  </a:lnTo>
                  <a:lnTo>
                    <a:pt x="3660800" y="712785"/>
                  </a:lnTo>
                  <a:lnTo>
                    <a:pt x="3660987" y="711079"/>
                  </a:lnTo>
                  <a:lnTo>
                    <a:pt x="3661174" y="708531"/>
                  </a:lnTo>
                  <a:lnTo>
                    <a:pt x="3661361" y="705780"/>
                  </a:lnTo>
                  <a:lnTo>
                    <a:pt x="3661548" y="701860"/>
                  </a:lnTo>
                  <a:lnTo>
                    <a:pt x="3661735" y="697022"/>
                  </a:lnTo>
                  <a:lnTo>
                    <a:pt x="3661922" y="691969"/>
                  </a:lnTo>
                  <a:lnTo>
                    <a:pt x="3662109" y="684020"/>
                  </a:lnTo>
                  <a:lnTo>
                    <a:pt x="3662296" y="676493"/>
                  </a:lnTo>
                  <a:lnTo>
                    <a:pt x="3662483" y="668832"/>
                  </a:lnTo>
                  <a:lnTo>
                    <a:pt x="3662670" y="658470"/>
                  </a:lnTo>
                  <a:lnTo>
                    <a:pt x="3662857" y="648415"/>
                  </a:lnTo>
                  <a:lnTo>
                    <a:pt x="3663044" y="638391"/>
                  </a:lnTo>
                  <a:lnTo>
                    <a:pt x="3663230" y="628737"/>
                  </a:lnTo>
                  <a:lnTo>
                    <a:pt x="3663417" y="619348"/>
                  </a:lnTo>
                  <a:lnTo>
                    <a:pt x="3663604" y="610941"/>
                  </a:lnTo>
                  <a:lnTo>
                    <a:pt x="3663791" y="602834"/>
                  </a:lnTo>
                  <a:lnTo>
                    <a:pt x="3663978" y="594086"/>
                  </a:lnTo>
                  <a:lnTo>
                    <a:pt x="3664165" y="585611"/>
                  </a:lnTo>
                  <a:lnTo>
                    <a:pt x="3664352" y="576892"/>
                  </a:lnTo>
                  <a:lnTo>
                    <a:pt x="3664539" y="569792"/>
                  </a:lnTo>
                  <a:lnTo>
                    <a:pt x="3664726" y="564534"/>
                  </a:lnTo>
                  <a:lnTo>
                    <a:pt x="3664913" y="560071"/>
                  </a:lnTo>
                  <a:lnTo>
                    <a:pt x="3665100" y="558140"/>
                  </a:lnTo>
                  <a:lnTo>
                    <a:pt x="3665287" y="556564"/>
                  </a:lnTo>
                  <a:lnTo>
                    <a:pt x="3665474" y="555276"/>
                  </a:lnTo>
                  <a:lnTo>
                    <a:pt x="3665660" y="553849"/>
                  </a:lnTo>
                  <a:lnTo>
                    <a:pt x="3665847" y="554039"/>
                  </a:lnTo>
                  <a:lnTo>
                    <a:pt x="3666034" y="555252"/>
                  </a:lnTo>
                  <a:lnTo>
                    <a:pt x="3666221" y="558024"/>
                  </a:lnTo>
                  <a:lnTo>
                    <a:pt x="3666408" y="562992"/>
                  </a:lnTo>
                  <a:lnTo>
                    <a:pt x="3666595" y="567055"/>
                  </a:lnTo>
                  <a:lnTo>
                    <a:pt x="3666782" y="573362"/>
                  </a:lnTo>
                  <a:lnTo>
                    <a:pt x="3666969" y="580594"/>
                  </a:lnTo>
                  <a:lnTo>
                    <a:pt x="3667156" y="588612"/>
                  </a:lnTo>
                  <a:lnTo>
                    <a:pt x="3667343" y="596642"/>
                  </a:lnTo>
                  <a:lnTo>
                    <a:pt x="3667530" y="605137"/>
                  </a:lnTo>
                  <a:lnTo>
                    <a:pt x="3667717" y="614041"/>
                  </a:lnTo>
                  <a:lnTo>
                    <a:pt x="3667903" y="623432"/>
                  </a:lnTo>
                  <a:lnTo>
                    <a:pt x="3668090" y="632658"/>
                  </a:lnTo>
                  <a:lnTo>
                    <a:pt x="3668277" y="641597"/>
                  </a:lnTo>
                  <a:lnTo>
                    <a:pt x="3668464" y="651019"/>
                  </a:lnTo>
                  <a:lnTo>
                    <a:pt x="3668651" y="660036"/>
                  </a:lnTo>
                  <a:lnTo>
                    <a:pt x="3668838" y="669181"/>
                  </a:lnTo>
                  <a:lnTo>
                    <a:pt x="3669025" y="675060"/>
                  </a:lnTo>
                  <a:lnTo>
                    <a:pt x="3669212" y="678038"/>
                  </a:lnTo>
                  <a:lnTo>
                    <a:pt x="3669399" y="678645"/>
                  </a:lnTo>
                  <a:lnTo>
                    <a:pt x="3669586" y="677425"/>
                  </a:lnTo>
                  <a:lnTo>
                    <a:pt x="3669773" y="677353"/>
                  </a:lnTo>
                  <a:lnTo>
                    <a:pt x="3669960" y="676722"/>
                  </a:lnTo>
                  <a:lnTo>
                    <a:pt x="3670147" y="675847"/>
                  </a:lnTo>
                  <a:lnTo>
                    <a:pt x="3670333" y="674067"/>
                  </a:lnTo>
                  <a:lnTo>
                    <a:pt x="3670520" y="671900"/>
                  </a:lnTo>
                  <a:lnTo>
                    <a:pt x="3670707" y="669436"/>
                  </a:lnTo>
                  <a:lnTo>
                    <a:pt x="3670894" y="666735"/>
                  </a:lnTo>
                  <a:lnTo>
                    <a:pt x="3671081" y="666110"/>
                  </a:lnTo>
                  <a:lnTo>
                    <a:pt x="3671268" y="665393"/>
                  </a:lnTo>
                  <a:lnTo>
                    <a:pt x="3671455" y="663558"/>
                  </a:lnTo>
                  <a:lnTo>
                    <a:pt x="3671642" y="660808"/>
                  </a:lnTo>
                  <a:lnTo>
                    <a:pt x="3671829" y="657552"/>
                  </a:lnTo>
                  <a:lnTo>
                    <a:pt x="3672016" y="654827"/>
                  </a:lnTo>
                  <a:lnTo>
                    <a:pt x="3672203" y="654033"/>
                  </a:lnTo>
                  <a:lnTo>
                    <a:pt x="3672390" y="655086"/>
                  </a:lnTo>
                  <a:lnTo>
                    <a:pt x="3672577" y="658345"/>
                  </a:lnTo>
                  <a:lnTo>
                    <a:pt x="3672763" y="662404"/>
                  </a:lnTo>
                  <a:lnTo>
                    <a:pt x="3672950" y="667430"/>
                  </a:lnTo>
                  <a:lnTo>
                    <a:pt x="3673137" y="671807"/>
                  </a:lnTo>
                  <a:lnTo>
                    <a:pt x="3673324" y="676527"/>
                  </a:lnTo>
                  <a:lnTo>
                    <a:pt x="3673511" y="680650"/>
                  </a:lnTo>
                  <a:lnTo>
                    <a:pt x="3673698" y="684792"/>
                  </a:lnTo>
                  <a:lnTo>
                    <a:pt x="3673885" y="687739"/>
                  </a:lnTo>
                  <a:lnTo>
                    <a:pt x="3674072" y="690764"/>
                  </a:lnTo>
                  <a:lnTo>
                    <a:pt x="3674259" y="694289"/>
                  </a:lnTo>
                  <a:lnTo>
                    <a:pt x="3674446" y="697371"/>
                  </a:lnTo>
                  <a:lnTo>
                    <a:pt x="3674633" y="700654"/>
                  </a:lnTo>
                  <a:lnTo>
                    <a:pt x="3674820" y="703296"/>
                  </a:lnTo>
                  <a:lnTo>
                    <a:pt x="3675006" y="706396"/>
                  </a:lnTo>
                  <a:lnTo>
                    <a:pt x="3675193" y="709038"/>
                  </a:lnTo>
                  <a:lnTo>
                    <a:pt x="3675380" y="711544"/>
                  </a:lnTo>
                  <a:lnTo>
                    <a:pt x="3675567" y="713939"/>
                  </a:lnTo>
                  <a:lnTo>
                    <a:pt x="3675754" y="716669"/>
                  </a:lnTo>
                  <a:lnTo>
                    <a:pt x="3675941" y="719864"/>
                  </a:lnTo>
                  <a:lnTo>
                    <a:pt x="3676128" y="722835"/>
                  </a:lnTo>
                  <a:lnTo>
                    <a:pt x="3676315" y="725646"/>
                  </a:lnTo>
                  <a:lnTo>
                    <a:pt x="3676502" y="729399"/>
                  </a:lnTo>
                  <a:lnTo>
                    <a:pt x="3676689" y="733078"/>
                  </a:lnTo>
                  <a:lnTo>
                    <a:pt x="3676876" y="735977"/>
                  </a:lnTo>
                  <a:lnTo>
                    <a:pt x="3677063" y="738420"/>
                  </a:lnTo>
                  <a:lnTo>
                    <a:pt x="3677250" y="741068"/>
                  </a:lnTo>
                  <a:lnTo>
                    <a:pt x="3677436" y="743688"/>
                  </a:lnTo>
                  <a:lnTo>
                    <a:pt x="3677623" y="746506"/>
                  </a:lnTo>
                  <a:lnTo>
                    <a:pt x="3677810" y="749151"/>
                  </a:lnTo>
                  <a:lnTo>
                    <a:pt x="3677997" y="752711"/>
                  </a:lnTo>
                  <a:lnTo>
                    <a:pt x="3678184" y="757035"/>
                  </a:lnTo>
                  <a:lnTo>
                    <a:pt x="3678371" y="760056"/>
                  </a:lnTo>
                  <a:lnTo>
                    <a:pt x="3678558" y="762712"/>
                  </a:lnTo>
                  <a:lnTo>
                    <a:pt x="3678745" y="765155"/>
                  </a:lnTo>
                  <a:lnTo>
                    <a:pt x="3678932" y="766580"/>
                  </a:lnTo>
                  <a:lnTo>
                    <a:pt x="3679119" y="767169"/>
                  </a:lnTo>
                  <a:lnTo>
                    <a:pt x="3679306" y="766732"/>
                  </a:lnTo>
                  <a:lnTo>
                    <a:pt x="3679493" y="766222"/>
                  </a:lnTo>
                  <a:lnTo>
                    <a:pt x="3679679" y="766026"/>
                  </a:lnTo>
                  <a:lnTo>
                    <a:pt x="3679866" y="765981"/>
                  </a:lnTo>
                  <a:lnTo>
                    <a:pt x="3680053" y="766026"/>
                  </a:lnTo>
                  <a:lnTo>
                    <a:pt x="3680240" y="766184"/>
                  </a:lnTo>
                  <a:lnTo>
                    <a:pt x="3680427" y="765732"/>
                  </a:lnTo>
                  <a:lnTo>
                    <a:pt x="3680614" y="765408"/>
                  </a:lnTo>
                  <a:lnTo>
                    <a:pt x="3680801" y="765502"/>
                  </a:lnTo>
                  <a:lnTo>
                    <a:pt x="3680988" y="763673"/>
                  </a:lnTo>
                  <a:lnTo>
                    <a:pt x="3681175" y="760952"/>
                  </a:lnTo>
                  <a:lnTo>
                    <a:pt x="3681362" y="756192"/>
                  </a:lnTo>
                  <a:lnTo>
                    <a:pt x="3681549" y="752203"/>
                  </a:lnTo>
                  <a:lnTo>
                    <a:pt x="3681736" y="749323"/>
                  </a:lnTo>
                  <a:lnTo>
                    <a:pt x="3681923" y="746883"/>
                  </a:lnTo>
                  <a:lnTo>
                    <a:pt x="3682109" y="744941"/>
                  </a:lnTo>
                  <a:lnTo>
                    <a:pt x="3682296" y="743463"/>
                  </a:lnTo>
                  <a:lnTo>
                    <a:pt x="3682483" y="740843"/>
                  </a:lnTo>
                  <a:lnTo>
                    <a:pt x="3682670" y="738972"/>
                  </a:lnTo>
                  <a:lnTo>
                    <a:pt x="3682857" y="737103"/>
                  </a:lnTo>
                  <a:lnTo>
                    <a:pt x="3683044" y="733049"/>
                  </a:lnTo>
                  <a:lnTo>
                    <a:pt x="3683231" y="729592"/>
                  </a:lnTo>
                  <a:lnTo>
                    <a:pt x="3683418" y="726740"/>
                  </a:lnTo>
                  <a:lnTo>
                    <a:pt x="3683605" y="724258"/>
                  </a:lnTo>
                  <a:lnTo>
                    <a:pt x="3683792" y="722845"/>
                  </a:lnTo>
                  <a:lnTo>
                    <a:pt x="3683979" y="722530"/>
                  </a:lnTo>
                  <a:lnTo>
                    <a:pt x="3684166" y="723594"/>
                  </a:lnTo>
                  <a:lnTo>
                    <a:pt x="3684353" y="725940"/>
                  </a:lnTo>
                  <a:lnTo>
                    <a:pt x="3684539" y="728434"/>
                  </a:lnTo>
                  <a:lnTo>
                    <a:pt x="3684726" y="731233"/>
                  </a:lnTo>
                  <a:lnTo>
                    <a:pt x="3684913" y="734443"/>
                  </a:lnTo>
                  <a:lnTo>
                    <a:pt x="3685100" y="738205"/>
                  </a:lnTo>
                  <a:lnTo>
                    <a:pt x="3685287" y="741886"/>
                  </a:lnTo>
                  <a:lnTo>
                    <a:pt x="3685474" y="745430"/>
                  </a:lnTo>
                  <a:lnTo>
                    <a:pt x="3685661" y="750041"/>
                  </a:lnTo>
                  <a:lnTo>
                    <a:pt x="3685848" y="755267"/>
                  </a:lnTo>
                  <a:lnTo>
                    <a:pt x="3686035" y="761104"/>
                  </a:lnTo>
                  <a:lnTo>
                    <a:pt x="3686222" y="766693"/>
                  </a:lnTo>
                  <a:lnTo>
                    <a:pt x="3686409" y="772920"/>
                  </a:lnTo>
                  <a:lnTo>
                    <a:pt x="3686596" y="781098"/>
                  </a:lnTo>
                  <a:lnTo>
                    <a:pt x="3686782" y="792019"/>
                  </a:lnTo>
                  <a:lnTo>
                    <a:pt x="3686969" y="803830"/>
                  </a:lnTo>
                  <a:lnTo>
                    <a:pt x="3687156" y="819649"/>
                  </a:lnTo>
                  <a:lnTo>
                    <a:pt x="3687343" y="834717"/>
                  </a:lnTo>
                  <a:lnTo>
                    <a:pt x="3687530" y="849050"/>
                  </a:lnTo>
                  <a:lnTo>
                    <a:pt x="3687717" y="863491"/>
                  </a:lnTo>
                  <a:lnTo>
                    <a:pt x="3687904" y="877717"/>
                  </a:lnTo>
                  <a:lnTo>
                    <a:pt x="3688091" y="891918"/>
                  </a:lnTo>
                  <a:lnTo>
                    <a:pt x="3688278" y="906111"/>
                  </a:lnTo>
                  <a:lnTo>
                    <a:pt x="3688465" y="919611"/>
                  </a:lnTo>
                  <a:lnTo>
                    <a:pt x="3688652" y="931783"/>
                  </a:lnTo>
                  <a:lnTo>
                    <a:pt x="3688839" y="942073"/>
                  </a:lnTo>
                  <a:lnTo>
                    <a:pt x="3689026" y="950630"/>
                  </a:lnTo>
                  <a:lnTo>
                    <a:pt x="3689212" y="957991"/>
                  </a:lnTo>
                  <a:lnTo>
                    <a:pt x="3689399" y="965549"/>
                  </a:lnTo>
                  <a:lnTo>
                    <a:pt x="3689586" y="973430"/>
                  </a:lnTo>
                  <a:lnTo>
                    <a:pt x="3689773" y="982037"/>
                  </a:lnTo>
                  <a:lnTo>
                    <a:pt x="3689960" y="991584"/>
                  </a:lnTo>
                  <a:lnTo>
                    <a:pt x="3690147" y="1001082"/>
                  </a:lnTo>
                  <a:lnTo>
                    <a:pt x="3690334" y="1009821"/>
                  </a:lnTo>
                  <a:lnTo>
                    <a:pt x="3690521" y="1016373"/>
                  </a:lnTo>
                  <a:lnTo>
                    <a:pt x="3690708" y="1021645"/>
                  </a:lnTo>
                  <a:lnTo>
                    <a:pt x="3690895" y="1025367"/>
                  </a:lnTo>
                  <a:lnTo>
                    <a:pt x="3691082" y="1028338"/>
                  </a:lnTo>
                  <a:lnTo>
                    <a:pt x="3691269" y="1031911"/>
                  </a:lnTo>
                  <a:lnTo>
                    <a:pt x="3691455" y="1036565"/>
                  </a:lnTo>
                  <a:lnTo>
                    <a:pt x="3691642" y="1041772"/>
                  </a:lnTo>
                  <a:lnTo>
                    <a:pt x="3691829" y="1046772"/>
                  </a:lnTo>
                  <a:lnTo>
                    <a:pt x="3692016" y="1051080"/>
                  </a:lnTo>
                  <a:lnTo>
                    <a:pt x="3692203" y="1053432"/>
                  </a:lnTo>
                  <a:lnTo>
                    <a:pt x="3692390" y="1053943"/>
                  </a:lnTo>
                  <a:lnTo>
                    <a:pt x="3692577" y="1052697"/>
                  </a:lnTo>
                  <a:lnTo>
                    <a:pt x="3692764" y="1049702"/>
                  </a:lnTo>
                  <a:lnTo>
                    <a:pt x="3692951" y="1046533"/>
                  </a:lnTo>
                  <a:lnTo>
                    <a:pt x="3693138" y="1043620"/>
                  </a:lnTo>
                  <a:lnTo>
                    <a:pt x="3693325" y="1041788"/>
                  </a:lnTo>
                  <a:lnTo>
                    <a:pt x="3693512" y="1041260"/>
                  </a:lnTo>
                  <a:lnTo>
                    <a:pt x="3693699" y="1041813"/>
                  </a:lnTo>
                  <a:lnTo>
                    <a:pt x="3693885" y="1042349"/>
                  </a:lnTo>
                  <a:lnTo>
                    <a:pt x="3694072" y="1042085"/>
                  </a:lnTo>
                  <a:lnTo>
                    <a:pt x="3694259" y="1040847"/>
                  </a:lnTo>
                  <a:lnTo>
                    <a:pt x="3694446" y="1038801"/>
                  </a:lnTo>
                  <a:lnTo>
                    <a:pt x="3694633" y="1037704"/>
                  </a:lnTo>
                  <a:lnTo>
                    <a:pt x="3694820" y="1037043"/>
                  </a:lnTo>
                  <a:lnTo>
                    <a:pt x="3695007" y="1037481"/>
                  </a:lnTo>
                  <a:lnTo>
                    <a:pt x="3695194" y="1038281"/>
                  </a:lnTo>
                  <a:lnTo>
                    <a:pt x="3695381" y="1040914"/>
                  </a:lnTo>
                  <a:lnTo>
                    <a:pt x="3695568" y="1043725"/>
                  </a:lnTo>
                  <a:lnTo>
                    <a:pt x="3695755" y="1045070"/>
                  </a:lnTo>
                  <a:lnTo>
                    <a:pt x="3695942" y="1046072"/>
                  </a:lnTo>
                  <a:lnTo>
                    <a:pt x="3696129" y="1047078"/>
                  </a:lnTo>
                  <a:lnTo>
                    <a:pt x="3696315" y="1046731"/>
                  </a:lnTo>
                  <a:lnTo>
                    <a:pt x="3696502" y="1045603"/>
                  </a:lnTo>
                  <a:lnTo>
                    <a:pt x="3696689" y="1044969"/>
                  </a:lnTo>
                  <a:lnTo>
                    <a:pt x="3696876" y="1042506"/>
                  </a:lnTo>
                  <a:lnTo>
                    <a:pt x="3697063" y="1041665"/>
                  </a:lnTo>
                  <a:lnTo>
                    <a:pt x="3697250" y="1041197"/>
                  </a:lnTo>
                  <a:lnTo>
                    <a:pt x="3697437" y="1039902"/>
                  </a:lnTo>
                  <a:lnTo>
                    <a:pt x="3697624" y="1038705"/>
                  </a:lnTo>
                  <a:lnTo>
                    <a:pt x="3697811" y="1037636"/>
                  </a:lnTo>
                  <a:lnTo>
                    <a:pt x="3697998" y="1036940"/>
                  </a:lnTo>
                  <a:lnTo>
                    <a:pt x="3698185" y="1037436"/>
                  </a:lnTo>
                  <a:lnTo>
                    <a:pt x="3698372" y="1037163"/>
                  </a:lnTo>
                  <a:lnTo>
                    <a:pt x="3698558" y="1037627"/>
                  </a:lnTo>
                  <a:lnTo>
                    <a:pt x="3698745" y="1038316"/>
                  </a:lnTo>
                  <a:lnTo>
                    <a:pt x="3698932" y="1039015"/>
                  </a:lnTo>
                  <a:lnTo>
                    <a:pt x="3699119" y="1040966"/>
                  </a:lnTo>
                  <a:lnTo>
                    <a:pt x="3699306" y="1042982"/>
                  </a:lnTo>
                  <a:lnTo>
                    <a:pt x="3699493" y="1047028"/>
                  </a:lnTo>
                  <a:lnTo>
                    <a:pt x="3699680" y="1049313"/>
                  </a:lnTo>
                  <a:lnTo>
                    <a:pt x="3699867" y="1051948"/>
                  </a:lnTo>
                  <a:lnTo>
                    <a:pt x="3700054" y="1058045"/>
                  </a:lnTo>
                  <a:lnTo>
                    <a:pt x="3700241" y="1062913"/>
                  </a:lnTo>
                  <a:lnTo>
                    <a:pt x="3700428" y="1068483"/>
                  </a:lnTo>
                  <a:lnTo>
                    <a:pt x="3700615" y="1073624"/>
                  </a:lnTo>
                  <a:lnTo>
                    <a:pt x="3700802" y="1077857"/>
                  </a:lnTo>
                  <a:lnTo>
                    <a:pt x="3700988" y="1080944"/>
                  </a:lnTo>
                  <a:lnTo>
                    <a:pt x="3701175" y="1083444"/>
                  </a:lnTo>
                  <a:lnTo>
                    <a:pt x="3701362" y="1086959"/>
                  </a:lnTo>
                  <a:lnTo>
                    <a:pt x="3701549" y="1090838"/>
                  </a:lnTo>
                  <a:lnTo>
                    <a:pt x="3701736" y="1095450"/>
                  </a:lnTo>
                  <a:lnTo>
                    <a:pt x="3701923" y="1099139"/>
                  </a:lnTo>
                  <a:lnTo>
                    <a:pt x="3702110" y="1102547"/>
                  </a:lnTo>
                  <a:lnTo>
                    <a:pt x="3702297" y="1106442"/>
                  </a:lnTo>
                  <a:lnTo>
                    <a:pt x="3702484" y="1110048"/>
                  </a:lnTo>
                  <a:lnTo>
                    <a:pt x="3702671" y="1113728"/>
                  </a:lnTo>
                  <a:lnTo>
                    <a:pt x="3702858" y="1117359"/>
                  </a:lnTo>
                  <a:lnTo>
                    <a:pt x="3703045" y="1120561"/>
                  </a:lnTo>
                  <a:lnTo>
                    <a:pt x="3703232" y="1123333"/>
                  </a:lnTo>
                  <a:lnTo>
                    <a:pt x="3703418" y="1125982"/>
                  </a:lnTo>
                  <a:lnTo>
                    <a:pt x="3703605" y="1128309"/>
                  </a:lnTo>
                  <a:lnTo>
                    <a:pt x="3703792" y="1129481"/>
                  </a:lnTo>
                  <a:lnTo>
                    <a:pt x="3703979" y="1130435"/>
                  </a:lnTo>
                  <a:lnTo>
                    <a:pt x="3704166" y="1130092"/>
                  </a:lnTo>
                  <a:lnTo>
                    <a:pt x="3704353" y="1129046"/>
                  </a:lnTo>
                  <a:lnTo>
                    <a:pt x="3704540" y="1127017"/>
                  </a:lnTo>
                  <a:lnTo>
                    <a:pt x="3704727" y="1125158"/>
                  </a:lnTo>
                  <a:lnTo>
                    <a:pt x="3704914" y="1123352"/>
                  </a:lnTo>
                  <a:lnTo>
                    <a:pt x="3705101" y="1121363"/>
                  </a:lnTo>
                  <a:lnTo>
                    <a:pt x="3705288" y="1119188"/>
                  </a:lnTo>
                  <a:lnTo>
                    <a:pt x="3705475" y="1117374"/>
                  </a:lnTo>
                  <a:lnTo>
                    <a:pt x="3705661" y="1115522"/>
                  </a:lnTo>
                  <a:lnTo>
                    <a:pt x="3705848" y="1112556"/>
                  </a:lnTo>
                  <a:lnTo>
                    <a:pt x="3706035" y="1108691"/>
                  </a:lnTo>
                  <a:lnTo>
                    <a:pt x="3706222" y="1105155"/>
                  </a:lnTo>
                  <a:lnTo>
                    <a:pt x="3706409" y="1102412"/>
                  </a:lnTo>
                  <a:lnTo>
                    <a:pt x="3706596" y="1100898"/>
                  </a:lnTo>
                  <a:lnTo>
                    <a:pt x="3706783" y="1100918"/>
                  </a:lnTo>
                  <a:lnTo>
                    <a:pt x="3706970" y="1102574"/>
                  </a:lnTo>
                  <a:lnTo>
                    <a:pt x="3707157" y="1103465"/>
                  </a:lnTo>
                  <a:lnTo>
                    <a:pt x="3707344" y="1103613"/>
                  </a:lnTo>
                  <a:lnTo>
                    <a:pt x="3707531" y="1104329"/>
                  </a:lnTo>
                  <a:lnTo>
                    <a:pt x="3707718" y="1106240"/>
                  </a:lnTo>
                  <a:lnTo>
                    <a:pt x="3707905" y="1109052"/>
                  </a:lnTo>
                  <a:lnTo>
                    <a:pt x="3708091" y="1112977"/>
                  </a:lnTo>
                  <a:lnTo>
                    <a:pt x="3708278" y="1117390"/>
                  </a:lnTo>
                  <a:lnTo>
                    <a:pt x="3708465" y="1121282"/>
                  </a:lnTo>
                  <a:lnTo>
                    <a:pt x="3708652" y="1126590"/>
                  </a:lnTo>
                  <a:lnTo>
                    <a:pt x="3708839" y="1134028"/>
                  </a:lnTo>
                  <a:lnTo>
                    <a:pt x="3709026" y="1142137"/>
                  </a:lnTo>
                  <a:lnTo>
                    <a:pt x="3709213" y="1151139"/>
                  </a:lnTo>
                  <a:lnTo>
                    <a:pt x="3709400" y="1160712"/>
                  </a:lnTo>
                  <a:lnTo>
                    <a:pt x="3709587" y="1168719"/>
                  </a:lnTo>
                  <a:lnTo>
                    <a:pt x="3709774" y="1175541"/>
                  </a:lnTo>
                  <a:lnTo>
                    <a:pt x="3709961" y="1181677"/>
                  </a:lnTo>
                  <a:lnTo>
                    <a:pt x="3710148" y="1186801"/>
                  </a:lnTo>
                  <a:lnTo>
                    <a:pt x="3710334" y="1190519"/>
                  </a:lnTo>
                  <a:lnTo>
                    <a:pt x="3710521" y="1193241"/>
                  </a:lnTo>
                  <a:lnTo>
                    <a:pt x="3710708" y="1195597"/>
                  </a:lnTo>
                  <a:lnTo>
                    <a:pt x="3710895" y="1197670"/>
                  </a:lnTo>
                  <a:lnTo>
                    <a:pt x="3711082" y="1198887"/>
                  </a:lnTo>
                  <a:lnTo>
                    <a:pt x="3711269" y="1199626"/>
                  </a:lnTo>
                  <a:lnTo>
                    <a:pt x="3711456" y="1199978"/>
                  </a:lnTo>
                  <a:lnTo>
                    <a:pt x="3711643" y="1199662"/>
                  </a:lnTo>
                  <a:lnTo>
                    <a:pt x="3711830" y="1199372"/>
                  </a:lnTo>
                  <a:lnTo>
                    <a:pt x="3712017" y="1198449"/>
                  </a:lnTo>
                  <a:lnTo>
                    <a:pt x="3712204" y="1197669"/>
                  </a:lnTo>
                  <a:lnTo>
                    <a:pt x="3712391" y="1196789"/>
                  </a:lnTo>
                  <a:lnTo>
                    <a:pt x="3712578" y="1196250"/>
                  </a:lnTo>
                  <a:lnTo>
                    <a:pt x="3712764" y="1195332"/>
                  </a:lnTo>
                  <a:lnTo>
                    <a:pt x="3712951" y="1194088"/>
                  </a:lnTo>
                  <a:lnTo>
                    <a:pt x="3713138" y="1189887"/>
                  </a:lnTo>
                  <a:lnTo>
                    <a:pt x="3713325" y="1185526"/>
                  </a:lnTo>
                  <a:lnTo>
                    <a:pt x="3713512" y="1180322"/>
                  </a:lnTo>
                  <a:lnTo>
                    <a:pt x="3713699" y="1175586"/>
                  </a:lnTo>
                  <a:lnTo>
                    <a:pt x="3713886" y="1171636"/>
                  </a:lnTo>
                  <a:lnTo>
                    <a:pt x="3714073" y="1168521"/>
                  </a:lnTo>
                  <a:lnTo>
                    <a:pt x="3714260" y="1165992"/>
                  </a:lnTo>
                  <a:lnTo>
                    <a:pt x="3714447" y="1164020"/>
                  </a:lnTo>
                  <a:lnTo>
                    <a:pt x="3714634" y="1161176"/>
                  </a:lnTo>
                  <a:lnTo>
                    <a:pt x="3714821" y="1159683"/>
                  </a:lnTo>
                  <a:lnTo>
                    <a:pt x="3715008" y="1158636"/>
                  </a:lnTo>
                  <a:lnTo>
                    <a:pt x="3715194" y="1157481"/>
                  </a:lnTo>
                  <a:lnTo>
                    <a:pt x="3715381" y="1156246"/>
                  </a:lnTo>
                  <a:lnTo>
                    <a:pt x="3715568" y="1155596"/>
                  </a:lnTo>
                  <a:lnTo>
                    <a:pt x="3715755" y="1155258"/>
                  </a:lnTo>
                  <a:lnTo>
                    <a:pt x="3715942" y="1155038"/>
                  </a:lnTo>
                  <a:lnTo>
                    <a:pt x="3716129" y="1155201"/>
                  </a:lnTo>
                  <a:lnTo>
                    <a:pt x="3716316" y="1156262"/>
                  </a:lnTo>
                  <a:lnTo>
                    <a:pt x="3716503" y="1157659"/>
                  </a:lnTo>
                  <a:lnTo>
                    <a:pt x="3716690" y="1159025"/>
                  </a:lnTo>
                  <a:lnTo>
                    <a:pt x="3716877" y="1159856"/>
                  </a:lnTo>
                  <a:lnTo>
                    <a:pt x="3717064" y="1160547"/>
                  </a:lnTo>
                  <a:lnTo>
                    <a:pt x="3717251" y="1161285"/>
                  </a:lnTo>
                  <a:lnTo>
                    <a:pt x="3717437" y="1162295"/>
                  </a:lnTo>
                  <a:lnTo>
                    <a:pt x="3717624" y="1163072"/>
                  </a:lnTo>
                  <a:lnTo>
                    <a:pt x="3717811" y="1164638"/>
                  </a:lnTo>
                  <a:lnTo>
                    <a:pt x="3717998" y="1166315"/>
                  </a:lnTo>
                  <a:lnTo>
                    <a:pt x="3718185" y="1167187"/>
                  </a:lnTo>
                  <a:lnTo>
                    <a:pt x="3718372" y="1168610"/>
                  </a:lnTo>
                  <a:lnTo>
                    <a:pt x="3718559" y="1171079"/>
                  </a:lnTo>
                  <a:lnTo>
                    <a:pt x="3718746" y="1175566"/>
                  </a:lnTo>
                  <a:lnTo>
                    <a:pt x="3718933" y="1178756"/>
                  </a:lnTo>
                  <a:lnTo>
                    <a:pt x="3719120" y="1181354"/>
                  </a:lnTo>
                  <a:lnTo>
                    <a:pt x="3719307" y="1183744"/>
                  </a:lnTo>
                  <a:lnTo>
                    <a:pt x="3719494" y="1186682"/>
                  </a:lnTo>
                  <a:lnTo>
                    <a:pt x="3719681" y="1189371"/>
                  </a:lnTo>
                  <a:lnTo>
                    <a:pt x="3719867" y="1193945"/>
                  </a:lnTo>
                  <a:lnTo>
                    <a:pt x="3720054" y="1197405"/>
                  </a:lnTo>
                  <a:lnTo>
                    <a:pt x="3720241" y="1200294"/>
                  </a:lnTo>
                  <a:lnTo>
                    <a:pt x="3720428" y="1202200"/>
                  </a:lnTo>
                  <a:lnTo>
                    <a:pt x="3720615" y="1204527"/>
                  </a:lnTo>
                  <a:lnTo>
                    <a:pt x="3720802" y="1206697"/>
                  </a:lnTo>
                  <a:lnTo>
                    <a:pt x="3720989" y="1208017"/>
                  </a:lnTo>
                  <a:lnTo>
                    <a:pt x="3721176" y="1208215"/>
                  </a:lnTo>
                  <a:lnTo>
                    <a:pt x="3721363" y="1207044"/>
                  </a:lnTo>
                  <a:lnTo>
                    <a:pt x="3721550" y="1204081"/>
                  </a:lnTo>
                  <a:lnTo>
                    <a:pt x="3721737" y="1199567"/>
                  </a:lnTo>
                  <a:lnTo>
                    <a:pt x="3721924" y="1192578"/>
                  </a:lnTo>
                  <a:lnTo>
                    <a:pt x="3722111" y="1187903"/>
                  </a:lnTo>
                  <a:lnTo>
                    <a:pt x="3722297" y="1182039"/>
                  </a:lnTo>
                  <a:lnTo>
                    <a:pt x="3722484" y="1177715"/>
                  </a:lnTo>
                  <a:lnTo>
                    <a:pt x="3722671" y="1173206"/>
                  </a:lnTo>
                  <a:lnTo>
                    <a:pt x="3722858" y="1169668"/>
                  </a:lnTo>
                  <a:lnTo>
                    <a:pt x="3723045" y="1165178"/>
                  </a:lnTo>
                  <a:lnTo>
                    <a:pt x="3723232" y="1160859"/>
                  </a:lnTo>
                  <a:lnTo>
                    <a:pt x="3723419" y="1156069"/>
                  </a:lnTo>
                  <a:lnTo>
                    <a:pt x="3723606" y="1150535"/>
                  </a:lnTo>
                  <a:lnTo>
                    <a:pt x="3723793" y="1144379"/>
                  </a:lnTo>
                  <a:lnTo>
                    <a:pt x="3723980" y="1138054"/>
                  </a:lnTo>
                  <a:lnTo>
                    <a:pt x="3724167" y="1131502"/>
                  </a:lnTo>
                  <a:lnTo>
                    <a:pt x="3724354" y="1124700"/>
                  </a:lnTo>
                  <a:lnTo>
                    <a:pt x="3724540" y="1117888"/>
                  </a:lnTo>
                  <a:lnTo>
                    <a:pt x="3724727" y="1111717"/>
                  </a:lnTo>
                  <a:lnTo>
                    <a:pt x="3724914" y="1105014"/>
                  </a:lnTo>
                  <a:lnTo>
                    <a:pt x="3725101" y="1099238"/>
                  </a:lnTo>
                  <a:lnTo>
                    <a:pt x="3725288" y="1093389"/>
                  </a:lnTo>
                  <a:lnTo>
                    <a:pt x="3725475" y="1087510"/>
                  </a:lnTo>
                  <a:lnTo>
                    <a:pt x="3725662" y="1081217"/>
                  </a:lnTo>
                  <a:lnTo>
                    <a:pt x="3725849" y="1074909"/>
                  </a:lnTo>
                  <a:lnTo>
                    <a:pt x="3726036" y="1068479"/>
                  </a:lnTo>
                  <a:lnTo>
                    <a:pt x="3726223" y="1063232"/>
                  </a:lnTo>
                  <a:lnTo>
                    <a:pt x="3726410" y="1059123"/>
                  </a:lnTo>
                  <a:lnTo>
                    <a:pt x="3726597" y="1056465"/>
                  </a:lnTo>
                  <a:lnTo>
                    <a:pt x="3726784" y="1054645"/>
                  </a:lnTo>
                  <a:lnTo>
                    <a:pt x="3726970" y="1052958"/>
                  </a:lnTo>
                  <a:lnTo>
                    <a:pt x="3727157" y="1050244"/>
                  </a:lnTo>
                  <a:lnTo>
                    <a:pt x="3727344" y="1047608"/>
                  </a:lnTo>
                  <a:lnTo>
                    <a:pt x="3727531" y="1045429"/>
                  </a:lnTo>
                  <a:lnTo>
                    <a:pt x="3727718" y="1043795"/>
                  </a:lnTo>
                  <a:lnTo>
                    <a:pt x="3727905" y="1041840"/>
                  </a:lnTo>
                  <a:lnTo>
                    <a:pt x="3728092" y="1040292"/>
                  </a:lnTo>
                  <a:lnTo>
                    <a:pt x="3728279" y="1037437"/>
                  </a:lnTo>
                  <a:lnTo>
                    <a:pt x="3728466" y="1034681"/>
                  </a:lnTo>
                  <a:lnTo>
                    <a:pt x="3728653" y="1031389"/>
                  </a:lnTo>
                  <a:lnTo>
                    <a:pt x="3728840" y="1027989"/>
                  </a:lnTo>
                  <a:lnTo>
                    <a:pt x="3729027" y="1024102"/>
                  </a:lnTo>
                  <a:lnTo>
                    <a:pt x="3729213" y="1020471"/>
                  </a:lnTo>
                  <a:lnTo>
                    <a:pt x="3729400" y="1016519"/>
                  </a:lnTo>
                  <a:lnTo>
                    <a:pt x="3729587" y="1011691"/>
                  </a:lnTo>
                  <a:lnTo>
                    <a:pt x="3729774" y="1006435"/>
                  </a:lnTo>
                  <a:lnTo>
                    <a:pt x="3729961" y="1001129"/>
                  </a:lnTo>
                  <a:lnTo>
                    <a:pt x="3730148" y="995411"/>
                  </a:lnTo>
                  <a:lnTo>
                    <a:pt x="3730335" y="989337"/>
                  </a:lnTo>
                  <a:lnTo>
                    <a:pt x="3730522" y="982117"/>
                  </a:lnTo>
                  <a:lnTo>
                    <a:pt x="3730709" y="972916"/>
                  </a:lnTo>
                  <a:lnTo>
                    <a:pt x="3730896" y="962898"/>
                  </a:lnTo>
                  <a:lnTo>
                    <a:pt x="3731083" y="951569"/>
                  </a:lnTo>
                  <a:lnTo>
                    <a:pt x="3731270" y="939067"/>
                  </a:lnTo>
                  <a:lnTo>
                    <a:pt x="3731457" y="926079"/>
                  </a:lnTo>
                  <a:lnTo>
                    <a:pt x="3731643" y="912686"/>
                  </a:lnTo>
                  <a:lnTo>
                    <a:pt x="3731830" y="900044"/>
                  </a:lnTo>
                  <a:lnTo>
                    <a:pt x="3732017" y="887369"/>
                  </a:lnTo>
                  <a:lnTo>
                    <a:pt x="3732204" y="874810"/>
                  </a:lnTo>
                  <a:lnTo>
                    <a:pt x="3732391" y="862350"/>
                  </a:lnTo>
                  <a:lnTo>
                    <a:pt x="3732578" y="850327"/>
                  </a:lnTo>
                  <a:lnTo>
                    <a:pt x="3732765" y="836884"/>
                  </a:lnTo>
                  <a:lnTo>
                    <a:pt x="3732952" y="823807"/>
                  </a:lnTo>
                  <a:lnTo>
                    <a:pt x="3733139" y="811728"/>
                  </a:lnTo>
                  <a:lnTo>
                    <a:pt x="3733326" y="800187"/>
                  </a:lnTo>
                  <a:lnTo>
                    <a:pt x="3733513" y="789569"/>
                  </a:lnTo>
                  <a:lnTo>
                    <a:pt x="3733700" y="779782"/>
                  </a:lnTo>
                  <a:lnTo>
                    <a:pt x="3733887" y="769051"/>
                  </a:lnTo>
                  <a:lnTo>
                    <a:pt x="3734073" y="759407"/>
                  </a:lnTo>
                  <a:lnTo>
                    <a:pt x="3734260" y="751341"/>
                  </a:lnTo>
                  <a:lnTo>
                    <a:pt x="3734447" y="743179"/>
                  </a:lnTo>
                  <a:lnTo>
                    <a:pt x="3734634" y="734768"/>
                  </a:lnTo>
                  <a:lnTo>
                    <a:pt x="3734821" y="726982"/>
                  </a:lnTo>
                  <a:lnTo>
                    <a:pt x="3735008" y="719626"/>
                  </a:lnTo>
                  <a:lnTo>
                    <a:pt x="3735195" y="712059"/>
                  </a:lnTo>
                  <a:lnTo>
                    <a:pt x="3735382" y="705160"/>
                  </a:lnTo>
                  <a:lnTo>
                    <a:pt x="3735569" y="697940"/>
                  </a:lnTo>
                  <a:lnTo>
                    <a:pt x="3735756" y="691175"/>
                  </a:lnTo>
                  <a:lnTo>
                    <a:pt x="3735943" y="683250"/>
                  </a:lnTo>
                  <a:lnTo>
                    <a:pt x="3736130" y="679759"/>
                  </a:lnTo>
                  <a:lnTo>
                    <a:pt x="3736316" y="677111"/>
                  </a:lnTo>
                  <a:lnTo>
                    <a:pt x="3736503" y="676539"/>
                  </a:lnTo>
                  <a:lnTo>
                    <a:pt x="3736690" y="676440"/>
                  </a:lnTo>
                  <a:lnTo>
                    <a:pt x="3736877" y="676455"/>
                  </a:lnTo>
                  <a:lnTo>
                    <a:pt x="3737064" y="678431"/>
                  </a:lnTo>
                  <a:lnTo>
                    <a:pt x="3737251" y="680068"/>
                  </a:lnTo>
                  <a:lnTo>
                    <a:pt x="3737438" y="680667"/>
                  </a:lnTo>
                  <a:lnTo>
                    <a:pt x="3737625" y="682176"/>
                  </a:lnTo>
                  <a:lnTo>
                    <a:pt x="3737812" y="682770"/>
                  </a:lnTo>
                  <a:lnTo>
                    <a:pt x="3737999" y="683451"/>
                  </a:lnTo>
                  <a:lnTo>
                    <a:pt x="3738186" y="684476"/>
                  </a:lnTo>
                  <a:lnTo>
                    <a:pt x="3738373" y="684702"/>
                  </a:lnTo>
                  <a:lnTo>
                    <a:pt x="3738560" y="684722"/>
                  </a:lnTo>
                  <a:lnTo>
                    <a:pt x="3738746" y="683904"/>
                  </a:lnTo>
                  <a:lnTo>
                    <a:pt x="3738933" y="681679"/>
                  </a:lnTo>
                  <a:lnTo>
                    <a:pt x="3739120" y="677959"/>
                  </a:lnTo>
                  <a:lnTo>
                    <a:pt x="3739307" y="672992"/>
                  </a:lnTo>
                  <a:lnTo>
                    <a:pt x="3739494" y="666663"/>
                  </a:lnTo>
                  <a:lnTo>
                    <a:pt x="3739681" y="659211"/>
                  </a:lnTo>
                  <a:lnTo>
                    <a:pt x="3739868" y="649449"/>
                  </a:lnTo>
                  <a:lnTo>
                    <a:pt x="3740055" y="639561"/>
                  </a:lnTo>
                  <a:lnTo>
                    <a:pt x="3740242" y="629524"/>
                  </a:lnTo>
                  <a:lnTo>
                    <a:pt x="3740429" y="619306"/>
                  </a:lnTo>
                  <a:lnTo>
                    <a:pt x="3740616" y="608143"/>
                  </a:lnTo>
                  <a:lnTo>
                    <a:pt x="3740803" y="599201"/>
                  </a:lnTo>
                  <a:lnTo>
                    <a:pt x="3740990" y="590731"/>
                  </a:lnTo>
                  <a:lnTo>
                    <a:pt x="3741176" y="582534"/>
                  </a:lnTo>
                  <a:lnTo>
                    <a:pt x="3741363" y="574985"/>
                  </a:lnTo>
                  <a:lnTo>
                    <a:pt x="3741550" y="569256"/>
                  </a:lnTo>
                  <a:lnTo>
                    <a:pt x="3741737" y="565153"/>
                  </a:lnTo>
                  <a:lnTo>
                    <a:pt x="3741924" y="562318"/>
                  </a:lnTo>
                  <a:lnTo>
                    <a:pt x="3742111" y="559723"/>
                  </a:lnTo>
                  <a:lnTo>
                    <a:pt x="3742298" y="558090"/>
                  </a:lnTo>
                  <a:lnTo>
                    <a:pt x="3742485" y="556739"/>
                  </a:lnTo>
                  <a:lnTo>
                    <a:pt x="3742672" y="553409"/>
                  </a:lnTo>
                  <a:lnTo>
                    <a:pt x="3742859" y="550529"/>
                  </a:lnTo>
                  <a:lnTo>
                    <a:pt x="3743046" y="548672"/>
                  </a:lnTo>
                  <a:lnTo>
                    <a:pt x="3743233" y="548004"/>
                  </a:lnTo>
                  <a:lnTo>
                    <a:pt x="3743419" y="548645"/>
                  </a:lnTo>
                  <a:lnTo>
                    <a:pt x="3743606" y="549494"/>
                  </a:lnTo>
                  <a:lnTo>
                    <a:pt x="3743793" y="550444"/>
                  </a:lnTo>
                  <a:lnTo>
                    <a:pt x="3743980" y="550318"/>
                  </a:lnTo>
                  <a:lnTo>
                    <a:pt x="3744167" y="548794"/>
                  </a:lnTo>
                  <a:lnTo>
                    <a:pt x="3744354" y="546080"/>
                  </a:lnTo>
                  <a:lnTo>
                    <a:pt x="3744541" y="542971"/>
                  </a:lnTo>
                  <a:lnTo>
                    <a:pt x="3744728" y="541065"/>
                  </a:lnTo>
                  <a:lnTo>
                    <a:pt x="3744915" y="539604"/>
                  </a:lnTo>
                  <a:lnTo>
                    <a:pt x="3745102" y="537844"/>
                  </a:lnTo>
                  <a:lnTo>
                    <a:pt x="3745289" y="535806"/>
                  </a:lnTo>
                  <a:lnTo>
                    <a:pt x="3745476" y="533306"/>
                  </a:lnTo>
                  <a:lnTo>
                    <a:pt x="3745663" y="531034"/>
                  </a:lnTo>
                  <a:lnTo>
                    <a:pt x="3745849" y="528261"/>
                  </a:lnTo>
                  <a:lnTo>
                    <a:pt x="3746036" y="524411"/>
                  </a:lnTo>
                  <a:lnTo>
                    <a:pt x="3746223" y="519596"/>
                  </a:lnTo>
                  <a:lnTo>
                    <a:pt x="3746410" y="514748"/>
                  </a:lnTo>
                  <a:lnTo>
                    <a:pt x="3746597" y="508977"/>
                  </a:lnTo>
                  <a:lnTo>
                    <a:pt x="3746784" y="499471"/>
                  </a:lnTo>
                  <a:lnTo>
                    <a:pt x="3746971" y="493145"/>
                  </a:lnTo>
                  <a:lnTo>
                    <a:pt x="3747158" y="487149"/>
                  </a:lnTo>
                  <a:lnTo>
                    <a:pt x="3747345" y="480238"/>
                  </a:lnTo>
                  <a:lnTo>
                    <a:pt x="3747532" y="473274"/>
                  </a:lnTo>
                  <a:lnTo>
                    <a:pt x="3747719" y="466175"/>
                  </a:lnTo>
                  <a:lnTo>
                    <a:pt x="3747906" y="459034"/>
                  </a:lnTo>
                  <a:lnTo>
                    <a:pt x="3748092" y="451147"/>
                  </a:lnTo>
                  <a:lnTo>
                    <a:pt x="3748279" y="442978"/>
                  </a:lnTo>
                  <a:lnTo>
                    <a:pt x="3748466" y="434959"/>
                  </a:lnTo>
                  <a:lnTo>
                    <a:pt x="3748653" y="427421"/>
                  </a:lnTo>
                  <a:lnTo>
                    <a:pt x="3748840" y="420280"/>
                  </a:lnTo>
                  <a:lnTo>
                    <a:pt x="3749027" y="413337"/>
                  </a:lnTo>
                  <a:lnTo>
                    <a:pt x="3749214" y="406646"/>
                  </a:lnTo>
                  <a:lnTo>
                    <a:pt x="3749401" y="400623"/>
                  </a:lnTo>
                  <a:lnTo>
                    <a:pt x="3749588" y="395032"/>
                  </a:lnTo>
                  <a:lnTo>
                    <a:pt x="3749775" y="388527"/>
                  </a:lnTo>
                  <a:lnTo>
                    <a:pt x="3749962" y="381174"/>
                  </a:lnTo>
                  <a:lnTo>
                    <a:pt x="3750149" y="370345"/>
                  </a:lnTo>
                  <a:lnTo>
                    <a:pt x="3750336" y="360746"/>
                  </a:lnTo>
                  <a:lnTo>
                    <a:pt x="3750522" y="353699"/>
                  </a:lnTo>
                  <a:lnTo>
                    <a:pt x="3750709" y="347403"/>
                  </a:lnTo>
                  <a:lnTo>
                    <a:pt x="3750896" y="342757"/>
                  </a:lnTo>
                  <a:lnTo>
                    <a:pt x="3751083" y="338433"/>
                  </a:lnTo>
                  <a:lnTo>
                    <a:pt x="3751270" y="333177"/>
                  </a:lnTo>
                  <a:lnTo>
                    <a:pt x="3751457" y="326683"/>
                  </a:lnTo>
                  <a:lnTo>
                    <a:pt x="3751644" y="318959"/>
                  </a:lnTo>
                  <a:lnTo>
                    <a:pt x="3751831" y="310476"/>
                  </a:lnTo>
                  <a:lnTo>
                    <a:pt x="3752018" y="301713"/>
                  </a:lnTo>
                  <a:lnTo>
                    <a:pt x="3752205" y="290449"/>
                  </a:lnTo>
                  <a:lnTo>
                    <a:pt x="3752392" y="282450"/>
                  </a:lnTo>
                  <a:lnTo>
                    <a:pt x="3752579" y="275441"/>
                  </a:lnTo>
                  <a:lnTo>
                    <a:pt x="3752766" y="268394"/>
                  </a:lnTo>
                  <a:lnTo>
                    <a:pt x="3752952" y="260158"/>
                  </a:lnTo>
                  <a:lnTo>
                    <a:pt x="3753139" y="251469"/>
                  </a:lnTo>
                  <a:lnTo>
                    <a:pt x="3753326" y="242983"/>
                  </a:lnTo>
                  <a:lnTo>
                    <a:pt x="3753513" y="234326"/>
                  </a:lnTo>
                  <a:lnTo>
                    <a:pt x="3753700" y="225525"/>
                  </a:lnTo>
                  <a:lnTo>
                    <a:pt x="3753887" y="216616"/>
                  </a:lnTo>
                  <a:lnTo>
                    <a:pt x="3754074" y="207842"/>
                  </a:lnTo>
                  <a:lnTo>
                    <a:pt x="3754261" y="198884"/>
                  </a:lnTo>
                  <a:lnTo>
                    <a:pt x="3754448" y="190110"/>
                  </a:lnTo>
                  <a:lnTo>
                    <a:pt x="3754635" y="181636"/>
                  </a:lnTo>
                  <a:lnTo>
                    <a:pt x="3754822" y="173458"/>
                  </a:lnTo>
                  <a:lnTo>
                    <a:pt x="3755009" y="166121"/>
                  </a:lnTo>
                  <a:lnTo>
                    <a:pt x="3755195" y="159146"/>
                  </a:lnTo>
                  <a:lnTo>
                    <a:pt x="3755382" y="153125"/>
                  </a:lnTo>
                  <a:lnTo>
                    <a:pt x="3755569" y="147721"/>
                  </a:lnTo>
                  <a:lnTo>
                    <a:pt x="3755756" y="139842"/>
                  </a:lnTo>
                  <a:lnTo>
                    <a:pt x="3755943" y="131377"/>
                  </a:lnTo>
                  <a:lnTo>
                    <a:pt x="3756130" y="123107"/>
                  </a:lnTo>
                  <a:lnTo>
                    <a:pt x="3756317" y="116563"/>
                  </a:lnTo>
                  <a:lnTo>
                    <a:pt x="3756504" y="110224"/>
                  </a:lnTo>
                  <a:lnTo>
                    <a:pt x="3756691" y="104490"/>
                  </a:lnTo>
                  <a:lnTo>
                    <a:pt x="3756878" y="99226"/>
                  </a:lnTo>
                  <a:lnTo>
                    <a:pt x="3757065" y="95086"/>
                  </a:lnTo>
                  <a:lnTo>
                    <a:pt x="3757252" y="91705"/>
                  </a:lnTo>
                  <a:lnTo>
                    <a:pt x="3757439" y="89999"/>
                  </a:lnTo>
                  <a:lnTo>
                    <a:pt x="3757625" y="89796"/>
                  </a:lnTo>
                  <a:lnTo>
                    <a:pt x="3757812" y="92701"/>
                  </a:lnTo>
                  <a:lnTo>
                    <a:pt x="3757999" y="94483"/>
                  </a:lnTo>
                  <a:lnTo>
                    <a:pt x="3758186" y="95085"/>
                  </a:lnTo>
                  <a:lnTo>
                    <a:pt x="3758373" y="95605"/>
                  </a:lnTo>
                  <a:lnTo>
                    <a:pt x="3758560" y="97124"/>
                  </a:lnTo>
                  <a:lnTo>
                    <a:pt x="3758747" y="98650"/>
                  </a:lnTo>
                  <a:lnTo>
                    <a:pt x="3758934" y="101225"/>
                  </a:lnTo>
                  <a:lnTo>
                    <a:pt x="3759121" y="104435"/>
                  </a:lnTo>
                  <a:lnTo>
                    <a:pt x="3759308" y="108503"/>
                  </a:lnTo>
                  <a:lnTo>
                    <a:pt x="3759495" y="111284"/>
                  </a:lnTo>
                  <a:lnTo>
                    <a:pt x="3759682" y="113694"/>
                  </a:lnTo>
                  <a:lnTo>
                    <a:pt x="3759869" y="113172"/>
                  </a:lnTo>
                  <a:lnTo>
                    <a:pt x="3760055" y="111666"/>
                  </a:lnTo>
                  <a:lnTo>
                    <a:pt x="3760242" y="108099"/>
                  </a:lnTo>
                  <a:lnTo>
                    <a:pt x="3760429" y="104701"/>
                  </a:lnTo>
                  <a:lnTo>
                    <a:pt x="3760616" y="100638"/>
                  </a:lnTo>
                  <a:lnTo>
                    <a:pt x="3760803" y="96150"/>
                  </a:lnTo>
                  <a:lnTo>
                    <a:pt x="3760990" y="92271"/>
                  </a:lnTo>
                  <a:lnTo>
                    <a:pt x="3761177" y="88720"/>
                  </a:lnTo>
                  <a:lnTo>
                    <a:pt x="3761364" y="85495"/>
                  </a:lnTo>
                  <a:lnTo>
                    <a:pt x="3761551" y="82792"/>
                  </a:lnTo>
                  <a:lnTo>
                    <a:pt x="3761738" y="80097"/>
                  </a:lnTo>
                  <a:lnTo>
                    <a:pt x="3761925" y="76648"/>
                  </a:lnTo>
                  <a:lnTo>
                    <a:pt x="3762112" y="72311"/>
                  </a:lnTo>
                  <a:lnTo>
                    <a:pt x="3762298" y="69006"/>
                  </a:lnTo>
                  <a:lnTo>
                    <a:pt x="3762485" y="65665"/>
                  </a:lnTo>
                  <a:lnTo>
                    <a:pt x="3762672" y="59639"/>
                  </a:lnTo>
                  <a:lnTo>
                    <a:pt x="3762859" y="54288"/>
                  </a:lnTo>
                  <a:lnTo>
                    <a:pt x="3763046" y="49763"/>
                  </a:lnTo>
                  <a:lnTo>
                    <a:pt x="3763233" y="44980"/>
                  </a:lnTo>
                  <a:lnTo>
                    <a:pt x="3763420" y="40699"/>
                  </a:lnTo>
                  <a:lnTo>
                    <a:pt x="3763607" y="36630"/>
                  </a:lnTo>
                  <a:lnTo>
                    <a:pt x="3763794" y="33007"/>
                  </a:lnTo>
                  <a:lnTo>
                    <a:pt x="3763981" y="29212"/>
                  </a:lnTo>
                  <a:lnTo>
                    <a:pt x="3764168" y="24991"/>
                  </a:lnTo>
                  <a:lnTo>
                    <a:pt x="3764355" y="20456"/>
                  </a:lnTo>
                  <a:lnTo>
                    <a:pt x="3764542" y="16528"/>
                  </a:lnTo>
                  <a:lnTo>
                    <a:pt x="3764728" y="12728"/>
                  </a:lnTo>
                  <a:lnTo>
                    <a:pt x="3764915" y="8668"/>
                  </a:lnTo>
                  <a:lnTo>
                    <a:pt x="3765102" y="4360"/>
                  </a:lnTo>
                  <a:lnTo>
                    <a:pt x="3765289" y="1727"/>
                  </a:lnTo>
                  <a:lnTo>
                    <a:pt x="3765476" y="0"/>
                  </a:lnTo>
                  <a:lnTo>
                    <a:pt x="3765663" y="825"/>
                  </a:lnTo>
                  <a:lnTo>
                    <a:pt x="3765850" y="2227"/>
                  </a:lnTo>
                  <a:lnTo>
                    <a:pt x="3766037" y="3894"/>
                  </a:lnTo>
                  <a:lnTo>
                    <a:pt x="3766224" y="5594"/>
                  </a:lnTo>
                  <a:lnTo>
                    <a:pt x="3766411" y="8243"/>
                  </a:lnTo>
                  <a:lnTo>
                    <a:pt x="3766598" y="10950"/>
                  </a:lnTo>
                  <a:lnTo>
                    <a:pt x="3766785" y="14044"/>
                  </a:lnTo>
                  <a:lnTo>
                    <a:pt x="3766971" y="18442"/>
                  </a:lnTo>
                  <a:lnTo>
                    <a:pt x="3767158" y="23790"/>
                  </a:lnTo>
                  <a:lnTo>
                    <a:pt x="3767345" y="28889"/>
                  </a:lnTo>
                  <a:lnTo>
                    <a:pt x="3767532" y="34121"/>
                  </a:lnTo>
                  <a:lnTo>
                    <a:pt x="3767719" y="39328"/>
                  </a:lnTo>
                  <a:lnTo>
                    <a:pt x="3767906" y="44559"/>
                  </a:lnTo>
                  <a:lnTo>
                    <a:pt x="3768093" y="50674"/>
                  </a:lnTo>
                  <a:lnTo>
                    <a:pt x="3768280" y="56516"/>
                  </a:lnTo>
                  <a:lnTo>
                    <a:pt x="3768467" y="62656"/>
                  </a:lnTo>
                  <a:lnTo>
                    <a:pt x="3768654" y="68655"/>
                  </a:lnTo>
                  <a:lnTo>
                    <a:pt x="3768841" y="75198"/>
                  </a:lnTo>
                  <a:lnTo>
                    <a:pt x="3769028" y="81610"/>
                  </a:lnTo>
                  <a:lnTo>
                    <a:pt x="3769215" y="85967"/>
                  </a:lnTo>
                  <a:lnTo>
                    <a:pt x="3769401" y="89235"/>
                  </a:lnTo>
                  <a:lnTo>
                    <a:pt x="3769588" y="92214"/>
                  </a:lnTo>
                  <a:lnTo>
                    <a:pt x="3769775" y="94219"/>
                  </a:lnTo>
                  <a:lnTo>
                    <a:pt x="3769962" y="95688"/>
                  </a:lnTo>
                  <a:lnTo>
                    <a:pt x="3770149" y="97643"/>
                  </a:lnTo>
                  <a:lnTo>
                    <a:pt x="3770336" y="100061"/>
                  </a:lnTo>
                  <a:lnTo>
                    <a:pt x="3770523" y="102479"/>
                  </a:lnTo>
                  <a:lnTo>
                    <a:pt x="3770710" y="105103"/>
                  </a:lnTo>
                  <a:lnTo>
                    <a:pt x="3770897" y="107628"/>
                  </a:lnTo>
                  <a:lnTo>
                    <a:pt x="3771084" y="110219"/>
                  </a:lnTo>
                  <a:lnTo>
                    <a:pt x="3771271" y="111309"/>
                  </a:lnTo>
                  <a:lnTo>
                    <a:pt x="3771458" y="111721"/>
                  </a:lnTo>
                  <a:lnTo>
                    <a:pt x="3771645" y="110937"/>
                  </a:lnTo>
                  <a:lnTo>
                    <a:pt x="3771831" y="108998"/>
                  </a:lnTo>
                  <a:lnTo>
                    <a:pt x="3772018" y="108783"/>
                  </a:lnTo>
                  <a:lnTo>
                    <a:pt x="3772205" y="109856"/>
                  </a:lnTo>
                  <a:lnTo>
                    <a:pt x="3772392" y="111861"/>
                  </a:lnTo>
                  <a:lnTo>
                    <a:pt x="3772579" y="114972"/>
                  </a:lnTo>
                  <a:lnTo>
                    <a:pt x="3772766" y="117993"/>
                  </a:lnTo>
                  <a:lnTo>
                    <a:pt x="3772953" y="121260"/>
                  </a:lnTo>
                  <a:lnTo>
                    <a:pt x="3773140" y="125097"/>
                  </a:lnTo>
                  <a:lnTo>
                    <a:pt x="3773327" y="130279"/>
                  </a:lnTo>
                  <a:lnTo>
                    <a:pt x="3773514" y="130861"/>
                  </a:lnTo>
                  <a:lnTo>
                    <a:pt x="3773701" y="133194"/>
                  </a:lnTo>
                  <a:lnTo>
                    <a:pt x="3773888" y="135418"/>
                  </a:lnTo>
                  <a:lnTo>
                    <a:pt x="3774074" y="138453"/>
                  </a:lnTo>
                  <a:lnTo>
                    <a:pt x="3774261" y="141054"/>
                  </a:lnTo>
                  <a:lnTo>
                    <a:pt x="3774448" y="144420"/>
                  </a:lnTo>
                  <a:lnTo>
                    <a:pt x="3774635" y="147665"/>
                  </a:lnTo>
                  <a:lnTo>
                    <a:pt x="3774822" y="151002"/>
                  </a:lnTo>
                  <a:lnTo>
                    <a:pt x="3775009" y="154300"/>
                  </a:lnTo>
                  <a:lnTo>
                    <a:pt x="3775196" y="157278"/>
                  </a:lnTo>
                  <a:lnTo>
                    <a:pt x="3775383" y="159858"/>
                  </a:lnTo>
                  <a:lnTo>
                    <a:pt x="3775570" y="162178"/>
                  </a:lnTo>
                  <a:lnTo>
                    <a:pt x="3775757" y="165064"/>
                  </a:lnTo>
                  <a:lnTo>
                    <a:pt x="3775944" y="168374"/>
                  </a:lnTo>
                  <a:lnTo>
                    <a:pt x="3776131" y="171996"/>
                  </a:lnTo>
                  <a:lnTo>
                    <a:pt x="3776318" y="176337"/>
                  </a:lnTo>
                  <a:lnTo>
                    <a:pt x="3776504" y="181074"/>
                  </a:lnTo>
                  <a:lnTo>
                    <a:pt x="3776691" y="186487"/>
                  </a:lnTo>
                  <a:lnTo>
                    <a:pt x="3776878" y="192439"/>
                  </a:lnTo>
                  <a:lnTo>
                    <a:pt x="3777065" y="199013"/>
                  </a:lnTo>
                  <a:lnTo>
                    <a:pt x="3777252" y="206581"/>
                  </a:lnTo>
                  <a:lnTo>
                    <a:pt x="3777439" y="213200"/>
                  </a:lnTo>
                  <a:lnTo>
                    <a:pt x="3777626" y="218593"/>
                  </a:lnTo>
                  <a:lnTo>
                    <a:pt x="3777813" y="223927"/>
                  </a:lnTo>
                  <a:lnTo>
                    <a:pt x="3778000" y="226558"/>
                  </a:lnTo>
                  <a:lnTo>
                    <a:pt x="3778187" y="229261"/>
                  </a:lnTo>
                  <a:lnTo>
                    <a:pt x="3778374" y="232174"/>
                  </a:lnTo>
                  <a:lnTo>
                    <a:pt x="3778561" y="236201"/>
                  </a:lnTo>
                  <a:lnTo>
                    <a:pt x="3778747" y="238818"/>
                  </a:lnTo>
                  <a:lnTo>
                    <a:pt x="3778934" y="240519"/>
                  </a:lnTo>
                  <a:lnTo>
                    <a:pt x="3779121" y="241696"/>
                  </a:lnTo>
                  <a:lnTo>
                    <a:pt x="3779308" y="243798"/>
                  </a:lnTo>
                  <a:lnTo>
                    <a:pt x="3779495" y="245894"/>
                  </a:lnTo>
                  <a:lnTo>
                    <a:pt x="3779682" y="246729"/>
                  </a:lnTo>
                  <a:lnTo>
                    <a:pt x="3779869" y="247378"/>
                  </a:lnTo>
                  <a:lnTo>
                    <a:pt x="3780056" y="249641"/>
                  </a:lnTo>
                  <a:lnTo>
                    <a:pt x="3780243" y="251723"/>
                  </a:lnTo>
                  <a:lnTo>
                    <a:pt x="3780430" y="252718"/>
                  </a:lnTo>
                  <a:lnTo>
                    <a:pt x="3780617" y="253236"/>
                  </a:lnTo>
                  <a:lnTo>
                    <a:pt x="3780804" y="253732"/>
                  </a:lnTo>
                  <a:lnTo>
                    <a:pt x="3780991" y="254663"/>
                  </a:lnTo>
                  <a:lnTo>
                    <a:pt x="3781177" y="256374"/>
                  </a:lnTo>
                  <a:lnTo>
                    <a:pt x="3781364" y="258607"/>
                  </a:lnTo>
                  <a:lnTo>
                    <a:pt x="3781551" y="262671"/>
                  </a:lnTo>
                  <a:lnTo>
                    <a:pt x="3781738" y="267442"/>
                  </a:lnTo>
                  <a:lnTo>
                    <a:pt x="3781925" y="272395"/>
                  </a:lnTo>
                  <a:lnTo>
                    <a:pt x="3782112" y="277369"/>
                  </a:lnTo>
                  <a:lnTo>
                    <a:pt x="3782299" y="281813"/>
                  </a:lnTo>
                  <a:lnTo>
                    <a:pt x="3782486" y="286388"/>
                  </a:lnTo>
                  <a:lnTo>
                    <a:pt x="3782673" y="290752"/>
                  </a:lnTo>
                  <a:lnTo>
                    <a:pt x="3782860" y="295333"/>
                  </a:lnTo>
                  <a:lnTo>
                    <a:pt x="3783047" y="299479"/>
                  </a:lnTo>
                  <a:lnTo>
                    <a:pt x="3783234" y="303349"/>
                  </a:lnTo>
                  <a:lnTo>
                    <a:pt x="3783421" y="307498"/>
                  </a:lnTo>
                  <a:lnTo>
                    <a:pt x="3783607" y="311777"/>
                  </a:lnTo>
                  <a:lnTo>
                    <a:pt x="3783794" y="316354"/>
                  </a:lnTo>
                  <a:lnTo>
                    <a:pt x="3783981" y="321559"/>
                  </a:lnTo>
                  <a:lnTo>
                    <a:pt x="3784168" y="329855"/>
                  </a:lnTo>
                  <a:lnTo>
                    <a:pt x="3784355" y="335112"/>
                  </a:lnTo>
                  <a:lnTo>
                    <a:pt x="3784542" y="340480"/>
                  </a:lnTo>
                  <a:lnTo>
                    <a:pt x="3784729" y="346163"/>
                  </a:lnTo>
                  <a:lnTo>
                    <a:pt x="3784916" y="352553"/>
                  </a:lnTo>
                  <a:lnTo>
                    <a:pt x="3785103" y="359517"/>
                  </a:lnTo>
                  <a:lnTo>
                    <a:pt x="3785290" y="367324"/>
                  </a:lnTo>
                  <a:lnTo>
                    <a:pt x="3785477" y="376132"/>
                  </a:lnTo>
                  <a:lnTo>
                    <a:pt x="3785664" y="385764"/>
                  </a:lnTo>
                  <a:lnTo>
                    <a:pt x="3785850" y="395629"/>
                  </a:lnTo>
                  <a:lnTo>
                    <a:pt x="3786037" y="405176"/>
                  </a:lnTo>
                  <a:lnTo>
                    <a:pt x="3786224" y="414578"/>
                  </a:lnTo>
                  <a:lnTo>
                    <a:pt x="3786411" y="423825"/>
                  </a:lnTo>
                  <a:lnTo>
                    <a:pt x="3786598" y="432811"/>
                  </a:lnTo>
                  <a:lnTo>
                    <a:pt x="3786785" y="441193"/>
                  </a:lnTo>
                  <a:lnTo>
                    <a:pt x="3786972" y="449363"/>
                  </a:lnTo>
                  <a:lnTo>
                    <a:pt x="3787159" y="458071"/>
                  </a:lnTo>
                  <a:lnTo>
                    <a:pt x="3787346" y="467412"/>
                  </a:lnTo>
                  <a:lnTo>
                    <a:pt x="3787533" y="480921"/>
                  </a:lnTo>
                  <a:lnTo>
                    <a:pt x="3787720" y="493434"/>
                  </a:lnTo>
                  <a:lnTo>
                    <a:pt x="3787907" y="505898"/>
                  </a:lnTo>
                  <a:lnTo>
                    <a:pt x="3788094" y="517639"/>
                  </a:lnTo>
                  <a:lnTo>
                    <a:pt x="3788280" y="528368"/>
                  </a:lnTo>
                  <a:lnTo>
                    <a:pt x="3788467" y="538190"/>
                  </a:lnTo>
                  <a:lnTo>
                    <a:pt x="3788654" y="548358"/>
                  </a:lnTo>
                  <a:lnTo>
                    <a:pt x="3788841" y="559291"/>
                  </a:lnTo>
                  <a:lnTo>
                    <a:pt x="3789028" y="570990"/>
                  </a:lnTo>
                  <a:lnTo>
                    <a:pt x="3789215" y="583175"/>
                  </a:lnTo>
                  <a:lnTo>
                    <a:pt x="3789402" y="596754"/>
                  </a:lnTo>
                  <a:lnTo>
                    <a:pt x="3789589" y="611599"/>
                  </a:lnTo>
                  <a:lnTo>
                    <a:pt x="3789776" y="622374"/>
                  </a:lnTo>
                  <a:lnTo>
                    <a:pt x="3789963" y="632136"/>
                  </a:lnTo>
                  <a:lnTo>
                    <a:pt x="3790150" y="642113"/>
                  </a:lnTo>
                  <a:lnTo>
                    <a:pt x="3790337" y="652166"/>
                  </a:lnTo>
                  <a:lnTo>
                    <a:pt x="3790524" y="662577"/>
                  </a:lnTo>
                  <a:lnTo>
                    <a:pt x="3790710" y="672047"/>
                  </a:lnTo>
                  <a:lnTo>
                    <a:pt x="3790897" y="680895"/>
                  </a:lnTo>
                  <a:lnTo>
                    <a:pt x="3791084" y="687170"/>
                  </a:lnTo>
                  <a:lnTo>
                    <a:pt x="3791271" y="693566"/>
                  </a:lnTo>
                  <a:lnTo>
                    <a:pt x="3791458" y="700817"/>
                  </a:lnTo>
                  <a:lnTo>
                    <a:pt x="3791645" y="708845"/>
                  </a:lnTo>
                  <a:lnTo>
                    <a:pt x="3791832" y="716911"/>
                  </a:lnTo>
                  <a:lnTo>
                    <a:pt x="3792019" y="725580"/>
                  </a:lnTo>
                  <a:lnTo>
                    <a:pt x="3792206" y="733633"/>
                  </a:lnTo>
                  <a:lnTo>
                    <a:pt x="3792393" y="741417"/>
                  </a:lnTo>
                  <a:lnTo>
                    <a:pt x="3792580" y="748670"/>
                  </a:lnTo>
                  <a:lnTo>
                    <a:pt x="3792767" y="755679"/>
                  </a:lnTo>
                  <a:lnTo>
                    <a:pt x="3792953" y="762301"/>
                  </a:lnTo>
                  <a:lnTo>
                    <a:pt x="3793140" y="772146"/>
                  </a:lnTo>
                  <a:lnTo>
                    <a:pt x="3793327" y="781278"/>
                  </a:lnTo>
                  <a:lnTo>
                    <a:pt x="3793514" y="789761"/>
                  </a:lnTo>
                  <a:lnTo>
                    <a:pt x="3793701" y="797554"/>
                  </a:lnTo>
                  <a:lnTo>
                    <a:pt x="3793888" y="804966"/>
                  </a:lnTo>
                  <a:lnTo>
                    <a:pt x="3794075" y="811783"/>
                  </a:lnTo>
                  <a:lnTo>
                    <a:pt x="3794262" y="818406"/>
                  </a:lnTo>
                  <a:lnTo>
                    <a:pt x="3794449" y="823931"/>
                  </a:lnTo>
                  <a:lnTo>
                    <a:pt x="3794636" y="828286"/>
                  </a:lnTo>
                  <a:lnTo>
                    <a:pt x="3794823" y="831491"/>
                  </a:lnTo>
                  <a:lnTo>
                    <a:pt x="3795010" y="833714"/>
                  </a:lnTo>
                  <a:lnTo>
                    <a:pt x="3795197" y="836089"/>
                  </a:lnTo>
                  <a:lnTo>
                    <a:pt x="3795383" y="838872"/>
                  </a:lnTo>
                  <a:lnTo>
                    <a:pt x="3795570" y="842179"/>
                  </a:lnTo>
                  <a:lnTo>
                    <a:pt x="3795757" y="845489"/>
                  </a:lnTo>
                  <a:lnTo>
                    <a:pt x="3795944" y="847936"/>
                  </a:lnTo>
                  <a:lnTo>
                    <a:pt x="3796131" y="850662"/>
                  </a:lnTo>
                  <a:lnTo>
                    <a:pt x="3796318" y="853315"/>
                  </a:lnTo>
                  <a:lnTo>
                    <a:pt x="3796505" y="856029"/>
                  </a:lnTo>
                  <a:lnTo>
                    <a:pt x="3796692" y="860313"/>
                  </a:lnTo>
                  <a:lnTo>
                    <a:pt x="3796879" y="863254"/>
                  </a:lnTo>
                  <a:lnTo>
                    <a:pt x="3797066" y="867480"/>
                  </a:lnTo>
                  <a:lnTo>
                    <a:pt x="3797253" y="872623"/>
                  </a:lnTo>
                  <a:lnTo>
                    <a:pt x="3797440" y="878819"/>
                  </a:lnTo>
                  <a:lnTo>
                    <a:pt x="3797626" y="885937"/>
                  </a:lnTo>
                  <a:lnTo>
                    <a:pt x="3797813" y="893169"/>
                  </a:lnTo>
                  <a:lnTo>
                    <a:pt x="3798000" y="900199"/>
                  </a:lnTo>
                  <a:lnTo>
                    <a:pt x="3798187" y="907765"/>
                  </a:lnTo>
                  <a:lnTo>
                    <a:pt x="3798374" y="915347"/>
                  </a:lnTo>
                  <a:lnTo>
                    <a:pt x="3798561" y="923599"/>
                  </a:lnTo>
                  <a:lnTo>
                    <a:pt x="3798748" y="931860"/>
                  </a:lnTo>
                  <a:lnTo>
                    <a:pt x="3798935" y="939710"/>
                  </a:lnTo>
                  <a:lnTo>
                    <a:pt x="3799122" y="947657"/>
                  </a:lnTo>
                  <a:lnTo>
                    <a:pt x="3799309" y="956040"/>
                  </a:lnTo>
                  <a:lnTo>
                    <a:pt x="3799496" y="964301"/>
                  </a:lnTo>
                  <a:lnTo>
                    <a:pt x="3799683" y="972089"/>
                  </a:lnTo>
                  <a:lnTo>
                    <a:pt x="3799870" y="979412"/>
                  </a:lnTo>
                  <a:lnTo>
                    <a:pt x="3800056" y="989609"/>
                  </a:lnTo>
                  <a:lnTo>
                    <a:pt x="3800243" y="999104"/>
                  </a:lnTo>
                  <a:lnTo>
                    <a:pt x="3800430" y="1008217"/>
                  </a:lnTo>
                  <a:lnTo>
                    <a:pt x="3800617" y="1017849"/>
                  </a:lnTo>
                  <a:lnTo>
                    <a:pt x="3800804" y="1027438"/>
                  </a:lnTo>
                  <a:lnTo>
                    <a:pt x="3800991" y="1036013"/>
                  </a:lnTo>
                  <a:lnTo>
                    <a:pt x="3801178" y="1043193"/>
                  </a:lnTo>
                  <a:lnTo>
                    <a:pt x="3801365" y="1048980"/>
                  </a:lnTo>
                  <a:lnTo>
                    <a:pt x="3801552" y="1054404"/>
                  </a:lnTo>
                  <a:lnTo>
                    <a:pt x="3801739" y="1060173"/>
                  </a:lnTo>
                  <a:lnTo>
                    <a:pt x="3801926" y="1066349"/>
                  </a:lnTo>
                  <a:lnTo>
                    <a:pt x="3802113" y="1072697"/>
                  </a:lnTo>
                  <a:lnTo>
                    <a:pt x="3802300" y="1078978"/>
                  </a:lnTo>
                  <a:lnTo>
                    <a:pt x="3802486" y="1085629"/>
                  </a:lnTo>
                  <a:lnTo>
                    <a:pt x="3802673" y="1091921"/>
                  </a:lnTo>
                  <a:lnTo>
                    <a:pt x="3802860" y="1097947"/>
                  </a:lnTo>
                  <a:lnTo>
                    <a:pt x="3803047" y="1103259"/>
                  </a:lnTo>
                  <a:lnTo>
                    <a:pt x="3803234" y="1108487"/>
                  </a:lnTo>
                  <a:lnTo>
                    <a:pt x="3803421" y="1113734"/>
                  </a:lnTo>
                  <a:lnTo>
                    <a:pt x="3803608" y="1118514"/>
                  </a:lnTo>
                  <a:lnTo>
                    <a:pt x="3803795" y="1122290"/>
                  </a:lnTo>
                  <a:lnTo>
                    <a:pt x="3803982" y="1125978"/>
                  </a:lnTo>
                  <a:lnTo>
                    <a:pt x="3804169" y="1129564"/>
                  </a:lnTo>
                  <a:lnTo>
                    <a:pt x="3804356" y="1133812"/>
                  </a:lnTo>
                  <a:lnTo>
                    <a:pt x="3804543" y="1137900"/>
                  </a:lnTo>
                  <a:lnTo>
                    <a:pt x="3804729" y="1142035"/>
                  </a:lnTo>
                  <a:lnTo>
                    <a:pt x="3804916" y="1146222"/>
                  </a:lnTo>
                  <a:lnTo>
                    <a:pt x="3805103" y="1150685"/>
                  </a:lnTo>
                  <a:lnTo>
                    <a:pt x="3805290" y="1155100"/>
                  </a:lnTo>
                  <a:lnTo>
                    <a:pt x="3805477" y="1159263"/>
                  </a:lnTo>
                  <a:lnTo>
                    <a:pt x="3805664" y="1164023"/>
                  </a:lnTo>
                  <a:lnTo>
                    <a:pt x="3805851" y="1168662"/>
                  </a:lnTo>
                  <a:lnTo>
                    <a:pt x="3806038" y="1174412"/>
                  </a:lnTo>
                  <a:lnTo>
                    <a:pt x="3806225" y="1180279"/>
                  </a:lnTo>
                  <a:lnTo>
                    <a:pt x="3806412" y="1187652"/>
                  </a:lnTo>
                  <a:lnTo>
                    <a:pt x="3806599" y="1196470"/>
                  </a:lnTo>
                  <a:lnTo>
                    <a:pt x="3806786" y="1206362"/>
                  </a:lnTo>
                  <a:lnTo>
                    <a:pt x="3806973" y="1216541"/>
                  </a:lnTo>
                  <a:lnTo>
                    <a:pt x="3807159" y="1225817"/>
                  </a:lnTo>
                  <a:lnTo>
                    <a:pt x="3807346" y="1235872"/>
                  </a:lnTo>
                  <a:lnTo>
                    <a:pt x="3807533" y="1246162"/>
                  </a:lnTo>
                  <a:lnTo>
                    <a:pt x="3807720" y="1255711"/>
                  </a:lnTo>
                  <a:lnTo>
                    <a:pt x="3807907" y="1265426"/>
                  </a:lnTo>
                  <a:lnTo>
                    <a:pt x="3808094" y="1274088"/>
                  </a:lnTo>
                  <a:lnTo>
                    <a:pt x="3808281" y="1282586"/>
                  </a:lnTo>
                  <a:lnTo>
                    <a:pt x="3808468" y="1291226"/>
                  </a:lnTo>
                  <a:lnTo>
                    <a:pt x="3808655" y="1300704"/>
                  </a:lnTo>
                  <a:lnTo>
                    <a:pt x="3808842" y="1310716"/>
                  </a:lnTo>
                  <a:lnTo>
                    <a:pt x="3809029" y="1319405"/>
                  </a:lnTo>
                  <a:lnTo>
                    <a:pt x="3809216" y="1326637"/>
                  </a:lnTo>
                  <a:lnTo>
                    <a:pt x="3809403" y="1333554"/>
                  </a:lnTo>
                  <a:lnTo>
                    <a:pt x="3809589" y="1336213"/>
                  </a:lnTo>
                  <a:lnTo>
                    <a:pt x="3809776" y="1337712"/>
                  </a:lnTo>
                  <a:lnTo>
                    <a:pt x="3809963" y="1338873"/>
                  </a:lnTo>
                  <a:lnTo>
                    <a:pt x="3810150" y="1338785"/>
                  </a:lnTo>
                  <a:lnTo>
                    <a:pt x="3810337" y="1337402"/>
                  </a:lnTo>
                  <a:lnTo>
                    <a:pt x="3810524" y="1335927"/>
                  </a:lnTo>
                  <a:lnTo>
                    <a:pt x="3810711" y="1334690"/>
                  </a:lnTo>
                  <a:lnTo>
                    <a:pt x="3810898" y="1335044"/>
                  </a:lnTo>
                  <a:lnTo>
                    <a:pt x="3811085" y="1333630"/>
                  </a:lnTo>
                  <a:lnTo>
                    <a:pt x="3811272" y="1330144"/>
                  </a:lnTo>
                  <a:lnTo>
                    <a:pt x="3811459" y="1324945"/>
                  </a:lnTo>
                  <a:lnTo>
                    <a:pt x="3811646" y="1319803"/>
                  </a:lnTo>
                  <a:lnTo>
                    <a:pt x="3811832" y="1313241"/>
                  </a:lnTo>
                  <a:lnTo>
                    <a:pt x="3812019" y="1305340"/>
                  </a:lnTo>
                  <a:lnTo>
                    <a:pt x="3812206" y="1296175"/>
                  </a:lnTo>
                  <a:lnTo>
                    <a:pt x="3812393" y="1286728"/>
                  </a:lnTo>
                  <a:lnTo>
                    <a:pt x="3812580" y="1277118"/>
                  </a:lnTo>
                  <a:lnTo>
                    <a:pt x="3812767" y="1267697"/>
                  </a:lnTo>
                  <a:lnTo>
                    <a:pt x="3812954" y="1259299"/>
                  </a:lnTo>
                  <a:lnTo>
                    <a:pt x="3813141" y="1246870"/>
                  </a:lnTo>
                  <a:lnTo>
                    <a:pt x="3813328" y="1239142"/>
                  </a:lnTo>
                  <a:lnTo>
                    <a:pt x="3813515" y="1233826"/>
                  </a:lnTo>
                  <a:lnTo>
                    <a:pt x="3813702" y="1229457"/>
                  </a:lnTo>
                  <a:lnTo>
                    <a:pt x="3813889" y="1225643"/>
                  </a:lnTo>
                  <a:lnTo>
                    <a:pt x="3814076" y="1221949"/>
                  </a:lnTo>
                  <a:lnTo>
                    <a:pt x="3814262" y="1218832"/>
                  </a:lnTo>
                  <a:lnTo>
                    <a:pt x="3814449" y="1215837"/>
                  </a:lnTo>
                  <a:lnTo>
                    <a:pt x="3814636" y="1214266"/>
                  </a:lnTo>
                  <a:lnTo>
                    <a:pt x="3814823" y="1214062"/>
                  </a:lnTo>
                  <a:lnTo>
                    <a:pt x="3815010" y="1216089"/>
                  </a:lnTo>
                  <a:lnTo>
                    <a:pt x="3815197" y="1218889"/>
                  </a:lnTo>
                  <a:lnTo>
                    <a:pt x="3815384" y="1225538"/>
                  </a:lnTo>
                  <a:lnTo>
                    <a:pt x="3815571" y="1230017"/>
                  </a:lnTo>
                  <a:lnTo>
                    <a:pt x="3815758" y="1233859"/>
                  </a:lnTo>
                  <a:lnTo>
                    <a:pt x="3815945" y="1237891"/>
                  </a:lnTo>
                  <a:lnTo>
                    <a:pt x="3816132" y="1241716"/>
                  </a:lnTo>
                  <a:lnTo>
                    <a:pt x="3816319" y="1245707"/>
                  </a:lnTo>
                  <a:lnTo>
                    <a:pt x="3816505" y="1249352"/>
                  </a:lnTo>
                  <a:lnTo>
                    <a:pt x="3816692" y="1251222"/>
                  </a:lnTo>
                  <a:lnTo>
                    <a:pt x="3816879" y="1252461"/>
                  </a:lnTo>
                  <a:lnTo>
                    <a:pt x="3817066" y="1254824"/>
                  </a:lnTo>
                  <a:lnTo>
                    <a:pt x="3817253" y="1257113"/>
                  </a:lnTo>
                  <a:lnTo>
                    <a:pt x="3817440" y="1258114"/>
                  </a:lnTo>
                  <a:lnTo>
                    <a:pt x="3817627" y="1260270"/>
                  </a:lnTo>
                  <a:lnTo>
                    <a:pt x="3817814" y="1262922"/>
                  </a:lnTo>
                  <a:lnTo>
                    <a:pt x="3818001" y="1265376"/>
                  </a:lnTo>
                  <a:lnTo>
                    <a:pt x="3818188" y="1266912"/>
                  </a:lnTo>
                  <a:lnTo>
                    <a:pt x="3818375" y="1267840"/>
                  </a:lnTo>
                  <a:lnTo>
                    <a:pt x="3818562" y="1268257"/>
                  </a:lnTo>
                  <a:lnTo>
                    <a:pt x="3818749" y="1269372"/>
                  </a:lnTo>
                  <a:lnTo>
                    <a:pt x="3818935" y="1268980"/>
                  </a:lnTo>
                  <a:lnTo>
                    <a:pt x="3819122" y="1266175"/>
                  </a:lnTo>
                  <a:lnTo>
                    <a:pt x="3819309" y="1263134"/>
                  </a:lnTo>
                  <a:lnTo>
                    <a:pt x="3819496" y="1259945"/>
                  </a:lnTo>
                  <a:lnTo>
                    <a:pt x="3819683" y="1256685"/>
                  </a:lnTo>
                  <a:lnTo>
                    <a:pt x="3819870" y="1253577"/>
                  </a:lnTo>
                  <a:lnTo>
                    <a:pt x="3820057" y="1251353"/>
                  </a:lnTo>
                  <a:lnTo>
                    <a:pt x="3820244" y="1249549"/>
                  </a:lnTo>
                  <a:lnTo>
                    <a:pt x="3820431" y="1248162"/>
                  </a:lnTo>
                  <a:lnTo>
                    <a:pt x="3820618" y="1246953"/>
                  </a:lnTo>
                  <a:lnTo>
                    <a:pt x="3820805" y="1244683"/>
                  </a:lnTo>
                  <a:lnTo>
                    <a:pt x="3820992" y="1242940"/>
                  </a:lnTo>
                  <a:lnTo>
                    <a:pt x="3821179" y="1241116"/>
                  </a:lnTo>
                  <a:lnTo>
                    <a:pt x="3821365" y="1238868"/>
                  </a:lnTo>
                  <a:lnTo>
                    <a:pt x="3821552" y="1236414"/>
                  </a:lnTo>
                  <a:lnTo>
                    <a:pt x="3821739" y="1235057"/>
                  </a:lnTo>
                  <a:lnTo>
                    <a:pt x="3821926" y="1234720"/>
                  </a:lnTo>
                  <a:lnTo>
                    <a:pt x="3822113" y="1234646"/>
                  </a:lnTo>
                  <a:lnTo>
                    <a:pt x="3822300" y="1234421"/>
                  </a:lnTo>
                  <a:lnTo>
                    <a:pt x="3822487" y="1234196"/>
                  </a:lnTo>
                  <a:lnTo>
                    <a:pt x="3822674" y="1233725"/>
                  </a:lnTo>
                  <a:lnTo>
                    <a:pt x="3822861" y="1232797"/>
                  </a:lnTo>
                  <a:lnTo>
                    <a:pt x="3823048" y="1231893"/>
                  </a:lnTo>
                  <a:lnTo>
                    <a:pt x="3823235" y="1230772"/>
                  </a:lnTo>
                  <a:lnTo>
                    <a:pt x="3823422" y="1229551"/>
                  </a:lnTo>
                  <a:lnTo>
                    <a:pt x="3823608" y="1228004"/>
                  </a:lnTo>
                  <a:lnTo>
                    <a:pt x="3823795" y="1226636"/>
                  </a:lnTo>
                  <a:lnTo>
                    <a:pt x="3823982" y="1225336"/>
                  </a:lnTo>
                  <a:lnTo>
                    <a:pt x="3824169" y="1224412"/>
                  </a:lnTo>
                  <a:lnTo>
                    <a:pt x="3824356" y="1223926"/>
                  </a:lnTo>
                  <a:lnTo>
                    <a:pt x="3824543" y="1223653"/>
                  </a:lnTo>
                  <a:lnTo>
                    <a:pt x="3824730" y="1223346"/>
                  </a:lnTo>
                  <a:lnTo>
                    <a:pt x="3824917" y="1223221"/>
                  </a:lnTo>
                  <a:lnTo>
                    <a:pt x="3825104" y="1223574"/>
                  </a:lnTo>
                  <a:lnTo>
                    <a:pt x="3825291" y="1224205"/>
                  </a:lnTo>
                  <a:lnTo>
                    <a:pt x="3825478" y="1225271"/>
                  </a:lnTo>
                  <a:lnTo>
                    <a:pt x="3825665" y="1226779"/>
                  </a:lnTo>
                  <a:lnTo>
                    <a:pt x="3825852" y="1228394"/>
                  </a:lnTo>
                  <a:lnTo>
                    <a:pt x="3826038" y="1230298"/>
                  </a:lnTo>
                  <a:lnTo>
                    <a:pt x="3826225" y="1232247"/>
                  </a:lnTo>
                  <a:lnTo>
                    <a:pt x="3826412" y="1234600"/>
                  </a:lnTo>
                  <a:lnTo>
                    <a:pt x="3826599" y="1237253"/>
                  </a:lnTo>
                  <a:lnTo>
                    <a:pt x="3826786" y="1239954"/>
                  </a:lnTo>
                  <a:lnTo>
                    <a:pt x="3826973" y="1242669"/>
                  </a:lnTo>
                  <a:lnTo>
                    <a:pt x="3827160" y="1245598"/>
                  </a:lnTo>
                  <a:lnTo>
                    <a:pt x="3827347" y="1248187"/>
                  </a:lnTo>
                  <a:lnTo>
                    <a:pt x="3827534" y="1250572"/>
                  </a:lnTo>
                  <a:lnTo>
                    <a:pt x="3827721" y="1252811"/>
                  </a:lnTo>
                  <a:lnTo>
                    <a:pt x="3827908" y="1253843"/>
                  </a:lnTo>
                  <a:lnTo>
                    <a:pt x="3828095" y="1254585"/>
                  </a:lnTo>
                  <a:lnTo>
                    <a:pt x="3828282" y="1254383"/>
                  </a:lnTo>
                  <a:lnTo>
                    <a:pt x="3828468" y="1255354"/>
                  </a:lnTo>
                  <a:lnTo>
                    <a:pt x="3828655" y="1254922"/>
                  </a:lnTo>
                  <a:lnTo>
                    <a:pt x="3828842" y="1252360"/>
                  </a:lnTo>
                  <a:lnTo>
                    <a:pt x="3829029" y="1248320"/>
                  </a:lnTo>
                  <a:lnTo>
                    <a:pt x="3829216" y="1246173"/>
                  </a:lnTo>
                  <a:lnTo>
                    <a:pt x="3829403" y="1242509"/>
                  </a:lnTo>
                  <a:lnTo>
                    <a:pt x="3829590" y="1240029"/>
                  </a:lnTo>
                  <a:lnTo>
                    <a:pt x="3829777" y="1235423"/>
                  </a:lnTo>
                  <a:lnTo>
                    <a:pt x="3829964" y="1231307"/>
                  </a:lnTo>
                  <a:lnTo>
                    <a:pt x="3830151" y="1226242"/>
                  </a:lnTo>
                  <a:lnTo>
                    <a:pt x="3830338" y="1222106"/>
                  </a:lnTo>
                  <a:lnTo>
                    <a:pt x="3830525" y="1218513"/>
                  </a:lnTo>
                  <a:lnTo>
                    <a:pt x="3830711" y="1215246"/>
                  </a:lnTo>
                  <a:lnTo>
                    <a:pt x="3830898" y="1212807"/>
                  </a:lnTo>
                  <a:lnTo>
                    <a:pt x="3831085" y="1210480"/>
                  </a:lnTo>
                  <a:lnTo>
                    <a:pt x="3831272" y="1207990"/>
                  </a:lnTo>
                  <a:lnTo>
                    <a:pt x="3831459" y="1205216"/>
                  </a:lnTo>
                  <a:lnTo>
                    <a:pt x="3831646" y="1201528"/>
                  </a:lnTo>
                  <a:lnTo>
                    <a:pt x="3831833" y="1197516"/>
                  </a:lnTo>
                  <a:lnTo>
                    <a:pt x="3832020" y="1193302"/>
                  </a:lnTo>
                  <a:lnTo>
                    <a:pt x="3832207" y="1188938"/>
                  </a:lnTo>
                  <a:lnTo>
                    <a:pt x="3832394" y="1184493"/>
                  </a:lnTo>
                  <a:lnTo>
                    <a:pt x="3832581" y="1179788"/>
                  </a:lnTo>
                  <a:lnTo>
                    <a:pt x="3832768" y="1175731"/>
                  </a:lnTo>
                  <a:lnTo>
                    <a:pt x="3832955" y="1171649"/>
                  </a:lnTo>
                  <a:lnTo>
                    <a:pt x="3833141" y="1165821"/>
                  </a:lnTo>
                  <a:lnTo>
                    <a:pt x="3833328" y="1160155"/>
                  </a:lnTo>
                  <a:lnTo>
                    <a:pt x="3833515" y="1154537"/>
                  </a:lnTo>
                  <a:lnTo>
                    <a:pt x="3833702" y="1145685"/>
                  </a:lnTo>
                  <a:lnTo>
                    <a:pt x="3833889" y="1136650"/>
                  </a:lnTo>
                  <a:lnTo>
                    <a:pt x="3834076" y="1127389"/>
                  </a:lnTo>
                  <a:lnTo>
                    <a:pt x="3834263" y="1118758"/>
                  </a:lnTo>
                  <a:lnTo>
                    <a:pt x="3834450" y="1110541"/>
                  </a:lnTo>
                  <a:lnTo>
                    <a:pt x="3834637" y="1102399"/>
                  </a:lnTo>
                  <a:lnTo>
                    <a:pt x="3834824" y="1094183"/>
                  </a:lnTo>
                  <a:lnTo>
                    <a:pt x="3835011" y="1087984"/>
                  </a:lnTo>
                  <a:lnTo>
                    <a:pt x="3835198" y="1081383"/>
                  </a:lnTo>
                  <a:lnTo>
                    <a:pt x="3835384" y="1076188"/>
                  </a:lnTo>
                  <a:lnTo>
                    <a:pt x="3835571" y="1071507"/>
                  </a:lnTo>
                  <a:lnTo>
                    <a:pt x="3835758" y="1067938"/>
                  </a:lnTo>
                  <a:lnTo>
                    <a:pt x="3835945" y="1064683"/>
                  </a:lnTo>
                  <a:lnTo>
                    <a:pt x="3836132" y="1061990"/>
                  </a:lnTo>
                  <a:lnTo>
                    <a:pt x="3836319" y="1060426"/>
                  </a:lnTo>
                  <a:lnTo>
                    <a:pt x="3836506" y="1059085"/>
                  </a:lnTo>
                  <a:lnTo>
                    <a:pt x="3836693" y="1057729"/>
                  </a:lnTo>
                  <a:lnTo>
                    <a:pt x="3836880" y="1056501"/>
                  </a:lnTo>
                  <a:lnTo>
                    <a:pt x="3837067" y="1055234"/>
                  </a:lnTo>
                  <a:lnTo>
                    <a:pt x="3837254" y="1053876"/>
                  </a:lnTo>
                  <a:lnTo>
                    <a:pt x="3837441" y="1052323"/>
                  </a:lnTo>
                  <a:lnTo>
                    <a:pt x="3837628" y="1050753"/>
                  </a:lnTo>
                  <a:lnTo>
                    <a:pt x="3837814" y="1048940"/>
                  </a:lnTo>
                  <a:lnTo>
                    <a:pt x="3838001" y="1046788"/>
                  </a:lnTo>
                  <a:lnTo>
                    <a:pt x="3838188" y="1044662"/>
                  </a:lnTo>
                  <a:lnTo>
                    <a:pt x="3838375" y="1042857"/>
                  </a:lnTo>
                  <a:lnTo>
                    <a:pt x="3838562" y="1041279"/>
                  </a:lnTo>
                  <a:lnTo>
                    <a:pt x="3838749" y="1039929"/>
                  </a:lnTo>
                  <a:lnTo>
                    <a:pt x="3838936" y="1038524"/>
                  </a:lnTo>
                  <a:lnTo>
                    <a:pt x="3839123" y="1036515"/>
                  </a:lnTo>
                  <a:lnTo>
                    <a:pt x="3839310" y="1033263"/>
                  </a:lnTo>
                  <a:lnTo>
                    <a:pt x="3839497" y="1028973"/>
                  </a:lnTo>
                  <a:lnTo>
                    <a:pt x="3839684" y="1022911"/>
                  </a:lnTo>
                  <a:lnTo>
                    <a:pt x="3839871" y="1015561"/>
                  </a:lnTo>
                  <a:lnTo>
                    <a:pt x="3840058" y="1006075"/>
                  </a:lnTo>
                  <a:lnTo>
                    <a:pt x="3840244" y="997236"/>
                  </a:lnTo>
                  <a:lnTo>
                    <a:pt x="3840431" y="989036"/>
                  </a:lnTo>
                  <a:lnTo>
                    <a:pt x="3840618" y="979559"/>
                  </a:lnTo>
                  <a:lnTo>
                    <a:pt x="3840805" y="971655"/>
                  </a:lnTo>
                  <a:lnTo>
                    <a:pt x="3840992" y="965183"/>
                  </a:lnTo>
                  <a:lnTo>
                    <a:pt x="3841179" y="959888"/>
                  </a:lnTo>
                  <a:lnTo>
                    <a:pt x="3841366" y="956019"/>
                  </a:lnTo>
                  <a:lnTo>
                    <a:pt x="3841553" y="953522"/>
                  </a:lnTo>
                  <a:lnTo>
                    <a:pt x="3841740" y="951420"/>
                  </a:lnTo>
                  <a:lnTo>
                    <a:pt x="3841927" y="949856"/>
                  </a:lnTo>
                  <a:lnTo>
                    <a:pt x="3842114" y="949435"/>
                  </a:lnTo>
                  <a:lnTo>
                    <a:pt x="3842301" y="949860"/>
                  </a:lnTo>
                  <a:lnTo>
                    <a:pt x="3842487" y="949895"/>
                  </a:lnTo>
                  <a:lnTo>
                    <a:pt x="3842674" y="949622"/>
                  </a:lnTo>
                  <a:lnTo>
                    <a:pt x="3842861" y="949396"/>
                  </a:lnTo>
                  <a:lnTo>
                    <a:pt x="3843048" y="948918"/>
                  </a:lnTo>
                  <a:lnTo>
                    <a:pt x="3843235" y="947671"/>
                  </a:lnTo>
                  <a:lnTo>
                    <a:pt x="3843422" y="945304"/>
                  </a:lnTo>
                  <a:lnTo>
                    <a:pt x="3843609" y="942045"/>
                  </a:lnTo>
                  <a:lnTo>
                    <a:pt x="3843796" y="937180"/>
                  </a:lnTo>
                  <a:lnTo>
                    <a:pt x="3843983" y="931597"/>
                  </a:lnTo>
                  <a:lnTo>
                    <a:pt x="3844170" y="925947"/>
                  </a:lnTo>
                  <a:lnTo>
                    <a:pt x="3844357" y="920050"/>
                  </a:lnTo>
                  <a:lnTo>
                    <a:pt x="3844544" y="914323"/>
                  </a:lnTo>
                  <a:lnTo>
                    <a:pt x="3844731" y="908393"/>
                  </a:lnTo>
                  <a:lnTo>
                    <a:pt x="3844917" y="901833"/>
                  </a:lnTo>
                  <a:lnTo>
                    <a:pt x="3845104" y="894174"/>
                  </a:lnTo>
                  <a:lnTo>
                    <a:pt x="3845291" y="885127"/>
                  </a:lnTo>
                  <a:lnTo>
                    <a:pt x="3845478" y="877538"/>
                  </a:lnTo>
                  <a:lnTo>
                    <a:pt x="3845665" y="869733"/>
                  </a:lnTo>
                  <a:lnTo>
                    <a:pt x="3845852" y="861770"/>
                  </a:lnTo>
                  <a:lnTo>
                    <a:pt x="3846039" y="854446"/>
                  </a:lnTo>
                  <a:lnTo>
                    <a:pt x="3846226" y="847148"/>
                  </a:lnTo>
                  <a:lnTo>
                    <a:pt x="3846413" y="842312"/>
                  </a:lnTo>
                  <a:lnTo>
                    <a:pt x="3846600" y="839859"/>
                  </a:lnTo>
                  <a:lnTo>
                    <a:pt x="3846787" y="836605"/>
                  </a:lnTo>
                  <a:lnTo>
                    <a:pt x="3846974" y="835572"/>
                  </a:lnTo>
                  <a:lnTo>
                    <a:pt x="3847161" y="833091"/>
                  </a:lnTo>
                  <a:lnTo>
                    <a:pt x="3847347" y="834272"/>
                  </a:lnTo>
                  <a:lnTo>
                    <a:pt x="3847534" y="835982"/>
                  </a:lnTo>
                  <a:lnTo>
                    <a:pt x="3847721" y="838124"/>
                  </a:lnTo>
                  <a:lnTo>
                    <a:pt x="3847908" y="841384"/>
                  </a:lnTo>
                  <a:lnTo>
                    <a:pt x="3848095" y="845940"/>
                  </a:lnTo>
                  <a:lnTo>
                    <a:pt x="3848282" y="848754"/>
                  </a:lnTo>
                  <a:lnTo>
                    <a:pt x="3848469" y="850096"/>
                  </a:lnTo>
                  <a:lnTo>
                    <a:pt x="3848656" y="850376"/>
                  </a:lnTo>
                  <a:lnTo>
                    <a:pt x="3848843" y="850265"/>
                  </a:lnTo>
                  <a:lnTo>
                    <a:pt x="3849030" y="850476"/>
                  </a:lnTo>
                  <a:lnTo>
                    <a:pt x="3849217" y="850670"/>
                  </a:lnTo>
                  <a:lnTo>
                    <a:pt x="3849404" y="851662"/>
                  </a:lnTo>
                  <a:lnTo>
                    <a:pt x="3849590" y="853805"/>
                  </a:lnTo>
                  <a:lnTo>
                    <a:pt x="3849777" y="856389"/>
                  </a:lnTo>
                  <a:lnTo>
                    <a:pt x="3849964" y="861647"/>
                  </a:lnTo>
                  <a:lnTo>
                    <a:pt x="3850151" y="866605"/>
                  </a:lnTo>
                  <a:lnTo>
                    <a:pt x="3850338" y="869958"/>
                  </a:lnTo>
                  <a:lnTo>
                    <a:pt x="3850525" y="878296"/>
                  </a:lnTo>
                  <a:lnTo>
                    <a:pt x="3850712" y="882331"/>
                  </a:lnTo>
                  <a:lnTo>
                    <a:pt x="3850899" y="884091"/>
                  </a:lnTo>
                  <a:lnTo>
                    <a:pt x="3851086" y="886550"/>
                  </a:lnTo>
                  <a:lnTo>
                    <a:pt x="3851273" y="888323"/>
                  </a:lnTo>
                  <a:lnTo>
                    <a:pt x="3851460" y="890751"/>
                  </a:lnTo>
                  <a:lnTo>
                    <a:pt x="3851647" y="893185"/>
                  </a:lnTo>
                  <a:lnTo>
                    <a:pt x="3851834" y="895563"/>
                  </a:lnTo>
                  <a:lnTo>
                    <a:pt x="3852020" y="897642"/>
                  </a:lnTo>
                  <a:lnTo>
                    <a:pt x="3852207" y="899331"/>
                  </a:lnTo>
                  <a:lnTo>
                    <a:pt x="3852394" y="900710"/>
                  </a:lnTo>
                  <a:lnTo>
                    <a:pt x="3852581" y="901926"/>
                  </a:lnTo>
                  <a:lnTo>
                    <a:pt x="3852768" y="902979"/>
                  </a:lnTo>
                  <a:lnTo>
                    <a:pt x="3852955" y="904066"/>
                  </a:lnTo>
                  <a:lnTo>
                    <a:pt x="3853142" y="905970"/>
                  </a:lnTo>
                  <a:lnTo>
                    <a:pt x="3853329" y="908386"/>
                  </a:lnTo>
                  <a:lnTo>
                    <a:pt x="3853516" y="911680"/>
                  </a:lnTo>
                  <a:lnTo>
                    <a:pt x="3853703" y="914970"/>
                  </a:lnTo>
                  <a:lnTo>
                    <a:pt x="3853890" y="917764"/>
                  </a:lnTo>
                  <a:lnTo>
                    <a:pt x="3854077" y="921029"/>
                  </a:lnTo>
                  <a:lnTo>
                    <a:pt x="3854263" y="924581"/>
                  </a:lnTo>
                  <a:lnTo>
                    <a:pt x="3854450" y="927752"/>
                  </a:lnTo>
                  <a:lnTo>
                    <a:pt x="3854637" y="931290"/>
                  </a:lnTo>
                  <a:lnTo>
                    <a:pt x="3854824" y="936766"/>
                  </a:lnTo>
                  <a:lnTo>
                    <a:pt x="3855011" y="940150"/>
                  </a:lnTo>
                  <a:lnTo>
                    <a:pt x="3855198" y="942375"/>
                  </a:lnTo>
                  <a:lnTo>
                    <a:pt x="3855385" y="943944"/>
                  </a:lnTo>
                  <a:lnTo>
                    <a:pt x="3855572" y="945104"/>
                  </a:lnTo>
                  <a:lnTo>
                    <a:pt x="3855759" y="945114"/>
                  </a:lnTo>
                  <a:lnTo>
                    <a:pt x="3855946" y="944919"/>
                  </a:lnTo>
                  <a:lnTo>
                    <a:pt x="3856133" y="943531"/>
                  </a:lnTo>
                  <a:lnTo>
                    <a:pt x="3856320" y="941307"/>
                  </a:lnTo>
                  <a:lnTo>
                    <a:pt x="3856507" y="940664"/>
                  </a:lnTo>
                  <a:lnTo>
                    <a:pt x="3856693" y="939456"/>
                  </a:lnTo>
                  <a:lnTo>
                    <a:pt x="3856880" y="937665"/>
                  </a:lnTo>
                  <a:lnTo>
                    <a:pt x="3857067" y="935164"/>
                  </a:lnTo>
                  <a:lnTo>
                    <a:pt x="3857254" y="932261"/>
                  </a:lnTo>
                  <a:lnTo>
                    <a:pt x="3857441" y="928113"/>
                  </a:lnTo>
                  <a:lnTo>
                    <a:pt x="3857628" y="922979"/>
                  </a:lnTo>
                  <a:lnTo>
                    <a:pt x="3857815" y="917539"/>
                  </a:lnTo>
                  <a:lnTo>
                    <a:pt x="3858002" y="913842"/>
                  </a:lnTo>
                  <a:lnTo>
                    <a:pt x="3858189" y="912110"/>
                  </a:lnTo>
                  <a:lnTo>
                    <a:pt x="3858376" y="909209"/>
                  </a:lnTo>
                  <a:lnTo>
                    <a:pt x="3858563" y="907613"/>
                  </a:lnTo>
                  <a:lnTo>
                    <a:pt x="3858750" y="907519"/>
                  </a:lnTo>
                  <a:lnTo>
                    <a:pt x="3858937" y="907641"/>
                  </a:lnTo>
                  <a:lnTo>
                    <a:pt x="3859123" y="907150"/>
                  </a:lnTo>
                  <a:lnTo>
                    <a:pt x="3859310" y="905269"/>
                  </a:lnTo>
                  <a:lnTo>
                    <a:pt x="3859497" y="902712"/>
                  </a:lnTo>
                  <a:lnTo>
                    <a:pt x="3859684" y="900251"/>
                  </a:lnTo>
                  <a:lnTo>
                    <a:pt x="3859871" y="897905"/>
                  </a:lnTo>
                  <a:lnTo>
                    <a:pt x="3860058" y="895349"/>
                  </a:lnTo>
                  <a:lnTo>
                    <a:pt x="3860245" y="892907"/>
                  </a:lnTo>
                  <a:lnTo>
                    <a:pt x="3860432" y="890503"/>
                  </a:lnTo>
                  <a:lnTo>
                    <a:pt x="3860619" y="888592"/>
                  </a:lnTo>
                  <a:lnTo>
                    <a:pt x="3860806" y="887471"/>
                  </a:lnTo>
                  <a:lnTo>
                    <a:pt x="3860993" y="887046"/>
                  </a:lnTo>
                  <a:lnTo>
                    <a:pt x="3861180" y="887364"/>
                  </a:lnTo>
                  <a:lnTo>
                    <a:pt x="3861366" y="887239"/>
                  </a:lnTo>
                  <a:lnTo>
                    <a:pt x="3861553" y="886555"/>
                  </a:lnTo>
                  <a:lnTo>
                    <a:pt x="3861740" y="886089"/>
                  </a:lnTo>
                  <a:lnTo>
                    <a:pt x="3861927" y="883886"/>
                  </a:lnTo>
                  <a:lnTo>
                    <a:pt x="3862114" y="882377"/>
                  </a:lnTo>
                  <a:lnTo>
                    <a:pt x="3862301" y="879555"/>
                  </a:lnTo>
                  <a:lnTo>
                    <a:pt x="3862488" y="876419"/>
                  </a:lnTo>
                  <a:lnTo>
                    <a:pt x="3862675" y="873473"/>
                  </a:lnTo>
                  <a:lnTo>
                    <a:pt x="3862862" y="872327"/>
                  </a:lnTo>
                  <a:lnTo>
                    <a:pt x="3863049" y="871272"/>
                  </a:lnTo>
                  <a:lnTo>
                    <a:pt x="3863236" y="869923"/>
                  </a:lnTo>
                  <a:lnTo>
                    <a:pt x="3863423" y="867576"/>
                  </a:lnTo>
                  <a:lnTo>
                    <a:pt x="3863610" y="864157"/>
                  </a:lnTo>
                  <a:lnTo>
                    <a:pt x="3863796" y="860719"/>
                  </a:lnTo>
                  <a:lnTo>
                    <a:pt x="3863983" y="856716"/>
                  </a:lnTo>
                  <a:lnTo>
                    <a:pt x="3864170" y="852579"/>
                  </a:lnTo>
                  <a:lnTo>
                    <a:pt x="3864357" y="847733"/>
                  </a:lnTo>
                  <a:lnTo>
                    <a:pt x="3864544" y="842415"/>
                  </a:lnTo>
                  <a:lnTo>
                    <a:pt x="3864731" y="836810"/>
                  </a:lnTo>
                  <a:lnTo>
                    <a:pt x="3864918" y="830774"/>
                  </a:lnTo>
                  <a:lnTo>
                    <a:pt x="3865105" y="825058"/>
                  </a:lnTo>
                  <a:lnTo>
                    <a:pt x="3865292" y="820184"/>
                  </a:lnTo>
                  <a:lnTo>
                    <a:pt x="3865479" y="815976"/>
                  </a:lnTo>
                  <a:lnTo>
                    <a:pt x="3865666" y="813176"/>
                  </a:lnTo>
                  <a:lnTo>
                    <a:pt x="3865853" y="811852"/>
                  </a:lnTo>
                  <a:lnTo>
                    <a:pt x="3866040" y="810289"/>
                  </a:lnTo>
                  <a:lnTo>
                    <a:pt x="3866226" y="811405"/>
                  </a:lnTo>
                  <a:lnTo>
                    <a:pt x="3866413" y="813452"/>
                  </a:lnTo>
                  <a:lnTo>
                    <a:pt x="3866600" y="813902"/>
                  </a:lnTo>
                  <a:lnTo>
                    <a:pt x="3866787" y="815230"/>
                  </a:lnTo>
                  <a:lnTo>
                    <a:pt x="3866974" y="816130"/>
                  </a:lnTo>
                  <a:lnTo>
                    <a:pt x="3867161" y="819166"/>
                  </a:lnTo>
                  <a:lnTo>
                    <a:pt x="3867348" y="821399"/>
                  </a:lnTo>
                  <a:lnTo>
                    <a:pt x="3867535" y="822903"/>
                  </a:lnTo>
                  <a:lnTo>
                    <a:pt x="3867722" y="824675"/>
                  </a:lnTo>
                  <a:lnTo>
                    <a:pt x="3867909" y="827137"/>
                  </a:lnTo>
                  <a:lnTo>
                    <a:pt x="3868096" y="830271"/>
                  </a:lnTo>
                  <a:lnTo>
                    <a:pt x="3868283" y="834054"/>
                  </a:lnTo>
                  <a:lnTo>
                    <a:pt x="3868469" y="837884"/>
                  </a:lnTo>
                  <a:lnTo>
                    <a:pt x="3868656" y="842252"/>
                  </a:lnTo>
                  <a:lnTo>
                    <a:pt x="3868843" y="847104"/>
                  </a:lnTo>
                  <a:lnTo>
                    <a:pt x="3869030" y="852159"/>
                  </a:lnTo>
                  <a:lnTo>
                    <a:pt x="3869217" y="857005"/>
                  </a:lnTo>
                  <a:lnTo>
                    <a:pt x="3869404" y="861710"/>
                  </a:lnTo>
                  <a:lnTo>
                    <a:pt x="3869591" y="866344"/>
                  </a:lnTo>
                  <a:lnTo>
                    <a:pt x="3869778" y="871297"/>
                  </a:lnTo>
                  <a:lnTo>
                    <a:pt x="3869965" y="876213"/>
                  </a:lnTo>
                  <a:lnTo>
                    <a:pt x="3870152" y="880813"/>
                  </a:lnTo>
                  <a:lnTo>
                    <a:pt x="3870339" y="885819"/>
                  </a:lnTo>
                  <a:lnTo>
                    <a:pt x="3870526" y="892948"/>
                  </a:lnTo>
                  <a:lnTo>
                    <a:pt x="3870713" y="900184"/>
                  </a:lnTo>
                  <a:lnTo>
                    <a:pt x="3870899" y="907564"/>
                  </a:lnTo>
                  <a:lnTo>
                    <a:pt x="3871086" y="918064"/>
                  </a:lnTo>
                  <a:lnTo>
                    <a:pt x="3871273" y="928654"/>
                  </a:lnTo>
                  <a:lnTo>
                    <a:pt x="3871460" y="939288"/>
                  </a:lnTo>
                  <a:lnTo>
                    <a:pt x="3871647" y="948668"/>
                  </a:lnTo>
                  <a:lnTo>
                    <a:pt x="3871834" y="957340"/>
                  </a:lnTo>
                  <a:lnTo>
                    <a:pt x="3872021" y="964695"/>
                  </a:lnTo>
                  <a:lnTo>
                    <a:pt x="3872208" y="971529"/>
                  </a:lnTo>
                  <a:lnTo>
                    <a:pt x="3872395" y="976288"/>
                  </a:lnTo>
                  <a:lnTo>
                    <a:pt x="3872582" y="981069"/>
                  </a:lnTo>
                  <a:lnTo>
                    <a:pt x="3872769" y="983028"/>
                  </a:lnTo>
                  <a:lnTo>
                    <a:pt x="3872956" y="984288"/>
                  </a:lnTo>
                  <a:lnTo>
                    <a:pt x="3873142" y="984705"/>
                  </a:lnTo>
                  <a:lnTo>
                    <a:pt x="3873329" y="986593"/>
                  </a:lnTo>
                  <a:lnTo>
                    <a:pt x="3873516" y="988336"/>
                  </a:lnTo>
                  <a:lnTo>
                    <a:pt x="3873703" y="989015"/>
                  </a:lnTo>
                  <a:lnTo>
                    <a:pt x="3873890" y="989274"/>
                  </a:lnTo>
                  <a:lnTo>
                    <a:pt x="3874077" y="989767"/>
                  </a:lnTo>
                  <a:lnTo>
                    <a:pt x="3874264" y="989989"/>
                  </a:lnTo>
                  <a:lnTo>
                    <a:pt x="3874451" y="990124"/>
                  </a:lnTo>
                  <a:lnTo>
                    <a:pt x="3874638" y="989359"/>
                  </a:lnTo>
                  <a:lnTo>
                    <a:pt x="3874825" y="988409"/>
                  </a:lnTo>
                  <a:lnTo>
                    <a:pt x="3875012" y="987308"/>
                  </a:lnTo>
                  <a:lnTo>
                    <a:pt x="3875199" y="986191"/>
                  </a:lnTo>
                  <a:lnTo>
                    <a:pt x="3875386" y="985172"/>
                  </a:lnTo>
                  <a:lnTo>
                    <a:pt x="3875572" y="983540"/>
                  </a:lnTo>
                  <a:lnTo>
                    <a:pt x="3875759" y="981486"/>
                  </a:lnTo>
                  <a:lnTo>
                    <a:pt x="3875946" y="979205"/>
                  </a:lnTo>
                  <a:lnTo>
                    <a:pt x="3876133" y="977295"/>
                  </a:lnTo>
                  <a:lnTo>
                    <a:pt x="3876320" y="975273"/>
                  </a:lnTo>
                  <a:lnTo>
                    <a:pt x="3876507" y="973382"/>
                  </a:lnTo>
                  <a:lnTo>
                    <a:pt x="3876694" y="969427"/>
                  </a:lnTo>
                  <a:lnTo>
                    <a:pt x="3876881" y="965710"/>
                  </a:lnTo>
                  <a:lnTo>
                    <a:pt x="3877068" y="963189"/>
                  </a:lnTo>
                  <a:lnTo>
                    <a:pt x="3877255" y="961346"/>
                  </a:lnTo>
                  <a:lnTo>
                    <a:pt x="3877442" y="961966"/>
                  </a:lnTo>
                  <a:lnTo>
                    <a:pt x="3877629" y="962022"/>
                  </a:lnTo>
                  <a:lnTo>
                    <a:pt x="3877816" y="962088"/>
                  </a:lnTo>
                  <a:lnTo>
                    <a:pt x="3878002" y="964085"/>
                  </a:lnTo>
                  <a:lnTo>
                    <a:pt x="3878189" y="965175"/>
                  </a:lnTo>
                  <a:lnTo>
                    <a:pt x="3878376" y="966107"/>
                  </a:lnTo>
                  <a:lnTo>
                    <a:pt x="3878563" y="966883"/>
                  </a:lnTo>
                  <a:lnTo>
                    <a:pt x="3878750" y="966363"/>
                  </a:lnTo>
                  <a:lnTo>
                    <a:pt x="3878937" y="964795"/>
                  </a:lnTo>
                  <a:lnTo>
                    <a:pt x="3879124" y="962749"/>
                  </a:lnTo>
                  <a:lnTo>
                    <a:pt x="3879311" y="959761"/>
                  </a:lnTo>
                  <a:lnTo>
                    <a:pt x="3879498" y="955825"/>
                  </a:lnTo>
                  <a:lnTo>
                    <a:pt x="3879685" y="952944"/>
                  </a:lnTo>
                  <a:lnTo>
                    <a:pt x="3879872" y="951833"/>
                  </a:lnTo>
                  <a:lnTo>
                    <a:pt x="3880059" y="951554"/>
                  </a:lnTo>
                  <a:lnTo>
                    <a:pt x="3880245" y="951060"/>
                  </a:lnTo>
                  <a:lnTo>
                    <a:pt x="3880432" y="950225"/>
                  </a:lnTo>
                  <a:lnTo>
                    <a:pt x="3880619" y="950367"/>
                  </a:lnTo>
                  <a:lnTo>
                    <a:pt x="3880806" y="951578"/>
                  </a:lnTo>
                  <a:lnTo>
                    <a:pt x="3880993" y="953206"/>
                  </a:lnTo>
                  <a:lnTo>
                    <a:pt x="3881180" y="954995"/>
                  </a:lnTo>
                  <a:lnTo>
                    <a:pt x="3881367" y="957162"/>
                  </a:lnTo>
                  <a:lnTo>
                    <a:pt x="3881554" y="959426"/>
                  </a:lnTo>
                  <a:lnTo>
                    <a:pt x="3881741" y="962162"/>
                  </a:lnTo>
                  <a:lnTo>
                    <a:pt x="3881928" y="965608"/>
                  </a:lnTo>
                  <a:lnTo>
                    <a:pt x="3882115" y="971038"/>
                  </a:lnTo>
                  <a:lnTo>
                    <a:pt x="3882302" y="976974"/>
                  </a:lnTo>
                  <a:lnTo>
                    <a:pt x="3882489" y="984005"/>
                  </a:lnTo>
                  <a:lnTo>
                    <a:pt x="3882675" y="992569"/>
                  </a:lnTo>
                  <a:lnTo>
                    <a:pt x="3882862" y="1000671"/>
                  </a:lnTo>
                  <a:lnTo>
                    <a:pt x="3883049" y="1008957"/>
                  </a:lnTo>
                  <a:lnTo>
                    <a:pt x="3883236" y="1017210"/>
                  </a:lnTo>
                  <a:lnTo>
                    <a:pt x="3883423" y="1025198"/>
                  </a:lnTo>
                  <a:lnTo>
                    <a:pt x="3883610" y="1032745"/>
                  </a:lnTo>
                  <a:lnTo>
                    <a:pt x="3883797" y="1039894"/>
                  </a:lnTo>
                  <a:lnTo>
                    <a:pt x="3883984" y="1046600"/>
                  </a:lnTo>
                  <a:lnTo>
                    <a:pt x="3884171" y="1053833"/>
                  </a:lnTo>
                  <a:lnTo>
                    <a:pt x="3884358" y="1061867"/>
                  </a:lnTo>
                  <a:lnTo>
                    <a:pt x="3884545" y="1071052"/>
                  </a:lnTo>
                  <a:lnTo>
                    <a:pt x="3884732" y="1077141"/>
                  </a:lnTo>
                  <a:lnTo>
                    <a:pt x="3884918" y="1082358"/>
                  </a:lnTo>
                  <a:lnTo>
                    <a:pt x="3885105" y="1088030"/>
                  </a:lnTo>
                  <a:lnTo>
                    <a:pt x="3885292" y="1093624"/>
                  </a:lnTo>
                  <a:lnTo>
                    <a:pt x="3885479" y="1096410"/>
                  </a:lnTo>
                  <a:lnTo>
                    <a:pt x="3885666" y="1099616"/>
                  </a:lnTo>
                  <a:lnTo>
                    <a:pt x="3885853" y="1102548"/>
                  </a:lnTo>
                  <a:lnTo>
                    <a:pt x="3886040" y="1106073"/>
                  </a:lnTo>
                  <a:lnTo>
                    <a:pt x="3886227" y="1110007"/>
                  </a:lnTo>
                  <a:lnTo>
                    <a:pt x="3886414" y="1114094"/>
                  </a:lnTo>
                  <a:lnTo>
                    <a:pt x="3886601" y="1118769"/>
                  </a:lnTo>
                  <a:lnTo>
                    <a:pt x="3886788" y="1125293"/>
                  </a:lnTo>
                  <a:lnTo>
                    <a:pt x="3886975" y="1132484"/>
                  </a:lnTo>
                  <a:lnTo>
                    <a:pt x="3887162" y="1139676"/>
                  </a:lnTo>
                  <a:lnTo>
                    <a:pt x="3887348" y="1144716"/>
                  </a:lnTo>
                  <a:lnTo>
                    <a:pt x="3887535" y="1149388"/>
                  </a:lnTo>
                  <a:lnTo>
                    <a:pt x="3887722" y="1155076"/>
                  </a:lnTo>
                  <a:lnTo>
                    <a:pt x="3887909" y="1159588"/>
                  </a:lnTo>
                  <a:lnTo>
                    <a:pt x="3888096" y="1163073"/>
                  </a:lnTo>
                  <a:lnTo>
                    <a:pt x="3888283" y="1165801"/>
                  </a:lnTo>
                  <a:lnTo>
                    <a:pt x="3888470" y="1166728"/>
                  </a:lnTo>
                  <a:lnTo>
                    <a:pt x="3888657" y="1167474"/>
                  </a:lnTo>
                  <a:lnTo>
                    <a:pt x="3888844" y="1167582"/>
                  </a:lnTo>
                  <a:lnTo>
                    <a:pt x="3889031" y="1167131"/>
                  </a:lnTo>
                  <a:lnTo>
                    <a:pt x="3889218" y="1166445"/>
                  </a:lnTo>
                  <a:lnTo>
                    <a:pt x="3889405" y="1165293"/>
                  </a:lnTo>
                  <a:lnTo>
                    <a:pt x="3889592" y="1163419"/>
                  </a:lnTo>
                  <a:lnTo>
                    <a:pt x="3889778" y="1160040"/>
                  </a:lnTo>
                  <a:lnTo>
                    <a:pt x="3889965" y="1156508"/>
                  </a:lnTo>
                  <a:lnTo>
                    <a:pt x="3890152" y="1152812"/>
                  </a:lnTo>
                  <a:lnTo>
                    <a:pt x="3890339" y="1149343"/>
                  </a:lnTo>
                  <a:lnTo>
                    <a:pt x="3890526" y="1144307"/>
                  </a:lnTo>
                  <a:lnTo>
                    <a:pt x="3890713" y="1138881"/>
                  </a:lnTo>
                  <a:lnTo>
                    <a:pt x="3890900" y="1133231"/>
                  </a:lnTo>
                  <a:lnTo>
                    <a:pt x="3891087" y="1125457"/>
                  </a:lnTo>
                  <a:lnTo>
                    <a:pt x="3891274" y="1117719"/>
                  </a:lnTo>
                  <a:lnTo>
                    <a:pt x="3891461" y="1109405"/>
                  </a:lnTo>
                  <a:lnTo>
                    <a:pt x="3891648" y="1101054"/>
                  </a:lnTo>
                  <a:lnTo>
                    <a:pt x="3891835" y="1092592"/>
                  </a:lnTo>
                  <a:lnTo>
                    <a:pt x="3892021" y="1085521"/>
                  </a:lnTo>
                  <a:lnTo>
                    <a:pt x="3892208" y="1078484"/>
                  </a:lnTo>
                  <a:lnTo>
                    <a:pt x="3892395" y="1072344"/>
                  </a:lnTo>
                  <a:lnTo>
                    <a:pt x="3892582" y="1068038"/>
                  </a:lnTo>
                  <a:lnTo>
                    <a:pt x="3892769" y="1064496"/>
                  </a:lnTo>
                  <a:lnTo>
                    <a:pt x="3892956" y="1062039"/>
                  </a:lnTo>
                  <a:lnTo>
                    <a:pt x="3893143" y="1061902"/>
                  </a:lnTo>
                  <a:lnTo>
                    <a:pt x="3893330" y="1061508"/>
                  </a:lnTo>
                  <a:lnTo>
                    <a:pt x="3893517" y="1061957"/>
                  </a:lnTo>
                  <a:lnTo>
                    <a:pt x="3893704" y="1064255"/>
                  </a:lnTo>
                  <a:lnTo>
                    <a:pt x="3893891" y="1067326"/>
                  </a:lnTo>
                  <a:lnTo>
                    <a:pt x="3894078" y="1070469"/>
                  </a:lnTo>
                  <a:lnTo>
                    <a:pt x="3894265" y="1074540"/>
                  </a:lnTo>
                  <a:lnTo>
                    <a:pt x="3894451" y="1079738"/>
                  </a:lnTo>
                  <a:lnTo>
                    <a:pt x="3894638" y="1085129"/>
                  </a:lnTo>
                  <a:lnTo>
                    <a:pt x="3894825" y="1090815"/>
                  </a:lnTo>
                  <a:lnTo>
                    <a:pt x="3895012" y="1096689"/>
                  </a:lnTo>
                  <a:lnTo>
                    <a:pt x="3895199" y="1102570"/>
                  </a:lnTo>
                  <a:lnTo>
                    <a:pt x="3895386" y="1106060"/>
                  </a:lnTo>
                  <a:lnTo>
                    <a:pt x="3895573" y="1108644"/>
                  </a:lnTo>
                  <a:lnTo>
                    <a:pt x="3895760" y="1112223"/>
                  </a:lnTo>
                  <a:lnTo>
                    <a:pt x="3895947" y="1114939"/>
                  </a:lnTo>
                  <a:lnTo>
                    <a:pt x="3896134" y="1116798"/>
                  </a:lnTo>
                  <a:lnTo>
                    <a:pt x="3896321" y="1119168"/>
                  </a:lnTo>
                  <a:lnTo>
                    <a:pt x="3896508" y="1121163"/>
                  </a:lnTo>
                  <a:lnTo>
                    <a:pt x="3896695" y="1123367"/>
                  </a:lnTo>
                  <a:lnTo>
                    <a:pt x="3896881" y="1126249"/>
                  </a:lnTo>
                  <a:lnTo>
                    <a:pt x="3897068" y="1128420"/>
                  </a:lnTo>
                  <a:lnTo>
                    <a:pt x="3897255" y="1129486"/>
                  </a:lnTo>
                  <a:lnTo>
                    <a:pt x="3897442" y="1130254"/>
                  </a:lnTo>
                  <a:lnTo>
                    <a:pt x="3897629" y="1130880"/>
                  </a:lnTo>
                  <a:lnTo>
                    <a:pt x="3897816" y="1130915"/>
                  </a:lnTo>
                  <a:lnTo>
                    <a:pt x="3898003" y="1130508"/>
                  </a:lnTo>
                  <a:lnTo>
                    <a:pt x="3898190" y="1130223"/>
                  </a:lnTo>
                  <a:lnTo>
                    <a:pt x="3898377" y="1129088"/>
                  </a:lnTo>
                  <a:lnTo>
                    <a:pt x="3898564" y="1127524"/>
                  </a:lnTo>
                  <a:lnTo>
                    <a:pt x="3898751" y="1125996"/>
                  </a:lnTo>
                  <a:lnTo>
                    <a:pt x="3898938" y="1125034"/>
                  </a:lnTo>
                  <a:lnTo>
                    <a:pt x="3899124" y="1123115"/>
                  </a:lnTo>
                  <a:lnTo>
                    <a:pt x="3899311" y="1122782"/>
                  </a:lnTo>
                  <a:lnTo>
                    <a:pt x="3899498" y="1121428"/>
                  </a:lnTo>
                  <a:lnTo>
                    <a:pt x="3899685" y="1121382"/>
                  </a:lnTo>
                  <a:lnTo>
                    <a:pt x="3899872" y="1121618"/>
                  </a:lnTo>
                  <a:lnTo>
                    <a:pt x="3900059" y="1121524"/>
                  </a:lnTo>
                  <a:lnTo>
                    <a:pt x="3900246" y="1119093"/>
                  </a:lnTo>
                  <a:lnTo>
                    <a:pt x="3900433" y="1116079"/>
                  </a:lnTo>
                  <a:lnTo>
                    <a:pt x="3900620" y="1113159"/>
                  </a:lnTo>
                  <a:lnTo>
                    <a:pt x="3900807" y="1110828"/>
                  </a:lnTo>
                  <a:lnTo>
                    <a:pt x="3900994" y="1109263"/>
                  </a:lnTo>
                  <a:lnTo>
                    <a:pt x="3901181" y="1106587"/>
                  </a:lnTo>
                  <a:lnTo>
                    <a:pt x="3901368" y="1104180"/>
                  </a:lnTo>
                  <a:lnTo>
                    <a:pt x="3901554" y="1101012"/>
                  </a:lnTo>
                  <a:lnTo>
                    <a:pt x="3901741" y="1098454"/>
                  </a:lnTo>
                  <a:lnTo>
                    <a:pt x="3901928" y="1095631"/>
                  </a:lnTo>
                  <a:lnTo>
                    <a:pt x="3902115" y="1093305"/>
                  </a:lnTo>
                  <a:lnTo>
                    <a:pt x="3902302" y="1092007"/>
                  </a:lnTo>
                  <a:lnTo>
                    <a:pt x="3902489" y="1090771"/>
                  </a:lnTo>
                  <a:lnTo>
                    <a:pt x="3902676" y="1089401"/>
                  </a:lnTo>
                  <a:lnTo>
                    <a:pt x="3902863" y="1088470"/>
                  </a:lnTo>
                  <a:lnTo>
                    <a:pt x="3903050" y="1085298"/>
                  </a:lnTo>
                  <a:lnTo>
                    <a:pt x="3903237" y="1082350"/>
                  </a:lnTo>
                  <a:lnTo>
                    <a:pt x="3903424" y="1079580"/>
                  </a:lnTo>
                  <a:lnTo>
                    <a:pt x="3903611" y="1075737"/>
                  </a:lnTo>
                  <a:lnTo>
                    <a:pt x="3903797" y="1074065"/>
                  </a:lnTo>
                  <a:lnTo>
                    <a:pt x="3903984" y="1072125"/>
                  </a:lnTo>
                  <a:lnTo>
                    <a:pt x="3904171" y="1069836"/>
                  </a:lnTo>
                  <a:lnTo>
                    <a:pt x="3904358" y="1066434"/>
                  </a:lnTo>
                  <a:lnTo>
                    <a:pt x="3904545" y="1063383"/>
                  </a:lnTo>
                  <a:lnTo>
                    <a:pt x="3904732" y="1060499"/>
                  </a:lnTo>
                  <a:lnTo>
                    <a:pt x="3904919" y="1060527"/>
                  </a:lnTo>
                  <a:lnTo>
                    <a:pt x="3905106" y="1059604"/>
                  </a:lnTo>
                  <a:lnTo>
                    <a:pt x="3905293" y="1057834"/>
                  </a:lnTo>
                  <a:lnTo>
                    <a:pt x="3905480" y="1055167"/>
                  </a:lnTo>
                  <a:lnTo>
                    <a:pt x="3905667" y="1052029"/>
                  </a:lnTo>
                  <a:lnTo>
                    <a:pt x="3905854" y="1049138"/>
                  </a:lnTo>
                  <a:lnTo>
                    <a:pt x="3906041" y="1045471"/>
                  </a:lnTo>
                  <a:lnTo>
                    <a:pt x="3906227" y="1041149"/>
                  </a:lnTo>
                  <a:lnTo>
                    <a:pt x="3906414" y="1036738"/>
                  </a:lnTo>
                  <a:lnTo>
                    <a:pt x="3906601" y="1032875"/>
                  </a:lnTo>
                  <a:lnTo>
                    <a:pt x="3906788" y="1029577"/>
                  </a:lnTo>
                  <a:lnTo>
                    <a:pt x="3906975" y="1026465"/>
                  </a:lnTo>
                  <a:lnTo>
                    <a:pt x="3907162" y="1023683"/>
                  </a:lnTo>
                  <a:lnTo>
                    <a:pt x="3907349" y="1021346"/>
                  </a:lnTo>
                  <a:lnTo>
                    <a:pt x="3907536" y="1018218"/>
                  </a:lnTo>
                  <a:lnTo>
                    <a:pt x="3907723" y="1014275"/>
                  </a:lnTo>
                  <a:lnTo>
                    <a:pt x="3907910" y="1010392"/>
                  </a:lnTo>
                  <a:lnTo>
                    <a:pt x="3908097" y="1006585"/>
                  </a:lnTo>
                  <a:lnTo>
                    <a:pt x="3908284" y="1002668"/>
                  </a:lnTo>
                  <a:lnTo>
                    <a:pt x="3908471" y="999319"/>
                  </a:lnTo>
                  <a:lnTo>
                    <a:pt x="3908657" y="995331"/>
                  </a:lnTo>
                  <a:lnTo>
                    <a:pt x="3908844" y="991381"/>
                  </a:lnTo>
                  <a:lnTo>
                    <a:pt x="3909031" y="986910"/>
                  </a:lnTo>
                  <a:lnTo>
                    <a:pt x="3909218" y="982263"/>
                  </a:lnTo>
                  <a:lnTo>
                    <a:pt x="3909405" y="979550"/>
                  </a:lnTo>
                  <a:lnTo>
                    <a:pt x="3909592" y="977151"/>
                  </a:lnTo>
                  <a:lnTo>
                    <a:pt x="3909779" y="975772"/>
                  </a:lnTo>
                  <a:lnTo>
                    <a:pt x="3909966" y="974905"/>
                  </a:lnTo>
                  <a:lnTo>
                    <a:pt x="3910153" y="975846"/>
                  </a:lnTo>
                  <a:lnTo>
                    <a:pt x="3910340" y="977420"/>
                  </a:lnTo>
                  <a:lnTo>
                    <a:pt x="3910527" y="979521"/>
                  </a:lnTo>
                  <a:lnTo>
                    <a:pt x="3910714" y="980178"/>
                  </a:lnTo>
                  <a:lnTo>
                    <a:pt x="3910900" y="980549"/>
                  </a:lnTo>
                  <a:lnTo>
                    <a:pt x="3911087" y="981180"/>
                  </a:lnTo>
                  <a:lnTo>
                    <a:pt x="3911274" y="981603"/>
                  </a:lnTo>
                  <a:lnTo>
                    <a:pt x="3911461" y="982396"/>
                  </a:lnTo>
                  <a:lnTo>
                    <a:pt x="3911648" y="983720"/>
                  </a:lnTo>
                  <a:lnTo>
                    <a:pt x="3911835" y="986138"/>
                  </a:lnTo>
                  <a:lnTo>
                    <a:pt x="3912022" y="989582"/>
                  </a:lnTo>
                  <a:lnTo>
                    <a:pt x="3912209" y="993574"/>
                  </a:lnTo>
                  <a:lnTo>
                    <a:pt x="3912396" y="998328"/>
                  </a:lnTo>
                  <a:lnTo>
                    <a:pt x="3912583" y="1002583"/>
                  </a:lnTo>
                  <a:lnTo>
                    <a:pt x="3912770" y="1006601"/>
                  </a:lnTo>
                  <a:lnTo>
                    <a:pt x="3912957" y="1011012"/>
                  </a:lnTo>
                  <a:lnTo>
                    <a:pt x="3913144" y="1015521"/>
                  </a:lnTo>
                  <a:lnTo>
                    <a:pt x="3913330" y="1019833"/>
                  </a:lnTo>
                  <a:lnTo>
                    <a:pt x="3913517" y="1023842"/>
                  </a:lnTo>
                  <a:lnTo>
                    <a:pt x="3913704" y="1027101"/>
                  </a:lnTo>
                  <a:lnTo>
                    <a:pt x="3913891" y="1029580"/>
                  </a:lnTo>
                  <a:lnTo>
                    <a:pt x="3914078" y="1034366"/>
                  </a:lnTo>
                  <a:lnTo>
                    <a:pt x="3914265" y="1038913"/>
                  </a:lnTo>
                  <a:lnTo>
                    <a:pt x="3914452" y="1043476"/>
                  </a:lnTo>
                  <a:lnTo>
                    <a:pt x="3914639" y="1048246"/>
                  </a:lnTo>
                  <a:lnTo>
                    <a:pt x="3914826" y="1052372"/>
                  </a:lnTo>
                  <a:lnTo>
                    <a:pt x="3915013" y="1055400"/>
                  </a:lnTo>
                  <a:lnTo>
                    <a:pt x="3915200" y="1056003"/>
                  </a:lnTo>
                  <a:lnTo>
                    <a:pt x="3915387" y="1054558"/>
                  </a:lnTo>
                  <a:lnTo>
                    <a:pt x="3915574" y="1051604"/>
                  </a:lnTo>
                  <a:lnTo>
                    <a:pt x="3915760" y="1046307"/>
                  </a:lnTo>
                  <a:lnTo>
                    <a:pt x="3915947" y="1042943"/>
                  </a:lnTo>
                  <a:lnTo>
                    <a:pt x="3916134" y="1039350"/>
                  </a:lnTo>
                  <a:lnTo>
                    <a:pt x="3916321" y="1034580"/>
                  </a:lnTo>
                  <a:lnTo>
                    <a:pt x="3916508" y="1029524"/>
                  </a:lnTo>
                  <a:lnTo>
                    <a:pt x="3916695" y="1024581"/>
                  </a:lnTo>
                  <a:lnTo>
                    <a:pt x="3916882" y="1018892"/>
                  </a:lnTo>
                  <a:lnTo>
                    <a:pt x="3917069" y="1011024"/>
                  </a:lnTo>
                  <a:lnTo>
                    <a:pt x="3917256" y="1001321"/>
                  </a:lnTo>
                  <a:lnTo>
                    <a:pt x="3917443" y="991096"/>
                  </a:lnTo>
                  <a:lnTo>
                    <a:pt x="3917630" y="981238"/>
                  </a:lnTo>
                  <a:lnTo>
                    <a:pt x="3917817" y="971969"/>
                  </a:lnTo>
                  <a:lnTo>
                    <a:pt x="3918003" y="963407"/>
                  </a:lnTo>
                  <a:lnTo>
                    <a:pt x="3918190" y="954665"/>
                  </a:lnTo>
                  <a:lnTo>
                    <a:pt x="3918377" y="946661"/>
                  </a:lnTo>
                  <a:lnTo>
                    <a:pt x="3918564" y="940121"/>
                  </a:lnTo>
                  <a:lnTo>
                    <a:pt x="3918751" y="934521"/>
                  </a:lnTo>
                  <a:lnTo>
                    <a:pt x="3918938" y="929348"/>
                  </a:lnTo>
                  <a:lnTo>
                    <a:pt x="3919125" y="924768"/>
                  </a:lnTo>
                  <a:lnTo>
                    <a:pt x="3919312" y="916082"/>
                  </a:lnTo>
                  <a:lnTo>
                    <a:pt x="3919499" y="907187"/>
                  </a:lnTo>
                  <a:lnTo>
                    <a:pt x="3919686" y="900053"/>
                  </a:lnTo>
                  <a:lnTo>
                    <a:pt x="3919873" y="894269"/>
                  </a:lnTo>
                  <a:lnTo>
                    <a:pt x="3920060" y="888973"/>
                  </a:lnTo>
                  <a:lnTo>
                    <a:pt x="3920247" y="884436"/>
                  </a:lnTo>
                  <a:lnTo>
                    <a:pt x="3920433" y="880333"/>
                  </a:lnTo>
                  <a:lnTo>
                    <a:pt x="3920620" y="877064"/>
                  </a:lnTo>
                  <a:lnTo>
                    <a:pt x="3920807" y="874786"/>
                  </a:lnTo>
                  <a:lnTo>
                    <a:pt x="3920994" y="874403"/>
                  </a:lnTo>
                  <a:lnTo>
                    <a:pt x="3921181" y="874960"/>
                  </a:lnTo>
                  <a:lnTo>
                    <a:pt x="3921368" y="875813"/>
                  </a:lnTo>
                  <a:lnTo>
                    <a:pt x="3921555" y="876601"/>
                  </a:lnTo>
                  <a:lnTo>
                    <a:pt x="3921742" y="877561"/>
                  </a:lnTo>
                  <a:lnTo>
                    <a:pt x="3921929" y="879706"/>
                  </a:lnTo>
                  <a:lnTo>
                    <a:pt x="3922116" y="881325"/>
                  </a:lnTo>
                  <a:lnTo>
                    <a:pt x="3922303" y="883077"/>
                  </a:lnTo>
                  <a:lnTo>
                    <a:pt x="3922490" y="883891"/>
                  </a:lnTo>
                  <a:lnTo>
                    <a:pt x="3922676" y="883709"/>
                  </a:lnTo>
                  <a:lnTo>
                    <a:pt x="3922863" y="884311"/>
                  </a:lnTo>
                  <a:lnTo>
                    <a:pt x="3923050" y="885125"/>
                  </a:lnTo>
                  <a:lnTo>
                    <a:pt x="3923237" y="887272"/>
                  </a:lnTo>
                  <a:lnTo>
                    <a:pt x="3923424" y="889460"/>
                  </a:lnTo>
                  <a:lnTo>
                    <a:pt x="3923611" y="891222"/>
                  </a:lnTo>
                  <a:lnTo>
                    <a:pt x="3923798" y="893209"/>
                  </a:lnTo>
                  <a:lnTo>
                    <a:pt x="3923985" y="894552"/>
                  </a:lnTo>
                  <a:lnTo>
                    <a:pt x="3924172" y="893805"/>
                  </a:lnTo>
                  <a:lnTo>
                    <a:pt x="3924359" y="892256"/>
                  </a:lnTo>
                  <a:lnTo>
                    <a:pt x="3924546" y="890540"/>
                  </a:lnTo>
                  <a:lnTo>
                    <a:pt x="3924733" y="888917"/>
                  </a:lnTo>
                  <a:lnTo>
                    <a:pt x="3924920" y="887860"/>
                  </a:lnTo>
                  <a:lnTo>
                    <a:pt x="3925106" y="886597"/>
                  </a:lnTo>
                  <a:lnTo>
                    <a:pt x="3925293" y="886212"/>
                  </a:lnTo>
                  <a:lnTo>
                    <a:pt x="3925480" y="886576"/>
                  </a:lnTo>
                  <a:lnTo>
                    <a:pt x="3925667" y="887724"/>
                  </a:lnTo>
                  <a:lnTo>
                    <a:pt x="3925854" y="888917"/>
                  </a:lnTo>
                  <a:lnTo>
                    <a:pt x="3926041" y="890188"/>
                  </a:lnTo>
                  <a:lnTo>
                    <a:pt x="3926228" y="891341"/>
                  </a:lnTo>
                  <a:lnTo>
                    <a:pt x="3926415" y="892760"/>
                  </a:lnTo>
                  <a:lnTo>
                    <a:pt x="3926602" y="894500"/>
                  </a:lnTo>
                  <a:lnTo>
                    <a:pt x="3926789" y="896301"/>
                  </a:lnTo>
                  <a:lnTo>
                    <a:pt x="3926976" y="898434"/>
                  </a:lnTo>
                  <a:lnTo>
                    <a:pt x="3927163" y="899149"/>
                  </a:lnTo>
                  <a:lnTo>
                    <a:pt x="3927350" y="899325"/>
                  </a:lnTo>
                  <a:lnTo>
                    <a:pt x="3927536" y="900701"/>
                  </a:lnTo>
                  <a:lnTo>
                    <a:pt x="3927723" y="900947"/>
                  </a:lnTo>
                  <a:lnTo>
                    <a:pt x="3927910" y="901111"/>
                  </a:lnTo>
                  <a:lnTo>
                    <a:pt x="3928097" y="900336"/>
                  </a:lnTo>
                  <a:lnTo>
                    <a:pt x="3928284" y="898525"/>
                  </a:lnTo>
                  <a:lnTo>
                    <a:pt x="3928471" y="897401"/>
                  </a:lnTo>
                  <a:lnTo>
                    <a:pt x="3928658" y="895693"/>
                  </a:lnTo>
                  <a:lnTo>
                    <a:pt x="3928845" y="893830"/>
                  </a:lnTo>
                  <a:lnTo>
                    <a:pt x="3929032" y="892069"/>
                  </a:lnTo>
                  <a:lnTo>
                    <a:pt x="3929219" y="890416"/>
                  </a:lnTo>
                  <a:lnTo>
                    <a:pt x="3929406" y="887618"/>
                  </a:lnTo>
                  <a:lnTo>
                    <a:pt x="3929593" y="885007"/>
                  </a:lnTo>
                  <a:lnTo>
                    <a:pt x="3929779" y="882671"/>
                  </a:lnTo>
                  <a:lnTo>
                    <a:pt x="3929966" y="879778"/>
                  </a:lnTo>
                  <a:lnTo>
                    <a:pt x="3930153" y="877060"/>
                  </a:lnTo>
                  <a:lnTo>
                    <a:pt x="3930340" y="874342"/>
                  </a:lnTo>
                  <a:lnTo>
                    <a:pt x="3930527" y="871112"/>
                  </a:lnTo>
                  <a:lnTo>
                    <a:pt x="3930714" y="868337"/>
                  </a:lnTo>
                  <a:lnTo>
                    <a:pt x="3930901" y="863128"/>
                  </a:lnTo>
                  <a:lnTo>
                    <a:pt x="3931088" y="860741"/>
                  </a:lnTo>
                  <a:lnTo>
                    <a:pt x="3931275" y="859377"/>
                  </a:lnTo>
                  <a:lnTo>
                    <a:pt x="3931462" y="859260"/>
                  </a:lnTo>
                  <a:lnTo>
                    <a:pt x="3931649" y="859345"/>
                  </a:lnTo>
                  <a:lnTo>
                    <a:pt x="3931836" y="859635"/>
                  </a:lnTo>
                  <a:lnTo>
                    <a:pt x="3932023" y="860068"/>
                  </a:lnTo>
                  <a:lnTo>
                    <a:pt x="3932209" y="860214"/>
                  </a:lnTo>
                  <a:lnTo>
                    <a:pt x="3932396" y="860086"/>
                  </a:lnTo>
                  <a:lnTo>
                    <a:pt x="3932583" y="859567"/>
                  </a:lnTo>
                  <a:lnTo>
                    <a:pt x="3932770" y="859319"/>
                  </a:lnTo>
                  <a:lnTo>
                    <a:pt x="3932957" y="858759"/>
                  </a:lnTo>
                  <a:lnTo>
                    <a:pt x="3933144" y="857823"/>
                  </a:lnTo>
                  <a:lnTo>
                    <a:pt x="3933331" y="856685"/>
                  </a:lnTo>
                  <a:lnTo>
                    <a:pt x="3933518" y="855584"/>
                  </a:lnTo>
                  <a:lnTo>
                    <a:pt x="3933705" y="854320"/>
                  </a:lnTo>
                  <a:lnTo>
                    <a:pt x="3933892" y="852638"/>
                  </a:lnTo>
                  <a:lnTo>
                    <a:pt x="3934079" y="850356"/>
                  </a:lnTo>
                  <a:lnTo>
                    <a:pt x="3934266" y="847508"/>
                  </a:lnTo>
                  <a:lnTo>
                    <a:pt x="3934453" y="844741"/>
                  </a:lnTo>
                  <a:lnTo>
                    <a:pt x="3934639" y="839857"/>
                  </a:lnTo>
                  <a:lnTo>
                    <a:pt x="3934826" y="834565"/>
                  </a:lnTo>
                  <a:lnTo>
                    <a:pt x="3935013" y="829656"/>
                  </a:lnTo>
                  <a:lnTo>
                    <a:pt x="3935200" y="825951"/>
                  </a:lnTo>
                  <a:lnTo>
                    <a:pt x="3935387" y="823236"/>
                  </a:lnTo>
                  <a:lnTo>
                    <a:pt x="3935574" y="821085"/>
                  </a:lnTo>
                  <a:lnTo>
                    <a:pt x="3935761" y="820384"/>
                  </a:lnTo>
                  <a:lnTo>
                    <a:pt x="3935948" y="821288"/>
                  </a:lnTo>
                  <a:lnTo>
                    <a:pt x="3936135" y="822384"/>
                  </a:lnTo>
                  <a:lnTo>
                    <a:pt x="3936322" y="823059"/>
                  </a:lnTo>
                  <a:lnTo>
                    <a:pt x="3936509" y="823295"/>
                  </a:lnTo>
                  <a:lnTo>
                    <a:pt x="3936696" y="823758"/>
                  </a:lnTo>
                  <a:lnTo>
                    <a:pt x="3936882" y="824729"/>
                  </a:lnTo>
                  <a:lnTo>
                    <a:pt x="3937069" y="825382"/>
                  </a:lnTo>
                  <a:lnTo>
                    <a:pt x="3937256" y="825699"/>
                  </a:lnTo>
                  <a:lnTo>
                    <a:pt x="3937443" y="826345"/>
                  </a:lnTo>
                  <a:lnTo>
                    <a:pt x="3937630" y="827566"/>
                  </a:lnTo>
                  <a:lnTo>
                    <a:pt x="3937817" y="829143"/>
                  </a:lnTo>
                  <a:lnTo>
                    <a:pt x="3938004" y="830561"/>
                  </a:lnTo>
                  <a:lnTo>
                    <a:pt x="3938191" y="830782"/>
                  </a:lnTo>
                  <a:lnTo>
                    <a:pt x="3938378" y="830027"/>
                  </a:lnTo>
                  <a:lnTo>
                    <a:pt x="3938565" y="830938"/>
                  </a:lnTo>
                  <a:lnTo>
                    <a:pt x="3938752" y="830772"/>
                  </a:lnTo>
                  <a:lnTo>
                    <a:pt x="3938939" y="831008"/>
                  </a:lnTo>
                  <a:lnTo>
                    <a:pt x="3939126" y="831156"/>
                  </a:lnTo>
                  <a:lnTo>
                    <a:pt x="3939312" y="832109"/>
                  </a:lnTo>
                  <a:lnTo>
                    <a:pt x="3939499" y="832848"/>
                  </a:lnTo>
                  <a:lnTo>
                    <a:pt x="3939686" y="832915"/>
                  </a:lnTo>
                  <a:lnTo>
                    <a:pt x="3939873" y="832697"/>
                  </a:lnTo>
                  <a:lnTo>
                    <a:pt x="3940060" y="832704"/>
                  </a:lnTo>
                  <a:lnTo>
                    <a:pt x="3940247" y="832716"/>
                  </a:lnTo>
                  <a:lnTo>
                    <a:pt x="3940434" y="835330"/>
                  </a:lnTo>
                  <a:lnTo>
                    <a:pt x="3940621" y="837421"/>
                  </a:lnTo>
                  <a:lnTo>
                    <a:pt x="3940808" y="840818"/>
                  </a:lnTo>
                  <a:lnTo>
                    <a:pt x="3940995" y="844291"/>
                  </a:lnTo>
                  <a:lnTo>
                    <a:pt x="3941182" y="846362"/>
                  </a:lnTo>
                  <a:lnTo>
                    <a:pt x="3941369" y="849150"/>
                  </a:lnTo>
                  <a:lnTo>
                    <a:pt x="3941555" y="850530"/>
                  </a:lnTo>
                  <a:lnTo>
                    <a:pt x="3941742" y="852300"/>
                  </a:lnTo>
                  <a:lnTo>
                    <a:pt x="3941929" y="853802"/>
                  </a:lnTo>
                  <a:lnTo>
                    <a:pt x="3942116" y="853109"/>
                  </a:lnTo>
                  <a:lnTo>
                    <a:pt x="3942303" y="852201"/>
                  </a:lnTo>
                  <a:lnTo>
                    <a:pt x="3942490" y="852050"/>
                  </a:lnTo>
                  <a:lnTo>
                    <a:pt x="3942677" y="852648"/>
                  </a:lnTo>
                  <a:lnTo>
                    <a:pt x="3942864" y="854444"/>
                  </a:lnTo>
                  <a:lnTo>
                    <a:pt x="3943051" y="855711"/>
                  </a:lnTo>
                  <a:lnTo>
                    <a:pt x="3943238" y="856831"/>
                  </a:lnTo>
                  <a:lnTo>
                    <a:pt x="3943425" y="859038"/>
                  </a:lnTo>
                  <a:lnTo>
                    <a:pt x="3943612" y="862627"/>
                  </a:lnTo>
                  <a:lnTo>
                    <a:pt x="3943799" y="867613"/>
                  </a:lnTo>
                  <a:lnTo>
                    <a:pt x="3943985" y="872825"/>
                  </a:lnTo>
                  <a:lnTo>
                    <a:pt x="3944172" y="877910"/>
                  </a:lnTo>
                  <a:lnTo>
                    <a:pt x="3944359" y="882821"/>
                  </a:lnTo>
                  <a:lnTo>
                    <a:pt x="3944546" y="886964"/>
                  </a:lnTo>
                  <a:lnTo>
                    <a:pt x="3944733" y="890297"/>
                  </a:lnTo>
                  <a:lnTo>
                    <a:pt x="3944920" y="893886"/>
                  </a:lnTo>
                  <a:lnTo>
                    <a:pt x="3945107" y="897649"/>
                  </a:lnTo>
                  <a:lnTo>
                    <a:pt x="3945294" y="900949"/>
                  </a:lnTo>
                  <a:lnTo>
                    <a:pt x="3945481" y="903932"/>
                  </a:lnTo>
                  <a:lnTo>
                    <a:pt x="3945668" y="906307"/>
                  </a:lnTo>
                  <a:lnTo>
                    <a:pt x="3945855" y="907601"/>
                  </a:lnTo>
                  <a:lnTo>
                    <a:pt x="3946042" y="909547"/>
                  </a:lnTo>
                  <a:lnTo>
                    <a:pt x="3946229" y="911058"/>
                  </a:lnTo>
                  <a:lnTo>
                    <a:pt x="3946415" y="912726"/>
                  </a:lnTo>
                  <a:lnTo>
                    <a:pt x="3946602" y="913687"/>
                  </a:lnTo>
                  <a:lnTo>
                    <a:pt x="3946789" y="912485"/>
                  </a:lnTo>
                  <a:lnTo>
                    <a:pt x="3946976" y="910290"/>
                  </a:lnTo>
                  <a:lnTo>
                    <a:pt x="3947163" y="905877"/>
                  </a:lnTo>
                  <a:lnTo>
                    <a:pt x="3947350" y="899920"/>
                  </a:lnTo>
                  <a:lnTo>
                    <a:pt x="3947537" y="892337"/>
                  </a:lnTo>
                  <a:lnTo>
                    <a:pt x="3947724" y="883279"/>
                  </a:lnTo>
                  <a:lnTo>
                    <a:pt x="3947911" y="873289"/>
                  </a:lnTo>
                  <a:lnTo>
                    <a:pt x="3948098" y="862340"/>
                  </a:lnTo>
                  <a:lnTo>
                    <a:pt x="3948285" y="849742"/>
                  </a:lnTo>
                  <a:lnTo>
                    <a:pt x="3948472" y="841034"/>
                  </a:lnTo>
                  <a:lnTo>
                    <a:pt x="3948658" y="835023"/>
                  </a:lnTo>
                  <a:lnTo>
                    <a:pt x="3948845" y="829252"/>
                  </a:lnTo>
                  <a:lnTo>
                    <a:pt x="3949032" y="823409"/>
                  </a:lnTo>
                  <a:lnTo>
                    <a:pt x="3949219" y="817753"/>
                  </a:lnTo>
                  <a:lnTo>
                    <a:pt x="3949406" y="811139"/>
                  </a:lnTo>
                  <a:lnTo>
                    <a:pt x="3949593" y="804433"/>
                  </a:lnTo>
                  <a:lnTo>
                    <a:pt x="3949780" y="796645"/>
                  </a:lnTo>
                  <a:lnTo>
                    <a:pt x="3949967" y="789502"/>
                  </a:lnTo>
                  <a:lnTo>
                    <a:pt x="3950154" y="783231"/>
                  </a:lnTo>
                  <a:lnTo>
                    <a:pt x="3950341" y="777087"/>
                  </a:lnTo>
                  <a:lnTo>
                    <a:pt x="3950528" y="770661"/>
                  </a:lnTo>
                  <a:lnTo>
                    <a:pt x="3950715" y="764038"/>
                  </a:lnTo>
                  <a:lnTo>
                    <a:pt x="3950902" y="757327"/>
                  </a:lnTo>
                  <a:lnTo>
                    <a:pt x="3951088" y="752053"/>
                  </a:lnTo>
                  <a:lnTo>
                    <a:pt x="3951275" y="747225"/>
                  </a:lnTo>
                  <a:lnTo>
                    <a:pt x="3951462" y="742332"/>
                  </a:lnTo>
                  <a:lnTo>
                    <a:pt x="3951649" y="736780"/>
                  </a:lnTo>
                  <a:lnTo>
                    <a:pt x="3951836" y="729802"/>
                  </a:lnTo>
                  <a:lnTo>
                    <a:pt x="3952023" y="720809"/>
                  </a:lnTo>
                  <a:lnTo>
                    <a:pt x="3952210" y="707896"/>
                  </a:lnTo>
                  <a:lnTo>
                    <a:pt x="3952397" y="696303"/>
                  </a:lnTo>
                  <a:lnTo>
                    <a:pt x="3952584" y="686213"/>
                  </a:lnTo>
                  <a:lnTo>
                    <a:pt x="3952771" y="677508"/>
                  </a:lnTo>
                  <a:lnTo>
                    <a:pt x="3952958" y="669063"/>
                  </a:lnTo>
                  <a:lnTo>
                    <a:pt x="3953145" y="661709"/>
                  </a:lnTo>
                  <a:lnTo>
                    <a:pt x="3953332" y="651893"/>
                  </a:lnTo>
                  <a:lnTo>
                    <a:pt x="3953518" y="646863"/>
                  </a:lnTo>
                  <a:lnTo>
                    <a:pt x="3953705" y="643695"/>
                  </a:lnTo>
                  <a:lnTo>
                    <a:pt x="3953892" y="639804"/>
                  </a:lnTo>
                  <a:lnTo>
                    <a:pt x="3954079" y="635795"/>
                  </a:lnTo>
                  <a:lnTo>
                    <a:pt x="3954266" y="635391"/>
                  </a:lnTo>
                  <a:lnTo>
                    <a:pt x="3954453" y="635772"/>
                  </a:lnTo>
                  <a:lnTo>
                    <a:pt x="3954640" y="638250"/>
                  </a:lnTo>
                  <a:lnTo>
                    <a:pt x="3954827" y="640903"/>
                  </a:lnTo>
                  <a:lnTo>
                    <a:pt x="3955014" y="643746"/>
                  </a:lnTo>
                  <a:lnTo>
                    <a:pt x="3955201" y="647290"/>
                  </a:lnTo>
                  <a:lnTo>
                    <a:pt x="3955388" y="649562"/>
                  </a:lnTo>
                  <a:lnTo>
                    <a:pt x="3955575" y="652659"/>
                  </a:lnTo>
                  <a:lnTo>
                    <a:pt x="3955761" y="655815"/>
                  </a:lnTo>
                  <a:lnTo>
                    <a:pt x="3955948" y="659904"/>
                  </a:lnTo>
                  <a:lnTo>
                    <a:pt x="3956135" y="664835"/>
                  </a:lnTo>
                  <a:lnTo>
                    <a:pt x="3956322" y="669255"/>
                  </a:lnTo>
                  <a:lnTo>
                    <a:pt x="3956509" y="674209"/>
                  </a:lnTo>
                  <a:lnTo>
                    <a:pt x="3956696" y="684032"/>
                  </a:lnTo>
                  <a:lnTo>
                    <a:pt x="3956883" y="692741"/>
                  </a:lnTo>
                  <a:lnTo>
                    <a:pt x="3957070" y="698994"/>
                  </a:lnTo>
                  <a:lnTo>
                    <a:pt x="3957257" y="704270"/>
                  </a:lnTo>
                  <a:lnTo>
                    <a:pt x="3957444" y="708417"/>
                  </a:lnTo>
                  <a:lnTo>
                    <a:pt x="3957631" y="712707"/>
                  </a:lnTo>
                  <a:lnTo>
                    <a:pt x="3957818" y="716851"/>
                  </a:lnTo>
                  <a:lnTo>
                    <a:pt x="3958005" y="719911"/>
                  </a:lnTo>
                  <a:lnTo>
                    <a:pt x="3958191" y="721809"/>
                  </a:lnTo>
                  <a:lnTo>
                    <a:pt x="3958378" y="722022"/>
                  </a:lnTo>
                  <a:lnTo>
                    <a:pt x="3958565" y="721772"/>
                  </a:lnTo>
                  <a:lnTo>
                    <a:pt x="3958752" y="720984"/>
                  </a:lnTo>
                  <a:lnTo>
                    <a:pt x="3958939" y="720030"/>
                  </a:lnTo>
                  <a:lnTo>
                    <a:pt x="3959126" y="718498"/>
                  </a:lnTo>
                  <a:lnTo>
                    <a:pt x="3959313" y="715367"/>
                  </a:lnTo>
                  <a:lnTo>
                    <a:pt x="3959500" y="711494"/>
                  </a:lnTo>
                  <a:lnTo>
                    <a:pt x="3959687" y="707568"/>
                  </a:lnTo>
                  <a:lnTo>
                    <a:pt x="3959874" y="704206"/>
                  </a:lnTo>
                  <a:lnTo>
                    <a:pt x="3960061" y="700661"/>
                  </a:lnTo>
                  <a:lnTo>
                    <a:pt x="3960248" y="696484"/>
                  </a:lnTo>
                  <a:lnTo>
                    <a:pt x="3960434" y="691803"/>
                  </a:lnTo>
                  <a:lnTo>
                    <a:pt x="3960621" y="687023"/>
                  </a:lnTo>
                  <a:lnTo>
                    <a:pt x="3960808" y="682290"/>
                  </a:lnTo>
                  <a:lnTo>
                    <a:pt x="3960995" y="676890"/>
                  </a:lnTo>
                  <a:lnTo>
                    <a:pt x="3961182" y="669314"/>
                  </a:lnTo>
                  <a:lnTo>
                    <a:pt x="3961369" y="661851"/>
                  </a:lnTo>
                  <a:lnTo>
                    <a:pt x="3961556" y="651765"/>
                  </a:lnTo>
                  <a:lnTo>
                    <a:pt x="3961743" y="640591"/>
                  </a:lnTo>
                  <a:lnTo>
                    <a:pt x="3961930" y="628840"/>
                  </a:lnTo>
                  <a:lnTo>
                    <a:pt x="3962117" y="616583"/>
                  </a:lnTo>
                  <a:lnTo>
                    <a:pt x="3962304" y="604144"/>
                  </a:lnTo>
                  <a:lnTo>
                    <a:pt x="3962491" y="592464"/>
                  </a:lnTo>
                  <a:lnTo>
                    <a:pt x="3962678" y="579330"/>
                  </a:lnTo>
                  <a:lnTo>
                    <a:pt x="3962864" y="570285"/>
                  </a:lnTo>
                  <a:lnTo>
                    <a:pt x="3963051" y="561422"/>
                  </a:lnTo>
                  <a:lnTo>
                    <a:pt x="3963238" y="552012"/>
                  </a:lnTo>
                  <a:lnTo>
                    <a:pt x="3963425" y="541992"/>
                  </a:lnTo>
                  <a:lnTo>
                    <a:pt x="3963612" y="531247"/>
                  </a:lnTo>
                  <a:lnTo>
                    <a:pt x="3963799" y="520148"/>
                  </a:lnTo>
                  <a:lnTo>
                    <a:pt x="3963986" y="508522"/>
                  </a:lnTo>
                  <a:lnTo>
                    <a:pt x="3964173" y="496737"/>
                  </a:lnTo>
                  <a:lnTo>
                    <a:pt x="3964360" y="489285"/>
                  </a:lnTo>
                  <a:lnTo>
                    <a:pt x="3964547" y="484575"/>
                  </a:lnTo>
                  <a:lnTo>
                    <a:pt x="3964734" y="480725"/>
                  </a:lnTo>
                  <a:lnTo>
                    <a:pt x="3964921" y="477002"/>
                  </a:lnTo>
                  <a:lnTo>
                    <a:pt x="3965108" y="473868"/>
                  </a:lnTo>
                  <a:lnTo>
                    <a:pt x="3965294" y="471579"/>
                  </a:lnTo>
                  <a:lnTo>
                    <a:pt x="3965481" y="469915"/>
                  </a:lnTo>
                  <a:lnTo>
                    <a:pt x="3965668" y="469280"/>
                  </a:lnTo>
                  <a:lnTo>
                    <a:pt x="3965855" y="469721"/>
                  </a:lnTo>
                  <a:lnTo>
                    <a:pt x="3966042" y="471210"/>
                  </a:lnTo>
                  <a:lnTo>
                    <a:pt x="3966229" y="473659"/>
                  </a:lnTo>
                  <a:lnTo>
                    <a:pt x="3966416" y="477208"/>
                  </a:lnTo>
                  <a:lnTo>
                    <a:pt x="3966603" y="481276"/>
                  </a:lnTo>
                  <a:lnTo>
                    <a:pt x="3966790" y="485836"/>
                  </a:lnTo>
                  <a:lnTo>
                    <a:pt x="3966977" y="490400"/>
                  </a:lnTo>
                  <a:lnTo>
                    <a:pt x="3967164" y="493163"/>
                  </a:lnTo>
                  <a:lnTo>
                    <a:pt x="3967351" y="496186"/>
                  </a:lnTo>
                  <a:lnTo>
                    <a:pt x="3967537" y="499281"/>
                  </a:lnTo>
                  <a:lnTo>
                    <a:pt x="3967724" y="500806"/>
                  </a:lnTo>
                  <a:lnTo>
                    <a:pt x="3967911" y="502467"/>
                  </a:lnTo>
                  <a:lnTo>
                    <a:pt x="3968098" y="502430"/>
                  </a:lnTo>
                  <a:lnTo>
                    <a:pt x="3968285" y="506017"/>
                  </a:lnTo>
                  <a:lnTo>
                    <a:pt x="3968472" y="506887"/>
                  </a:lnTo>
                  <a:lnTo>
                    <a:pt x="3968659" y="507203"/>
                  </a:lnTo>
                  <a:lnTo>
                    <a:pt x="3968846" y="505656"/>
                  </a:lnTo>
                  <a:lnTo>
                    <a:pt x="3969033" y="503412"/>
                  </a:lnTo>
                  <a:lnTo>
                    <a:pt x="3969220" y="500479"/>
                  </a:lnTo>
                  <a:lnTo>
                    <a:pt x="3969407" y="497124"/>
                  </a:lnTo>
                  <a:lnTo>
                    <a:pt x="3969594" y="493721"/>
                  </a:lnTo>
                  <a:lnTo>
                    <a:pt x="3969781" y="490817"/>
                  </a:lnTo>
                  <a:lnTo>
                    <a:pt x="3969967" y="489114"/>
                  </a:lnTo>
                  <a:lnTo>
                    <a:pt x="3970154" y="487832"/>
                  </a:lnTo>
                  <a:lnTo>
                    <a:pt x="3970341" y="487631"/>
                  </a:lnTo>
                  <a:lnTo>
                    <a:pt x="3970528" y="487864"/>
                  </a:lnTo>
                  <a:lnTo>
                    <a:pt x="3970715" y="486908"/>
                  </a:lnTo>
                  <a:lnTo>
                    <a:pt x="3970902" y="484487"/>
                  </a:lnTo>
                  <a:lnTo>
                    <a:pt x="3971089" y="480486"/>
                  </a:lnTo>
                  <a:lnTo>
                    <a:pt x="3971276" y="476175"/>
                  </a:lnTo>
                  <a:lnTo>
                    <a:pt x="3971463" y="471820"/>
                  </a:lnTo>
                  <a:lnTo>
                    <a:pt x="3971650" y="467339"/>
                  </a:lnTo>
                  <a:lnTo>
                    <a:pt x="3971837" y="463992"/>
                  </a:lnTo>
                  <a:lnTo>
                    <a:pt x="3972024" y="463134"/>
                  </a:lnTo>
                  <a:lnTo>
                    <a:pt x="3972211" y="465151"/>
                  </a:lnTo>
                  <a:lnTo>
                    <a:pt x="3972397" y="466358"/>
                  </a:lnTo>
                  <a:lnTo>
                    <a:pt x="3972584" y="466210"/>
                  </a:lnTo>
                  <a:lnTo>
                    <a:pt x="3972771" y="463600"/>
                  </a:lnTo>
                  <a:lnTo>
                    <a:pt x="3972958" y="461371"/>
                  </a:lnTo>
                  <a:lnTo>
                    <a:pt x="3973145" y="458016"/>
                  </a:lnTo>
                  <a:lnTo>
                    <a:pt x="3973332" y="452512"/>
                  </a:lnTo>
                  <a:lnTo>
                    <a:pt x="3973519" y="446844"/>
                  </a:lnTo>
                  <a:lnTo>
                    <a:pt x="3973706" y="441413"/>
                  </a:lnTo>
                  <a:lnTo>
                    <a:pt x="3973893" y="437137"/>
                  </a:lnTo>
                  <a:lnTo>
                    <a:pt x="3974080" y="432295"/>
                  </a:lnTo>
                  <a:lnTo>
                    <a:pt x="3974267" y="428660"/>
                  </a:lnTo>
                  <a:lnTo>
                    <a:pt x="3974454" y="424584"/>
                  </a:lnTo>
                  <a:lnTo>
                    <a:pt x="3974640" y="419844"/>
                  </a:lnTo>
                  <a:lnTo>
                    <a:pt x="3974827" y="414282"/>
                  </a:lnTo>
                  <a:lnTo>
                    <a:pt x="3975014" y="408032"/>
                  </a:lnTo>
                  <a:lnTo>
                    <a:pt x="3975201" y="402998"/>
                  </a:lnTo>
                  <a:lnTo>
                    <a:pt x="3975388" y="397904"/>
                  </a:lnTo>
                  <a:lnTo>
                    <a:pt x="3975575" y="395133"/>
                  </a:lnTo>
                  <a:lnTo>
                    <a:pt x="3975762" y="394092"/>
                  </a:lnTo>
                  <a:lnTo>
                    <a:pt x="3975949" y="392525"/>
                  </a:lnTo>
                  <a:lnTo>
                    <a:pt x="3976136" y="392171"/>
                  </a:lnTo>
                  <a:lnTo>
                    <a:pt x="3976323" y="391181"/>
                  </a:lnTo>
                  <a:lnTo>
                    <a:pt x="3976510" y="390792"/>
                  </a:lnTo>
                  <a:lnTo>
                    <a:pt x="3976697" y="390146"/>
                  </a:lnTo>
                  <a:lnTo>
                    <a:pt x="3976884" y="390639"/>
                  </a:lnTo>
                  <a:lnTo>
                    <a:pt x="3977070" y="392372"/>
                  </a:lnTo>
                  <a:lnTo>
                    <a:pt x="3977257" y="395032"/>
                  </a:lnTo>
                  <a:lnTo>
                    <a:pt x="3977444" y="397051"/>
                  </a:lnTo>
                  <a:lnTo>
                    <a:pt x="3977631" y="400039"/>
                  </a:lnTo>
                  <a:lnTo>
                    <a:pt x="3977818" y="403615"/>
                  </a:lnTo>
                  <a:lnTo>
                    <a:pt x="3978005" y="405771"/>
                  </a:lnTo>
                  <a:lnTo>
                    <a:pt x="3978192" y="409825"/>
                  </a:lnTo>
                  <a:lnTo>
                    <a:pt x="3978379" y="413254"/>
                  </a:lnTo>
                  <a:lnTo>
                    <a:pt x="3978566" y="417209"/>
                  </a:lnTo>
                  <a:lnTo>
                    <a:pt x="3978753" y="420671"/>
                  </a:lnTo>
                  <a:lnTo>
                    <a:pt x="3978940" y="425658"/>
                  </a:lnTo>
                  <a:lnTo>
                    <a:pt x="3979127" y="429937"/>
                  </a:lnTo>
                  <a:lnTo>
                    <a:pt x="3979313" y="433828"/>
                  </a:lnTo>
                  <a:lnTo>
                    <a:pt x="3979500" y="439941"/>
                  </a:lnTo>
                  <a:lnTo>
                    <a:pt x="3979687" y="444434"/>
                  </a:lnTo>
                  <a:lnTo>
                    <a:pt x="3979874" y="447608"/>
                  </a:lnTo>
                  <a:lnTo>
                    <a:pt x="3980061" y="449347"/>
                  </a:lnTo>
                  <a:lnTo>
                    <a:pt x="3980248" y="449769"/>
                  </a:lnTo>
                  <a:lnTo>
                    <a:pt x="3980435" y="449985"/>
                  </a:lnTo>
                  <a:lnTo>
                    <a:pt x="3980622" y="449928"/>
                  </a:lnTo>
                  <a:lnTo>
                    <a:pt x="3980809" y="448681"/>
                  </a:lnTo>
                  <a:lnTo>
                    <a:pt x="3980996" y="446482"/>
                  </a:lnTo>
                  <a:lnTo>
                    <a:pt x="3981183" y="442613"/>
                  </a:lnTo>
                  <a:lnTo>
                    <a:pt x="3981370" y="438145"/>
                  </a:lnTo>
                  <a:lnTo>
                    <a:pt x="3981557" y="433509"/>
                  </a:lnTo>
                  <a:lnTo>
                    <a:pt x="3981743" y="429065"/>
                  </a:lnTo>
                  <a:lnTo>
                    <a:pt x="3981930" y="425230"/>
                  </a:lnTo>
                  <a:lnTo>
                    <a:pt x="3982117" y="421269"/>
                  </a:lnTo>
                  <a:lnTo>
                    <a:pt x="3982304" y="417616"/>
                  </a:lnTo>
                  <a:lnTo>
                    <a:pt x="3982491" y="414397"/>
                  </a:lnTo>
                  <a:lnTo>
                    <a:pt x="3982678" y="411534"/>
                  </a:lnTo>
                  <a:lnTo>
                    <a:pt x="3982865" y="409161"/>
                  </a:lnTo>
                  <a:lnTo>
                    <a:pt x="3983052" y="407912"/>
                  </a:lnTo>
                  <a:lnTo>
                    <a:pt x="3983239" y="407244"/>
                  </a:lnTo>
                  <a:lnTo>
                    <a:pt x="3983426" y="406163"/>
                  </a:lnTo>
                  <a:lnTo>
                    <a:pt x="3983613" y="405664"/>
                  </a:lnTo>
                  <a:lnTo>
                    <a:pt x="3983800" y="405657"/>
                  </a:lnTo>
                  <a:lnTo>
                    <a:pt x="3983987" y="407151"/>
                  </a:lnTo>
                  <a:lnTo>
                    <a:pt x="3984173" y="410327"/>
                  </a:lnTo>
                  <a:lnTo>
                    <a:pt x="3984360" y="414997"/>
                  </a:lnTo>
                  <a:lnTo>
                    <a:pt x="3984547" y="420888"/>
                  </a:lnTo>
                  <a:lnTo>
                    <a:pt x="3984734" y="428568"/>
                  </a:lnTo>
                  <a:lnTo>
                    <a:pt x="3984921" y="437822"/>
                  </a:lnTo>
                  <a:lnTo>
                    <a:pt x="3985108" y="448038"/>
                  </a:lnTo>
                  <a:lnTo>
                    <a:pt x="3985295" y="458191"/>
                  </a:lnTo>
                  <a:lnTo>
                    <a:pt x="3985482" y="468571"/>
                  </a:lnTo>
                  <a:lnTo>
                    <a:pt x="3985669" y="479901"/>
                  </a:lnTo>
                  <a:lnTo>
                    <a:pt x="3985856" y="487072"/>
                  </a:lnTo>
                  <a:lnTo>
                    <a:pt x="3986043" y="491937"/>
                  </a:lnTo>
                  <a:lnTo>
                    <a:pt x="3986230" y="497255"/>
                  </a:lnTo>
                  <a:lnTo>
                    <a:pt x="3986416" y="502244"/>
                  </a:lnTo>
                  <a:lnTo>
                    <a:pt x="3986603" y="506233"/>
                  </a:lnTo>
                  <a:lnTo>
                    <a:pt x="3986790" y="511088"/>
                  </a:lnTo>
                  <a:lnTo>
                    <a:pt x="3986977" y="515990"/>
                  </a:lnTo>
                  <a:lnTo>
                    <a:pt x="3987164" y="521010"/>
                  </a:lnTo>
                  <a:lnTo>
                    <a:pt x="3987351" y="525665"/>
                  </a:lnTo>
                  <a:lnTo>
                    <a:pt x="3987538" y="529637"/>
                  </a:lnTo>
                  <a:lnTo>
                    <a:pt x="3987725" y="533405"/>
                  </a:lnTo>
                  <a:lnTo>
                    <a:pt x="3987912" y="537591"/>
                  </a:lnTo>
                  <a:lnTo>
                    <a:pt x="3988099" y="542293"/>
                  </a:lnTo>
                  <a:lnTo>
                    <a:pt x="3988286" y="547764"/>
                  </a:lnTo>
                  <a:lnTo>
                    <a:pt x="3988473" y="553332"/>
                  </a:lnTo>
                  <a:lnTo>
                    <a:pt x="3988660" y="559603"/>
                  </a:lnTo>
                  <a:lnTo>
                    <a:pt x="3988846" y="566924"/>
                  </a:lnTo>
                  <a:lnTo>
                    <a:pt x="3989033" y="575435"/>
                  </a:lnTo>
                  <a:lnTo>
                    <a:pt x="3989220" y="585717"/>
                  </a:lnTo>
                  <a:lnTo>
                    <a:pt x="3989407" y="597860"/>
                  </a:lnTo>
                  <a:lnTo>
                    <a:pt x="3989594" y="613666"/>
                  </a:lnTo>
                  <a:lnTo>
                    <a:pt x="3989781" y="628275"/>
                  </a:lnTo>
                  <a:lnTo>
                    <a:pt x="3989968" y="643529"/>
                  </a:lnTo>
                  <a:lnTo>
                    <a:pt x="3990155" y="658292"/>
                  </a:lnTo>
                  <a:lnTo>
                    <a:pt x="3990342" y="673677"/>
                  </a:lnTo>
                  <a:lnTo>
                    <a:pt x="3990529" y="689773"/>
                  </a:lnTo>
                  <a:lnTo>
                    <a:pt x="3990716" y="706573"/>
                  </a:lnTo>
                  <a:lnTo>
                    <a:pt x="3990903" y="718873"/>
                  </a:lnTo>
                  <a:lnTo>
                    <a:pt x="3991089" y="729890"/>
                  </a:lnTo>
                  <a:lnTo>
                    <a:pt x="3991276" y="741500"/>
                  </a:lnTo>
                  <a:lnTo>
                    <a:pt x="3991463" y="753196"/>
                  </a:lnTo>
                  <a:lnTo>
                    <a:pt x="3991650" y="762374"/>
                  </a:lnTo>
                  <a:lnTo>
                    <a:pt x="3991837" y="771319"/>
                  </a:lnTo>
                  <a:lnTo>
                    <a:pt x="3992024" y="779007"/>
                  </a:lnTo>
                  <a:lnTo>
                    <a:pt x="3992211" y="787227"/>
                  </a:lnTo>
                  <a:lnTo>
                    <a:pt x="3992398" y="796304"/>
                  </a:lnTo>
                  <a:lnTo>
                    <a:pt x="3992585" y="804379"/>
                  </a:lnTo>
                  <a:lnTo>
                    <a:pt x="3992772" y="813513"/>
                  </a:lnTo>
                  <a:lnTo>
                    <a:pt x="3992959" y="822361"/>
                  </a:lnTo>
                  <a:lnTo>
                    <a:pt x="3993146" y="831232"/>
                  </a:lnTo>
                  <a:lnTo>
                    <a:pt x="3993333" y="838942"/>
                  </a:lnTo>
                  <a:lnTo>
                    <a:pt x="3993519" y="845362"/>
                  </a:lnTo>
                  <a:lnTo>
                    <a:pt x="3993706" y="851938"/>
                  </a:lnTo>
                  <a:lnTo>
                    <a:pt x="3993893" y="858137"/>
                  </a:lnTo>
                  <a:lnTo>
                    <a:pt x="3994080" y="864380"/>
                  </a:lnTo>
                  <a:lnTo>
                    <a:pt x="3994267" y="870225"/>
                  </a:lnTo>
                  <a:lnTo>
                    <a:pt x="3994454" y="876531"/>
                  </a:lnTo>
                  <a:lnTo>
                    <a:pt x="3994641" y="882867"/>
                  </a:lnTo>
                  <a:lnTo>
                    <a:pt x="3994828" y="889367"/>
                  </a:lnTo>
                  <a:lnTo>
                    <a:pt x="3995015" y="894598"/>
                  </a:lnTo>
                  <a:lnTo>
                    <a:pt x="3995202" y="899444"/>
                  </a:lnTo>
                  <a:lnTo>
                    <a:pt x="3995389" y="904544"/>
                  </a:lnTo>
                  <a:lnTo>
                    <a:pt x="3995576" y="909879"/>
                  </a:lnTo>
                  <a:lnTo>
                    <a:pt x="3995763" y="914816"/>
                  </a:lnTo>
                  <a:lnTo>
                    <a:pt x="3995949" y="918974"/>
                  </a:lnTo>
                  <a:lnTo>
                    <a:pt x="3996136" y="922625"/>
                  </a:lnTo>
                  <a:lnTo>
                    <a:pt x="3996323" y="925929"/>
                  </a:lnTo>
                  <a:lnTo>
                    <a:pt x="3996510" y="929710"/>
                  </a:lnTo>
                  <a:lnTo>
                    <a:pt x="3996697" y="933848"/>
                  </a:lnTo>
                  <a:lnTo>
                    <a:pt x="3996884" y="938137"/>
                  </a:lnTo>
                  <a:lnTo>
                    <a:pt x="3997071" y="942461"/>
                  </a:lnTo>
                  <a:lnTo>
                    <a:pt x="3997258" y="946950"/>
                  </a:lnTo>
                  <a:lnTo>
                    <a:pt x="3997445" y="951710"/>
                  </a:lnTo>
                  <a:lnTo>
                    <a:pt x="3997632" y="957084"/>
                  </a:lnTo>
                  <a:lnTo>
                    <a:pt x="3997819" y="962720"/>
                  </a:lnTo>
                  <a:lnTo>
                    <a:pt x="3998006" y="968369"/>
                  </a:lnTo>
                  <a:lnTo>
                    <a:pt x="3998192" y="973817"/>
                  </a:lnTo>
                  <a:lnTo>
                    <a:pt x="3998379" y="980506"/>
                  </a:lnTo>
                  <a:lnTo>
                    <a:pt x="3998566" y="989237"/>
                  </a:lnTo>
                  <a:lnTo>
                    <a:pt x="3998753" y="998130"/>
                  </a:lnTo>
                  <a:lnTo>
                    <a:pt x="3998940" y="1010018"/>
                  </a:lnTo>
                  <a:lnTo>
                    <a:pt x="3999127" y="1022983"/>
                  </a:lnTo>
                  <a:lnTo>
                    <a:pt x="3999314" y="1036763"/>
                  </a:lnTo>
                  <a:lnTo>
                    <a:pt x="3999501" y="1050853"/>
                  </a:lnTo>
                  <a:lnTo>
                    <a:pt x="3999688" y="1065323"/>
                  </a:lnTo>
                  <a:lnTo>
                    <a:pt x="3999875" y="1078512"/>
                  </a:lnTo>
                  <a:lnTo>
                    <a:pt x="4000062" y="1091889"/>
                  </a:lnTo>
                  <a:lnTo>
                    <a:pt x="4000249" y="1100441"/>
                  </a:lnTo>
                  <a:lnTo>
                    <a:pt x="4000436" y="1107567"/>
                  </a:lnTo>
                  <a:lnTo>
                    <a:pt x="4000622" y="1113823"/>
                  </a:lnTo>
                  <a:lnTo>
                    <a:pt x="4000809" y="1120870"/>
                  </a:lnTo>
                  <a:lnTo>
                    <a:pt x="4000996" y="1128679"/>
                  </a:lnTo>
                  <a:lnTo>
                    <a:pt x="4001183" y="1136820"/>
                  </a:lnTo>
                  <a:lnTo>
                    <a:pt x="4001370" y="1145013"/>
                  </a:lnTo>
                  <a:lnTo>
                    <a:pt x="4001557" y="1154012"/>
                  </a:lnTo>
                  <a:lnTo>
                    <a:pt x="4001744" y="1160073"/>
                  </a:lnTo>
                  <a:lnTo>
                    <a:pt x="4001931" y="1166255"/>
                  </a:lnTo>
                  <a:lnTo>
                    <a:pt x="4002118" y="1170807"/>
                  </a:lnTo>
                  <a:lnTo>
                    <a:pt x="4002305" y="1173785"/>
                  </a:lnTo>
                  <a:lnTo>
                    <a:pt x="4002492" y="1174501"/>
                  </a:lnTo>
                  <a:lnTo>
                    <a:pt x="4002679" y="1176322"/>
                  </a:lnTo>
                  <a:lnTo>
                    <a:pt x="4002866" y="1178347"/>
                  </a:lnTo>
                  <a:lnTo>
                    <a:pt x="4003052" y="1180026"/>
                  </a:lnTo>
                  <a:lnTo>
                    <a:pt x="4003239" y="1181580"/>
                  </a:lnTo>
                  <a:lnTo>
                    <a:pt x="4003426" y="1179063"/>
                  </a:lnTo>
                  <a:lnTo>
                    <a:pt x="4003613" y="1175822"/>
                  </a:lnTo>
                  <a:lnTo>
                    <a:pt x="4003800" y="1171196"/>
                  </a:lnTo>
                  <a:lnTo>
                    <a:pt x="4003987" y="1165698"/>
                  </a:lnTo>
                  <a:lnTo>
                    <a:pt x="4004174" y="1162899"/>
                  </a:lnTo>
                  <a:lnTo>
                    <a:pt x="4004361" y="1159723"/>
                  </a:lnTo>
                  <a:lnTo>
                    <a:pt x="4004548" y="1159548"/>
                  </a:lnTo>
                  <a:lnTo>
                    <a:pt x="4004735" y="1158374"/>
                  </a:lnTo>
                  <a:lnTo>
                    <a:pt x="4004922" y="1156593"/>
                  </a:lnTo>
                  <a:lnTo>
                    <a:pt x="4005109" y="1156111"/>
                  </a:lnTo>
                  <a:lnTo>
                    <a:pt x="4005295" y="1154621"/>
                  </a:lnTo>
                  <a:lnTo>
                    <a:pt x="4005482" y="1153760"/>
                  </a:lnTo>
                  <a:lnTo>
                    <a:pt x="4005669" y="1150758"/>
                  </a:lnTo>
                  <a:lnTo>
                    <a:pt x="4005856" y="1146047"/>
                  </a:lnTo>
                  <a:lnTo>
                    <a:pt x="4006043" y="1142449"/>
                  </a:lnTo>
                  <a:lnTo>
                    <a:pt x="4006230" y="1140892"/>
                  </a:lnTo>
                  <a:lnTo>
                    <a:pt x="4006417" y="1139340"/>
                  </a:lnTo>
                  <a:lnTo>
                    <a:pt x="4006604" y="1138036"/>
                  </a:lnTo>
                  <a:lnTo>
                    <a:pt x="4006791" y="1136419"/>
                  </a:lnTo>
                  <a:lnTo>
                    <a:pt x="4006978" y="1135156"/>
                  </a:lnTo>
                  <a:lnTo>
                    <a:pt x="4007165" y="1133305"/>
                  </a:lnTo>
                  <a:lnTo>
                    <a:pt x="4007352" y="1131088"/>
                  </a:lnTo>
                  <a:lnTo>
                    <a:pt x="4007539" y="1126781"/>
                  </a:lnTo>
                  <a:lnTo>
                    <a:pt x="4007725" y="1121423"/>
                  </a:lnTo>
                  <a:lnTo>
                    <a:pt x="4007912" y="1115191"/>
                  </a:lnTo>
                  <a:lnTo>
                    <a:pt x="4008099" y="1110014"/>
                  </a:lnTo>
                  <a:lnTo>
                    <a:pt x="4008286" y="1106191"/>
                  </a:lnTo>
                  <a:lnTo>
                    <a:pt x="4008473" y="1104092"/>
                  </a:lnTo>
                  <a:lnTo>
                    <a:pt x="4008660" y="1102932"/>
                  </a:lnTo>
                  <a:lnTo>
                    <a:pt x="4008847" y="1102487"/>
                  </a:lnTo>
                  <a:lnTo>
                    <a:pt x="4009034" y="1101768"/>
                  </a:lnTo>
                  <a:lnTo>
                    <a:pt x="4009221" y="1102572"/>
                  </a:lnTo>
                  <a:lnTo>
                    <a:pt x="4009408" y="1103413"/>
                  </a:lnTo>
                  <a:lnTo>
                    <a:pt x="4009595" y="1103200"/>
                  </a:lnTo>
                  <a:lnTo>
                    <a:pt x="4009782" y="1103376"/>
                  </a:lnTo>
                  <a:lnTo>
                    <a:pt x="4009968" y="1104511"/>
                  </a:lnTo>
                  <a:lnTo>
                    <a:pt x="4010155" y="1108458"/>
                  </a:lnTo>
                  <a:lnTo>
                    <a:pt x="4010342" y="1111989"/>
                  </a:lnTo>
                  <a:lnTo>
                    <a:pt x="4010529" y="1116295"/>
                  </a:lnTo>
                  <a:lnTo>
                    <a:pt x="4010716" y="1120935"/>
                  </a:lnTo>
                  <a:lnTo>
                    <a:pt x="4010903" y="1125727"/>
                  </a:lnTo>
                  <a:lnTo>
                    <a:pt x="4011090" y="1130299"/>
                  </a:lnTo>
                  <a:lnTo>
                    <a:pt x="4011277" y="1134328"/>
                  </a:lnTo>
                  <a:lnTo>
                    <a:pt x="4011464" y="1139093"/>
                  </a:lnTo>
                  <a:lnTo>
                    <a:pt x="4011651" y="1142712"/>
                  </a:lnTo>
                  <a:lnTo>
                    <a:pt x="4011838" y="1147027"/>
                  </a:lnTo>
                  <a:lnTo>
                    <a:pt x="4012025" y="1151822"/>
                  </a:lnTo>
                  <a:lnTo>
                    <a:pt x="4012212" y="1156658"/>
                  </a:lnTo>
                  <a:lnTo>
                    <a:pt x="4012398" y="1161887"/>
                  </a:lnTo>
                  <a:lnTo>
                    <a:pt x="4012585" y="1165678"/>
                  </a:lnTo>
                  <a:lnTo>
                    <a:pt x="4012772" y="1169580"/>
                  </a:lnTo>
                  <a:lnTo>
                    <a:pt x="4012959" y="1171538"/>
                  </a:lnTo>
                  <a:lnTo>
                    <a:pt x="4013146" y="1171375"/>
                  </a:lnTo>
                  <a:lnTo>
                    <a:pt x="4013333" y="1166735"/>
                  </a:lnTo>
                  <a:lnTo>
                    <a:pt x="4013520" y="1161610"/>
                  </a:lnTo>
                  <a:lnTo>
                    <a:pt x="4013707" y="1156648"/>
                  </a:lnTo>
                  <a:lnTo>
                    <a:pt x="4013894" y="1146915"/>
                  </a:lnTo>
                  <a:lnTo>
                    <a:pt x="4014081" y="1137889"/>
                  </a:lnTo>
                  <a:lnTo>
                    <a:pt x="4014268" y="1128332"/>
                  </a:lnTo>
                  <a:lnTo>
                    <a:pt x="4014455" y="1118551"/>
                  </a:lnTo>
                  <a:lnTo>
                    <a:pt x="4014642" y="1108431"/>
                  </a:lnTo>
                  <a:lnTo>
                    <a:pt x="4014828" y="1098861"/>
                  </a:lnTo>
                  <a:lnTo>
                    <a:pt x="4015015" y="1089471"/>
                  </a:lnTo>
                  <a:lnTo>
                    <a:pt x="4015202" y="1081009"/>
                  </a:lnTo>
                  <a:lnTo>
                    <a:pt x="4015389" y="1074795"/>
                  </a:lnTo>
                  <a:lnTo>
                    <a:pt x="4015576" y="1067016"/>
                  </a:lnTo>
                  <a:lnTo>
                    <a:pt x="4015763" y="1060340"/>
                  </a:lnTo>
                  <a:lnTo>
                    <a:pt x="4015950" y="1053255"/>
                  </a:lnTo>
                  <a:lnTo>
                    <a:pt x="4016137" y="1046314"/>
                  </a:lnTo>
                  <a:lnTo>
                    <a:pt x="4016324" y="1039420"/>
                  </a:lnTo>
                  <a:lnTo>
                    <a:pt x="4016511" y="1033962"/>
                  </a:lnTo>
                  <a:lnTo>
                    <a:pt x="4016698" y="1031302"/>
                  </a:lnTo>
                  <a:lnTo>
                    <a:pt x="4016885" y="1027970"/>
                  </a:lnTo>
                  <a:lnTo>
                    <a:pt x="4017071" y="1024110"/>
                  </a:lnTo>
                  <a:lnTo>
                    <a:pt x="4017258" y="1019482"/>
                  </a:lnTo>
                  <a:lnTo>
                    <a:pt x="4017445" y="1015056"/>
                  </a:lnTo>
                  <a:lnTo>
                    <a:pt x="4017632" y="1010844"/>
                  </a:lnTo>
                  <a:lnTo>
                    <a:pt x="4017819" y="1005201"/>
                  </a:lnTo>
                  <a:lnTo>
                    <a:pt x="4018006" y="998656"/>
                  </a:lnTo>
                  <a:lnTo>
                    <a:pt x="4018193" y="992580"/>
                  </a:lnTo>
                  <a:lnTo>
                    <a:pt x="4018380" y="986580"/>
                  </a:lnTo>
                  <a:lnTo>
                    <a:pt x="4018567" y="980380"/>
                  </a:lnTo>
                  <a:lnTo>
                    <a:pt x="4018754" y="973357"/>
                  </a:lnTo>
                  <a:lnTo>
                    <a:pt x="4018941" y="965315"/>
                  </a:lnTo>
                  <a:lnTo>
                    <a:pt x="4019128" y="956855"/>
                  </a:lnTo>
                  <a:lnTo>
                    <a:pt x="4019315" y="950901"/>
                  </a:lnTo>
                  <a:lnTo>
                    <a:pt x="4019501" y="944766"/>
                  </a:lnTo>
                  <a:lnTo>
                    <a:pt x="4019688" y="938942"/>
                  </a:lnTo>
                  <a:lnTo>
                    <a:pt x="4019875" y="933115"/>
                  </a:lnTo>
                  <a:lnTo>
                    <a:pt x="4020062" y="926849"/>
                  </a:lnTo>
                  <a:lnTo>
                    <a:pt x="4020249" y="919830"/>
                  </a:lnTo>
                  <a:lnTo>
                    <a:pt x="4020436" y="914371"/>
                  </a:lnTo>
                  <a:lnTo>
                    <a:pt x="4020623" y="908731"/>
                  </a:lnTo>
                  <a:lnTo>
                    <a:pt x="4020810" y="903406"/>
                  </a:lnTo>
                  <a:lnTo>
                    <a:pt x="4020997" y="897721"/>
                  </a:lnTo>
                  <a:lnTo>
                    <a:pt x="4021184" y="892494"/>
                  </a:lnTo>
                  <a:lnTo>
                    <a:pt x="4021371" y="886749"/>
                  </a:lnTo>
                  <a:lnTo>
                    <a:pt x="4021558" y="881299"/>
                  </a:lnTo>
                  <a:lnTo>
                    <a:pt x="4021745" y="876465"/>
                  </a:lnTo>
                  <a:lnTo>
                    <a:pt x="4021931" y="872215"/>
                  </a:lnTo>
                  <a:lnTo>
                    <a:pt x="4022118" y="866472"/>
                  </a:lnTo>
                  <a:lnTo>
                    <a:pt x="4022305" y="861232"/>
                  </a:lnTo>
                  <a:lnTo>
                    <a:pt x="4022492" y="856620"/>
                  </a:lnTo>
                  <a:lnTo>
                    <a:pt x="4022679" y="850246"/>
                  </a:lnTo>
                  <a:lnTo>
                    <a:pt x="4022866" y="845123"/>
                  </a:lnTo>
                  <a:lnTo>
                    <a:pt x="4023053" y="841573"/>
                  </a:lnTo>
                  <a:lnTo>
                    <a:pt x="4023240" y="838654"/>
                  </a:lnTo>
                  <a:lnTo>
                    <a:pt x="4023427" y="834493"/>
                  </a:lnTo>
                  <a:lnTo>
                    <a:pt x="4023614" y="830995"/>
                  </a:lnTo>
                  <a:lnTo>
                    <a:pt x="4023801" y="828247"/>
                  </a:lnTo>
                  <a:lnTo>
                    <a:pt x="4023988" y="825857"/>
                  </a:lnTo>
                  <a:lnTo>
                    <a:pt x="4024174" y="823987"/>
                  </a:lnTo>
                  <a:lnTo>
                    <a:pt x="4024361" y="822134"/>
                  </a:lnTo>
                  <a:lnTo>
                    <a:pt x="4024548" y="820446"/>
                  </a:lnTo>
                  <a:lnTo>
                    <a:pt x="4024735" y="818915"/>
                  </a:lnTo>
                  <a:lnTo>
                    <a:pt x="4024922" y="817559"/>
                  </a:lnTo>
                  <a:lnTo>
                    <a:pt x="4025109" y="816139"/>
                  </a:lnTo>
                  <a:lnTo>
                    <a:pt x="4025296" y="813519"/>
                  </a:lnTo>
                  <a:lnTo>
                    <a:pt x="4025483" y="811099"/>
                  </a:lnTo>
                  <a:lnTo>
                    <a:pt x="4025670" y="807462"/>
                  </a:lnTo>
                  <a:lnTo>
                    <a:pt x="4025857" y="802357"/>
                  </a:lnTo>
                  <a:lnTo>
                    <a:pt x="4026044" y="796153"/>
                  </a:lnTo>
                  <a:lnTo>
                    <a:pt x="4026231" y="789501"/>
                  </a:lnTo>
                  <a:lnTo>
                    <a:pt x="4026418" y="782474"/>
                  </a:lnTo>
                  <a:lnTo>
                    <a:pt x="4026604" y="774895"/>
                  </a:lnTo>
                  <a:lnTo>
                    <a:pt x="4026791" y="766876"/>
                  </a:lnTo>
                  <a:lnTo>
                    <a:pt x="4026978" y="758373"/>
                  </a:lnTo>
                  <a:lnTo>
                    <a:pt x="4027165" y="749555"/>
                  </a:lnTo>
                  <a:lnTo>
                    <a:pt x="4027352" y="739992"/>
                  </a:lnTo>
                  <a:lnTo>
                    <a:pt x="4027539" y="730411"/>
                  </a:lnTo>
                  <a:lnTo>
                    <a:pt x="4027726" y="720459"/>
                  </a:lnTo>
                  <a:lnTo>
                    <a:pt x="4027913" y="713329"/>
                  </a:lnTo>
                  <a:lnTo>
                    <a:pt x="4028100" y="705698"/>
                  </a:lnTo>
                  <a:lnTo>
                    <a:pt x="4028287" y="697248"/>
                  </a:lnTo>
                  <a:lnTo>
                    <a:pt x="4028474" y="688625"/>
                  </a:lnTo>
                  <a:lnTo>
                    <a:pt x="4028661" y="680745"/>
                  </a:lnTo>
                  <a:lnTo>
                    <a:pt x="4028847" y="673491"/>
                  </a:lnTo>
                  <a:lnTo>
                    <a:pt x="4029034" y="665853"/>
                  </a:lnTo>
                  <a:lnTo>
                    <a:pt x="4029221" y="658384"/>
                  </a:lnTo>
                  <a:lnTo>
                    <a:pt x="4029408" y="650815"/>
                  </a:lnTo>
                  <a:lnTo>
                    <a:pt x="4029595" y="645302"/>
                  </a:lnTo>
                  <a:lnTo>
                    <a:pt x="4029782" y="639375"/>
                  </a:lnTo>
                  <a:lnTo>
                    <a:pt x="4029969" y="633767"/>
                  </a:lnTo>
                  <a:lnTo>
                    <a:pt x="4030156" y="629649"/>
                  </a:lnTo>
                  <a:lnTo>
                    <a:pt x="4030343" y="625983"/>
                  </a:lnTo>
                  <a:lnTo>
                    <a:pt x="4030530" y="622053"/>
                  </a:lnTo>
                  <a:lnTo>
                    <a:pt x="4030717" y="618093"/>
                  </a:lnTo>
                  <a:lnTo>
                    <a:pt x="4030904" y="614149"/>
                  </a:lnTo>
                  <a:lnTo>
                    <a:pt x="4031091" y="611094"/>
                  </a:lnTo>
                  <a:lnTo>
                    <a:pt x="4031277" y="608391"/>
                  </a:lnTo>
                  <a:lnTo>
                    <a:pt x="4031464" y="605364"/>
                  </a:lnTo>
                  <a:lnTo>
                    <a:pt x="4031651" y="602237"/>
                  </a:lnTo>
                  <a:lnTo>
                    <a:pt x="4031838" y="599061"/>
                  </a:lnTo>
                  <a:lnTo>
                    <a:pt x="4032025" y="595638"/>
                  </a:lnTo>
                  <a:lnTo>
                    <a:pt x="4032212" y="592688"/>
                  </a:lnTo>
                  <a:lnTo>
                    <a:pt x="4032399" y="590714"/>
                  </a:lnTo>
                  <a:lnTo>
                    <a:pt x="4032586" y="589249"/>
                  </a:lnTo>
                  <a:lnTo>
                    <a:pt x="4032773" y="586868"/>
                  </a:lnTo>
                  <a:lnTo>
                    <a:pt x="4032960" y="584993"/>
                  </a:lnTo>
                  <a:lnTo>
                    <a:pt x="4033147" y="581873"/>
                  </a:lnTo>
                  <a:lnTo>
                    <a:pt x="4033334" y="578878"/>
                  </a:lnTo>
                  <a:lnTo>
                    <a:pt x="4033521" y="575977"/>
                  </a:lnTo>
                  <a:lnTo>
                    <a:pt x="4033707" y="574432"/>
                  </a:lnTo>
                  <a:lnTo>
                    <a:pt x="4033894" y="572340"/>
                  </a:lnTo>
                  <a:lnTo>
                    <a:pt x="4034081" y="569930"/>
                  </a:lnTo>
                  <a:lnTo>
                    <a:pt x="4034268" y="567146"/>
                  </a:lnTo>
                  <a:lnTo>
                    <a:pt x="4034455" y="565078"/>
                  </a:lnTo>
                  <a:lnTo>
                    <a:pt x="4034642" y="563126"/>
                  </a:lnTo>
                  <a:lnTo>
                    <a:pt x="4034829" y="561245"/>
                  </a:lnTo>
                  <a:lnTo>
                    <a:pt x="4035016" y="559055"/>
                  </a:lnTo>
                  <a:lnTo>
                    <a:pt x="4035203" y="556523"/>
                  </a:lnTo>
                  <a:lnTo>
                    <a:pt x="4035390" y="554570"/>
                  </a:lnTo>
                  <a:lnTo>
                    <a:pt x="4035577" y="552502"/>
                  </a:lnTo>
                  <a:lnTo>
                    <a:pt x="4035764" y="550520"/>
                  </a:lnTo>
                  <a:lnTo>
                    <a:pt x="4035950" y="547800"/>
                  </a:lnTo>
                  <a:lnTo>
                    <a:pt x="4036137" y="545004"/>
                  </a:lnTo>
                  <a:lnTo>
                    <a:pt x="4036324" y="542234"/>
                  </a:lnTo>
                  <a:lnTo>
                    <a:pt x="4036511" y="539599"/>
                  </a:lnTo>
                  <a:lnTo>
                    <a:pt x="4036698" y="537570"/>
                  </a:lnTo>
                  <a:lnTo>
                    <a:pt x="4036885" y="535548"/>
                  </a:lnTo>
                  <a:lnTo>
                    <a:pt x="4037072" y="533506"/>
                  </a:lnTo>
                  <a:lnTo>
                    <a:pt x="4037259" y="531955"/>
                  </a:lnTo>
                  <a:lnTo>
                    <a:pt x="4037446" y="531018"/>
                  </a:lnTo>
                  <a:lnTo>
                    <a:pt x="4037633" y="530799"/>
                  </a:lnTo>
                  <a:lnTo>
                    <a:pt x="4037820" y="531225"/>
                  </a:lnTo>
                  <a:lnTo>
                    <a:pt x="4038007" y="533301"/>
                  </a:lnTo>
                  <a:lnTo>
                    <a:pt x="4038194" y="534763"/>
                  </a:lnTo>
                  <a:lnTo>
                    <a:pt x="4038380" y="536823"/>
                  </a:lnTo>
                  <a:lnTo>
                    <a:pt x="4038567" y="538832"/>
                  </a:lnTo>
                  <a:lnTo>
                    <a:pt x="4038754" y="541089"/>
                  </a:lnTo>
                  <a:lnTo>
                    <a:pt x="4038941" y="542923"/>
                  </a:lnTo>
                  <a:lnTo>
                    <a:pt x="4039128" y="543512"/>
                  </a:lnTo>
                  <a:lnTo>
                    <a:pt x="4039315" y="543693"/>
                  </a:lnTo>
                  <a:lnTo>
                    <a:pt x="4039502" y="544901"/>
                  </a:lnTo>
                  <a:lnTo>
                    <a:pt x="4039689" y="545024"/>
                  </a:lnTo>
                  <a:lnTo>
                    <a:pt x="4039876" y="547483"/>
                  </a:lnTo>
                  <a:lnTo>
                    <a:pt x="4040063" y="549414"/>
                  </a:lnTo>
                  <a:lnTo>
                    <a:pt x="4040250" y="550641"/>
                  </a:lnTo>
                  <a:lnTo>
                    <a:pt x="4040437" y="551804"/>
                  </a:lnTo>
                  <a:lnTo>
                    <a:pt x="4040624" y="552782"/>
                  </a:lnTo>
                  <a:lnTo>
                    <a:pt x="4040810" y="557796"/>
                  </a:lnTo>
                  <a:lnTo>
                    <a:pt x="4040997" y="563322"/>
                  </a:lnTo>
                  <a:lnTo>
                    <a:pt x="4041184" y="568699"/>
                  </a:lnTo>
                  <a:lnTo>
                    <a:pt x="4041371" y="573894"/>
                  </a:lnTo>
                  <a:lnTo>
                    <a:pt x="4041558" y="575713"/>
                  </a:lnTo>
                  <a:lnTo>
                    <a:pt x="4041745" y="577430"/>
                  </a:lnTo>
                  <a:lnTo>
                    <a:pt x="4041932" y="577467"/>
                  </a:lnTo>
                  <a:lnTo>
                    <a:pt x="4042119" y="578379"/>
                  </a:lnTo>
                  <a:lnTo>
                    <a:pt x="4042306" y="579768"/>
                  </a:lnTo>
                  <a:lnTo>
                    <a:pt x="4042493" y="581769"/>
                  </a:lnTo>
                  <a:lnTo>
                    <a:pt x="4042680" y="584513"/>
                  </a:lnTo>
                  <a:lnTo>
                    <a:pt x="4042867" y="587943"/>
                  </a:lnTo>
                  <a:lnTo>
                    <a:pt x="4043053" y="591523"/>
                  </a:lnTo>
                  <a:lnTo>
                    <a:pt x="4043240" y="596256"/>
                  </a:lnTo>
                  <a:lnTo>
                    <a:pt x="4043427" y="598556"/>
                  </a:lnTo>
                  <a:lnTo>
                    <a:pt x="4043614" y="599542"/>
                  </a:lnTo>
                  <a:lnTo>
                    <a:pt x="4043801" y="597390"/>
                  </a:lnTo>
                  <a:lnTo>
                    <a:pt x="4043988" y="595352"/>
                  </a:lnTo>
                  <a:lnTo>
                    <a:pt x="4044175" y="593777"/>
                  </a:lnTo>
                  <a:lnTo>
                    <a:pt x="4044362" y="594651"/>
                  </a:lnTo>
                  <a:lnTo>
                    <a:pt x="4044549" y="594458"/>
                  </a:lnTo>
                  <a:lnTo>
                    <a:pt x="4044736" y="594525"/>
                  </a:lnTo>
                  <a:lnTo>
                    <a:pt x="4044923" y="597192"/>
                  </a:lnTo>
                  <a:lnTo>
                    <a:pt x="4045110" y="600565"/>
                  </a:lnTo>
                  <a:lnTo>
                    <a:pt x="4045297" y="604047"/>
                  </a:lnTo>
                  <a:lnTo>
                    <a:pt x="4045483" y="606740"/>
                  </a:lnTo>
                  <a:lnTo>
                    <a:pt x="4045670" y="608886"/>
                  </a:lnTo>
                  <a:lnTo>
                    <a:pt x="4045857" y="610877"/>
                  </a:lnTo>
                  <a:lnTo>
                    <a:pt x="4046044" y="612855"/>
                  </a:lnTo>
                  <a:lnTo>
                    <a:pt x="4046231" y="615140"/>
                  </a:lnTo>
                  <a:lnTo>
                    <a:pt x="4046418" y="617864"/>
                  </a:lnTo>
                  <a:lnTo>
                    <a:pt x="4046605" y="619070"/>
                  </a:lnTo>
                  <a:lnTo>
                    <a:pt x="4046792" y="621244"/>
                  </a:lnTo>
                  <a:lnTo>
                    <a:pt x="4046979" y="623251"/>
                  </a:lnTo>
                  <a:lnTo>
                    <a:pt x="4047166" y="625539"/>
                  </a:lnTo>
                  <a:lnTo>
                    <a:pt x="4047353" y="625444"/>
                  </a:lnTo>
                  <a:lnTo>
                    <a:pt x="4047540" y="624050"/>
                  </a:lnTo>
                  <a:lnTo>
                    <a:pt x="4047726" y="623081"/>
                  </a:lnTo>
                  <a:lnTo>
                    <a:pt x="4047913" y="623096"/>
                  </a:lnTo>
                  <a:lnTo>
                    <a:pt x="4048100" y="623480"/>
                  </a:lnTo>
                  <a:lnTo>
                    <a:pt x="4048287" y="623582"/>
                  </a:lnTo>
                  <a:lnTo>
                    <a:pt x="4048474" y="624753"/>
                  </a:lnTo>
                  <a:lnTo>
                    <a:pt x="4048661" y="625835"/>
                  </a:lnTo>
                  <a:lnTo>
                    <a:pt x="4048848" y="626931"/>
                  </a:lnTo>
                  <a:lnTo>
                    <a:pt x="4049035" y="627292"/>
                  </a:lnTo>
                  <a:lnTo>
                    <a:pt x="4049222" y="627029"/>
                  </a:lnTo>
                  <a:lnTo>
                    <a:pt x="4049409" y="625960"/>
                  </a:lnTo>
                  <a:lnTo>
                    <a:pt x="4049596" y="624692"/>
                  </a:lnTo>
                  <a:lnTo>
                    <a:pt x="4049783" y="622919"/>
                  </a:lnTo>
                  <a:lnTo>
                    <a:pt x="4049970" y="620896"/>
                  </a:lnTo>
                  <a:lnTo>
                    <a:pt x="4050156" y="619277"/>
                  </a:lnTo>
                  <a:lnTo>
                    <a:pt x="4050343" y="618037"/>
                  </a:lnTo>
                  <a:lnTo>
                    <a:pt x="4050530" y="617500"/>
                  </a:lnTo>
                  <a:lnTo>
                    <a:pt x="4050717" y="620831"/>
                  </a:lnTo>
                  <a:lnTo>
                    <a:pt x="4050904" y="623467"/>
                  </a:lnTo>
                  <a:lnTo>
                    <a:pt x="4051091" y="626981"/>
                  </a:lnTo>
                  <a:lnTo>
                    <a:pt x="4051278" y="634022"/>
                  </a:lnTo>
                  <a:lnTo>
                    <a:pt x="4051465" y="639747"/>
                  </a:lnTo>
                  <a:lnTo>
                    <a:pt x="4051652" y="644979"/>
                  </a:lnTo>
                  <a:lnTo>
                    <a:pt x="4051839" y="650261"/>
                  </a:lnTo>
                  <a:lnTo>
                    <a:pt x="4052026" y="654695"/>
                  </a:lnTo>
                  <a:lnTo>
                    <a:pt x="4052213" y="660613"/>
                  </a:lnTo>
                  <a:lnTo>
                    <a:pt x="4052400" y="665723"/>
                  </a:lnTo>
                  <a:lnTo>
                    <a:pt x="4052586" y="669817"/>
                  </a:lnTo>
                  <a:lnTo>
                    <a:pt x="4052773" y="673518"/>
                  </a:lnTo>
                  <a:lnTo>
                    <a:pt x="4052960" y="677659"/>
                  </a:lnTo>
                  <a:lnTo>
                    <a:pt x="4053147" y="681983"/>
                  </a:lnTo>
                  <a:lnTo>
                    <a:pt x="4053334" y="685524"/>
                  </a:lnTo>
                  <a:lnTo>
                    <a:pt x="4053521" y="688856"/>
                  </a:lnTo>
                  <a:lnTo>
                    <a:pt x="4053708" y="692214"/>
                  </a:lnTo>
                  <a:lnTo>
                    <a:pt x="4053895" y="694991"/>
                  </a:lnTo>
                  <a:lnTo>
                    <a:pt x="4054082" y="694881"/>
                  </a:lnTo>
                  <a:lnTo>
                    <a:pt x="4054269" y="695319"/>
                  </a:lnTo>
                  <a:lnTo>
                    <a:pt x="4054456" y="696319"/>
                  </a:lnTo>
                  <a:lnTo>
                    <a:pt x="4054643" y="699004"/>
                  </a:lnTo>
                  <a:lnTo>
                    <a:pt x="4054829" y="701676"/>
                  </a:lnTo>
                  <a:lnTo>
                    <a:pt x="4055016" y="703463"/>
                  </a:lnTo>
                  <a:lnTo>
                    <a:pt x="4055203" y="706052"/>
                  </a:lnTo>
                  <a:lnTo>
                    <a:pt x="4055390" y="708495"/>
                  </a:lnTo>
                  <a:lnTo>
                    <a:pt x="4055577" y="710555"/>
                  </a:lnTo>
                  <a:lnTo>
                    <a:pt x="4055764" y="714001"/>
                  </a:lnTo>
                  <a:lnTo>
                    <a:pt x="4055951" y="717291"/>
                  </a:lnTo>
                  <a:lnTo>
                    <a:pt x="4056138" y="722354"/>
                  </a:lnTo>
                  <a:lnTo>
                    <a:pt x="4056325" y="728743"/>
                  </a:lnTo>
                  <a:lnTo>
                    <a:pt x="4056512" y="736170"/>
                  </a:lnTo>
                  <a:lnTo>
                    <a:pt x="4056699" y="740923"/>
                  </a:lnTo>
                  <a:lnTo>
                    <a:pt x="4056886" y="746586"/>
                  </a:lnTo>
                  <a:lnTo>
                    <a:pt x="4057073" y="752254"/>
                  </a:lnTo>
                  <a:lnTo>
                    <a:pt x="4057259" y="758169"/>
                  </a:lnTo>
                  <a:lnTo>
                    <a:pt x="4057446" y="765331"/>
                  </a:lnTo>
                  <a:lnTo>
                    <a:pt x="4057633" y="772867"/>
                  </a:lnTo>
                  <a:lnTo>
                    <a:pt x="4057820" y="778413"/>
                  </a:lnTo>
                  <a:lnTo>
                    <a:pt x="4058007" y="784322"/>
                  </a:lnTo>
                  <a:lnTo>
                    <a:pt x="4058194" y="790299"/>
                  </a:lnTo>
                  <a:lnTo>
                    <a:pt x="4058381" y="796528"/>
                  </a:lnTo>
                  <a:lnTo>
                    <a:pt x="4058568" y="802629"/>
                  </a:lnTo>
                  <a:lnTo>
                    <a:pt x="4058755" y="808726"/>
                  </a:lnTo>
                  <a:lnTo>
                    <a:pt x="4058942" y="814343"/>
                  </a:lnTo>
                  <a:lnTo>
                    <a:pt x="4059129" y="818969"/>
                  </a:lnTo>
                  <a:lnTo>
                    <a:pt x="4059316" y="821981"/>
                  </a:lnTo>
                  <a:lnTo>
                    <a:pt x="4059503" y="826493"/>
                  </a:lnTo>
                  <a:lnTo>
                    <a:pt x="4059689" y="830684"/>
                  </a:lnTo>
                  <a:lnTo>
                    <a:pt x="4059876" y="833884"/>
                  </a:lnTo>
                  <a:lnTo>
                    <a:pt x="4060063" y="839144"/>
                  </a:lnTo>
                  <a:lnTo>
                    <a:pt x="4060250" y="840554"/>
                  </a:lnTo>
                  <a:lnTo>
                    <a:pt x="4060437" y="840200"/>
                  </a:lnTo>
                  <a:lnTo>
                    <a:pt x="4060624" y="839071"/>
                  </a:lnTo>
                  <a:lnTo>
                    <a:pt x="4060811" y="839788"/>
                  </a:lnTo>
                  <a:lnTo>
                    <a:pt x="4060998" y="840564"/>
                  </a:lnTo>
                  <a:lnTo>
                    <a:pt x="4061185" y="841233"/>
                  </a:lnTo>
                  <a:lnTo>
                    <a:pt x="4061372" y="841563"/>
                  </a:lnTo>
                  <a:lnTo>
                    <a:pt x="4061559" y="841497"/>
                  </a:lnTo>
                  <a:lnTo>
                    <a:pt x="4061746" y="840399"/>
                  </a:lnTo>
                  <a:lnTo>
                    <a:pt x="4061932" y="838245"/>
                  </a:lnTo>
                  <a:lnTo>
                    <a:pt x="4062119" y="835522"/>
                  </a:lnTo>
                  <a:lnTo>
                    <a:pt x="4062306" y="831388"/>
                  </a:lnTo>
                  <a:lnTo>
                    <a:pt x="4062493" y="825868"/>
                  </a:lnTo>
                  <a:lnTo>
                    <a:pt x="4062680" y="821065"/>
                  </a:lnTo>
                  <a:lnTo>
                    <a:pt x="4062867" y="815553"/>
                  </a:lnTo>
                  <a:lnTo>
                    <a:pt x="4063054" y="810420"/>
                  </a:lnTo>
                  <a:lnTo>
                    <a:pt x="4063241" y="809596"/>
                  </a:lnTo>
                  <a:lnTo>
                    <a:pt x="4063428" y="812745"/>
                  </a:lnTo>
                  <a:lnTo>
                    <a:pt x="4063615" y="816740"/>
                  </a:lnTo>
                  <a:lnTo>
                    <a:pt x="4063802" y="820837"/>
                  </a:lnTo>
                  <a:lnTo>
                    <a:pt x="4063989" y="824744"/>
                  </a:lnTo>
                  <a:lnTo>
                    <a:pt x="4064176" y="828605"/>
                  </a:lnTo>
                  <a:lnTo>
                    <a:pt x="4064362" y="832736"/>
                  </a:lnTo>
                  <a:lnTo>
                    <a:pt x="4064549" y="837439"/>
                  </a:lnTo>
                  <a:lnTo>
                    <a:pt x="4064736" y="842828"/>
                  </a:lnTo>
                  <a:lnTo>
                    <a:pt x="4064923" y="848549"/>
                  </a:lnTo>
                  <a:lnTo>
                    <a:pt x="4065110" y="855050"/>
                  </a:lnTo>
                  <a:lnTo>
                    <a:pt x="4065297" y="859141"/>
                  </a:lnTo>
                  <a:lnTo>
                    <a:pt x="4065484" y="864112"/>
                  </a:lnTo>
                  <a:lnTo>
                    <a:pt x="4065671" y="869628"/>
                  </a:lnTo>
                  <a:lnTo>
                    <a:pt x="4065858" y="875927"/>
                  </a:lnTo>
                  <a:lnTo>
                    <a:pt x="4066045" y="881590"/>
                  </a:lnTo>
                  <a:lnTo>
                    <a:pt x="4066232" y="887444"/>
                  </a:lnTo>
                  <a:lnTo>
                    <a:pt x="4066419" y="893711"/>
                  </a:lnTo>
                  <a:lnTo>
                    <a:pt x="4066605" y="900374"/>
                  </a:lnTo>
                  <a:lnTo>
                    <a:pt x="4066792" y="906623"/>
                  </a:lnTo>
                  <a:lnTo>
                    <a:pt x="4066979" y="911846"/>
                  </a:lnTo>
                  <a:lnTo>
                    <a:pt x="4067166" y="916865"/>
                  </a:lnTo>
                  <a:lnTo>
                    <a:pt x="4067353" y="922720"/>
                  </a:lnTo>
                  <a:lnTo>
                    <a:pt x="4067540" y="926624"/>
                  </a:lnTo>
                  <a:lnTo>
                    <a:pt x="4067727" y="929853"/>
                  </a:lnTo>
                  <a:lnTo>
                    <a:pt x="4067914" y="933241"/>
                  </a:lnTo>
                  <a:lnTo>
                    <a:pt x="4068101" y="936122"/>
                  </a:lnTo>
                  <a:lnTo>
                    <a:pt x="4068288" y="939111"/>
                  </a:lnTo>
                  <a:lnTo>
                    <a:pt x="4068475" y="941463"/>
                  </a:lnTo>
                  <a:lnTo>
                    <a:pt x="4068662" y="942816"/>
                  </a:lnTo>
                  <a:lnTo>
                    <a:pt x="4068849" y="943919"/>
                  </a:lnTo>
                  <a:lnTo>
                    <a:pt x="4069035" y="944458"/>
                  </a:lnTo>
                  <a:lnTo>
                    <a:pt x="4069222" y="945109"/>
                  </a:lnTo>
                  <a:lnTo>
                    <a:pt x="4069409" y="945075"/>
                  </a:lnTo>
                  <a:lnTo>
                    <a:pt x="4069596" y="945508"/>
                  </a:lnTo>
                  <a:lnTo>
                    <a:pt x="4069783" y="944883"/>
                  </a:lnTo>
                  <a:lnTo>
                    <a:pt x="4069970" y="942817"/>
                  </a:lnTo>
                  <a:lnTo>
                    <a:pt x="4070157" y="940016"/>
                  </a:lnTo>
                  <a:lnTo>
                    <a:pt x="4070344" y="935377"/>
                  </a:lnTo>
                  <a:lnTo>
                    <a:pt x="4070531" y="932347"/>
                  </a:lnTo>
                  <a:lnTo>
                    <a:pt x="4070718" y="929083"/>
                  </a:lnTo>
                  <a:lnTo>
                    <a:pt x="4070905" y="926348"/>
                  </a:lnTo>
                  <a:lnTo>
                    <a:pt x="4071092" y="922375"/>
                  </a:lnTo>
                  <a:lnTo>
                    <a:pt x="4071279" y="919825"/>
                  </a:lnTo>
                  <a:lnTo>
                    <a:pt x="4071465" y="918496"/>
                  </a:lnTo>
                  <a:lnTo>
                    <a:pt x="4071652" y="917919"/>
                  </a:lnTo>
                  <a:lnTo>
                    <a:pt x="4071839" y="917988"/>
                  </a:lnTo>
                  <a:lnTo>
                    <a:pt x="4072026" y="917912"/>
                  </a:lnTo>
                  <a:lnTo>
                    <a:pt x="4072213" y="917571"/>
                  </a:lnTo>
                  <a:lnTo>
                    <a:pt x="4072400" y="916981"/>
                  </a:lnTo>
                  <a:lnTo>
                    <a:pt x="4072587" y="916016"/>
                  </a:lnTo>
                  <a:lnTo>
                    <a:pt x="4072774" y="913065"/>
                  </a:lnTo>
                  <a:lnTo>
                    <a:pt x="4072961" y="910972"/>
                  </a:lnTo>
                  <a:lnTo>
                    <a:pt x="4073148" y="907925"/>
                  </a:lnTo>
                  <a:lnTo>
                    <a:pt x="4073335" y="906280"/>
                  </a:lnTo>
                  <a:lnTo>
                    <a:pt x="4073522" y="904014"/>
                  </a:lnTo>
                  <a:lnTo>
                    <a:pt x="4073708" y="900999"/>
                  </a:lnTo>
                  <a:lnTo>
                    <a:pt x="4073895" y="897558"/>
                  </a:lnTo>
                  <a:lnTo>
                    <a:pt x="4074082" y="892801"/>
                  </a:lnTo>
                  <a:lnTo>
                    <a:pt x="4074269" y="887173"/>
                  </a:lnTo>
                  <a:lnTo>
                    <a:pt x="4074456" y="880533"/>
                  </a:lnTo>
                  <a:lnTo>
                    <a:pt x="4074643" y="873784"/>
                  </a:lnTo>
                  <a:lnTo>
                    <a:pt x="4074830" y="867546"/>
                  </a:lnTo>
                  <a:lnTo>
                    <a:pt x="4075017" y="861914"/>
                  </a:lnTo>
                  <a:lnTo>
                    <a:pt x="4075204" y="857133"/>
                  </a:lnTo>
                  <a:lnTo>
                    <a:pt x="4075391" y="851734"/>
                  </a:lnTo>
                  <a:lnTo>
                    <a:pt x="4075578" y="846919"/>
                  </a:lnTo>
                  <a:lnTo>
                    <a:pt x="4075765" y="842549"/>
                  </a:lnTo>
                  <a:lnTo>
                    <a:pt x="4075952" y="835532"/>
                  </a:lnTo>
                  <a:lnTo>
                    <a:pt x="4076138" y="828606"/>
                  </a:lnTo>
                  <a:lnTo>
                    <a:pt x="4076325" y="822114"/>
                  </a:lnTo>
                  <a:lnTo>
                    <a:pt x="4076512" y="816251"/>
                  </a:lnTo>
                  <a:lnTo>
                    <a:pt x="4076699" y="811003"/>
                  </a:lnTo>
                  <a:lnTo>
                    <a:pt x="4076886" y="806329"/>
                  </a:lnTo>
                  <a:lnTo>
                    <a:pt x="4077073" y="803779"/>
                  </a:lnTo>
                  <a:lnTo>
                    <a:pt x="4077260" y="799300"/>
                  </a:lnTo>
                  <a:lnTo>
                    <a:pt x="4077447" y="794565"/>
                  </a:lnTo>
                  <a:lnTo>
                    <a:pt x="4077634" y="789136"/>
                  </a:lnTo>
                  <a:lnTo>
                    <a:pt x="4077821" y="782974"/>
                  </a:lnTo>
                  <a:lnTo>
                    <a:pt x="4078008" y="775947"/>
                  </a:lnTo>
                  <a:lnTo>
                    <a:pt x="4078195" y="769108"/>
                  </a:lnTo>
                  <a:lnTo>
                    <a:pt x="4078382" y="763228"/>
                  </a:lnTo>
                  <a:lnTo>
                    <a:pt x="4078568" y="758544"/>
                  </a:lnTo>
                  <a:lnTo>
                    <a:pt x="4078755" y="754975"/>
                  </a:lnTo>
                  <a:lnTo>
                    <a:pt x="4078942" y="752294"/>
                  </a:lnTo>
                  <a:lnTo>
                    <a:pt x="4079129" y="749923"/>
                  </a:lnTo>
                  <a:lnTo>
                    <a:pt x="4079316" y="747614"/>
                  </a:lnTo>
                  <a:lnTo>
                    <a:pt x="4079503" y="744230"/>
                  </a:lnTo>
                  <a:lnTo>
                    <a:pt x="4079690" y="740708"/>
                  </a:lnTo>
                  <a:lnTo>
                    <a:pt x="4079877" y="736030"/>
                  </a:lnTo>
                  <a:lnTo>
                    <a:pt x="4080064" y="729253"/>
                  </a:lnTo>
                  <a:lnTo>
                    <a:pt x="4080251" y="724848"/>
                  </a:lnTo>
                  <a:lnTo>
                    <a:pt x="4080438" y="721593"/>
                  </a:lnTo>
                  <a:lnTo>
                    <a:pt x="4080625" y="717808"/>
                  </a:lnTo>
                  <a:lnTo>
                    <a:pt x="4080811" y="714715"/>
                  </a:lnTo>
                  <a:lnTo>
                    <a:pt x="4080998" y="712264"/>
                  </a:lnTo>
                  <a:lnTo>
                    <a:pt x="4081185" y="712684"/>
                  </a:lnTo>
                  <a:lnTo>
                    <a:pt x="4081372" y="712444"/>
                  </a:lnTo>
                  <a:lnTo>
                    <a:pt x="4081559" y="711837"/>
                  </a:lnTo>
                  <a:lnTo>
                    <a:pt x="4081746" y="709089"/>
                  </a:lnTo>
                  <a:lnTo>
                    <a:pt x="4081933" y="708421"/>
                  </a:lnTo>
                  <a:lnTo>
                    <a:pt x="4082120" y="707725"/>
                  </a:lnTo>
                  <a:lnTo>
                    <a:pt x="4082307" y="706903"/>
                  </a:lnTo>
                  <a:lnTo>
                    <a:pt x="4082494" y="705211"/>
                  </a:lnTo>
                  <a:lnTo>
                    <a:pt x="4082681" y="703934"/>
                  </a:lnTo>
                  <a:lnTo>
                    <a:pt x="4082868" y="703943"/>
                  </a:lnTo>
                  <a:lnTo>
                    <a:pt x="4083055" y="704091"/>
                  </a:lnTo>
                  <a:lnTo>
                    <a:pt x="4083241" y="703314"/>
                  </a:lnTo>
                  <a:lnTo>
                    <a:pt x="4083428" y="699360"/>
                  </a:lnTo>
                  <a:lnTo>
                    <a:pt x="4083615" y="695615"/>
                  </a:lnTo>
                  <a:lnTo>
                    <a:pt x="4083802" y="692100"/>
                  </a:lnTo>
                  <a:lnTo>
                    <a:pt x="4083989" y="688480"/>
                  </a:lnTo>
                  <a:lnTo>
                    <a:pt x="4084176" y="684079"/>
                  </a:lnTo>
                  <a:lnTo>
                    <a:pt x="4084363" y="678717"/>
                  </a:lnTo>
                  <a:lnTo>
                    <a:pt x="4084550" y="671818"/>
                  </a:lnTo>
                  <a:lnTo>
                    <a:pt x="4084737" y="665753"/>
                  </a:lnTo>
                  <a:lnTo>
                    <a:pt x="4084924" y="659391"/>
                  </a:lnTo>
                  <a:lnTo>
                    <a:pt x="4085111" y="651506"/>
                  </a:lnTo>
                  <a:lnTo>
                    <a:pt x="4085298" y="643064"/>
                  </a:lnTo>
                  <a:lnTo>
                    <a:pt x="4085484" y="634660"/>
                  </a:lnTo>
                  <a:lnTo>
                    <a:pt x="4085671" y="627270"/>
                  </a:lnTo>
                  <a:lnTo>
                    <a:pt x="4085858" y="619448"/>
                  </a:lnTo>
                  <a:lnTo>
                    <a:pt x="4086045" y="611963"/>
                  </a:lnTo>
                  <a:lnTo>
                    <a:pt x="4086232" y="603288"/>
                  </a:lnTo>
                  <a:lnTo>
                    <a:pt x="4086419" y="594677"/>
                  </a:lnTo>
                  <a:lnTo>
                    <a:pt x="4086606" y="585603"/>
                  </a:lnTo>
                  <a:lnTo>
                    <a:pt x="4086793" y="576979"/>
                  </a:lnTo>
                  <a:lnTo>
                    <a:pt x="4086980" y="569171"/>
                  </a:lnTo>
                  <a:lnTo>
                    <a:pt x="4087167" y="565914"/>
                  </a:lnTo>
                  <a:lnTo>
                    <a:pt x="4087354" y="563846"/>
                  </a:lnTo>
                  <a:lnTo>
                    <a:pt x="4087541" y="561536"/>
                  </a:lnTo>
                  <a:lnTo>
                    <a:pt x="4087728" y="559213"/>
                  </a:lnTo>
                  <a:lnTo>
                    <a:pt x="4087914" y="557058"/>
                  </a:lnTo>
                  <a:lnTo>
                    <a:pt x="4088101" y="553919"/>
                  </a:lnTo>
                  <a:lnTo>
                    <a:pt x="4088288" y="551631"/>
                  </a:lnTo>
                  <a:lnTo>
                    <a:pt x="4088475" y="549259"/>
                  </a:lnTo>
                  <a:lnTo>
                    <a:pt x="4088662" y="547692"/>
                  </a:lnTo>
                  <a:lnTo>
                    <a:pt x="4088849" y="547592"/>
                  </a:lnTo>
                  <a:lnTo>
                    <a:pt x="4089036" y="549052"/>
                  </a:lnTo>
                  <a:lnTo>
                    <a:pt x="4089223" y="552145"/>
                  </a:lnTo>
                  <a:lnTo>
                    <a:pt x="4089410" y="556035"/>
                  </a:lnTo>
                  <a:lnTo>
                    <a:pt x="4089597" y="560364"/>
                  </a:lnTo>
                  <a:lnTo>
                    <a:pt x="4089784" y="564876"/>
                  </a:lnTo>
                  <a:lnTo>
                    <a:pt x="4089971" y="569102"/>
                  </a:lnTo>
                  <a:lnTo>
                    <a:pt x="4090158" y="573844"/>
                  </a:lnTo>
                  <a:lnTo>
                    <a:pt x="4090344" y="577582"/>
                  </a:lnTo>
                  <a:lnTo>
                    <a:pt x="4090531" y="580467"/>
                  </a:lnTo>
                  <a:lnTo>
                    <a:pt x="4090718" y="583501"/>
                  </a:lnTo>
                  <a:lnTo>
                    <a:pt x="4090905" y="586777"/>
                  </a:lnTo>
                  <a:lnTo>
                    <a:pt x="4091092" y="590063"/>
                  </a:lnTo>
                  <a:lnTo>
                    <a:pt x="4091279" y="592871"/>
                  </a:lnTo>
                  <a:lnTo>
                    <a:pt x="4091466" y="595458"/>
                  </a:lnTo>
                  <a:lnTo>
                    <a:pt x="4091653" y="597839"/>
                  </a:lnTo>
                  <a:lnTo>
                    <a:pt x="4091840" y="600435"/>
                  </a:lnTo>
                  <a:lnTo>
                    <a:pt x="4092027" y="602287"/>
                  </a:lnTo>
                  <a:lnTo>
                    <a:pt x="4092214" y="604618"/>
                  </a:lnTo>
                  <a:lnTo>
                    <a:pt x="4092401" y="608115"/>
                  </a:lnTo>
                  <a:lnTo>
                    <a:pt x="4092587" y="612703"/>
                  </a:lnTo>
                  <a:lnTo>
                    <a:pt x="4092774" y="618171"/>
                  </a:lnTo>
                  <a:lnTo>
                    <a:pt x="4092961" y="623721"/>
                  </a:lnTo>
                  <a:lnTo>
                    <a:pt x="4093148" y="627873"/>
                  </a:lnTo>
                  <a:lnTo>
                    <a:pt x="4093335" y="633308"/>
                  </a:lnTo>
                  <a:lnTo>
                    <a:pt x="4093522" y="637891"/>
                  </a:lnTo>
                  <a:lnTo>
                    <a:pt x="4093709" y="641519"/>
                  </a:lnTo>
                  <a:lnTo>
                    <a:pt x="4093896" y="642486"/>
                  </a:lnTo>
                  <a:lnTo>
                    <a:pt x="4094083" y="643474"/>
                  </a:lnTo>
                  <a:lnTo>
                    <a:pt x="4094270" y="644948"/>
                  </a:lnTo>
                  <a:lnTo>
                    <a:pt x="4094457" y="645008"/>
                  </a:lnTo>
                  <a:lnTo>
                    <a:pt x="4094644" y="645378"/>
                  </a:lnTo>
                  <a:lnTo>
                    <a:pt x="4094831" y="644991"/>
                  </a:lnTo>
                  <a:lnTo>
                    <a:pt x="4095017" y="645344"/>
                  </a:lnTo>
                  <a:lnTo>
                    <a:pt x="4095204" y="645932"/>
                  </a:lnTo>
                  <a:lnTo>
                    <a:pt x="4095391" y="646355"/>
                  </a:lnTo>
                  <a:lnTo>
                    <a:pt x="4095578" y="647038"/>
                  </a:lnTo>
                  <a:lnTo>
                    <a:pt x="4095765" y="647831"/>
                  </a:lnTo>
                  <a:lnTo>
                    <a:pt x="4095952" y="648791"/>
                  </a:lnTo>
                  <a:lnTo>
                    <a:pt x="4096139" y="649433"/>
                  </a:lnTo>
                  <a:lnTo>
                    <a:pt x="4096326" y="649936"/>
                  </a:lnTo>
                  <a:lnTo>
                    <a:pt x="4096513" y="650630"/>
                  </a:lnTo>
                  <a:lnTo>
                    <a:pt x="4096700" y="651291"/>
                  </a:lnTo>
                  <a:lnTo>
                    <a:pt x="4096887" y="651452"/>
                  </a:lnTo>
                  <a:lnTo>
                    <a:pt x="4097074" y="651028"/>
                  </a:lnTo>
                  <a:lnTo>
                    <a:pt x="4097260" y="650757"/>
                  </a:lnTo>
                  <a:lnTo>
                    <a:pt x="4097447" y="651971"/>
                  </a:lnTo>
                  <a:lnTo>
                    <a:pt x="4097634" y="655502"/>
                  </a:lnTo>
                  <a:lnTo>
                    <a:pt x="4097821" y="659327"/>
                  </a:lnTo>
                  <a:lnTo>
                    <a:pt x="4098008" y="662648"/>
                  </a:lnTo>
                  <a:lnTo>
                    <a:pt x="4098195" y="666542"/>
                  </a:lnTo>
                  <a:lnTo>
                    <a:pt x="4098382" y="668479"/>
                  </a:lnTo>
                  <a:lnTo>
                    <a:pt x="4098569" y="669242"/>
                  </a:lnTo>
                  <a:lnTo>
                    <a:pt x="4098756" y="669543"/>
                  </a:lnTo>
                  <a:lnTo>
                    <a:pt x="4098943" y="669388"/>
                  </a:lnTo>
                  <a:lnTo>
                    <a:pt x="4099130" y="669808"/>
                  </a:lnTo>
                  <a:lnTo>
                    <a:pt x="4099317" y="671316"/>
                  </a:lnTo>
                  <a:lnTo>
                    <a:pt x="4099504" y="672983"/>
                  </a:lnTo>
                  <a:lnTo>
                    <a:pt x="4099690" y="675288"/>
                  </a:lnTo>
                  <a:lnTo>
                    <a:pt x="4099877" y="678495"/>
                  </a:lnTo>
                  <a:lnTo>
                    <a:pt x="4100064" y="681891"/>
                  </a:lnTo>
                  <a:lnTo>
                    <a:pt x="4100251" y="685602"/>
                  </a:lnTo>
                  <a:lnTo>
                    <a:pt x="4100438" y="687533"/>
                  </a:lnTo>
                  <a:lnTo>
                    <a:pt x="4100625" y="686260"/>
                  </a:lnTo>
                  <a:lnTo>
                    <a:pt x="4100812" y="682693"/>
                  </a:lnTo>
                  <a:lnTo>
                    <a:pt x="4100999" y="678442"/>
                  </a:lnTo>
                  <a:lnTo>
                    <a:pt x="4101186" y="674150"/>
                  </a:lnTo>
                  <a:lnTo>
                    <a:pt x="4101373" y="667488"/>
                  </a:lnTo>
                  <a:lnTo>
                    <a:pt x="4101560" y="662322"/>
                  </a:lnTo>
                  <a:lnTo>
                    <a:pt x="4101747" y="658901"/>
                  </a:lnTo>
                  <a:lnTo>
                    <a:pt x="4101934" y="656137"/>
                  </a:lnTo>
                  <a:lnTo>
                    <a:pt x="4102120" y="653917"/>
                  </a:lnTo>
                  <a:lnTo>
                    <a:pt x="4102307" y="652165"/>
                  </a:lnTo>
                  <a:lnTo>
                    <a:pt x="4102494" y="650821"/>
                  </a:lnTo>
                  <a:lnTo>
                    <a:pt x="4102681" y="649913"/>
                  </a:lnTo>
                  <a:lnTo>
                    <a:pt x="4102868" y="648508"/>
                  </a:lnTo>
                  <a:lnTo>
                    <a:pt x="4103055" y="646955"/>
                  </a:lnTo>
                  <a:lnTo>
                    <a:pt x="4103242" y="644929"/>
                  </a:lnTo>
                  <a:lnTo>
                    <a:pt x="4103429" y="642900"/>
                  </a:lnTo>
                  <a:lnTo>
                    <a:pt x="4103616" y="640640"/>
                  </a:lnTo>
                  <a:lnTo>
                    <a:pt x="4103803" y="638951"/>
                  </a:lnTo>
                  <a:lnTo>
                    <a:pt x="4103990" y="637235"/>
                  </a:lnTo>
                  <a:lnTo>
                    <a:pt x="4104177" y="637817"/>
                  </a:lnTo>
                  <a:lnTo>
                    <a:pt x="4104363" y="636607"/>
                  </a:lnTo>
                  <a:lnTo>
                    <a:pt x="4104550" y="634833"/>
                  </a:lnTo>
                  <a:lnTo>
                    <a:pt x="4104737" y="632213"/>
                  </a:lnTo>
                  <a:lnTo>
                    <a:pt x="4104924" y="629966"/>
                  </a:lnTo>
                  <a:lnTo>
                    <a:pt x="4105111" y="627872"/>
                  </a:lnTo>
                  <a:lnTo>
                    <a:pt x="4105298" y="625482"/>
                  </a:lnTo>
                  <a:lnTo>
                    <a:pt x="4105485" y="622763"/>
                  </a:lnTo>
                  <a:lnTo>
                    <a:pt x="4105672" y="619635"/>
                  </a:lnTo>
                  <a:lnTo>
                    <a:pt x="4105859" y="616362"/>
                  </a:lnTo>
                  <a:lnTo>
                    <a:pt x="4106046" y="613130"/>
                  </a:lnTo>
                  <a:lnTo>
                    <a:pt x="4106233" y="609961"/>
                  </a:lnTo>
                  <a:lnTo>
                    <a:pt x="4106420" y="607383"/>
                  </a:lnTo>
                  <a:lnTo>
                    <a:pt x="4106607" y="604322"/>
                  </a:lnTo>
                  <a:lnTo>
                    <a:pt x="4106793" y="601874"/>
                  </a:lnTo>
                  <a:lnTo>
                    <a:pt x="4106980" y="599055"/>
                  </a:lnTo>
                  <a:lnTo>
                    <a:pt x="4107167" y="597264"/>
                  </a:lnTo>
                  <a:lnTo>
                    <a:pt x="4107354" y="596119"/>
                  </a:lnTo>
                  <a:lnTo>
                    <a:pt x="4107541" y="596764"/>
                  </a:lnTo>
                  <a:lnTo>
                    <a:pt x="4107728" y="598545"/>
                  </a:lnTo>
                  <a:lnTo>
                    <a:pt x="4107915" y="597374"/>
                  </a:lnTo>
                  <a:lnTo>
                    <a:pt x="4108102" y="596763"/>
                  </a:lnTo>
                  <a:lnTo>
                    <a:pt x="4108289" y="596680"/>
                  </a:lnTo>
                  <a:lnTo>
                    <a:pt x="4108476" y="597349"/>
                  </a:lnTo>
                  <a:lnTo>
                    <a:pt x="4108663" y="597151"/>
                  </a:lnTo>
                  <a:lnTo>
                    <a:pt x="4108850" y="595797"/>
                  </a:lnTo>
                  <a:lnTo>
                    <a:pt x="4109037" y="596194"/>
                  </a:lnTo>
                  <a:lnTo>
                    <a:pt x="4109223" y="594742"/>
                  </a:lnTo>
                  <a:lnTo>
                    <a:pt x="4109410" y="593001"/>
                  </a:lnTo>
                  <a:lnTo>
                    <a:pt x="4109597" y="591444"/>
                  </a:lnTo>
                  <a:lnTo>
                    <a:pt x="4109784" y="589165"/>
                  </a:lnTo>
                  <a:lnTo>
                    <a:pt x="4109971" y="587349"/>
                  </a:lnTo>
                  <a:lnTo>
                    <a:pt x="4110158" y="587266"/>
                  </a:lnTo>
                  <a:lnTo>
                    <a:pt x="4110345" y="586565"/>
                  </a:lnTo>
                  <a:lnTo>
                    <a:pt x="4110532" y="586276"/>
                  </a:lnTo>
                  <a:lnTo>
                    <a:pt x="4110719" y="584727"/>
                  </a:lnTo>
                  <a:lnTo>
                    <a:pt x="4110906" y="583194"/>
                  </a:lnTo>
                  <a:lnTo>
                    <a:pt x="4111093" y="581551"/>
                  </a:lnTo>
                  <a:lnTo>
                    <a:pt x="4111280" y="579409"/>
                  </a:lnTo>
                  <a:lnTo>
                    <a:pt x="4111466" y="577434"/>
                  </a:lnTo>
                  <a:lnTo>
                    <a:pt x="4111653" y="576537"/>
                  </a:lnTo>
                  <a:lnTo>
                    <a:pt x="4111840" y="576366"/>
                  </a:lnTo>
                  <a:lnTo>
                    <a:pt x="4112027" y="572418"/>
                  </a:lnTo>
                  <a:lnTo>
                    <a:pt x="4112214" y="567761"/>
                  </a:lnTo>
                  <a:lnTo>
                    <a:pt x="4112401" y="561550"/>
                  </a:lnTo>
                  <a:lnTo>
                    <a:pt x="4112588" y="554622"/>
                  </a:lnTo>
                  <a:lnTo>
                    <a:pt x="4112775" y="546760"/>
                  </a:lnTo>
                  <a:lnTo>
                    <a:pt x="4112962" y="542088"/>
                  </a:lnTo>
                  <a:lnTo>
                    <a:pt x="4113149" y="536360"/>
                  </a:lnTo>
                  <a:lnTo>
                    <a:pt x="4113336" y="532655"/>
                  </a:lnTo>
                  <a:lnTo>
                    <a:pt x="4113523" y="528934"/>
                  </a:lnTo>
                  <a:lnTo>
                    <a:pt x="4113710" y="528570"/>
                  </a:lnTo>
                  <a:lnTo>
                    <a:pt x="4113896" y="527656"/>
                  </a:lnTo>
                  <a:lnTo>
                    <a:pt x="4114083" y="526214"/>
                  </a:lnTo>
                  <a:lnTo>
                    <a:pt x="4114270" y="524455"/>
                  </a:lnTo>
                  <a:lnTo>
                    <a:pt x="4114457" y="521679"/>
                  </a:lnTo>
                  <a:lnTo>
                    <a:pt x="4114644" y="520433"/>
                  </a:lnTo>
                  <a:lnTo>
                    <a:pt x="4114831" y="521089"/>
                  </a:lnTo>
                  <a:lnTo>
                    <a:pt x="4115018" y="522111"/>
                  </a:lnTo>
                  <a:lnTo>
                    <a:pt x="4115205" y="524775"/>
                  </a:lnTo>
                  <a:lnTo>
                    <a:pt x="4115392" y="528103"/>
                  </a:lnTo>
                  <a:lnTo>
                    <a:pt x="4115579" y="532044"/>
                  </a:lnTo>
                  <a:lnTo>
                    <a:pt x="4115766" y="534883"/>
                  </a:lnTo>
                  <a:lnTo>
                    <a:pt x="4115953" y="537190"/>
                  </a:lnTo>
                  <a:lnTo>
                    <a:pt x="4116139" y="538747"/>
                  </a:lnTo>
                  <a:lnTo>
                    <a:pt x="4116326" y="538258"/>
                  </a:lnTo>
                  <a:lnTo>
                    <a:pt x="4116513" y="537296"/>
                  </a:lnTo>
                  <a:lnTo>
                    <a:pt x="4116700" y="535058"/>
                  </a:lnTo>
                  <a:lnTo>
                    <a:pt x="4116887" y="533871"/>
                  </a:lnTo>
                  <a:lnTo>
                    <a:pt x="4117074" y="533059"/>
                  </a:lnTo>
                  <a:lnTo>
                    <a:pt x="4117261" y="532528"/>
                  </a:lnTo>
                  <a:lnTo>
                    <a:pt x="4117448" y="533635"/>
                  </a:lnTo>
                  <a:lnTo>
                    <a:pt x="4117635" y="532317"/>
                  </a:lnTo>
                  <a:lnTo>
                    <a:pt x="4117822" y="532753"/>
                  </a:lnTo>
                  <a:lnTo>
                    <a:pt x="4118009" y="534241"/>
                  </a:lnTo>
                  <a:lnTo>
                    <a:pt x="4118196" y="536550"/>
                  </a:lnTo>
                  <a:lnTo>
                    <a:pt x="4118383" y="540222"/>
                  </a:lnTo>
                  <a:lnTo>
                    <a:pt x="4118569" y="544818"/>
                  </a:lnTo>
                  <a:lnTo>
                    <a:pt x="4118756" y="550426"/>
                  </a:lnTo>
                  <a:lnTo>
                    <a:pt x="4118943" y="556784"/>
                  </a:lnTo>
                  <a:lnTo>
                    <a:pt x="4119130" y="562863"/>
                  </a:lnTo>
                  <a:lnTo>
                    <a:pt x="4119317" y="568624"/>
                  </a:lnTo>
                  <a:lnTo>
                    <a:pt x="4119504" y="573677"/>
                  </a:lnTo>
                  <a:lnTo>
                    <a:pt x="4119691" y="577697"/>
                  </a:lnTo>
                  <a:lnTo>
                    <a:pt x="4119878" y="581850"/>
                  </a:lnTo>
                  <a:lnTo>
                    <a:pt x="4120065" y="586036"/>
                  </a:lnTo>
                  <a:lnTo>
                    <a:pt x="4120252" y="589511"/>
                  </a:lnTo>
                  <a:lnTo>
                    <a:pt x="4120439" y="593131"/>
                  </a:lnTo>
                  <a:lnTo>
                    <a:pt x="4120626" y="597421"/>
                  </a:lnTo>
                  <a:lnTo>
                    <a:pt x="4120813" y="604206"/>
                  </a:lnTo>
                  <a:lnTo>
                    <a:pt x="4120999" y="610518"/>
                  </a:lnTo>
                  <a:lnTo>
                    <a:pt x="4121186" y="615567"/>
                  </a:lnTo>
                  <a:lnTo>
                    <a:pt x="4121373" y="619622"/>
                  </a:lnTo>
                  <a:lnTo>
                    <a:pt x="4121560" y="621876"/>
                  </a:lnTo>
                  <a:lnTo>
                    <a:pt x="4121747" y="624407"/>
                  </a:lnTo>
                  <a:lnTo>
                    <a:pt x="4121934" y="627396"/>
                  </a:lnTo>
                  <a:lnTo>
                    <a:pt x="4122121" y="632217"/>
                  </a:lnTo>
                  <a:lnTo>
                    <a:pt x="4122308" y="638052"/>
                  </a:lnTo>
                  <a:lnTo>
                    <a:pt x="4122495" y="643871"/>
                  </a:lnTo>
                  <a:lnTo>
                    <a:pt x="4122682" y="649389"/>
                  </a:lnTo>
                  <a:lnTo>
                    <a:pt x="4122869" y="655017"/>
                  </a:lnTo>
                  <a:lnTo>
                    <a:pt x="4123056" y="659080"/>
                  </a:lnTo>
                  <a:lnTo>
                    <a:pt x="4123242" y="662636"/>
                  </a:lnTo>
                  <a:lnTo>
                    <a:pt x="4123429" y="666069"/>
                  </a:lnTo>
                  <a:lnTo>
                    <a:pt x="4123616" y="670478"/>
                  </a:lnTo>
                  <a:lnTo>
                    <a:pt x="4123803" y="675630"/>
                  </a:lnTo>
                  <a:lnTo>
                    <a:pt x="4123990" y="682206"/>
                  </a:lnTo>
                  <a:lnTo>
                    <a:pt x="4124177" y="689392"/>
                  </a:lnTo>
                  <a:lnTo>
                    <a:pt x="4124364" y="696307"/>
                  </a:lnTo>
                  <a:lnTo>
                    <a:pt x="4124551" y="699064"/>
                  </a:lnTo>
                  <a:lnTo>
                    <a:pt x="4124738" y="701031"/>
                  </a:lnTo>
                  <a:lnTo>
                    <a:pt x="4124925" y="702906"/>
                  </a:lnTo>
                  <a:lnTo>
                    <a:pt x="4125112" y="705184"/>
                  </a:lnTo>
                  <a:lnTo>
                    <a:pt x="4125299" y="708395"/>
                  </a:lnTo>
                  <a:lnTo>
                    <a:pt x="4125486" y="711235"/>
                  </a:lnTo>
                  <a:lnTo>
                    <a:pt x="4125672" y="713909"/>
                  </a:lnTo>
                  <a:lnTo>
                    <a:pt x="4125859" y="716947"/>
                  </a:lnTo>
                  <a:lnTo>
                    <a:pt x="4126046" y="720075"/>
                  </a:lnTo>
                  <a:lnTo>
                    <a:pt x="4126233" y="722897"/>
                  </a:lnTo>
                  <a:lnTo>
                    <a:pt x="4126420" y="725004"/>
                  </a:lnTo>
                  <a:lnTo>
                    <a:pt x="4126607" y="725320"/>
                  </a:lnTo>
                  <a:lnTo>
                    <a:pt x="4126794" y="724354"/>
                  </a:lnTo>
                  <a:lnTo>
                    <a:pt x="4126981" y="722009"/>
                  </a:lnTo>
                  <a:lnTo>
                    <a:pt x="4127168" y="716354"/>
                  </a:lnTo>
                  <a:lnTo>
                    <a:pt x="4127355" y="710435"/>
                  </a:lnTo>
                  <a:lnTo>
                    <a:pt x="4127542" y="703998"/>
                  </a:lnTo>
                  <a:lnTo>
                    <a:pt x="4127729" y="697703"/>
                  </a:lnTo>
                  <a:lnTo>
                    <a:pt x="4127916" y="691682"/>
                  </a:lnTo>
                  <a:lnTo>
                    <a:pt x="4128102" y="685326"/>
                  </a:lnTo>
                  <a:lnTo>
                    <a:pt x="4128289" y="677950"/>
                  </a:lnTo>
                  <a:lnTo>
                    <a:pt x="4128476" y="669815"/>
                  </a:lnTo>
                  <a:lnTo>
                    <a:pt x="4128663" y="661644"/>
                  </a:lnTo>
                  <a:lnTo>
                    <a:pt x="4128850" y="653497"/>
                  </a:lnTo>
                  <a:lnTo>
                    <a:pt x="4129037" y="644886"/>
                  </a:lnTo>
                  <a:lnTo>
                    <a:pt x="4129224" y="635790"/>
                  </a:lnTo>
                  <a:lnTo>
                    <a:pt x="4129411" y="625573"/>
                  </a:lnTo>
                  <a:lnTo>
                    <a:pt x="4129598" y="614829"/>
                  </a:lnTo>
                  <a:lnTo>
                    <a:pt x="4129785" y="604502"/>
                  </a:lnTo>
                  <a:lnTo>
                    <a:pt x="4129972" y="594061"/>
                  </a:lnTo>
                  <a:lnTo>
                    <a:pt x="4130159" y="583565"/>
                  </a:lnTo>
                  <a:lnTo>
                    <a:pt x="4130345" y="572756"/>
                  </a:lnTo>
                  <a:lnTo>
                    <a:pt x="4130532" y="560635"/>
                  </a:lnTo>
                  <a:lnTo>
                    <a:pt x="4130719" y="546786"/>
                  </a:lnTo>
                  <a:lnTo>
                    <a:pt x="4130906" y="527357"/>
                  </a:lnTo>
                  <a:lnTo>
                    <a:pt x="4131093" y="509076"/>
                  </a:lnTo>
                  <a:lnTo>
                    <a:pt x="4131280" y="493640"/>
                  </a:lnTo>
                  <a:lnTo>
                    <a:pt x="4131467" y="478676"/>
                  </a:lnTo>
                  <a:lnTo>
                    <a:pt x="4131654" y="463795"/>
                  </a:lnTo>
                  <a:lnTo>
                    <a:pt x="4131841" y="451255"/>
                  </a:lnTo>
                  <a:lnTo>
                    <a:pt x="4132028" y="439493"/>
                  </a:lnTo>
                  <a:lnTo>
                    <a:pt x="4132215" y="428520"/>
                  </a:lnTo>
                  <a:lnTo>
                    <a:pt x="4132402" y="416564"/>
                  </a:lnTo>
                  <a:lnTo>
                    <a:pt x="4132589" y="404630"/>
                  </a:lnTo>
                  <a:lnTo>
                    <a:pt x="4132775" y="393449"/>
                  </a:lnTo>
                  <a:lnTo>
                    <a:pt x="4132962" y="383243"/>
                  </a:lnTo>
                  <a:lnTo>
                    <a:pt x="4133149" y="374077"/>
                  </a:lnTo>
                  <a:lnTo>
                    <a:pt x="4133336" y="365757"/>
                  </a:lnTo>
                  <a:lnTo>
                    <a:pt x="4133523" y="359351"/>
                  </a:lnTo>
                  <a:lnTo>
                    <a:pt x="4133710" y="353837"/>
                  </a:lnTo>
                  <a:lnTo>
                    <a:pt x="4133897" y="348276"/>
                  </a:lnTo>
                  <a:lnTo>
                    <a:pt x="4134084" y="343746"/>
                  </a:lnTo>
                  <a:lnTo>
                    <a:pt x="4134271" y="338754"/>
                  </a:lnTo>
                  <a:lnTo>
                    <a:pt x="4134458" y="333250"/>
                  </a:lnTo>
                  <a:lnTo>
                    <a:pt x="4134645" y="330856"/>
                  </a:lnTo>
                  <a:lnTo>
                    <a:pt x="4134832" y="326545"/>
                  </a:lnTo>
                  <a:lnTo>
                    <a:pt x="4135018" y="321977"/>
                  </a:lnTo>
                  <a:lnTo>
                    <a:pt x="4135205" y="318118"/>
                  </a:lnTo>
                  <a:lnTo>
                    <a:pt x="4135392" y="314643"/>
                  </a:lnTo>
                  <a:lnTo>
                    <a:pt x="4135579" y="311344"/>
                  </a:lnTo>
                  <a:lnTo>
                    <a:pt x="4135766" y="308193"/>
                  </a:lnTo>
                  <a:lnTo>
                    <a:pt x="4135953" y="304758"/>
                  </a:lnTo>
                  <a:lnTo>
                    <a:pt x="4136140" y="301462"/>
                  </a:lnTo>
                  <a:lnTo>
                    <a:pt x="4136327" y="297252"/>
                  </a:lnTo>
                  <a:lnTo>
                    <a:pt x="4136514" y="292626"/>
                  </a:lnTo>
                  <a:lnTo>
                    <a:pt x="4136701" y="287780"/>
                  </a:lnTo>
                  <a:lnTo>
                    <a:pt x="4136888" y="285252"/>
                  </a:lnTo>
                  <a:lnTo>
                    <a:pt x="4137075" y="283699"/>
                  </a:lnTo>
                  <a:lnTo>
                    <a:pt x="4137262" y="283030"/>
                  </a:lnTo>
                  <a:lnTo>
                    <a:pt x="4137448" y="282809"/>
                  </a:lnTo>
                  <a:lnTo>
                    <a:pt x="4137635" y="283280"/>
                  </a:lnTo>
                  <a:lnTo>
                    <a:pt x="4137822" y="286455"/>
                  </a:lnTo>
                  <a:lnTo>
                    <a:pt x="4138009" y="289235"/>
                  </a:lnTo>
                  <a:lnTo>
                    <a:pt x="4138196" y="291261"/>
                  </a:lnTo>
                  <a:lnTo>
                    <a:pt x="4138383" y="294007"/>
                  </a:lnTo>
                  <a:lnTo>
                    <a:pt x="4138570" y="295655"/>
                  </a:lnTo>
                  <a:lnTo>
                    <a:pt x="4138757" y="301095"/>
                  </a:lnTo>
                  <a:lnTo>
                    <a:pt x="4138944" y="306369"/>
                  </a:lnTo>
                  <a:lnTo>
                    <a:pt x="4139131" y="311622"/>
                  </a:lnTo>
                  <a:lnTo>
                    <a:pt x="4139318" y="317411"/>
                  </a:lnTo>
                  <a:lnTo>
                    <a:pt x="4139505" y="323543"/>
                  </a:lnTo>
                  <a:lnTo>
                    <a:pt x="4139692" y="329450"/>
                  </a:lnTo>
                  <a:lnTo>
                    <a:pt x="4139878" y="333334"/>
                  </a:lnTo>
                  <a:lnTo>
                    <a:pt x="4140065" y="336538"/>
                  </a:lnTo>
                  <a:lnTo>
                    <a:pt x="4140252" y="339601"/>
                  </a:lnTo>
                  <a:lnTo>
                    <a:pt x="4140439" y="343083"/>
                  </a:lnTo>
                  <a:lnTo>
                    <a:pt x="4140626" y="347071"/>
                  </a:lnTo>
                  <a:lnTo>
                    <a:pt x="4140813" y="349712"/>
                  </a:lnTo>
                  <a:lnTo>
                    <a:pt x="4141000" y="352402"/>
                  </a:lnTo>
                  <a:lnTo>
                    <a:pt x="4141187" y="354275"/>
                  </a:lnTo>
                  <a:lnTo>
                    <a:pt x="4141374" y="355340"/>
                  </a:lnTo>
                  <a:lnTo>
                    <a:pt x="4141561" y="353566"/>
                  </a:lnTo>
                  <a:lnTo>
                    <a:pt x="4141748" y="352115"/>
                  </a:lnTo>
                  <a:lnTo>
                    <a:pt x="4141935" y="352065"/>
                  </a:lnTo>
                  <a:lnTo>
                    <a:pt x="4142121" y="351217"/>
                  </a:lnTo>
                  <a:lnTo>
                    <a:pt x="4142308" y="351662"/>
                  </a:lnTo>
                  <a:lnTo>
                    <a:pt x="4142495" y="351530"/>
                  </a:lnTo>
                  <a:lnTo>
                    <a:pt x="4142682" y="351640"/>
                  </a:lnTo>
                  <a:lnTo>
                    <a:pt x="4142869" y="352122"/>
                  </a:lnTo>
                  <a:lnTo>
                    <a:pt x="4143056" y="352375"/>
                  </a:lnTo>
                  <a:lnTo>
                    <a:pt x="4143243" y="351999"/>
                  </a:lnTo>
                  <a:lnTo>
                    <a:pt x="4143430" y="351604"/>
                  </a:lnTo>
                  <a:lnTo>
                    <a:pt x="4143617" y="351408"/>
                  </a:lnTo>
                  <a:lnTo>
                    <a:pt x="4143804" y="351486"/>
                  </a:lnTo>
                  <a:lnTo>
                    <a:pt x="4143991" y="352250"/>
                  </a:lnTo>
                  <a:lnTo>
                    <a:pt x="4144178" y="353794"/>
                  </a:lnTo>
                  <a:lnTo>
                    <a:pt x="4144365" y="355964"/>
                  </a:lnTo>
                  <a:lnTo>
                    <a:pt x="4144551" y="357846"/>
                  </a:lnTo>
                  <a:lnTo>
                    <a:pt x="4144738" y="360853"/>
                  </a:lnTo>
                  <a:lnTo>
                    <a:pt x="4144925" y="363514"/>
                  </a:lnTo>
                  <a:lnTo>
                    <a:pt x="4145112" y="366277"/>
                  </a:lnTo>
                  <a:lnTo>
                    <a:pt x="4145299" y="370205"/>
                  </a:lnTo>
                  <a:lnTo>
                    <a:pt x="4145486" y="374125"/>
                  </a:lnTo>
                  <a:lnTo>
                    <a:pt x="4145673" y="377269"/>
                  </a:lnTo>
                  <a:lnTo>
                    <a:pt x="4145860" y="380148"/>
                  </a:lnTo>
                  <a:lnTo>
                    <a:pt x="4146047" y="383424"/>
                  </a:lnTo>
                  <a:lnTo>
                    <a:pt x="4146234" y="388880"/>
                  </a:lnTo>
                  <a:lnTo>
                    <a:pt x="4146421" y="392342"/>
                  </a:lnTo>
                  <a:lnTo>
                    <a:pt x="4146608" y="396141"/>
                  </a:lnTo>
                  <a:lnTo>
                    <a:pt x="4146795" y="399140"/>
                  </a:lnTo>
                  <a:lnTo>
                    <a:pt x="4146981" y="401635"/>
                  </a:lnTo>
                  <a:lnTo>
                    <a:pt x="4147168" y="404695"/>
                  </a:lnTo>
                  <a:lnTo>
                    <a:pt x="4147355" y="407532"/>
                  </a:lnTo>
                  <a:lnTo>
                    <a:pt x="4147542" y="409828"/>
                  </a:lnTo>
                  <a:lnTo>
                    <a:pt x="4147729" y="412088"/>
                  </a:lnTo>
                  <a:lnTo>
                    <a:pt x="4147916" y="415004"/>
                  </a:lnTo>
                  <a:lnTo>
                    <a:pt x="4148103" y="418761"/>
                  </a:lnTo>
                  <a:lnTo>
                    <a:pt x="4148290" y="423564"/>
                  </a:lnTo>
                  <a:lnTo>
                    <a:pt x="4148477" y="429743"/>
                  </a:lnTo>
                  <a:lnTo>
                    <a:pt x="4148664" y="437408"/>
                  </a:lnTo>
                  <a:lnTo>
                    <a:pt x="4148851" y="446100"/>
                  </a:lnTo>
                  <a:lnTo>
                    <a:pt x="4149038" y="454672"/>
                  </a:lnTo>
                  <a:lnTo>
                    <a:pt x="4149224" y="463788"/>
                  </a:lnTo>
                  <a:lnTo>
                    <a:pt x="4149411" y="476282"/>
                  </a:lnTo>
                  <a:lnTo>
                    <a:pt x="4149598" y="490656"/>
                  </a:lnTo>
                  <a:lnTo>
                    <a:pt x="4149785" y="506657"/>
                  </a:lnTo>
                  <a:lnTo>
                    <a:pt x="4149972" y="523639"/>
                  </a:lnTo>
                  <a:lnTo>
                    <a:pt x="4150159" y="542131"/>
                  </a:lnTo>
                  <a:lnTo>
                    <a:pt x="4150346" y="556568"/>
                  </a:lnTo>
                  <a:lnTo>
                    <a:pt x="4150533" y="570609"/>
                  </a:lnTo>
                  <a:lnTo>
                    <a:pt x="4150720" y="584854"/>
                  </a:lnTo>
                  <a:lnTo>
                    <a:pt x="4150907" y="598585"/>
                  </a:lnTo>
                  <a:lnTo>
                    <a:pt x="4151094" y="608587"/>
                  </a:lnTo>
                  <a:lnTo>
                    <a:pt x="4151281" y="618556"/>
                  </a:lnTo>
                  <a:lnTo>
                    <a:pt x="4151468" y="628645"/>
                  </a:lnTo>
                  <a:lnTo>
                    <a:pt x="4151654" y="638505"/>
                  </a:lnTo>
                  <a:lnTo>
                    <a:pt x="4151841" y="648212"/>
                  </a:lnTo>
                  <a:lnTo>
                    <a:pt x="4152028" y="658304"/>
                  </a:lnTo>
                  <a:lnTo>
                    <a:pt x="4152215" y="666197"/>
                  </a:lnTo>
                  <a:lnTo>
                    <a:pt x="4152402" y="674458"/>
                  </a:lnTo>
                  <a:lnTo>
                    <a:pt x="4152589" y="681754"/>
                  </a:lnTo>
                  <a:lnTo>
                    <a:pt x="4152776" y="689327"/>
                  </a:lnTo>
                  <a:lnTo>
                    <a:pt x="4152963" y="696138"/>
                  </a:lnTo>
                  <a:lnTo>
                    <a:pt x="4153150" y="703317"/>
                  </a:lnTo>
                  <a:lnTo>
                    <a:pt x="4153337" y="710458"/>
                  </a:lnTo>
                  <a:lnTo>
                    <a:pt x="4153524" y="717310"/>
                  </a:lnTo>
                  <a:lnTo>
                    <a:pt x="4153711" y="724474"/>
                  </a:lnTo>
                  <a:lnTo>
                    <a:pt x="4153897" y="730652"/>
                  </a:lnTo>
                  <a:lnTo>
                    <a:pt x="4154084" y="737173"/>
                  </a:lnTo>
                  <a:lnTo>
                    <a:pt x="4154271" y="742015"/>
                  </a:lnTo>
                  <a:lnTo>
                    <a:pt x="4154458" y="745542"/>
                  </a:lnTo>
                  <a:lnTo>
                    <a:pt x="4154645" y="748903"/>
                  </a:lnTo>
                  <a:lnTo>
                    <a:pt x="4154832" y="751047"/>
                  </a:lnTo>
                  <a:lnTo>
                    <a:pt x="4155019" y="751766"/>
                  </a:lnTo>
                  <a:lnTo>
                    <a:pt x="4155206" y="749181"/>
                  </a:lnTo>
                  <a:lnTo>
                    <a:pt x="4155393" y="744409"/>
                  </a:lnTo>
                  <a:lnTo>
                    <a:pt x="4155580" y="737966"/>
                  </a:lnTo>
                  <a:lnTo>
                    <a:pt x="4155767" y="728505"/>
                  </a:lnTo>
                  <a:lnTo>
                    <a:pt x="4155954" y="717132"/>
                  </a:lnTo>
                  <a:lnTo>
                    <a:pt x="4156141" y="703760"/>
                  </a:lnTo>
                  <a:lnTo>
                    <a:pt x="4156327" y="688791"/>
                  </a:lnTo>
                  <a:lnTo>
                    <a:pt x="4156514" y="673107"/>
                  </a:lnTo>
                  <a:lnTo>
                    <a:pt x="4156701" y="657391"/>
                  </a:lnTo>
                  <a:lnTo>
                    <a:pt x="4156888" y="641479"/>
                  </a:lnTo>
                  <a:lnTo>
                    <a:pt x="4157075" y="626669"/>
                  </a:lnTo>
                  <a:lnTo>
                    <a:pt x="4157262" y="612436"/>
                  </a:lnTo>
                  <a:lnTo>
                    <a:pt x="4157449" y="596252"/>
                  </a:lnTo>
                  <a:lnTo>
                    <a:pt x="4157636" y="579467"/>
                  </a:lnTo>
                  <a:lnTo>
                    <a:pt x="4157823" y="568361"/>
                  </a:lnTo>
                  <a:lnTo>
                    <a:pt x="4158010" y="558204"/>
                  </a:lnTo>
                  <a:lnTo>
                    <a:pt x="4158197" y="552300"/>
                  </a:lnTo>
                  <a:lnTo>
                    <a:pt x="4158384" y="548255"/>
                  </a:lnTo>
                  <a:lnTo>
                    <a:pt x="4158571" y="545313"/>
                  </a:lnTo>
                  <a:lnTo>
                    <a:pt x="4158757" y="543241"/>
                  </a:lnTo>
                  <a:lnTo>
                    <a:pt x="4158944" y="543682"/>
                  </a:lnTo>
                  <a:lnTo>
                    <a:pt x="4159131" y="544435"/>
                  </a:lnTo>
                  <a:lnTo>
                    <a:pt x="4159318" y="546753"/>
                  </a:lnTo>
                  <a:lnTo>
                    <a:pt x="4159505" y="548079"/>
                  </a:lnTo>
                  <a:lnTo>
                    <a:pt x="4159692" y="548911"/>
                  </a:lnTo>
                  <a:lnTo>
                    <a:pt x="4159879" y="549811"/>
                  </a:lnTo>
                  <a:lnTo>
                    <a:pt x="4160066" y="549821"/>
                  </a:lnTo>
                  <a:lnTo>
                    <a:pt x="4160253" y="550184"/>
                  </a:lnTo>
                  <a:lnTo>
                    <a:pt x="4160440" y="551847"/>
                  </a:lnTo>
                  <a:lnTo>
                    <a:pt x="4160627" y="553642"/>
                  </a:lnTo>
                  <a:lnTo>
                    <a:pt x="4160814" y="553377"/>
                  </a:lnTo>
                  <a:lnTo>
                    <a:pt x="4161000" y="548864"/>
                  </a:lnTo>
                  <a:lnTo>
                    <a:pt x="4161187" y="543224"/>
                  </a:lnTo>
                  <a:lnTo>
                    <a:pt x="4161374" y="533224"/>
                  </a:lnTo>
                  <a:lnTo>
                    <a:pt x="4161561" y="523661"/>
                  </a:lnTo>
                  <a:lnTo>
                    <a:pt x="4161748" y="514832"/>
                  </a:lnTo>
                  <a:lnTo>
                    <a:pt x="4161935" y="507303"/>
                  </a:lnTo>
                  <a:lnTo>
                    <a:pt x="4162122" y="500066"/>
                  </a:lnTo>
                  <a:lnTo>
                    <a:pt x="4162309" y="494034"/>
                  </a:lnTo>
                  <a:lnTo>
                    <a:pt x="4162496" y="487643"/>
                  </a:lnTo>
                  <a:lnTo>
                    <a:pt x="4162683" y="479319"/>
                  </a:lnTo>
                  <a:lnTo>
                    <a:pt x="4162870" y="472654"/>
                  </a:lnTo>
                  <a:lnTo>
                    <a:pt x="4163057" y="466290"/>
                  </a:lnTo>
                  <a:lnTo>
                    <a:pt x="4163244" y="460319"/>
                  </a:lnTo>
                  <a:lnTo>
                    <a:pt x="4163430" y="454984"/>
                  </a:lnTo>
                  <a:lnTo>
                    <a:pt x="4163617" y="450333"/>
                  </a:lnTo>
                  <a:lnTo>
                    <a:pt x="4163804" y="446683"/>
                  </a:lnTo>
                  <a:lnTo>
                    <a:pt x="4163991" y="442647"/>
                  </a:lnTo>
                  <a:lnTo>
                    <a:pt x="4164178" y="440264"/>
                  </a:lnTo>
                  <a:lnTo>
                    <a:pt x="4164365" y="437701"/>
                  </a:lnTo>
                  <a:lnTo>
                    <a:pt x="4164552" y="436968"/>
                  </a:lnTo>
                  <a:lnTo>
                    <a:pt x="4164739" y="435418"/>
                  </a:lnTo>
                  <a:lnTo>
                    <a:pt x="4164926" y="433370"/>
                  </a:lnTo>
                  <a:lnTo>
                    <a:pt x="4165113" y="431390"/>
                  </a:lnTo>
                  <a:lnTo>
                    <a:pt x="4165300" y="429732"/>
                  </a:lnTo>
                  <a:lnTo>
                    <a:pt x="4165487" y="429943"/>
                  </a:lnTo>
                  <a:lnTo>
                    <a:pt x="4165674" y="431024"/>
                  </a:lnTo>
                  <a:lnTo>
                    <a:pt x="4165860" y="432821"/>
                  </a:lnTo>
                  <a:lnTo>
                    <a:pt x="4166047" y="433202"/>
                  </a:lnTo>
                  <a:lnTo>
                    <a:pt x="4166234" y="433059"/>
                  </a:lnTo>
                  <a:lnTo>
                    <a:pt x="4166421" y="434453"/>
                  </a:lnTo>
                  <a:lnTo>
                    <a:pt x="4166608" y="437175"/>
                  </a:lnTo>
                  <a:lnTo>
                    <a:pt x="4166795" y="441074"/>
                  </a:lnTo>
                  <a:lnTo>
                    <a:pt x="4166982" y="444806"/>
                  </a:lnTo>
                  <a:lnTo>
                    <a:pt x="4167169" y="448219"/>
                  </a:lnTo>
                  <a:lnTo>
                    <a:pt x="4167356" y="451365"/>
                  </a:lnTo>
                  <a:lnTo>
                    <a:pt x="4167543" y="456858"/>
                  </a:lnTo>
                  <a:lnTo>
                    <a:pt x="4167730" y="464955"/>
                  </a:lnTo>
                  <a:lnTo>
                    <a:pt x="4167917" y="474812"/>
                  </a:lnTo>
                  <a:lnTo>
                    <a:pt x="4168103" y="486474"/>
                  </a:lnTo>
                  <a:lnTo>
                    <a:pt x="4168290" y="503621"/>
                  </a:lnTo>
                  <a:lnTo>
                    <a:pt x="4168477" y="520597"/>
                  </a:lnTo>
                  <a:lnTo>
                    <a:pt x="4168664" y="536750"/>
                  </a:lnTo>
                  <a:lnTo>
                    <a:pt x="4168851" y="552521"/>
                  </a:lnTo>
                  <a:lnTo>
                    <a:pt x="4169038" y="567502"/>
                  </a:lnTo>
                  <a:lnTo>
                    <a:pt x="4169225" y="581051"/>
                  </a:lnTo>
                  <a:lnTo>
                    <a:pt x="4169412" y="593215"/>
                  </a:lnTo>
                  <a:lnTo>
                    <a:pt x="4169599" y="604485"/>
                  </a:lnTo>
                  <a:lnTo>
                    <a:pt x="4169786" y="615894"/>
                  </a:lnTo>
                  <a:lnTo>
                    <a:pt x="4169973" y="626722"/>
                  </a:lnTo>
                  <a:lnTo>
                    <a:pt x="4170160" y="636946"/>
                  </a:lnTo>
                  <a:lnTo>
                    <a:pt x="4170347" y="646345"/>
                  </a:lnTo>
                  <a:lnTo>
                    <a:pt x="4170533" y="654499"/>
                  </a:lnTo>
                  <a:lnTo>
                    <a:pt x="4170720" y="661698"/>
                  </a:lnTo>
                  <a:lnTo>
                    <a:pt x="4170907" y="667115"/>
                  </a:lnTo>
                  <a:lnTo>
                    <a:pt x="4171094" y="671913"/>
                  </a:lnTo>
                  <a:lnTo>
                    <a:pt x="4171281" y="676175"/>
                  </a:lnTo>
                  <a:lnTo>
                    <a:pt x="4171468" y="679620"/>
                  </a:lnTo>
                  <a:lnTo>
                    <a:pt x="4171655" y="681790"/>
                  </a:lnTo>
                  <a:lnTo>
                    <a:pt x="4171842" y="685454"/>
                  </a:lnTo>
                  <a:lnTo>
                    <a:pt x="4172029" y="686890"/>
                  </a:lnTo>
                  <a:lnTo>
                    <a:pt x="4172216" y="689109"/>
                  </a:lnTo>
                  <a:lnTo>
                    <a:pt x="4172403" y="692382"/>
                  </a:lnTo>
                  <a:lnTo>
                    <a:pt x="4172590" y="696320"/>
                  </a:lnTo>
                  <a:lnTo>
                    <a:pt x="4172776" y="701194"/>
                  </a:lnTo>
                  <a:lnTo>
                    <a:pt x="4172963" y="704437"/>
                  </a:lnTo>
                  <a:lnTo>
                    <a:pt x="4173150" y="708242"/>
                  </a:lnTo>
                  <a:lnTo>
                    <a:pt x="4173337" y="712695"/>
                  </a:lnTo>
                  <a:lnTo>
                    <a:pt x="4173524" y="716441"/>
                  </a:lnTo>
                  <a:lnTo>
                    <a:pt x="4173711" y="719899"/>
                  </a:lnTo>
                  <a:lnTo>
                    <a:pt x="4173898" y="723247"/>
                  </a:lnTo>
                  <a:lnTo>
                    <a:pt x="4174085" y="726478"/>
                  </a:lnTo>
                  <a:lnTo>
                    <a:pt x="4174272" y="727430"/>
                  </a:lnTo>
                  <a:lnTo>
                    <a:pt x="4174459" y="728534"/>
                  </a:lnTo>
                  <a:lnTo>
                    <a:pt x="4174646" y="729486"/>
                  </a:lnTo>
                  <a:lnTo>
                    <a:pt x="4174833" y="731630"/>
                  </a:lnTo>
                  <a:lnTo>
                    <a:pt x="4175020" y="733209"/>
                  </a:lnTo>
                  <a:lnTo>
                    <a:pt x="4175206" y="733509"/>
                  </a:lnTo>
                  <a:lnTo>
                    <a:pt x="4175393" y="733272"/>
                  </a:lnTo>
                  <a:lnTo>
                    <a:pt x="4175580" y="732784"/>
                  </a:lnTo>
                  <a:lnTo>
                    <a:pt x="4175767" y="732155"/>
                  </a:lnTo>
                  <a:lnTo>
                    <a:pt x="4175954" y="733280"/>
                  </a:lnTo>
                  <a:lnTo>
                    <a:pt x="4176141" y="734175"/>
                  </a:lnTo>
                  <a:lnTo>
                    <a:pt x="4176328" y="735093"/>
                  </a:lnTo>
                  <a:lnTo>
                    <a:pt x="4176515" y="735407"/>
                  </a:lnTo>
                  <a:lnTo>
                    <a:pt x="4176702" y="734523"/>
                  </a:lnTo>
                  <a:lnTo>
                    <a:pt x="4176889" y="731758"/>
                  </a:lnTo>
                  <a:lnTo>
                    <a:pt x="4177076" y="727430"/>
                  </a:lnTo>
                  <a:lnTo>
                    <a:pt x="4177263" y="723210"/>
                  </a:lnTo>
                  <a:lnTo>
                    <a:pt x="4177450" y="718305"/>
                  </a:lnTo>
                  <a:lnTo>
                    <a:pt x="4177636" y="713082"/>
                  </a:lnTo>
                  <a:lnTo>
                    <a:pt x="4177823" y="707827"/>
                  </a:lnTo>
                  <a:lnTo>
                    <a:pt x="4178010" y="702119"/>
                  </a:lnTo>
                  <a:lnTo>
                    <a:pt x="4178197" y="695204"/>
                  </a:lnTo>
                  <a:lnTo>
                    <a:pt x="4178384" y="688033"/>
                  </a:lnTo>
                  <a:lnTo>
                    <a:pt x="4178571" y="680441"/>
                  </a:lnTo>
                  <a:lnTo>
                    <a:pt x="4178758" y="672536"/>
                  </a:lnTo>
                  <a:lnTo>
                    <a:pt x="4178945" y="664375"/>
                  </a:lnTo>
                  <a:lnTo>
                    <a:pt x="4179132" y="656396"/>
                  </a:lnTo>
                  <a:lnTo>
                    <a:pt x="4179319" y="650878"/>
                  </a:lnTo>
                  <a:lnTo>
                    <a:pt x="4179506" y="647193"/>
                  </a:lnTo>
                  <a:lnTo>
                    <a:pt x="4179693" y="642738"/>
                  </a:lnTo>
                  <a:lnTo>
                    <a:pt x="4179879" y="639101"/>
                  </a:lnTo>
                  <a:lnTo>
                    <a:pt x="4180066" y="636376"/>
                  </a:lnTo>
                  <a:lnTo>
                    <a:pt x="4180253" y="633922"/>
                  </a:lnTo>
                  <a:lnTo>
                    <a:pt x="4180440" y="632311"/>
                  </a:lnTo>
                  <a:lnTo>
                    <a:pt x="4180627" y="631851"/>
                  </a:lnTo>
                  <a:lnTo>
                    <a:pt x="4180814" y="632318"/>
                  </a:lnTo>
                  <a:lnTo>
                    <a:pt x="4181001" y="633242"/>
                  </a:lnTo>
                  <a:lnTo>
                    <a:pt x="4181188" y="634601"/>
                  </a:lnTo>
                  <a:lnTo>
                    <a:pt x="4181375" y="636289"/>
                  </a:lnTo>
                  <a:lnTo>
                    <a:pt x="4181562" y="637913"/>
                  </a:lnTo>
                  <a:lnTo>
                    <a:pt x="4181749" y="639553"/>
                  </a:lnTo>
                  <a:lnTo>
                    <a:pt x="4181936" y="641383"/>
                  </a:lnTo>
                  <a:lnTo>
                    <a:pt x="4182123" y="643137"/>
                  </a:lnTo>
                  <a:lnTo>
                    <a:pt x="4182309" y="644755"/>
                  </a:lnTo>
                  <a:lnTo>
                    <a:pt x="4182496" y="644856"/>
                  </a:lnTo>
                  <a:lnTo>
                    <a:pt x="4182683" y="647563"/>
                  </a:lnTo>
                  <a:lnTo>
                    <a:pt x="4182870" y="649865"/>
                  </a:lnTo>
                  <a:lnTo>
                    <a:pt x="4183057" y="651961"/>
                  </a:lnTo>
                  <a:lnTo>
                    <a:pt x="4183244" y="654020"/>
                  </a:lnTo>
                  <a:lnTo>
                    <a:pt x="4183431" y="655136"/>
                  </a:lnTo>
                  <a:lnTo>
                    <a:pt x="4183618" y="655031"/>
                  </a:lnTo>
                  <a:lnTo>
                    <a:pt x="4183805" y="653869"/>
                  </a:lnTo>
                  <a:lnTo>
                    <a:pt x="4183992" y="652208"/>
                  </a:lnTo>
                  <a:lnTo>
                    <a:pt x="4184179" y="650814"/>
                  </a:lnTo>
                  <a:lnTo>
                    <a:pt x="4184366" y="650556"/>
                  </a:lnTo>
                  <a:lnTo>
                    <a:pt x="4184553" y="649934"/>
                  </a:lnTo>
                  <a:lnTo>
                    <a:pt x="4184739" y="649135"/>
                  </a:lnTo>
                  <a:lnTo>
                    <a:pt x="4184926" y="648243"/>
                  </a:lnTo>
                  <a:lnTo>
                    <a:pt x="4185113" y="647281"/>
                  </a:lnTo>
                  <a:lnTo>
                    <a:pt x="4185300" y="646351"/>
                  </a:lnTo>
                  <a:lnTo>
                    <a:pt x="4185487" y="644759"/>
                  </a:lnTo>
                  <a:lnTo>
                    <a:pt x="4185674" y="642245"/>
                  </a:lnTo>
                  <a:lnTo>
                    <a:pt x="4185861" y="639434"/>
                  </a:lnTo>
                  <a:lnTo>
                    <a:pt x="4186048" y="636579"/>
                  </a:lnTo>
                  <a:lnTo>
                    <a:pt x="4186235" y="632099"/>
                  </a:lnTo>
                  <a:lnTo>
                    <a:pt x="4186422" y="628166"/>
                  </a:lnTo>
                  <a:lnTo>
                    <a:pt x="4186609" y="624037"/>
                  </a:lnTo>
                  <a:lnTo>
                    <a:pt x="4186796" y="620467"/>
                  </a:lnTo>
                  <a:lnTo>
                    <a:pt x="4186982" y="616258"/>
                  </a:lnTo>
                  <a:lnTo>
                    <a:pt x="4187169" y="610916"/>
                  </a:lnTo>
                  <a:lnTo>
                    <a:pt x="4187356" y="606312"/>
                  </a:lnTo>
                  <a:lnTo>
                    <a:pt x="4187543" y="601613"/>
                  </a:lnTo>
                  <a:lnTo>
                    <a:pt x="4187730" y="597679"/>
                  </a:lnTo>
                  <a:lnTo>
                    <a:pt x="4187917" y="594288"/>
                  </a:lnTo>
                  <a:lnTo>
                    <a:pt x="4188104" y="591537"/>
                  </a:lnTo>
                  <a:lnTo>
                    <a:pt x="4188291" y="589138"/>
                  </a:lnTo>
                  <a:lnTo>
                    <a:pt x="4188478" y="587546"/>
                  </a:lnTo>
                  <a:lnTo>
                    <a:pt x="4188665" y="586002"/>
                  </a:lnTo>
                  <a:lnTo>
                    <a:pt x="4188852" y="584617"/>
                  </a:lnTo>
                  <a:lnTo>
                    <a:pt x="4189039" y="583150"/>
                  </a:lnTo>
                  <a:lnTo>
                    <a:pt x="4189226" y="581690"/>
                  </a:lnTo>
                  <a:lnTo>
                    <a:pt x="4189412" y="580377"/>
                  </a:lnTo>
                  <a:lnTo>
                    <a:pt x="4189599" y="579610"/>
                  </a:lnTo>
                  <a:lnTo>
                    <a:pt x="4189786" y="579160"/>
                  </a:lnTo>
                  <a:lnTo>
                    <a:pt x="4189973" y="579063"/>
                  </a:lnTo>
                  <a:lnTo>
                    <a:pt x="4190160" y="578882"/>
                  </a:lnTo>
                  <a:lnTo>
                    <a:pt x="4190347" y="578802"/>
                  </a:lnTo>
                  <a:lnTo>
                    <a:pt x="4190534" y="578585"/>
                  </a:lnTo>
                  <a:lnTo>
                    <a:pt x="4190721" y="578384"/>
                  </a:lnTo>
                  <a:lnTo>
                    <a:pt x="4190908" y="578445"/>
                  </a:lnTo>
                  <a:lnTo>
                    <a:pt x="4191095" y="579059"/>
                  </a:lnTo>
                  <a:lnTo>
                    <a:pt x="4191282" y="580814"/>
                  </a:lnTo>
                  <a:lnTo>
                    <a:pt x="4191469" y="583314"/>
                  </a:lnTo>
                  <a:lnTo>
                    <a:pt x="4191655" y="587714"/>
                  </a:lnTo>
                  <a:lnTo>
                    <a:pt x="4191842" y="593366"/>
                  </a:lnTo>
                  <a:lnTo>
                    <a:pt x="4192029" y="599261"/>
                  </a:lnTo>
                  <a:lnTo>
                    <a:pt x="4192216" y="606005"/>
                  </a:lnTo>
                  <a:lnTo>
                    <a:pt x="4192403" y="614090"/>
                  </a:lnTo>
                  <a:lnTo>
                    <a:pt x="4192590" y="622875"/>
                  </a:lnTo>
                  <a:lnTo>
                    <a:pt x="4192777" y="632703"/>
                  </a:lnTo>
                  <a:lnTo>
                    <a:pt x="4192964" y="643872"/>
                  </a:lnTo>
                  <a:lnTo>
                    <a:pt x="4193151" y="656609"/>
                  </a:lnTo>
                  <a:lnTo>
                    <a:pt x="4193338" y="670864"/>
                  </a:lnTo>
                  <a:lnTo>
                    <a:pt x="4193525" y="686512"/>
                  </a:lnTo>
                  <a:lnTo>
                    <a:pt x="4193712" y="703413"/>
                  </a:lnTo>
                  <a:lnTo>
                    <a:pt x="4193899" y="720677"/>
                  </a:lnTo>
                  <a:lnTo>
                    <a:pt x="4194085" y="737865"/>
                  </a:lnTo>
                  <a:lnTo>
                    <a:pt x="4194272" y="755157"/>
                  </a:lnTo>
                  <a:lnTo>
                    <a:pt x="4194459" y="770930"/>
                  </a:lnTo>
                  <a:lnTo>
                    <a:pt x="4194646" y="786227"/>
                  </a:lnTo>
                  <a:lnTo>
                    <a:pt x="4194833" y="803398"/>
                  </a:lnTo>
                  <a:lnTo>
                    <a:pt x="4195020" y="820952"/>
                  </a:lnTo>
                  <a:lnTo>
                    <a:pt x="4195207" y="833600"/>
                  </a:lnTo>
                  <a:lnTo>
                    <a:pt x="4195394" y="845570"/>
                  </a:lnTo>
                  <a:lnTo>
                    <a:pt x="4195581" y="853972"/>
                  </a:lnTo>
                  <a:lnTo>
                    <a:pt x="4195768" y="860235"/>
                  </a:lnTo>
                  <a:lnTo>
                    <a:pt x="4195955" y="865818"/>
                  </a:lnTo>
                  <a:lnTo>
                    <a:pt x="4196142" y="870549"/>
                  </a:lnTo>
                  <a:lnTo>
                    <a:pt x="4196329" y="874514"/>
                  </a:lnTo>
                  <a:lnTo>
                    <a:pt x="4196515" y="878168"/>
                  </a:lnTo>
                  <a:lnTo>
                    <a:pt x="4196702" y="881447"/>
                  </a:lnTo>
                  <a:lnTo>
                    <a:pt x="4196889" y="885282"/>
                  </a:lnTo>
                  <a:lnTo>
                    <a:pt x="4197076" y="889501"/>
                  </a:lnTo>
                  <a:lnTo>
                    <a:pt x="4197263" y="893831"/>
                  </a:lnTo>
                  <a:lnTo>
                    <a:pt x="4197450" y="898789"/>
                  </a:lnTo>
                  <a:lnTo>
                    <a:pt x="4197637" y="903153"/>
                  </a:lnTo>
                  <a:lnTo>
                    <a:pt x="4197824" y="906859"/>
                  </a:lnTo>
                  <a:lnTo>
                    <a:pt x="4198011" y="910105"/>
                  </a:lnTo>
                  <a:lnTo>
                    <a:pt x="4198198" y="915150"/>
                  </a:lnTo>
                  <a:lnTo>
                    <a:pt x="4198385" y="924364"/>
                  </a:lnTo>
                  <a:lnTo>
                    <a:pt x="4198572" y="934600"/>
                  </a:lnTo>
                  <a:lnTo>
                    <a:pt x="4198758" y="948715"/>
                  </a:lnTo>
                  <a:lnTo>
                    <a:pt x="4198945" y="962445"/>
                  </a:lnTo>
                  <a:lnTo>
                    <a:pt x="4199132" y="975655"/>
                  </a:lnTo>
                  <a:lnTo>
                    <a:pt x="4199319" y="987193"/>
                  </a:lnTo>
                  <a:lnTo>
                    <a:pt x="4199506" y="998346"/>
                  </a:lnTo>
                  <a:lnTo>
                    <a:pt x="4199693" y="1008539"/>
                  </a:lnTo>
                  <a:lnTo>
                    <a:pt x="4199880" y="1018785"/>
                  </a:lnTo>
                  <a:lnTo>
                    <a:pt x="4200067" y="1030718"/>
                  </a:lnTo>
                  <a:lnTo>
                    <a:pt x="4200254" y="1042742"/>
                  </a:lnTo>
                  <a:lnTo>
                    <a:pt x="4200441" y="1054785"/>
                  </a:lnTo>
                  <a:lnTo>
                    <a:pt x="4200628" y="1065946"/>
                  </a:lnTo>
                  <a:lnTo>
                    <a:pt x="4200815" y="1076363"/>
                  </a:lnTo>
                  <a:lnTo>
                    <a:pt x="4201002" y="1085812"/>
                  </a:lnTo>
                  <a:lnTo>
                    <a:pt x="4201188" y="1093801"/>
                  </a:lnTo>
                  <a:lnTo>
                    <a:pt x="4201375" y="1101419"/>
                  </a:lnTo>
                  <a:lnTo>
                    <a:pt x="4201562" y="1108576"/>
                  </a:lnTo>
                  <a:lnTo>
                    <a:pt x="4201749" y="1115479"/>
                  </a:lnTo>
                  <a:lnTo>
                    <a:pt x="4201936" y="1123279"/>
                  </a:lnTo>
                  <a:lnTo>
                    <a:pt x="4202123" y="1132222"/>
                  </a:lnTo>
                  <a:lnTo>
                    <a:pt x="4202310" y="1141275"/>
                  </a:lnTo>
                  <a:lnTo>
                    <a:pt x="4202497" y="1150929"/>
                  </a:lnTo>
                  <a:lnTo>
                    <a:pt x="4202684" y="1160257"/>
                  </a:lnTo>
                  <a:lnTo>
                    <a:pt x="4202871" y="1167649"/>
                  </a:lnTo>
                  <a:lnTo>
                    <a:pt x="4203058" y="1174567"/>
                  </a:lnTo>
                  <a:lnTo>
                    <a:pt x="4203245" y="1180918"/>
                  </a:lnTo>
                  <a:lnTo>
                    <a:pt x="4203431" y="1188981"/>
                  </a:lnTo>
                  <a:lnTo>
                    <a:pt x="4203618" y="1197024"/>
                  </a:lnTo>
                  <a:lnTo>
                    <a:pt x="4203805" y="1203633"/>
                  </a:lnTo>
                  <a:lnTo>
                    <a:pt x="4203992" y="1208460"/>
                  </a:lnTo>
                  <a:lnTo>
                    <a:pt x="4204179" y="1213600"/>
                  </a:lnTo>
                  <a:lnTo>
                    <a:pt x="4204366" y="1219794"/>
                  </a:lnTo>
                  <a:lnTo>
                    <a:pt x="4204553" y="1225899"/>
                  </a:lnTo>
                  <a:lnTo>
                    <a:pt x="4204740" y="1231906"/>
                  </a:lnTo>
                  <a:lnTo>
                    <a:pt x="4204927" y="1235690"/>
                  </a:lnTo>
                  <a:lnTo>
                    <a:pt x="4205114" y="1237659"/>
                  </a:lnTo>
                  <a:lnTo>
                    <a:pt x="4205301" y="1238089"/>
                  </a:lnTo>
                  <a:lnTo>
                    <a:pt x="4205488" y="1237690"/>
                  </a:lnTo>
                  <a:lnTo>
                    <a:pt x="4205675" y="1237460"/>
                  </a:lnTo>
                  <a:lnTo>
                    <a:pt x="4205861" y="1236342"/>
                  </a:lnTo>
                  <a:lnTo>
                    <a:pt x="4206048" y="1235476"/>
                  </a:lnTo>
                  <a:lnTo>
                    <a:pt x="4206235" y="1234813"/>
                  </a:lnTo>
                  <a:lnTo>
                    <a:pt x="4206422" y="1233246"/>
                  </a:lnTo>
                  <a:lnTo>
                    <a:pt x="4206609" y="1232324"/>
                  </a:lnTo>
                  <a:lnTo>
                    <a:pt x="4206796" y="1229956"/>
                  </a:lnTo>
                  <a:lnTo>
                    <a:pt x="4206983" y="1226979"/>
                  </a:lnTo>
                  <a:lnTo>
                    <a:pt x="4207170" y="1226884"/>
                  </a:lnTo>
                  <a:lnTo>
                    <a:pt x="4207357" y="1226842"/>
                  </a:lnTo>
                  <a:lnTo>
                    <a:pt x="4207544" y="1226657"/>
                  </a:lnTo>
                  <a:lnTo>
                    <a:pt x="4207731" y="1226365"/>
                  </a:lnTo>
                  <a:lnTo>
                    <a:pt x="4207918" y="1226239"/>
                  </a:lnTo>
                  <a:lnTo>
                    <a:pt x="4208105" y="1226069"/>
                  </a:lnTo>
                  <a:lnTo>
                    <a:pt x="4208291" y="1226320"/>
                  </a:lnTo>
                  <a:lnTo>
                    <a:pt x="4208478" y="1226351"/>
                  </a:lnTo>
                  <a:lnTo>
                    <a:pt x="4208665" y="1227312"/>
                  </a:lnTo>
                  <a:lnTo>
                    <a:pt x="4208852" y="1229185"/>
                  </a:lnTo>
                  <a:lnTo>
                    <a:pt x="4209039" y="1232842"/>
                  </a:lnTo>
                  <a:lnTo>
                    <a:pt x="4209226" y="1235860"/>
                  </a:lnTo>
                  <a:lnTo>
                    <a:pt x="4209413" y="1238299"/>
                  </a:lnTo>
                  <a:lnTo>
                    <a:pt x="4209600" y="1240728"/>
                  </a:lnTo>
                  <a:lnTo>
                    <a:pt x="4209787" y="1242802"/>
                  </a:lnTo>
                  <a:lnTo>
                    <a:pt x="4209974" y="1243817"/>
                  </a:lnTo>
                  <a:lnTo>
                    <a:pt x="4210161" y="1244130"/>
                  </a:lnTo>
                  <a:lnTo>
                    <a:pt x="4210348" y="1244283"/>
                  </a:lnTo>
                  <a:lnTo>
                    <a:pt x="4210534" y="1243717"/>
                  </a:lnTo>
                  <a:lnTo>
                    <a:pt x="4210721" y="1243507"/>
                  </a:lnTo>
                  <a:lnTo>
                    <a:pt x="4210908" y="1243709"/>
                  </a:lnTo>
                  <a:lnTo>
                    <a:pt x="4211095" y="1245259"/>
                  </a:lnTo>
                  <a:lnTo>
                    <a:pt x="4211282" y="1247517"/>
                  </a:lnTo>
                  <a:lnTo>
                    <a:pt x="4211469" y="1249730"/>
                  </a:lnTo>
                  <a:lnTo>
                    <a:pt x="4211656" y="1251725"/>
                  </a:lnTo>
                  <a:lnTo>
                    <a:pt x="4211843" y="1253664"/>
                  </a:lnTo>
                  <a:lnTo>
                    <a:pt x="4212030" y="1254850"/>
                  </a:lnTo>
                  <a:lnTo>
                    <a:pt x="4212217" y="1255543"/>
                  </a:lnTo>
                  <a:lnTo>
                    <a:pt x="4212404" y="1255757"/>
                  </a:lnTo>
                  <a:lnTo>
                    <a:pt x="4212591" y="1257553"/>
                  </a:lnTo>
                  <a:lnTo>
                    <a:pt x="4212778" y="1259914"/>
                  </a:lnTo>
                  <a:lnTo>
                    <a:pt x="4212964" y="1263058"/>
                  </a:lnTo>
                  <a:lnTo>
                    <a:pt x="4213151" y="1266107"/>
                  </a:lnTo>
                  <a:lnTo>
                    <a:pt x="4213338" y="1268253"/>
                  </a:lnTo>
                  <a:lnTo>
                    <a:pt x="4213525" y="1270018"/>
                  </a:lnTo>
                  <a:lnTo>
                    <a:pt x="4213712" y="1271233"/>
                  </a:lnTo>
                  <a:lnTo>
                    <a:pt x="4213899" y="1271352"/>
                  </a:lnTo>
                  <a:lnTo>
                    <a:pt x="4214086" y="1271705"/>
                  </a:lnTo>
                  <a:lnTo>
                    <a:pt x="4214273" y="1272905"/>
                  </a:lnTo>
                  <a:lnTo>
                    <a:pt x="4214460" y="1274683"/>
                  </a:lnTo>
                  <a:lnTo>
                    <a:pt x="4214647" y="1277159"/>
                  </a:lnTo>
                  <a:lnTo>
                    <a:pt x="4214834" y="1279966"/>
                  </a:lnTo>
                  <a:lnTo>
                    <a:pt x="4215021" y="1282774"/>
                  </a:lnTo>
                  <a:lnTo>
                    <a:pt x="4215208" y="1284947"/>
                  </a:lnTo>
                  <a:lnTo>
                    <a:pt x="4215394" y="1287786"/>
                  </a:lnTo>
                  <a:lnTo>
                    <a:pt x="4215581" y="1292566"/>
                  </a:lnTo>
                  <a:lnTo>
                    <a:pt x="4215768" y="1297481"/>
                  </a:lnTo>
                  <a:lnTo>
                    <a:pt x="4215955" y="1302783"/>
                  </a:lnTo>
                  <a:lnTo>
                    <a:pt x="4216142" y="1309482"/>
                  </a:lnTo>
                  <a:lnTo>
                    <a:pt x="4216329" y="1317322"/>
                  </a:lnTo>
                  <a:lnTo>
                    <a:pt x="4216516" y="1323754"/>
                  </a:lnTo>
                  <a:lnTo>
                    <a:pt x="4216703" y="1327306"/>
                  </a:lnTo>
                  <a:lnTo>
                    <a:pt x="4216890" y="1331462"/>
                  </a:lnTo>
                  <a:lnTo>
                    <a:pt x="4217077" y="1335259"/>
                  </a:lnTo>
                  <a:lnTo>
                    <a:pt x="4217264" y="1339296"/>
                  </a:lnTo>
                  <a:lnTo>
                    <a:pt x="4217451" y="1343027"/>
                  </a:lnTo>
                  <a:lnTo>
                    <a:pt x="4217637" y="1346450"/>
                  </a:lnTo>
                  <a:lnTo>
                    <a:pt x="4217824" y="1349687"/>
                  </a:lnTo>
                  <a:lnTo>
                    <a:pt x="4218011" y="1352065"/>
                  </a:lnTo>
                  <a:lnTo>
                    <a:pt x="4218198" y="1353511"/>
                  </a:lnTo>
                  <a:lnTo>
                    <a:pt x="4218385" y="1354912"/>
                  </a:lnTo>
                  <a:lnTo>
                    <a:pt x="4218572" y="1356237"/>
                  </a:lnTo>
                  <a:lnTo>
                    <a:pt x="4218759" y="1357205"/>
                  </a:lnTo>
                  <a:lnTo>
                    <a:pt x="4218946" y="1357734"/>
                  </a:lnTo>
                  <a:lnTo>
                    <a:pt x="4219133" y="1356768"/>
                  </a:lnTo>
                  <a:lnTo>
                    <a:pt x="4219320" y="1355929"/>
                  </a:lnTo>
                  <a:lnTo>
                    <a:pt x="4219507" y="1354839"/>
                  </a:lnTo>
                  <a:lnTo>
                    <a:pt x="4219694" y="1352410"/>
                  </a:lnTo>
                  <a:lnTo>
                    <a:pt x="4219881" y="1351148"/>
                  </a:lnTo>
                  <a:lnTo>
                    <a:pt x="4220067" y="1348576"/>
                  </a:lnTo>
                  <a:lnTo>
                    <a:pt x="4220254" y="1345731"/>
                  </a:lnTo>
                  <a:lnTo>
                    <a:pt x="4220441" y="1341398"/>
                  </a:lnTo>
                  <a:lnTo>
                    <a:pt x="4220628" y="1337194"/>
                  </a:lnTo>
                  <a:lnTo>
                    <a:pt x="4220815" y="1334229"/>
                  </a:lnTo>
                  <a:lnTo>
                    <a:pt x="4221002" y="1330496"/>
                  </a:lnTo>
                  <a:lnTo>
                    <a:pt x="4221189" y="1326067"/>
                  </a:lnTo>
                  <a:lnTo>
                    <a:pt x="4221376" y="1323873"/>
                  </a:lnTo>
                  <a:lnTo>
                    <a:pt x="4221563" y="1321958"/>
                  </a:lnTo>
                  <a:lnTo>
                    <a:pt x="4221750" y="1319126"/>
                  </a:lnTo>
                  <a:lnTo>
                    <a:pt x="4221937" y="1317302"/>
                  </a:lnTo>
                  <a:lnTo>
                    <a:pt x="4222124" y="1318042"/>
                  </a:lnTo>
                  <a:lnTo>
                    <a:pt x="4222310" y="1318614"/>
                  </a:lnTo>
                  <a:lnTo>
                    <a:pt x="4222497" y="1319468"/>
                  </a:lnTo>
                  <a:lnTo>
                    <a:pt x="4222684" y="1320115"/>
                  </a:lnTo>
                  <a:lnTo>
                    <a:pt x="4222871" y="1320777"/>
                  </a:lnTo>
                  <a:lnTo>
                    <a:pt x="4223058" y="1321727"/>
                  </a:lnTo>
                  <a:lnTo>
                    <a:pt x="4223245" y="1322681"/>
                  </a:lnTo>
                  <a:lnTo>
                    <a:pt x="4223432" y="1323435"/>
                  </a:lnTo>
                  <a:lnTo>
                    <a:pt x="4223619" y="1325325"/>
                  </a:lnTo>
                  <a:lnTo>
                    <a:pt x="4223806" y="1326932"/>
                  </a:lnTo>
                  <a:lnTo>
                    <a:pt x="4223993" y="1329282"/>
                  </a:lnTo>
                  <a:lnTo>
                    <a:pt x="4224180" y="1332290"/>
                  </a:lnTo>
                  <a:lnTo>
                    <a:pt x="4224367" y="1334663"/>
                  </a:lnTo>
                  <a:lnTo>
                    <a:pt x="4224554" y="1336529"/>
                  </a:lnTo>
                  <a:lnTo>
                    <a:pt x="4224740" y="1337374"/>
                  </a:lnTo>
                  <a:lnTo>
                    <a:pt x="4224927" y="1338069"/>
                  </a:lnTo>
                  <a:lnTo>
                    <a:pt x="4225114" y="1337711"/>
                  </a:lnTo>
                  <a:lnTo>
                    <a:pt x="4225301" y="1337835"/>
                  </a:lnTo>
                  <a:lnTo>
                    <a:pt x="4225488" y="1337689"/>
                  </a:lnTo>
                  <a:lnTo>
                    <a:pt x="4225675" y="1337365"/>
                  </a:lnTo>
                  <a:lnTo>
                    <a:pt x="4225862" y="1336242"/>
                  </a:lnTo>
                  <a:lnTo>
                    <a:pt x="4226049" y="1334659"/>
                  </a:lnTo>
                  <a:lnTo>
                    <a:pt x="4226236" y="1332521"/>
                  </a:lnTo>
                  <a:lnTo>
                    <a:pt x="4226423" y="1330803"/>
                  </a:lnTo>
                  <a:lnTo>
                    <a:pt x="4226610" y="1328508"/>
                  </a:lnTo>
                  <a:lnTo>
                    <a:pt x="4226797" y="1324688"/>
                  </a:lnTo>
                  <a:lnTo>
                    <a:pt x="4226984" y="1321706"/>
                  </a:lnTo>
                  <a:lnTo>
                    <a:pt x="4227170" y="1318039"/>
                  </a:lnTo>
                  <a:lnTo>
                    <a:pt x="4227357" y="1313978"/>
                  </a:lnTo>
                  <a:lnTo>
                    <a:pt x="4227544" y="1311242"/>
                  </a:lnTo>
                  <a:lnTo>
                    <a:pt x="4227731" y="1308532"/>
                  </a:lnTo>
                  <a:lnTo>
                    <a:pt x="4227918" y="1306184"/>
                  </a:lnTo>
                  <a:lnTo>
                    <a:pt x="4228105" y="1303309"/>
                  </a:lnTo>
                  <a:lnTo>
                    <a:pt x="4228292" y="1299779"/>
                  </a:lnTo>
                  <a:lnTo>
                    <a:pt x="4228479" y="1296658"/>
                  </a:lnTo>
                  <a:lnTo>
                    <a:pt x="4228666" y="1293868"/>
                  </a:lnTo>
                  <a:lnTo>
                    <a:pt x="4228853" y="1291162"/>
                  </a:lnTo>
                  <a:lnTo>
                    <a:pt x="4229040" y="1288028"/>
                  </a:lnTo>
                  <a:lnTo>
                    <a:pt x="4229227" y="1284293"/>
                  </a:lnTo>
                  <a:lnTo>
                    <a:pt x="4229413" y="1280805"/>
                  </a:lnTo>
                  <a:lnTo>
                    <a:pt x="4229600" y="1277555"/>
                  </a:lnTo>
                  <a:lnTo>
                    <a:pt x="4229787" y="1274362"/>
                  </a:lnTo>
                  <a:lnTo>
                    <a:pt x="4229974" y="1271338"/>
                  </a:lnTo>
                  <a:lnTo>
                    <a:pt x="4230161" y="1267936"/>
                  </a:lnTo>
                  <a:lnTo>
                    <a:pt x="4230348" y="1264138"/>
                  </a:lnTo>
                  <a:lnTo>
                    <a:pt x="4230535" y="1259701"/>
                  </a:lnTo>
                  <a:lnTo>
                    <a:pt x="4230722" y="1254599"/>
                  </a:lnTo>
                  <a:lnTo>
                    <a:pt x="4230909" y="1248803"/>
                  </a:lnTo>
                  <a:lnTo>
                    <a:pt x="4231096" y="1243567"/>
                  </a:lnTo>
                  <a:lnTo>
                    <a:pt x="4231283" y="1237834"/>
                  </a:lnTo>
                  <a:lnTo>
                    <a:pt x="4231470" y="1232639"/>
                  </a:lnTo>
                  <a:lnTo>
                    <a:pt x="4231657" y="1227683"/>
                  </a:lnTo>
                  <a:lnTo>
                    <a:pt x="4231843" y="1221823"/>
                  </a:lnTo>
                  <a:lnTo>
                    <a:pt x="4232030" y="1215870"/>
                  </a:lnTo>
                  <a:lnTo>
                    <a:pt x="4232217" y="1209564"/>
                  </a:lnTo>
                  <a:lnTo>
                    <a:pt x="4232404" y="1200369"/>
                  </a:lnTo>
                  <a:lnTo>
                    <a:pt x="4232591" y="1190422"/>
                  </a:lnTo>
                  <a:lnTo>
                    <a:pt x="4232778" y="1180716"/>
                  </a:lnTo>
                  <a:lnTo>
                    <a:pt x="4232965" y="1170542"/>
                  </a:lnTo>
                  <a:lnTo>
                    <a:pt x="4233152" y="1159940"/>
                  </a:lnTo>
                  <a:lnTo>
                    <a:pt x="4233339" y="1149707"/>
                  </a:lnTo>
                  <a:lnTo>
                    <a:pt x="4233526" y="1139033"/>
                  </a:lnTo>
                  <a:lnTo>
                    <a:pt x="4233713" y="1127967"/>
                  </a:lnTo>
                  <a:lnTo>
                    <a:pt x="4233900" y="1116045"/>
                  </a:lnTo>
                  <a:lnTo>
                    <a:pt x="4234087" y="1102796"/>
                  </a:lnTo>
                  <a:lnTo>
                    <a:pt x="4234273" y="1088721"/>
                  </a:lnTo>
                  <a:lnTo>
                    <a:pt x="4234460" y="1073314"/>
                  </a:lnTo>
                  <a:lnTo>
                    <a:pt x="4234647" y="1057471"/>
                  </a:lnTo>
                  <a:lnTo>
                    <a:pt x="4234834" y="1040672"/>
                  </a:lnTo>
                  <a:lnTo>
                    <a:pt x="4235021" y="1023475"/>
                  </a:lnTo>
                  <a:lnTo>
                    <a:pt x="4235208" y="1005586"/>
                  </a:lnTo>
                  <a:lnTo>
                    <a:pt x="4235395" y="988291"/>
                  </a:lnTo>
                  <a:lnTo>
                    <a:pt x="4235582" y="970827"/>
                  </a:lnTo>
                  <a:lnTo>
                    <a:pt x="4235769" y="953548"/>
                  </a:lnTo>
                  <a:lnTo>
                    <a:pt x="4235956" y="941708"/>
                  </a:lnTo>
                  <a:lnTo>
                    <a:pt x="4236143" y="929712"/>
                  </a:lnTo>
                  <a:lnTo>
                    <a:pt x="4236330" y="917440"/>
                  </a:lnTo>
                  <a:lnTo>
                    <a:pt x="4236516" y="905319"/>
                  </a:lnTo>
                  <a:lnTo>
                    <a:pt x="4236703" y="894089"/>
                  </a:lnTo>
                  <a:lnTo>
                    <a:pt x="4236890" y="883521"/>
                  </a:lnTo>
                  <a:lnTo>
                    <a:pt x="4237077" y="873463"/>
                  </a:lnTo>
                  <a:lnTo>
                    <a:pt x="4237264" y="864385"/>
                  </a:lnTo>
                  <a:lnTo>
                    <a:pt x="4237451" y="855959"/>
                  </a:lnTo>
                  <a:lnTo>
                    <a:pt x="4237638" y="847658"/>
                  </a:lnTo>
                  <a:lnTo>
                    <a:pt x="4237825" y="839438"/>
                  </a:lnTo>
                  <a:lnTo>
                    <a:pt x="4238012" y="832003"/>
                  </a:lnTo>
                  <a:lnTo>
                    <a:pt x="4238199" y="824803"/>
                  </a:lnTo>
                  <a:lnTo>
                    <a:pt x="4238386" y="817766"/>
                  </a:lnTo>
                  <a:lnTo>
                    <a:pt x="4238573" y="810887"/>
                  </a:lnTo>
                  <a:lnTo>
                    <a:pt x="4238760" y="804674"/>
                  </a:lnTo>
                  <a:lnTo>
                    <a:pt x="4238946" y="799447"/>
                  </a:lnTo>
                  <a:lnTo>
                    <a:pt x="4239133" y="795178"/>
                  </a:lnTo>
                  <a:lnTo>
                    <a:pt x="4239320" y="789614"/>
                  </a:lnTo>
                  <a:lnTo>
                    <a:pt x="4239507" y="784162"/>
                  </a:lnTo>
                  <a:lnTo>
                    <a:pt x="4239694" y="779491"/>
                  </a:lnTo>
                  <a:lnTo>
                    <a:pt x="4239881" y="774813"/>
                  </a:lnTo>
                  <a:lnTo>
                    <a:pt x="4240068" y="770114"/>
                  </a:lnTo>
                  <a:lnTo>
                    <a:pt x="4240255" y="766088"/>
                  </a:lnTo>
                  <a:lnTo>
                    <a:pt x="4240442" y="763519"/>
                  </a:lnTo>
                  <a:lnTo>
                    <a:pt x="4240629" y="762507"/>
                  </a:lnTo>
                  <a:lnTo>
                    <a:pt x="4240816" y="761458"/>
                  </a:lnTo>
                  <a:lnTo>
                    <a:pt x="4241003" y="761164"/>
                  </a:lnTo>
                  <a:lnTo>
                    <a:pt x="4241189" y="762344"/>
                  </a:lnTo>
                  <a:lnTo>
                    <a:pt x="4241376" y="765150"/>
                  </a:lnTo>
                  <a:lnTo>
                    <a:pt x="4241563" y="767685"/>
                  </a:lnTo>
                  <a:lnTo>
                    <a:pt x="4241750" y="770238"/>
                  </a:lnTo>
                  <a:lnTo>
                    <a:pt x="4241937" y="773044"/>
                  </a:lnTo>
                  <a:lnTo>
                    <a:pt x="4242124" y="775917"/>
                  </a:lnTo>
                  <a:lnTo>
                    <a:pt x="4242311" y="778937"/>
                  </a:lnTo>
                  <a:lnTo>
                    <a:pt x="4242498" y="781522"/>
                  </a:lnTo>
                  <a:lnTo>
                    <a:pt x="4242685" y="785112"/>
                  </a:lnTo>
                  <a:lnTo>
                    <a:pt x="4242872" y="789058"/>
                  </a:lnTo>
                  <a:lnTo>
                    <a:pt x="4243059" y="792862"/>
                  </a:lnTo>
                  <a:lnTo>
                    <a:pt x="4243246" y="796990"/>
                  </a:lnTo>
                  <a:lnTo>
                    <a:pt x="4243433" y="800954"/>
                  </a:lnTo>
                  <a:lnTo>
                    <a:pt x="4243619" y="804899"/>
                  </a:lnTo>
                  <a:lnTo>
                    <a:pt x="4243806" y="810061"/>
                  </a:lnTo>
                  <a:lnTo>
                    <a:pt x="4243993" y="814820"/>
                  </a:lnTo>
                  <a:lnTo>
                    <a:pt x="4244180" y="821082"/>
                  </a:lnTo>
                  <a:lnTo>
                    <a:pt x="4244367" y="827701"/>
                  </a:lnTo>
                  <a:lnTo>
                    <a:pt x="4244554" y="831132"/>
                  </a:lnTo>
                  <a:lnTo>
                    <a:pt x="4244741" y="834713"/>
                  </a:lnTo>
                  <a:lnTo>
                    <a:pt x="4244928" y="838240"/>
                  </a:lnTo>
                  <a:lnTo>
                    <a:pt x="4245115" y="841387"/>
                  </a:lnTo>
                  <a:lnTo>
                    <a:pt x="4245302" y="844302"/>
                  </a:lnTo>
                  <a:lnTo>
                    <a:pt x="4245489" y="846662"/>
                  </a:lnTo>
                  <a:lnTo>
                    <a:pt x="4245676" y="848355"/>
                  </a:lnTo>
                  <a:lnTo>
                    <a:pt x="4245863" y="849236"/>
                  </a:lnTo>
                  <a:lnTo>
                    <a:pt x="4246049" y="849196"/>
                  </a:lnTo>
                  <a:lnTo>
                    <a:pt x="4246236" y="848697"/>
                  </a:lnTo>
                  <a:lnTo>
                    <a:pt x="4246423" y="848151"/>
                  </a:lnTo>
                  <a:lnTo>
                    <a:pt x="4246610" y="847509"/>
                  </a:lnTo>
                  <a:lnTo>
                    <a:pt x="4246797" y="846300"/>
                  </a:lnTo>
                  <a:lnTo>
                    <a:pt x="4246984" y="844499"/>
                  </a:lnTo>
                  <a:lnTo>
                    <a:pt x="4247171" y="842614"/>
                  </a:lnTo>
                  <a:lnTo>
                    <a:pt x="4247358" y="840865"/>
                  </a:lnTo>
                  <a:lnTo>
                    <a:pt x="4247545" y="838373"/>
                  </a:lnTo>
                  <a:lnTo>
                    <a:pt x="4247732" y="836133"/>
                  </a:lnTo>
                  <a:lnTo>
                    <a:pt x="4247919" y="833794"/>
                  </a:lnTo>
                  <a:lnTo>
                    <a:pt x="4248106" y="830497"/>
                  </a:lnTo>
                  <a:lnTo>
                    <a:pt x="4248292" y="828314"/>
                  </a:lnTo>
                  <a:lnTo>
                    <a:pt x="4248479" y="826112"/>
                  </a:lnTo>
                  <a:lnTo>
                    <a:pt x="4248666" y="824572"/>
                  </a:lnTo>
                  <a:lnTo>
                    <a:pt x="4248853" y="824200"/>
                  </a:lnTo>
                  <a:lnTo>
                    <a:pt x="4249040" y="824622"/>
                  </a:lnTo>
                  <a:lnTo>
                    <a:pt x="4249227" y="824458"/>
                  </a:lnTo>
                  <a:lnTo>
                    <a:pt x="4249414" y="824402"/>
                  </a:lnTo>
                  <a:lnTo>
                    <a:pt x="4249601" y="823036"/>
                  </a:lnTo>
                  <a:lnTo>
                    <a:pt x="4249788" y="821946"/>
                  </a:lnTo>
                  <a:lnTo>
                    <a:pt x="4249975" y="819894"/>
                  </a:lnTo>
                  <a:lnTo>
                    <a:pt x="4250162" y="818151"/>
                  </a:lnTo>
                  <a:lnTo>
                    <a:pt x="4250349" y="815926"/>
                  </a:lnTo>
                  <a:lnTo>
                    <a:pt x="4250536" y="812823"/>
                  </a:lnTo>
                  <a:lnTo>
                    <a:pt x="4250722" y="810078"/>
                  </a:lnTo>
                  <a:lnTo>
                    <a:pt x="4250909" y="808060"/>
                  </a:lnTo>
                  <a:lnTo>
                    <a:pt x="4251096" y="805596"/>
                  </a:lnTo>
                  <a:lnTo>
                    <a:pt x="4251283" y="803433"/>
                  </a:lnTo>
                  <a:lnTo>
                    <a:pt x="4251470" y="800592"/>
                  </a:lnTo>
                  <a:lnTo>
                    <a:pt x="4251657" y="796315"/>
                  </a:lnTo>
                  <a:lnTo>
                    <a:pt x="4251844" y="791637"/>
                  </a:lnTo>
                  <a:lnTo>
                    <a:pt x="4252031" y="787095"/>
                  </a:lnTo>
                  <a:lnTo>
                    <a:pt x="4252218" y="782664"/>
                  </a:lnTo>
                  <a:lnTo>
                    <a:pt x="4252405" y="778550"/>
                  </a:lnTo>
                  <a:lnTo>
                    <a:pt x="4252592" y="775502"/>
                  </a:lnTo>
                  <a:lnTo>
                    <a:pt x="4252779" y="772443"/>
                  </a:lnTo>
                  <a:lnTo>
                    <a:pt x="4252966" y="769875"/>
                  </a:lnTo>
                  <a:lnTo>
                    <a:pt x="4253152" y="768021"/>
                  </a:lnTo>
                  <a:lnTo>
                    <a:pt x="4253339" y="767142"/>
                  </a:lnTo>
                  <a:lnTo>
                    <a:pt x="4253526" y="766377"/>
                  </a:lnTo>
                  <a:lnTo>
                    <a:pt x="4253713" y="765584"/>
                  </a:lnTo>
                  <a:lnTo>
                    <a:pt x="4253900" y="766529"/>
                  </a:lnTo>
                  <a:lnTo>
                    <a:pt x="4254087" y="767305"/>
                  </a:lnTo>
                  <a:lnTo>
                    <a:pt x="4254274" y="766800"/>
                  </a:lnTo>
                  <a:lnTo>
                    <a:pt x="4254461" y="766685"/>
                  </a:lnTo>
                  <a:lnTo>
                    <a:pt x="4254648" y="766977"/>
                  </a:lnTo>
                  <a:lnTo>
                    <a:pt x="4254835" y="766889"/>
                  </a:lnTo>
                  <a:lnTo>
                    <a:pt x="4255022" y="767031"/>
                  </a:lnTo>
                  <a:lnTo>
                    <a:pt x="4255209" y="767522"/>
                  </a:lnTo>
                  <a:lnTo>
                    <a:pt x="4255395" y="768571"/>
                  </a:lnTo>
                  <a:lnTo>
                    <a:pt x="4255582" y="769891"/>
                  </a:lnTo>
                  <a:lnTo>
                    <a:pt x="4255769" y="770751"/>
                  </a:lnTo>
                  <a:lnTo>
                    <a:pt x="4255956" y="770032"/>
                  </a:lnTo>
                  <a:lnTo>
                    <a:pt x="4256143" y="768136"/>
                  </a:lnTo>
                  <a:lnTo>
                    <a:pt x="4256330" y="765128"/>
                  </a:lnTo>
                  <a:lnTo>
                    <a:pt x="4256517" y="761874"/>
                  </a:lnTo>
                  <a:lnTo>
                    <a:pt x="4256704" y="757560"/>
                  </a:lnTo>
                  <a:lnTo>
                    <a:pt x="4256891" y="751579"/>
                  </a:lnTo>
                  <a:lnTo>
                    <a:pt x="4257078" y="746668"/>
                  </a:lnTo>
                  <a:lnTo>
                    <a:pt x="4257265" y="741196"/>
                  </a:lnTo>
                  <a:lnTo>
                    <a:pt x="4257452" y="735186"/>
                  </a:lnTo>
                  <a:lnTo>
                    <a:pt x="4257639" y="732294"/>
                  </a:lnTo>
                  <a:lnTo>
                    <a:pt x="4257825" y="732572"/>
                  </a:lnTo>
                  <a:lnTo>
                    <a:pt x="4258012" y="734242"/>
                  </a:lnTo>
                  <a:lnTo>
                    <a:pt x="4258199" y="735777"/>
                  </a:lnTo>
                  <a:lnTo>
                    <a:pt x="4258386" y="737946"/>
                  </a:lnTo>
                  <a:lnTo>
                    <a:pt x="4258573" y="742645"/>
                  </a:lnTo>
                  <a:lnTo>
                    <a:pt x="4258760" y="746144"/>
                  </a:lnTo>
                  <a:lnTo>
                    <a:pt x="4258947" y="749641"/>
                  </a:lnTo>
                  <a:lnTo>
                    <a:pt x="4259134" y="753491"/>
                  </a:lnTo>
                  <a:lnTo>
                    <a:pt x="4259321" y="757130"/>
                  </a:lnTo>
                  <a:lnTo>
                    <a:pt x="4259508" y="758667"/>
                  </a:lnTo>
                  <a:lnTo>
                    <a:pt x="4259695" y="760820"/>
                  </a:lnTo>
                  <a:lnTo>
                    <a:pt x="4259882" y="762996"/>
                  </a:lnTo>
                  <a:lnTo>
                    <a:pt x="4260068" y="765310"/>
                  </a:lnTo>
                  <a:lnTo>
                    <a:pt x="4260255" y="767714"/>
                  </a:lnTo>
                  <a:lnTo>
                    <a:pt x="4260442" y="770626"/>
                  </a:lnTo>
                  <a:lnTo>
                    <a:pt x="4260629" y="773718"/>
                  </a:lnTo>
                  <a:lnTo>
                    <a:pt x="4260816" y="776394"/>
                  </a:lnTo>
                  <a:lnTo>
                    <a:pt x="4261003" y="779001"/>
                  </a:lnTo>
                  <a:lnTo>
                    <a:pt x="4261190" y="781327"/>
                  </a:lnTo>
                  <a:lnTo>
                    <a:pt x="4261377" y="781891"/>
                  </a:lnTo>
                  <a:lnTo>
                    <a:pt x="4261564" y="780869"/>
                  </a:lnTo>
                  <a:lnTo>
                    <a:pt x="4261751" y="779018"/>
                  </a:lnTo>
                  <a:lnTo>
                    <a:pt x="4261938" y="774564"/>
                  </a:lnTo>
                  <a:lnTo>
                    <a:pt x="4262125" y="769845"/>
                  </a:lnTo>
                  <a:lnTo>
                    <a:pt x="4262312" y="765070"/>
                  </a:lnTo>
                  <a:lnTo>
                    <a:pt x="4262498" y="760878"/>
                  </a:lnTo>
                  <a:lnTo>
                    <a:pt x="4262685" y="755849"/>
                  </a:lnTo>
                  <a:lnTo>
                    <a:pt x="4262872" y="750742"/>
                  </a:lnTo>
                  <a:lnTo>
                    <a:pt x="4263059" y="746370"/>
                  </a:lnTo>
                  <a:lnTo>
                    <a:pt x="4263246" y="742129"/>
                  </a:lnTo>
                  <a:lnTo>
                    <a:pt x="4263433" y="737897"/>
                  </a:lnTo>
                  <a:lnTo>
                    <a:pt x="4263620" y="734339"/>
                  </a:lnTo>
                  <a:lnTo>
                    <a:pt x="4263807" y="731037"/>
                  </a:lnTo>
                  <a:lnTo>
                    <a:pt x="4263994" y="729005"/>
                  </a:lnTo>
                  <a:lnTo>
                    <a:pt x="4264181" y="729043"/>
                  </a:lnTo>
                  <a:lnTo>
                    <a:pt x="4264368" y="728346"/>
                  </a:lnTo>
                  <a:lnTo>
                    <a:pt x="4264555" y="728685"/>
                  </a:lnTo>
                  <a:lnTo>
                    <a:pt x="4264742" y="729599"/>
                  </a:lnTo>
                  <a:lnTo>
                    <a:pt x="4264928" y="729300"/>
                  </a:lnTo>
                  <a:lnTo>
                    <a:pt x="4265115" y="728542"/>
                  </a:lnTo>
                  <a:lnTo>
                    <a:pt x="4265302" y="727375"/>
                  </a:lnTo>
                  <a:lnTo>
                    <a:pt x="4265489" y="725210"/>
                  </a:lnTo>
                  <a:lnTo>
                    <a:pt x="4265676" y="724059"/>
                  </a:lnTo>
                  <a:lnTo>
                    <a:pt x="4265863" y="723025"/>
                  </a:lnTo>
                  <a:lnTo>
                    <a:pt x="4266050" y="721543"/>
                  </a:lnTo>
                  <a:lnTo>
                    <a:pt x="4266237" y="720652"/>
                  </a:lnTo>
                  <a:lnTo>
                    <a:pt x="4266424" y="720797"/>
                  </a:lnTo>
                  <a:lnTo>
                    <a:pt x="4266611" y="721685"/>
                  </a:lnTo>
                  <a:lnTo>
                    <a:pt x="4266798" y="722447"/>
                  </a:lnTo>
                  <a:lnTo>
                    <a:pt x="4266985" y="722980"/>
                  </a:lnTo>
                  <a:lnTo>
                    <a:pt x="4267171" y="723568"/>
                  </a:lnTo>
                  <a:lnTo>
                    <a:pt x="4267358" y="724564"/>
                  </a:lnTo>
                  <a:lnTo>
                    <a:pt x="4267545" y="726225"/>
                  </a:lnTo>
                  <a:lnTo>
                    <a:pt x="4267732" y="728930"/>
                  </a:lnTo>
                  <a:lnTo>
                    <a:pt x="4267919" y="732983"/>
                  </a:lnTo>
                  <a:lnTo>
                    <a:pt x="4268106" y="738287"/>
                  </a:lnTo>
                  <a:lnTo>
                    <a:pt x="4268293" y="744320"/>
                  </a:lnTo>
                  <a:lnTo>
                    <a:pt x="4268480" y="749522"/>
                  </a:lnTo>
                  <a:lnTo>
                    <a:pt x="4268667" y="755518"/>
                  </a:lnTo>
                  <a:lnTo>
                    <a:pt x="4268854" y="761349"/>
                  </a:lnTo>
                  <a:lnTo>
                    <a:pt x="4269041" y="767521"/>
                  </a:lnTo>
                  <a:lnTo>
                    <a:pt x="4269228" y="775086"/>
                  </a:lnTo>
                  <a:lnTo>
                    <a:pt x="4269415" y="782453"/>
                  </a:lnTo>
                  <a:lnTo>
                    <a:pt x="4269601" y="790120"/>
                  </a:lnTo>
                  <a:lnTo>
                    <a:pt x="4269788" y="800972"/>
                  </a:lnTo>
                  <a:lnTo>
                    <a:pt x="4269975" y="811567"/>
                  </a:lnTo>
                  <a:lnTo>
                    <a:pt x="4270162" y="821246"/>
                  </a:lnTo>
                  <a:lnTo>
                    <a:pt x="4270349" y="831066"/>
                  </a:lnTo>
                  <a:lnTo>
                    <a:pt x="4270536" y="841505"/>
                  </a:lnTo>
                  <a:lnTo>
                    <a:pt x="4270723" y="852083"/>
                  </a:lnTo>
                  <a:lnTo>
                    <a:pt x="4270910" y="863133"/>
                  </a:lnTo>
                  <a:lnTo>
                    <a:pt x="4271097" y="874999"/>
                  </a:lnTo>
                  <a:lnTo>
                    <a:pt x="4271284" y="887492"/>
                  </a:lnTo>
                  <a:lnTo>
                    <a:pt x="4271471" y="900687"/>
                  </a:lnTo>
                  <a:lnTo>
                    <a:pt x="4271658" y="913997"/>
                  </a:lnTo>
                  <a:lnTo>
                    <a:pt x="4271845" y="927538"/>
                  </a:lnTo>
                  <a:lnTo>
                    <a:pt x="4272031" y="942682"/>
                  </a:lnTo>
                  <a:lnTo>
                    <a:pt x="4272218" y="958344"/>
                  </a:lnTo>
                  <a:lnTo>
                    <a:pt x="4272405" y="974112"/>
                  </a:lnTo>
                  <a:lnTo>
                    <a:pt x="4272592" y="990608"/>
                  </a:lnTo>
                  <a:lnTo>
                    <a:pt x="4272779" y="1006871"/>
                  </a:lnTo>
                  <a:lnTo>
                    <a:pt x="4272966" y="1023714"/>
                  </a:lnTo>
                  <a:lnTo>
                    <a:pt x="4273153" y="1040501"/>
                  </a:lnTo>
                  <a:lnTo>
                    <a:pt x="4273340" y="1051430"/>
                  </a:lnTo>
                  <a:lnTo>
                    <a:pt x="4273527" y="1062472"/>
                  </a:lnTo>
                  <a:lnTo>
                    <a:pt x="4273714" y="1073881"/>
                  </a:lnTo>
                  <a:lnTo>
                    <a:pt x="4273901" y="1085140"/>
                  </a:lnTo>
                  <a:lnTo>
                    <a:pt x="4274088" y="1096087"/>
                  </a:lnTo>
                  <a:lnTo>
                    <a:pt x="4274274" y="1106270"/>
                  </a:lnTo>
                  <a:lnTo>
                    <a:pt x="4274461" y="1115972"/>
                  </a:lnTo>
                  <a:lnTo>
                    <a:pt x="4274648" y="1125055"/>
                  </a:lnTo>
                  <a:lnTo>
                    <a:pt x="4274835" y="1133330"/>
                  </a:lnTo>
                  <a:lnTo>
                    <a:pt x="4275022" y="1140794"/>
                  </a:lnTo>
                  <a:lnTo>
                    <a:pt x="4275209" y="1145331"/>
                  </a:lnTo>
                  <a:lnTo>
                    <a:pt x="4275396" y="1149139"/>
                  </a:lnTo>
                  <a:lnTo>
                    <a:pt x="4275583" y="1151698"/>
                  </a:lnTo>
                  <a:lnTo>
                    <a:pt x="4275770" y="1153008"/>
                  </a:lnTo>
                  <a:lnTo>
                    <a:pt x="4275957" y="1152954"/>
                  </a:lnTo>
                  <a:lnTo>
                    <a:pt x="4276144" y="1154588"/>
                  </a:lnTo>
                  <a:lnTo>
                    <a:pt x="4276331" y="1156503"/>
                  </a:lnTo>
                  <a:lnTo>
                    <a:pt x="4276518" y="1157971"/>
                  </a:lnTo>
                  <a:lnTo>
                    <a:pt x="4276704" y="1160755"/>
                  </a:lnTo>
                  <a:lnTo>
                    <a:pt x="4276891" y="1162626"/>
                  </a:lnTo>
                  <a:lnTo>
                    <a:pt x="4277078" y="1163775"/>
                  </a:lnTo>
                  <a:lnTo>
                    <a:pt x="4277265" y="1164312"/>
                  </a:lnTo>
                  <a:lnTo>
                    <a:pt x="4277452" y="1164511"/>
                  </a:lnTo>
                  <a:lnTo>
                    <a:pt x="4277639" y="1164480"/>
                  </a:lnTo>
                  <a:lnTo>
                    <a:pt x="4277826" y="1163675"/>
                  </a:lnTo>
                  <a:lnTo>
                    <a:pt x="4278013" y="1162091"/>
                  </a:lnTo>
                  <a:lnTo>
                    <a:pt x="4278200" y="1160393"/>
                  </a:lnTo>
                  <a:lnTo>
                    <a:pt x="4278387" y="1158990"/>
                  </a:lnTo>
                  <a:lnTo>
                    <a:pt x="4278574" y="1156940"/>
                  </a:lnTo>
                  <a:lnTo>
                    <a:pt x="4278761" y="1154672"/>
                  </a:lnTo>
                  <a:lnTo>
                    <a:pt x="4278947" y="1152494"/>
                  </a:lnTo>
                  <a:lnTo>
                    <a:pt x="4279134" y="1150259"/>
                  </a:lnTo>
                  <a:lnTo>
                    <a:pt x="4279321" y="1145767"/>
                  </a:lnTo>
                  <a:lnTo>
                    <a:pt x="4279508" y="1141788"/>
                  </a:lnTo>
                  <a:lnTo>
                    <a:pt x="4279695" y="1135814"/>
                  </a:lnTo>
                  <a:lnTo>
                    <a:pt x="4279882" y="1130219"/>
                  </a:lnTo>
                  <a:lnTo>
                    <a:pt x="4280069" y="1125020"/>
                  </a:lnTo>
                  <a:lnTo>
                    <a:pt x="4280256" y="1119104"/>
                  </a:lnTo>
                  <a:lnTo>
                    <a:pt x="4280443" y="1112865"/>
                  </a:lnTo>
                  <a:lnTo>
                    <a:pt x="4280630" y="1105892"/>
                  </a:lnTo>
                  <a:lnTo>
                    <a:pt x="4280817" y="1098268"/>
                  </a:lnTo>
                  <a:lnTo>
                    <a:pt x="4281004" y="1090602"/>
                  </a:lnTo>
                  <a:lnTo>
                    <a:pt x="4281191" y="1083084"/>
                  </a:lnTo>
                  <a:lnTo>
                    <a:pt x="4281377" y="1076029"/>
                  </a:lnTo>
                  <a:lnTo>
                    <a:pt x="4281564" y="1069131"/>
                  </a:lnTo>
                  <a:lnTo>
                    <a:pt x="4281751" y="1062372"/>
                  </a:lnTo>
                  <a:lnTo>
                    <a:pt x="4281938" y="1056183"/>
                  </a:lnTo>
                  <a:lnTo>
                    <a:pt x="4282125" y="1049937"/>
                  </a:lnTo>
                  <a:lnTo>
                    <a:pt x="4282312" y="1044004"/>
                  </a:lnTo>
                  <a:lnTo>
                    <a:pt x="4282499" y="1039086"/>
                  </a:lnTo>
                  <a:lnTo>
                    <a:pt x="4282686" y="1034522"/>
                  </a:lnTo>
                  <a:lnTo>
                    <a:pt x="4282873" y="1030669"/>
                  </a:lnTo>
                  <a:lnTo>
                    <a:pt x="4283060" y="1028086"/>
                  </a:lnTo>
                  <a:lnTo>
                    <a:pt x="4283247" y="1026980"/>
                  </a:lnTo>
                  <a:lnTo>
                    <a:pt x="4283434" y="1026889"/>
                  </a:lnTo>
                  <a:lnTo>
                    <a:pt x="4283621" y="1028887"/>
                  </a:lnTo>
                  <a:lnTo>
                    <a:pt x="4283807" y="1030282"/>
                  </a:lnTo>
                  <a:lnTo>
                    <a:pt x="4283994" y="1031107"/>
                  </a:lnTo>
                  <a:lnTo>
                    <a:pt x="4284181" y="1032098"/>
                  </a:lnTo>
                  <a:lnTo>
                    <a:pt x="4284368" y="1034462"/>
                  </a:lnTo>
                  <a:lnTo>
                    <a:pt x="4284555" y="1037048"/>
                  </a:lnTo>
                  <a:lnTo>
                    <a:pt x="4284742" y="1039385"/>
                  </a:lnTo>
                  <a:lnTo>
                    <a:pt x="4284929" y="1042219"/>
                  </a:lnTo>
                  <a:lnTo>
                    <a:pt x="4285116" y="1044623"/>
                  </a:lnTo>
                  <a:lnTo>
                    <a:pt x="4285303" y="1046923"/>
                  </a:lnTo>
                  <a:lnTo>
                    <a:pt x="4285490" y="1050478"/>
                  </a:lnTo>
                  <a:lnTo>
                    <a:pt x="4285677" y="1053023"/>
                  </a:lnTo>
                  <a:lnTo>
                    <a:pt x="4285864" y="1054965"/>
                  </a:lnTo>
                  <a:lnTo>
                    <a:pt x="4286050" y="1055684"/>
                  </a:lnTo>
                  <a:lnTo>
                    <a:pt x="4286237" y="1055653"/>
                  </a:lnTo>
                  <a:lnTo>
                    <a:pt x="4286424" y="1055848"/>
                  </a:lnTo>
                  <a:lnTo>
                    <a:pt x="4286611" y="1055619"/>
                  </a:lnTo>
                  <a:lnTo>
                    <a:pt x="4286798" y="1056243"/>
                  </a:lnTo>
                  <a:lnTo>
                    <a:pt x="4286985" y="1056973"/>
                  </a:lnTo>
                  <a:lnTo>
                    <a:pt x="4287172" y="1058135"/>
                  </a:lnTo>
                  <a:lnTo>
                    <a:pt x="4287359" y="1059373"/>
                  </a:lnTo>
                  <a:lnTo>
                    <a:pt x="4287546" y="1060890"/>
                  </a:lnTo>
                  <a:lnTo>
                    <a:pt x="4287733" y="1062494"/>
                  </a:lnTo>
                  <a:lnTo>
                    <a:pt x="4287920" y="1063383"/>
                  </a:lnTo>
                  <a:lnTo>
                    <a:pt x="4288107" y="1064649"/>
                  </a:lnTo>
                  <a:lnTo>
                    <a:pt x="4288294" y="1065282"/>
                  </a:lnTo>
                  <a:lnTo>
                    <a:pt x="4288480" y="1067369"/>
                  </a:lnTo>
                  <a:lnTo>
                    <a:pt x="4288667" y="1068409"/>
                  </a:lnTo>
                  <a:lnTo>
                    <a:pt x="4288854" y="1071231"/>
                  </a:lnTo>
                  <a:lnTo>
                    <a:pt x="4289041" y="1075612"/>
                  </a:lnTo>
                  <a:lnTo>
                    <a:pt x="4289228" y="1080522"/>
                  </a:lnTo>
                  <a:lnTo>
                    <a:pt x="4289415" y="1085110"/>
                  </a:lnTo>
                  <a:lnTo>
                    <a:pt x="4289602" y="1088287"/>
                  </a:lnTo>
                  <a:lnTo>
                    <a:pt x="4289789" y="1091043"/>
                  </a:lnTo>
                  <a:lnTo>
                    <a:pt x="4289976" y="1093197"/>
                  </a:lnTo>
                  <a:lnTo>
                    <a:pt x="4290163" y="1095202"/>
                  </a:lnTo>
                  <a:lnTo>
                    <a:pt x="4290350" y="1097628"/>
                  </a:lnTo>
                  <a:lnTo>
                    <a:pt x="4290537" y="1099617"/>
                  </a:lnTo>
                  <a:lnTo>
                    <a:pt x="4290724" y="1100962"/>
                  </a:lnTo>
                  <a:lnTo>
                    <a:pt x="4290910" y="1101804"/>
                  </a:lnTo>
                  <a:lnTo>
                    <a:pt x="4291097" y="1103083"/>
                  </a:lnTo>
                  <a:lnTo>
                    <a:pt x="4291284" y="1104378"/>
                  </a:lnTo>
                  <a:lnTo>
                    <a:pt x="4291471" y="1105261"/>
                  </a:lnTo>
                  <a:lnTo>
                    <a:pt x="4291658" y="1106136"/>
                  </a:lnTo>
                  <a:lnTo>
                    <a:pt x="4291845" y="1106895"/>
                  </a:lnTo>
                  <a:lnTo>
                    <a:pt x="4292032" y="1107877"/>
                  </a:lnTo>
                  <a:lnTo>
                    <a:pt x="4292219" y="1109263"/>
                  </a:lnTo>
                  <a:lnTo>
                    <a:pt x="4292406" y="1112736"/>
                  </a:lnTo>
                  <a:lnTo>
                    <a:pt x="4292593" y="1116480"/>
                  </a:lnTo>
                  <a:lnTo>
                    <a:pt x="4292780" y="1119578"/>
                  </a:lnTo>
                  <a:lnTo>
                    <a:pt x="4292967" y="1121861"/>
                  </a:lnTo>
                  <a:lnTo>
                    <a:pt x="4293153" y="1123369"/>
                  </a:lnTo>
                  <a:lnTo>
                    <a:pt x="4293340" y="1125336"/>
                  </a:lnTo>
                  <a:lnTo>
                    <a:pt x="4293527" y="1128049"/>
                  </a:lnTo>
                  <a:lnTo>
                    <a:pt x="4293714" y="1131994"/>
                  </a:lnTo>
                  <a:lnTo>
                    <a:pt x="4293901" y="1136870"/>
                  </a:lnTo>
                  <a:lnTo>
                    <a:pt x="4294088" y="1141704"/>
                  </a:lnTo>
                  <a:lnTo>
                    <a:pt x="4294275" y="1147304"/>
                  </a:lnTo>
                  <a:lnTo>
                    <a:pt x="4294462" y="1153183"/>
                  </a:lnTo>
                  <a:lnTo>
                    <a:pt x="4294649" y="1159089"/>
                  </a:lnTo>
                  <a:lnTo>
                    <a:pt x="4294836" y="1166167"/>
                  </a:lnTo>
                  <a:lnTo>
                    <a:pt x="4295023" y="1170179"/>
                  </a:lnTo>
                  <a:lnTo>
                    <a:pt x="4295210" y="1172006"/>
                  </a:lnTo>
                  <a:lnTo>
                    <a:pt x="4295397" y="1171240"/>
                  </a:lnTo>
                  <a:lnTo>
                    <a:pt x="4295583" y="1170123"/>
                  </a:lnTo>
                  <a:lnTo>
                    <a:pt x="4295770" y="1167725"/>
                  </a:lnTo>
                  <a:lnTo>
                    <a:pt x="4295957" y="1165018"/>
                  </a:lnTo>
                  <a:lnTo>
                    <a:pt x="4296144" y="1162092"/>
                  </a:lnTo>
                  <a:lnTo>
                    <a:pt x="4296331" y="1160353"/>
                  </a:lnTo>
                  <a:lnTo>
                    <a:pt x="4296518" y="1159230"/>
                  </a:lnTo>
                  <a:lnTo>
                    <a:pt x="4296705" y="1157353"/>
                  </a:lnTo>
                  <a:lnTo>
                    <a:pt x="4296892" y="1155849"/>
                  </a:lnTo>
                  <a:lnTo>
                    <a:pt x="4297079" y="1153827"/>
                  </a:lnTo>
                  <a:lnTo>
                    <a:pt x="4297266" y="1151082"/>
                  </a:lnTo>
                  <a:lnTo>
                    <a:pt x="4297453" y="1147855"/>
                  </a:lnTo>
                  <a:lnTo>
                    <a:pt x="4297640" y="1144799"/>
                  </a:lnTo>
                  <a:lnTo>
                    <a:pt x="4297826" y="1142023"/>
                  </a:lnTo>
                  <a:lnTo>
                    <a:pt x="4298013" y="1138557"/>
                  </a:lnTo>
                  <a:lnTo>
                    <a:pt x="4298200" y="1135348"/>
                  </a:lnTo>
                  <a:lnTo>
                    <a:pt x="4298387" y="1132631"/>
                  </a:lnTo>
                  <a:lnTo>
                    <a:pt x="4298574" y="1129580"/>
                  </a:lnTo>
                  <a:lnTo>
                    <a:pt x="4298761" y="1127484"/>
                  </a:lnTo>
                  <a:lnTo>
                    <a:pt x="4298948" y="1126361"/>
                  </a:lnTo>
                  <a:lnTo>
                    <a:pt x="4299135" y="1125914"/>
                  </a:lnTo>
                  <a:lnTo>
                    <a:pt x="4299322" y="1128423"/>
                  </a:lnTo>
                  <a:lnTo>
                    <a:pt x="4299509" y="1130378"/>
                  </a:lnTo>
                  <a:lnTo>
                    <a:pt x="4299696" y="1132760"/>
                  </a:lnTo>
                  <a:lnTo>
                    <a:pt x="4299883" y="1135703"/>
                  </a:lnTo>
                  <a:lnTo>
                    <a:pt x="4300070" y="1139600"/>
                  </a:lnTo>
                  <a:lnTo>
                    <a:pt x="4300256" y="1144042"/>
                  </a:lnTo>
                  <a:lnTo>
                    <a:pt x="4300443" y="1148171"/>
                  </a:lnTo>
                  <a:lnTo>
                    <a:pt x="4300630" y="1152124"/>
                  </a:lnTo>
                  <a:lnTo>
                    <a:pt x="4300817" y="1156968"/>
                  </a:lnTo>
                  <a:lnTo>
                    <a:pt x="4301004" y="1161774"/>
                  </a:lnTo>
                  <a:lnTo>
                    <a:pt x="4301191" y="1165385"/>
                  </a:lnTo>
                  <a:lnTo>
                    <a:pt x="4301378" y="1168678"/>
                  </a:lnTo>
                  <a:lnTo>
                    <a:pt x="4301565" y="1171623"/>
                  </a:lnTo>
                  <a:lnTo>
                    <a:pt x="4301752" y="1173989"/>
                  </a:lnTo>
                  <a:lnTo>
                    <a:pt x="4301939" y="1176005"/>
                  </a:lnTo>
                  <a:lnTo>
                    <a:pt x="4302126" y="1177421"/>
                  </a:lnTo>
                  <a:lnTo>
                    <a:pt x="4302313" y="1179267"/>
                  </a:lnTo>
                  <a:lnTo>
                    <a:pt x="4302500" y="1180915"/>
                  </a:lnTo>
                  <a:lnTo>
                    <a:pt x="4302686" y="1182098"/>
                  </a:lnTo>
                  <a:lnTo>
                    <a:pt x="4302873" y="1184169"/>
                  </a:lnTo>
                  <a:lnTo>
                    <a:pt x="4303060" y="1185769"/>
                  </a:lnTo>
                  <a:lnTo>
                    <a:pt x="4303247" y="1186873"/>
                  </a:lnTo>
                  <a:lnTo>
                    <a:pt x="4303434" y="1187433"/>
                  </a:lnTo>
                  <a:lnTo>
                    <a:pt x="4303621" y="1187049"/>
                  </a:lnTo>
                  <a:lnTo>
                    <a:pt x="4303808" y="1185557"/>
                  </a:lnTo>
                  <a:lnTo>
                    <a:pt x="4303995" y="1183821"/>
                  </a:lnTo>
                  <a:lnTo>
                    <a:pt x="4304182" y="1182005"/>
                  </a:lnTo>
                  <a:lnTo>
                    <a:pt x="4304369" y="1179036"/>
                  </a:lnTo>
                  <a:lnTo>
                    <a:pt x="4304556" y="1176098"/>
                  </a:lnTo>
                  <a:lnTo>
                    <a:pt x="4304743" y="1172885"/>
                  </a:lnTo>
                  <a:lnTo>
                    <a:pt x="4304929" y="1169962"/>
                  </a:lnTo>
                  <a:lnTo>
                    <a:pt x="4305116" y="1165935"/>
                  </a:lnTo>
                  <a:lnTo>
                    <a:pt x="4305303" y="1158560"/>
                  </a:lnTo>
                  <a:lnTo>
                    <a:pt x="4305490" y="1150777"/>
                  </a:lnTo>
                  <a:lnTo>
                    <a:pt x="4305677" y="1142765"/>
                  </a:lnTo>
                  <a:lnTo>
                    <a:pt x="4305864" y="1135057"/>
                  </a:lnTo>
                  <a:lnTo>
                    <a:pt x="4306051" y="1127491"/>
                  </a:lnTo>
                  <a:lnTo>
                    <a:pt x="4306238" y="1122228"/>
                  </a:lnTo>
                  <a:lnTo>
                    <a:pt x="4306425" y="1116983"/>
                  </a:lnTo>
                  <a:lnTo>
                    <a:pt x="4306612" y="1111235"/>
                  </a:lnTo>
                  <a:lnTo>
                    <a:pt x="4306799" y="1107112"/>
                  </a:lnTo>
                  <a:lnTo>
                    <a:pt x="4306986" y="1103179"/>
                  </a:lnTo>
                  <a:lnTo>
                    <a:pt x="4307173" y="1098929"/>
                  </a:lnTo>
                  <a:lnTo>
                    <a:pt x="4307359" y="1095667"/>
                  </a:lnTo>
                  <a:lnTo>
                    <a:pt x="4307546" y="1092804"/>
                  </a:lnTo>
                  <a:lnTo>
                    <a:pt x="4307733" y="1090414"/>
                  </a:lnTo>
                  <a:lnTo>
                    <a:pt x="4307920" y="1088173"/>
                  </a:lnTo>
                  <a:lnTo>
                    <a:pt x="4308107" y="1086381"/>
                  </a:lnTo>
                  <a:lnTo>
                    <a:pt x="4308294" y="1085236"/>
                  </a:lnTo>
                  <a:lnTo>
                    <a:pt x="4308481" y="1083990"/>
                  </a:lnTo>
                  <a:lnTo>
                    <a:pt x="4308668" y="1083205"/>
                  </a:lnTo>
                  <a:lnTo>
                    <a:pt x="4308855" y="1082961"/>
                  </a:lnTo>
                  <a:lnTo>
                    <a:pt x="4309042" y="1082829"/>
                  </a:lnTo>
                  <a:lnTo>
                    <a:pt x="4309229" y="1083586"/>
                  </a:lnTo>
                  <a:lnTo>
                    <a:pt x="4309416" y="1082814"/>
                  </a:lnTo>
                  <a:lnTo>
                    <a:pt x="4309602" y="1081434"/>
                  </a:lnTo>
                  <a:lnTo>
                    <a:pt x="4309789" y="1079818"/>
                  </a:lnTo>
                  <a:lnTo>
                    <a:pt x="4309976" y="1077480"/>
                  </a:lnTo>
                  <a:lnTo>
                    <a:pt x="4310163" y="1074875"/>
                  </a:lnTo>
                  <a:lnTo>
                    <a:pt x="4310350" y="1072167"/>
                  </a:lnTo>
                  <a:lnTo>
                    <a:pt x="4310537" y="1068826"/>
                  </a:lnTo>
                  <a:lnTo>
                    <a:pt x="4310724" y="1065858"/>
                  </a:lnTo>
                  <a:lnTo>
                    <a:pt x="4310911" y="1062513"/>
                  </a:lnTo>
                  <a:lnTo>
                    <a:pt x="4311098" y="1058801"/>
                  </a:lnTo>
                  <a:lnTo>
                    <a:pt x="4311285" y="1055633"/>
                  </a:lnTo>
                  <a:lnTo>
                    <a:pt x="4311472" y="1053367"/>
                  </a:lnTo>
                  <a:lnTo>
                    <a:pt x="4311659" y="1052048"/>
                  </a:lnTo>
                  <a:lnTo>
                    <a:pt x="4311846" y="1051752"/>
                  </a:lnTo>
                  <a:lnTo>
                    <a:pt x="4312032" y="1051480"/>
                  </a:lnTo>
                  <a:lnTo>
                    <a:pt x="4312219" y="1051415"/>
                  </a:lnTo>
                  <a:lnTo>
                    <a:pt x="4312406" y="1051985"/>
                  </a:lnTo>
                  <a:lnTo>
                    <a:pt x="4312593" y="1055237"/>
                  </a:lnTo>
                  <a:lnTo>
                    <a:pt x="4312780" y="1058802"/>
                  </a:lnTo>
                  <a:lnTo>
                    <a:pt x="4312967" y="1063089"/>
                  </a:lnTo>
                  <a:lnTo>
                    <a:pt x="4313154" y="1068152"/>
                  </a:lnTo>
                  <a:lnTo>
                    <a:pt x="4313341" y="1074342"/>
                  </a:lnTo>
                  <a:lnTo>
                    <a:pt x="4313528" y="1078570"/>
                  </a:lnTo>
                  <a:lnTo>
                    <a:pt x="4313715" y="1081531"/>
                  </a:lnTo>
                  <a:lnTo>
                    <a:pt x="4313902" y="1084332"/>
                  </a:lnTo>
                  <a:lnTo>
                    <a:pt x="4314089" y="1087076"/>
                  </a:lnTo>
                  <a:lnTo>
                    <a:pt x="4314276" y="1090625"/>
                  </a:lnTo>
                  <a:lnTo>
                    <a:pt x="4314462" y="1094609"/>
                  </a:lnTo>
                  <a:lnTo>
                    <a:pt x="4314649" y="1098740"/>
                  </a:lnTo>
                  <a:lnTo>
                    <a:pt x="4314836" y="1103048"/>
                  </a:lnTo>
                  <a:lnTo>
                    <a:pt x="4315023" y="1107400"/>
                  </a:lnTo>
                  <a:lnTo>
                    <a:pt x="4315210" y="1111371"/>
                  </a:lnTo>
                  <a:lnTo>
                    <a:pt x="4315397" y="1115120"/>
                  </a:lnTo>
                  <a:lnTo>
                    <a:pt x="4315584" y="1118929"/>
                  </a:lnTo>
                  <a:lnTo>
                    <a:pt x="4315771" y="1122329"/>
                  </a:lnTo>
                  <a:lnTo>
                    <a:pt x="4315958" y="1125810"/>
                  </a:lnTo>
                  <a:lnTo>
                    <a:pt x="4316145" y="1128897"/>
                  </a:lnTo>
                  <a:lnTo>
                    <a:pt x="4316332" y="1131164"/>
                  </a:lnTo>
                  <a:lnTo>
                    <a:pt x="4316519" y="1133287"/>
                  </a:lnTo>
                  <a:lnTo>
                    <a:pt x="4316705" y="1136766"/>
                  </a:lnTo>
                  <a:lnTo>
                    <a:pt x="4316892" y="1139367"/>
                  </a:lnTo>
                  <a:lnTo>
                    <a:pt x="4317079" y="1144582"/>
                  </a:lnTo>
                  <a:lnTo>
                    <a:pt x="4317266" y="1149872"/>
                  </a:lnTo>
                  <a:lnTo>
                    <a:pt x="4317453" y="1155079"/>
                  </a:lnTo>
                  <a:lnTo>
                    <a:pt x="4317640" y="1160558"/>
                  </a:lnTo>
                  <a:lnTo>
                    <a:pt x="4317827" y="1166829"/>
                  </a:lnTo>
                  <a:lnTo>
                    <a:pt x="4318014" y="1174235"/>
                  </a:lnTo>
                  <a:lnTo>
                    <a:pt x="4318201" y="1182013"/>
                  </a:lnTo>
                  <a:lnTo>
                    <a:pt x="4318388" y="1189519"/>
                  </a:lnTo>
                  <a:lnTo>
                    <a:pt x="4318575" y="1196437"/>
                  </a:lnTo>
                  <a:lnTo>
                    <a:pt x="4318762" y="1202330"/>
                  </a:lnTo>
                  <a:lnTo>
                    <a:pt x="4318949" y="1207431"/>
                  </a:lnTo>
                  <a:lnTo>
                    <a:pt x="4319135" y="1212442"/>
                  </a:lnTo>
                  <a:lnTo>
                    <a:pt x="4319322" y="1216864"/>
                  </a:lnTo>
                  <a:lnTo>
                    <a:pt x="4319509" y="1221214"/>
                  </a:lnTo>
                  <a:lnTo>
                    <a:pt x="4319696" y="1225271"/>
                  </a:lnTo>
                  <a:lnTo>
                    <a:pt x="4319883" y="1227862"/>
                  </a:lnTo>
                  <a:lnTo>
                    <a:pt x="4320070" y="1229539"/>
                  </a:lnTo>
                  <a:lnTo>
                    <a:pt x="4320257" y="1230698"/>
                  </a:lnTo>
                  <a:lnTo>
                    <a:pt x="4320444" y="1230974"/>
                  </a:lnTo>
                  <a:lnTo>
                    <a:pt x="4320631" y="1230075"/>
                  </a:lnTo>
                  <a:lnTo>
                    <a:pt x="4320818" y="1228607"/>
                  </a:lnTo>
                  <a:lnTo>
                    <a:pt x="4321005" y="1224558"/>
                  </a:lnTo>
                  <a:lnTo>
                    <a:pt x="4321192" y="1220733"/>
                  </a:lnTo>
                  <a:lnTo>
                    <a:pt x="4321379" y="1215882"/>
                  </a:lnTo>
                  <a:lnTo>
                    <a:pt x="4321565" y="1210483"/>
                  </a:lnTo>
                  <a:lnTo>
                    <a:pt x="4321752" y="1204921"/>
                  </a:lnTo>
                  <a:lnTo>
                    <a:pt x="4321939" y="1199924"/>
                  </a:lnTo>
                  <a:lnTo>
                    <a:pt x="4322126" y="1194155"/>
                  </a:lnTo>
                  <a:lnTo>
                    <a:pt x="4322313" y="1188227"/>
                  </a:lnTo>
                  <a:lnTo>
                    <a:pt x="4322500" y="1182146"/>
                  </a:lnTo>
                  <a:lnTo>
                    <a:pt x="4322687" y="1177110"/>
                  </a:lnTo>
                  <a:lnTo>
                    <a:pt x="4322874" y="1171870"/>
                  </a:lnTo>
                  <a:lnTo>
                    <a:pt x="4323061" y="1167434"/>
                  </a:lnTo>
                  <a:lnTo>
                    <a:pt x="4323248" y="1163095"/>
                  </a:lnTo>
                  <a:lnTo>
                    <a:pt x="4323435" y="1159070"/>
                  </a:lnTo>
                  <a:lnTo>
                    <a:pt x="4323622" y="1155095"/>
                  </a:lnTo>
                  <a:lnTo>
                    <a:pt x="4323808" y="1151126"/>
                  </a:lnTo>
                  <a:lnTo>
                    <a:pt x="4323995" y="1147603"/>
                  </a:lnTo>
                  <a:lnTo>
                    <a:pt x="4324182" y="1144249"/>
                  </a:lnTo>
                  <a:lnTo>
                    <a:pt x="4324369" y="1139169"/>
                  </a:lnTo>
                  <a:lnTo>
                    <a:pt x="4324556" y="1130818"/>
                  </a:lnTo>
                  <a:lnTo>
                    <a:pt x="4324743" y="1122696"/>
                  </a:lnTo>
                  <a:lnTo>
                    <a:pt x="4324930" y="1110402"/>
                  </a:lnTo>
                  <a:lnTo>
                    <a:pt x="4325117" y="1098178"/>
                  </a:lnTo>
                  <a:lnTo>
                    <a:pt x="4325304" y="1091033"/>
                  </a:lnTo>
                  <a:lnTo>
                    <a:pt x="4325491" y="1083371"/>
                  </a:lnTo>
                  <a:lnTo>
                    <a:pt x="4325678" y="1075747"/>
                  </a:lnTo>
                  <a:lnTo>
                    <a:pt x="4325865" y="1066855"/>
                  </a:lnTo>
                  <a:lnTo>
                    <a:pt x="4326052" y="1060207"/>
                  </a:lnTo>
                  <a:lnTo>
                    <a:pt x="4326238" y="1052671"/>
                  </a:lnTo>
                  <a:lnTo>
                    <a:pt x="4326425" y="1045109"/>
                  </a:lnTo>
                  <a:lnTo>
                    <a:pt x="4326612" y="1037857"/>
                  </a:lnTo>
                  <a:lnTo>
                    <a:pt x="4326799" y="1030123"/>
                  </a:lnTo>
                  <a:lnTo>
                    <a:pt x="4326986" y="1022914"/>
                  </a:lnTo>
                  <a:lnTo>
                    <a:pt x="4327173" y="1016221"/>
                  </a:lnTo>
                  <a:lnTo>
                    <a:pt x="4327360" y="1010006"/>
                  </a:lnTo>
                  <a:lnTo>
                    <a:pt x="4327547" y="1004002"/>
                  </a:lnTo>
                  <a:lnTo>
                    <a:pt x="4327734" y="998436"/>
                  </a:lnTo>
                  <a:lnTo>
                    <a:pt x="4327921" y="993497"/>
                  </a:lnTo>
                  <a:lnTo>
                    <a:pt x="4328108" y="988476"/>
                  </a:lnTo>
                  <a:lnTo>
                    <a:pt x="4328295" y="983543"/>
                  </a:lnTo>
                  <a:lnTo>
                    <a:pt x="4328481" y="974631"/>
                  </a:lnTo>
                  <a:lnTo>
                    <a:pt x="4328668" y="968974"/>
                  </a:lnTo>
                  <a:lnTo>
                    <a:pt x="4328855" y="963545"/>
                  </a:lnTo>
                  <a:lnTo>
                    <a:pt x="4329042" y="957967"/>
                  </a:lnTo>
                  <a:lnTo>
                    <a:pt x="4329229" y="952809"/>
                  </a:lnTo>
                  <a:lnTo>
                    <a:pt x="4329416" y="947180"/>
                  </a:lnTo>
                  <a:lnTo>
                    <a:pt x="4329603" y="941718"/>
                  </a:lnTo>
                  <a:lnTo>
                    <a:pt x="4329790" y="934813"/>
                  </a:lnTo>
                  <a:lnTo>
                    <a:pt x="4329977" y="926704"/>
                  </a:lnTo>
                  <a:lnTo>
                    <a:pt x="4330164" y="918267"/>
                  </a:lnTo>
                  <a:lnTo>
                    <a:pt x="4330351" y="909238"/>
                  </a:lnTo>
                  <a:lnTo>
                    <a:pt x="4330538" y="899758"/>
                  </a:lnTo>
                  <a:lnTo>
                    <a:pt x="4330725" y="890008"/>
                  </a:lnTo>
                  <a:lnTo>
                    <a:pt x="4330911" y="881124"/>
                  </a:lnTo>
                  <a:lnTo>
                    <a:pt x="4331098" y="872558"/>
                  </a:lnTo>
                  <a:lnTo>
                    <a:pt x="4331285" y="864316"/>
                  </a:lnTo>
                  <a:lnTo>
                    <a:pt x="4331472" y="857551"/>
                  </a:lnTo>
                  <a:lnTo>
                    <a:pt x="4331659" y="851394"/>
                  </a:lnTo>
                  <a:lnTo>
                    <a:pt x="4331846" y="845609"/>
                  </a:lnTo>
                  <a:lnTo>
                    <a:pt x="4332033" y="839654"/>
                  </a:lnTo>
                  <a:lnTo>
                    <a:pt x="4332220" y="828821"/>
                  </a:lnTo>
                  <a:lnTo>
                    <a:pt x="4332407" y="818540"/>
                  </a:lnTo>
                  <a:lnTo>
                    <a:pt x="4332594" y="809653"/>
                  </a:lnTo>
                  <a:lnTo>
                    <a:pt x="4332781" y="802964"/>
                  </a:lnTo>
                  <a:lnTo>
                    <a:pt x="4332968" y="797941"/>
                  </a:lnTo>
                  <a:lnTo>
                    <a:pt x="4333155" y="795472"/>
                  </a:lnTo>
                  <a:lnTo>
                    <a:pt x="4333341" y="794008"/>
                  </a:lnTo>
                  <a:lnTo>
                    <a:pt x="4333528" y="793210"/>
                  </a:lnTo>
                  <a:lnTo>
                    <a:pt x="4333715" y="790912"/>
                  </a:lnTo>
                  <a:lnTo>
                    <a:pt x="4333902" y="789479"/>
                  </a:lnTo>
                  <a:lnTo>
                    <a:pt x="4334089" y="787424"/>
                  </a:lnTo>
                  <a:lnTo>
                    <a:pt x="4334276" y="784336"/>
                  </a:lnTo>
                  <a:lnTo>
                    <a:pt x="4334463" y="783005"/>
                  </a:lnTo>
                  <a:lnTo>
                    <a:pt x="4334650" y="782493"/>
                  </a:lnTo>
                  <a:lnTo>
                    <a:pt x="4334837" y="782646"/>
                  </a:lnTo>
                  <a:lnTo>
                    <a:pt x="4335024" y="783398"/>
                  </a:lnTo>
                  <a:lnTo>
                    <a:pt x="4335211" y="783707"/>
                  </a:lnTo>
                  <a:lnTo>
                    <a:pt x="4335398" y="784674"/>
                  </a:lnTo>
                  <a:lnTo>
                    <a:pt x="4335584" y="785514"/>
                  </a:lnTo>
                  <a:lnTo>
                    <a:pt x="4335771" y="785828"/>
                  </a:lnTo>
                  <a:lnTo>
                    <a:pt x="4335958" y="786252"/>
                  </a:lnTo>
                  <a:lnTo>
                    <a:pt x="4336145" y="786569"/>
                  </a:lnTo>
                  <a:lnTo>
                    <a:pt x="4336332" y="788180"/>
                  </a:lnTo>
                  <a:lnTo>
                    <a:pt x="4336519" y="789662"/>
                  </a:lnTo>
                  <a:lnTo>
                    <a:pt x="4336706" y="792311"/>
                  </a:lnTo>
                  <a:lnTo>
                    <a:pt x="4336893" y="796310"/>
                  </a:lnTo>
                  <a:lnTo>
                    <a:pt x="4337080" y="800091"/>
                  </a:lnTo>
                  <a:lnTo>
                    <a:pt x="4337267" y="804674"/>
                  </a:lnTo>
                  <a:lnTo>
                    <a:pt x="4337454" y="808176"/>
                  </a:lnTo>
                  <a:lnTo>
                    <a:pt x="4337641" y="811470"/>
                  </a:lnTo>
                  <a:lnTo>
                    <a:pt x="4337828" y="814513"/>
                  </a:lnTo>
                  <a:lnTo>
                    <a:pt x="4338014" y="817443"/>
                  </a:lnTo>
                  <a:lnTo>
                    <a:pt x="4338201" y="819584"/>
                  </a:lnTo>
                  <a:lnTo>
                    <a:pt x="4338388" y="820326"/>
                  </a:lnTo>
                  <a:lnTo>
                    <a:pt x="4338575" y="820652"/>
                  </a:lnTo>
                  <a:lnTo>
                    <a:pt x="4338762" y="820167"/>
                  </a:lnTo>
                  <a:lnTo>
                    <a:pt x="4338949" y="818409"/>
                  </a:lnTo>
                  <a:lnTo>
                    <a:pt x="4339136" y="818151"/>
                  </a:lnTo>
                  <a:lnTo>
                    <a:pt x="4339323" y="817858"/>
                  </a:lnTo>
                  <a:lnTo>
                    <a:pt x="4339510" y="817427"/>
                  </a:lnTo>
                  <a:lnTo>
                    <a:pt x="4339697" y="817670"/>
                  </a:lnTo>
                  <a:lnTo>
                    <a:pt x="4339884" y="818950"/>
                  </a:lnTo>
                  <a:lnTo>
                    <a:pt x="4340071" y="820704"/>
                  </a:lnTo>
                  <a:lnTo>
                    <a:pt x="4340258" y="823423"/>
                  </a:lnTo>
                  <a:lnTo>
                    <a:pt x="4340444" y="826371"/>
                  </a:lnTo>
                  <a:lnTo>
                    <a:pt x="4340631" y="829762"/>
                  </a:lnTo>
                  <a:lnTo>
                    <a:pt x="4340818" y="833817"/>
                  </a:lnTo>
                  <a:lnTo>
                    <a:pt x="4341005" y="838364"/>
                  </a:lnTo>
                  <a:lnTo>
                    <a:pt x="4341192" y="842923"/>
                  </a:lnTo>
                  <a:lnTo>
                    <a:pt x="4341379" y="847610"/>
                  </a:lnTo>
                  <a:lnTo>
                    <a:pt x="4341566" y="852290"/>
                  </a:lnTo>
                  <a:lnTo>
                    <a:pt x="4341753" y="858297"/>
                  </a:lnTo>
                  <a:lnTo>
                    <a:pt x="4341940" y="864004"/>
                  </a:lnTo>
                  <a:lnTo>
                    <a:pt x="4342127" y="869523"/>
                  </a:lnTo>
                  <a:lnTo>
                    <a:pt x="4342314" y="874876"/>
                  </a:lnTo>
                  <a:lnTo>
                    <a:pt x="4342501" y="880442"/>
                  </a:lnTo>
                  <a:lnTo>
                    <a:pt x="4342687" y="888501"/>
                  </a:lnTo>
                  <a:lnTo>
                    <a:pt x="4342874" y="896590"/>
                  </a:lnTo>
                  <a:lnTo>
                    <a:pt x="4343061" y="905054"/>
                  </a:lnTo>
                  <a:lnTo>
                    <a:pt x="4343248" y="913546"/>
                  </a:lnTo>
                  <a:lnTo>
                    <a:pt x="4343435" y="921678"/>
                  </a:lnTo>
                  <a:lnTo>
                    <a:pt x="4343622" y="927000"/>
                  </a:lnTo>
                  <a:lnTo>
                    <a:pt x="4343809" y="931409"/>
                  </a:lnTo>
                  <a:lnTo>
                    <a:pt x="4343996" y="936476"/>
                  </a:lnTo>
                  <a:lnTo>
                    <a:pt x="4344183" y="939984"/>
                  </a:lnTo>
                  <a:lnTo>
                    <a:pt x="4344370" y="943105"/>
                  </a:lnTo>
                  <a:lnTo>
                    <a:pt x="4344557" y="945950"/>
                  </a:lnTo>
                  <a:lnTo>
                    <a:pt x="4344744" y="948885"/>
                  </a:lnTo>
                  <a:lnTo>
                    <a:pt x="4344931" y="951325"/>
                  </a:lnTo>
                  <a:lnTo>
                    <a:pt x="4345117" y="952045"/>
                  </a:lnTo>
                  <a:lnTo>
                    <a:pt x="4345304" y="952897"/>
                  </a:lnTo>
                  <a:lnTo>
                    <a:pt x="4345491" y="953883"/>
                  </a:lnTo>
                  <a:lnTo>
                    <a:pt x="4345678" y="954770"/>
                  </a:lnTo>
                  <a:lnTo>
                    <a:pt x="4345865" y="955613"/>
                  </a:lnTo>
                  <a:lnTo>
                    <a:pt x="4346052" y="955879"/>
                  </a:lnTo>
                  <a:lnTo>
                    <a:pt x="4346239" y="956059"/>
                  </a:lnTo>
                  <a:lnTo>
                    <a:pt x="4346426" y="955962"/>
                  </a:lnTo>
                  <a:lnTo>
                    <a:pt x="4346613" y="955378"/>
                  </a:lnTo>
                  <a:lnTo>
                    <a:pt x="4346800" y="954688"/>
                  </a:lnTo>
                  <a:lnTo>
                    <a:pt x="4346987" y="954244"/>
                  </a:lnTo>
                  <a:lnTo>
                    <a:pt x="4347174" y="954382"/>
                  </a:lnTo>
                  <a:lnTo>
                    <a:pt x="4347360" y="955020"/>
                  </a:lnTo>
                  <a:lnTo>
                    <a:pt x="4347547" y="956576"/>
                  </a:lnTo>
                  <a:lnTo>
                    <a:pt x="4347734" y="958662"/>
                  </a:lnTo>
                  <a:lnTo>
                    <a:pt x="4347921" y="961293"/>
                  </a:lnTo>
                  <a:lnTo>
                    <a:pt x="4348108" y="963751"/>
                  </a:lnTo>
                  <a:lnTo>
                    <a:pt x="4348295" y="966360"/>
                  </a:lnTo>
                  <a:lnTo>
                    <a:pt x="4348482" y="968387"/>
                  </a:lnTo>
                  <a:lnTo>
                    <a:pt x="4348669" y="970126"/>
                  </a:lnTo>
                  <a:lnTo>
                    <a:pt x="4348856" y="970919"/>
                  </a:lnTo>
                  <a:lnTo>
                    <a:pt x="4349043" y="970920"/>
                  </a:lnTo>
                  <a:lnTo>
                    <a:pt x="4349230" y="969790"/>
                  </a:lnTo>
                  <a:lnTo>
                    <a:pt x="4349417" y="968971"/>
                  </a:lnTo>
                  <a:lnTo>
                    <a:pt x="4349604" y="967835"/>
                  </a:lnTo>
                  <a:lnTo>
                    <a:pt x="4349790" y="966491"/>
                  </a:lnTo>
                  <a:lnTo>
                    <a:pt x="4349977" y="964812"/>
                  </a:lnTo>
                  <a:lnTo>
                    <a:pt x="4350164" y="962738"/>
                  </a:lnTo>
                  <a:lnTo>
                    <a:pt x="4350351" y="960665"/>
                  </a:lnTo>
                  <a:lnTo>
                    <a:pt x="4350538" y="957862"/>
                  </a:lnTo>
                  <a:lnTo>
                    <a:pt x="4350725" y="954866"/>
                  </a:lnTo>
                  <a:lnTo>
                    <a:pt x="4350912" y="951360"/>
                  </a:lnTo>
                  <a:lnTo>
                    <a:pt x="4351099" y="948000"/>
                  </a:lnTo>
                  <a:lnTo>
                    <a:pt x="4351286" y="944764"/>
                  </a:lnTo>
                  <a:lnTo>
                    <a:pt x="4351473" y="942012"/>
                  </a:lnTo>
                  <a:lnTo>
                    <a:pt x="4351660" y="939293"/>
                  </a:lnTo>
                  <a:lnTo>
                    <a:pt x="4351847" y="936880"/>
                  </a:lnTo>
                  <a:lnTo>
                    <a:pt x="4352034" y="934962"/>
                  </a:lnTo>
                  <a:lnTo>
                    <a:pt x="4352220" y="933536"/>
                  </a:lnTo>
                  <a:lnTo>
                    <a:pt x="4352407" y="932217"/>
                  </a:lnTo>
                  <a:lnTo>
                    <a:pt x="4352594" y="931336"/>
                  </a:lnTo>
                  <a:lnTo>
                    <a:pt x="4352781" y="930103"/>
                  </a:lnTo>
                  <a:lnTo>
                    <a:pt x="4352968" y="928899"/>
                  </a:lnTo>
                  <a:lnTo>
                    <a:pt x="4353155" y="927736"/>
                  </a:lnTo>
                  <a:lnTo>
                    <a:pt x="4353342" y="926186"/>
                  </a:lnTo>
                  <a:lnTo>
                    <a:pt x="4353529" y="924442"/>
                  </a:lnTo>
                  <a:lnTo>
                    <a:pt x="4353716" y="923103"/>
                  </a:lnTo>
                  <a:lnTo>
                    <a:pt x="4353903" y="921200"/>
                  </a:lnTo>
                  <a:lnTo>
                    <a:pt x="4354090" y="919753"/>
                  </a:lnTo>
                  <a:lnTo>
                    <a:pt x="4354277" y="918517"/>
                  </a:lnTo>
                  <a:lnTo>
                    <a:pt x="4354463" y="916418"/>
                  </a:lnTo>
                  <a:lnTo>
                    <a:pt x="4354650" y="914009"/>
                  </a:lnTo>
                  <a:lnTo>
                    <a:pt x="4354837" y="911122"/>
                  </a:lnTo>
                  <a:lnTo>
                    <a:pt x="4355024" y="908542"/>
                  </a:lnTo>
                  <a:lnTo>
                    <a:pt x="4355211" y="905482"/>
                  </a:lnTo>
                  <a:lnTo>
                    <a:pt x="4355398" y="902190"/>
                  </a:lnTo>
                  <a:lnTo>
                    <a:pt x="4355585" y="899256"/>
                  </a:lnTo>
                  <a:lnTo>
                    <a:pt x="4355772" y="896000"/>
                  </a:lnTo>
                  <a:lnTo>
                    <a:pt x="4355959" y="891897"/>
                  </a:lnTo>
                  <a:lnTo>
                    <a:pt x="4356146" y="887988"/>
                  </a:lnTo>
                  <a:lnTo>
                    <a:pt x="4356333" y="883909"/>
                  </a:lnTo>
                  <a:lnTo>
                    <a:pt x="4356520" y="878211"/>
                  </a:lnTo>
                  <a:lnTo>
                    <a:pt x="4356707" y="872708"/>
                  </a:lnTo>
                  <a:lnTo>
                    <a:pt x="4356893" y="867876"/>
                  </a:lnTo>
                  <a:lnTo>
                    <a:pt x="4357080" y="861982"/>
                  </a:lnTo>
                  <a:lnTo>
                    <a:pt x="4357267" y="854375"/>
                  </a:lnTo>
                  <a:lnTo>
                    <a:pt x="4357454" y="847441"/>
                  </a:lnTo>
                  <a:lnTo>
                    <a:pt x="4357641" y="840756"/>
                  </a:lnTo>
                  <a:lnTo>
                    <a:pt x="4357828" y="831222"/>
                  </a:lnTo>
                  <a:lnTo>
                    <a:pt x="4358015" y="822573"/>
                  </a:lnTo>
                  <a:lnTo>
                    <a:pt x="4358202" y="814411"/>
                  </a:lnTo>
                  <a:lnTo>
                    <a:pt x="4358389" y="808731"/>
                  </a:lnTo>
                  <a:lnTo>
                    <a:pt x="4358576" y="805162"/>
                  </a:lnTo>
                  <a:lnTo>
                    <a:pt x="4358763" y="805045"/>
                  </a:lnTo>
                  <a:lnTo>
                    <a:pt x="4358950" y="806516"/>
                  </a:lnTo>
                  <a:lnTo>
                    <a:pt x="4359137" y="807774"/>
                  </a:lnTo>
                  <a:lnTo>
                    <a:pt x="4359323" y="808841"/>
                  </a:lnTo>
                  <a:lnTo>
                    <a:pt x="4359510" y="811761"/>
                  </a:lnTo>
                  <a:lnTo>
                    <a:pt x="4359697" y="816043"/>
                  </a:lnTo>
                  <a:lnTo>
                    <a:pt x="4359884" y="821585"/>
                  </a:lnTo>
                  <a:lnTo>
                    <a:pt x="4360071" y="826606"/>
                  </a:lnTo>
                  <a:lnTo>
                    <a:pt x="4360258" y="831758"/>
                  </a:lnTo>
                  <a:lnTo>
                    <a:pt x="4360445" y="835555"/>
                  </a:lnTo>
                  <a:lnTo>
                    <a:pt x="4360632" y="838249"/>
                  </a:lnTo>
                  <a:lnTo>
                    <a:pt x="4360819" y="840440"/>
                  </a:lnTo>
                  <a:lnTo>
                    <a:pt x="4361006" y="841385"/>
                  </a:lnTo>
                  <a:lnTo>
                    <a:pt x="4361193" y="841503"/>
                  </a:lnTo>
                  <a:lnTo>
                    <a:pt x="4361380" y="841782"/>
                  </a:lnTo>
                  <a:lnTo>
                    <a:pt x="4361566" y="841194"/>
                  </a:lnTo>
                  <a:lnTo>
                    <a:pt x="4361753" y="842400"/>
                  </a:lnTo>
                  <a:lnTo>
                    <a:pt x="4361940" y="846701"/>
                  </a:lnTo>
                  <a:lnTo>
                    <a:pt x="4362127" y="850606"/>
                  </a:lnTo>
                  <a:lnTo>
                    <a:pt x="4362314" y="857191"/>
                  </a:lnTo>
                  <a:lnTo>
                    <a:pt x="4362501" y="862324"/>
                  </a:lnTo>
                  <a:lnTo>
                    <a:pt x="4362688" y="862820"/>
                  </a:lnTo>
                  <a:lnTo>
                    <a:pt x="4362875" y="862928"/>
                  </a:lnTo>
                  <a:lnTo>
                    <a:pt x="4363062" y="862079"/>
                  </a:lnTo>
                  <a:lnTo>
                    <a:pt x="4363249" y="861747"/>
                  </a:lnTo>
                  <a:lnTo>
                    <a:pt x="4363436" y="861117"/>
                  </a:lnTo>
                  <a:lnTo>
                    <a:pt x="4363623" y="860311"/>
                  </a:lnTo>
                  <a:lnTo>
                    <a:pt x="4363810" y="859439"/>
                  </a:lnTo>
                  <a:lnTo>
                    <a:pt x="4363996" y="862208"/>
                  </a:lnTo>
                  <a:lnTo>
                    <a:pt x="4364183" y="865336"/>
                  </a:lnTo>
                  <a:lnTo>
                    <a:pt x="4364370" y="868856"/>
                  </a:lnTo>
                  <a:lnTo>
                    <a:pt x="4364557" y="874572"/>
                  </a:lnTo>
                  <a:lnTo>
                    <a:pt x="4364744" y="879533"/>
                  </a:lnTo>
                  <a:lnTo>
                    <a:pt x="4364931" y="885921"/>
                  </a:lnTo>
                  <a:lnTo>
                    <a:pt x="4365118" y="891456"/>
                  </a:lnTo>
                  <a:lnTo>
                    <a:pt x="4365305" y="895930"/>
                  </a:lnTo>
                  <a:lnTo>
                    <a:pt x="4365492" y="900618"/>
                  </a:lnTo>
                  <a:lnTo>
                    <a:pt x="4365679" y="905040"/>
                  </a:lnTo>
                  <a:lnTo>
                    <a:pt x="4365866" y="912286"/>
                  </a:lnTo>
                  <a:lnTo>
                    <a:pt x="4366053" y="916676"/>
                  </a:lnTo>
                  <a:lnTo>
                    <a:pt x="4366239" y="921110"/>
                  </a:lnTo>
                  <a:lnTo>
                    <a:pt x="4366426" y="925955"/>
                  </a:lnTo>
                  <a:lnTo>
                    <a:pt x="4366613" y="930433"/>
                  </a:lnTo>
                  <a:lnTo>
                    <a:pt x="4366800" y="934206"/>
                  </a:lnTo>
                  <a:lnTo>
                    <a:pt x="4366987" y="937071"/>
                  </a:lnTo>
                  <a:lnTo>
                    <a:pt x="4367174" y="939256"/>
                  </a:lnTo>
                  <a:lnTo>
                    <a:pt x="4367361" y="941328"/>
                  </a:lnTo>
                  <a:lnTo>
                    <a:pt x="4367548" y="944038"/>
                  </a:lnTo>
                  <a:lnTo>
                    <a:pt x="4367735" y="947501"/>
                  </a:lnTo>
                  <a:lnTo>
                    <a:pt x="4367922" y="952409"/>
                  </a:lnTo>
                  <a:lnTo>
                    <a:pt x="4368109" y="958901"/>
                  </a:lnTo>
                  <a:lnTo>
                    <a:pt x="4368296" y="964569"/>
                  </a:lnTo>
                  <a:lnTo>
                    <a:pt x="4368483" y="969552"/>
                  </a:lnTo>
                  <a:lnTo>
                    <a:pt x="4368669" y="974815"/>
                  </a:lnTo>
                  <a:lnTo>
                    <a:pt x="4368856" y="979614"/>
                  </a:lnTo>
                  <a:lnTo>
                    <a:pt x="4369043" y="983602"/>
                  </a:lnTo>
                  <a:lnTo>
                    <a:pt x="4369230" y="988055"/>
                  </a:lnTo>
                  <a:lnTo>
                    <a:pt x="4369417" y="992278"/>
                  </a:lnTo>
                  <a:lnTo>
                    <a:pt x="4369604" y="1001348"/>
                  </a:lnTo>
                  <a:lnTo>
                    <a:pt x="4369791" y="1010223"/>
                  </a:lnTo>
                  <a:lnTo>
                    <a:pt x="4369978" y="1018265"/>
                  </a:lnTo>
                  <a:lnTo>
                    <a:pt x="4370165" y="1024853"/>
                  </a:lnTo>
                  <a:lnTo>
                    <a:pt x="4370352" y="1029503"/>
                  </a:lnTo>
                  <a:lnTo>
                    <a:pt x="4370539" y="1031443"/>
                  </a:lnTo>
                  <a:lnTo>
                    <a:pt x="4370726" y="1031734"/>
                  </a:lnTo>
                  <a:lnTo>
                    <a:pt x="4370913" y="1031073"/>
                  </a:lnTo>
                  <a:lnTo>
                    <a:pt x="4371099" y="1028556"/>
                  </a:lnTo>
                  <a:lnTo>
                    <a:pt x="4371286" y="1024846"/>
                  </a:lnTo>
                  <a:lnTo>
                    <a:pt x="4371473" y="1022018"/>
                  </a:lnTo>
                  <a:lnTo>
                    <a:pt x="4371660" y="1016477"/>
                  </a:lnTo>
                  <a:lnTo>
                    <a:pt x="4371847" y="1009570"/>
                  </a:lnTo>
                  <a:lnTo>
                    <a:pt x="4372034" y="1002571"/>
                  </a:lnTo>
                  <a:lnTo>
                    <a:pt x="4372221" y="995873"/>
                  </a:lnTo>
                  <a:lnTo>
                    <a:pt x="4372408" y="988966"/>
                  </a:lnTo>
                  <a:lnTo>
                    <a:pt x="4372595" y="983014"/>
                  </a:lnTo>
                  <a:lnTo>
                    <a:pt x="4372782" y="977272"/>
                  </a:lnTo>
                  <a:lnTo>
                    <a:pt x="4372969" y="972138"/>
                  </a:lnTo>
                  <a:lnTo>
                    <a:pt x="4373156" y="967830"/>
                  </a:lnTo>
                  <a:lnTo>
                    <a:pt x="4373342" y="963736"/>
                  </a:lnTo>
                  <a:lnTo>
                    <a:pt x="4373529" y="960117"/>
                  </a:lnTo>
                  <a:lnTo>
                    <a:pt x="4373716" y="955569"/>
                  </a:lnTo>
                  <a:lnTo>
                    <a:pt x="4373903" y="950579"/>
                  </a:lnTo>
                  <a:lnTo>
                    <a:pt x="4374090" y="946815"/>
                  </a:lnTo>
                  <a:lnTo>
                    <a:pt x="4374277" y="941862"/>
                  </a:lnTo>
                  <a:lnTo>
                    <a:pt x="4374464" y="935848"/>
                  </a:lnTo>
                  <a:lnTo>
                    <a:pt x="4374651" y="928619"/>
                  </a:lnTo>
                  <a:lnTo>
                    <a:pt x="4374838" y="921682"/>
                  </a:lnTo>
                  <a:lnTo>
                    <a:pt x="4375025" y="914438"/>
                  </a:lnTo>
                  <a:lnTo>
                    <a:pt x="4375212" y="906558"/>
                  </a:lnTo>
                  <a:lnTo>
                    <a:pt x="4375399" y="900584"/>
                  </a:lnTo>
                  <a:lnTo>
                    <a:pt x="4375586" y="894552"/>
                  </a:lnTo>
                  <a:lnTo>
                    <a:pt x="4375772" y="890868"/>
                  </a:lnTo>
                  <a:lnTo>
                    <a:pt x="4375959" y="887763"/>
                  </a:lnTo>
                  <a:lnTo>
                    <a:pt x="4376146" y="885233"/>
                  </a:lnTo>
                  <a:lnTo>
                    <a:pt x="4376333" y="883223"/>
                  </a:lnTo>
                  <a:lnTo>
                    <a:pt x="4376520" y="879757"/>
                  </a:lnTo>
                  <a:lnTo>
                    <a:pt x="4376707" y="876464"/>
                  </a:lnTo>
                  <a:lnTo>
                    <a:pt x="4376894" y="874241"/>
                  </a:lnTo>
                  <a:lnTo>
                    <a:pt x="4377081" y="871541"/>
                  </a:lnTo>
                  <a:lnTo>
                    <a:pt x="4377268" y="868569"/>
                  </a:lnTo>
                  <a:lnTo>
                    <a:pt x="4377455" y="863670"/>
                  </a:lnTo>
                  <a:lnTo>
                    <a:pt x="4377642" y="858524"/>
                  </a:lnTo>
                  <a:lnTo>
                    <a:pt x="4377829" y="852971"/>
                  </a:lnTo>
                  <a:lnTo>
                    <a:pt x="4378016" y="847215"/>
                  </a:lnTo>
                  <a:lnTo>
                    <a:pt x="4378202" y="841821"/>
                  </a:lnTo>
                  <a:lnTo>
                    <a:pt x="4378389" y="834654"/>
                  </a:lnTo>
                  <a:lnTo>
                    <a:pt x="4378576" y="824211"/>
                  </a:lnTo>
                  <a:lnTo>
                    <a:pt x="4378763" y="814798"/>
                  </a:lnTo>
                  <a:lnTo>
                    <a:pt x="4378950" y="806356"/>
                  </a:lnTo>
                  <a:lnTo>
                    <a:pt x="4379137" y="799225"/>
                  </a:lnTo>
                  <a:lnTo>
                    <a:pt x="4379324" y="792379"/>
                  </a:lnTo>
                  <a:lnTo>
                    <a:pt x="4379511" y="786137"/>
                  </a:lnTo>
                  <a:lnTo>
                    <a:pt x="4379698" y="779978"/>
                  </a:lnTo>
                  <a:lnTo>
                    <a:pt x="4379885" y="773801"/>
                  </a:lnTo>
                  <a:lnTo>
                    <a:pt x="4380072" y="768034"/>
                  </a:lnTo>
                  <a:lnTo>
                    <a:pt x="4380259" y="763330"/>
                  </a:lnTo>
                  <a:lnTo>
                    <a:pt x="4380445" y="758776"/>
                  </a:lnTo>
                  <a:lnTo>
                    <a:pt x="4380632" y="754163"/>
                  </a:lnTo>
                  <a:lnTo>
                    <a:pt x="4380819" y="749842"/>
                  </a:lnTo>
                  <a:lnTo>
                    <a:pt x="4381006" y="745369"/>
                  </a:lnTo>
                  <a:lnTo>
                    <a:pt x="4381193" y="741592"/>
                  </a:lnTo>
                  <a:lnTo>
                    <a:pt x="4381380" y="738006"/>
                  </a:lnTo>
                  <a:lnTo>
                    <a:pt x="4381567" y="734809"/>
                  </a:lnTo>
                  <a:lnTo>
                    <a:pt x="4381754" y="731925"/>
                  </a:lnTo>
                  <a:lnTo>
                    <a:pt x="4381941" y="729534"/>
                  </a:lnTo>
                  <a:lnTo>
                    <a:pt x="4382128" y="726510"/>
                  </a:lnTo>
                  <a:lnTo>
                    <a:pt x="4382315" y="724375"/>
                  </a:lnTo>
                  <a:lnTo>
                    <a:pt x="4382502" y="723512"/>
                  </a:lnTo>
                  <a:lnTo>
                    <a:pt x="4382689" y="721955"/>
                  </a:lnTo>
                  <a:lnTo>
                    <a:pt x="4382875" y="720261"/>
                  </a:lnTo>
                  <a:lnTo>
                    <a:pt x="4383062" y="720121"/>
                  </a:lnTo>
                  <a:lnTo>
                    <a:pt x="4383249" y="719998"/>
                  </a:lnTo>
                  <a:lnTo>
                    <a:pt x="4383436" y="721300"/>
                  </a:lnTo>
                  <a:lnTo>
                    <a:pt x="4383623" y="722430"/>
                  </a:lnTo>
                  <a:lnTo>
                    <a:pt x="4383810" y="723832"/>
                  </a:lnTo>
                  <a:lnTo>
                    <a:pt x="4383997" y="724781"/>
                  </a:lnTo>
                  <a:lnTo>
                    <a:pt x="4384184" y="725751"/>
                  </a:lnTo>
                  <a:lnTo>
                    <a:pt x="4384371" y="726929"/>
                  </a:lnTo>
                  <a:lnTo>
                    <a:pt x="4384558" y="727584"/>
                  </a:lnTo>
                  <a:lnTo>
                    <a:pt x="4384745" y="728511"/>
                  </a:lnTo>
                  <a:lnTo>
                    <a:pt x="4384932" y="729255"/>
                  </a:lnTo>
                  <a:lnTo>
                    <a:pt x="4385118" y="729475"/>
                  </a:lnTo>
                  <a:lnTo>
                    <a:pt x="4385305" y="729505"/>
                  </a:lnTo>
                  <a:lnTo>
                    <a:pt x="4385492" y="729091"/>
                  </a:lnTo>
                  <a:lnTo>
                    <a:pt x="4385679" y="728053"/>
                  </a:lnTo>
                  <a:lnTo>
                    <a:pt x="4385866" y="727308"/>
                  </a:lnTo>
                  <a:lnTo>
                    <a:pt x="4386053" y="725263"/>
                  </a:lnTo>
                  <a:lnTo>
                    <a:pt x="4386240" y="720302"/>
                  </a:lnTo>
                  <a:lnTo>
                    <a:pt x="4386427" y="715245"/>
                  </a:lnTo>
                  <a:lnTo>
                    <a:pt x="4386614" y="706348"/>
                  </a:lnTo>
                  <a:lnTo>
                    <a:pt x="4386801" y="697022"/>
                  </a:lnTo>
                  <a:lnTo>
                    <a:pt x="4386988" y="687315"/>
                  </a:lnTo>
                  <a:lnTo>
                    <a:pt x="4387175" y="676481"/>
                  </a:lnTo>
                  <a:lnTo>
                    <a:pt x="4387362" y="665682"/>
                  </a:lnTo>
                  <a:lnTo>
                    <a:pt x="4387548" y="655147"/>
                  </a:lnTo>
                  <a:lnTo>
                    <a:pt x="4387735" y="643758"/>
                  </a:lnTo>
                  <a:lnTo>
                    <a:pt x="4387922" y="632759"/>
                  </a:lnTo>
                  <a:lnTo>
                    <a:pt x="4388109" y="621214"/>
                  </a:lnTo>
                  <a:lnTo>
                    <a:pt x="4388296" y="609975"/>
                  </a:lnTo>
                  <a:lnTo>
                    <a:pt x="4388483" y="598518"/>
                  </a:lnTo>
                  <a:lnTo>
                    <a:pt x="4388670" y="586558"/>
                  </a:lnTo>
                  <a:lnTo>
                    <a:pt x="4388857" y="574737"/>
                  </a:lnTo>
                  <a:lnTo>
                    <a:pt x="4389044" y="563248"/>
                  </a:lnTo>
                  <a:lnTo>
                    <a:pt x="4389231" y="555292"/>
                  </a:lnTo>
                  <a:lnTo>
                    <a:pt x="4389418" y="547616"/>
                  </a:lnTo>
                  <a:lnTo>
                    <a:pt x="4389605" y="541911"/>
                  </a:lnTo>
                  <a:lnTo>
                    <a:pt x="4389792" y="535770"/>
                  </a:lnTo>
                  <a:lnTo>
                    <a:pt x="4389978" y="529080"/>
                  </a:lnTo>
                  <a:lnTo>
                    <a:pt x="4390165" y="522357"/>
                  </a:lnTo>
                  <a:lnTo>
                    <a:pt x="4390352" y="514917"/>
                  </a:lnTo>
                  <a:lnTo>
                    <a:pt x="4390539" y="506948"/>
                  </a:lnTo>
                  <a:lnTo>
                    <a:pt x="4390726" y="498222"/>
                  </a:lnTo>
                  <a:lnTo>
                    <a:pt x="4390913" y="492144"/>
                  </a:lnTo>
                  <a:lnTo>
                    <a:pt x="4391100" y="486310"/>
                  </a:lnTo>
                  <a:lnTo>
                    <a:pt x="4391287" y="480640"/>
                  </a:lnTo>
                  <a:lnTo>
                    <a:pt x="4391474" y="475160"/>
                  </a:lnTo>
                  <a:lnTo>
                    <a:pt x="4391661" y="469285"/>
                  </a:lnTo>
                  <a:lnTo>
                    <a:pt x="4391848" y="463323"/>
                  </a:lnTo>
                  <a:lnTo>
                    <a:pt x="4392035" y="457971"/>
                  </a:lnTo>
                  <a:lnTo>
                    <a:pt x="4392221" y="450624"/>
                  </a:lnTo>
                  <a:lnTo>
                    <a:pt x="4392408" y="443712"/>
                  </a:lnTo>
                  <a:lnTo>
                    <a:pt x="4392595" y="433458"/>
                  </a:lnTo>
                  <a:lnTo>
                    <a:pt x="4392782" y="422805"/>
                  </a:lnTo>
                  <a:lnTo>
                    <a:pt x="4392969" y="412305"/>
                  </a:lnTo>
                  <a:lnTo>
                    <a:pt x="4393156" y="402381"/>
                  </a:lnTo>
                  <a:lnTo>
                    <a:pt x="4393343" y="394293"/>
                  </a:lnTo>
                  <a:lnTo>
                    <a:pt x="4393530" y="387556"/>
                  </a:lnTo>
                  <a:lnTo>
                    <a:pt x="4393717" y="381608"/>
                  </a:lnTo>
                  <a:lnTo>
                    <a:pt x="4393904" y="377484"/>
                  </a:lnTo>
                  <a:lnTo>
                    <a:pt x="4394091" y="368622"/>
                  </a:lnTo>
                  <a:lnTo>
                    <a:pt x="4394278" y="358772"/>
                  </a:lnTo>
                  <a:lnTo>
                    <a:pt x="4394465" y="350162"/>
                  </a:lnTo>
                  <a:lnTo>
                    <a:pt x="4394651" y="344409"/>
                  </a:lnTo>
                  <a:lnTo>
                    <a:pt x="4394838" y="337851"/>
                  </a:lnTo>
                  <a:lnTo>
                    <a:pt x="4395025" y="331559"/>
                  </a:lnTo>
                  <a:lnTo>
                    <a:pt x="4395212" y="328787"/>
                  </a:lnTo>
                  <a:lnTo>
                    <a:pt x="4395399" y="326864"/>
                  </a:lnTo>
                  <a:lnTo>
                    <a:pt x="4395586" y="325989"/>
                  </a:lnTo>
                  <a:lnTo>
                    <a:pt x="4395773" y="322689"/>
                  </a:lnTo>
                  <a:lnTo>
                    <a:pt x="4395960" y="317705"/>
                  </a:lnTo>
                  <a:lnTo>
                    <a:pt x="4396147" y="311120"/>
                  </a:lnTo>
                  <a:lnTo>
                    <a:pt x="4396334" y="303627"/>
                  </a:lnTo>
                  <a:lnTo>
                    <a:pt x="4396521" y="294847"/>
                  </a:lnTo>
                  <a:lnTo>
                    <a:pt x="4396708" y="285060"/>
                  </a:lnTo>
                  <a:lnTo>
                    <a:pt x="4396895" y="275010"/>
                  </a:lnTo>
                  <a:lnTo>
                    <a:pt x="4397081" y="268786"/>
                  </a:lnTo>
                  <a:lnTo>
                    <a:pt x="4397268" y="263494"/>
                  </a:lnTo>
                  <a:lnTo>
                    <a:pt x="4397455" y="258286"/>
                  </a:lnTo>
                  <a:lnTo>
                    <a:pt x="4397642" y="252749"/>
                  </a:lnTo>
                  <a:lnTo>
                    <a:pt x="4397829" y="248343"/>
                  </a:lnTo>
                  <a:lnTo>
                    <a:pt x="4398016" y="245589"/>
                  </a:lnTo>
                  <a:lnTo>
                    <a:pt x="4398203" y="243705"/>
                  </a:lnTo>
                  <a:lnTo>
                    <a:pt x="4398390" y="243235"/>
                  </a:lnTo>
                  <a:lnTo>
                    <a:pt x="4398577" y="243947"/>
                  </a:lnTo>
                  <a:lnTo>
                    <a:pt x="4398764" y="245133"/>
                  </a:lnTo>
                  <a:lnTo>
                    <a:pt x="4398951" y="246744"/>
                  </a:lnTo>
                  <a:lnTo>
                    <a:pt x="4399138" y="248209"/>
                  </a:lnTo>
                  <a:lnTo>
                    <a:pt x="4399324" y="249811"/>
                  </a:lnTo>
                  <a:lnTo>
                    <a:pt x="4399511" y="251999"/>
                  </a:lnTo>
                  <a:lnTo>
                    <a:pt x="4399698" y="255146"/>
                  </a:lnTo>
                  <a:lnTo>
                    <a:pt x="4399885" y="259924"/>
                  </a:lnTo>
                  <a:lnTo>
                    <a:pt x="4400072" y="265380"/>
                  </a:lnTo>
                  <a:lnTo>
                    <a:pt x="4400259" y="271785"/>
                  </a:lnTo>
                  <a:lnTo>
                    <a:pt x="4400446" y="277611"/>
                  </a:lnTo>
                  <a:lnTo>
                    <a:pt x="4400633" y="284245"/>
                  </a:lnTo>
                  <a:lnTo>
                    <a:pt x="4400820" y="290756"/>
                  </a:lnTo>
                  <a:lnTo>
                    <a:pt x="4401007" y="297679"/>
                  </a:lnTo>
                  <a:lnTo>
                    <a:pt x="4401194" y="305081"/>
                  </a:lnTo>
                  <a:lnTo>
                    <a:pt x="4401381" y="309656"/>
                  </a:lnTo>
                  <a:lnTo>
                    <a:pt x="4401568" y="315713"/>
                  </a:lnTo>
                  <a:lnTo>
                    <a:pt x="4401754" y="322960"/>
                  </a:lnTo>
                  <a:lnTo>
                    <a:pt x="4401941" y="329052"/>
                  </a:lnTo>
                  <a:lnTo>
                    <a:pt x="4402128" y="336676"/>
                  </a:lnTo>
                  <a:lnTo>
                    <a:pt x="4402315" y="343175"/>
                  </a:lnTo>
                  <a:lnTo>
                    <a:pt x="4402502" y="350517"/>
                  </a:lnTo>
                  <a:lnTo>
                    <a:pt x="4402689" y="358318"/>
                  </a:lnTo>
                  <a:lnTo>
                    <a:pt x="4402876" y="366225"/>
                  </a:lnTo>
                  <a:lnTo>
                    <a:pt x="4403063" y="374229"/>
                  </a:lnTo>
                  <a:lnTo>
                    <a:pt x="4403250" y="382910"/>
                  </a:lnTo>
                  <a:lnTo>
                    <a:pt x="4403437" y="390910"/>
                  </a:lnTo>
                  <a:lnTo>
                    <a:pt x="4403624" y="398417"/>
                  </a:lnTo>
                  <a:lnTo>
                    <a:pt x="4403811" y="405206"/>
                  </a:lnTo>
                  <a:lnTo>
                    <a:pt x="4403997" y="410886"/>
                  </a:lnTo>
                  <a:lnTo>
                    <a:pt x="4404184" y="416945"/>
                  </a:lnTo>
                  <a:lnTo>
                    <a:pt x="4404371" y="422622"/>
                  </a:lnTo>
                  <a:lnTo>
                    <a:pt x="4404558" y="428230"/>
                  </a:lnTo>
                  <a:lnTo>
                    <a:pt x="4404745" y="434521"/>
                  </a:lnTo>
                  <a:lnTo>
                    <a:pt x="4404932" y="440543"/>
                  </a:lnTo>
                  <a:lnTo>
                    <a:pt x="4405119" y="446735"/>
                  </a:lnTo>
                  <a:lnTo>
                    <a:pt x="4405306" y="452536"/>
                  </a:lnTo>
                  <a:lnTo>
                    <a:pt x="4405493" y="457349"/>
                  </a:lnTo>
                  <a:lnTo>
                    <a:pt x="4405680" y="462028"/>
                  </a:lnTo>
                  <a:lnTo>
                    <a:pt x="4405867" y="466657"/>
                  </a:lnTo>
                  <a:lnTo>
                    <a:pt x="4406054" y="470372"/>
                  </a:lnTo>
                  <a:lnTo>
                    <a:pt x="4406241" y="473392"/>
                  </a:lnTo>
                  <a:lnTo>
                    <a:pt x="4406427" y="476920"/>
                  </a:lnTo>
                  <a:lnTo>
                    <a:pt x="4406614" y="479854"/>
                  </a:lnTo>
                  <a:lnTo>
                    <a:pt x="4406801" y="484194"/>
                  </a:lnTo>
                  <a:lnTo>
                    <a:pt x="4406988" y="488328"/>
                  </a:lnTo>
                  <a:lnTo>
                    <a:pt x="4407175" y="492411"/>
                  </a:lnTo>
                  <a:lnTo>
                    <a:pt x="4407362" y="496616"/>
                  </a:lnTo>
                  <a:lnTo>
                    <a:pt x="4407549" y="500222"/>
                  </a:lnTo>
                  <a:lnTo>
                    <a:pt x="4407736" y="504535"/>
                  </a:lnTo>
                  <a:lnTo>
                    <a:pt x="4407923" y="509595"/>
                  </a:lnTo>
                  <a:lnTo>
                    <a:pt x="4408110" y="513001"/>
                  </a:lnTo>
                  <a:lnTo>
                    <a:pt x="4408297" y="517144"/>
                  </a:lnTo>
                  <a:lnTo>
                    <a:pt x="4408484" y="524076"/>
                  </a:lnTo>
                  <a:lnTo>
                    <a:pt x="4408671" y="531069"/>
                  </a:lnTo>
                  <a:lnTo>
                    <a:pt x="4408857" y="539001"/>
                  </a:lnTo>
                  <a:lnTo>
                    <a:pt x="4409044" y="550487"/>
                  </a:lnTo>
                  <a:lnTo>
                    <a:pt x="4409231" y="562097"/>
                  </a:lnTo>
                  <a:lnTo>
                    <a:pt x="4409418" y="573634"/>
                  </a:lnTo>
                  <a:lnTo>
                    <a:pt x="4409605" y="584262"/>
                  </a:lnTo>
                  <a:lnTo>
                    <a:pt x="4409792" y="594247"/>
                  </a:lnTo>
                  <a:lnTo>
                    <a:pt x="4409979" y="603159"/>
                  </a:lnTo>
                  <a:lnTo>
                    <a:pt x="4410166" y="611369"/>
                  </a:lnTo>
                  <a:lnTo>
                    <a:pt x="4410353" y="619093"/>
                  </a:lnTo>
                  <a:lnTo>
                    <a:pt x="4410540" y="625670"/>
                  </a:lnTo>
                  <a:lnTo>
                    <a:pt x="4410727" y="632321"/>
                  </a:lnTo>
                  <a:lnTo>
                    <a:pt x="4410914" y="638939"/>
                  </a:lnTo>
                  <a:lnTo>
                    <a:pt x="4411100" y="645309"/>
                  </a:lnTo>
                  <a:lnTo>
                    <a:pt x="4411287" y="652653"/>
                  </a:lnTo>
                  <a:lnTo>
                    <a:pt x="4411474" y="658159"/>
                  </a:lnTo>
                  <a:lnTo>
                    <a:pt x="4411661" y="663416"/>
                  </a:lnTo>
                  <a:lnTo>
                    <a:pt x="4411848" y="669092"/>
                  </a:lnTo>
                  <a:lnTo>
                    <a:pt x="4412035" y="674746"/>
                  </a:lnTo>
                  <a:lnTo>
                    <a:pt x="4412222" y="679947"/>
                  </a:lnTo>
                  <a:lnTo>
                    <a:pt x="4412409" y="684859"/>
                  </a:lnTo>
                  <a:lnTo>
                    <a:pt x="4412596" y="690699"/>
                  </a:lnTo>
                  <a:lnTo>
                    <a:pt x="4412783" y="694625"/>
                  </a:lnTo>
                  <a:lnTo>
                    <a:pt x="4412970" y="698745"/>
                  </a:lnTo>
                  <a:lnTo>
                    <a:pt x="4413157" y="701331"/>
                  </a:lnTo>
                  <a:lnTo>
                    <a:pt x="4413344" y="704237"/>
                  </a:lnTo>
                  <a:lnTo>
                    <a:pt x="4413530" y="706108"/>
                  </a:lnTo>
                  <a:lnTo>
                    <a:pt x="4413717" y="707849"/>
                  </a:lnTo>
                  <a:lnTo>
                    <a:pt x="4413904" y="708678"/>
                  </a:lnTo>
                  <a:lnTo>
                    <a:pt x="4414091" y="708769"/>
                  </a:lnTo>
                  <a:lnTo>
                    <a:pt x="4414278" y="707334"/>
                  </a:lnTo>
                  <a:lnTo>
                    <a:pt x="4414465" y="705617"/>
                  </a:lnTo>
                  <a:lnTo>
                    <a:pt x="4414652" y="703424"/>
                  </a:lnTo>
                  <a:lnTo>
                    <a:pt x="4414839" y="702542"/>
                  </a:lnTo>
                  <a:lnTo>
                    <a:pt x="4415026" y="701471"/>
                  </a:lnTo>
                  <a:lnTo>
                    <a:pt x="4415213" y="700875"/>
                  </a:lnTo>
                  <a:lnTo>
                    <a:pt x="4415400" y="699454"/>
                  </a:lnTo>
                  <a:lnTo>
                    <a:pt x="4415587" y="696560"/>
                  </a:lnTo>
                  <a:lnTo>
                    <a:pt x="4415773" y="695092"/>
                  </a:lnTo>
                  <a:lnTo>
                    <a:pt x="4415960" y="696379"/>
                  </a:lnTo>
                  <a:lnTo>
                    <a:pt x="4416147" y="695538"/>
                  </a:lnTo>
                  <a:lnTo>
                    <a:pt x="4416334" y="693722"/>
                  </a:lnTo>
                  <a:lnTo>
                    <a:pt x="4416521" y="690405"/>
                  </a:lnTo>
                  <a:lnTo>
                    <a:pt x="4416708" y="687360"/>
                  </a:lnTo>
                  <a:lnTo>
                    <a:pt x="4416895" y="684158"/>
                  </a:lnTo>
                  <a:lnTo>
                    <a:pt x="4417082" y="681303"/>
                  </a:lnTo>
                  <a:lnTo>
                    <a:pt x="4417269" y="678093"/>
                  </a:lnTo>
                  <a:lnTo>
                    <a:pt x="4417456" y="673728"/>
                  </a:lnTo>
                  <a:lnTo>
                    <a:pt x="4417643" y="668142"/>
                  </a:lnTo>
                  <a:lnTo>
                    <a:pt x="4417830" y="662646"/>
                  </a:lnTo>
                  <a:lnTo>
                    <a:pt x="4418017" y="656581"/>
                  </a:lnTo>
                  <a:lnTo>
                    <a:pt x="4418203" y="650722"/>
                  </a:lnTo>
                  <a:lnTo>
                    <a:pt x="4418390" y="646051"/>
                  </a:lnTo>
                  <a:lnTo>
                    <a:pt x="4418577" y="641241"/>
                  </a:lnTo>
                  <a:lnTo>
                    <a:pt x="4418764" y="636661"/>
                  </a:lnTo>
                  <a:lnTo>
                    <a:pt x="4418951" y="633154"/>
                  </a:lnTo>
                  <a:lnTo>
                    <a:pt x="4419138" y="630728"/>
                  </a:lnTo>
                  <a:lnTo>
                    <a:pt x="4419325" y="628904"/>
                  </a:lnTo>
                  <a:lnTo>
                    <a:pt x="4419512" y="627023"/>
                  </a:lnTo>
                  <a:lnTo>
                    <a:pt x="4419699" y="624069"/>
                  </a:lnTo>
                  <a:lnTo>
                    <a:pt x="4419886" y="620892"/>
                  </a:lnTo>
                  <a:lnTo>
                    <a:pt x="4420073" y="618284"/>
                  </a:lnTo>
                  <a:lnTo>
                    <a:pt x="4420260" y="616749"/>
                  </a:lnTo>
                  <a:lnTo>
                    <a:pt x="4420447" y="613697"/>
                  </a:lnTo>
                  <a:lnTo>
                    <a:pt x="4420633" y="610568"/>
                  </a:lnTo>
                  <a:lnTo>
                    <a:pt x="4420820" y="606922"/>
                  </a:lnTo>
                  <a:lnTo>
                    <a:pt x="4421007" y="603669"/>
                  </a:lnTo>
                  <a:lnTo>
                    <a:pt x="4421194" y="600640"/>
                  </a:lnTo>
                  <a:lnTo>
                    <a:pt x="4421381" y="598915"/>
                  </a:lnTo>
                  <a:lnTo>
                    <a:pt x="4421568" y="597747"/>
                  </a:lnTo>
                  <a:lnTo>
                    <a:pt x="4421755" y="597006"/>
                  </a:lnTo>
                  <a:lnTo>
                    <a:pt x="4421942" y="595859"/>
                  </a:lnTo>
                  <a:lnTo>
                    <a:pt x="4422129" y="594568"/>
                  </a:lnTo>
                  <a:lnTo>
                    <a:pt x="4422316" y="592976"/>
                  </a:lnTo>
                  <a:lnTo>
                    <a:pt x="4422503" y="591950"/>
                  </a:lnTo>
                  <a:lnTo>
                    <a:pt x="4422690" y="590985"/>
                  </a:lnTo>
                  <a:lnTo>
                    <a:pt x="4422876" y="590541"/>
                  </a:lnTo>
                  <a:lnTo>
                    <a:pt x="4423063" y="590905"/>
                  </a:lnTo>
                  <a:lnTo>
                    <a:pt x="4423250" y="591813"/>
                  </a:lnTo>
                  <a:lnTo>
                    <a:pt x="4423437" y="594021"/>
                  </a:lnTo>
                  <a:lnTo>
                    <a:pt x="4423624" y="599102"/>
                  </a:lnTo>
                  <a:lnTo>
                    <a:pt x="4423811" y="604398"/>
                  </a:lnTo>
                  <a:lnTo>
                    <a:pt x="4423998" y="613772"/>
                  </a:lnTo>
                  <a:lnTo>
                    <a:pt x="4424185" y="623287"/>
                  </a:lnTo>
                  <a:lnTo>
                    <a:pt x="4424372" y="633610"/>
                  </a:lnTo>
                  <a:lnTo>
                    <a:pt x="4424559" y="644758"/>
                  </a:lnTo>
                  <a:lnTo>
                    <a:pt x="4424746" y="656558"/>
                  </a:lnTo>
                  <a:lnTo>
                    <a:pt x="4424933" y="668457"/>
                  </a:lnTo>
                  <a:lnTo>
                    <a:pt x="4425120" y="682349"/>
                  </a:lnTo>
                  <a:lnTo>
                    <a:pt x="4425306" y="696861"/>
                  </a:lnTo>
                  <a:lnTo>
                    <a:pt x="4425493" y="712449"/>
                  </a:lnTo>
                  <a:lnTo>
                    <a:pt x="4425680" y="728188"/>
                  </a:lnTo>
                  <a:lnTo>
                    <a:pt x="4425867" y="744029"/>
                  </a:lnTo>
                  <a:lnTo>
                    <a:pt x="4426054" y="760268"/>
                  </a:lnTo>
                  <a:lnTo>
                    <a:pt x="4426241" y="775863"/>
                  </a:lnTo>
                  <a:lnTo>
                    <a:pt x="4426428" y="790531"/>
                  </a:lnTo>
                  <a:lnTo>
                    <a:pt x="4426615" y="800944"/>
                  </a:lnTo>
                  <a:lnTo>
                    <a:pt x="4426802" y="810357"/>
                  </a:lnTo>
                  <a:lnTo>
                    <a:pt x="4426989" y="817058"/>
                  </a:lnTo>
                  <a:lnTo>
                    <a:pt x="4427176" y="823990"/>
                  </a:lnTo>
                  <a:lnTo>
                    <a:pt x="4427363" y="830887"/>
                  </a:lnTo>
                  <a:lnTo>
                    <a:pt x="4427550" y="838403"/>
                  </a:lnTo>
                  <a:lnTo>
                    <a:pt x="4427736" y="847433"/>
                  </a:lnTo>
                  <a:lnTo>
                    <a:pt x="4427923" y="857294"/>
                  </a:lnTo>
                  <a:lnTo>
                    <a:pt x="4428110" y="867670"/>
                  </a:lnTo>
                  <a:lnTo>
                    <a:pt x="4428297" y="875246"/>
                  </a:lnTo>
                  <a:lnTo>
                    <a:pt x="4428484" y="882404"/>
                  </a:lnTo>
                  <a:lnTo>
                    <a:pt x="4428671" y="889454"/>
                  </a:lnTo>
                  <a:lnTo>
                    <a:pt x="4428858" y="896217"/>
                  </a:lnTo>
                  <a:lnTo>
                    <a:pt x="4429045" y="903459"/>
                  </a:lnTo>
                  <a:lnTo>
                    <a:pt x="4429232" y="910966"/>
                  </a:lnTo>
                  <a:lnTo>
                    <a:pt x="4429419" y="917742"/>
                  </a:lnTo>
                  <a:lnTo>
                    <a:pt x="4429606" y="926487"/>
                  </a:lnTo>
                  <a:lnTo>
                    <a:pt x="4429793" y="934517"/>
                  </a:lnTo>
                  <a:lnTo>
                    <a:pt x="4429979" y="945801"/>
                  </a:lnTo>
                  <a:lnTo>
                    <a:pt x="4430166" y="957539"/>
                  </a:lnTo>
                  <a:lnTo>
                    <a:pt x="4430353" y="969081"/>
                  </a:lnTo>
                  <a:lnTo>
                    <a:pt x="4430540" y="980851"/>
                  </a:lnTo>
                  <a:lnTo>
                    <a:pt x="4430727" y="991046"/>
                  </a:lnTo>
                  <a:lnTo>
                    <a:pt x="4430914" y="1000628"/>
                  </a:lnTo>
                  <a:lnTo>
                    <a:pt x="4431101" y="1009375"/>
                  </a:lnTo>
                  <a:lnTo>
                    <a:pt x="4431288" y="1018403"/>
                  </a:lnTo>
                  <a:lnTo>
                    <a:pt x="4431475" y="1031936"/>
                  </a:lnTo>
                  <a:lnTo>
                    <a:pt x="4431662" y="1045213"/>
                  </a:lnTo>
                  <a:lnTo>
                    <a:pt x="4431849" y="1058003"/>
                  </a:lnTo>
                  <a:lnTo>
                    <a:pt x="4432036" y="1070637"/>
                  </a:lnTo>
                  <a:lnTo>
                    <a:pt x="4432223" y="1084583"/>
                  </a:lnTo>
                  <a:lnTo>
                    <a:pt x="4432409" y="1099188"/>
                  </a:lnTo>
                  <a:lnTo>
                    <a:pt x="4432596" y="1114751"/>
                  </a:lnTo>
                  <a:lnTo>
                    <a:pt x="4432783" y="1129274"/>
                  </a:lnTo>
                  <a:lnTo>
                    <a:pt x="4432970" y="1142281"/>
                  </a:lnTo>
                  <a:lnTo>
                    <a:pt x="4433157" y="1155357"/>
                  </a:lnTo>
                  <a:lnTo>
                    <a:pt x="4433344" y="1167917"/>
                  </a:lnTo>
                  <a:lnTo>
                    <a:pt x="4433531" y="1179571"/>
                  </a:lnTo>
                  <a:lnTo>
                    <a:pt x="4433718" y="1190451"/>
                  </a:lnTo>
                  <a:lnTo>
                    <a:pt x="4433905" y="1201703"/>
                  </a:lnTo>
                  <a:lnTo>
                    <a:pt x="4434092" y="1213213"/>
                  </a:lnTo>
                  <a:lnTo>
                    <a:pt x="4434279" y="1224521"/>
                  </a:lnTo>
                  <a:lnTo>
                    <a:pt x="4434466" y="1231448"/>
                  </a:lnTo>
                  <a:lnTo>
                    <a:pt x="4434652" y="1236908"/>
                  </a:lnTo>
                  <a:lnTo>
                    <a:pt x="4434839" y="1241541"/>
                  </a:lnTo>
                  <a:lnTo>
                    <a:pt x="4435026" y="1245467"/>
                  </a:lnTo>
                  <a:lnTo>
                    <a:pt x="4435213" y="1249170"/>
                  </a:lnTo>
                  <a:lnTo>
                    <a:pt x="4435400" y="1252406"/>
                  </a:lnTo>
                  <a:lnTo>
                    <a:pt x="4435587" y="1255025"/>
                  </a:lnTo>
                  <a:lnTo>
                    <a:pt x="4435774" y="1254712"/>
                  </a:lnTo>
                  <a:lnTo>
                    <a:pt x="4435961" y="1254321"/>
                  </a:lnTo>
                  <a:lnTo>
                    <a:pt x="4436148" y="1254184"/>
                  </a:lnTo>
                  <a:lnTo>
                    <a:pt x="4436335" y="1254676"/>
                  </a:lnTo>
                  <a:lnTo>
                    <a:pt x="4436522" y="1256471"/>
                  </a:lnTo>
                  <a:lnTo>
                    <a:pt x="4436709" y="1258516"/>
                  </a:lnTo>
                  <a:lnTo>
                    <a:pt x="4436896" y="1260718"/>
                  </a:lnTo>
                  <a:lnTo>
                    <a:pt x="4437082" y="1263611"/>
                  </a:lnTo>
                  <a:lnTo>
                    <a:pt x="4437269" y="1266466"/>
                  </a:lnTo>
                  <a:lnTo>
                    <a:pt x="4437456" y="1269502"/>
                  </a:lnTo>
                  <a:lnTo>
                    <a:pt x="4437643" y="1273073"/>
                  </a:lnTo>
                  <a:lnTo>
                    <a:pt x="4437830" y="1278461"/>
                  </a:lnTo>
                  <a:lnTo>
                    <a:pt x="4438017" y="1282331"/>
                  </a:lnTo>
                  <a:lnTo>
                    <a:pt x="4438204" y="1285789"/>
                  </a:lnTo>
                  <a:lnTo>
                    <a:pt x="4438391" y="1288504"/>
                  </a:lnTo>
                  <a:lnTo>
                    <a:pt x="4438578" y="1290476"/>
                  </a:lnTo>
                  <a:lnTo>
                    <a:pt x="4438765" y="1291491"/>
                  </a:lnTo>
                  <a:lnTo>
                    <a:pt x="4438952" y="1290856"/>
                  </a:lnTo>
                  <a:lnTo>
                    <a:pt x="4439139" y="1289205"/>
                  </a:lnTo>
                  <a:lnTo>
                    <a:pt x="4439326" y="1286127"/>
                  </a:lnTo>
                  <a:lnTo>
                    <a:pt x="4439512" y="1282051"/>
                  </a:lnTo>
                  <a:lnTo>
                    <a:pt x="4439699" y="1277149"/>
                  </a:lnTo>
                  <a:lnTo>
                    <a:pt x="4439886" y="1270721"/>
                  </a:lnTo>
                  <a:lnTo>
                    <a:pt x="4440073" y="1263179"/>
                  </a:lnTo>
                  <a:lnTo>
                    <a:pt x="4440260" y="1254845"/>
                  </a:lnTo>
                  <a:lnTo>
                    <a:pt x="4440447" y="1245297"/>
                  </a:lnTo>
                  <a:lnTo>
                    <a:pt x="4440634" y="1234991"/>
                  </a:lnTo>
                  <a:lnTo>
                    <a:pt x="4440821" y="1224222"/>
                  </a:lnTo>
                  <a:lnTo>
                    <a:pt x="4441008" y="1213354"/>
                  </a:lnTo>
                  <a:lnTo>
                    <a:pt x="4441195" y="1203015"/>
                  </a:lnTo>
                  <a:lnTo>
                    <a:pt x="4441382" y="1193418"/>
                  </a:lnTo>
                  <a:lnTo>
                    <a:pt x="4441569" y="1183141"/>
                  </a:lnTo>
                  <a:lnTo>
                    <a:pt x="4441755" y="1173345"/>
                  </a:lnTo>
                  <a:lnTo>
                    <a:pt x="4441942" y="1162986"/>
                  </a:lnTo>
                  <a:lnTo>
                    <a:pt x="4442129" y="1152130"/>
                  </a:lnTo>
                  <a:lnTo>
                    <a:pt x="4442316" y="1141229"/>
                  </a:lnTo>
                  <a:lnTo>
                    <a:pt x="4442503" y="1130372"/>
                  </a:lnTo>
                  <a:lnTo>
                    <a:pt x="4442690" y="1119812"/>
                  </a:lnTo>
                  <a:lnTo>
                    <a:pt x="4442877" y="1110596"/>
                  </a:lnTo>
                  <a:lnTo>
                    <a:pt x="4443064" y="1102386"/>
                  </a:lnTo>
                  <a:lnTo>
                    <a:pt x="4443251" y="1095125"/>
                  </a:lnTo>
                  <a:lnTo>
                    <a:pt x="4443438" y="1089100"/>
                  </a:lnTo>
                  <a:lnTo>
                    <a:pt x="4443625" y="1084294"/>
                  </a:lnTo>
                  <a:lnTo>
                    <a:pt x="4443812" y="1079885"/>
                  </a:lnTo>
                  <a:lnTo>
                    <a:pt x="4443999" y="1075795"/>
                  </a:lnTo>
                  <a:lnTo>
                    <a:pt x="4444185" y="1071894"/>
                  </a:lnTo>
                  <a:lnTo>
                    <a:pt x="4444372" y="1068493"/>
                  </a:lnTo>
                  <a:lnTo>
                    <a:pt x="4444559" y="1065791"/>
                  </a:lnTo>
                  <a:lnTo>
                    <a:pt x="4444746" y="1063728"/>
                  </a:lnTo>
                  <a:lnTo>
                    <a:pt x="4444933" y="1062562"/>
                  </a:lnTo>
                  <a:lnTo>
                    <a:pt x="4445120" y="1060901"/>
                  </a:lnTo>
                  <a:lnTo>
                    <a:pt x="4445307" y="1059454"/>
                  </a:lnTo>
                  <a:lnTo>
                    <a:pt x="4445494" y="1060280"/>
                  </a:lnTo>
                  <a:lnTo>
                    <a:pt x="4445681" y="1060940"/>
                  </a:lnTo>
                  <a:lnTo>
                    <a:pt x="4445868" y="1061484"/>
                  </a:lnTo>
                  <a:lnTo>
                    <a:pt x="4446055" y="1061988"/>
                  </a:lnTo>
                  <a:lnTo>
                    <a:pt x="4446242" y="1062021"/>
                  </a:lnTo>
                  <a:lnTo>
                    <a:pt x="4446429" y="1061913"/>
                  </a:lnTo>
                  <a:lnTo>
                    <a:pt x="4446615" y="1061616"/>
                  </a:lnTo>
                  <a:lnTo>
                    <a:pt x="4446802" y="1061567"/>
                  </a:lnTo>
                  <a:lnTo>
                    <a:pt x="4446989" y="1062045"/>
                  </a:lnTo>
                  <a:lnTo>
                    <a:pt x="4447176" y="1062730"/>
                  </a:lnTo>
                  <a:lnTo>
                    <a:pt x="4447363" y="1063514"/>
                  </a:lnTo>
                  <a:lnTo>
                    <a:pt x="4447550" y="1064711"/>
                  </a:lnTo>
                  <a:lnTo>
                    <a:pt x="4447737" y="1065907"/>
                  </a:lnTo>
                  <a:lnTo>
                    <a:pt x="4447924" y="1067805"/>
                  </a:lnTo>
                  <a:lnTo>
                    <a:pt x="4448111" y="1070140"/>
                  </a:lnTo>
                  <a:lnTo>
                    <a:pt x="4448298" y="1072104"/>
                  </a:lnTo>
                  <a:lnTo>
                    <a:pt x="4448485" y="1074002"/>
                  </a:lnTo>
                  <a:lnTo>
                    <a:pt x="4448672" y="1075727"/>
                  </a:lnTo>
                  <a:lnTo>
                    <a:pt x="4448858" y="1077584"/>
                  </a:lnTo>
                  <a:lnTo>
                    <a:pt x="4449045" y="1079696"/>
                  </a:lnTo>
                  <a:lnTo>
                    <a:pt x="4449232" y="1082188"/>
                  </a:lnTo>
                  <a:lnTo>
                    <a:pt x="4449419" y="1085192"/>
                  </a:lnTo>
                  <a:lnTo>
                    <a:pt x="4449606" y="1088633"/>
                  </a:lnTo>
                  <a:lnTo>
                    <a:pt x="4449793" y="1092264"/>
                  </a:lnTo>
                  <a:lnTo>
                    <a:pt x="4449980" y="1095267"/>
                  </a:lnTo>
                  <a:lnTo>
                    <a:pt x="4450167" y="1098304"/>
                  </a:lnTo>
                  <a:lnTo>
                    <a:pt x="4450354" y="1101275"/>
                  </a:lnTo>
                  <a:lnTo>
                    <a:pt x="4450541" y="1103924"/>
                  </a:lnTo>
                  <a:lnTo>
                    <a:pt x="4450728" y="1106325"/>
                  </a:lnTo>
                  <a:lnTo>
                    <a:pt x="4450915" y="1109304"/>
                  </a:lnTo>
                  <a:lnTo>
                    <a:pt x="4451102" y="1112307"/>
                  </a:lnTo>
                  <a:lnTo>
                    <a:pt x="4451288" y="1115476"/>
                  </a:lnTo>
                  <a:lnTo>
                    <a:pt x="4451475" y="1117795"/>
                  </a:lnTo>
                  <a:lnTo>
                    <a:pt x="4451662" y="1119561"/>
                  </a:lnTo>
                  <a:lnTo>
                    <a:pt x="4451849" y="1120840"/>
                  </a:lnTo>
                  <a:lnTo>
                    <a:pt x="4452036" y="1122424"/>
                  </a:lnTo>
                  <a:lnTo>
                    <a:pt x="4452223" y="1124405"/>
                  </a:lnTo>
                  <a:lnTo>
                    <a:pt x="4452410" y="1126179"/>
                  </a:lnTo>
                  <a:lnTo>
                    <a:pt x="4452597" y="1126822"/>
                  </a:lnTo>
                  <a:lnTo>
                    <a:pt x="4452784" y="1127251"/>
                  </a:lnTo>
                  <a:lnTo>
                    <a:pt x="4452971" y="1127449"/>
                  </a:lnTo>
                  <a:lnTo>
                    <a:pt x="4453158" y="1126938"/>
                  </a:lnTo>
                  <a:lnTo>
                    <a:pt x="4453345" y="1126302"/>
                  </a:lnTo>
                  <a:lnTo>
                    <a:pt x="4453531" y="1125543"/>
                  </a:lnTo>
                  <a:lnTo>
                    <a:pt x="4453718" y="1124198"/>
                  </a:lnTo>
                  <a:lnTo>
                    <a:pt x="4453905" y="1122597"/>
                  </a:lnTo>
                  <a:lnTo>
                    <a:pt x="4454092" y="1119883"/>
                  </a:lnTo>
                  <a:lnTo>
                    <a:pt x="4454279" y="1116681"/>
                  </a:lnTo>
                  <a:lnTo>
                    <a:pt x="4454466" y="1112497"/>
                  </a:lnTo>
                  <a:lnTo>
                    <a:pt x="4454653" y="1107546"/>
                  </a:lnTo>
                  <a:lnTo>
                    <a:pt x="4454840" y="1102125"/>
                  </a:lnTo>
                  <a:lnTo>
                    <a:pt x="4455027" y="1095688"/>
                  </a:lnTo>
                  <a:lnTo>
                    <a:pt x="4455214" y="1088039"/>
                  </a:lnTo>
                  <a:lnTo>
                    <a:pt x="4455401" y="1081256"/>
                  </a:lnTo>
                  <a:lnTo>
                    <a:pt x="4455588" y="1074217"/>
                  </a:lnTo>
                  <a:lnTo>
                    <a:pt x="4455775" y="1066485"/>
                  </a:lnTo>
                  <a:lnTo>
                    <a:pt x="4455961" y="1058712"/>
                  </a:lnTo>
                  <a:lnTo>
                    <a:pt x="4456148" y="1050542"/>
                  </a:lnTo>
                  <a:lnTo>
                    <a:pt x="4456335" y="1042324"/>
                  </a:lnTo>
                  <a:lnTo>
                    <a:pt x="4456522" y="1034088"/>
                  </a:lnTo>
                  <a:lnTo>
                    <a:pt x="4456709" y="1026076"/>
                  </a:lnTo>
                  <a:lnTo>
                    <a:pt x="4456896" y="1019235"/>
                  </a:lnTo>
                  <a:lnTo>
                    <a:pt x="4457083" y="1014465"/>
                  </a:lnTo>
                  <a:lnTo>
                    <a:pt x="4457270" y="1011495"/>
                  </a:lnTo>
                  <a:lnTo>
                    <a:pt x="4457457" y="1009085"/>
                  </a:lnTo>
                  <a:lnTo>
                    <a:pt x="4457644" y="1006337"/>
                  </a:lnTo>
                  <a:lnTo>
                    <a:pt x="4457831" y="1003647"/>
                  </a:lnTo>
                  <a:lnTo>
                    <a:pt x="4458018" y="1000875"/>
                  </a:lnTo>
                  <a:lnTo>
                    <a:pt x="4458205" y="997095"/>
                  </a:lnTo>
                  <a:lnTo>
                    <a:pt x="4458391" y="992862"/>
                  </a:lnTo>
                  <a:lnTo>
                    <a:pt x="4458578" y="988769"/>
                  </a:lnTo>
                  <a:lnTo>
                    <a:pt x="4458765" y="986895"/>
                  </a:lnTo>
                  <a:lnTo>
                    <a:pt x="4458952" y="984678"/>
                  </a:lnTo>
                  <a:lnTo>
                    <a:pt x="4459139" y="980794"/>
                  </a:lnTo>
                  <a:lnTo>
                    <a:pt x="4459326" y="978984"/>
                  </a:lnTo>
                  <a:lnTo>
                    <a:pt x="4459513" y="977618"/>
                  </a:lnTo>
                  <a:lnTo>
                    <a:pt x="4459700" y="975459"/>
                  </a:lnTo>
                  <a:lnTo>
                    <a:pt x="4459887" y="973738"/>
                  </a:lnTo>
                  <a:lnTo>
                    <a:pt x="4460074" y="971098"/>
                  </a:lnTo>
                  <a:lnTo>
                    <a:pt x="4460261" y="967936"/>
                  </a:lnTo>
                  <a:lnTo>
                    <a:pt x="4460448" y="964203"/>
                  </a:lnTo>
                  <a:lnTo>
                    <a:pt x="4460634" y="959770"/>
                  </a:lnTo>
                  <a:lnTo>
                    <a:pt x="4460821" y="955306"/>
                  </a:lnTo>
                  <a:lnTo>
                    <a:pt x="4461008" y="950765"/>
                  </a:lnTo>
                  <a:lnTo>
                    <a:pt x="4461195" y="946062"/>
                  </a:lnTo>
                  <a:lnTo>
                    <a:pt x="4461382" y="940808"/>
                  </a:lnTo>
                  <a:lnTo>
                    <a:pt x="4461569" y="936493"/>
                  </a:lnTo>
                  <a:lnTo>
                    <a:pt x="4461756" y="932772"/>
                  </a:lnTo>
                  <a:lnTo>
                    <a:pt x="4461943" y="929695"/>
                  </a:lnTo>
                  <a:lnTo>
                    <a:pt x="4462130" y="925944"/>
                  </a:lnTo>
                  <a:lnTo>
                    <a:pt x="4462317" y="921909"/>
                  </a:lnTo>
                  <a:lnTo>
                    <a:pt x="4462504" y="915947"/>
                  </a:lnTo>
                  <a:lnTo>
                    <a:pt x="4462691" y="909968"/>
                  </a:lnTo>
                  <a:lnTo>
                    <a:pt x="4462878" y="903891"/>
                  </a:lnTo>
                  <a:lnTo>
                    <a:pt x="4463064" y="897735"/>
                  </a:lnTo>
                  <a:lnTo>
                    <a:pt x="4463251" y="891650"/>
                  </a:lnTo>
                  <a:lnTo>
                    <a:pt x="4463438" y="886466"/>
                  </a:lnTo>
                  <a:lnTo>
                    <a:pt x="4463625" y="881065"/>
                  </a:lnTo>
                  <a:lnTo>
                    <a:pt x="4463812" y="876651"/>
                  </a:lnTo>
                  <a:lnTo>
                    <a:pt x="4463999" y="873113"/>
                  </a:lnTo>
                  <a:lnTo>
                    <a:pt x="4464186" y="870281"/>
                  </a:lnTo>
                  <a:lnTo>
                    <a:pt x="4464373" y="867254"/>
                  </a:lnTo>
                  <a:lnTo>
                    <a:pt x="4464560" y="864006"/>
                  </a:lnTo>
                  <a:lnTo>
                    <a:pt x="4464747" y="860891"/>
                  </a:lnTo>
                  <a:lnTo>
                    <a:pt x="4464934" y="857376"/>
                  </a:lnTo>
                  <a:lnTo>
                    <a:pt x="4465121" y="852912"/>
                  </a:lnTo>
                  <a:lnTo>
                    <a:pt x="4465308" y="847987"/>
                  </a:lnTo>
                  <a:lnTo>
                    <a:pt x="4465494" y="843580"/>
                  </a:lnTo>
                  <a:lnTo>
                    <a:pt x="4465681" y="839130"/>
                  </a:lnTo>
                  <a:lnTo>
                    <a:pt x="4465868" y="834741"/>
                  </a:lnTo>
                  <a:lnTo>
                    <a:pt x="4466055" y="831345"/>
                  </a:lnTo>
                  <a:lnTo>
                    <a:pt x="4466242" y="829890"/>
                  </a:lnTo>
                  <a:lnTo>
                    <a:pt x="4466429" y="828615"/>
                  </a:lnTo>
                  <a:lnTo>
                    <a:pt x="4466616" y="827124"/>
                  </a:lnTo>
                  <a:lnTo>
                    <a:pt x="4466803" y="825995"/>
                  </a:lnTo>
                  <a:lnTo>
                    <a:pt x="4466990" y="825054"/>
                  </a:lnTo>
                  <a:lnTo>
                    <a:pt x="4467177" y="824615"/>
                  </a:lnTo>
                  <a:lnTo>
                    <a:pt x="4467364" y="824086"/>
                  </a:lnTo>
                  <a:lnTo>
                    <a:pt x="4467551" y="823827"/>
                  </a:lnTo>
                  <a:lnTo>
                    <a:pt x="4467737" y="823289"/>
                  </a:lnTo>
                  <a:lnTo>
                    <a:pt x="4467924" y="822243"/>
                  </a:lnTo>
                  <a:lnTo>
                    <a:pt x="4468111" y="822124"/>
                  </a:lnTo>
                  <a:lnTo>
                    <a:pt x="4468298" y="821699"/>
                  </a:lnTo>
                  <a:lnTo>
                    <a:pt x="4468485" y="822194"/>
                  </a:lnTo>
                  <a:lnTo>
                    <a:pt x="4468672" y="822267"/>
                  </a:lnTo>
                  <a:lnTo>
                    <a:pt x="4468859" y="822824"/>
                  </a:lnTo>
                  <a:lnTo>
                    <a:pt x="4469046" y="823229"/>
                  </a:lnTo>
                  <a:lnTo>
                    <a:pt x="4469233" y="823348"/>
                  </a:lnTo>
                  <a:lnTo>
                    <a:pt x="4469420" y="823164"/>
                  </a:lnTo>
                  <a:lnTo>
                    <a:pt x="4469607" y="822054"/>
                  </a:lnTo>
                  <a:lnTo>
                    <a:pt x="4469794" y="819069"/>
                  </a:lnTo>
                  <a:lnTo>
                    <a:pt x="4469981" y="813743"/>
                  </a:lnTo>
                  <a:lnTo>
                    <a:pt x="4470167" y="806818"/>
                  </a:lnTo>
                  <a:lnTo>
                    <a:pt x="4470354" y="800449"/>
                  </a:lnTo>
                  <a:lnTo>
                    <a:pt x="4470541" y="795336"/>
                  </a:lnTo>
                  <a:lnTo>
                    <a:pt x="4470728" y="791109"/>
                  </a:lnTo>
                  <a:lnTo>
                    <a:pt x="4470915" y="787605"/>
                  </a:lnTo>
                  <a:lnTo>
                    <a:pt x="4471102" y="784844"/>
                  </a:lnTo>
                  <a:lnTo>
                    <a:pt x="4471289" y="781937"/>
                  </a:lnTo>
                  <a:lnTo>
                    <a:pt x="4471476" y="778508"/>
                  </a:lnTo>
                  <a:lnTo>
                    <a:pt x="4471663" y="774731"/>
                  </a:lnTo>
                  <a:lnTo>
                    <a:pt x="4471850" y="770920"/>
                  </a:lnTo>
                  <a:lnTo>
                    <a:pt x="4472037" y="767946"/>
                  </a:lnTo>
                  <a:lnTo>
                    <a:pt x="4472224" y="765828"/>
                  </a:lnTo>
                  <a:lnTo>
                    <a:pt x="4472410" y="762612"/>
                  </a:lnTo>
                  <a:lnTo>
                    <a:pt x="4472597" y="759913"/>
                  </a:lnTo>
                  <a:lnTo>
                    <a:pt x="4472784" y="757768"/>
                  </a:lnTo>
                  <a:lnTo>
                    <a:pt x="4472971" y="755361"/>
                  </a:lnTo>
                  <a:lnTo>
                    <a:pt x="4473158" y="754336"/>
                  </a:lnTo>
                  <a:lnTo>
                    <a:pt x="4473345" y="748073"/>
                  </a:lnTo>
                  <a:lnTo>
                    <a:pt x="4473532" y="740407"/>
                  </a:lnTo>
                  <a:lnTo>
                    <a:pt x="4473719" y="732287"/>
                  </a:lnTo>
                  <a:lnTo>
                    <a:pt x="4473906" y="723837"/>
                  </a:lnTo>
                  <a:lnTo>
                    <a:pt x="4474093" y="715231"/>
                  </a:lnTo>
                  <a:lnTo>
                    <a:pt x="4474280" y="706682"/>
                  </a:lnTo>
                  <a:lnTo>
                    <a:pt x="4474467" y="697902"/>
                  </a:lnTo>
                  <a:lnTo>
                    <a:pt x="4474654" y="689114"/>
                  </a:lnTo>
                  <a:lnTo>
                    <a:pt x="4474840" y="679269"/>
                  </a:lnTo>
                  <a:lnTo>
                    <a:pt x="4475027" y="671899"/>
                  </a:lnTo>
                  <a:lnTo>
                    <a:pt x="4475214" y="664289"/>
                  </a:lnTo>
                  <a:lnTo>
                    <a:pt x="4475401" y="657345"/>
                  </a:lnTo>
                  <a:lnTo>
                    <a:pt x="4475588" y="650459"/>
                  </a:lnTo>
                  <a:lnTo>
                    <a:pt x="4475775" y="644741"/>
                  </a:lnTo>
                  <a:lnTo>
                    <a:pt x="4475962" y="640134"/>
                  </a:lnTo>
                  <a:lnTo>
                    <a:pt x="4476149" y="636369"/>
                  </a:lnTo>
                  <a:lnTo>
                    <a:pt x="4476336" y="634244"/>
                  </a:lnTo>
                  <a:lnTo>
                    <a:pt x="4476523" y="632510"/>
                  </a:lnTo>
                  <a:lnTo>
                    <a:pt x="4476710" y="631107"/>
                  </a:lnTo>
                  <a:lnTo>
                    <a:pt x="4476897" y="630503"/>
                  </a:lnTo>
                  <a:lnTo>
                    <a:pt x="4477084" y="630795"/>
                  </a:lnTo>
                  <a:lnTo>
                    <a:pt x="4477270" y="633762"/>
                  </a:lnTo>
                  <a:lnTo>
                    <a:pt x="4477457" y="638015"/>
                  </a:lnTo>
                  <a:lnTo>
                    <a:pt x="4477644" y="643211"/>
                  </a:lnTo>
                  <a:lnTo>
                    <a:pt x="4477831" y="649792"/>
                  </a:lnTo>
                  <a:lnTo>
                    <a:pt x="4478018" y="657361"/>
                  </a:lnTo>
                  <a:lnTo>
                    <a:pt x="4478205" y="665928"/>
                  </a:lnTo>
                  <a:lnTo>
                    <a:pt x="4478392" y="675205"/>
                  </a:lnTo>
                  <a:lnTo>
                    <a:pt x="4478579" y="684456"/>
                  </a:lnTo>
                  <a:lnTo>
                    <a:pt x="4478766" y="693710"/>
                  </a:lnTo>
                  <a:lnTo>
                    <a:pt x="4478953" y="703627"/>
                  </a:lnTo>
                  <a:lnTo>
                    <a:pt x="4479140" y="713608"/>
                  </a:lnTo>
                  <a:lnTo>
                    <a:pt x="4479327" y="723992"/>
                  </a:lnTo>
                  <a:lnTo>
                    <a:pt x="4479513" y="734689"/>
                  </a:lnTo>
                  <a:lnTo>
                    <a:pt x="4479700" y="745478"/>
                  </a:lnTo>
                  <a:lnTo>
                    <a:pt x="4479887" y="756320"/>
                  </a:lnTo>
                  <a:lnTo>
                    <a:pt x="4480074" y="767079"/>
                  </a:lnTo>
                  <a:lnTo>
                    <a:pt x="4480261" y="776763"/>
                  </a:lnTo>
                  <a:lnTo>
                    <a:pt x="4480448" y="785537"/>
                  </a:lnTo>
                  <a:lnTo>
                    <a:pt x="4480635" y="793206"/>
                  </a:lnTo>
                  <a:lnTo>
                    <a:pt x="4480822" y="800064"/>
                  </a:lnTo>
                  <a:lnTo>
                    <a:pt x="4481009" y="805930"/>
                  </a:lnTo>
                  <a:lnTo>
                    <a:pt x="4481196" y="811587"/>
                  </a:lnTo>
                  <a:lnTo>
                    <a:pt x="4481383" y="815811"/>
                  </a:lnTo>
                  <a:lnTo>
                    <a:pt x="4481570" y="819797"/>
                  </a:lnTo>
                  <a:lnTo>
                    <a:pt x="4481757" y="823114"/>
                  </a:lnTo>
                  <a:lnTo>
                    <a:pt x="4481943" y="825301"/>
                  </a:lnTo>
                  <a:lnTo>
                    <a:pt x="4482130" y="827191"/>
                  </a:lnTo>
                  <a:lnTo>
                    <a:pt x="4482317" y="828825"/>
                  </a:lnTo>
                  <a:lnTo>
                    <a:pt x="4482504" y="830681"/>
                  </a:lnTo>
                  <a:lnTo>
                    <a:pt x="4482691" y="832926"/>
                  </a:lnTo>
                  <a:lnTo>
                    <a:pt x="4482878" y="834758"/>
                  </a:lnTo>
                  <a:lnTo>
                    <a:pt x="4483065" y="836499"/>
                  </a:lnTo>
                  <a:lnTo>
                    <a:pt x="4483252" y="838455"/>
                  </a:lnTo>
                  <a:lnTo>
                    <a:pt x="4483439" y="840212"/>
                  </a:lnTo>
                  <a:lnTo>
                    <a:pt x="4483626" y="842349"/>
                  </a:lnTo>
                  <a:lnTo>
                    <a:pt x="4483813" y="844561"/>
                  </a:lnTo>
                  <a:lnTo>
                    <a:pt x="4484000" y="846772"/>
                  </a:lnTo>
                  <a:lnTo>
                    <a:pt x="4484187" y="848695"/>
                  </a:lnTo>
                  <a:lnTo>
                    <a:pt x="4484373" y="850486"/>
                  </a:lnTo>
                  <a:lnTo>
                    <a:pt x="4484560" y="852177"/>
                  </a:lnTo>
                  <a:lnTo>
                    <a:pt x="4484747" y="854315"/>
                  </a:lnTo>
                  <a:lnTo>
                    <a:pt x="4484934" y="856163"/>
                  </a:lnTo>
                  <a:lnTo>
                    <a:pt x="4485121" y="857929"/>
                  </a:lnTo>
                  <a:lnTo>
                    <a:pt x="4485308" y="859381"/>
                  </a:lnTo>
                  <a:lnTo>
                    <a:pt x="4485495" y="860404"/>
                  </a:lnTo>
                  <a:lnTo>
                    <a:pt x="4485682" y="861353"/>
                  </a:lnTo>
                  <a:lnTo>
                    <a:pt x="4485869" y="862344"/>
                  </a:lnTo>
                  <a:lnTo>
                    <a:pt x="4486056" y="863078"/>
                  </a:lnTo>
                  <a:lnTo>
                    <a:pt x="4486243" y="863532"/>
                  </a:lnTo>
                  <a:lnTo>
                    <a:pt x="4486430" y="864250"/>
                  </a:lnTo>
                  <a:lnTo>
                    <a:pt x="4486616" y="865116"/>
                  </a:lnTo>
                  <a:lnTo>
                    <a:pt x="4486803" y="865776"/>
                  </a:lnTo>
                  <a:lnTo>
                    <a:pt x="4486990" y="866436"/>
                  </a:lnTo>
                  <a:lnTo>
                    <a:pt x="4487177" y="866692"/>
                  </a:lnTo>
                  <a:lnTo>
                    <a:pt x="4487364" y="867212"/>
                  </a:lnTo>
                  <a:lnTo>
                    <a:pt x="4487551" y="867839"/>
                  </a:lnTo>
                  <a:lnTo>
                    <a:pt x="4487738" y="868805"/>
                  </a:lnTo>
                  <a:lnTo>
                    <a:pt x="4487925" y="870439"/>
                  </a:lnTo>
                  <a:lnTo>
                    <a:pt x="4488112" y="872312"/>
                  </a:lnTo>
                  <a:lnTo>
                    <a:pt x="4488299" y="873888"/>
                  </a:lnTo>
                  <a:lnTo>
                    <a:pt x="4488486" y="875258"/>
                  </a:lnTo>
                  <a:lnTo>
                    <a:pt x="4488673" y="877288"/>
                  </a:lnTo>
                  <a:lnTo>
                    <a:pt x="4488860" y="880473"/>
                  </a:lnTo>
                  <a:lnTo>
                    <a:pt x="4489046" y="884095"/>
                  </a:lnTo>
                  <a:lnTo>
                    <a:pt x="4489233" y="886926"/>
                  </a:lnTo>
                  <a:lnTo>
                    <a:pt x="4489420" y="888914"/>
                  </a:lnTo>
                  <a:lnTo>
                    <a:pt x="4489607" y="890680"/>
                  </a:lnTo>
                  <a:lnTo>
                    <a:pt x="4489794" y="892265"/>
                  </a:lnTo>
                  <a:lnTo>
                    <a:pt x="4489981" y="894856"/>
                  </a:lnTo>
                  <a:lnTo>
                    <a:pt x="4490168" y="898643"/>
                  </a:lnTo>
                  <a:lnTo>
                    <a:pt x="4490355" y="903396"/>
                  </a:lnTo>
                  <a:lnTo>
                    <a:pt x="4490542" y="909610"/>
                  </a:lnTo>
                  <a:lnTo>
                    <a:pt x="4490729" y="915801"/>
                  </a:lnTo>
                  <a:lnTo>
                    <a:pt x="4490916" y="922784"/>
                  </a:lnTo>
                  <a:lnTo>
                    <a:pt x="4491103" y="930362"/>
                  </a:lnTo>
                  <a:lnTo>
                    <a:pt x="4491289" y="938186"/>
                  </a:lnTo>
                  <a:lnTo>
                    <a:pt x="4491476" y="945863"/>
                  </a:lnTo>
                  <a:lnTo>
                    <a:pt x="4491663" y="953013"/>
                  </a:lnTo>
                  <a:lnTo>
                    <a:pt x="4491850" y="960782"/>
                  </a:lnTo>
                  <a:lnTo>
                    <a:pt x="4492037" y="969876"/>
                  </a:lnTo>
                  <a:lnTo>
                    <a:pt x="4492224" y="979997"/>
                  </a:lnTo>
                  <a:lnTo>
                    <a:pt x="4492411" y="990553"/>
                  </a:lnTo>
                  <a:lnTo>
                    <a:pt x="4492598" y="1002089"/>
                  </a:lnTo>
                  <a:lnTo>
                    <a:pt x="4492785" y="1013468"/>
                  </a:lnTo>
                  <a:lnTo>
                    <a:pt x="4492972" y="1024566"/>
                  </a:lnTo>
                  <a:lnTo>
                    <a:pt x="4493159" y="1035529"/>
                  </a:lnTo>
                  <a:lnTo>
                    <a:pt x="4493346" y="1047246"/>
                  </a:lnTo>
                  <a:lnTo>
                    <a:pt x="4493533" y="1059716"/>
                  </a:lnTo>
                  <a:lnTo>
                    <a:pt x="4493719" y="1071312"/>
                  </a:lnTo>
                  <a:lnTo>
                    <a:pt x="4493906" y="1080505"/>
                  </a:lnTo>
                  <a:lnTo>
                    <a:pt x="4494093" y="1090011"/>
                  </a:lnTo>
                  <a:lnTo>
                    <a:pt x="4494280" y="1099591"/>
                  </a:lnTo>
                  <a:lnTo>
                    <a:pt x="4494467" y="1109006"/>
                  </a:lnTo>
                  <a:lnTo>
                    <a:pt x="4494654" y="1117531"/>
                  </a:lnTo>
                  <a:lnTo>
                    <a:pt x="4494841" y="1125716"/>
                  </a:lnTo>
                  <a:lnTo>
                    <a:pt x="4495028" y="1133721"/>
                  </a:lnTo>
                  <a:lnTo>
                    <a:pt x="4495215" y="1142385"/>
                  </a:lnTo>
                  <a:lnTo>
                    <a:pt x="4495402" y="1151776"/>
                  </a:lnTo>
                  <a:lnTo>
                    <a:pt x="4495589" y="1161851"/>
                  </a:lnTo>
                  <a:lnTo>
                    <a:pt x="4495776" y="1172752"/>
                  </a:lnTo>
                  <a:lnTo>
                    <a:pt x="4495963" y="1183842"/>
                  </a:lnTo>
                  <a:lnTo>
                    <a:pt x="4496149" y="1192401"/>
                  </a:lnTo>
                  <a:lnTo>
                    <a:pt x="4496336" y="1201062"/>
                  </a:lnTo>
                  <a:lnTo>
                    <a:pt x="4496523" y="1210756"/>
                  </a:lnTo>
                  <a:lnTo>
                    <a:pt x="4496710" y="1218531"/>
                  </a:lnTo>
                  <a:lnTo>
                    <a:pt x="4496897" y="1225682"/>
                  </a:lnTo>
                  <a:lnTo>
                    <a:pt x="4497084" y="1232833"/>
                  </a:lnTo>
                  <a:lnTo>
                    <a:pt x="4497271" y="1237558"/>
                  </a:lnTo>
                  <a:lnTo>
                    <a:pt x="4497458" y="1242145"/>
                  </a:lnTo>
                  <a:lnTo>
                    <a:pt x="4497645" y="1246751"/>
                  </a:lnTo>
                  <a:lnTo>
                    <a:pt x="4497832" y="1251607"/>
                  </a:lnTo>
                  <a:lnTo>
                    <a:pt x="4498019" y="1256420"/>
                  </a:lnTo>
                  <a:lnTo>
                    <a:pt x="4498206" y="1259827"/>
                  </a:lnTo>
                  <a:lnTo>
                    <a:pt x="4498392" y="1264436"/>
                  </a:lnTo>
                  <a:lnTo>
                    <a:pt x="4498579" y="1268803"/>
                  </a:lnTo>
                  <a:lnTo>
                    <a:pt x="4498766" y="1273138"/>
                  </a:lnTo>
                  <a:lnTo>
                    <a:pt x="4498953" y="1277368"/>
                  </a:lnTo>
                  <a:lnTo>
                    <a:pt x="4499140" y="1279803"/>
                  </a:lnTo>
                  <a:lnTo>
                    <a:pt x="4499327" y="1281579"/>
                  </a:lnTo>
                  <a:lnTo>
                    <a:pt x="4499514" y="1283490"/>
                  </a:lnTo>
                  <a:lnTo>
                    <a:pt x="4499701" y="1285042"/>
                  </a:lnTo>
                  <a:lnTo>
                    <a:pt x="4499888" y="1287174"/>
                  </a:lnTo>
                  <a:lnTo>
                    <a:pt x="4500075" y="1289666"/>
                  </a:lnTo>
                  <a:lnTo>
                    <a:pt x="4500262" y="1292251"/>
                  </a:lnTo>
                  <a:lnTo>
                    <a:pt x="4500449" y="1294299"/>
                  </a:lnTo>
                  <a:lnTo>
                    <a:pt x="4500636" y="1295914"/>
                  </a:lnTo>
                  <a:lnTo>
                    <a:pt x="4500822" y="1296135"/>
                  </a:lnTo>
                  <a:lnTo>
                    <a:pt x="4501009" y="1296327"/>
                  </a:lnTo>
                  <a:lnTo>
                    <a:pt x="4501196" y="1295597"/>
                  </a:lnTo>
                  <a:lnTo>
                    <a:pt x="4501383" y="1293806"/>
                  </a:lnTo>
                  <a:lnTo>
                    <a:pt x="4501570" y="1288594"/>
                  </a:lnTo>
                  <a:lnTo>
                    <a:pt x="4501757" y="1283081"/>
                  </a:lnTo>
                  <a:lnTo>
                    <a:pt x="4501944" y="1273832"/>
                  </a:lnTo>
                  <a:lnTo>
                    <a:pt x="4502131" y="1265303"/>
                  </a:lnTo>
                  <a:lnTo>
                    <a:pt x="4502318" y="1257322"/>
                  </a:lnTo>
                  <a:lnTo>
                    <a:pt x="4502505" y="1249428"/>
                  </a:lnTo>
                  <a:lnTo>
                    <a:pt x="4502692" y="1241835"/>
                  </a:lnTo>
                  <a:lnTo>
                    <a:pt x="4502879" y="1233809"/>
                  </a:lnTo>
                  <a:lnTo>
                    <a:pt x="4503066" y="1226478"/>
                  </a:lnTo>
                  <a:lnTo>
                    <a:pt x="4503252" y="1220166"/>
                  </a:lnTo>
                  <a:lnTo>
                    <a:pt x="4503439" y="1213493"/>
                  </a:lnTo>
                  <a:lnTo>
                    <a:pt x="4503626" y="1205422"/>
                  </a:lnTo>
                  <a:lnTo>
                    <a:pt x="4503813" y="1198036"/>
                  </a:lnTo>
                  <a:lnTo>
                    <a:pt x="4504000" y="1191629"/>
                  </a:lnTo>
                  <a:lnTo>
                    <a:pt x="4504187" y="1185055"/>
                  </a:lnTo>
                  <a:lnTo>
                    <a:pt x="4504374" y="1178442"/>
                  </a:lnTo>
                  <a:lnTo>
                    <a:pt x="4504561" y="1172402"/>
                  </a:lnTo>
                  <a:lnTo>
                    <a:pt x="4504748" y="1166281"/>
                  </a:lnTo>
                  <a:lnTo>
                    <a:pt x="4504935" y="1158652"/>
                  </a:lnTo>
                  <a:lnTo>
                    <a:pt x="4505122" y="1150020"/>
                  </a:lnTo>
                  <a:lnTo>
                    <a:pt x="4505309" y="1141265"/>
                  </a:lnTo>
                  <a:lnTo>
                    <a:pt x="4505495" y="1132707"/>
                  </a:lnTo>
                  <a:lnTo>
                    <a:pt x="4505682" y="1124234"/>
                  </a:lnTo>
                  <a:lnTo>
                    <a:pt x="4505869" y="1115842"/>
                  </a:lnTo>
                  <a:lnTo>
                    <a:pt x="4506056" y="1107682"/>
                  </a:lnTo>
                  <a:lnTo>
                    <a:pt x="4506243" y="1098956"/>
                  </a:lnTo>
                  <a:lnTo>
                    <a:pt x="4506430" y="1090440"/>
                  </a:lnTo>
                  <a:lnTo>
                    <a:pt x="4506617" y="1081384"/>
                  </a:lnTo>
                  <a:lnTo>
                    <a:pt x="4506804" y="1071105"/>
                  </a:lnTo>
                  <a:lnTo>
                    <a:pt x="4506991" y="1061074"/>
                  </a:lnTo>
                  <a:lnTo>
                    <a:pt x="4507178" y="1052524"/>
                  </a:lnTo>
                  <a:lnTo>
                    <a:pt x="4507365" y="1044514"/>
                  </a:lnTo>
                  <a:lnTo>
                    <a:pt x="4507552" y="1038056"/>
                  </a:lnTo>
                  <a:lnTo>
                    <a:pt x="4507739" y="1031401"/>
                  </a:lnTo>
                  <a:lnTo>
                    <a:pt x="4507925" y="1025104"/>
                  </a:lnTo>
                  <a:lnTo>
                    <a:pt x="4508112" y="1019058"/>
                  </a:lnTo>
                  <a:lnTo>
                    <a:pt x="4508299" y="1012508"/>
                  </a:lnTo>
                  <a:lnTo>
                    <a:pt x="4508486" y="1009059"/>
                  </a:lnTo>
                  <a:lnTo>
                    <a:pt x="4508673" y="1005239"/>
                  </a:lnTo>
                  <a:lnTo>
                    <a:pt x="4508860" y="1001347"/>
                  </a:lnTo>
                  <a:lnTo>
                    <a:pt x="4509047" y="996948"/>
                  </a:lnTo>
                  <a:lnTo>
                    <a:pt x="4509234" y="992350"/>
                  </a:lnTo>
                  <a:lnTo>
                    <a:pt x="4509421" y="987473"/>
                  </a:lnTo>
                  <a:lnTo>
                    <a:pt x="4509608" y="983394"/>
                  </a:lnTo>
                  <a:lnTo>
                    <a:pt x="4509795" y="980923"/>
                  </a:lnTo>
                  <a:lnTo>
                    <a:pt x="4509982" y="978128"/>
                  </a:lnTo>
                  <a:lnTo>
                    <a:pt x="4510168" y="975334"/>
                  </a:lnTo>
                  <a:lnTo>
                    <a:pt x="4510355" y="973542"/>
                  </a:lnTo>
                  <a:lnTo>
                    <a:pt x="4510542" y="973750"/>
                  </a:lnTo>
                  <a:lnTo>
                    <a:pt x="4510729" y="978979"/>
                  </a:lnTo>
                  <a:lnTo>
                    <a:pt x="4510916" y="985599"/>
                  </a:lnTo>
                  <a:lnTo>
                    <a:pt x="4511103" y="992853"/>
                  </a:lnTo>
                  <a:lnTo>
                    <a:pt x="4511290" y="1000523"/>
                  </a:lnTo>
                  <a:lnTo>
                    <a:pt x="4511477" y="1006728"/>
                  </a:lnTo>
                  <a:lnTo>
                    <a:pt x="4511664" y="1013627"/>
                  </a:lnTo>
                  <a:lnTo>
                    <a:pt x="4511851" y="1021763"/>
                  </a:lnTo>
                  <a:lnTo>
                    <a:pt x="4512038" y="1030436"/>
                  </a:lnTo>
                  <a:lnTo>
                    <a:pt x="4512225" y="1040701"/>
                  </a:lnTo>
                  <a:lnTo>
                    <a:pt x="4512412" y="1048080"/>
                  </a:lnTo>
                  <a:lnTo>
                    <a:pt x="4512598" y="1056184"/>
                  </a:lnTo>
                  <a:lnTo>
                    <a:pt x="4512785" y="1064738"/>
                  </a:lnTo>
                  <a:lnTo>
                    <a:pt x="4512972" y="1073703"/>
                  </a:lnTo>
                  <a:lnTo>
                    <a:pt x="4513159" y="1081822"/>
                  </a:lnTo>
                  <a:lnTo>
                    <a:pt x="4513346" y="1088641"/>
                  </a:lnTo>
                  <a:lnTo>
                    <a:pt x="4513533" y="1093776"/>
                  </a:lnTo>
                  <a:lnTo>
                    <a:pt x="4513720" y="1096982"/>
                  </a:lnTo>
                  <a:lnTo>
                    <a:pt x="4513907" y="1099417"/>
                  </a:lnTo>
                  <a:lnTo>
                    <a:pt x="4514094" y="1101315"/>
                  </a:lnTo>
                  <a:lnTo>
                    <a:pt x="4514281" y="1102052"/>
                  </a:lnTo>
                  <a:lnTo>
                    <a:pt x="4514468" y="1102304"/>
                  </a:lnTo>
                  <a:lnTo>
                    <a:pt x="4514655" y="1100855"/>
                  </a:lnTo>
                  <a:lnTo>
                    <a:pt x="4514842" y="1099317"/>
                  </a:lnTo>
                  <a:lnTo>
                    <a:pt x="4515028" y="1097702"/>
                  </a:lnTo>
                  <a:lnTo>
                    <a:pt x="4515215" y="1095421"/>
                  </a:lnTo>
                  <a:lnTo>
                    <a:pt x="4515402" y="1093009"/>
                  </a:lnTo>
                  <a:lnTo>
                    <a:pt x="4515589" y="1089740"/>
                  </a:lnTo>
                  <a:lnTo>
                    <a:pt x="4515776" y="1085051"/>
                  </a:lnTo>
                  <a:lnTo>
                    <a:pt x="4515963" y="1079620"/>
                  </a:lnTo>
                  <a:lnTo>
                    <a:pt x="4516150" y="1073502"/>
                  </a:lnTo>
                  <a:lnTo>
                    <a:pt x="4516337" y="1067719"/>
                  </a:lnTo>
                  <a:lnTo>
                    <a:pt x="4516524" y="1062037"/>
                  </a:lnTo>
                  <a:lnTo>
                    <a:pt x="4516711" y="1056349"/>
                  </a:lnTo>
                  <a:lnTo>
                    <a:pt x="4516898" y="1050734"/>
                  </a:lnTo>
                  <a:lnTo>
                    <a:pt x="4517085" y="1046367"/>
                  </a:lnTo>
                  <a:lnTo>
                    <a:pt x="4517271" y="1041252"/>
                  </a:lnTo>
                  <a:lnTo>
                    <a:pt x="4517458" y="1034752"/>
                  </a:lnTo>
                  <a:lnTo>
                    <a:pt x="4517645" y="1029242"/>
                  </a:lnTo>
                  <a:lnTo>
                    <a:pt x="4517832" y="1023368"/>
                  </a:lnTo>
                  <a:lnTo>
                    <a:pt x="4518019" y="1017144"/>
                  </a:lnTo>
                  <a:lnTo>
                    <a:pt x="4518206" y="1010322"/>
                  </a:lnTo>
                  <a:lnTo>
                    <a:pt x="4518393" y="1003100"/>
                  </a:lnTo>
                  <a:lnTo>
                    <a:pt x="4518580" y="995692"/>
                  </a:lnTo>
                  <a:lnTo>
                    <a:pt x="4518767" y="989542"/>
                  </a:lnTo>
                  <a:lnTo>
                    <a:pt x="4518954" y="983356"/>
                  </a:lnTo>
                  <a:lnTo>
                    <a:pt x="4519141" y="978230"/>
                  </a:lnTo>
                  <a:lnTo>
                    <a:pt x="4519328" y="972870"/>
                  </a:lnTo>
                  <a:lnTo>
                    <a:pt x="4519515" y="967225"/>
                  </a:lnTo>
                  <a:lnTo>
                    <a:pt x="4519701" y="960980"/>
                  </a:lnTo>
                  <a:lnTo>
                    <a:pt x="4519888" y="954889"/>
                  </a:lnTo>
                  <a:lnTo>
                    <a:pt x="4520075" y="949202"/>
                  </a:lnTo>
                  <a:lnTo>
                    <a:pt x="4520262" y="944188"/>
                  </a:lnTo>
                  <a:lnTo>
                    <a:pt x="4520449" y="938697"/>
                  </a:lnTo>
                  <a:lnTo>
                    <a:pt x="4520636" y="933452"/>
                  </a:lnTo>
                  <a:lnTo>
                    <a:pt x="4520823" y="926895"/>
                  </a:lnTo>
                  <a:lnTo>
                    <a:pt x="4521010" y="920180"/>
                  </a:lnTo>
                  <a:lnTo>
                    <a:pt x="4521197" y="913536"/>
                  </a:lnTo>
                  <a:lnTo>
                    <a:pt x="4521384" y="907506"/>
                  </a:lnTo>
                  <a:lnTo>
                    <a:pt x="4521571" y="901558"/>
                  </a:lnTo>
                  <a:lnTo>
                    <a:pt x="4521758" y="895866"/>
                  </a:lnTo>
                  <a:lnTo>
                    <a:pt x="4521944" y="890733"/>
                  </a:lnTo>
                  <a:lnTo>
                    <a:pt x="4522131" y="884445"/>
                  </a:lnTo>
                  <a:lnTo>
                    <a:pt x="4522318" y="878347"/>
                  </a:lnTo>
                  <a:lnTo>
                    <a:pt x="4522505" y="872406"/>
                  </a:lnTo>
                  <a:lnTo>
                    <a:pt x="4522692" y="867354"/>
                  </a:lnTo>
                  <a:lnTo>
                    <a:pt x="4522879" y="861656"/>
                  </a:lnTo>
                  <a:lnTo>
                    <a:pt x="4523066" y="856385"/>
                  </a:lnTo>
                  <a:lnTo>
                    <a:pt x="4523253" y="850464"/>
                  </a:lnTo>
                  <a:lnTo>
                    <a:pt x="4523440" y="844526"/>
                  </a:lnTo>
                  <a:lnTo>
                    <a:pt x="4523627" y="838825"/>
                  </a:lnTo>
                  <a:lnTo>
                    <a:pt x="4523814" y="832728"/>
                  </a:lnTo>
                  <a:lnTo>
                    <a:pt x="4524001" y="827808"/>
                  </a:lnTo>
                  <a:lnTo>
                    <a:pt x="4524188" y="822760"/>
                  </a:lnTo>
                  <a:lnTo>
                    <a:pt x="4524374" y="817569"/>
                  </a:lnTo>
                  <a:lnTo>
                    <a:pt x="4524561" y="812245"/>
                  </a:lnTo>
                  <a:lnTo>
                    <a:pt x="4524748" y="807316"/>
                  </a:lnTo>
                  <a:lnTo>
                    <a:pt x="4524935" y="801558"/>
                  </a:lnTo>
                  <a:lnTo>
                    <a:pt x="4525122" y="796086"/>
                  </a:lnTo>
                  <a:lnTo>
                    <a:pt x="4525309" y="791803"/>
                  </a:lnTo>
                  <a:lnTo>
                    <a:pt x="4525496" y="787899"/>
                  </a:lnTo>
                  <a:lnTo>
                    <a:pt x="4525683" y="784907"/>
                  </a:lnTo>
                  <a:lnTo>
                    <a:pt x="4525870" y="782891"/>
                  </a:lnTo>
                  <a:lnTo>
                    <a:pt x="4526057" y="780785"/>
                  </a:lnTo>
                  <a:lnTo>
                    <a:pt x="4526244" y="778514"/>
                  </a:lnTo>
                  <a:lnTo>
                    <a:pt x="4526431" y="776751"/>
                  </a:lnTo>
                  <a:lnTo>
                    <a:pt x="4526618" y="775893"/>
                  </a:lnTo>
                  <a:lnTo>
                    <a:pt x="4526804" y="775623"/>
                  </a:lnTo>
                  <a:lnTo>
                    <a:pt x="4526991" y="775246"/>
                  </a:lnTo>
                  <a:lnTo>
                    <a:pt x="4527178" y="775136"/>
                  </a:lnTo>
                  <a:lnTo>
                    <a:pt x="4527365" y="775581"/>
                  </a:lnTo>
                  <a:lnTo>
                    <a:pt x="4527552" y="775626"/>
                  </a:lnTo>
                  <a:lnTo>
                    <a:pt x="4527739" y="776226"/>
                  </a:lnTo>
                  <a:lnTo>
                    <a:pt x="4527926" y="775836"/>
                  </a:lnTo>
                  <a:lnTo>
                    <a:pt x="4528113" y="776282"/>
                  </a:lnTo>
                  <a:lnTo>
                    <a:pt x="4528300" y="775811"/>
                  </a:lnTo>
                  <a:lnTo>
                    <a:pt x="4528487" y="775406"/>
                  </a:lnTo>
                  <a:lnTo>
                    <a:pt x="4528674" y="775166"/>
                  </a:lnTo>
                  <a:lnTo>
                    <a:pt x="4528861" y="774773"/>
                  </a:lnTo>
                  <a:lnTo>
                    <a:pt x="4529047" y="775671"/>
                  </a:lnTo>
                  <a:lnTo>
                    <a:pt x="4529234" y="776937"/>
                  </a:lnTo>
                  <a:lnTo>
                    <a:pt x="4529421" y="778051"/>
                  </a:lnTo>
                  <a:lnTo>
                    <a:pt x="4529608" y="779116"/>
                  </a:lnTo>
                  <a:lnTo>
                    <a:pt x="4529795" y="781924"/>
                  </a:lnTo>
                  <a:lnTo>
                    <a:pt x="4529982" y="784112"/>
                  </a:lnTo>
                  <a:lnTo>
                    <a:pt x="4530169" y="786005"/>
                  </a:lnTo>
                  <a:lnTo>
                    <a:pt x="4530356" y="789157"/>
                  </a:lnTo>
                  <a:lnTo>
                    <a:pt x="4530543" y="792185"/>
                  </a:lnTo>
                  <a:lnTo>
                    <a:pt x="4530730" y="794838"/>
                  </a:lnTo>
                  <a:lnTo>
                    <a:pt x="4530917" y="796953"/>
                  </a:lnTo>
                  <a:lnTo>
                    <a:pt x="4531104" y="798885"/>
                  </a:lnTo>
                  <a:lnTo>
                    <a:pt x="4531291" y="802785"/>
                  </a:lnTo>
                  <a:lnTo>
                    <a:pt x="4531477" y="806005"/>
                  </a:lnTo>
                  <a:lnTo>
                    <a:pt x="4531664" y="807909"/>
                  </a:lnTo>
                  <a:lnTo>
                    <a:pt x="4531851" y="808246"/>
                  </a:lnTo>
                  <a:lnTo>
                    <a:pt x="4532038" y="808207"/>
                  </a:lnTo>
                  <a:lnTo>
                    <a:pt x="4532225" y="807944"/>
                  </a:lnTo>
                  <a:lnTo>
                    <a:pt x="4532412" y="806989"/>
                  </a:lnTo>
                  <a:lnTo>
                    <a:pt x="4532599" y="805358"/>
                  </a:lnTo>
                  <a:lnTo>
                    <a:pt x="4532786" y="803299"/>
                  </a:lnTo>
                  <a:lnTo>
                    <a:pt x="4532973" y="801348"/>
                  </a:lnTo>
                  <a:lnTo>
                    <a:pt x="4533160" y="798723"/>
                  </a:lnTo>
                  <a:lnTo>
                    <a:pt x="4533347" y="795867"/>
                  </a:lnTo>
                  <a:lnTo>
                    <a:pt x="4533534" y="792653"/>
                  </a:lnTo>
                  <a:lnTo>
                    <a:pt x="4533721" y="789673"/>
                  </a:lnTo>
                  <a:lnTo>
                    <a:pt x="4533907" y="786856"/>
                  </a:lnTo>
                  <a:lnTo>
                    <a:pt x="4534094" y="784395"/>
                  </a:lnTo>
                  <a:lnTo>
                    <a:pt x="4534281" y="781930"/>
                  </a:lnTo>
                  <a:lnTo>
                    <a:pt x="4534468" y="780360"/>
                  </a:lnTo>
                  <a:lnTo>
                    <a:pt x="4534655" y="780022"/>
                  </a:lnTo>
                  <a:lnTo>
                    <a:pt x="4534842" y="780782"/>
                  </a:lnTo>
                  <a:lnTo>
                    <a:pt x="4535029" y="782139"/>
                  </a:lnTo>
                  <a:lnTo>
                    <a:pt x="4535216" y="783290"/>
                  </a:lnTo>
                  <a:lnTo>
                    <a:pt x="4535403" y="784772"/>
                  </a:lnTo>
                  <a:lnTo>
                    <a:pt x="4535590" y="787196"/>
                  </a:lnTo>
                  <a:lnTo>
                    <a:pt x="4535777" y="788376"/>
                  </a:lnTo>
                  <a:lnTo>
                    <a:pt x="4535964" y="789311"/>
                  </a:lnTo>
                  <a:lnTo>
                    <a:pt x="4536150" y="790649"/>
                  </a:lnTo>
                  <a:lnTo>
                    <a:pt x="4536337" y="790629"/>
                  </a:lnTo>
                  <a:lnTo>
                    <a:pt x="4536524" y="791360"/>
                  </a:lnTo>
                  <a:lnTo>
                    <a:pt x="4536711" y="792199"/>
                  </a:lnTo>
                  <a:lnTo>
                    <a:pt x="4536898" y="792536"/>
                  </a:lnTo>
                  <a:lnTo>
                    <a:pt x="4537085" y="791566"/>
                  </a:lnTo>
                  <a:lnTo>
                    <a:pt x="4537272" y="789844"/>
                  </a:lnTo>
                  <a:lnTo>
                    <a:pt x="4537459" y="785417"/>
                  </a:lnTo>
                  <a:lnTo>
                    <a:pt x="4537646" y="781011"/>
                  </a:lnTo>
                  <a:lnTo>
                    <a:pt x="4537833" y="777111"/>
                  </a:lnTo>
                  <a:lnTo>
                    <a:pt x="4538020" y="773570"/>
                  </a:lnTo>
                  <a:lnTo>
                    <a:pt x="4538207" y="771102"/>
                  </a:lnTo>
                  <a:lnTo>
                    <a:pt x="4538394" y="766104"/>
                  </a:lnTo>
                  <a:lnTo>
                    <a:pt x="4538580" y="760797"/>
                  </a:lnTo>
                  <a:lnTo>
                    <a:pt x="4538767" y="755966"/>
                  </a:lnTo>
                  <a:lnTo>
                    <a:pt x="4538954" y="754487"/>
                  </a:lnTo>
                  <a:lnTo>
                    <a:pt x="4539141" y="753744"/>
                  </a:lnTo>
                  <a:lnTo>
                    <a:pt x="4539328" y="756385"/>
                  </a:lnTo>
                  <a:lnTo>
                    <a:pt x="4539515" y="758613"/>
                  </a:lnTo>
                  <a:lnTo>
                    <a:pt x="4539702" y="763697"/>
                  </a:lnTo>
                  <a:lnTo>
                    <a:pt x="4539889" y="769028"/>
                  </a:lnTo>
                  <a:lnTo>
                    <a:pt x="4540076" y="774542"/>
                  </a:lnTo>
                  <a:lnTo>
                    <a:pt x="4540263" y="781655"/>
                  </a:lnTo>
                  <a:lnTo>
                    <a:pt x="4540450" y="787584"/>
                  </a:lnTo>
                  <a:lnTo>
                    <a:pt x="4540637" y="793592"/>
                  </a:lnTo>
                  <a:lnTo>
                    <a:pt x="4540823" y="799027"/>
                  </a:lnTo>
                  <a:lnTo>
                    <a:pt x="4541010" y="804548"/>
                  </a:lnTo>
                  <a:lnTo>
                    <a:pt x="4541197" y="809646"/>
                  </a:lnTo>
                  <a:lnTo>
                    <a:pt x="4541384" y="814099"/>
                  </a:lnTo>
                  <a:lnTo>
                    <a:pt x="4541571" y="819453"/>
                  </a:lnTo>
                  <a:lnTo>
                    <a:pt x="4541758" y="824941"/>
                  </a:lnTo>
                  <a:lnTo>
                    <a:pt x="4541945" y="829550"/>
                  </a:lnTo>
                  <a:lnTo>
                    <a:pt x="4542132" y="834564"/>
                  </a:lnTo>
                  <a:lnTo>
                    <a:pt x="4542319" y="840583"/>
                  </a:lnTo>
                  <a:lnTo>
                    <a:pt x="4542506" y="847817"/>
                  </a:lnTo>
                  <a:lnTo>
                    <a:pt x="4542693" y="855397"/>
                  </a:lnTo>
                  <a:lnTo>
                    <a:pt x="4542880" y="862239"/>
                  </a:lnTo>
                  <a:lnTo>
                    <a:pt x="4543067" y="869539"/>
                  </a:lnTo>
                  <a:lnTo>
                    <a:pt x="4543253" y="877062"/>
                  </a:lnTo>
                  <a:lnTo>
                    <a:pt x="4543440" y="884653"/>
                  </a:lnTo>
                  <a:lnTo>
                    <a:pt x="4543627" y="893164"/>
                  </a:lnTo>
                  <a:lnTo>
                    <a:pt x="4543814" y="902219"/>
                  </a:lnTo>
                  <a:lnTo>
                    <a:pt x="4544001" y="912333"/>
                  </a:lnTo>
                  <a:lnTo>
                    <a:pt x="4544188" y="924053"/>
                  </a:lnTo>
                  <a:lnTo>
                    <a:pt x="4544375" y="935822"/>
                  </a:lnTo>
                  <a:lnTo>
                    <a:pt x="4544562" y="947219"/>
                  </a:lnTo>
                  <a:lnTo>
                    <a:pt x="4544749" y="959890"/>
                  </a:lnTo>
                  <a:lnTo>
                    <a:pt x="4544936" y="972691"/>
                  </a:lnTo>
                  <a:lnTo>
                    <a:pt x="4545123" y="985966"/>
                  </a:lnTo>
                  <a:lnTo>
                    <a:pt x="4545310" y="998385"/>
                  </a:lnTo>
                  <a:lnTo>
                    <a:pt x="4545497" y="1010755"/>
                  </a:lnTo>
                  <a:lnTo>
                    <a:pt x="4545683" y="1023826"/>
                  </a:lnTo>
                  <a:lnTo>
                    <a:pt x="4545870" y="1034133"/>
                  </a:lnTo>
                  <a:lnTo>
                    <a:pt x="4546057" y="1045427"/>
                  </a:lnTo>
                  <a:lnTo>
                    <a:pt x="4546244" y="1057660"/>
                  </a:lnTo>
                  <a:lnTo>
                    <a:pt x="4546431" y="1070428"/>
                  </a:lnTo>
                  <a:lnTo>
                    <a:pt x="4546618" y="1083152"/>
                  </a:lnTo>
                  <a:lnTo>
                    <a:pt x="4546805" y="1095562"/>
                  </a:lnTo>
                  <a:lnTo>
                    <a:pt x="4546992" y="1106799"/>
                  </a:lnTo>
                  <a:lnTo>
                    <a:pt x="4547179" y="1117662"/>
                  </a:lnTo>
                  <a:lnTo>
                    <a:pt x="4547366" y="1128282"/>
                  </a:lnTo>
                  <a:lnTo>
                    <a:pt x="4547553" y="1138126"/>
                  </a:lnTo>
                  <a:lnTo>
                    <a:pt x="4547740" y="1147293"/>
                  </a:lnTo>
                  <a:lnTo>
                    <a:pt x="4547926" y="1155883"/>
                  </a:lnTo>
                  <a:lnTo>
                    <a:pt x="4548113" y="1164005"/>
                  </a:lnTo>
                  <a:lnTo>
                    <a:pt x="4548300" y="1171760"/>
                  </a:lnTo>
                  <a:lnTo>
                    <a:pt x="4548487" y="1178880"/>
                  </a:lnTo>
                  <a:lnTo>
                    <a:pt x="4548674" y="1184637"/>
                  </a:lnTo>
                  <a:lnTo>
                    <a:pt x="4548861" y="1191453"/>
                  </a:lnTo>
                  <a:lnTo>
                    <a:pt x="4549048" y="1196981"/>
                  </a:lnTo>
                  <a:lnTo>
                    <a:pt x="4549235" y="1200719"/>
                  </a:lnTo>
                  <a:lnTo>
                    <a:pt x="4549422" y="1202873"/>
                  </a:lnTo>
                  <a:lnTo>
                    <a:pt x="4549609" y="1204020"/>
                  </a:lnTo>
                  <a:lnTo>
                    <a:pt x="4549796" y="1204779"/>
                  </a:lnTo>
                  <a:lnTo>
                    <a:pt x="4549983" y="1204854"/>
                  </a:lnTo>
                  <a:lnTo>
                    <a:pt x="4550170" y="1204358"/>
                  </a:lnTo>
                  <a:lnTo>
                    <a:pt x="4550356" y="1203789"/>
                  </a:lnTo>
                  <a:lnTo>
                    <a:pt x="4550543" y="1203591"/>
                  </a:lnTo>
                  <a:lnTo>
                    <a:pt x="4550730" y="1203731"/>
                  </a:lnTo>
                  <a:lnTo>
                    <a:pt x="4550917" y="1204887"/>
                  </a:lnTo>
                  <a:lnTo>
                    <a:pt x="4551104" y="1206454"/>
                  </a:lnTo>
                  <a:lnTo>
                    <a:pt x="4551291" y="1207997"/>
                  </a:lnTo>
                  <a:lnTo>
                    <a:pt x="4551478" y="1209145"/>
                  </a:lnTo>
                  <a:lnTo>
                    <a:pt x="4551665" y="1211435"/>
                  </a:lnTo>
                  <a:lnTo>
                    <a:pt x="4551852" y="1212652"/>
                  </a:lnTo>
                  <a:lnTo>
                    <a:pt x="4552039" y="1213485"/>
                  </a:lnTo>
                  <a:lnTo>
                    <a:pt x="4552226" y="1213774"/>
                  </a:lnTo>
                  <a:lnTo>
                    <a:pt x="4552413" y="1213610"/>
                  </a:lnTo>
                  <a:lnTo>
                    <a:pt x="4552600" y="1213487"/>
                  </a:lnTo>
                  <a:lnTo>
                    <a:pt x="4552786" y="1212869"/>
                  </a:lnTo>
                  <a:lnTo>
                    <a:pt x="4552973" y="1212092"/>
                  </a:lnTo>
                  <a:lnTo>
                    <a:pt x="4553160" y="1211995"/>
                  </a:lnTo>
                  <a:lnTo>
                    <a:pt x="4553347" y="1212465"/>
                  </a:lnTo>
                  <a:lnTo>
                    <a:pt x="4553534" y="1212838"/>
                  </a:lnTo>
                  <a:lnTo>
                    <a:pt x="4553721" y="1212328"/>
                  </a:lnTo>
                  <a:lnTo>
                    <a:pt x="4553908" y="1212097"/>
                  </a:lnTo>
                  <a:lnTo>
                    <a:pt x="4554095" y="1212174"/>
                  </a:lnTo>
                  <a:lnTo>
                    <a:pt x="4554282" y="1212823"/>
                  </a:lnTo>
                  <a:lnTo>
                    <a:pt x="4554469" y="1212327"/>
                  </a:lnTo>
                  <a:lnTo>
                    <a:pt x="4554656" y="1212993"/>
                  </a:lnTo>
                  <a:lnTo>
                    <a:pt x="4554843" y="1213454"/>
                  </a:lnTo>
                  <a:lnTo>
                    <a:pt x="4555029" y="1213629"/>
                  </a:lnTo>
                  <a:lnTo>
                    <a:pt x="4555216" y="1214731"/>
                  </a:lnTo>
                  <a:lnTo>
                    <a:pt x="4555403" y="1216892"/>
                  </a:lnTo>
                  <a:lnTo>
                    <a:pt x="4555590" y="1219670"/>
                  </a:lnTo>
                  <a:lnTo>
                    <a:pt x="4555777" y="1222213"/>
                  </a:lnTo>
                  <a:lnTo>
                    <a:pt x="4555964" y="1224956"/>
                  </a:lnTo>
                  <a:lnTo>
                    <a:pt x="4556151" y="1227269"/>
                  </a:lnTo>
                  <a:lnTo>
                    <a:pt x="4556338" y="1229964"/>
                  </a:lnTo>
                  <a:lnTo>
                    <a:pt x="4556525" y="1231979"/>
                  </a:lnTo>
                  <a:lnTo>
                    <a:pt x="4556712" y="1234707"/>
                  </a:lnTo>
                  <a:lnTo>
                    <a:pt x="4556899" y="1237736"/>
                  </a:lnTo>
                  <a:lnTo>
                    <a:pt x="4557086" y="1241291"/>
                  </a:lnTo>
                  <a:lnTo>
                    <a:pt x="4557273" y="1245104"/>
                  </a:lnTo>
                  <a:lnTo>
                    <a:pt x="4557459" y="1247953"/>
                  </a:lnTo>
                  <a:lnTo>
                    <a:pt x="4557646" y="1248989"/>
                  </a:lnTo>
                  <a:lnTo>
                    <a:pt x="4557833" y="1249776"/>
                  </a:lnTo>
                  <a:lnTo>
                    <a:pt x="4558020" y="1250129"/>
                  </a:lnTo>
                  <a:lnTo>
                    <a:pt x="4558207" y="1251874"/>
                  </a:lnTo>
                  <a:lnTo>
                    <a:pt x="4558394" y="1254043"/>
                  </a:lnTo>
                  <a:lnTo>
                    <a:pt x="4558581" y="1257477"/>
                  </a:lnTo>
                  <a:lnTo>
                    <a:pt x="4558768" y="1260751"/>
                  </a:lnTo>
                  <a:lnTo>
                    <a:pt x="4558955" y="1263762"/>
                  </a:lnTo>
                  <a:lnTo>
                    <a:pt x="4559142" y="1265781"/>
                  </a:lnTo>
                  <a:lnTo>
                    <a:pt x="4559329" y="1266706"/>
                  </a:lnTo>
                  <a:lnTo>
                    <a:pt x="4559516" y="1268373"/>
                  </a:lnTo>
                  <a:lnTo>
                    <a:pt x="4559702" y="1269850"/>
                  </a:lnTo>
                  <a:lnTo>
                    <a:pt x="4559889" y="1271079"/>
                  </a:lnTo>
                  <a:lnTo>
                    <a:pt x="4560076" y="1271386"/>
                  </a:lnTo>
                  <a:lnTo>
                    <a:pt x="4560263" y="1272628"/>
                  </a:lnTo>
                  <a:lnTo>
                    <a:pt x="4560450" y="1273608"/>
                  </a:lnTo>
                  <a:lnTo>
                    <a:pt x="4560637" y="1275610"/>
                  </a:lnTo>
                  <a:lnTo>
                    <a:pt x="4560824" y="1277273"/>
                  </a:lnTo>
                  <a:lnTo>
                    <a:pt x="4561011" y="1278493"/>
                  </a:lnTo>
                  <a:lnTo>
                    <a:pt x="4561198" y="1279969"/>
                  </a:lnTo>
                  <a:lnTo>
                    <a:pt x="4561385" y="1280292"/>
                  </a:lnTo>
                  <a:lnTo>
                    <a:pt x="4561572" y="1280786"/>
                  </a:lnTo>
                  <a:lnTo>
                    <a:pt x="4561759" y="1281769"/>
                  </a:lnTo>
                  <a:lnTo>
                    <a:pt x="4561946" y="1283734"/>
                  </a:lnTo>
                  <a:lnTo>
                    <a:pt x="4562132" y="1285585"/>
                  </a:lnTo>
                  <a:lnTo>
                    <a:pt x="4562319" y="1287737"/>
                  </a:lnTo>
                  <a:lnTo>
                    <a:pt x="4562506" y="1290709"/>
                  </a:lnTo>
                  <a:lnTo>
                    <a:pt x="4562693" y="1292430"/>
                  </a:lnTo>
                  <a:lnTo>
                    <a:pt x="4562880" y="1294115"/>
                  </a:lnTo>
                  <a:lnTo>
                    <a:pt x="4563067" y="1295785"/>
                  </a:lnTo>
                  <a:lnTo>
                    <a:pt x="4563254" y="1297684"/>
                  </a:lnTo>
                  <a:lnTo>
                    <a:pt x="4563441" y="1300193"/>
                  </a:lnTo>
                  <a:lnTo>
                    <a:pt x="4563628" y="1303093"/>
                  </a:lnTo>
                  <a:lnTo>
                    <a:pt x="4563815" y="1306533"/>
                  </a:lnTo>
                  <a:lnTo>
                    <a:pt x="4564002" y="1309777"/>
                  </a:lnTo>
                  <a:lnTo>
                    <a:pt x="4564189" y="1312749"/>
                  </a:lnTo>
                  <a:lnTo>
                    <a:pt x="4564376" y="1315568"/>
                  </a:lnTo>
                  <a:lnTo>
                    <a:pt x="4564562" y="1318441"/>
                  </a:lnTo>
                  <a:lnTo>
                    <a:pt x="4564749" y="1320823"/>
                  </a:lnTo>
                  <a:lnTo>
                    <a:pt x="4564936" y="1323535"/>
                  </a:lnTo>
                  <a:lnTo>
                    <a:pt x="4565123" y="1326013"/>
                  </a:lnTo>
                  <a:lnTo>
                    <a:pt x="4565310" y="1328993"/>
                  </a:lnTo>
                  <a:lnTo>
                    <a:pt x="4565497" y="1332034"/>
                  </a:lnTo>
                  <a:lnTo>
                    <a:pt x="4565684" y="1334591"/>
                  </a:lnTo>
                  <a:lnTo>
                    <a:pt x="4565871" y="1337113"/>
                  </a:lnTo>
                  <a:lnTo>
                    <a:pt x="4566058" y="1339308"/>
                  </a:lnTo>
                  <a:lnTo>
                    <a:pt x="4566245" y="1342215"/>
                  </a:lnTo>
                  <a:lnTo>
                    <a:pt x="4566432" y="1344961"/>
                  </a:lnTo>
                  <a:lnTo>
                    <a:pt x="4566619" y="1347189"/>
                  </a:lnTo>
                  <a:lnTo>
                    <a:pt x="4566805" y="1349326"/>
                  </a:lnTo>
                  <a:lnTo>
                    <a:pt x="4566992" y="1351813"/>
                  </a:lnTo>
                  <a:lnTo>
                    <a:pt x="4567179" y="1353740"/>
                  </a:lnTo>
                  <a:lnTo>
                    <a:pt x="4567366" y="1356652"/>
                  </a:lnTo>
                  <a:lnTo>
                    <a:pt x="4567553" y="1360065"/>
                  </a:lnTo>
                  <a:lnTo>
                    <a:pt x="4567740" y="1362591"/>
                  </a:lnTo>
                  <a:lnTo>
                    <a:pt x="4567927" y="1365318"/>
                  </a:lnTo>
                  <a:lnTo>
                    <a:pt x="4568114" y="1367913"/>
                  </a:lnTo>
                  <a:lnTo>
                    <a:pt x="4568301" y="1369634"/>
                  </a:lnTo>
                  <a:lnTo>
                    <a:pt x="4568488" y="1370762"/>
                  </a:lnTo>
                  <a:lnTo>
                    <a:pt x="4568675" y="1370583"/>
                  </a:lnTo>
                  <a:lnTo>
                    <a:pt x="4568862" y="1369715"/>
                  </a:lnTo>
                  <a:lnTo>
                    <a:pt x="4569049" y="1367654"/>
                  </a:lnTo>
                  <a:lnTo>
                    <a:pt x="4569235" y="1365213"/>
                  </a:lnTo>
                  <a:lnTo>
                    <a:pt x="4569422" y="1362265"/>
                  </a:lnTo>
                  <a:lnTo>
                    <a:pt x="4569609" y="1358765"/>
                  </a:lnTo>
                  <a:lnTo>
                    <a:pt x="4569796" y="1354827"/>
                  </a:lnTo>
                  <a:lnTo>
                    <a:pt x="4569983" y="1349650"/>
                  </a:lnTo>
                  <a:lnTo>
                    <a:pt x="4570170" y="1343324"/>
                  </a:lnTo>
                  <a:lnTo>
                    <a:pt x="4570357" y="1335457"/>
                  </a:lnTo>
                  <a:lnTo>
                    <a:pt x="4570544" y="1326925"/>
                  </a:lnTo>
                  <a:lnTo>
                    <a:pt x="4570731" y="1317287"/>
                  </a:lnTo>
                  <a:lnTo>
                    <a:pt x="4570918" y="1306242"/>
                  </a:lnTo>
                  <a:lnTo>
                    <a:pt x="4571105" y="1294246"/>
                  </a:lnTo>
                  <a:lnTo>
                    <a:pt x="4571292" y="1282168"/>
                  </a:lnTo>
                  <a:lnTo>
                    <a:pt x="4571479" y="1270584"/>
                  </a:lnTo>
                  <a:lnTo>
                    <a:pt x="4571665" y="1260044"/>
                  </a:lnTo>
                  <a:lnTo>
                    <a:pt x="4571852" y="1249888"/>
                  </a:lnTo>
                  <a:lnTo>
                    <a:pt x="4572039" y="1239952"/>
                  </a:lnTo>
                  <a:lnTo>
                    <a:pt x="4572226" y="1229414"/>
                  </a:lnTo>
                  <a:lnTo>
                    <a:pt x="4572413" y="1219055"/>
                  </a:lnTo>
                  <a:lnTo>
                    <a:pt x="4572600" y="1209132"/>
                  </a:lnTo>
                  <a:lnTo>
                    <a:pt x="4572787" y="1199761"/>
                  </a:lnTo>
                  <a:lnTo>
                    <a:pt x="4572974" y="1191297"/>
                  </a:lnTo>
                  <a:lnTo>
                    <a:pt x="4573161" y="1183580"/>
                  </a:lnTo>
                  <a:lnTo>
                    <a:pt x="4573348" y="1177047"/>
                  </a:lnTo>
                  <a:lnTo>
                    <a:pt x="4573535" y="1171925"/>
                  </a:lnTo>
                  <a:lnTo>
                    <a:pt x="4573722" y="1168713"/>
                  </a:lnTo>
                  <a:lnTo>
                    <a:pt x="4573908" y="1166858"/>
                  </a:lnTo>
                  <a:lnTo>
                    <a:pt x="4574095" y="1166099"/>
                  </a:lnTo>
                  <a:lnTo>
                    <a:pt x="4574282" y="1166414"/>
                  </a:lnTo>
                  <a:lnTo>
                    <a:pt x="4574469" y="1168331"/>
                  </a:lnTo>
                  <a:lnTo>
                    <a:pt x="4574656" y="1171488"/>
                  </a:lnTo>
                  <a:lnTo>
                    <a:pt x="4574843" y="1176598"/>
                  </a:lnTo>
                  <a:lnTo>
                    <a:pt x="4575030" y="1182169"/>
                  </a:lnTo>
                  <a:lnTo>
                    <a:pt x="4575217" y="1187476"/>
                  </a:lnTo>
                  <a:lnTo>
                    <a:pt x="4575404" y="1192675"/>
                  </a:lnTo>
                  <a:lnTo>
                    <a:pt x="4575591" y="1197285"/>
                  </a:lnTo>
                  <a:lnTo>
                    <a:pt x="4575778" y="1204736"/>
                  </a:lnTo>
                  <a:lnTo>
                    <a:pt x="4575965" y="1213054"/>
                  </a:lnTo>
                  <a:lnTo>
                    <a:pt x="4576152" y="1221339"/>
                  </a:lnTo>
                  <a:lnTo>
                    <a:pt x="4576338" y="1228823"/>
                  </a:lnTo>
                  <a:lnTo>
                    <a:pt x="4576525" y="1234905"/>
                  </a:lnTo>
                  <a:lnTo>
                    <a:pt x="4576712" y="1240607"/>
                  </a:lnTo>
                  <a:lnTo>
                    <a:pt x="4576899" y="1245228"/>
                  </a:lnTo>
                  <a:lnTo>
                    <a:pt x="4577086" y="1245722"/>
                  </a:lnTo>
                  <a:lnTo>
                    <a:pt x="4577273" y="1245953"/>
                  </a:lnTo>
                  <a:lnTo>
                    <a:pt x="4577460" y="1246273"/>
                  </a:lnTo>
                  <a:lnTo>
                    <a:pt x="4577647" y="1245340"/>
                  </a:lnTo>
                  <a:lnTo>
                    <a:pt x="4577834" y="1244576"/>
                  </a:lnTo>
                  <a:lnTo>
                    <a:pt x="4578021" y="1242224"/>
                  </a:lnTo>
                  <a:lnTo>
                    <a:pt x="4578208" y="1242956"/>
                  </a:lnTo>
                  <a:lnTo>
                    <a:pt x="4578395" y="1243913"/>
                  </a:lnTo>
                  <a:lnTo>
                    <a:pt x="4578581" y="1244425"/>
                  </a:lnTo>
                  <a:lnTo>
                    <a:pt x="4578768" y="1244415"/>
                  </a:lnTo>
                  <a:lnTo>
                    <a:pt x="4578955" y="1243052"/>
                  </a:lnTo>
                  <a:lnTo>
                    <a:pt x="4579142" y="1241779"/>
                  </a:lnTo>
                  <a:lnTo>
                    <a:pt x="4579329" y="1241217"/>
                  </a:lnTo>
                  <a:lnTo>
                    <a:pt x="4579516" y="1241170"/>
                  </a:lnTo>
                  <a:lnTo>
                    <a:pt x="4579703" y="1241838"/>
                  </a:lnTo>
                  <a:lnTo>
                    <a:pt x="4579890" y="1242843"/>
                  </a:lnTo>
                  <a:lnTo>
                    <a:pt x="4580077" y="1243958"/>
                  </a:lnTo>
                  <a:lnTo>
                    <a:pt x="4580264" y="1245594"/>
                  </a:lnTo>
                  <a:lnTo>
                    <a:pt x="4580451" y="1247300"/>
                  </a:lnTo>
                  <a:lnTo>
                    <a:pt x="4580638" y="1249419"/>
                  </a:lnTo>
                  <a:lnTo>
                    <a:pt x="4580825" y="1252276"/>
                  </a:lnTo>
                  <a:lnTo>
                    <a:pt x="4581011" y="1254807"/>
                  </a:lnTo>
                  <a:lnTo>
                    <a:pt x="4581198" y="1257594"/>
                  </a:lnTo>
                  <a:lnTo>
                    <a:pt x="4581385" y="1259743"/>
                  </a:lnTo>
                  <a:lnTo>
                    <a:pt x="4581572" y="1261713"/>
                  </a:lnTo>
                  <a:lnTo>
                    <a:pt x="4581759" y="1263542"/>
                  </a:lnTo>
                  <a:lnTo>
                    <a:pt x="4581946" y="1264853"/>
                  </a:lnTo>
                  <a:lnTo>
                    <a:pt x="4582133" y="1265468"/>
                  </a:lnTo>
                  <a:lnTo>
                    <a:pt x="4582320" y="1265721"/>
                  </a:lnTo>
                  <a:lnTo>
                    <a:pt x="4582507" y="1265236"/>
                  </a:lnTo>
                  <a:lnTo>
                    <a:pt x="4582694" y="1265203"/>
                  </a:lnTo>
                  <a:lnTo>
                    <a:pt x="4582881" y="1264213"/>
                  </a:lnTo>
                  <a:lnTo>
                    <a:pt x="4583068" y="1262513"/>
                  </a:lnTo>
                  <a:lnTo>
                    <a:pt x="4583255" y="1259732"/>
                  </a:lnTo>
                  <a:lnTo>
                    <a:pt x="4583441" y="1256217"/>
                  </a:lnTo>
                  <a:lnTo>
                    <a:pt x="4583628" y="1252074"/>
                  </a:lnTo>
                  <a:lnTo>
                    <a:pt x="4583815" y="1247651"/>
                  </a:lnTo>
                  <a:lnTo>
                    <a:pt x="4584002" y="1242634"/>
                  </a:lnTo>
                  <a:lnTo>
                    <a:pt x="4584189" y="1237155"/>
                  </a:lnTo>
                  <a:lnTo>
                    <a:pt x="4584376" y="1231568"/>
                  </a:lnTo>
                  <a:lnTo>
                    <a:pt x="4584563" y="1226551"/>
                  </a:lnTo>
                  <a:lnTo>
                    <a:pt x="4584750" y="1221534"/>
                  </a:lnTo>
                  <a:lnTo>
                    <a:pt x="4584937" y="1216113"/>
                  </a:lnTo>
                  <a:lnTo>
                    <a:pt x="4585124" y="1210972"/>
                  </a:lnTo>
                  <a:lnTo>
                    <a:pt x="4585311" y="1205295"/>
                  </a:lnTo>
                  <a:lnTo>
                    <a:pt x="4585498" y="1199263"/>
                  </a:lnTo>
                  <a:lnTo>
                    <a:pt x="4585684" y="1192851"/>
                  </a:lnTo>
                  <a:lnTo>
                    <a:pt x="4585871" y="1186183"/>
                  </a:lnTo>
                  <a:lnTo>
                    <a:pt x="4586058" y="1179590"/>
                  </a:lnTo>
                  <a:lnTo>
                    <a:pt x="4586245" y="1173203"/>
                  </a:lnTo>
                  <a:lnTo>
                    <a:pt x="4586432" y="1166470"/>
                  </a:lnTo>
                  <a:lnTo>
                    <a:pt x="4586619" y="1159431"/>
                  </a:lnTo>
                  <a:lnTo>
                    <a:pt x="4586806" y="1153440"/>
                  </a:lnTo>
                  <a:lnTo>
                    <a:pt x="4586993" y="1148134"/>
                  </a:lnTo>
                  <a:lnTo>
                    <a:pt x="4587180" y="1143365"/>
                  </a:lnTo>
                  <a:lnTo>
                    <a:pt x="4587367" y="1138488"/>
                  </a:lnTo>
                  <a:lnTo>
                    <a:pt x="4587554" y="1135167"/>
                  </a:lnTo>
                  <a:lnTo>
                    <a:pt x="4587741" y="1131024"/>
                  </a:lnTo>
                  <a:lnTo>
                    <a:pt x="4587928" y="1126148"/>
                  </a:lnTo>
                  <a:lnTo>
                    <a:pt x="4588114" y="1121341"/>
                  </a:lnTo>
                  <a:lnTo>
                    <a:pt x="4588301" y="1116734"/>
                  </a:lnTo>
                  <a:lnTo>
                    <a:pt x="4588488" y="1113253"/>
                  </a:lnTo>
                  <a:lnTo>
                    <a:pt x="4588675" y="1110663"/>
                  </a:lnTo>
                  <a:lnTo>
                    <a:pt x="4588862" y="1108874"/>
                  </a:lnTo>
                  <a:lnTo>
                    <a:pt x="4589049" y="1105643"/>
                  </a:lnTo>
                  <a:lnTo>
                    <a:pt x="4589236" y="1103261"/>
                  </a:lnTo>
                  <a:lnTo>
                    <a:pt x="4589423" y="1100964"/>
                  </a:lnTo>
                  <a:lnTo>
                    <a:pt x="4589610" y="1098247"/>
                  </a:lnTo>
                  <a:lnTo>
                    <a:pt x="4589797" y="1095254"/>
                  </a:lnTo>
                  <a:lnTo>
                    <a:pt x="4589984" y="1092392"/>
                  </a:lnTo>
                  <a:lnTo>
                    <a:pt x="4590171" y="1091134"/>
                  </a:lnTo>
                  <a:lnTo>
                    <a:pt x="4590358" y="1090810"/>
                  </a:lnTo>
                  <a:lnTo>
                    <a:pt x="4590544" y="1091235"/>
                  </a:lnTo>
                  <a:lnTo>
                    <a:pt x="4590731" y="1090273"/>
                  </a:lnTo>
                  <a:lnTo>
                    <a:pt x="4590918" y="1089714"/>
                  </a:lnTo>
                  <a:lnTo>
                    <a:pt x="4591105" y="1088753"/>
                  </a:lnTo>
                  <a:lnTo>
                    <a:pt x="4591292" y="1089067"/>
                  </a:lnTo>
                  <a:lnTo>
                    <a:pt x="4591479" y="1088489"/>
                  </a:lnTo>
                  <a:lnTo>
                    <a:pt x="4591666" y="1086599"/>
                  </a:lnTo>
                  <a:lnTo>
                    <a:pt x="4591853" y="1084856"/>
                  </a:lnTo>
                  <a:lnTo>
                    <a:pt x="4592040" y="1084447"/>
                  </a:lnTo>
                  <a:lnTo>
                    <a:pt x="4592227" y="1085275"/>
                  </a:lnTo>
                  <a:lnTo>
                    <a:pt x="4592414" y="1085175"/>
                  </a:lnTo>
                  <a:lnTo>
                    <a:pt x="4592601" y="1084831"/>
                  </a:lnTo>
                  <a:lnTo>
                    <a:pt x="4592787" y="1083866"/>
                  </a:lnTo>
                  <a:lnTo>
                    <a:pt x="4592974" y="1083006"/>
                  </a:lnTo>
                  <a:lnTo>
                    <a:pt x="4593161" y="1082308"/>
                  </a:lnTo>
                  <a:lnTo>
                    <a:pt x="4593348" y="1081934"/>
                  </a:lnTo>
                  <a:lnTo>
                    <a:pt x="4593535" y="1081573"/>
                  </a:lnTo>
                  <a:lnTo>
                    <a:pt x="4593722" y="1081075"/>
                  </a:lnTo>
                  <a:lnTo>
                    <a:pt x="4593909" y="1080649"/>
                  </a:lnTo>
                  <a:lnTo>
                    <a:pt x="4594096" y="1080776"/>
                  </a:lnTo>
                  <a:lnTo>
                    <a:pt x="4594283" y="1080956"/>
                  </a:lnTo>
                  <a:lnTo>
                    <a:pt x="4594470" y="1080518"/>
                  </a:lnTo>
                  <a:lnTo>
                    <a:pt x="4594657" y="1079753"/>
                  </a:lnTo>
                  <a:lnTo>
                    <a:pt x="4594844" y="1079456"/>
                  </a:lnTo>
                  <a:lnTo>
                    <a:pt x="4595031" y="1079156"/>
                  </a:lnTo>
                  <a:lnTo>
                    <a:pt x="4595217" y="1080162"/>
                  </a:lnTo>
                  <a:lnTo>
                    <a:pt x="4595404" y="1080790"/>
                  </a:lnTo>
                  <a:lnTo>
                    <a:pt x="4595591" y="1081813"/>
                  </a:lnTo>
                  <a:lnTo>
                    <a:pt x="4595778" y="1082902"/>
                  </a:lnTo>
                  <a:lnTo>
                    <a:pt x="4595965" y="1082910"/>
                  </a:lnTo>
                  <a:lnTo>
                    <a:pt x="4596152" y="1082877"/>
                  </a:lnTo>
                  <a:lnTo>
                    <a:pt x="4596339" y="1083447"/>
                  </a:lnTo>
                  <a:lnTo>
                    <a:pt x="4596526" y="1084024"/>
                  </a:lnTo>
                  <a:lnTo>
                    <a:pt x="4596713" y="1085981"/>
                  </a:lnTo>
                  <a:lnTo>
                    <a:pt x="4596900" y="1087727"/>
                  </a:lnTo>
                  <a:lnTo>
                    <a:pt x="4597087" y="1089209"/>
                  </a:lnTo>
                  <a:lnTo>
                    <a:pt x="4597274" y="1090496"/>
                  </a:lnTo>
                  <a:lnTo>
                    <a:pt x="4597460" y="1092013"/>
                  </a:lnTo>
                  <a:lnTo>
                    <a:pt x="4597647" y="1093433"/>
                  </a:lnTo>
                  <a:lnTo>
                    <a:pt x="4597834" y="1094796"/>
                  </a:lnTo>
                  <a:lnTo>
                    <a:pt x="4598021" y="1095625"/>
                  </a:lnTo>
                  <a:lnTo>
                    <a:pt x="4598208" y="1096443"/>
                  </a:lnTo>
                  <a:lnTo>
                    <a:pt x="4598395" y="1097582"/>
                  </a:lnTo>
                  <a:lnTo>
                    <a:pt x="4598582" y="1098866"/>
                  </a:lnTo>
                  <a:lnTo>
                    <a:pt x="4598769" y="1099778"/>
                  </a:lnTo>
                  <a:lnTo>
                    <a:pt x="4598956" y="1100059"/>
                  </a:lnTo>
                  <a:lnTo>
                    <a:pt x="4599143" y="1099575"/>
                  </a:lnTo>
                  <a:lnTo>
                    <a:pt x="4599330" y="1100126"/>
                  </a:lnTo>
                  <a:lnTo>
                    <a:pt x="4599517" y="1100356"/>
                  </a:lnTo>
                  <a:lnTo>
                    <a:pt x="4599704" y="1101070"/>
                  </a:lnTo>
                  <a:lnTo>
                    <a:pt x="4599890" y="1100889"/>
                  </a:lnTo>
                  <a:lnTo>
                    <a:pt x="4600077" y="1100972"/>
                  </a:lnTo>
                  <a:lnTo>
                    <a:pt x="4600264" y="1101040"/>
                  </a:lnTo>
                  <a:lnTo>
                    <a:pt x="4600451" y="1100926"/>
                  </a:lnTo>
                  <a:lnTo>
                    <a:pt x="4600638" y="1100148"/>
                  </a:lnTo>
                  <a:lnTo>
                    <a:pt x="4600825" y="1098928"/>
                  </a:lnTo>
                  <a:lnTo>
                    <a:pt x="4601012" y="1097703"/>
                  </a:lnTo>
                  <a:lnTo>
                    <a:pt x="4601199" y="1096212"/>
                  </a:lnTo>
                  <a:lnTo>
                    <a:pt x="4601386" y="1094733"/>
                  </a:lnTo>
                  <a:lnTo>
                    <a:pt x="4601573" y="1093815"/>
                  </a:lnTo>
                  <a:lnTo>
                    <a:pt x="4601760" y="1093479"/>
                  </a:lnTo>
                  <a:lnTo>
                    <a:pt x="4601947" y="1093716"/>
                  </a:lnTo>
                  <a:lnTo>
                    <a:pt x="4602134" y="1094392"/>
                  </a:lnTo>
                  <a:lnTo>
                    <a:pt x="4602320" y="1094019"/>
                  </a:lnTo>
                  <a:lnTo>
                    <a:pt x="4602507" y="1093586"/>
                  </a:lnTo>
                  <a:lnTo>
                    <a:pt x="4602694" y="1093047"/>
                  </a:lnTo>
                  <a:lnTo>
                    <a:pt x="4602881" y="1091902"/>
                  </a:lnTo>
                  <a:lnTo>
                    <a:pt x="4603068" y="1091642"/>
                  </a:lnTo>
                  <a:lnTo>
                    <a:pt x="4603255" y="1090883"/>
                  </a:lnTo>
                  <a:lnTo>
                    <a:pt x="4603442" y="1088234"/>
                  </a:lnTo>
                  <a:lnTo>
                    <a:pt x="4603629" y="1085940"/>
                  </a:lnTo>
                  <a:lnTo>
                    <a:pt x="4603816" y="1083036"/>
                  </a:lnTo>
                  <a:lnTo>
                    <a:pt x="4604003" y="1079850"/>
                  </a:lnTo>
                  <a:lnTo>
                    <a:pt x="4604190" y="1076624"/>
                  </a:lnTo>
                  <a:lnTo>
                    <a:pt x="4604377" y="1072671"/>
                  </a:lnTo>
                  <a:lnTo>
                    <a:pt x="4604563" y="1068042"/>
                  </a:lnTo>
                  <a:lnTo>
                    <a:pt x="4604750" y="1062753"/>
                  </a:lnTo>
                  <a:lnTo>
                    <a:pt x="4604937" y="1056828"/>
                  </a:lnTo>
                  <a:lnTo>
                    <a:pt x="4605124" y="1050309"/>
                  </a:lnTo>
                  <a:lnTo>
                    <a:pt x="4605311" y="1043311"/>
                  </a:lnTo>
                  <a:lnTo>
                    <a:pt x="4605498" y="1036256"/>
                  </a:lnTo>
                  <a:lnTo>
                    <a:pt x="4605685" y="1030537"/>
                  </a:lnTo>
                  <a:lnTo>
                    <a:pt x="4605872" y="1026313"/>
                  </a:lnTo>
                  <a:lnTo>
                    <a:pt x="4606059" y="1023243"/>
                  </a:lnTo>
                  <a:lnTo>
                    <a:pt x="4606246" y="1020825"/>
                  </a:lnTo>
                  <a:lnTo>
                    <a:pt x="4606433" y="1019860"/>
                  </a:lnTo>
                  <a:lnTo>
                    <a:pt x="4606620" y="1020099"/>
                  </a:lnTo>
                  <a:lnTo>
                    <a:pt x="4606807" y="1020932"/>
                  </a:lnTo>
                  <a:lnTo>
                    <a:pt x="4606993" y="1022583"/>
                  </a:lnTo>
                  <a:lnTo>
                    <a:pt x="4607180" y="1025364"/>
                  </a:lnTo>
                  <a:lnTo>
                    <a:pt x="4607367" y="1029374"/>
                  </a:lnTo>
                  <a:lnTo>
                    <a:pt x="4607554" y="1034680"/>
                  </a:lnTo>
                  <a:lnTo>
                    <a:pt x="4607741" y="1041067"/>
                  </a:lnTo>
                  <a:lnTo>
                    <a:pt x="4607928" y="1049154"/>
                  </a:lnTo>
                  <a:lnTo>
                    <a:pt x="4608115" y="1058899"/>
                  </a:lnTo>
                  <a:lnTo>
                    <a:pt x="4608302" y="1070130"/>
                  </a:lnTo>
                  <a:lnTo>
                    <a:pt x="4608489" y="1082285"/>
                  </a:lnTo>
                  <a:lnTo>
                    <a:pt x="4608676" y="1094852"/>
                  </a:lnTo>
                  <a:lnTo>
                    <a:pt x="4608863" y="1107313"/>
                  </a:lnTo>
                  <a:lnTo>
                    <a:pt x="4609050" y="1119575"/>
                  </a:lnTo>
                  <a:lnTo>
                    <a:pt x="4609237" y="1131383"/>
                  </a:lnTo>
                  <a:lnTo>
                    <a:pt x="4609423" y="1143307"/>
                  </a:lnTo>
                  <a:lnTo>
                    <a:pt x="4609610" y="1156040"/>
                  </a:lnTo>
                  <a:lnTo>
                    <a:pt x="4609797" y="1168401"/>
                  </a:lnTo>
                  <a:lnTo>
                    <a:pt x="4609984" y="1180630"/>
                  </a:lnTo>
                  <a:lnTo>
                    <a:pt x="4610171" y="1192876"/>
                  </a:lnTo>
                  <a:lnTo>
                    <a:pt x="4610358" y="1204602"/>
                  </a:lnTo>
                  <a:lnTo>
                    <a:pt x="4610545" y="1215948"/>
                  </a:lnTo>
                  <a:lnTo>
                    <a:pt x="4610732" y="1226774"/>
                  </a:lnTo>
                  <a:lnTo>
                    <a:pt x="4610919" y="1236611"/>
                  </a:lnTo>
                  <a:lnTo>
                    <a:pt x="4611106" y="1245275"/>
                  </a:lnTo>
                  <a:lnTo>
                    <a:pt x="4611293" y="1252594"/>
                  </a:lnTo>
                  <a:lnTo>
                    <a:pt x="4611480" y="1258519"/>
                  </a:lnTo>
                  <a:lnTo>
                    <a:pt x="4611666" y="1263784"/>
                  </a:lnTo>
                  <a:lnTo>
                    <a:pt x="4611853" y="1268900"/>
                  </a:lnTo>
                  <a:lnTo>
                    <a:pt x="4612040" y="1273529"/>
                  </a:lnTo>
                  <a:lnTo>
                    <a:pt x="4612227" y="1277960"/>
                  </a:lnTo>
                  <a:lnTo>
                    <a:pt x="4612414" y="1281715"/>
                  </a:lnTo>
                  <a:lnTo>
                    <a:pt x="4612601" y="1285742"/>
                  </a:lnTo>
                  <a:lnTo>
                    <a:pt x="4612788" y="1289761"/>
                  </a:lnTo>
                  <a:lnTo>
                    <a:pt x="4612975" y="1293391"/>
                  </a:lnTo>
                  <a:lnTo>
                    <a:pt x="4613162" y="1297047"/>
                  </a:lnTo>
                  <a:lnTo>
                    <a:pt x="4613349" y="1299960"/>
                  </a:lnTo>
                  <a:lnTo>
                    <a:pt x="4613536" y="1301676"/>
                  </a:lnTo>
                  <a:lnTo>
                    <a:pt x="4613723" y="1303516"/>
                  </a:lnTo>
                  <a:lnTo>
                    <a:pt x="4613910" y="1306372"/>
                  </a:lnTo>
                  <a:lnTo>
                    <a:pt x="4614096" y="1309788"/>
                  </a:lnTo>
                  <a:lnTo>
                    <a:pt x="4614283" y="1315484"/>
                  </a:lnTo>
                  <a:lnTo>
                    <a:pt x="4614470" y="1322239"/>
                  </a:lnTo>
                  <a:lnTo>
                    <a:pt x="4614657" y="1329169"/>
                  </a:lnTo>
                  <a:lnTo>
                    <a:pt x="4614844" y="1335407"/>
                  </a:lnTo>
                  <a:lnTo>
                    <a:pt x="4615031" y="1341355"/>
                  </a:lnTo>
                  <a:lnTo>
                    <a:pt x="4615218" y="1347854"/>
                  </a:lnTo>
                  <a:lnTo>
                    <a:pt x="4615405" y="1354621"/>
                  </a:lnTo>
                  <a:lnTo>
                    <a:pt x="4615592" y="1358153"/>
                  </a:lnTo>
                  <a:lnTo>
                    <a:pt x="4615779" y="1361318"/>
                  </a:lnTo>
                  <a:lnTo>
                    <a:pt x="4615966" y="1364528"/>
                  </a:lnTo>
                  <a:lnTo>
                    <a:pt x="4616153" y="1368141"/>
                  </a:lnTo>
                  <a:lnTo>
                    <a:pt x="4616339" y="1372812"/>
                  </a:lnTo>
                  <a:lnTo>
                    <a:pt x="4616526" y="1377362"/>
                  </a:lnTo>
                  <a:lnTo>
                    <a:pt x="4616713" y="1381275"/>
                  </a:lnTo>
                  <a:lnTo>
                    <a:pt x="4616900" y="1384774"/>
                  </a:lnTo>
                  <a:lnTo>
                    <a:pt x="4617087" y="1387887"/>
                  </a:lnTo>
                  <a:lnTo>
                    <a:pt x="4617274" y="1390459"/>
                  </a:lnTo>
                  <a:lnTo>
                    <a:pt x="4617461" y="1391798"/>
                  </a:lnTo>
                  <a:lnTo>
                    <a:pt x="4617648" y="1393824"/>
                  </a:lnTo>
                  <a:lnTo>
                    <a:pt x="4617835" y="1395942"/>
                  </a:lnTo>
                  <a:lnTo>
                    <a:pt x="4618022" y="1397456"/>
                  </a:lnTo>
                  <a:lnTo>
                    <a:pt x="4618209" y="1398264"/>
                  </a:lnTo>
                  <a:lnTo>
                    <a:pt x="4618396" y="1399328"/>
                  </a:lnTo>
                  <a:lnTo>
                    <a:pt x="4618583" y="1399772"/>
                  </a:lnTo>
                  <a:lnTo>
                    <a:pt x="4618769" y="1400317"/>
                  </a:lnTo>
                  <a:lnTo>
                    <a:pt x="4618956" y="1400713"/>
                  </a:lnTo>
                  <a:lnTo>
                    <a:pt x="4619143" y="1401175"/>
                  </a:lnTo>
                  <a:lnTo>
                    <a:pt x="4619330" y="1402206"/>
                  </a:lnTo>
                  <a:lnTo>
                    <a:pt x="4619517" y="1403188"/>
                  </a:lnTo>
                  <a:lnTo>
                    <a:pt x="4619704" y="1404550"/>
                  </a:lnTo>
                  <a:lnTo>
                    <a:pt x="4619891" y="1405763"/>
                  </a:lnTo>
                  <a:lnTo>
                    <a:pt x="4620078" y="1406472"/>
                  </a:lnTo>
                  <a:lnTo>
                    <a:pt x="4620265" y="1407446"/>
                  </a:lnTo>
                  <a:lnTo>
                    <a:pt x="4620452" y="1408461"/>
                  </a:lnTo>
                  <a:lnTo>
                    <a:pt x="4620639" y="1410211"/>
                  </a:lnTo>
                  <a:lnTo>
                    <a:pt x="4620826" y="1412480"/>
                  </a:lnTo>
                  <a:lnTo>
                    <a:pt x="4621013" y="1415517"/>
                  </a:lnTo>
                  <a:lnTo>
                    <a:pt x="4621199" y="1419106"/>
                  </a:lnTo>
                  <a:lnTo>
                    <a:pt x="4621386" y="1423678"/>
                  </a:lnTo>
                  <a:lnTo>
                    <a:pt x="4621573" y="1429050"/>
                  </a:lnTo>
                  <a:lnTo>
                    <a:pt x="4621760" y="1434859"/>
                  </a:lnTo>
                  <a:lnTo>
                    <a:pt x="4621947" y="1440330"/>
                  </a:lnTo>
                  <a:lnTo>
                    <a:pt x="4622134" y="1445751"/>
                  </a:lnTo>
                  <a:lnTo>
                    <a:pt x="4622321" y="1451874"/>
                  </a:lnTo>
                  <a:lnTo>
                    <a:pt x="4622508" y="1458195"/>
                  </a:lnTo>
                  <a:lnTo>
                    <a:pt x="4622695" y="1465193"/>
                  </a:lnTo>
                  <a:lnTo>
                    <a:pt x="4622882" y="1472685"/>
                  </a:lnTo>
                  <a:lnTo>
                    <a:pt x="4623069" y="1480458"/>
                  </a:lnTo>
                  <a:lnTo>
                    <a:pt x="4623256" y="1488611"/>
                  </a:lnTo>
                  <a:lnTo>
                    <a:pt x="4623442" y="1496913"/>
                  </a:lnTo>
                  <a:lnTo>
                    <a:pt x="4623629" y="1504950"/>
                  </a:lnTo>
                  <a:lnTo>
                    <a:pt x="4623816" y="1513185"/>
                  </a:lnTo>
                  <a:lnTo>
                    <a:pt x="4624003" y="1521998"/>
                  </a:lnTo>
                  <a:lnTo>
                    <a:pt x="4624190" y="1530407"/>
                  </a:lnTo>
                  <a:lnTo>
                    <a:pt x="4624377" y="1538312"/>
                  </a:lnTo>
                  <a:lnTo>
                    <a:pt x="4624564" y="1545285"/>
                  </a:lnTo>
                  <a:lnTo>
                    <a:pt x="4624751" y="1552084"/>
                  </a:lnTo>
                  <a:lnTo>
                    <a:pt x="4624938" y="1557278"/>
                  </a:lnTo>
                  <a:lnTo>
                    <a:pt x="4625125" y="1562956"/>
                  </a:lnTo>
                  <a:lnTo>
                    <a:pt x="4625312" y="1568649"/>
                  </a:lnTo>
                  <a:lnTo>
                    <a:pt x="4625499" y="1574116"/>
                  </a:lnTo>
                  <a:lnTo>
                    <a:pt x="4625686" y="1579400"/>
                  </a:lnTo>
                  <a:lnTo>
                    <a:pt x="4625872" y="1583929"/>
                  </a:lnTo>
                  <a:lnTo>
                    <a:pt x="4626059" y="1588153"/>
                  </a:lnTo>
                  <a:lnTo>
                    <a:pt x="4626246" y="1592087"/>
                  </a:lnTo>
                  <a:lnTo>
                    <a:pt x="4626433" y="1596716"/>
                  </a:lnTo>
                  <a:lnTo>
                    <a:pt x="4626620" y="1601604"/>
                  </a:lnTo>
                  <a:lnTo>
                    <a:pt x="4626807" y="1606755"/>
                  </a:lnTo>
                  <a:lnTo>
                    <a:pt x="4626994" y="1612624"/>
                  </a:lnTo>
                  <a:lnTo>
                    <a:pt x="4627181" y="1619041"/>
                  </a:lnTo>
                  <a:lnTo>
                    <a:pt x="4627368" y="1625714"/>
                  </a:lnTo>
                  <a:lnTo>
                    <a:pt x="4627555" y="1631337"/>
                  </a:lnTo>
                  <a:lnTo>
                    <a:pt x="4627742" y="1636571"/>
                  </a:lnTo>
                  <a:lnTo>
                    <a:pt x="4627929" y="1641121"/>
                  </a:lnTo>
                  <a:lnTo>
                    <a:pt x="4628115" y="1646861"/>
                  </a:lnTo>
                  <a:lnTo>
                    <a:pt x="4628302" y="1652708"/>
                  </a:lnTo>
                  <a:lnTo>
                    <a:pt x="4628489" y="1658800"/>
                  </a:lnTo>
                  <a:lnTo>
                    <a:pt x="4628676" y="1663395"/>
                  </a:lnTo>
                  <a:lnTo>
                    <a:pt x="4628863" y="1668633"/>
                  </a:lnTo>
                  <a:lnTo>
                    <a:pt x="4629050" y="1674817"/>
                  </a:lnTo>
                  <a:lnTo>
                    <a:pt x="4629237" y="1681221"/>
                  </a:lnTo>
                  <a:lnTo>
                    <a:pt x="4629424" y="1685817"/>
                  </a:lnTo>
                  <a:lnTo>
                    <a:pt x="4629611" y="1690617"/>
                  </a:lnTo>
                  <a:lnTo>
                    <a:pt x="4629798" y="1695271"/>
                  </a:lnTo>
                  <a:lnTo>
                    <a:pt x="4629985" y="1699518"/>
                  </a:lnTo>
                  <a:lnTo>
                    <a:pt x="4630172" y="1704081"/>
                  </a:lnTo>
                  <a:lnTo>
                    <a:pt x="4630359" y="1708094"/>
                  </a:lnTo>
                  <a:lnTo>
                    <a:pt x="4630545" y="1712489"/>
                  </a:lnTo>
                  <a:lnTo>
                    <a:pt x="4630732" y="1716774"/>
                  </a:lnTo>
                  <a:lnTo>
                    <a:pt x="4630919" y="1721814"/>
                  </a:lnTo>
                  <a:lnTo>
                    <a:pt x="4631106" y="1726743"/>
                  </a:lnTo>
                  <a:lnTo>
                    <a:pt x="4631293" y="1731741"/>
                  </a:lnTo>
                  <a:lnTo>
                    <a:pt x="4631480" y="1736251"/>
                  </a:lnTo>
                  <a:lnTo>
                    <a:pt x="4631667" y="1740370"/>
                  </a:lnTo>
                  <a:lnTo>
                    <a:pt x="4631854" y="1745066"/>
                  </a:lnTo>
                  <a:lnTo>
                    <a:pt x="4632041" y="1749330"/>
                  </a:lnTo>
                  <a:lnTo>
                    <a:pt x="4632228" y="1753530"/>
                  </a:lnTo>
                  <a:lnTo>
                    <a:pt x="4632415" y="1758731"/>
                  </a:lnTo>
                  <a:lnTo>
                    <a:pt x="4632602" y="1763303"/>
                  </a:lnTo>
                  <a:lnTo>
                    <a:pt x="4632789" y="1768123"/>
                  </a:lnTo>
                  <a:lnTo>
                    <a:pt x="4632975" y="1772356"/>
                  </a:lnTo>
                  <a:lnTo>
                    <a:pt x="4633162" y="1776176"/>
                  </a:lnTo>
                  <a:lnTo>
                    <a:pt x="4633349" y="1779749"/>
                  </a:lnTo>
                  <a:lnTo>
                    <a:pt x="4633536" y="1783034"/>
                  </a:lnTo>
                  <a:lnTo>
                    <a:pt x="4633723" y="1785823"/>
                  </a:lnTo>
                  <a:lnTo>
                    <a:pt x="4633910" y="1789090"/>
                  </a:lnTo>
                  <a:lnTo>
                    <a:pt x="4634097" y="1791499"/>
                  </a:lnTo>
                  <a:lnTo>
                    <a:pt x="4634284" y="1794011"/>
                  </a:lnTo>
                  <a:lnTo>
                    <a:pt x="4634471" y="1796820"/>
                  </a:lnTo>
                  <a:lnTo>
                    <a:pt x="4634658" y="1799915"/>
                  </a:lnTo>
                  <a:lnTo>
                    <a:pt x="4634845" y="1802813"/>
                  </a:lnTo>
                  <a:lnTo>
                    <a:pt x="4635032" y="1805452"/>
                  </a:lnTo>
                  <a:lnTo>
                    <a:pt x="4635218" y="1807687"/>
                  </a:lnTo>
                  <a:lnTo>
                    <a:pt x="4635405" y="1810184"/>
                  </a:lnTo>
                  <a:lnTo>
                    <a:pt x="4635592" y="1813244"/>
                  </a:lnTo>
                  <a:lnTo>
                    <a:pt x="4635779" y="1816413"/>
                  </a:lnTo>
                  <a:lnTo>
                    <a:pt x="4635966" y="1819790"/>
                  </a:lnTo>
                  <a:lnTo>
                    <a:pt x="4636153" y="1823640"/>
                  </a:lnTo>
                  <a:lnTo>
                    <a:pt x="4636340" y="1828079"/>
                  </a:lnTo>
                  <a:lnTo>
                    <a:pt x="4636527" y="1832994"/>
                  </a:lnTo>
                  <a:lnTo>
                    <a:pt x="4636714" y="1836355"/>
                  </a:lnTo>
                  <a:lnTo>
                    <a:pt x="4636901" y="1839929"/>
                  </a:lnTo>
                  <a:lnTo>
                    <a:pt x="4637088" y="1843629"/>
                  </a:lnTo>
                  <a:lnTo>
                    <a:pt x="4637275" y="1847136"/>
                  </a:lnTo>
                  <a:lnTo>
                    <a:pt x="4637462" y="1850440"/>
                  </a:lnTo>
                  <a:lnTo>
                    <a:pt x="4637648" y="1853540"/>
                  </a:lnTo>
                  <a:lnTo>
                    <a:pt x="4637835" y="1856594"/>
                  </a:lnTo>
                  <a:lnTo>
                    <a:pt x="4638022" y="1860030"/>
                  </a:lnTo>
                  <a:lnTo>
                    <a:pt x="4638209" y="1863619"/>
                  </a:lnTo>
                  <a:lnTo>
                    <a:pt x="4638396" y="1867111"/>
                  </a:lnTo>
                  <a:lnTo>
                    <a:pt x="4638583" y="1870515"/>
                  </a:lnTo>
                  <a:lnTo>
                    <a:pt x="4638770" y="1873948"/>
                  </a:lnTo>
                  <a:lnTo>
                    <a:pt x="4638957" y="1877000"/>
                  </a:lnTo>
                  <a:lnTo>
                    <a:pt x="4639144" y="1879565"/>
                  </a:lnTo>
                  <a:lnTo>
                    <a:pt x="4639331" y="1881772"/>
                  </a:lnTo>
                  <a:lnTo>
                    <a:pt x="4639518" y="1883558"/>
                  </a:lnTo>
                  <a:lnTo>
                    <a:pt x="4639705" y="1886150"/>
                  </a:lnTo>
                  <a:lnTo>
                    <a:pt x="4639892" y="1888778"/>
                  </a:lnTo>
                  <a:lnTo>
                    <a:pt x="4640078" y="1891604"/>
                  </a:lnTo>
                  <a:lnTo>
                    <a:pt x="4640265" y="1894887"/>
                  </a:lnTo>
                  <a:lnTo>
                    <a:pt x="4640452" y="1898927"/>
                  </a:lnTo>
                  <a:lnTo>
                    <a:pt x="4640639" y="1903515"/>
                  </a:lnTo>
                  <a:lnTo>
                    <a:pt x="4640826" y="1910091"/>
                  </a:lnTo>
                  <a:lnTo>
                    <a:pt x="4641013" y="1916412"/>
                  </a:lnTo>
                  <a:lnTo>
                    <a:pt x="4641200" y="1922807"/>
                  </a:lnTo>
                  <a:lnTo>
                    <a:pt x="4641387" y="1929442"/>
                  </a:lnTo>
                  <a:lnTo>
                    <a:pt x="4641574" y="1936175"/>
                  </a:lnTo>
                  <a:lnTo>
                    <a:pt x="4641761" y="1943000"/>
                  </a:lnTo>
                  <a:lnTo>
                    <a:pt x="4641948" y="1950022"/>
                  </a:lnTo>
                  <a:lnTo>
                    <a:pt x="4642135" y="1956756"/>
                  </a:lnTo>
                  <a:lnTo>
                    <a:pt x="4642321" y="1963588"/>
                  </a:lnTo>
                  <a:lnTo>
                    <a:pt x="4642508" y="1970866"/>
                  </a:lnTo>
                  <a:lnTo>
                    <a:pt x="4642695" y="1978450"/>
                  </a:lnTo>
                  <a:lnTo>
                    <a:pt x="4642882" y="1985744"/>
                  </a:lnTo>
                  <a:lnTo>
                    <a:pt x="4643069" y="1992247"/>
                  </a:lnTo>
                  <a:lnTo>
                    <a:pt x="4643256" y="1997577"/>
                  </a:lnTo>
                  <a:lnTo>
                    <a:pt x="4643443" y="2001745"/>
                  </a:lnTo>
                  <a:lnTo>
                    <a:pt x="4643630" y="2005755"/>
                  </a:lnTo>
                  <a:lnTo>
                    <a:pt x="4643817" y="2009633"/>
                  </a:lnTo>
                  <a:lnTo>
                    <a:pt x="4644004" y="2013248"/>
                  </a:lnTo>
                  <a:lnTo>
                    <a:pt x="4644191" y="2016746"/>
                  </a:lnTo>
                  <a:lnTo>
                    <a:pt x="4644378" y="2019841"/>
                  </a:lnTo>
                  <a:lnTo>
                    <a:pt x="4644565" y="2022762"/>
                  </a:lnTo>
                  <a:lnTo>
                    <a:pt x="4644751" y="2025460"/>
                  </a:lnTo>
                  <a:lnTo>
                    <a:pt x="4644938" y="2028307"/>
                  </a:lnTo>
                  <a:lnTo>
                    <a:pt x="4645125" y="2031402"/>
                  </a:lnTo>
                  <a:lnTo>
                    <a:pt x="4645312" y="2033605"/>
                  </a:lnTo>
                  <a:lnTo>
                    <a:pt x="4645499" y="2034925"/>
                  </a:lnTo>
                  <a:lnTo>
                    <a:pt x="4645686" y="2036171"/>
                  </a:lnTo>
                  <a:lnTo>
                    <a:pt x="4645873" y="2037145"/>
                  </a:lnTo>
                  <a:lnTo>
                    <a:pt x="4646060" y="2038152"/>
                  </a:lnTo>
                  <a:lnTo>
                    <a:pt x="4646247" y="2039736"/>
                  </a:lnTo>
                  <a:lnTo>
                    <a:pt x="4646434" y="2041254"/>
                  </a:lnTo>
                  <a:lnTo>
                    <a:pt x="4646621" y="2042591"/>
                  </a:lnTo>
                  <a:lnTo>
                    <a:pt x="4646808" y="2043482"/>
                  </a:lnTo>
                  <a:lnTo>
                    <a:pt x="4646994" y="2043713"/>
                  </a:lnTo>
                  <a:lnTo>
                    <a:pt x="4647181" y="2043845"/>
                  </a:lnTo>
                  <a:lnTo>
                    <a:pt x="4647368" y="2044010"/>
                  </a:lnTo>
                  <a:lnTo>
                    <a:pt x="4647555" y="2043986"/>
                  </a:lnTo>
                  <a:lnTo>
                    <a:pt x="4647742" y="2043812"/>
                  </a:lnTo>
                  <a:lnTo>
                    <a:pt x="4647929" y="2043449"/>
                  </a:lnTo>
                  <a:lnTo>
                    <a:pt x="4648116" y="2043070"/>
                  </a:lnTo>
                  <a:lnTo>
                    <a:pt x="4648303" y="2042641"/>
                  </a:lnTo>
                  <a:lnTo>
                    <a:pt x="4648490" y="2042022"/>
                  </a:lnTo>
                  <a:lnTo>
                    <a:pt x="4648677" y="2041617"/>
                  </a:lnTo>
                  <a:lnTo>
                    <a:pt x="4648864" y="2041758"/>
                  </a:lnTo>
                  <a:lnTo>
                    <a:pt x="4649051" y="2042154"/>
                  </a:lnTo>
                  <a:lnTo>
                    <a:pt x="4649238" y="2042814"/>
                  </a:lnTo>
                  <a:lnTo>
                    <a:pt x="4649424" y="2043862"/>
                  </a:lnTo>
                  <a:lnTo>
                    <a:pt x="4649611" y="2045677"/>
                  </a:lnTo>
                  <a:lnTo>
                    <a:pt x="4649798" y="2047922"/>
                  </a:lnTo>
                  <a:lnTo>
                    <a:pt x="4649985" y="2050274"/>
                  </a:lnTo>
                  <a:lnTo>
                    <a:pt x="4650172" y="2052873"/>
                  </a:lnTo>
                  <a:lnTo>
                    <a:pt x="4650359" y="2055654"/>
                  </a:lnTo>
                  <a:lnTo>
                    <a:pt x="4650546" y="2058311"/>
                  </a:lnTo>
                  <a:lnTo>
                    <a:pt x="4650733" y="2061315"/>
                  </a:lnTo>
                  <a:lnTo>
                    <a:pt x="4650920" y="2065209"/>
                  </a:lnTo>
                  <a:lnTo>
                    <a:pt x="4651107" y="2069360"/>
                  </a:lnTo>
                  <a:lnTo>
                    <a:pt x="4651294" y="2073692"/>
                  </a:lnTo>
                  <a:lnTo>
                    <a:pt x="4651481" y="2078239"/>
                  </a:lnTo>
                  <a:lnTo>
                    <a:pt x="4651668" y="2081125"/>
                  </a:lnTo>
                  <a:lnTo>
                    <a:pt x="4651854" y="2083604"/>
                  </a:lnTo>
                  <a:lnTo>
                    <a:pt x="4652041" y="2085759"/>
                  </a:lnTo>
                  <a:lnTo>
                    <a:pt x="4652228" y="2088111"/>
                  </a:lnTo>
                  <a:lnTo>
                    <a:pt x="4652415" y="2090432"/>
                  </a:lnTo>
                  <a:lnTo>
                    <a:pt x="4652602" y="2092927"/>
                  </a:lnTo>
                  <a:lnTo>
                    <a:pt x="4652789" y="2095650"/>
                  </a:lnTo>
                  <a:lnTo>
                    <a:pt x="4652976" y="2098493"/>
                  </a:lnTo>
                  <a:lnTo>
                    <a:pt x="4653163" y="2100824"/>
                  </a:lnTo>
                  <a:lnTo>
                    <a:pt x="4653350" y="2102897"/>
                  </a:lnTo>
                  <a:lnTo>
                    <a:pt x="4653537" y="2104891"/>
                  </a:lnTo>
                  <a:lnTo>
                    <a:pt x="4653724" y="2106297"/>
                  </a:lnTo>
                  <a:lnTo>
                    <a:pt x="4653911" y="2107434"/>
                  </a:lnTo>
                  <a:lnTo>
                    <a:pt x="4654097" y="2108335"/>
                  </a:lnTo>
                  <a:lnTo>
                    <a:pt x="4654284" y="2108766"/>
                  </a:lnTo>
                  <a:lnTo>
                    <a:pt x="4654471" y="2108662"/>
                  </a:lnTo>
                  <a:lnTo>
                    <a:pt x="4654658" y="2108554"/>
                  </a:lnTo>
                  <a:lnTo>
                    <a:pt x="4654845" y="2109478"/>
                  </a:lnTo>
                  <a:lnTo>
                    <a:pt x="4655032" y="2109569"/>
                  </a:lnTo>
                  <a:lnTo>
                    <a:pt x="4655219" y="2109065"/>
                  </a:lnTo>
                  <a:lnTo>
                    <a:pt x="4655406" y="2108488"/>
                  </a:lnTo>
                  <a:lnTo>
                    <a:pt x="4655593" y="2107597"/>
                  </a:lnTo>
                  <a:lnTo>
                    <a:pt x="4655780" y="2106367"/>
                  </a:lnTo>
                  <a:lnTo>
                    <a:pt x="4655967" y="2105847"/>
                  </a:lnTo>
                  <a:lnTo>
                    <a:pt x="4656154" y="2106235"/>
                  </a:lnTo>
                  <a:lnTo>
                    <a:pt x="4656341" y="2106499"/>
                  </a:lnTo>
                  <a:lnTo>
                    <a:pt x="4656527" y="2106829"/>
                  </a:lnTo>
                  <a:lnTo>
                    <a:pt x="4656714" y="2107275"/>
                  </a:lnTo>
                  <a:lnTo>
                    <a:pt x="4656901" y="2107712"/>
                  </a:lnTo>
                  <a:lnTo>
                    <a:pt x="4657088" y="2108314"/>
                  </a:lnTo>
                  <a:lnTo>
                    <a:pt x="4657275" y="2109536"/>
                  </a:lnTo>
                  <a:lnTo>
                    <a:pt x="4657462" y="2111137"/>
                  </a:lnTo>
                  <a:lnTo>
                    <a:pt x="4657649" y="2112853"/>
                  </a:lnTo>
                  <a:lnTo>
                    <a:pt x="4657836" y="2114982"/>
                  </a:lnTo>
                  <a:lnTo>
                    <a:pt x="4658023" y="2117127"/>
                  </a:lnTo>
                  <a:lnTo>
                    <a:pt x="4658210" y="2119149"/>
                  </a:lnTo>
                  <a:lnTo>
                    <a:pt x="4658397" y="2121047"/>
                  </a:lnTo>
                  <a:lnTo>
                    <a:pt x="4658584" y="2122788"/>
                  </a:lnTo>
                  <a:lnTo>
                    <a:pt x="4658771" y="2124191"/>
                  </a:lnTo>
                  <a:lnTo>
                    <a:pt x="4658957" y="2125057"/>
                  </a:lnTo>
                  <a:lnTo>
                    <a:pt x="4659144" y="2125841"/>
                  </a:lnTo>
                  <a:lnTo>
                    <a:pt x="4659331" y="2126708"/>
                  </a:lnTo>
                  <a:lnTo>
                    <a:pt x="4659518" y="2127789"/>
                  </a:lnTo>
                  <a:lnTo>
                    <a:pt x="4659705" y="2129109"/>
                  </a:lnTo>
                  <a:lnTo>
                    <a:pt x="4659892" y="2130388"/>
                  </a:lnTo>
                  <a:lnTo>
                    <a:pt x="4660079" y="2131378"/>
                  </a:lnTo>
                  <a:lnTo>
                    <a:pt x="4660266" y="2132311"/>
                  </a:lnTo>
                  <a:lnTo>
                    <a:pt x="4660453" y="2133235"/>
                  </a:lnTo>
                  <a:lnTo>
                    <a:pt x="4660640" y="2133870"/>
                  </a:lnTo>
                  <a:lnTo>
                    <a:pt x="4660827" y="2134564"/>
                  </a:lnTo>
                  <a:lnTo>
                    <a:pt x="4661014" y="2135595"/>
                  </a:lnTo>
                  <a:lnTo>
                    <a:pt x="4661200" y="2136849"/>
                  </a:lnTo>
                  <a:lnTo>
                    <a:pt x="4661387" y="2138170"/>
                  </a:lnTo>
                  <a:lnTo>
                    <a:pt x="4661574" y="2139630"/>
                  </a:lnTo>
                  <a:lnTo>
                    <a:pt x="4661761" y="2141157"/>
                  </a:lnTo>
                  <a:lnTo>
                    <a:pt x="4661948" y="2142956"/>
                  </a:lnTo>
                  <a:lnTo>
                    <a:pt x="4662135" y="2144581"/>
                  </a:lnTo>
                  <a:lnTo>
                    <a:pt x="4662322" y="2146050"/>
                  </a:lnTo>
                  <a:lnTo>
                    <a:pt x="4662509" y="2147403"/>
                  </a:lnTo>
                  <a:lnTo>
                    <a:pt x="4662696" y="2148748"/>
                  </a:lnTo>
                  <a:lnTo>
                    <a:pt x="4662883" y="2150316"/>
                  </a:lnTo>
                  <a:lnTo>
                    <a:pt x="4663070" y="2151793"/>
                  </a:lnTo>
                  <a:lnTo>
                    <a:pt x="4663257" y="2153567"/>
                  </a:lnTo>
                  <a:lnTo>
                    <a:pt x="4663444" y="2155317"/>
                  </a:lnTo>
                  <a:lnTo>
                    <a:pt x="4663630" y="2157453"/>
                  </a:lnTo>
                  <a:lnTo>
                    <a:pt x="4663817" y="2159411"/>
                  </a:lnTo>
                  <a:lnTo>
                    <a:pt x="4664004" y="2161149"/>
                  </a:lnTo>
                  <a:lnTo>
                    <a:pt x="4664191" y="2162610"/>
                  </a:lnTo>
                  <a:lnTo>
                    <a:pt x="4664378" y="2163654"/>
                  </a:lnTo>
                  <a:lnTo>
                    <a:pt x="4664565" y="2164523"/>
                  </a:lnTo>
                  <a:lnTo>
                    <a:pt x="4664752" y="2165244"/>
                  </a:lnTo>
                  <a:lnTo>
                    <a:pt x="4664939" y="2165892"/>
                  </a:lnTo>
                  <a:lnTo>
                    <a:pt x="4665126" y="2166548"/>
                  </a:lnTo>
                  <a:lnTo>
                    <a:pt x="4665313" y="2167621"/>
                  </a:lnTo>
                  <a:lnTo>
                    <a:pt x="4665500" y="2169178"/>
                  </a:lnTo>
                  <a:lnTo>
                    <a:pt x="4665687" y="2170774"/>
                  </a:lnTo>
                  <a:lnTo>
                    <a:pt x="4665873" y="2172700"/>
                  </a:lnTo>
                  <a:lnTo>
                    <a:pt x="4666060" y="2174282"/>
                  </a:lnTo>
                  <a:lnTo>
                    <a:pt x="4666247" y="2175862"/>
                  </a:lnTo>
                  <a:lnTo>
                    <a:pt x="4666434" y="2177168"/>
                  </a:lnTo>
                  <a:lnTo>
                    <a:pt x="4666621" y="2178105"/>
                  </a:lnTo>
                  <a:lnTo>
                    <a:pt x="4666808" y="2179031"/>
                  </a:lnTo>
                  <a:lnTo>
                    <a:pt x="4666995" y="2179476"/>
                  </a:lnTo>
                  <a:lnTo>
                    <a:pt x="4667182" y="2180656"/>
                  </a:lnTo>
                  <a:lnTo>
                    <a:pt x="4667369" y="2182125"/>
                  </a:lnTo>
                  <a:lnTo>
                    <a:pt x="4667556" y="2183644"/>
                  </a:lnTo>
                  <a:lnTo>
                    <a:pt x="4667743" y="2185220"/>
                  </a:lnTo>
                  <a:lnTo>
                    <a:pt x="4667930" y="2186631"/>
                  </a:lnTo>
                  <a:lnTo>
                    <a:pt x="4668117" y="2187472"/>
                  </a:lnTo>
                  <a:lnTo>
                    <a:pt x="4668303" y="2187637"/>
                  </a:lnTo>
                  <a:lnTo>
                    <a:pt x="4668490" y="2187646"/>
                  </a:lnTo>
                  <a:lnTo>
                    <a:pt x="4668677" y="2187109"/>
                  </a:lnTo>
                  <a:lnTo>
                    <a:pt x="4668864" y="2186581"/>
                  </a:lnTo>
                  <a:lnTo>
                    <a:pt x="4669051" y="2186103"/>
                  </a:lnTo>
                  <a:lnTo>
                    <a:pt x="4669238" y="2185739"/>
                  </a:lnTo>
                  <a:lnTo>
                    <a:pt x="4669425" y="2185401"/>
                  </a:lnTo>
                  <a:lnTo>
                    <a:pt x="4669612" y="2185071"/>
                  </a:lnTo>
                  <a:lnTo>
                    <a:pt x="4669799" y="2184609"/>
                  </a:lnTo>
                  <a:lnTo>
                    <a:pt x="4669986" y="2183809"/>
                  </a:lnTo>
                  <a:lnTo>
                    <a:pt x="4670173" y="2182670"/>
                  </a:lnTo>
                  <a:lnTo>
                    <a:pt x="4670360" y="2181531"/>
                  </a:lnTo>
                  <a:lnTo>
                    <a:pt x="4670547" y="2180607"/>
                  </a:lnTo>
                  <a:lnTo>
                    <a:pt x="4670733" y="2179947"/>
                  </a:lnTo>
                  <a:lnTo>
                    <a:pt x="4670920" y="2179900"/>
                  </a:lnTo>
                  <a:lnTo>
                    <a:pt x="4671107" y="2179917"/>
                  </a:lnTo>
                  <a:lnTo>
                    <a:pt x="4671294" y="2179988"/>
                  </a:lnTo>
                  <a:lnTo>
                    <a:pt x="4671481" y="2180141"/>
                  </a:lnTo>
                  <a:lnTo>
                    <a:pt x="4671668" y="2180359"/>
                  </a:lnTo>
                  <a:lnTo>
                    <a:pt x="4671855" y="2180701"/>
                  </a:lnTo>
                  <a:lnTo>
                    <a:pt x="4672042" y="2181205"/>
                  </a:lnTo>
                  <a:lnTo>
                    <a:pt x="4672229" y="2181890"/>
                  </a:lnTo>
                  <a:lnTo>
                    <a:pt x="4672416" y="2182659"/>
                  </a:lnTo>
                  <a:lnTo>
                    <a:pt x="4672603" y="2183790"/>
                  </a:lnTo>
                  <a:lnTo>
                    <a:pt x="4672790" y="2184648"/>
                  </a:lnTo>
                  <a:lnTo>
                    <a:pt x="4672976" y="2185351"/>
                  </a:lnTo>
                  <a:lnTo>
                    <a:pt x="4673163" y="2185897"/>
                  </a:lnTo>
                  <a:lnTo>
                    <a:pt x="4673350" y="2186228"/>
                  </a:lnTo>
                  <a:lnTo>
                    <a:pt x="4673537" y="2186436"/>
                  </a:lnTo>
                  <a:lnTo>
                    <a:pt x="4673724" y="2186563"/>
                  </a:lnTo>
                  <a:lnTo>
                    <a:pt x="4673911" y="2186848"/>
                  </a:lnTo>
                  <a:lnTo>
                    <a:pt x="4674098" y="2187237"/>
                  </a:lnTo>
                  <a:lnTo>
                    <a:pt x="4674285" y="2187654"/>
                  </a:lnTo>
                  <a:lnTo>
                    <a:pt x="4674472" y="2188030"/>
                  </a:lnTo>
                  <a:lnTo>
                    <a:pt x="4674659" y="2188271"/>
                  </a:lnTo>
                  <a:lnTo>
                    <a:pt x="4674846" y="2188337"/>
                  </a:lnTo>
                  <a:lnTo>
                    <a:pt x="4675033" y="2188349"/>
                  </a:lnTo>
                  <a:lnTo>
                    <a:pt x="4675220" y="2188336"/>
                  </a:lnTo>
                  <a:lnTo>
                    <a:pt x="4675406" y="2188041"/>
                  </a:lnTo>
                  <a:lnTo>
                    <a:pt x="4675593" y="2187986"/>
                  </a:lnTo>
                  <a:lnTo>
                    <a:pt x="4675780" y="2188201"/>
                  </a:lnTo>
                  <a:lnTo>
                    <a:pt x="4675967" y="2188573"/>
                  </a:lnTo>
                  <a:lnTo>
                    <a:pt x="4676154" y="2189101"/>
                  </a:lnTo>
                  <a:lnTo>
                    <a:pt x="4676341" y="2189786"/>
                  </a:lnTo>
                  <a:lnTo>
                    <a:pt x="4676528" y="2190740"/>
                  </a:lnTo>
                  <a:lnTo>
                    <a:pt x="4676715" y="2191552"/>
                  </a:lnTo>
                  <a:lnTo>
                    <a:pt x="4676902" y="2192367"/>
                  </a:lnTo>
                  <a:lnTo>
                    <a:pt x="4677089" y="2192615"/>
                  </a:lnTo>
                  <a:lnTo>
                    <a:pt x="4677276" y="2192367"/>
                  </a:lnTo>
                  <a:lnTo>
                    <a:pt x="4677463" y="2191484"/>
                  </a:lnTo>
                  <a:lnTo>
                    <a:pt x="4677650" y="2190750"/>
                  </a:lnTo>
                  <a:lnTo>
                    <a:pt x="4677836" y="2190090"/>
                  </a:lnTo>
                  <a:lnTo>
                    <a:pt x="4678023" y="2189372"/>
                  </a:lnTo>
                  <a:lnTo>
                    <a:pt x="4678210" y="2188810"/>
                  </a:lnTo>
                  <a:lnTo>
                    <a:pt x="4678397" y="2188208"/>
                  </a:lnTo>
                  <a:lnTo>
                    <a:pt x="4678584" y="2187424"/>
                  </a:lnTo>
                  <a:lnTo>
                    <a:pt x="4678771" y="2186483"/>
                  </a:lnTo>
                  <a:lnTo>
                    <a:pt x="4678958" y="2184701"/>
                  </a:lnTo>
                  <a:lnTo>
                    <a:pt x="4679145" y="2182712"/>
                  </a:lnTo>
                  <a:lnTo>
                    <a:pt x="4679332" y="2180187"/>
                  </a:lnTo>
                  <a:lnTo>
                    <a:pt x="4679519" y="2178199"/>
                  </a:lnTo>
                  <a:lnTo>
                    <a:pt x="4679706" y="2176177"/>
                  </a:lnTo>
                  <a:lnTo>
                    <a:pt x="4679893" y="2174205"/>
                  </a:lnTo>
                  <a:lnTo>
                    <a:pt x="4680079" y="2172637"/>
                  </a:lnTo>
                  <a:lnTo>
                    <a:pt x="4680266" y="2171523"/>
                  </a:lnTo>
                  <a:lnTo>
                    <a:pt x="4680453" y="2170260"/>
                  </a:lnTo>
                  <a:lnTo>
                    <a:pt x="4680640" y="2168585"/>
                  </a:lnTo>
                  <a:lnTo>
                    <a:pt x="4680827" y="2167166"/>
                  </a:lnTo>
                  <a:lnTo>
                    <a:pt x="4681014" y="2165755"/>
                  </a:lnTo>
                  <a:lnTo>
                    <a:pt x="4681201" y="2164129"/>
                  </a:lnTo>
                  <a:lnTo>
                    <a:pt x="4681388" y="2162504"/>
                  </a:lnTo>
                  <a:lnTo>
                    <a:pt x="4681575" y="2160738"/>
                  </a:lnTo>
                  <a:lnTo>
                    <a:pt x="4681762" y="2159393"/>
                  </a:lnTo>
                  <a:lnTo>
                    <a:pt x="4681949" y="2158023"/>
                  </a:lnTo>
                  <a:lnTo>
                    <a:pt x="4682136" y="2157049"/>
                  </a:lnTo>
                  <a:lnTo>
                    <a:pt x="4682323" y="2155341"/>
                  </a:lnTo>
                  <a:lnTo>
                    <a:pt x="4682509" y="2153418"/>
                  </a:lnTo>
                  <a:lnTo>
                    <a:pt x="4682696" y="2151463"/>
                  </a:lnTo>
                  <a:lnTo>
                    <a:pt x="4682883" y="2149953"/>
                  </a:lnTo>
                  <a:lnTo>
                    <a:pt x="4683070" y="2148665"/>
                  </a:lnTo>
                  <a:lnTo>
                    <a:pt x="4683257" y="2147692"/>
                  </a:lnTo>
                  <a:lnTo>
                    <a:pt x="4683444" y="2147221"/>
                  </a:lnTo>
                  <a:lnTo>
                    <a:pt x="4683631" y="2146512"/>
                  </a:lnTo>
                  <a:lnTo>
                    <a:pt x="4683818" y="2145596"/>
                  </a:lnTo>
                  <a:lnTo>
                    <a:pt x="4684005" y="2144911"/>
                  </a:lnTo>
                  <a:lnTo>
                    <a:pt x="4684192" y="2144358"/>
                  </a:lnTo>
                  <a:lnTo>
                    <a:pt x="4684379" y="2144077"/>
                  </a:lnTo>
                  <a:lnTo>
                    <a:pt x="4684566" y="2143929"/>
                  </a:lnTo>
                  <a:lnTo>
                    <a:pt x="4684752" y="2143830"/>
                  </a:lnTo>
                  <a:lnTo>
                    <a:pt x="4684939" y="2143566"/>
                  </a:lnTo>
                  <a:lnTo>
                    <a:pt x="4685126" y="2143219"/>
                  </a:lnTo>
                  <a:lnTo>
                    <a:pt x="4685313" y="2142575"/>
                  </a:lnTo>
                  <a:lnTo>
                    <a:pt x="4685500" y="2141940"/>
                  </a:lnTo>
                  <a:lnTo>
                    <a:pt x="4685687" y="2140735"/>
                  </a:lnTo>
                  <a:lnTo>
                    <a:pt x="4685874" y="2138854"/>
                  </a:lnTo>
                  <a:lnTo>
                    <a:pt x="4686061" y="2137248"/>
                  </a:lnTo>
                  <a:lnTo>
                    <a:pt x="4686248" y="2135389"/>
                  </a:lnTo>
                  <a:lnTo>
                    <a:pt x="4686435" y="2133057"/>
                  </a:lnTo>
                  <a:lnTo>
                    <a:pt x="4686622" y="2130526"/>
                  </a:lnTo>
                  <a:lnTo>
                    <a:pt x="4686809" y="2127893"/>
                  </a:lnTo>
                  <a:lnTo>
                    <a:pt x="4686996" y="2125247"/>
                  </a:lnTo>
                  <a:lnTo>
                    <a:pt x="4687182" y="2122116"/>
                  </a:lnTo>
                  <a:lnTo>
                    <a:pt x="4687369" y="2118798"/>
                  </a:lnTo>
                  <a:lnTo>
                    <a:pt x="4687556" y="2115274"/>
                  </a:lnTo>
                  <a:lnTo>
                    <a:pt x="4687743" y="2111727"/>
                  </a:lnTo>
                  <a:lnTo>
                    <a:pt x="4687930" y="2108530"/>
                  </a:lnTo>
                  <a:lnTo>
                    <a:pt x="4688117" y="2105402"/>
                  </a:lnTo>
                  <a:lnTo>
                    <a:pt x="4688304" y="2102154"/>
                  </a:lnTo>
                  <a:lnTo>
                    <a:pt x="4688491" y="2098741"/>
                  </a:lnTo>
                  <a:lnTo>
                    <a:pt x="4688678" y="2095747"/>
                  </a:lnTo>
                  <a:lnTo>
                    <a:pt x="4688865" y="2093291"/>
                  </a:lnTo>
                  <a:lnTo>
                    <a:pt x="4689052" y="2090433"/>
                  </a:lnTo>
                  <a:lnTo>
                    <a:pt x="4689239" y="2086398"/>
                  </a:lnTo>
                  <a:lnTo>
                    <a:pt x="4689426" y="2082462"/>
                  </a:lnTo>
                  <a:lnTo>
                    <a:pt x="4689612" y="2078741"/>
                  </a:lnTo>
                  <a:lnTo>
                    <a:pt x="4689799" y="2075110"/>
                  </a:lnTo>
                  <a:lnTo>
                    <a:pt x="4689986" y="2071817"/>
                  </a:lnTo>
                  <a:lnTo>
                    <a:pt x="4690173" y="2068913"/>
                  </a:lnTo>
                  <a:lnTo>
                    <a:pt x="4690360" y="2066421"/>
                  </a:lnTo>
                  <a:lnTo>
                    <a:pt x="4690547" y="2064473"/>
                  </a:lnTo>
                  <a:lnTo>
                    <a:pt x="4690734" y="2062707"/>
                  </a:lnTo>
                  <a:lnTo>
                    <a:pt x="4690921" y="2060884"/>
                  </a:lnTo>
                  <a:lnTo>
                    <a:pt x="4691108" y="2059258"/>
                  </a:lnTo>
                  <a:lnTo>
                    <a:pt x="4691295" y="2058922"/>
                  </a:lnTo>
                  <a:lnTo>
                    <a:pt x="4691482" y="2058664"/>
                  </a:lnTo>
                  <a:lnTo>
                    <a:pt x="4691669" y="2058576"/>
                  </a:lnTo>
                  <a:lnTo>
                    <a:pt x="4691855" y="2059204"/>
                  </a:lnTo>
                  <a:lnTo>
                    <a:pt x="4692042" y="2060425"/>
                  </a:lnTo>
                  <a:lnTo>
                    <a:pt x="4692229" y="2061817"/>
                  </a:lnTo>
                  <a:lnTo>
                    <a:pt x="4692416" y="2063228"/>
                  </a:lnTo>
                  <a:lnTo>
                    <a:pt x="4692603" y="2064391"/>
                  </a:lnTo>
                  <a:lnTo>
                    <a:pt x="4692790" y="2065396"/>
                  </a:lnTo>
                  <a:lnTo>
                    <a:pt x="4692977" y="2066230"/>
                  </a:lnTo>
                  <a:lnTo>
                    <a:pt x="4693164" y="2066784"/>
                  </a:lnTo>
                  <a:lnTo>
                    <a:pt x="4693351" y="2066834"/>
                  </a:lnTo>
                  <a:lnTo>
                    <a:pt x="4693538" y="2066257"/>
                  </a:lnTo>
                  <a:lnTo>
                    <a:pt x="4693725" y="2065690"/>
                  </a:lnTo>
                  <a:lnTo>
                    <a:pt x="4693912" y="2065219"/>
                  </a:lnTo>
                  <a:lnTo>
                    <a:pt x="4694099" y="2064746"/>
                  </a:lnTo>
                  <a:lnTo>
                    <a:pt x="4694285" y="2064222"/>
                  </a:lnTo>
                  <a:lnTo>
                    <a:pt x="4694472" y="2062241"/>
                  </a:lnTo>
                  <a:lnTo>
                    <a:pt x="4694659" y="2059865"/>
                  </a:lnTo>
                  <a:lnTo>
                    <a:pt x="4694846" y="2057282"/>
                  </a:lnTo>
                  <a:lnTo>
                    <a:pt x="4695033" y="2054641"/>
                  </a:lnTo>
                  <a:lnTo>
                    <a:pt x="4695220" y="2051770"/>
                  </a:lnTo>
                  <a:lnTo>
                    <a:pt x="4695407" y="2048948"/>
                  </a:lnTo>
                  <a:lnTo>
                    <a:pt x="4695594" y="2046439"/>
                  </a:lnTo>
                  <a:lnTo>
                    <a:pt x="4695781" y="2044129"/>
                  </a:lnTo>
                  <a:lnTo>
                    <a:pt x="4695968" y="2042057"/>
                  </a:lnTo>
                  <a:lnTo>
                    <a:pt x="4696155" y="2039961"/>
                  </a:lnTo>
                  <a:lnTo>
                    <a:pt x="4696342" y="2038361"/>
                  </a:lnTo>
                  <a:lnTo>
                    <a:pt x="4696529" y="2037131"/>
                  </a:lnTo>
                  <a:lnTo>
                    <a:pt x="4696715" y="2035976"/>
                  </a:lnTo>
                  <a:lnTo>
                    <a:pt x="4696902" y="2034821"/>
                  </a:lnTo>
                  <a:lnTo>
                    <a:pt x="4697089" y="2033707"/>
                  </a:lnTo>
                  <a:lnTo>
                    <a:pt x="4697276" y="2032980"/>
                  </a:lnTo>
                  <a:lnTo>
                    <a:pt x="4697463" y="2032650"/>
                  </a:lnTo>
                  <a:lnTo>
                    <a:pt x="4697650" y="2032320"/>
                  </a:lnTo>
                  <a:lnTo>
                    <a:pt x="4697837" y="2031990"/>
                  </a:lnTo>
                  <a:lnTo>
                    <a:pt x="4698024" y="2031668"/>
                  </a:lnTo>
                  <a:lnTo>
                    <a:pt x="4698211" y="2031503"/>
                  </a:lnTo>
                  <a:lnTo>
                    <a:pt x="4698398" y="2031313"/>
                  </a:lnTo>
                  <a:lnTo>
                    <a:pt x="4698585" y="2031247"/>
                  </a:lnTo>
                  <a:lnTo>
                    <a:pt x="4698772" y="2031256"/>
                  </a:lnTo>
                  <a:lnTo>
                    <a:pt x="4698958" y="2031421"/>
                  </a:lnTo>
                  <a:lnTo>
                    <a:pt x="4699145" y="2031701"/>
                  </a:lnTo>
                  <a:lnTo>
                    <a:pt x="4699332" y="2032031"/>
                  </a:lnTo>
                  <a:lnTo>
                    <a:pt x="4699519" y="2032609"/>
                  </a:lnTo>
                  <a:lnTo>
                    <a:pt x="4699706" y="2033269"/>
                  </a:lnTo>
                  <a:lnTo>
                    <a:pt x="4699893" y="2033905"/>
                  </a:lnTo>
                  <a:lnTo>
                    <a:pt x="4700080" y="2034548"/>
                  </a:lnTo>
                  <a:lnTo>
                    <a:pt x="4700267" y="2035126"/>
                  </a:lnTo>
                  <a:lnTo>
                    <a:pt x="4700454" y="2035786"/>
                  </a:lnTo>
                  <a:lnTo>
                    <a:pt x="4700641" y="2036446"/>
                  </a:lnTo>
                  <a:lnTo>
                    <a:pt x="4700828" y="2037346"/>
                  </a:lnTo>
                  <a:lnTo>
                    <a:pt x="4701015" y="2038040"/>
                  </a:lnTo>
                  <a:lnTo>
                    <a:pt x="4701202" y="2038788"/>
                  </a:lnTo>
                  <a:lnTo>
                    <a:pt x="4701388" y="2039493"/>
                  </a:lnTo>
                  <a:lnTo>
                    <a:pt x="4701575" y="2040342"/>
                  </a:lnTo>
                  <a:lnTo>
                    <a:pt x="4701762" y="2041469"/>
                  </a:lnTo>
                  <a:lnTo>
                    <a:pt x="4701949" y="2042589"/>
                  </a:lnTo>
                  <a:lnTo>
                    <a:pt x="4702136" y="2043757"/>
                  </a:lnTo>
                  <a:lnTo>
                    <a:pt x="4702323" y="2044974"/>
                  </a:lnTo>
                  <a:lnTo>
                    <a:pt x="4702510" y="2046298"/>
                  </a:lnTo>
                  <a:lnTo>
                    <a:pt x="4702697" y="2047668"/>
                  </a:lnTo>
                  <a:lnTo>
                    <a:pt x="4702884" y="2049106"/>
                  </a:lnTo>
                  <a:lnTo>
                    <a:pt x="4703071" y="2050580"/>
                  </a:lnTo>
                  <a:lnTo>
                    <a:pt x="4703258" y="2052169"/>
                  </a:lnTo>
                  <a:lnTo>
                    <a:pt x="4703445" y="2053896"/>
                  </a:lnTo>
                  <a:lnTo>
                    <a:pt x="4703631" y="2055328"/>
                  </a:lnTo>
                  <a:lnTo>
                    <a:pt x="4703818" y="2056588"/>
                  </a:lnTo>
                  <a:lnTo>
                    <a:pt x="4704005" y="2057335"/>
                  </a:lnTo>
                  <a:lnTo>
                    <a:pt x="4704192" y="2057837"/>
                  </a:lnTo>
                  <a:lnTo>
                    <a:pt x="4704379" y="2058811"/>
                  </a:lnTo>
                  <a:lnTo>
                    <a:pt x="4704566" y="2059281"/>
                  </a:lnTo>
                  <a:lnTo>
                    <a:pt x="4704753" y="2059636"/>
                  </a:lnTo>
                  <a:lnTo>
                    <a:pt x="4704940" y="2059792"/>
                  </a:lnTo>
                  <a:lnTo>
                    <a:pt x="4705127" y="2059891"/>
                  </a:lnTo>
                  <a:lnTo>
                    <a:pt x="4705314" y="2059784"/>
                  </a:lnTo>
                  <a:lnTo>
                    <a:pt x="4705501" y="2059627"/>
                  </a:lnTo>
                  <a:lnTo>
                    <a:pt x="4705688" y="2059380"/>
                  </a:lnTo>
                  <a:lnTo>
                    <a:pt x="4705875" y="2058571"/>
                  </a:lnTo>
                  <a:lnTo>
                    <a:pt x="4706061" y="2057639"/>
                  </a:lnTo>
                  <a:lnTo>
                    <a:pt x="4706248" y="2056409"/>
                  </a:lnTo>
                  <a:lnTo>
                    <a:pt x="4706435" y="2056023"/>
                  </a:lnTo>
                  <a:lnTo>
                    <a:pt x="4706622" y="2055711"/>
                  </a:lnTo>
                  <a:lnTo>
                    <a:pt x="4706809" y="2056047"/>
                  </a:lnTo>
                  <a:lnTo>
                    <a:pt x="4706996" y="2056023"/>
                  </a:lnTo>
                  <a:lnTo>
                    <a:pt x="4707183" y="2056055"/>
                  </a:lnTo>
                  <a:lnTo>
                    <a:pt x="4707370" y="2056495"/>
                  </a:lnTo>
                  <a:lnTo>
                    <a:pt x="4707557" y="2057278"/>
                  </a:lnTo>
                  <a:lnTo>
                    <a:pt x="4707744" y="2057718"/>
                  </a:lnTo>
                  <a:lnTo>
                    <a:pt x="4707931" y="2057553"/>
                  </a:lnTo>
                  <a:lnTo>
                    <a:pt x="4708118" y="2056806"/>
                  </a:lnTo>
                  <a:lnTo>
                    <a:pt x="4708305" y="2055109"/>
                  </a:lnTo>
                  <a:lnTo>
                    <a:pt x="4708491" y="2053243"/>
                  </a:lnTo>
                  <a:lnTo>
                    <a:pt x="4708678" y="2051710"/>
                  </a:lnTo>
                  <a:lnTo>
                    <a:pt x="4708865" y="2050060"/>
                  </a:lnTo>
                  <a:lnTo>
                    <a:pt x="4709052" y="2048379"/>
                  </a:lnTo>
                  <a:lnTo>
                    <a:pt x="4709239" y="2046843"/>
                  </a:lnTo>
                  <a:lnTo>
                    <a:pt x="4709426" y="2044988"/>
                  </a:lnTo>
                  <a:lnTo>
                    <a:pt x="4709613" y="2043102"/>
                  </a:lnTo>
                  <a:lnTo>
                    <a:pt x="4709800" y="2041195"/>
                  </a:lnTo>
                  <a:lnTo>
                    <a:pt x="4709987" y="2039240"/>
                  </a:lnTo>
                  <a:lnTo>
                    <a:pt x="4710174" y="2037483"/>
                  </a:lnTo>
                  <a:lnTo>
                    <a:pt x="4710361" y="2035602"/>
                  </a:lnTo>
                  <a:lnTo>
                    <a:pt x="4710548" y="2034166"/>
                  </a:lnTo>
                  <a:lnTo>
                    <a:pt x="4710734" y="2032945"/>
                  </a:lnTo>
                  <a:lnTo>
                    <a:pt x="4710921" y="2031773"/>
                  </a:lnTo>
                  <a:lnTo>
                    <a:pt x="4711108" y="2031186"/>
                  </a:lnTo>
                  <a:lnTo>
                    <a:pt x="4711295" y="2030693"/>
                  </a:lnTo>
                  <a:lnTo>
                    <a:pt x="4711482" y="2030384"/>
                  </a:lnTo>
                  <a:lnTo>
                    <a:pt x="4711669" y="2030213"/>
                  </a:lnTo>
                  <a:lnTo>
                    <a:pt x="4711856" y="2029498"/>
                  </a:lnTo>
                  <a:lnTo>
                    <a:pt x="4712043" y="2028762"/>
                  </a:lnTo>
                  <a:lnTo>
                    <a:pt x="4712230" y="2028209"/>
                  </a:lnTo>
                  <a:lnTo>
                    <a:pt x="4712417" y="2027719"/>
                  </a:lnTo>
                  <a:lnTo>
                    <a:pt x="4712604" y="2027245"/>
                  </a:lnTo>
                  <a:lnTo>
                    <a:pt x="4712791" y="2026913"/>
                  </a:lnTo>
                  <a:lnTo>
                    <a:pt x="4712978" y="2026233"/>
                  </a:lnTo>
                  <a:lnTo>
                    <a:pt x="4713164" y="2025045"/>
                  </a:lnTo>
                  <a:lnTo>
                    <a:pt x="4713351" y="2023600"/>
                  </a:lnTo>
                  <a:lnTo>
                    <a:pt x="4713538" y="2022148"/>
                  </a:lnTo>
                  <a:lnTo>
                    <a:pt x="4713725" y="2020695"/>
                  </a:lnTo>
                  <a:lnTo>
                    <a:pt x="4713912" y="2019287"/>
                  </a:lnTo>
                  <a:lnTo>
                    <a:pt x="4714099" y="2017972"/>
                  </a:lnTo>
                  <a:lnTo>
                    <a:pt x="4714286" y="2016390"/>
                  </a:lnTo>
                  <a:lnTo>
                    <a:pt x="4714473" y="2015111"/>
                  </a:lnTo>
                  <a:lnTo>
                    <a:pt x="4714660" y="2014021"/>
                  </a:lnTo>
                  <a:lnTo>
                    <a:pt x="4714847" y="2013196"/>
                  </a:lnTo>
                  <a:lnTo>
                    <a:pt x="4715034" y="2012132"/>
                  </a:lnTo>
                  <a:lnTo>
                    <a:pt x="4715221" y="2011117"/>
                  </a:lnTo>
                  <a:lnTo>
                    <a:pt x="4715408" y="2010234"/>
                  </a:lnTo>
                  <a:lnTo>
                    <a:pt x="4715594" y="2009376"/>
                  </a:lnTo>
                  <a:lnTo>
                    <a:pt x="4715781" y="2008732"/>
                  </a:lnTo>
                  <a:lnTo>
                    <a:pt x="4715968" y="2008658"/>
                  </a:lnTo>
                  <a:lnTo>
                    <a:pt x="4716155" y="2009569"/>
                  </a:lnTo>
                  <a:lnTo>
                    <a:pt x="4716342" y="2011151"/>
                  </a:lnTo>
                  <a:lnTo>
                    <a:pt x="4716529" y="2013673"/>
                  </a:lnTo>
                  <a:lnTo>
                    <a:pt x="4716716" y="2016408"/>
                  </a:lnTo>
                  <a:lnTo>
                    <a:pt x="4716903" y="2018922"/>
                  </a:lnTo>
                  <a:lnTo>
                    <a:pt x="4717090" y="2021339"/>
                  </a:lnTo>
                  <a:lnTo>
                    <a:pt x="4717277" y="2023655"/>
                  </a:lnTo>
                  <a:lnTo>
                    <a:pt x="4717464" y="2025529"/>
                  </a:lnTo>
                  <a:lnTo>
                    <a:pt x="4717651" y="2027045"/>
                  </a:lnTo>
                  <a:lnTo>
                    <a:pt x="4717837" y="2028704"/>
                  </a:lnTo>
                  <a:lnTo>
                    <a:pt x="4718024" y="2030968"/>
                  </a:lnTo>
                  <a:lnTo>
                    <a:pt x="4718211" y="2033757"/>
                  </a:lnTo>
                  <a:lnTo>
                    <a:pt x="4718398" y="2036651"/>
                  </a:lnTo>
                  <a:lnTo>
                    <a:pt x="4718585" y="2039723"/>
                  </a:lnTo>
                  <a:lnTo>
                    <a:pt x="4718772" y="2042644"/>
                  </a:lnTo>
                  <a:lnTo>
                    <a:pt x="4718959" y="2045674"/>
                  </a:lnTo>
                  <a:lnTo>
                    <a:pt x="4719146" y="2047774"/>
                  </a:lnTo>
                  <a:lnTo>
                    <a:pt x="4719333" y="2049506"/>
                  </a:lnTo>
                  <a:lnTo>
                    <a:pt x="4719520" y="2050149"/>
                  </a:lnTo>
                  <a:lnTo>
                    <a:pt x="4719707" y="2051486"/>
                  </a:lnTo>
                  <a:lnTo>
                    <a:pt x="4719894" y="2053359"/>
                  </a:lnTo>
                  <a:lnTo>
                    <a:pt x="4720081" y="2055620"/>
                  </a:lnTo>
                  <a:lnTo>
                    <a:pt x="4720267" y="2058195"/>
                  </a:lnTo>
                  <a:lnTo>
                    <a:pt x="4720454" y="2060497"/>
                  </a:lnTo>
                  <a:lnTo>
                    <a:pt x="4720641" y="2062593"/>
                  </a:lnTo>
                  <a:lnTo>
                    <a:pt x="4720828" y="2064144"/>
                  </a:lnTo>
                  <a:lnTo>
                    <a:pt x="4721015" y="2065151"/>
                  </a:lnTo>
                  <a:lnTo>
                    <a:pt x="4721202" y="2066092"/>
                  </a:lnTo>
                  <a:lnTo>
                    <a:pt x="4721389" y="2066661"/>
                  </a:lnTo>
                  <a:lnTo>
                    <a:pt x="4721576" y="2067181"/>
                  </a:lnTo>
                  <a:lnTo>
                    <a:pt x="4721763" y="2067726"/>
                  </a:lnTo>
                  <a:lnTo>
                    <a:pt x="4721950" y="2068295"/>
                  </a:lnTo>
                  <a:lnTo>
                    <a:pt x="4722137" y="2068749"/>
                  </a:lnTo>
                  <a:lnTo>
                    <a:pt x="4722324" y="2069219"/>
                  </a:lnTo>
                  <a:lnTo>
                    <a:pt x="4722510" y="2069714"/>
                  </a:lnTo>
                  <a:lnTo>
                    <a:pt x="4722697" y="2070515"/>
                  </a:lnTo>
                  <a:lnTo>
                    <a:pt x="4722884" y="2071365"/>
                  </a:lnTo>
                  <a:lnTo>
                    <a:pt x="4723071" y="2072520"/>
                  </a:lnTo>
                  <a:lnTo>
                    <a:pt x="4723258" y="2074649"/>
                  </a:lnTo>
                  <a:lnTo>
                    <a:pt x="4723445" y="2076510"/>
                  </a:lnTo>
                  <a:lnTo>
                    <a:pt x="4723632" y="2078535"/>
                  </a:lnTo>
                  <a:lnTo>
                    <a:pt x="4723819" y="2080884"/>
                  </a:lnTo>
                  <a:lnTo>
                    <a:pt x="4724006" y="2083340"/>
                  </a:lnTo>
                  <a:lnTo>
                    <a:pt x="4724193" y="2085758"/>
                  </a:lnTo>
                  <a:lnTo>
                    <a:pt x="4724380" y="2087992"/>
                  </a:lnTo>
                  <a:lnTo>
                    <a:pt x="4724567" y="2090017"/>
                  </a:lnTo>
                  <a:lnTo>
                    <a:pt x="4724754" y="2091924"/>
                  </a:lnTo>
                  <a:lnTo>
                    <a:pt x="4724940" y="2094103"/>
                  </a:lnTo>
                  <a:lnTo>
                    <a:pt x="4725127" y="2096008"/>
                  </a:lnTo>
                  <a:lnTo>
                    <a:pt x="4725314" y="2097390"/>
                  </a:lnTo>
                  <a:lnTo>
                    <a:pt x="4725501" y="2098719"/>
                  </a:lnTo>
                  <a:lnTo>
                    <a:pt x="4725688" y="2100151"/>
                  </a:lnTo>
                  <a:lnTo>
                    <a:pt x="4725875" y="2101848"/>
                  </a:lnTo>
                  <a:lnTo>
                    <a:pt x="4726062" y="2103619"/>
                  </a:lnTo>
                  <a:lnTo>
                    <a:pt x="4726249" y="2104387"/>
                  </a:lnTo>
                  <a:lnTo>
                    <a:pt x="4726436" y="2104962"/>
                  </a:lnTo>
                  <a:lnTo>
                    <a:pt x="4726623" y="2106630"/>
                  </a:lnTo>
                  <a:lnTo>
                    <a:pt x="4726810" y="2108093"/>
                  </a:lnTo>
                  <a:lnTo>
                    <a:pt x="4726997" y="2109397"/>
                  </a:lnTo>
                  <a:lnTo>
                    <a:pt x="4727184" y="2110580"/>
                  </a:lnTo>
                  <a:lnTo>
                    <a:pt x="4727370" y="2111654"/>
                  </a:lnTo>
                  <a:lnTo>
                    <a:pt x="4727557" y="2112178"/>
                  </a:lnTo>
                  <a:lnTo>
                    <a:pt x="4727744" y="2112031"/>
                  </a:lnTo>
                  <a:lnTo>
                    <a:pt x="4727931" y="2111563"/>
                  </a:lnTo>
                  <a:lnTo>
                    <a:pt x="4728118" y="2111359"/>
                  </a:lnTo>
                  <a:lnTo>
                    <a:pt x="4728305" y="2111032"/>
                  </a:lnTo>
                  <a:lnTo>
                    <a:pt x="4728492" y="2110338"/>
                  </a:lnTo>
                  <a:lnTo>
                    <a:pt x="4728679" y="2108365"/>
                  </a:lnTo>
                  <a:lnTo>
                    <a:pt x="4728866" y="2106618"/>
                  </a:lnTo>
                  <a:lnTo>
                    <a:pt x="4729053" y="2105459"/>
                  </a:lnTo>
                  <a:lnTo>
                    <a:pt x="4729240" y="2104558"/>
                  </a:lnTo>
                  <a:lnTo>
                    <a:pt x="4729427" y="2102776"/>
                  </a:lnTo>
                  <a:lnTo>
                    <a:pt x="4729613" y="2101137"/>
                  </a:lnTo>
                  <a:lnTo>
                    <a:pt x="4729800" y="2099833"/>
                  </a:lnTo>
                  <a:lnTo>
                    <a:pt x="4729987" y="2098984"/>
                  </a:lnTo>
                  <a:lnTo>
                    <a:pt x="4730174" y="2098243"/>
                  </a:lnTo>
                  <a:lnTo>
                    <a:pt x="4730361" y="2098019"/>
                  </a:lnTo>
                  <a:lnTo>
                    <a:pt x="4730548" y="2098283"/>
                  </a:lnTo>
                  <a:lnTo>
                    <a:pt x="4730735" y="2098785"/>
                  </a:lnTo>
                  <a:lnTo>
                    <a:pt x="4730922" y="2099601"/>
                  </a:lnTo>
                  <a:lnTo>
                    <a:pt x="4731109" y="2100606"/>
                  </a:lnTo>
                  <a:lnTo>
                    <a:pt x="4731296" y="2101539"/>
                  </a:lnTo>
                  <a:lnTo>
                    <a:pt x="4731483" y="2101946"/>
                  </a:lnTo>
                  <a:lnTo>
                    <a:pt x="4731670" y="2101497"/>
                  </a:lnTo>
                  <a:lnTo>
                    <a:pt x="4731857" y="2101703"/>
                  </a:lnTo>
                  <a:lnTo>
                    <a:pt x="4732043" y="2101546"/>
                  </a:lnTo>
                  <a:lnTo>
                    <a:pt x="4732230" y="2100993"/>
                  </a:lnTo>
                  <a:lnTo>
                    <a:pt x="4732417" y="2100102"/>
                  </a:lnTo>
                  <a:lnTo>
                    <a:pt x="4732604" y="2099038"/>
                  </a:lnTo>
                  <a:lnTo>
                    <a:pt x="4732791" y="2097561"/>
                  </a:lnTo>
                  <a:lnTo>
                    <a:pt x="4732978" y="2095341"/>
                  </a:lnTo>
                  <a:lnTo>
                    <a:pt x="4733165" y="2092684"/>
                  </a:lnTo>
                  <a:lnTo>
                    <a:pt x="4733352" y="2090909"/>
                  </a:lnTo>
                  <a:lnTo>
                    <a:pt x="4733539" y="2089020"/>
                  </a:lnTo>
                  <a:lnTo>
                    <a:pt x="4733726" y="2085949"/>
                  </a:lnTo>
                  <a:lnTo>
                    <a:pt x="4733913" y="2081930"/>
                  </a:lnTo>
                  <a:lnTo>
                    <a:pt x="4734100" y="2077527"/>
                  </a:lnTo>
                  <a:lnTo>
                    <a:pt x="4734286" y="2072226"/>
                  </a:lnTo>
                  <a:lnTo>
                    <a:pt x="4734473" y="2066908"/>
                  </a:lnTo>
                  <a:lnTo>
                    <a:pt x="4734660" y="2060637"/>
                  </a:lnTo>
                  <a:lnTo>
                    <a:pt x="4734847" y="2053797"/>
                  </a:lnTo>
                  <a:lnTo>
                    <a:pt x="4735034" y="2046804"/>
                  </a:lnTo>
                  <a:lnTo>
                    <a:pt x="4735221" y="2039402"/>
                  </a:lnTo>
                  <a:lnTo>
                    <a:pt x="4735408" y="2031541"/>
                  </a:lnTo>
                  <a:lnTo>
                    <a:pt x="4735595" y="2023122"/>
                  </a:lnTo>
                  <a:lnTo>
                    <a:pt x="4735782" y="2014315"/>
                  </a:lnTo>
                  <a:lnTo>
                    <a:pt x="4735969" y="2004836"/>
                  </a:lnTo>
                  <a:lnTo>
                    <a:pt x="4736156" y="1994960"/>
                  </a:lnTo>
                  <a:lnTo>
                    <a:pt x="4736343" y="1985003"/>
                  </a:lnTo>
                  <a:lnTo>
                    <a:pt x="4736530" y="1975448"/>
                  </a:lnTo>
                  <a:lnTo>
                    <a:pt x="4736716" y="1966165"/>
                  </a:lnTo>
                  <a:lnTo>
                    <a:pt x="4736903" y="1957112"/>
                  </a:lnTo>
                  <a:lnTo>
                    <a:pt x="4737090" y="1949161"/>
                  </a:lnTo>
                  <a:lnTo>
                    <a:pt x="4737277" y="1941749"/>
                  </a:lnTo>
                  <a:lnTo>
                    <a:pt x="4737464" y="1935039"/>
                  </a:lnTo>
                  <a:lnTo>
                    <a:pt x="4737651" y="1928297"/>
                  </a:lnTo>
                  <a:lnTo>
                    <a:pt x="4737838" y="1920861"/>
                  </a:lnTo>
                  <a:lnTo>
                    <a:pt x="4738025" y="1910555"/>
                  </a:lnTo>
                  <a:lnTo>
                    <a:pt x="4738212" y="1900125"/>
                  </a:lnTo>
                  <a:lnTo>
                    <a:pt x="4738399" y="1889901"/>
                  </a:lnTo>
                  <a:lnTo>
                    <a:pt x="4738586" y="1880568"/>
                  </a:lnTo>
                  <a:lnTo>
                    <a:pt x="4738773" y="1871879"/>
                  </a:lnTo>
                  <a:lnTo>
                    <a:pt x="4738960" y="1863148"/>
                  </a:lnTo>
                  <a:lnTo>
                    <a:pt x="4739146" y="1854484"/>
                  </a:lnTo>
                  <a:lnTo>
                    <a:pt x="4739333" y="1845761"/>
                  </a:lnTo>
                  <a:lnTo>
                    <a:pt x="4739520" y="1836816"/>
                  </a:lnTo>
                  <a:lnTo>
                    <a:pt x="4739707" y="1827145"/>
                  </a:lnTo>
                  <a:lnTo>
                    <a:pt x="4739894" y="1819065"/>
                  </a:lnTo>
                  <a:lnTo>
                    <a:pt x="4740081" y="1810743"/>
                  </a:lnTo>
                  <a:lnTo>
                    <a:pt x="4740268" y="1802655"/>
                  </a:lnTo>
                  <a:lnTo>
                    <a:pt x="4740455" y="1794382"/>
                  </a:lnTo>
                  <a:lnTo>
                    <a:pt x="4740642" y="1786289"/>
                  </a:lnTo>
                  <a:lnTo>
                    <a:pt x="4740829" y="1778382"/>
                  </a:lnTo>
                  <a:lnTo>
                    <a:pt x="4741016" y="1770711"/>
                  </a:lnTo>
                  <a:lnTo>
                    <a:pt x="4741203" y="1763430"/>
                  </a:lnTo>
                  <a:lnTo>
                    <a:pt x="4741389" y="1755927"/>
                  </a:lnTo>
                  <a:lnTo>
                    <a:pt x="4741576" y="1748271"/>
                  </a:lnTo>
                  <a:lnTo>
                    <a:pt x="4741763" y="1740845"/>
                  </a:lnTo>
                  <a:lnTo>
                    <a:pt x="4741950" y="1733618"/>
                  </a:lnTo>
                  <a:lnTo>
                    <a:pt x="4742137" y="1726790"/>
                  </a:lnTo>
                  <a:lnTo>
                    <a:pt x="4742324" y="1720267"/>
                  </a:lnTo>
                  <a:lnTo>
                    <a:pt x="4742511" y="1713941"/>
                  </a:lnTo>
                  <a:lnTo>
                    <a:pt x="4742698" y="1708070"/>
                  </a:lnTo>
                  <a:lnTo>
                    <a:pt x="4742885" y="1701921"/>
                  </a:lnTo>
                  <a:lnTo>
                    <a:pt x="4743072" y="1695006"/>
                  </a:lnTo>
                  <a:lnTo>
                    <a:pt x="4743259" y="1688810"/>
                  </a:lnTo>
                  <a:lnTo>
                    <a:pt x="4743446" y="1683185"/>
                  </a:lnTo>
                  <a:lnTo>
                    <a:pt x="4743633" y="1679710"/>
                  </a:lnTo>
                  <a:lnTo>
                    <a:pt x="4743819" y="1675243"/>
                  </a:lnTo>
                  <a:lnTo>
                    <a:pt x="4744006" y="1670255"/>
                  </a:lnTo>
                  <a:lnTo>
                    <a:pt x="4744193" y="1664579"/>
                  </a:lnTo>
                  <a:lnTo>
                    <a:pt x="4744380" y="1659134"/>
                  </a:lnTo>
                  <a:lnTo>
                    <a:pt x="4744567" y="1653495"/>
                  </a:lnTo>
                  <a:lnTo>
                    <a:pt x="4744754" y="1647540"/>
                  </a:lnTo>
                  <a:lnTo>
                    <a:pt x="4744941" y="1641262"/>
                  </a:lnTo>
                  <a:lnTo>
                    <a:pt x="4745128" y="1635271"/>
                  </a:lnTo>
                  <a:lnTo>
                    <a:pt x="4745315" y="1629737"/>
                  </a:lnTo>
                  <a:lnTo>
                    <a:pt x="4745502" y="1624800"/>
                  </a:lnTo>
                  <a:lnTo>
                    <a:pt x="4745689" y="1620382"/>
                  </a:lnTo>
                  <a:lnTo>
                    <a:pt x="4745876" y="1616476"/>
                  </a:lnTo>
                  <a:lnTo>
                    <a:pt x="4746063" y="1612368"/>
                  </a:lnTo>
                  <a:lnTo>
                    <a:pt x="4746249" y="1606678"/>
                  </a:lnTo>
                  <a:lnTo>
                    <a:pt x="4746436" y="1601362"/>
                  </a:lnTo>
                  <a:lnTo>
                    <a:pt x="4746623" y="1596293"/>
                  </a:lnTo>
                  <a:lnTo>
                    <a:pt x="4746810" y="1589450"/>
                  </a:lnTo>
                  <a:lnTo>
                    <a:pt x="4746997" y="1583843"/>
                  </a:lnTo>
                  <a:lnTo>
                    <a:pt x="4747184" y="1579329"/>
                  </a:lnTo>
                  <a:lnTo>
                    <a:pt x="4747371" y="1575623"/>
                  </a:lnTo>
                  <a:lnTo>
                    <a:pt x="4747558" y="1572446"/>
                  </a:lnTo>
                  <a:lnTo>
                    <a:pt x="4747745" y="1569935"/>
                  </a:lnTo>
                  <a:lnTo>
                    <a:pt x="4747932" y="1567401"/>
                  </a:lnTo>
                  <a:lnTo>
                    <a:pt x="4748119" y="1565163"/>
                  </a:lnTo>
                  <a:lnTo>
                    <a:pt x="4748306" y="1563214"/>
                  </a:lnTo>
                  <a:lnTo>
                    <a:pt x="4748492" y="1561207"/>
                  </a:lnTo>
                  <a:lnTo>
                    <a:pt x="4748679" y="1559475"/>
                  </a:lnTo>
                  <a:lnTo>
                    <a:pt x="4748866" y="1558101"/>
                  </a:lnTo>
                  <a:lnTo>
                    <a:pt x="4749053" y="1557244"/>
                  </a:lnTo>
                  <a:lnTo>
                    <a:pt x="4749240" y="1557293"/>
                  </a:lnTo>
                  <a:lnTo>
                    <a:pt x="4749427" y="1557549"/>
                  </a:lnTo>
                  <a:lnTo>
                    <a:pt x="4749614" y="1558193"/>
                  </a:lnTo>
                  <a:lnTo>
                    <a:pt x="4749801" y="1558754"/>
                  </a:lnTo>
                  <a:lnTo>
                    <a:pt x="4749988" y="1559356"/>
                  </a:lnTo>
                  <a:lnTo>
                    <a:pt x="4750175" y="1559901"/>
                  </a:lnTo>
                  <a:lnTo>
                    <a:pt x="4750362" y="1560742"/>
                  </a:lnTo>
                  <a:lnTo>
                    <a:pt x="4750549" y="1562063"/>
                  </a:lnTo>
                  <a:lnTo>
                    <a:pt x="4750736" y="1563705"/>
                  </a:lnTo>
                  <a:lnTo>
                    <a:pt x="4750922" y="1565256"/>
                  </a:lnTo>
                  <a:lnTo>
                    <a:pt x="4751109" y="1566634"/>
                  </a:lnTo>
                  <a:lnTo>
                    <a:pt x="4751296" y="1567880"/>
                  </a:lnTo>
                  <a:lnTo>
                    <a:pt x="4751483" y="1568772"/>
                  </a:lnTo>
                  <a:lnTo>
                    <a:pt x="4751670" y="1569423"/>
                  </a:lnTo>
                  <a:lnTo>
                    <a:pt x="4751857" y="1570075"/>
                  </a:lnTo>
                  <a:lnTo>
                    <a:pt x="4752044" y="1570562"/>
                  </a:lnTo>
                  <a:lnTo>
                    <a:pt x="4752231" y="1570950"/>
                  </a:lnTo>
                  <a:lnTo>
                    <a:pt x="4752418" y="1570934"/>
                  </a:lnTo>
                  <a:lnTo>
                    <a:pt x="4752605" y="1570504"/>
                  </a:lnTo>
                  <a:lnTo>
                    <a:pt x="4752792" y="1569506"/>
                  </a:lnTo>
                  <a:lnTo>
                    <a:pt x="4752979" y="1567715"/>
                  </a:lnTo>
                  <a:lnTo>
                    <a:pt x="4753165" y="1564415"/>
                  </a:lnTo>
                  <a:lnTo>
                    <a:pt x="4753352" y="1560165"/>
                  </a:lnTo>
                  <a:lnTo>
                    <a:pt x="4753539" y="1553948"/>
                  </a:lnTo>
                  <a:lnTo>
                    <a:pt x="4753726" y="1546433"/>
                  </a:lnTo>
                  <a:lnTo>
                    <a:pt x="4753913" y="1537574"/>
                  </a:lnTo>
                  <a:lnTo>
                    <a:pt x="4754100" y="1527931"/>
                  </a:lnTo>
                  <a:lnTo>
                    <a:pt x="4754287" y="1518222"/>
                  </a:lnTo>
                  <a:lnTo>
                    <a:pt x="4754474" y="1509269"/>
                  </a:lnTo>
                  <a:lnTo>
                    <a:pt x="4754661" y="1500657"/>
                  </a:lnTo>
                  <a:lnTo>
                    <a:pt x="4754848" y="1491826"/>
                  </a:lnTo>
                  <a:lnTo>
                    <a:pt x="4755035" y="1482422"/>
                  </a:lnTo>
                  <a:lnTo>
                    <a:pt x="4755222" y="1475819"/>
                  </a:lnTo>
                  <a:lnTo>
                    <a:pt x="4755409" y="1468871"/>
                  </a:lnTo>
                  <a:lnTo>
                    <a:pt x="4755595" y="1463305"/>
                  </a:lnTo>
                  <a:lnTo>
                    <a:pt x="4755782" y="1457156"/>
                  </a:lnTo>
                  <a:lnTo>
                    <a:pt x="4755969" y="1451760"/>
                  </a:lnTo>
                  <a:lnTo>
                    <a:pt x="4756156" y="1445607"/>
                  </a:lnTo>
                  <a:lnTo>
                    <a:pt x="4756343" y="1439920"/>
                  </a:lnTo>
                  <a:lnTo>
                    <a:pt x="4756530" y="1434855"/>
                  </a:lnTo>
                  <a:lnTo>
                    <a:pt x="4756717" y="1429942"/>
                  </a:lnTo>
                  <a:lnTo>
                    <a:pt x="4756904" y="1426132"/>
                  </a:lnTo>
                  <a:lnTo>
                    <a:pt x="4757091" y="1422105"/>
                  </a:lnTo>
                  <a:lnTo>
                    <a:pt x="4757278" y="1417209"/>
                  </a:lnTo>
                  <a:lnTo>
                    <a:pt x="4757465" y="1412196"/>
                  </a:lnTo>
                  <a:lnTo>
                    <a:pt x="4757652" y="1406803"/>
                  </a:lnTo>
                  <a:lnTo>
                    <a:pt x="4757839" y="1401368"/>
                  </a:lnTo>
                  <a:lnTo>
                    <a:pt x="4758025" y="1395821"/>
                  </a:lnTo>
                  <a:lnTo>
                    <a:pt x="4758212" y="1389827"/>
                  </a:lnTo>
                  <a:lnTo>
                    <a:pt x="4758399" y="1384504"/>
                  </a:lnTo>
                  <a:lnTo>
                    <a:pt x="4758586" y="1379047"/>
                  </a:lnTo>
                  <a:lnTo>
                    <a:pt x="4758773" y="1373343"/>
                  </a:lnTo>
                  <a:lnTo>
                    <a:pt x="4758960" y="1368738"/>
                  </a:lnTo>
                  <a:lnTo>
                    <a:pt x="4759147" y="1363567"/>
                  </a:lnTo>
                  <a:lnTo>
                    <a:pt x="4759334" y="1359100"/>
                  </a:lnTo>
                  <a:lnTo>
                    <a:pt x="4759521" y="1355187"/>
                  </a:lnTo>
                  <a:lnTo>
                    <a:pt x="4759708" y="1351497"/>
                  </a:lnTo>
                  <a:lnTo>
                    <a:pt x="4759895" y="1347845"/>
                  </a:lnTo>
                  <a:lnTo>
                    <a:pt x="4760082" y="1344515"/>
                  </a:lnTo>
                  <a:lnTo>
                    <a:pt x="4760268" y="1341149"/>
                  </a:lnTo>
                  <a:lnTo>
                    <a:pt x="4760455" y="1337643"/>
                  </a:lnTo>
                  <a:lnTo>
                    <a:pt x="4760642" y="1333236"/>
                  </a:lnTo>
                  <a:lnTo>
                    <a:pt x="4760829" y="1329531"/>
                  </a:lnTo>
                  <a:lnTo>
                    <a:pt x="4761016" y="1326107"/>
                  </a:lnTo>
                  <a:lnTo>
                    <a:pt x="4761203" y="1322789"/>
                  </a:lnTo>
                  <a:lnTo>
                    <a:pt x="4761390" y="1319555"/>
                  </a:lnTo>
                  <a:lnTo>
                    <a:pt x="4761577" y="1317021"/>
                  </a:lnTo>
                  <a:lnTo>
                    <a:pt x="4761764" y="1314604"/>
                  </a:lnTo>
                  <a:lnTo>
                    <a:pt x="4761951" y="1312243"/>
                  </a:lnTo>
                  <a:lnTo>
                    <a:pt x="4762138" y="1309817"/>
                  </a:lnTo>
                  <a:lnTo>
                    <a:pt x="4762325" y="1306046"/>
                  </a:lnTo>
                  <a:lnTo>
                    <a:pt x="4762512" y="1301467"/>
                  </a:lnTo>
                  <a:lnTo>
                    <a:pt x="4762698" y="1296515"/>
                  </a:lnTo>
                  <a:lnTo>
                    <a:pt x="4762885" y="1291614"/>
                  </a:lnTo>
                  <a:lnTo>
                    <a:pt x="4763072" y="1287075"/>
                  </a:lnTo>
                  <a:lnTo>
                    <a:pt x="4763259" y="1281984"/>
                  </a:lnTo>
                  <a:lnTo>
                    <a:pt x="4763446" y="1275516"/>
                  </a:lnTo>
                  <a:lnTo>
                    <a:pt x="4763633" y="1269150"/>
                  </a:lnTo>
                  <a:lnTo>
                    <a:pt x="4763820" y="1263024"/>
                  </a:lnTo>
                  <a:lnTo>
                    <a:pt x="4764007" y="1256594"/>
                  </a:lnTo>
                  <a:lnTo>
                    <a:pt x="4764194" y="1249967"/>
                  </a:lnTo>
                  <a:lnTo>
                    <a:pt x="4764381" y="1242391"/>
                  </a:lnTo>
                  <a:lnTo>
                    <a:pt x="4764568" y="1234466"/>
                  </a:lnTo>
                  <a:lnTo>
                    <a:pt x="4764755" y="1225602"/>
                  </a:lnTo>
                  <a:lnTo>
                    <a:pt x="4764942" y="1216867"/>
                  </a:lnTo>
                  <a:lnTo>
                    <a:pt x="4765128" y="1209728"/>
                  </a:lnTo>
                  <a:lnTo>
                    <a:pt x="4765315" y="1203900"/>
                  </a:lnTo>
                  <a:lnTo>
                    <a:pt x="4765502" y="1198410"/>
                  </a:lnTo>
                  <a:lnTo>
                    <a:pt x="4765689" y="1192309"/>
                  </a:lnTo>
                  <a:lnTo>
                    <a:pt x="4765876" y="1186096"/>
                  </a:lnTo>
                  <a:lnTo>
                    <a:pt x="4766063" y="1180723"/>
                  </a:lnTo>
                  <a:lnTo>
                    <a:pt x="4766250" y="1175318"/>
                  </a:lnTo>
                  <a:lnTo>
                    <a:pt x="4766437" y="1169641"/>
                  </a:lnTo>
                  <a:lnTo>
                    <a:pt x="4766624" y="1163865"/>
                  </a:lnTo>
                  <a:lnTo>
                    <a:pt x="4766811" y="1159211"/>
                  </a:lnTo>
                  <a:lnTo>
                    <a:pt x="4766998" y="1154706"/>
                  </a:lnTo>
                  <a:lnTo>
                    <a:pt x="4767185" y="1150489"/>
                  </a:lnTo>
                  <a:lnTo>
                    <a:pt x="4767371" y="1146454"/>
                  </a:lnTo>
                  <a:lnTo>
                    <a:pt x="4767558" y="1143071"/>
                  </a:lnTo>
                  <a:lnTo>
                    <a:pt x="4767745" y="1139250"/>
                  </a:lnTo>
                  <a:lnTo>
                    <a:pt x="4767932" y="1134332"/>
                  </a:lnTo>
                  <a:lnTo>
                    <a:pt x="4768119" y="1128481"/>
                  </a:lnTo>
                  <a:lnTo>
                    <a:pt x="4768306" y="1123840"/>
                  </a:lnTo>
                  <a:lnTo>
                    <a:pt x="4768493" y="1118809"/>
                  </a:lnTo>
                  <a:lnTo>
                    <a:pt x="4768680" y="1113601"/>
                  </a:lnTo>
                  <a:lnTo>
                    <a:pt x="4768867" y="1108320"/>
                  </a:lnTo>
                  <a:lnTo>
                    <a:pt x="4769054" y="1104109"/>
                  </a:lnTo>
                  <a:lnTo>
                    <a:pt x="4769241" y="1100103"/>
                  </a:lnTo>
                  <a:lnTo>
                    <a:pt x="4769428" y="1096132"/>
                  </a:lnTo>
                  <a:lnTo>
                    <a:pt x="4769615" y="1091947"/>
                  </a:lnTo>
                  <a:lnTo>
                    <a:pt x="4769801" y="1089397"/>
                  </a:lnTo>
                  <a:lnTo>
                    <a:pt x="4769988" y="1086806"/>
                  </a:lnTo>
                  <a:lnTo>
                    <a:pt x="4770175" y="1083602"/>
                  </a:lnTo>
                  <a:lnTo>
                    <a:pt x="4770362" y="1080353"/>
                  </a:lnTo>
                  <a:lnTo>
                    <a:pt x="4770549" y="1077307"/>
                  </a:lnTo>
                  <a:lnTo>
                    <a:pt x="4770736" y="1072880"/>
                  </a:lnTo>
                  <a:lnTo>
                    <a:pt x="4770923" y="1068046"/>
                  </a:lnTo>
                  <a:lnTo>
                    <a:pt x="4771110" y="1064194"/>
                  </a:lnTo>
                  <a:lnTo>
                    <a:pt x="4771297" y="1061651"/>
                  </a:lnTo>
                  <a:lnTo>
                    <a:pt x="4771484" y="1057142"/>
                  </a:lnTo>
                  <a:lnTo>
                    <a:pt x="4771671" y="1053831"/>
                  </a:lnTo>
                  <a:lnTo>
                    <a:pt x="4771858" y="1052275"/>
                  </a:lnTo>
                  <a:lnTo>
                    <a:pt x="4772044" y="1051483"/>
                  </a:lnTo>
                  <a:lnTo>
                    <a:pt x="4772231" y="1050358"/>
                  </a:lnTo>
                  <a:lnTo>
                    <a:pt x="4772418" y="1050474"/>
                  </a:lnTo>
                  <a:lnTo>
                    <a:pt x="4772605" y="1051037"/>
                  </a:lnTo>
                  <a:lnTo>
                    <a:pt x="4772792" y="1052601"/>
                  </a:lnTo>
                  <a:lnTo>
                    <a:pt x="4772979" y="1055240"/>
                  </a:lnTo>
                  <a:lnTo>
                    <a:pt x="4773166" y="1058477"/>
                  </a:lnTo>
                  <a:lnTo>
                    <a:pt x="4773353" y="1062250"/>
                  </a:lnTo>
                  <a:lnTo>
                    <a:pt x="4773540" y="1066604"/>
                  </a:lnTo>
                  <a:lnTo>
                    <a:pt x="4773727" y="1071319"/>
                  </a:lnTo>
                  <a:lnTo>
                    <a:pt x="4773914" y="1075352"/>
                  </a:lnTo>
                  <a:lnTo>
                    <a:pt x="4774101" y="1079618"/>
                  </a:lnTo>
                  <a:lnTo>
                    <a:pt x="4774288" y="1083794"/>
                  </a:lnTo>
                  <a:lnTo>
                    <a:pt x="4774474" y="1087400"/>
                  </a:lnTo>
                  <a:lnTo>
                    <a:pt x="4774661" y="1090932"/>
                  </a:lnTo>
                  <a:lnTo>
                    <a:pt x="4774848" y="1093652"/>
                  </a:lnTo>
                  <a:lnTo>
                    <a:pt x="4775035" y="1096809"/>
                  </a:lnTo>
                  <a:lnTo>
                    <a:pt x="4775222" y="1100560"/>
                  </a:lnTo>
                  <a:lnTo>
                    <a:pt x="4775409" y="1107126"/>
                  </a:lnTo>
                  <a:lnTo>
                    <a:pt x="4775596" y="1113703"/>
                  </a:lnTo>
                  <a:lnTo>
                    <a:pt x="4775783" y="1120026"/>
                  </a:lnTo>
                  <a:lnTo>
                    <a:pt x="4775970" y="1125548"/>
                  </a:lnTo>
                  <a:lnTo>
                    <a:pt x="4776157" y="1130632"/>
                  </a:lnTo>
                  <a:lnTo>
                    <a:pt x="4776344" y="1135767"/>
                  </a:lnTo>
                  <a:lnTo>
                    <a:pt x="4776531" y="1140701"/>
                  </a:lnTo>
                  <a:lnTo>
                    <a:pt x="4776718" y="1146053"/>
                  </a:lnTo>
                  <a:lnTo>
                    <a:pt x="4776904" y="1151437"/>
                  </a:lnTo>
                  <a:lnTo>
                    <a:pt x="4777091" y="1157313"/>
                  </a:lnTo>
                  <a:lnTo>
                    <a:pt x="4777278" y="1161650"/>
                  </a:lnTo>
                  <a:lnTo>
                    <a:pt x="4777465" y="1165953"/>
                  </a:lnTo>
                  <a:lnTo>
                    <a:pt x="4777652" y="1170093"/>
                  </a:lnTo>
                  <a:lnTo>
                    <a:pt x="4777839" y="1173898"/>
                  </a:lnTo>
                  <a:lnTo>
                    <a:pt x="4778026" y="1177995"/>
                  </a:lnTo>
                  <a:lnTo>
                    <a:pt x="4778213" y="1181842"/>
                  </a:lnTo>
                  <a:lnTo>
                    <a:pt x="4778400" y="1185709"/>
                  </a:lnTo>
                  <a:lnTo>
                    <a:pt x="4778587" y="1189280"/>
                  </a:lnTo>
                  <a:lnTo>
                    <a:pt x="4778774" y="1193599"/>
                  </a:lnTo>
                  <a:lnTo>
                    <a:pt x="4778961" y="1198084"/>
                  </a:lnTo>
                  <a:lnTo>
                    <a:pt x="4779147" y="1201796"/>
                  </a:lnTo>
                  <a:lnTo>
                    <a:pt x="4779334" y="1204820"/>
                  </a:lnTo>
                  <a:lnTo>
                    <a:pt x="4779521" y="1207098"/>
                  </a:lnTo>
                  <a:lnTo>
                    <a:pt x="4779708" y="1208331"/>
                  </a:lnTo>
                  <a:lnTo>
                    <a:pt x="4779895" y="1209922"/>
                  </a:lnTo>
                  <a:lnTo>
                    <a:pt x="4780082" y="1210087"/>
                  </a:lnTo>
                  <a:lnTo>
                    <a:pt x="4780269" y="1210998"/>
                  </a:lnTo>
                  <a:lnTo>
                    <a:pt x="4780456" y="1210949"/>
                  </a:lnTo>
                  <a:lnTo>
                    <a:pt x="4780643" y="1210857"/>
                  </a:lnTo>
                  <a:lnTo>
                    <a:pt x="4780830" y="1209584"/>
                  </a:lnTo>
                  <a:lnTo>
                    <a:pt x="4781017" y="1205038"/>
                  </a:lnTo>
                  <a:lnTo>
                    <a:pt x="4781204" y="1199411"/>
                  </a:lnTo>
                  <a:lnTo>
                    <a:pt x="4781391" y="1192489"/>
                  </a:lnTo>
                  <a:lnTo>
                    <a:pt x="4781577" y="1188204"/>
                  </a:lnTo>
                  <a:lnTo>
                    <a:pt x="4781764" y="1183742"/>
                  </a:lnTo>
                  <a:lnTo>
                    <a:pt x="4781951" y="1181850"/>
                  </a:lnTo>
                  <a:lnTo>
                    <a:pt x="4782138" y="1180735"/>
                  </a:lnTo>
                  <a:lnTo>
                    <a:pt x="4782325" y="1181349"/>
                  </a:lnTo>
                  <a:lnTo>
                    <a:pt x="4782512" y="1181380"/>
                  </a:lnTo>
                  <a:lnTo>
                    <a:pt x="4782699" y="1181722"/>
                  </a:lnTo>
                  <a:lnTo>
                    <a:pt x="4782886" y="1181624"/>
                  </a:lnTo>
                  <a:lnTo>
                    <a:pt x="4783073" y="1180780"/>
                  </a:lnTo>
                  <a:lnTo>
                    <a:pt x="4783260" y="1179230"/>
                  </a:lnTo>
                  <a:lnTo>
                    <a:pt x="4783447" y="1177212"/>
                  </a:lnTo>
                  <a:lnTo>
                    <a:pt x="4783634" y="1177072"/>
                  </a:lnTo>
                  <a:lnTo>
                    <a:pt x="4783821" y="1177240"/>
                  </a:lnTo>
                  <a:lnTo>
                    <a:pt x="4784007" y="1177647"/>
                  </a:lnTo>
                  <a:lnTo>
                    <a:pt x="4784194" y="1180981"/>
                  </a:lnTo>
                  <a:lnTo>
                    <a:pt x="4784381" y="1183743"/>
                  </a:lnTo>
                  <a:lnTo>
                    <a:pt x="4784568" y="1185784"/>
                  </a:lnTo>
                  <a:lnTo>
                    <a:pt x="4784755" y="1187918"/>
                  </a:lnTo>
                  <a:lnTo>
                    <a:pt x="4784942" y="1189683"/>
                  </a:lnTo>
                  <a:lnTo>
                    <a:pt x="4785129" y="1190280"/>
                  </a:lnTo>
                  <a:lnTo>
                    <a:pt x="4785316" y="1190265"/>
                  </a:lnTo>
                  <a:lnTo>
                    <a:pt x="4785503" y="1190271"/>
                  </a:lnTo>
                  <a:lnTo>
                    <a:pt x="4785690" y="1189041"/>
                  </a:lnTo>
                  <a:lnTo>
                    <a:pt x="4785877" y="1188150"/>
                  </a:lnTo>
                  <a:lnTo>
                    <a:pt x="4786064" y="1187350"/>
                  </a:lnTo>
                  <a:lnTo>
                    <a:pt x="4786250" y="1185963"/>
                  </a:lnTo>
                  <a:lnTo>
                    <a:pt x="4786437" y="1183455"/>
                  </a:lnTo>
                  <a:lnTo>
                    <a:pt x="4786624" y="1180336"/>
                  </a:lnTo>
                  <a:lnTo>
                    <a:pt x="4786811" y="1176598"/>
                  </a:lnTo>
                  <a:lnTo>
                    <a:pt x="4786998" y="1171696"/>
                  </a:lnTo>
                  <a:lnTo>
                    <a:pt x="4787185" y="1166803"/>
                  </a:lnTo>
                  <a:lnTo>
                    <a:pt x="4787372" y="1160944"/>
                  </a:lnTo>
                  <a:lnTo>
                    <a:pt x="4787559" y="1153682"/>
                  </a:lnTo>
                  <a:lnTo>
                    <a:pt x="4787746" y="1145802"/>
                  </a:lnTo>
                  <a:lnTo>
                    <a:pt x="4787933" y="1137080"/>
                  </a:lnTo>
                  <a:lnTo>
                    <a:pt x="4788120" y="1127309"/>
                  </a:lnTo>
                  <a:lnTo>
                    <a:pt x="4788307" y="1117094"/>
                  </a:lnTo>
                  <a:lnTo>
                    <a:pt x="4788494" y="1106556"/>
                  </a:lnTo>
                  <a:lnTo>
                    <a:pt x="4788680" y="1095598"/>
                  </a:lnTo>
                  <a:lnTo>
                    <a:pt x="4788867" y="1085142"/>
                  </a:lnTo>
                  <a:lnTo>
                    <a:pt x="4789054" y="1075282"/>
                  </a:lnTo>
                  <a:lnTo>
                    <a:pt x="4789241" y="1065165"/>
                  </a:lnTo>
                  <a:lnTo>
                    <a:pt x="4789428" y="1055370"/>
                  </a:lnTo>
                  <a:lnTo>
                    <a:pt x="4789615" y="1045888"/>
                  </a:lnTo>
                  <a:lnTo>
                    <a:pt x="4789802" y="1037472"/>
                  </a:lnTo>
                  <a:lnTo>
                    <a:pt x="4789989" y="1029170"/>
                  </a:lnTo>
                  <a:lnTo>
                    <a:pt x="4790176" y="1021719"/>
                  </a:lnTo>
                  <a:lnTo>
                    <a:pt x="4790363" y="1015811"/>
                  </a:lnTo>
                  <a:lnTo>
                    <a:pt x="4790550" y="1012204"/>
                  </a:lnTo>
                  <a:lnTo>
                    <a:pt x="4790737" y="1010100"/>
                  </a:lnTo>
                  <a:lnTo>
                    <a:pt x="4790923" y="1009432"/>
                  </a:lnTo>
                  <a:lnTo>
                    <a:pt x="4791110" y="1009968"/>
                  </a:lnTo>
                  <a:lnTo>
                    <a:pt x="4791297" y="1011082"/>
                  </a:lnTo>
                  <a:lnTo>
                    <a:pt x="4791484" y="1013616"/>
                  </a:lnTo>
                  <a:lnTo>
                    <a:pt x="4791671" y="1016454"/>
                  </a:lnTo>
                  <a:lnTo>
                    <a:pt x="4791858" y="1019549"/>
                  </a:lnTo>
                  <a:lnTo>
                    <a:pt x="4792045" y="1023188"/>
                  </a:lnTo>
                  <a:lnTo>
                    <a:pt x="4792232" y="1026711"/>
                  </a:lnTo>
                  <a:lnTo>
                    <a:pt x="4792419" y="1030746"/>
                  </a:lnTo>
                  <a:lnTo>
                    <a:pt x="4792606" y="1031506"/>
                  </a:lnTo>
                  <a:lnTo>
                    <a:pt x="4792793" y="1032527"/>
                  </a:lnTo>
                  <a:lnTo>
                    <a:pt x="4792980" y="1032605"/>
                  </a:lnTo>
                  <a:lnTo>
                    <a:pt x="4793167" y="1033171"/>
                  </a:lnTo>
                  <a:lnTo>
                    <a:pt x="4793353" y="1032111"/>
                  </a:lnTo>
                  <a:lnTo>
                    <a:pt x="4793540" y="1031663"/>
                  </a:lnTo>
                  <a:lnTo>
                    <a:pt x="4793727" y="1030771"/>
                  </a:lnTo>
                  <a:lnTo>
                    <a:pt x="4793914" y="1029742"/>
                  </a:lnTo>
                  <a:lnTo>
                    <a:pt x="4794101" y="1028988"/>
                  </a:lnTo>
                  <a:lnTo>
                    <a:pt x="4794288" y="1027723"/>
                  </a:lnTo>
                  <a:lnTo>
                    <a:pt x="4794475" y="1026486"/>
                  </a:lnTo>
                  <a:lnTo>
                    <a:pt x="4794662" y="1025457"/>
                  </a:lnTo>
                  <a:lnTo>
                    <a:pt x="4794849" y="1024404"/>
                  </a:lnTo>
                  <a:lnTo>
                    <a:pt x="4795036" y="1023790"/>
                  </a:lnTo>
                  <a:lnTo>
                    <a:pt x="4795223" y="1023861"/>
                  </a:lnTo>
                  <a:lnTo>
                    <a:pt x="4795410" y="1024689"/>
                  </a:lnTo>
                  <a:lnTo>
                    <a:pt x="4795597" y="1025987"/>
                  </a:lnTo>
                  <a:lnTo>
                    <a:pt x="4795783" y="1026350"/>
                  </a:lnTo>
                  <a:lnTo>
                    <a:pt x="4795970" y="1026732"/>
                  </a:lnTo>
                  <a:lnTo>
                    <a:pt x="4796157" y="1028154"/>
                  </a:lnTo>
                  <a:lnTo>
                    <a:pt x="4796344" y="1028724"/>
                  </a:lnTo>
                  <a:lnTo>
                    <a:pt x="4796531" y="1030347"/>
                  </a:lnTo>
                  <a:lnTo>
                    <a:pt x="4796718" y="1031703"/>
                  </a:lnTo>
                  <a:lnTo>
                    <a:pt x="4796905" y="1032867"/>
                  </a:lnTo>
                  <a:lnTo>
                    <a:pt x="4797092" y="1034272"/>
                  </a:lnTo>
                  <a:lnTo>
                    <a:pt x="4797279" y="1035580"/>
                  </a:lnTo>
                  <a:lnTo>
                    <a:pt x="4797466" y="1036460"/>
                  </a:lnTo>
                  <a:lnTo>
                    <a:pt x="4797653" y="1037524"/>
                  </a:lnTo>
                  <a:lnTo>
                    <a:pt x="4797840" y="1038728"/>
                  </a:lnTo>
                  <a:lnTo>
                    <a:pt x="4798026" y="1040205"/>
                  </a:lnTo>
                  <a:lnTo>
                    <a:pt x="4798213" y="1040774"/>
                  </a:lnTo>
                  <a:lnTo>
                    <a:pt x="4798400" y="1041253"/>
                  </a:lnTo>
                  <a:lnTo>
                    <a:pt x="4798587" y="1041979"/>
                  </a:lnTo>
                  <a:lnTo>
                    <a:pt x="4798774" y="1042944"/>
                  </a:lnTo>
                  <a:lnTo>
                    <a:pt x="4798961" y="1043093"/>
                  </a:lnTo>
                  <a:lnTo>
                    <a:pt x="4799148" y="1044039"/>
                  </a:lnTo>
                  <a:lnTo>
                    <a:pt x="4799335" y="1045318"/>
                  </a:lnTo>
                  <a:lnTo>
                    <a:pt x="4799522" y="1046559"/>
                  </a:lnTo>
                  <a:lnTo>
                    <a:pt x="4799709" y="1048818"/>
                  </a:lnTo>
                  <a:lnTo>
                    <a:pt x="4799896" y="1051937"/>
                  </a:lnTo>
                  <a:lnTo>
                    <a:pt x="4800083" y="1055699"/>
                  </a:lnTo>
                  <a:lnTo>
                    <a:pt x="4800270" y="1059278"/>
                  </a:lnTo>
                  <a:lnTo>
                    <a:pt x="4800456" y="1062359"/>
                  </a:lnTo>
                  <a:lnTo>
                    <a:pt x="4800643" y="1066019"/>
                  </a:lnTo>
                  <a:lnTo>
                    <a:pt x="4800830" y="1070782"/>
                  </a:lnTo>
                  <a:lnTo>
                    <a:pt x="4801017" y="1075827"/>
                  </a:lnTo>
                  <a:lnTo>
                    <a:pt x="4801204" y="1081206"/>
                  </a:lnTo>
                  <a:lnTo>
                    <a:pt x="4801391" y="1086902"/>
                  </a:lnTo>
                  <a:lnTo>
                    <a:pt x="4801578" y="1093025"/>
                  </a:lnTo>
                  <a:lnTo>
                    <a:pt x="4801765" y="1099933"/>
                  </a:lnTo>
                  <a:lnTo>
                    <a:pt x="4801952" y="1107181"/>
                  </a:lnTo>
                  <a:lnTo>
                    <a:pt x="4802139" y="1113089"/>
                  </a:lnTo>
                  <a:lnTo>
                    <a:pt x="4802326" y="1119229"/>
                  </a:lnTo>
                  <a:lnTo>
                    <a:pt x="4802513" y="1124345"/>
                  </a:lnTo>
                  <a:lnTo>
                    <a:pt x="4802700" y="1128718"/>
                  </a:lnTo>
                  <a:lnTo>
                    <a:pt x="4802886" y="1132910"/>
                  </a:lnTo>
                  <a:lnTo>
                    <a:pt x="4803073" y="1138282"/>
                  </a:lnTo>
                  <a:lnTo>
                    <a:pt x="4803260" y="1143943"/>
                  </a:lnTo>
                  <a:lnTo>
                    <a:pt x="4803447" y="1148358"/>
                  </a:lnTo>
                  <a:lnTo>
                    <a:pt x="4803634" y="1152558"/>
                  </a:lnTo>
                  <a:lnTo>
                    <a:pt x="4803821" y="1156717"/>
                  </a:lnTo>
                  <a:lnTo>
                    <a:pt x="4804008" y="1160430"/>
                  </a:lnTo>
                  <a:lnTo>
                    <a:pt x="4804195" y="1163978"/>
                  </a:lnTo>
                  <a:lnTo>
                    <a:pt x="4804382" y="1167304"/>
                  </a:lnTo>
                  <a:lnTo>
                    <a:pt x="4804569" y="1170250"/>
                  </a:lnTo>
                  <a:lnTo>
                    <a:pt x="4804756" y="1172849"/>
                  </a:lnTo>
                  <a:lnTo>
                    <a:pt x="4804943" y="1175135"/>
                  </a:lnTo>
                  <a:lnTo>
                    <a:pt x="4805129" y="1178048"/>
                  </a:lnTo>
                  <a:lnTo>
                    <a:pt x="4805316" y="1182033"/>
                  </a:lnTo>
                  <a:lnTo>
                    <a:pt x="4805503" y="1186753"/>
                  </a:lnTo>
                  <a:lnTo>
                    <a:pt x="4805690" y="1189802"/>
                  </a:lnTo>
                  <a:lnTo>
                    <a:pt x="4805877" y="1193026"/>
                  </a:lnTo>
                  <a:lnTo>
                    <a:pt x="4806064" y="1196435"/>
                  </a:lnTo>
                  <a:lnTo>
                    <a:pt x="4806251" y="1200429"/>
                  </a:lnTo>
                  <a:lnTo>
                    <a:pt x="4806438" y="1203922"/>
                  </a:lnTo>
                  <a:lnTo>
                    <a:pt x="4806625" y="1207639"/>
                  </a:lnTo>
                  <a:lnTo>
                    <a:pt x="4806812" y="1211767"/>
                  </a:lnTo>
                  <a:lnTo>
                    <a:pt x="4806999" y="1216307"/>
                  </a:lnTo>
                  <a:lnTo>
                    <a:pt x="4807186" y="1219286"/>
                  </a:lnTo>
                  <a:lnTo>
                    <a:pt x="4807373" y="1222834"/>
                  </a:lnTo>
                  <a:lnTo>
                    <a:pt x="4807559" y="1227334"/>
                  </a:lnTo>
                  <a:lnTo>
                    <a:pt x="4807746" y="1231820"/>
                  </a:lnTo>
                  <a:lnTo>
                    <a:pt x="4807933" y="1235625"/>
                  </a:lnTo>
                  <a:lnTo>
                    <a:pt x="4808120" y="1239351"/>
                  </a:lnTo>
                  <a:lnTo>
                    <a:pt x="4808307" y="1243409"/>
                  </a:lnTo>
                  <a:lnTo>
                    <a:pt x="4808494" y="1247395"/>
                  </a:lnTo>
                  <a:lnTo>
                    <a:pt x="4808681" y="1250442"/>
                  </a:lnTo>
                  <a:lnTo>
                    <a:pt x="4808868" y="1255666"/>
                  </a:lnTo>
                  <a:lnTo>
                    <a:pt x="4809055" y="1260696"/>
                  </a:lnTo>
                  <a:lnTo>
                    <a:pt x="4809242" y="1263790"/>
                  </a:lnTo>
                  <a:lnTo>
                    <a:pt x="4809429" y="1266809"/>
                  </a:lnTo>
                  <a:lnTo>
                    <a:pt x="4809616" y="1270343"/>
                  </a:lnTo>
                  <a:lnTo>
                    <a:pt x="4809802" y="1272335"/>
                  </a:lnTo>
                  <a:lnTo>
                    <a:pt x="4809989" y="1274653"/>
                  </a:lnTo>
                  <a:lnTo>
                    <a:pt x="4810176" y="1276346"/>
                  </a:lnTo>
                  <a:lnTo>
                    <a:pt x="4810363" y="1277372"/>
                  </a:lnTo>
                  <a:lnTo>
                    <a:pt x="4810550" y="1278420"/>
                  </a:lnTo>
                  <a:lnTo>
                    <a:pt x="4810737" y="1279934"/>
                  </a:lnTo>
                  <a:lnTo>
                    <a:pt x="4810924" y="1281404"/>
                  </a:lnTo>
                  <a:lnTo>
                    <a:pt x="4811111" y="1282554"/>
                  </a:lnTo>
                  <a:lnTo>
                    <a:pt x="4811298" y="1283909"/>
                  </a:lnTo>
                  <a:lnTo>
                    <a:pt x="4811485" y="1284915"/>
                  </a:lnTo>
                  <a:lnTo>
                    <a:pt x="4811672" y="1285658"/>
                  </a:lnTo>
                  <a:lnTo>
                    <a:pt x="4811859" y="1286297"/>
                  </a:lnTo>
                  <a:lnTo>
                    <a:pt x="4812046" y="1286613"/>
                  </a:lnTo>
                  <a:lnTo>
                    <a:pt x="4812232" y="1287137"/>
                  </a:lnTo>
                  <a:lnTo>
                    <a:pt x="4812419" y="1287364"/>
                  </a:lnTo>
                  <a:lnTo>
                    <a:pt x="4812606" y="1288011"/>
                  </a:lnTo>
                  <a:lnTo>
                    <a:pt x="4812793" y="1288163"/>
                  </a:lnTo>
                  <a:lnTo>
                    <a:pt x="4812980" y="1287700"/>
                  </a:lnTo>
                  <a:lnTo>
                    <a:pt x="4813167" y="1286782"/>
                  </a:lnTo>
                  <a:lnTo>
                    <a:pt x="4813354" y="1285972"/>
                  </a:lnTo>
                  <a:lnTo>
                    <a:pt x="4813541" y="1284576"/>
                  </a:lnTo>
                  <a:lnTo>
                    <a:pt x="4813728" y="1283089"/>
                  </a:lnTo>
                  <a:lnTo>
                    <a:pt x="4813915" y="1281414"/>
                  </a:lnTo>
                  <a:lnTo>
                    <a:pt x="4814102" y="1278926"/>
                  </a:lnTo>
                  <a:lnTo>
                    <a:pt x="4814289" y="1276586"/>
                  </a:lnTo>
                  <a:lnTo>
                    <a:pt x="4814476" y="1274391"/>
                  </a:lnTo>
                  <a:lnTo>
                    <a:pt x="4814662" y="1271781"/>
                  </a:lnTo>
                  <a:lnTo>
                    <a:pt x="4814849" y="1269437"/>
                  </a:lnTo>
                  <a:lnTo>
                    <a:pt x="4815036" y="1266421"/>
                  </a:lnTo>
                  <a:lnTo>
                    <a:pt x="4815223" y="1263198"/>
                  </a:lnTo>
                  <a:lnTo>
                    <a:pt x="4815410" y="1258885"/>
                  </a:lnTo>
                  <a:lnTo>
                    <a:pt x="4815597" y="1255121"/>
                  </a:lnTo>
                  <a:lnTo>
                    <a:pt x="4815784" y="1251747"/>
                  </a:lnTo>
                  <a:lnTo>
                    <a:pt x="4815971" y="1248813"/>
                  </a:lnTo>
                  <a:lnTo>
                    <a:pt x="4816158" y="1245710"/>
                  </a:lnTo>
                  <a:lnTo>
                    <a:pt x="4816345" y="1242906"/>
                  </a:lnTo>
                  <a:lnTo>
                    <a:pt x="4816532" y="1240489"/>
                  </a:lnTo>
                  <a:lnTo>
                    <a:pt x="4816719" y="1238602"/>
                  </a:lnTo>
                  <a:lnTo>
                    <a:pt x="4816905" y="1237442"/>
                  </a:lnTo>
                  <a:lnTo>
                    <a:pt x="4817092" y="1236890"/>
                  </a:lnTo>
                  <a:lnTo>
                    <a:pt x="4817279" y="1236319"/>
                  </a:lnTo>
                  <a:lnTo>
                    <a:pt x="4817466" y="1237000"/>
                  </a:lnTo>
                  <a:lnTo>
                    <a:pt x="4817653" y="1237616"/>
                  </a:lnTo>
                  <a:lnTo>
                    <a:pt x="4817840" y="1240248"/>
                  </a:lnTo>
                  <a:lnTo>
                    <a:pt x="4818027" y="1242782"/>
                  </a:lnTo>
                  <a:lnTo>
                    <a:pt x="4818214" y="1246124"/>
                  </a:lnTo>
                  <a:lnTo>
                    <a:pt x="4818401" y="1250076"/>
                  </a:lnTo>
                  <a:lnTo>
                    <a:pt x="4818588" y="1254838"/>
                  </a:lnTo>
                  <a:lnTo>
                    <a:pt x="4818775" y="1261431"/>
                  </a:lnTo>
                  <a:lnTo>
                    <a:pt x="4818962" y="1265900"/>
                  </a:lnTo>
                  <a:lnTo>
                    <a:pt x="4819149" y="1271201"/>
                  </a:lnTo>
                  <a:lnTo>
                    <a:pt x="4819335" y="1274599"/>
                  </a:lnTo>
                  <a:lnTo>
                    <a:pt x="4819522" y="1277656"/>
                  </a:lnTo>
                  <a:lnTo>
                    <a:pt x="4819709" y="1279301"/>
                  </a:lnTo>
                  <a:lnTo>
                    <a:pt x="4819896" y="1281093"/>
                  </a:lnTo>
                  <a:lnTo>
                    <a:pt x="4820083" y="1283758"/>
                  </a:lnTo>
                  <a:lnTo>
                    <a:pt x="4820270" y="1286628"/>
                  </a:lnTo>
                  <a:lnTo>
                    <a:pt x="4820457" y="1289483"/>
                  </a:lnTo>
                  <a:lnTo>
                    <a:pt x="4820644" y="1292559"/>
                  </a:lnTo>
                  <a:lnTo>
                    <a:pt x="4820831" y="1296123"/>
                  </a:lnTo>
                  <a:lnTo>
                    <a:pt x="4821018" y="1299473"/>
                  </a:lnTo>
                  <a:lnTo>
                    <a:pt x="4821205" y="1302346"/>
                  </a:lnTo>
                  <a:lnTo>
                    <a:pt x="4821392" y="1304421"/>
                  </a:lnTo>
                  <a:lnTo>
                    <a:pt x="4821579" y="1305294"/>
                  </a:lnTo>
                  <a:lnTo>
                    <a:pt x="4821765" y="1305078"/>
                  </a:lnTo>
                  <a:lnTo>
                    <a:pt x="4821952" y="1304084"/>
                  </a:lnTo>
                  <a:lnTo>
                    <a:pt x="4822139" y="1301601"/>
                  </a:lnTo>
                  <a:lnTo>
                    <a:pt x="4822326" y="1298308"/>
                  </a:lnTo>
                  <a:lnTo>
                    <a:pt x="4822513" y="1295400"/>
                  </a:lnTo>
                  <a:lnTo>
                    <a:pt x="4822700" y="1292767"/>
                  </a:lnTo>
                  <a:lnTo>
                    <a:pt x="4822887" y="1289165"/>
                  </a:lnTo>
                  <a:lnTo>
                    <a:pt x="4823074" y="1286230"/>
                  </a:lnTo>
                  <a:lnTo>
                    <a:pt x="4823261" y="1280281"/>
                  </a:lnTo>
                  <a:lnTo>
                    <a:pt x="4823448" y="1273968"/>
                  </a:lnTo>
                  <a:lnTo>
                    <a:pt x="4823635" y="1267680"/>
                  </a:lnTo>
                  <a:lnTo>
                    <a:pt x="4823822" y="1261970"/>
                  </a:lnTo>
                  <a:lnTo>
                    <a:pt x="4824008" y="1256210"/>
                  </a:lnTo>
                  <a:lnTo>
                    <a:pt x="4824195" y="1251383"/>
                  </a:lnTo>
                  <a:lnTo>
                    <a:pt x="4824382" y="1247496"/>
                  </a:lnTo>
                  <a:lnTo>
                    <a:pt x="4824569" y="1243849"/>
                  </a:lnTo>
                  <a:lnTo>
                    <a:pt x="4824756" y="1241473"/>
                  </a:lnTo>
                  <a:lnTo>
                    <a:pt x="4824943" y="1240812"/>
                  </a:lnTo>
                  <a:lnTo>
                    <a:pt x="4825130" y="1241274"/>
                  </a:lnTo>
                  <a:lnTo>
                    <a:pt x="4825317" y="1243115"/>
                  </a:lnTo>
                  <a:lnTo>
                    <a:pt x="4825504" y="1246877"/>
                  </a:lnTo>
                  <a:lnTo>
                    <a:pt x="4825691" y="1251754"/>
                  </a:lnTo>
                  <a:lnTo>
                    <a:pt x="4825878" y="1257456"/>
                  </a:lnTo>
                  <a:lnTo>
                    <a:pt x="4826065" y="1264149"/>
                  </a:lnTo>
                  <a:lnTo>
                    <a:pt x="4826252" y="1270956"/>
                  </a:lnTo>
                  <a:lnTo>
                    <a:pt x="4826438" y="1278135"/>
                  </a:lnTo>
                  <a:lnTo>
                    <a:pt x="4826625" y="1286288"/>
                  </a:lnTo>
                  <a:lnTo>
                    <a:pt x="4826812" y="1295134"/>
                  </a:lnTo>
                  <a:lnTo>
                    <a:pt x="4826999" y="1304566"/>
                  </a:lnTo>
                  <a:lnTo>
                    <a:pt x="4827186" y="1313693"/>
                  </a:lnTo>
                  <a:lnTo>
                    <a:pt x="4827373" y="1322935"/>
                  </a:lnTo>
                  <a:lnTo>
                    <a:pt x="4827560" y="1332020"/>
                  </a:lnTo>
                  <a:lnTo>
                    <a:pt x="4827747" y="1340874"/>
                  </a:lnTo>
                  <a:lnTo>
                    <a:pt x="4827934" y="1349068"/>
                  </a:lnTo>
                  <a:lnTo>
                    <a:pt x="4828121" y="1356008"/>
                  </a:lnTo>
                  <a:lnTo>
                    <a:pt x="4828308" y="1362362"/>
                  </a:lnTo>
                  <a:lnTo>
                    <a:pt x="4828495" y="1369128"/>
                  </a:lnTo>
                  <a:lnTo>
                    <a:pt x="4828681" y="1376192"/>
                  </a:lnTo>
                  <a:lnTo>
                    <a:pt x="4828868" y="1382760"/>
                  </a:lnTo>
                  <a:lnTo>
                    <a:pt x="4829055" y="1389428"/>
                  </a:lnTo>
                  <a:lnTo>
                    <a:pt x="4829242" y="1395303"/>
                  </a:lnTo>
                  <a:lnTo>
                    <a:pt x="4829429" y="1400485"/>
                  </a:lnTo>
                  <a:lnTo>
                    <a:pt x="4829616" y="1406270"/>
                  </a:lnTo>
                  <a:lnTo>
                    <a:pt x="4829803" y="1412228"/>
                  </a:lnTo>
                  <a:lnTo>
                    <a:pt x="4829990" y="1418714"/>
                  </a:lnTo>
                  <a:lnTo>
                    <a:pt x="4830177" y="1425381"/>
                  </a:lnTo>
                  <a:lnTo>
                    <a:pt x="4830364" y="1431570"/>
                  </a:lnTo>
                  <a:lnTo>
                    <a:pt x="4830551" y="1437693"/>
                  </a:lnTo>
                  <a:lnTo>
                    <a:pt x="4830738" y="1444517"/>
                  </a:lnTo>
                  <a:lnTo>
                    <a:pt x="4830925" y="1451729"/>
                  </a:lnTo>
                  <a:lnTo>
                    <a:pt x="4831111" y="1459024"/>
                  </a:lnTo>
                  <a:lnTo>
                    <a:pt x="4831298" y="1466368"/>
                  </a:lnTo>
                  <a:lnTo>
                    <a:pt x="4831485" y="1473192"/>
                  </a:lnTo>
                  <a:lnTo>
                    <a:pt x="4831672" y="1480008"/>
                  </a:lnTo>
                  <a:lnTo>
                    <a:pt x="4831859" y="1486643"/>
                  </a:lnTo>
                  <a:lnTo>
                    <a:pt x="4832046" y="1493484"/>
                  </a:lnTo>
                  <a:lnTo>
                    <a:pt x="4832233" y="1500184"/>
                  </a:lnTo>
                  <a:lnTo>
                    <a:pt x="4832420" y="1506422"/>
                  </a:lnTo>
                  <a:lnTo>
                    <a:pt x="4832607" y="1512091"/>
                  </a:lnTo>
                  <a:lnTo>
                    <a:pt x="4832794" y="1517191"/>
                  </a:lnTo>
                  <a:lnTo>
                    <a:pt x="4832981" y="1522382"/>
                  </a:lnTo>
                  <a:lnTo>
                    <a:pt x="4833168" y="1527836"/>
                  </a:lnTo>
                  <a:lnTo>
                    <a:pt x="4833355" y="1533414"/>
                  </a:lnTo>
                  <a:lnTo>
                    <a:pt x="4833541" y="1538473"/>
                  </a:lnTo>
                  <a:lnTo>
                    <a:pt x="4833728" y="1543382"/>
                  </a:lnTo>
                  <a:lnTo>
                    <a:pt x="4833915" y="1547921"/>
                  </a:lnTo>
                  <a:lnTo>
                    <a:pt x="4834102" y="1552113"/>
                  </a:lnTo>
                  <a:lnTo>
                    <a:pt x="4834289" y="1556214"/>
                  </a:lnTo>
                  <a:lnTo>
                    <a:pt x="4834476" y="1560018"/>
                  </a:lnTo>
                  <a:lnTo>
                    <a:pt x="4834663" y="1563864"/>
                  </a:lnTo>
                  <a:lnTo>
                    <a:pt x="4834850" y="1567692"/>
                  </a:lnTo>
                  <a:lnTo>
                    <a:pt x="4835037" y="1571150"/>
                  </a:lnTo>
                  <a:lnTo>
                    <a:pt x="4835224" y="1574517"/>
                  </a:lnTo>
                  <a:lnTo>
                    <a:pt x="4835411" y="1578189"/>
                  </a:lnTo>
                  <a:lnTo>
                    <a:pt x="4835598" y="1581985"/>
                  </a:lnTo>
                  <a:lnTo>
                    <a:pt x="4835784" y="1585492"/>
                  </a:lnTo>
                  <a:lnTo>
                    <a:pt x="4835971" y="1588891"/>
                  </a:lnTo>
                  <a:lnTo>
                    <a:pt x="4836158" y="1591805"/>
                  </a:lnTo>
                  <a:lnTo>
                    <a:pt x="4836345" y="1594406"/>
                  </a:lnTo>
                  <a:lnTo>
                    <a:pt x="4836532" y="1595826"/>
                  </a:lnTo>
                  <a:lnTo>
                    <a:pt x="4836719" y="1597070"/>
                  </a:lnTo>
                  <a:lnTo>
                    <a:pt x="4836906" y="1598471"/>
                  </a:lnTo>
                  <a:lnTo>
                    <a:pt x="4837093" y="1600016"/>
                  </a:lnTo>
                  <a:lnTo>
                    <a:pt x="4837280" y="1601717"/>
                  </a:lnTo>
                  <a:lnTo>
                    <a:pt x="4837467" y="1603070"/>
                  </a:lnTo>
                  <a:lnTo>
                    <a:pt x="4837654" y="1604302"/>
                  </a:lnTo>
                  <a:lnTo>
                    <a:pt x="4837841" y="1605198"/>
                  </a:lnTo>
                  <a:lnTo>
                    <a:pt x="4838028" y="1605949"/>
                  </a:lnTo>
                  <a:lnTo>
                    <a:pt x="4838214" y="1606556"/>
                  </a:lnTo>
                  <a:lnTo>
                    <a:pt x="4838401" y="1607368"/>
                  </a:lnTo>
                  <a:lnTo>
                    <a:pt x="4838588" y="1608221"/>
                  </a:lnTo>
                  <a:lnTo>
                    <a:pt x="4838775" y="1609289"/>
                  </a:lnTo>
                  <a:lnTo>
                    <a:pt x="4838962" y="1610470"/>
                  </a:lnTo>
                  <a:lnTo>
                    <a:pt x="4839149" y="1612029"/>
                  </a:lnTo>
                  <a:lnTo>
                    <a:pt x="4839336" y="1612918"/>
                  </a:lnTo>
                  <a:lnTo>
                    <a:pt x="4839523" y="1615946"/>
                  </a:lnTo>
                  <a:lnTo>
                    <a:pt x="4839710" y="1619024"/>
                  </a:lnTo>
                  <a:lnTo>
                    <a:pt x="4839897" y="1621698"/>
                  </a:lnTo>
                  <a:lnTo>
                    <a:pt x="4840084" y="1623538"/>
                  </a:lnTo>
                  <a:lnTo>
                    <a:pt x="4840271" y="1625535"/>
                  </a:lnTo>
                  <a:lnTo>
                    <a:pt x="4840457" y="1627507"/>
                  </a:lnTo>
                  <a:lnTo>
                    <a:pt x="4840644" y="1629719"/>
                  </a:lnTo>
                  <a:lnTo>
                    <a:pt x="4840831" y="1632392"/>
                  </a:lnTo>
                  <a:lnTo>
                    <a:pt x="4841018" y="1634983"/>
                  </a:lnTo>
                  <a:lnTo>
                    <a:pt x="4841205" y="1637335"/>
                  </a:lnTo>
                  <a:lnTo>
                    <a:pt x="4841392" y="1639662"/>
                  </a:lnTo>
                  <a:lnTo>
                    <a:pt x="4841579" y="1641486"/>
                  </a:lnTo>
                  <a:lnTo>
                    <a:pt x="4841766" y="1643153"/>
                  </a:lnTo>
                  <a:lnTo>
                    <a:pt x="4841953" y="1644795"/>
                  </a:lnTo>
                  <a:lnTo>
                    <a:pt x="4842140" y="1646412"/>
                  </a:lnTo>
                  <a:lnTo>
                    <a:pt x="4842327" y="1647650"/>
                  </a:lnTo>
                  <a:lnTo>
                    <a:pt x="4842514" y="1647996"/>
                  </a:lnTo>
                  <a:lnTo>
                    <a:pt x="4842701" y="1648062"/>
                  </a:lnTo>
                  <a:lnTo>
                    <a:pt x="4842887" y="1648525"/>
                  </a:lnTo>
                  <a:lnTo>
                    <a:pt x="4843074" y="1649358"/>
                  </a:lnTo>
                  <a:lnTo>
                    <a:pt x="4843261" y="1650965"/>
                  </a:lnTo>
                  <a:lnTo>
                    <a:pt x="4843448" y="1652799"/>
                  </a:lnTo>
                  <a:lnTo>
                    <a:pt x="4843635" y="1654444"/>
                  </a:lnTo>
                  <a:lnTo>
                    <a:pt x="4843822" y="1656036"/>
                  </a:lnTo>
                  <a:lnTo>
                    <a:pt x="4844009" y="1657645"/>
                  </a:lnTo>
                  <a:lnTo>
                    <a:pt x="4844196" y="1658759"/>
                  </a:lnTo>
                  <a:lnTo>
                    <a:pt x="4844383" y="1659407"/>
                  </a:lnTo>
                  <a:lnTo>
                    <a:pt x="4844570" y="1659910"/>
                  </a:lnTo>
                  <a:lnTo>
                    <a:pt x="4844757" y="1659936"/>
                  </a:lnTo>
                  <a:lnTo>
                    <a:pt x="4844944" y="1659779"/>
                  </a:lnTo>
                  <a:lnTo>
                    <a:pt x="4845131" y="1660043"/>
                  </a:lnTo>
                  <a:lnTo>
                    <a:pt x="4845317" y="1661132"/>
                  </a:lnTo>
                  <a:lnTo>
                    <a:pt x="4845504" y="1662456"/>
                  </a:lnTo>
                  <a:lnTo>
                    <a:pt x="4845691" y="1663822"/>
                  </a:lnTo>
                  <a:lnTo>
                    <a:pt x="4845878" y="1664653"/>
                  </a:lnTo>
                  <a:lnTo>
                    <a:pt x="4846065" y="1665580"/>
                  </a:lnTo>
                  <a:lnTo>
                    <a:pt x="4846252" y="1666431"/>
                  </a:lnTo>
                  <a:lnTo>
                    <a:pt x="4846439" y="1665862"/>
                  </a:lnTo>
                  <a:lnTo>
                    <a:pt x="4846626" y="1665747"/>
                  </a:lnTo>
                  <a:lnTo>
                    <a:pt x="4846813" y="1665078"/>
                  </a:lnTo>
                  <a:lnTo>
                    <a:pt x="4847000" y="1664534"/>
                  </a:lnTo>
                  <a:lnTo>
                    <a:pt x="4847187" y="1664542"/>
                  </a:lnTo>
                  <a:lnTo>
                    <a:pt x="4847374" y="1664228"/>
                  </a:lnTo>
                  <a:lnTo>
                    <a:pt x="4847560" y="1664104"/>
                  </a:lnTo>
                  <a:lnTo>
                    <a:pt x="4847747" y="1663964"/>
                  </a:lnTo>
                  <a:lnTo>
                    <a:pt x="4847934" y="1663238"/>
                  </a:lnTo>
                  <a:lnTo>
                    <a:pt x="4848121" y="1661893"/>
                  </a:lnTo>
                  <a:lnTo>
                    <a:pt x="4848308" y="1660622"/>
                  </a:lnTo>
                  <a:lnTo>
                    <a:pt x="4848495" y="1659203"/>
                  </a:lnTo>
                  <a:lnTo>
                    <a:pt x="4848682" y="1657709"/>
                  </a:lnTo>
                  <a:lnTo>
                    <a:pt x="4848869" y="1655754"/>
                  </a:lnTo>
                  <a:lnTo>
                    <a:pt x="4849056" y="1654037"/>
                  </a:lnTo>
                  <a:lnTo>
                    <a:pt x="4849243" y="1651801"/>
                  </a:lnTo>
                  <a:lnTo>
                    <a:pt x="4849430" y="1649400"/>
                  </a:lnTo>
                  <a:lnTo>
                    <a:pt x="4849617" y="1647436"/>
                  </a:lnTo>
                  <a:lnTo>
                    <a:pt x="4849804" y="1646016"/>
                  </a:lnTo>
                  <a:lnTo>
                    <a:pt x="4849990" y="1644878"/>
                  </a:lnTo>
                  <a:lnTo>
                    <a:pt x="4850177" y="1644465"/>
                  </a:lnTo>
                  <a:lnTo>
                    <a:pt x="4850364" y="1644614"/>
                  </a:lnTo>
                  <a:lnTo>
                    <a:pt x="4850551" y="1645414"/>
                  </a:lnTo>
                  <a:lnTo>
                    <a:pt x="4850738" y="1646313"/>
                  </a:lnTo>
                  <a:lnTo>
                    <a:pt x="4850925" y="1647774"/>
                  </a:lnTo>
                  <a:lnTo>
                    <a:pt x="4851112" y="1649441"/>
                  </a:lnTo>
                  <a:lnTo>
                    <a:pt x="4851299" y="1651908"/>
                  </a:lnTo>
                  <a:lnTo>
                    <a:pt x="4851486" y="1655258"/>
                  </a:lnTo>
                  <a:lnTo>
                    <a:pt x="4851673" y="1658931"/>
                  </a:lnTo>
                  <a:lnTo>
                    <a:pt x="4851860" y="1662462"/>
                  </a:lnTo>
                  <a:lnTo>
                    <a:pt x="4852047" y="1666341"/>
                  </a:lnTo>
                  <a:lnTo>
                    <a:pt x="4852234" y="1669724"/>
                  </a:lnTo>
                  <a:lnTo>
                    <a:pt x="4852420" y="1673462"/>
                  </a:lnTo>
                  <a:lnTo>
                    <a:pt x="4852607" y="1677852"/>
                  </a:lnTo>
                  <a:lnTo>
                    <a:pt x="4852794" y="1682935"/>
                  </a:lnTo>
                  <a:lnTo>
                    <a:pt x="4852981" y="1688614"/>
                  </a:lnTo>
                  <a:lnTo>
                    <a:pt x="4853168" y="1693436"/>
                  </a:lnTo>
                  <a:lnTo>
                    <a:pt x="4853355" y="1697819"/>
                  </a:lnTo>
                  <a:lnTo>
                    <a:pt x="4853542" y="1702139"/>
                  </a:lnTo>
                  <a:lnTo>
                    <a:pt x="4853729" y="1706019"/>
                  </a:lnTo>
                  <a:lnTo>
                    <a:pt x="4853916" y="1709729"/>
                  </a:lnTo>
                  <a:lnTo>
                    <a:pt x="4854103" y="1713343"/>
                  </a:lnTo>
                  <a:lnTo>
                    <a:pt x="4854290" y="1716696"/>
                  </a:lnTo>
                  <a:lnTo>
                    <a:pt x="4854477" y="1720387"/>
                  </a:lnTo>
                  <a:lnTo>
                    <a:pt x="4854663" y="1723575"/>
                  </a:lnTo>
                  <a:lnTo>
                    <a:pt x="4854850" y="1726468"/>
                  </a:lnTo>
                  <a:lnTo>
                    <a:pt x="4855037" y="1729523"/>
                  </a:lnTo>
                  <a:lnTo>
                    <a:pt x="4855224" y="1732620"/>
                  </a:lnTo>
                  <a:lnTo>
                    <a:pt x="4855411" y="1735194"/>
                  </a:lnTo>
                  <a:lnTo>
                    <a:pt x="4855598" y="1737261"/>
                  </a:lnTo>
                  <a:lnTo>
                    <a:pt x="4855785" y="1739768"/>
                  </a:lnTo>
                  <a:lnTo>
                    <a:pt x="4855972" y="1742627"/>
                  </a:lnTo>
                  <a:lnTo>
                    <a:pt x="4856159" y="1745523"/>
                  </a:lnTo>
                  <a:lnTo>
                    <a:pt x="4856346" y="1748248"/>
                  </a:lnTo>
                  <a:lnTo>
                    <a:pt x="4856533" y="1750660"/>
                  </a:lnTo>
                  <a:lnTo>
                    <a:pt x="4856720" y="1752542"/>
                  </a:lnTo>
                  <a:lnTo>
                    <a:pt x="4856907" y="1754448"/>
                  </a:lnTo>
                  <a:lnTo>
                    <a:pt x="4857093" y="1756054"/>
                  </a:lnTo>
                  <a:lnTo>
                    <a:pt x="4857280" y="1757997"/>
                  </a:lnTo>
                  <a:lnTo>
                    <a:pt x="4857467" y="1758164"/>
                  </a:lnTo>
                  <a:lnTo>
                    <a:pt x="4857654" y="1757650"/>
                  </a:lnTo>
                  <a:lnTo>
                    <a:pt x="4857841" y="1756888"/>
                  </a:lnTo>
                  <a:lnTo>
                    <a:pt x="4858028" y="1756264"/>
                  </a:lnTo>
                  <a:lnTo>
                    <a:pt x="4858215" y="1755170"/>
                  </a:lnTo>
                  <a:lnTo>
                    <a:pt x="4858402" y="1754455"/>
                  </a:lnTo>
                  <a:lnTo>
                    <a:pt x="4858589" y="1753759"/>
                  </a:lnTo>
                  <a:lnTo>
                    <a:pt x="4858776" y="1753426"/>
                  </a:lnTo>
                  <a:lnTo>
                    <a:pt x="4858963" y="1752818"/>
                  </a:lnTo>
                  <a:lnTo>
                    <a:pt x="4859150" y="1752018"/>
                  </a:lnTo>
                  <a:lnTo>
                    <a:pt x="4859336" y="1750601"/>
                  </a:lnTo>
                  <a:lnTo>
                    <a:pt x="4859523" y="1750036"/>
                  </a:lnTo>
                  <a:lnTo>
                    <a:pt x="4859710" y="1750057"/>
                  </a:lnTo>
                  <a:lnTo>
                    <a:pt x="4859897" y="1750500"/>
                  </a:lnTo>
                  <a:lnTo>
                    <a:pt x="4860084" y="1749406"/>
                  </a:lnTo>
                  <a:lnTo>
                    <a:pt x="4860271" y="1749746"/>
                  </a:lnTo>
                  <a:lnTo>
                    <a:pt x="4860458" y="1751450"/>
                  </a:lnTo>
                  <a:lnTo>
                    <a:pt x="4860645" y="1755962"/>
                  </a:lnTo>
                  <a:lnTo>
                    <a:pt x="4860832" y="1760677"/>
                  </a:lnTo>
                  <a:lnTo>
                    <a:pt x="4861019" y="1765924"/>
                  </a:lnTo>
                  <a:lnTo>
                    <a:pt x="4861206" y="1770794"/>
                  </a:lnTo>
                  <a:lnTo>
                    <a:pt x="4861393" y="1774457"/>
                  </a:lnTo>
                  <a:lnTo>
                    <a:pt x="4861580" y="1778096"/>
                  </a:lnTo>
                  <a:lnTo>
                    <a:pt x="4861766" y="1782239"/>
                  </a:lnTo>
                  <a:lnTo>
                    <a:pt x="4861953" y="1786464"/>
                  </a:lnTo>
                  <a:lnTo>
                    <a:pt x="4862140" y="1790400"/>
                  </a:lnTo>
                  <a:lnTo>
                    <a:pt x="4862327" y="1793833"/>
                  </a:lnTo>
                  <a:lnTo>
                    <a:pt x="4862514" y="1796564"/>
                  </a:lnTo>
                  <a:lnTo>
                    <a:pt x="4862701" y="1798685"/>
                  </a:lnTo>
                  <a:lnTo>
                    <a:pt x="4862888" y="1799873"/>
                  </a:lnTo>
                  <a:lnTo>
                    <a:pt x="4863075" y="1800294"/>
                  </a:lnTo>
                  <a:lnTo>
                    <a:pt x="4863262" y="1800005"/>
                  </a:lnTo>
                  <a:lnTo>
                    <a:pt x="4863449" y="1799386"/>
                  </a:lnTo>
                  <a:lnTo>
                    <a:pt x="4863636" y="1798751"/>
                  </a:lnTo>
                  <a:lnTo>
                    <a:pt x="4863823" y="1797703"/>
                  </a:lnTo>
                  <a:lnTo>
                    <a:pt x="4864010" y="1796721"/>
                  </a:lnTo>
                  <a:lnTo>
                    <a:pt x="4864196" y="1795343"/>
                  </a:lnTo>
                  <a:lnTo>
                    <a:pt x="4864383" y="1793635"/>
                  </a:lnTo>
                  <a:lnTo>
                    <a:pt x="4864570" y="1791572"/>
                  </a:lnTo>
                  <a:lnTo>
                    <a:pt x="4864757" y="1789360"/>
                  </a:lnTo>
                  <a:lnTo>
                    <a:pt x="4864944" y="1786629"/>
                  </a:lnTo>
                  <a:lnTo>
                    <a:pt x="4865131" y="1782618"/>
                  </a:lnTo>
                  <a:lnTo>
                    <a:pt x="4865318" y="1777667"/>
                  </a:lnTo>
                  <a:lnTo>
                    <a:pt x="4865505" y="1773046"/>
                  </a:lnTo>
                  <a:lnTo>
                    <a:pt x="4865692" y="1768566"/>
                  </a:lnTo>
                  <a:lnTo>
                    <a:pt x="4865879" y="1763969"/>
                  </a:lnTo>
                  <a:lnTo>
                    <a:pt x="4866066" y="1759860"/>
                  </a:lnTo>
                  <a:lnTo>
                    <a:pt x="4866253" y="1755981"/>
                  </a:lnTo>
                  <a:lnTo>
                    <a:pt x="4866439" y="1752037"/>
                  </a:lnTo>
                  <a:lnTo>
                    <a:pt x="4866626" y="1748216"/>
                  </a:lnTo>
                  <a:lnTo>
                    <a:pt x="4866813" y="1744041"/>
                  </a:lnTo>
                  <a:lnTo>
                    <a:pt x="4867000" y="1739313"/>
                  </a:lnTo>
                  <a:lnTo>
                    <a:pt x="4867187" y="1734205"/>
                  </a:lnTo>
                  <a:lnTo>
                    <a:pt x="4867374" y="1730651"/>
                  </a:lnTo>
                  <a:lnTo>
                    <a:pt x="4867561" y="1727159"/>
                  </a:lnTo>
                  <a:lnTo>
                    <a:pt x="4867748" y="1724273"/>
                  </a:lnTo>
                  <a:lnTo>
                    <a:pt x="4867935" y="1722213"/>
                  </a:lnTo>
                  <a:lnTo>
                    <a:pt x="4868122" y="1720970"/>
                  </a:lnTo>
                  <a:lnTo>
                    <a:pt x="4868309" y="1719330"/>
                  </a:lnTo>
                  <a:lnTo>
                    <a:pt x="4868496" y="1717425"/>
                  </a:lnTo>
                  <a:lnTo>
                    <a:pt x="4868683" y="1715357"/>
                  </a:lnTo>
                  <a:lnTo>
                    <a:pt x="4868869" y="1713260"/>
                  </a:lnTo>
                  <a:lnTo>
                    <a:pt x="4869056" y="1711293"/>
                  </a:lnTo>
                  <a:lnTo>
                    <a:pt x="4869243" y="1709390"/>
                  </a:lnTo>
                  <a:lnTo>
                    <a:pt x="4869430" y="1706838"/>
                  </a:lnTo>
                  <a:lnTo>
                    <a:pt x="4869617" y="1704244"/>
                  </a:lnTo>
                  <a:lnTo>
                    <a:pt x="4869804" y="1701921"/>
                  </a:lnTo>
                  <a:lnTo>
                    <a:pt x="4869991" y="1699801"/>
                  </a:lnTo>
                  <a:lnTo>
                    <a:pt x="4870178" y="1697519"/>
                  </a:lnTo>
                  <a:lnTo>
                    <a:pt x="4870365" y="1694727"/>
                  </a:lnTo>
                  <a:lnTo>
                    <a:pt x="4870552" y="1690403"/>
                  </a:lnTo>
                  <a:lnTo>
                    <a:pt x="4870739" y="1685700"/>
                  </a:lnTo>
                  <a:lnTo>
                    <a:pt x="4870926" y="1680748"/>
                  </a:lnTo>
                  <a:lnTo>
                    <a:pt x="4871113" y="1675880"/>
                  </a:lnTo>
                  <a:lnTo>
                    <a:pt x="4871299" y="1671061"/>
                  </a:lnTo>
                  <a:lnTo>
                    <a:pt x="4871486" y="1667752"/>
                  </a:lnTo>
                  <a:lnTo>
                    <a:pt x="4871673" y="1664357"/>
                  </a:lnTo>
                  <a:lnTo>
                    <a:pt x="4871860" y="1660854"/>
                  </a:lnTo>
                  <a:lnTo>
                    <a:pt x="4872047" y="1656933"/>
                  </a:lnTo>
                  <a:lnTo>
                    <a:pt x="4872234" y="1653427"/>
                  </a:lnTo>
                  <a:lnTo>
                    <a:pt x="4872421" y="1649999"/>
                  </a:lnTo>
                  <a:lnTo>
                    <a:pt x="4872608" y="1646451"/>
                  </a:lnTo>
                  <a:lnTo>
                    <a:pt x="4872795" y="1642488"/>
                  </a:lnTo>
                  <a:lnTo>
                    <a:pt x="4872982" y="1638399"/>
                  </a:lnTo>
                  <a:lnTo>
                    <a:pt x="4873169" y="1634787"/>
                  </a:lnTo>
                  <a:lnTo>
                    <a:pt x="4873356" y="1631342"/>
                  </a:lnTo>
                  <a:lnTo>
                    <a:pt x="4873542" y="1628559"/>
                  </a:lnTo>
                  <a:lnTo>
                    <a:pt x="4873729" y="1626249"/>
                  </a:lnTo>
                  <a:lnTo>
                    <a:pt x="4873916" y="1624181"/>
                  </a:lnTo>
                  <a:lnTo>
                    <a:pt x="4874103" y="1622215"/>
                  </a:lnTo>
                  <a:lnTo>
                    <a:pt x="4874290" y="1621076"/>
                  </a:lnTo>
                  <a:lnTo>
                    <a:pt x="4874477" y="1619411"/>
                  </a:lnTo>
                  <a:lnTo>
                    <a:pt x="4874664" y="1618022"/>
                  </a:lnTo>
                  <a:lnTo>
                    <a:pt x="4874851" y="1617457"/>
                  </a:lnTo>
                  <a:lnTo>
                    <a:pt x="4875038" y="1617283"/>
                  </a:lnTo>
                  <a:lnTo>
                    <a:pt x="4875225" y="1617698"/>
                  </a:lnTo>
                  <a:lnTo>
                    <a:pt x="4875412" y="1618155"/>
                  </a:lnTo>
                  <a:lnTo>
                    <a:pt x="4875599" y="1618696"/>
                  </a:lnTo>
                  <a:lnTo>
                    <a:pt x="4875786" y="1619507"/>
                  </a:lnTo>
                  <a:lnTo>
                    <a:pt x="4875972" y="1620427"/>
                  </a:lnTo>
                  <a:lnTo>
                    <a:pt x="4876159" y="1621385"/>
                  </a:lnTo>
                  <a:lnTo>
                    <a:pt x="4876346" y="1622073"/>
                  </a:lnTo>
                  <a:lnTo>
                    <a:pt x="4876533" y="1622684"/>
                  </a:lnTo>
                  <a:lnTo>
                    <a:pt x="4876720" y="1624271"/>
                  </a:lnTo>
                  <a:lnTo>
                    <a:pt x="4876907" y="1625983"/>
                  </a:lnTo>
                  <a:lnTo>
                    <a:pt x="4877094" y="1627582"/>
                  </a:lnTo>
                  <a:lnTo>
                    <a:pt x="4877281" y="1629418"/>
                  </a:lnTo>
                  <a:lnTo>
                    <a:pt x="4877468" y="1630631"/>
                  </a:lnTo>
                  <a:lnTo>
                    <a:pt x="4877655" y="1631159"/>
                  </a:lnTo>
                  <a:lnTo>
                    <a:pt x="4877842" y="1631036"/>
                  </a:lnTo>
                  <a:lnTo>
                    <a:pt x="4878029" y="1630838"/>
                  </a:lnTo>
                  <a:lnTo>
                    <a:pt x="4878215" y="1630871"/>
                  </a:lnTo>
                  <a:lnTo>
                    <a:pt x="4878402" y="1631489"/>
                  </a:lnTo>
                  <a:lnTo>
                    <a:pt x="4878589" y="1632150"/>
                  </a:lnTo>
                  <a:lnTo>
                    <a:pt x="4878776" y="1632785"/>
                  </a:lnTo>
                  <a:lnTo>
                    <a:pt x="4878963" y="1633445"/>
                  </a:lnTo>
                  <a:lnTo>
                    <a:pt x="4879150" y="1634188"/>
                  </a:lnTo>
                  <a:lnTo>
                    <a:pt x="4879337" y="1634691"/>
                  </a:lnTo>
                  <a:lnTo>
                    <a:pt x="4879524" y="1635128"/>
                  </a:lnTo>
                  <a:lnTo>
                    <a:pt x="4879711" y="1635772"/>
                  </a:lnTo>
                  <a:lnTo>
                    <a:pt x="4879898" y="1636853"/>
                  </a:lnTo>
                  <a:lnTo>
                    <a:pt x="4880085" y="1637860"/>
                  </a:lnTo>
                  <a:lnTo>
                    <a:pt x="4880272" y="1638875"/>
                  </a:lnTo>
                  <a:lnTo>
                    <a:pt x="4880459" y="1640005"/>
                  </a:lnTo>
                  <a:lnTo>
                    <a:pt x="4880645" y="1640907"/>
                  </a:lnTo>
                  <a:lnTo>
                    <a:pt x="4880832" y="1641606"/>
                  </a:lnTo>
                  <a:lnTo>
                    <a:pt x="4881019" y="1642520"/>
                  </a:lnTo>
                  <a:lnTo>
                    <a:pt x="4881206" y="1643692"/>
                  </a:lnTo>
                  <a:lnTo>
                    <a:pt x="4881393" y="1644888"/>
                  </a:lnTo>
                  <a:lnTo>
                    <a:pt x="4881580" y="1646308"/>
                  </a:lnTo>
                  <a:lnTo>
                    <a:pt x="4881767" y="1647739"/>
                  </a:lnTo>
                  <a:lnTo>
                    <a:pt x="4881954" y="1649241"/>
                  </a:lnTo>
                  <a:lnTo>
                    <a:pt x="4882141" y="1651137"/>
                  </a:lnTo>
                  <a:lnTo>
                    <a:pt x="4882328" y="1653185"/>
                  </a:lnTo>
                  <a:lnTo>
                    <a:pt x="4882515" y="1655141"/>
                  </a:lnTo>
                  <a:lnTo>
                    <a:pt x="4882702" y="1656807"/>
                  </a:lnTo>
                  <a:lnTo>
                    <a:pt x="4882889" y="1658371"/>
                  </a:lnTo>
                  <a:lnTo>
                    <a:pt x="4883075" y="1659761"/>
                  </a:lnTo>
                  <a:lnTo>
                    <a:pt x="4883262" y="1661489"/>
                  </a:lnTo>
                  <a:lnTo>
                    <a:pt x="4883449" y="1663021"/>
                  </a:lnTo>
                  <a:lnTo>
                    <a:pt x="4883636" y="1664554"/>
                  </a:lnTo>
                  <a:lnTo>
                    <a:pt x="4883823" y="1667178"/>
                  </a:lnTo>
                  <a:lnTo>
                    <a:pt x="4884010" y="1669035"/>
                  </a:lnTo>
                  <a:lnTo>
                    <a:pt x="4884197" y="1670718"/>
                  </a:lnTo>
                  <a:lnTo>
                    <a:pt x="4884384" y="1671865"/>
                  </a:lnTo>
                  <a:lnTo>
                    <a:pt x="4884571" y="1673318"/>
                  </a:lnTo>
                  <a:lnTo>
                    <a:pt x="4884758" y="1674646"/>
                  </a:lnTo>
                  <a:lnTo>
                    <a:pt x="4884945" y="1675364"/>
                  </a:lnTo>
                  <a:lnTo>
                    <a:pt x="4885132" y="1675669"/>
                  </a:lnTo>
                  <a:lnTo>
                    <a:pt x="4885318" y="1675958"/>
                  </a:lnTo>
                  <a:lnTo>
                    <a:pt x="4885505" y="1676387"/>
                  </a:lnTo>
                  <a:lnTo>
                    <a:pt x="4885692" y="1676833"/>
                  </a:lnTo>
                  <a:lnTo>
                    <a:pt x="4885879" y="1677642"/>
                  </a:lnTo>
                  <a:lnTo>
                    <a:pt x="4886066" y="1678681"/>
                  </a:lnTo>
                  <a:lnTo>
                    <a:pt x="4886253" y="1680175"/>
                  </a:lnTo>
                  <a:lnTo>
                    <a:pt x="4886440" y="1681421"/>
                  </a:lnTo>
                  <a:lnTo>
                    <a:pt x="4886627" y="1682915"/>
                  </a:lnTo>
                  <a:lnTo>
                    <a:pt x="4886814" y="1685902"/>
                  </a:lnTo>
                  <a:lnTo>
                    <a:pt x="4887001" y="1689000"/>
                  </a:lnTo>
                  <a:lnTo>
                    <a:pt x="4887188" y="1691793"/>
                  </a:lnTo>
                  <a:lnTo>
                    <a:pt x="4887375" y="1693927"/>
                  </a:lnTo>
                  <a:lnTo>
                    <a:pt x="4887562" y="1696002"/>
                  </a:lnTo>
                  <a:lnTo>
                    <a:pt x="4887748" y="1698334"/>
                  </a:lnTo>
                  <a:lnTo>
                    <a:pt x="4887935" y="1701326"/>
                  </a:lnTo>
                  <a:lnTo>
                    <a:pt x="4888122" y="1704267"/>
                  </a:lnTo>
                  <a:lnTo>
                    <a:pt x="4888309" y="1707136"/>
                  </a:lnTo>
                  <a:lnTo>
                    <a:pt x="4888496" y="1709835"/>
                  </a:lnTo>
                  <a:lnTo>
                    <a:pt x="4888683" y="1711988"/>
                  </a:lnTo>
                  <a:lnTo>
                    <a:pt x="4888870" y="1713711"/>
                  </a:lnTo>
                  <a:lnTo>
                    <a:pt x="4889057" y="1715188"/>
                  </a:lnTo>
                  <a:lnTo>
                    <a:pt x="4889244" y="1716968"/>
                  </a:lnTo>
                  <a:lnTo>
                    <a:pt x="4889431" y="1718645"/>
                  </a:lnTo>
                  <a:lnTo>
                    <a:pt x="4889618" y="1720829"/>
                  </a:lnTo>
                  <a:lnTo>
                    <a:pt x="4889805" y="1723101"/>
                  </a:lnTo>
                  <a:lnTo>
                    <a:pt x="4889992" y="1725472"/>
                  </a:lnTo>
                  <a:lnTo>
                    <a:pt x="4890178" y="1727751"/>
                  </a:lnTo>
                  <a:lnTo>
                    <a:pt x="4890365" y="1729119"/>
                  </a:lnTo>
                  <a:lnTo>
                    <a:pt x="4890552" y="1730972"/>
                  </a:lnTo>
                  <a:lnTo>
                    <a:pt x="4890739" y="1732982"/>
                  </a:lnTo>
                  <a:lnTo>
                    <a:pt x="4890926" y="1735188"/>
                  </a:lnTo>
                  <a:lnTo>
                    <a:pt x="4891113" y="1737654"/>
                  </a:lnTo>
                  <a:lnTo>
                    <a:pt x="4891300" y="1740055"/>
                  </a:lnTo>
                  <a:lnTo>
                    <a:pt x="4891487" y="1742692"/>
                  </a:lnTo>
                  <a:lnTo>
                    <a:pt x="4891674" y="1745350"/>
                  </a:lnTo>
                  <a:lnTo>
                    <a:pt x="4891861" y="1747909"/>
                  </a:lnTo>
                  <a:lnTo>
                    <a:pt x="4892048" y="1750668"/>
                  </a:lnTo>
                  <a:lnTo>
                    <a:pt x="4892235" y="1753887"/>
                  </a:lnTo>
                  <a:lnTo>
                    <a:pt x="4892421" y="1756920"/>
                  </a:lnTo>
                  <a:lnTo>
                    <a:pt x="4892608" y="1759902"/>
                  </a:lnTo>
                  <a:lnTo>
                    <a:pt x="4892795" y="1763354"/>
                  </a:lnTo>
                  <a:lnTo>
                    <a:pt x="4892982" y="1767244"/>
                  </a:lnTo>
                  <a:lnTo>
                    <a:pt x="4893169" y="1770761"/>
                  </a:lnTo>
                  <a:lnTo>
                    <a:pt x="4893356" y="1774528"/>
                  </a:lnTo>
                  <a:lnTo>
                    <a:pt x="4893543" y="1778258"/>
                  </a:lnTo>
                  <a:lnTo>
                    <a:pt x="4893730" y="1781779"/>
                  </a:lnTo>
                  <a:lnTo>
                    <a:pt x="4893917" y="1785144"/>
                  </a:lnTo>
                  <a:lnTo>
                    <a:pt x="4894104" y="1788337"/>
                  </a:lnTo>
                  <a:lnTo>
                    <a:pt x="4894291" y="1791225"/>
                  </a:lnTo>
                  <a:lnTo>
                    <a:pt x="4894478" y="1794339"/>
                  </a:lnTo>
                  <a:lnTo>
                    <a:pt x="4894665" y="1797677"/>
                  </a:lnTo>
                  <a:lnTo>
                    <a:pt x="4894851" y="1801423"/>
                  </a:lnTo>
                  <a:lnTo>
                    <a:pt x="4895038" y="1805798"/>
                  </a:lnTo>
                  <a:lnTo>
                    <a:pt x="4895225" y="1810876"/>
                  </a:lnTo>
                  <a:lnTo>
                    <a:pt x="4895412" y="1815894"/>
                  </a:lnTo>
                  <a:lnTo>
                    <a:pt x="4895599" y="1821268"/>
                  </a:lnTo>
                  <a:lnTo>
                    <a:pt x="4895786" y="1826289"/>
                  </a:lnTo>
                  <a:lnTo>
                    <a:pt x="4895973" y="1831095"/>
                  </a:lnTo>
                  <a:lnTo>
                    <a:pt x="4896160" y="1835704"/>
                  </a:lnTo>
                  <a:lnTo>
                    <a:pt x="4896347" y="1840793"/>
                  </a:lnTo>
                  <a:lnTo>
                    <a:pt x="4896534" y="1846491"/>
                  </a:lnTo>
                  <a:lnTo>
                    <a:pt x="4896721" y="1853049"/>
                  </a:lnTo>
                  <a:lnTo>
                    <a:pt x="4896908" y="1859023"/>
                  </a:lnTo>
                  <a:lnTo>
                    <a:pt x="4897094" y="1864845"/>
                  </a:lnTo>
                  <a:lnTo>
                    <a:pt x="4897281" y="1870402"/>
                  </a:lnTo>
                  <a:lnTo>
                    <a:pt x="4897468" y="1877411"/>
                  </a:lnTo>
                  <a:lnTo>
                    <a:pt x="4897655" y="1883266"/>
                  </a:lnTo>
                  <a:lnTo>
                    <a:pt x="4897842" y="1887732"/>
                  </a:lnTo>
                  <a:lnTo>
                    <a:pt x="4898029" y="1891208"/>
                  </a:lnTo>
                  <a:lnTo>
                    <a:pt x="4898216" y="1893902"/>
                  </a:lnTo>
                  <a:lnTo>
                    <a:pt x="4898403" y="1895431"/>
                  </a:lnTo>
                  <a:lnTo>
                    <a:pt x="4898590" y="1896321"/>
                  </a:lnTo>
                  <a:lnTo>
                    <a:pt x="4898777" y="1897946"/>
                  </a:lnTo>
                  <a:lnTo>
                    <a:pt x="4898964" y="1898821"/>
                  </a:lnTo>
                  <a:lnTo>
                    <a:pt x="4899151" y="1899019"/>
                  </a:lnTo>
                  <a:lnTo>
                    <a:pt x="4899338" y="1899036"/>
                  </a:lnTo>
                  <a:lnTo>
                    <a:pt x="4899524" y="1899267"/>
                  </a:lnTo>
                  <a:lnTo>
                    <a:pt x="4899711" y="1900298"/>
                  </a:lnTo>
                  <a:lnTo>
                    <a:pt x="4899898" y="1901371"/>
                  </a:lnTo>
                  <a:lnTo>
                    <a:pt x="4900085" y="1902254"/>
                  </a:lnTo>
                  <a:lnTo>
                    <a:pt x="4900272" y="1903038"/>
                  </a:lnTo>
                  <a:lnTo>
                    <a:pt x="4900459" y="1903681"/>
                  </a:lnTo>
                  <a:lnTo>
                    <a:pt x="4900646" y="1904870"/>
                  </a:lnTo>
                  <a:lnTo>
                    <a:pt x="4900833" y="1906322"/>
                  </a:lnTo>
                  <a:lnTo>
                    <a:pt x="4901020" y="1907898"/>
                  </a:lnTo>
                  <a:lnTo>
                    <a:pt x="4901207" y="1910134"/>
                  </a:lnTo>
                  <a:lnTo>
                    <a:pt x="4901394" y="1912734"/>
                  </a:lnTo>
                  <a:lnTo>
                    <a:pt x="4901581" y="1915952"/>
                  </a:lnTo>
                  <a:lnTo>
                    <a:pt x="4901768" y="1919360"/>
                  </a:lnTo>
                  <a:lnTo>
                    <a:pt x="4901954" y="1922859"/>
                  </a:lnTo>
                  <a:lnTo>
                    <a:pt x="4902141" y="1926522"/>
                  </a:lnTo>
                  <a:lnTo>
                    <a:pt x="4902328" y="1930450"/>
                  </a:lnTo>
                  <a:lnTo>
                    <a:pt x="4902515" y="1935096"/>
                  </a:lnTo>
                  <a:lnTo>
                    <a:pt x="4902702" y="1940377"/>
                  </a:lnTo>
                  <a:lnTo>
                    <a:pt x="4902889" y="1945708"/>
                  </a:lnTo>
                  <a:lnTo>
                    <a:pt x="4903076" y="1950973"/>
                  </a:lnTo>
                  <a:lnTo>
                    <a:pt x="4903263" y="1956468"/>
                  </a:lnTo>
                  <a:lnTo>
                    <a:pt x="4903450" y="1961188"/>
                  </a:lnTo>
                  <a:lnTo>
                    <a:pt x="4903637" y="1965232"/>
                  </a:lnTo>
                  <a:lnTo>
                    <a:pt x="4903824" y="1968846"/>
                  </a:lnTo>
                  <a:lnTo>
                    <a:pt x="4904011" y="1972081"/>
                  </a:lnTo>
                  <a:lnTo>
                    <a:pt x="4904197" y="1974952"/>
                  </a:lnTo>
                  <a:lnTo>
                    <a:pt x="4904384" y="1977667"/>
                  </a:lnTo>
                  <a:lnTo>
                    <a:pt x="4904571" y="1980027"/>
                  </a:lnTo>
                  <a:lnTo>
                    <a:pt x="4904758" y="1980330"/>
                  </a:lnTo>
                  <a:lnTo>
                    <a:pt x="4904945" y="1980051"/>
                  </a:lnTo>
                  <a:lnTo>
                    <a:pt x="4905132" y="1978407"/>
                  </a:lnTo>
                  <a:lnTo>
                    <a:pt x="4905319" y="1975376"/>
                  </a:lnTo>
                  <a:lnTo>
                    <a:pt x="4905506" y="1971403"/>
                  </a:lnTo>
                  <a:lnTo>
                    <a:pt x="4905693" y="1967365"/>
                  </a:lnTo>
                  <a:lnTo>
                    <a:pt x="4905880" y="1963107"/>
                  </a:lnTo>
                  <a:lnTo>
                    <a:pt x="4906067" y="1958598"/>
                  </a:lnTo>
                  <a:lnTo>
                    <a:pt x="4906254" y="1954473"/>
                  </a:lnTo>
                  <a:lnTo>
                    <a:pt x="4906441" y="1950532"/>
                  </a:lnTo>
                  <a:lnTo>
                    <a:pt x="4906627" y="1946378"/>
                  </a:lnTo>
                  <a:lnTo>
                    <a:pt x="4906814" y="1942790"/>
                  </a:lnTo>
                  <a:lnTo>
                    <a:pt x="4907001" y="1939245"/>
                  </a:lnTo>
                  <a:lnTo>
                    <a:pt x="4907188" y="1937628"/>
                  </a:lnTo>
                  <a:lnTo>
                    <a:pt x="4907375" y="1935869"/>
                  </a:lnTo>
                  <a:lnTo>
                    <a:pt x="4907562" y="1934392"/>
                  </a:lnTo>
                  <a:lnTo>
                    <a:pt x="4907749" y="1933454"/>
                  </a:lnTo>
                  <a:lnTo>
                    <a:pt x="4907936" y="1934553"/>
                  </a:lnTo>
                  <a:lnTo>
                    <a:pt x="4908123" y="1936450"/>
                  </a:lnTo>
                  <a:lnTo>
                    <a:pt x="4908310" y="1938553"/>
                  </a:lnTo>
                  <a:lnTo>
                    <a:pt x="4908497" y="1940513"/>
                  </a:lnTo>
                  <a:lnTo>
                    <a:pt x="4908684" y="1942260"/>
                  </a:lnTo>
                  <a:lnTo>
                    <a:pt x="4908871" y="1943411"/>
                  </a:lnTo>
                  <a:lnTo>
                    <a:pt x="4909057" y="1944472"/>
                  </a:lnTo>
                  <a:lnTo>
                    <a:pt x="4909244" y="1945403"/>
                  </a:lnTo>
                  <a:lnTo>
                    <a:pt x="4909431" y="1946869"/>
                  </a:lnTo>
                  <a:lnTo>
                    <a:pt x="4909618" y="1947888"/>
                  </a:lnTo>
                  <a:lnTo>
                    <a:pt x="4909805" y="1948847"/>
                  </a:lnTo>
                  <a:lnTo>
                    <a:pt x="4909992" y="1949692"/>
                  </a:lnTo>
                  <a:lnTo>
                    <a:pt x="4910179" y="1951488"/>
                  </a:lnTo>
                  <a:lnTo>
                    <a:pt x="4910366" y="1952635"/>
                  </a:lnTo>
                  <a:lnTo>
                    <a:pt x="4910553" y="1953394"/>
                  </a:lnTo>
                  <a:lnTo>
                    <a:pt x="4910740" y="1953769"/>
                  </a:lnTo>
                  <a:lnTo>
                    <a:pt x="4910927" y="1954340"/>
                  </a:lnTo>
                  <a:lnTo>
                    <a:pt x="4911114" y="1955065"/>
                  </a:lnTo>
                  <a:lnTo>
                    <a:pt x="4911300" y="1956316"/>
                  </a:lnTo>
                  <a:lnTo>
                    <a:pt x="4911487" y="1957736"/>
                  </a:lnTo>
                  <a:lnTo>
                    <a:pt x="4911674" y="1958262"/>
                  </a:lnTo>
                  <a:lnTo>
                    <a:pt x="4911861" y="1959289"/>
                  </a:lnTo>
                  <a:lnTo>
                    <a:pt x="4912048" y="1960004"/>
                  </a:lnTo>
                  <a:lnTo>
                    <a:pt x="4912235" y="1960392"/>
                  </a:lnTo>
                  <a:lnTo>
                    <a:pt x="4912422" y="1961180"/>
                  </a:lnTo>
                  <a:lnTo>
                    <a:pt x="4912609" y="1961919"/>
                  </a:lnTo>
                  <a:lnTo>
                    <a:pt x="4912796" y="1962993"/>
                  </a:lnTo>
                  <a:lnTo>
                    <a:pt x="4912983" y="1964233"/>
                  </a:lnTo>
                  <a:lnTo>
                    <a:pt x="4913170" y="1965468"/>
                  </a:lnTo>
                  <a:lnTo>
                    <a:pt x="4913357" y="1966740"/>
                  </a:lnTo>
                  <a:lnTo>
                    <a:pt x="4913544" y="1968060"/>
                  </a:lnTo>
                  <a:lnTo>
                    <a:pt x="4913730" y="1969506"/>
                  </a:lnTo>
                  <a:lnTo>
                    <a:pt x="4913917" y="1970800"/>
                  </a:lnTo>
                  <a:lnTo>
                    <a:pt x="4914104" y="1971835"/>
                  </a:lnTo>
                  <a:lnTo>
                    <a:pt x="4914291" y="1972519"/>
                  </a:lnTo>
                  <a:lnTo>
                    <a:pt x="4914478" y="1973671"/>
                  </a:lnTo>
                  <a:lnTo>
                    <a:pt x="4914665" y="1974990"/>
                  </a:lnTo>
                  <a:lnTo>
                    <a:pt x="4914852" y="1977401"/>
                  </a:lnTo>
                  <a:lnTo>
                    <a:pt x="4915039" y="1980028"/>
                  </a:lnTo>
                  <a:lnTo>
                    <a:pt x="4915226" y="1982828"/>
                  </a:lnTo>
                  <a:lnTo>
                    <a:pt x="4915413" y="1985375"/>
                  </a:lnTo>
                  <a:lnTo>
                    <a:pt x="4915600" y="1987601"/>
                  </a:lnTo>
                  <a:lnTo>
                    <a:pt x="4915787" y="1988954"/>
                  </a:lnTo>
                  <a:lnTo>
                    <a:pt x="4915973" y="1990187"/>
                  </a:lnTo>
                  <a:lnTo>
                    <a:pt x="4916160" y="1991301"/>
                  </a:lnTo>
                  <a:lnTo>
                    <a:pt x="4916347" y="1992768"/>
                  </a:lnTo>
                  <a:lnTo>
                    <a:pt x="4916534" y="1993658"/>
                  </a:lnTo>
                  <a:lnTo>
                    <a:pt x="4916721" y="1994449"/>
                  </a:lnTo>
                  <a:lnTo>
                    <a:pt x="4916908" y="1995014"/>
                  </a:lnTo>
                  <a:lnTo>
                    <a:pt x="4917095" y="1995004"/>
                  </a:lnTo>
                  <a:lnTo>
                    <a:pt x="4917282" y="1994695"/>
                  </a:lnTo>
                  <a:lnTo>
                    <a:pt x="4917469" y="1994169"/>
                  </a:lnTo>
                  <a:lnTo>
                    <a:pt x="4917656" y="1993134"/>
                  </a:lnTo>
                  <a:lnTo>
                    <a:pt x="4917843" y="1991941"/>
                  </a:lnTo>
                  <a:lnTo>
                    <a:pt x="4918030" y="1990259"/>
                  </a:lnTo>
                  <a:lnTo>
                    <a:pt x="4918217" y="1988639"/>
                  </a:lnTo>
                  <a:lnTo>
                    <a:pt x="4918403" y="1986986"/>
                  </a:lnTo>
                  <a:lnTo>
                    <a:pt x="4918590" y="1985405"/>
                  </a:lnTo>
                  <a:lnTo>
                    <a:pt x="4918777" y="1983812"/>
                  </a:lnTo>
                  <a:lnTo>
                    <a:pt x="4918964" y="1982229"/>
                  </a:lnTo>
                  <a:lnTo>
                    <a:pt x="4919151" y="1981202"/>
                  </a:lnTo>
                  <a:lnTo>
                    <a:pt x="4919338" y="1980605"/>
                  </a:lnTo>
                  <a:lnTo>
                    <a:pt x="4919525" y="1980091"/>
                  </a:lnTo>
                  <a:lnTo>
                    <a:pt x="4919712" y="1979885"/>
                  </a:lnTo>
                  <a:lnTo>
                    <a:pt x="4919899" y="1980238"/>
                  </a:lnTo>
                  <a:lnTo>
                    <a:pt x="4920086" y="1980957"/>
                  </a:lnTo>
                  <a:lnTo>
                    <a:pt x="4920273" y="1982172"/>
                  </a:lnTo>
                  <a:lnTo>
                    <a:pt x="4920460" y="1983492"/>
                  </a:lnTo>
                  <a:lnTo>
                    <a:pt x="4920647" y="1984812"/>
                  </a:lnTo>
                  <a:lnTo>
                    <a:pt x="4920833" y="1986438"/>
                  </a:lnTo>
                  <a:lnTo>
                    <a:pt x="4921020" y="1988237"/>
                  </a:lnTo>
                  <a:lnTo>
                    <a:pt x="4921207" y="1990201"/>
                  </a:lnTo>
                  <a:lnTo>
                    <a:pt x="4921394" y="1992536"/>
                  </a:lnTo>
                  <a:lnTo>
                    <a:pt x="4921581" y="1995507"/>
                  </a:lnTo>
                  <a:lnTo>
                    <a:pt x="4921768" y="1999335"/>
                  </a:lnTo>
                  <a:lnTo>
                    <a:pt x="4921955" y="2002760"/>
                  </a:lnTo>
                  <a:lnTo>
                    <a:pt x="4922142" y="2006267"/>
                  </a:lnTo>
                  <a:lnTo>
                    <a:pt x="4922329" y="2010294"/>
                  </a:lnTo>
                  <a:lnTo>
                    <a:pt x="4922516" y="2014882"/>
                  </a:lnTo>
                  <a:lnTo>
                    <a:pt x="4922703" y="2019404"/>
                  </a:lnTo>
                  <a:lnTo>
                    <a:pt x="4922890" y="2023431"/>
                  </a:lnTo>
                  <a:lnTo>
                    <a:pt x="4923076" y="2027144"/>
                  </a:lnTo>
                  <a:lnTo>
                    <a:pt x="4923263" y="2030527"/>
                  </a:lnTo>
                  <a:lnTo>
                    <a:pt x="4923450" y="2033795"/>
                  </a:lnTo>
                  <a:lnTo>
                    <a:pt x="4923637" y="2036782"/>
                  </a:lnTo>
                  <a:lnTo>
                    <a:pt x="4923824" y="2039901"/>
                  </a:lnTo>
                  <a:lnTo>
                    <a:pt x="4924011" y="2042889"/>
                  </a:lnTo>
                  <a:lnTo>
                    <a:pt x="4924198" y="2044357"/>
                  </a:lnTo>
                  <a:lnTo>
                    <a:pt x="4924385" y="2045641"/>
                  </a:lnTo>
                  <a:lnTo>
                    <a:pt x="4924572" y="2046446"/>
                  </a:lnTo>
                  <a:lnTo>
                    <a:pt x="4924759" y="2047166"/>
                  </a:lnTo>
                  <a:lnTo>
                    <a:pt x="4924946" y="2047774"/>
                  </a:lnTo>
                  <a:lnTo>
                    <a:pt x="4925133" y="2048058"/>
                  </a:lnTo>
                  <a:lnTo>
                    <a:pt x="4925320" y="2047301"/>
                  </a:lnTo>
                  <a:lnTo>
                    <a:pt x="4925506" y="2046852"/>
                  </a:lnTo>
                  <a:lnTo>
                    <a:pt x="4925693" y="2046789"/>
                  </a:lnTo>
                  <a:lnTo>
                    <a:pt x="4925880" y="2046847"/>
                  </a:lnTo>
                  <a:lnTo>
                    <a:pt x="4926067" y="2046971"/>
                  </a:lnTo>
                  <a:lnTo>
                    <a:pt x="4926254" y="2047129"/>
                  </a:lnTo>
                  <a:lnTo>
                    <a:pt x="4926441" y="2047245"/>
                  </a:lnTo>
                  <a:lnTo>
                    <a:pt x="4926628" y="2047264"/>
                  </a:lnTo>
                  <a:lnTo>
                    <a:pt x="4926815" y="2047436"/>
                  </a:lnTo>
                  <a:lnTo>
                    <a:pt x="4927002" y="2047793"/>
                  </a:lnTo>
                  <a:lnTo>
                    <a:pt x="4927189" y="2048087"/>
                  </a:lnTo>
                  <a:lnTo>
                    <a:pt x="4927376" y="2048547"/>
                  </a:lnTo>
                  <a:lnTo>
                    <a:pt x="4927563" y="2049164"/>
                  </a:lnTo>
                  <a:lnTo>
                    <a:pt x="4927750" y="2049494"/>
                  </a:lnTo>
                  <a:lnTo>
                    <a:pt x="4927936" y="2049685"/>
                  </a:lnTo>
                  <a:lnTo>
                    <a:pt x="4928123" y="2049951"/>
                  </a:lnTo>
                  <a:lnTo>
                    <a:pt x="4928310" y="2050348"/>
                  </a:lnTo>
                  <a:lnTo>
                    <a:pt x="4928497" y="2051024"/>
                  </a:lnTo>
                  <a:lnTo>
                    <a:pt x="4928684" y="2052208"/>
                  </a:lnTo>
                  <a:lnTo>
                    <a:pt x="4928871" y="2053368"/>
                  </a:lnTo>
                  <a:lnTo>
                    <a:pt x="4929058" y="2054527"/>
                  </a:lnTo>
                  <a:lnTo>
                    <a:pt x="4929245" y="2055688"/>
                  </a:lnTo>
                  <a:lnTo>
                    <a:pt x="4929432" y="2056598"/>
                  </a:lnTo>
                  <a:lnTo>
                    <a:pt x="4929619" y="2057310"/>
                  </a:lnTo>
                  <a:lnTo>
                    <a:pt x="4929806" y="2057824"/>
                  </a:lnTo>
                  <a:lnTo>
                    <a:pt x="4929993" y="2058271"/>
                  </a:lnTo>
                  <a:lnTo>
                    <a:pt x="4930179" y="2058599"/>
                  </a:lnTo>
                  <a:lnTo>
                    <a:pt x="4930366" y="2058692"/>
                  </a:lnTo>
                  <a:lnTo>
                    <a:pt x="4930553" y="2059467"/>
                  </a:lnTo>
                  <a:lnTo>
                    <a:pt x="4930740" y="2060194"/>
                  </a:lnTo>
                  <a:lnTo>
                    <a:pt x="4930927" y="2060713"/>
                  </a:lnTo>
                  <a:lnTo>
                    <a:pt x="4931114" y="2061109"/>
                  </a:lnTo>
                  <a:lnTo>
                    <a:pt x="4931301" y="2061192"/>
                  </a:lnTo>
                  <a:lnTo>
                    <a:pt x="4931488" y="2061324"/>
                  </a:lnTo>
                  <a:lnTo>
                    <a:pt x="4931675" y="2061217"/>
                  </a:lnTo>
                  <a:lnTo>
                    <a:pt x="4931862" y="2060994"/>
                  </a:lnTo>
                  <a:lnTo>
                    <a:pt x="4932049" y="2060713"/>
                  </a:lnTo>
                  <a:lnTo>
                    <a:pt x="4932236" y="2060548"/>
                  </a:lnTo>
                  <a:lnTo>
                    <a:pt x="4932423" y="2060111"/>
                  </a:lnTo>
                  <a:lnTo>
                    <a:pt x="4932609" y="2059451"/>
                  </a:lnTo>
                  <a:lnTo>
                    <a:pt x="4932796" y="2058782"/>
                  </a:lnTo>
                  <a:lnTo>
                    <a:pt x="4932983" y="2057858"/>
                  </a:lnTo>
                  <a:lnTo>
                    <a:pt x="4933170" y="2056554"/>
                  </a:lnTo>
                  <a:lnTo>
                    <a:pt x="4933357" y="2055377"/>
                  </a:lnTo>
                  <a:lnTo>
                    <a:pt x="4933544" y="2054424"/>
                  </a:lnTo>
                  <a:lnTo>
                    <a:pt x="4933731" y="2053622"/>
                  </a:lnTo>
                  <a:lnTo>
                    <a:pt x="4933918" y="2052401"/>
                  </a:lnTo>
                  <a:lnTo>
                    <a:pt x="4934105" y="2051388"/>
                  </a:lnTo>
                  <a:lnTo>
                    <a:pt x="4934292" y="2050679"/>
                  </a:lnTo>
                  <a:lnTo>
                    <a:pt x="4934479" y="2049788"/>
                  </a:lnTo>
                  <a:lnTo>
                    <a:pt x="4934666" y="2048622"/>
                  </a:lnTo>
                  <a:lnTo>
                    <a:pt x="4934852" y="2047430"/>
                  </a:lnTo>
                  <a:lnTo>
                    <a:pt x="4935039" y="2046340"/>
                  </a:lnTo>
                  <a:lnTo>
                    <a:pt x="4935226" y="2045597"/>
                  </a:lnTo>
                  <a:lnTo>
                    <a:pt x="4935413" y="2045342"/>
                  </a:lnTo>
                  <a:lnTo>
                    <a:pt x="4935600" y="2045461"/>
                  </a:lnTo>
                  <a:lnTo>
                    <a:pt x="4935787" y="2046386"/>
                  </a:lnTo>
                  <a:lnTo>
                    <a:pt x="4935974" y="2048366"/>
                  </a:lnTo>
                  <a:lnTo>
                    <a:pt x="4936161" y="2051361"/>
                  </a:lnTo>
                  <a:lnTo>
                    <a:pt x="4936348" y="2054881"/>
                  </a:lnTo>
                  <a:lnTo>
                    <a:pt x="4936535" y="2058440"/>
                  </a:lnTo>
                  <a:lnTo>
                    <a:pt x="4936722" y="2061987"/>
                  </a:lnTo>
                  <a:lnTo>
                    <a:pt x="4936909" y="2065501"/>
                  </a:lnTo>
                  <a:lnTo>
                    <a:pt x="4937096" y="2068310"/>
                  </a:lnTo>
                  <a:lnTo>
                    <a:pt x="4937282" y="2071396"/>
                  </a:lnTo>
                  <a:lnTo>
                    <a:pt x="4937469" y="2075418"/>
                  </a:lnTo>
                  <a:lnTo>
                    <a:pt x="4937656" y="2079288"/>
                  </a:lnTo>
                  <a:lnTo>
                    <a:pt x="4937843" y="2083661"/>
                  </a:lnTo>
                  <a:lnTo>
                    <a:pt x="4938030" y="2087870"/>
                  </a:lnTo>
                  <a:lnTo>
                    <a:pt x="4938217" y="2091665"/>
                  </a:lnTo>
                  <a:lnTo>
                    <a:pt x="4938404" y="2095206"/>
                  </a:lnTo>
                  <a:lnTo>
                    <a:pt x="4938591" y="2098127"/>
                  </a:lnTo>
                  <a:lnTo>
                    <a:pt x="4938778" y="2100173"/>
                  </a:lnTo>
                  <a:lnTo>
                    <a:pt x="4938965" y="2101452"/>
                  </a:lnTo>
                  <a:lnTo>
                    <a:pt x="4939152" y="2102442"/>
                  </a:lnTo>
                  <a:lnTo>
                    <a:pt x="4939339" y="2103325"/>
                  </a:lnTo>
                  <a:lnTo>
                    <a:pt x="4939526" y="2104192"/>
                  </a:lnTo>
                  <a:lnTo>
                    <a:pt x="4939712" y="2105306"/>
                  </a:lnTo>
                  <a:lnTo>
                    <a:pt x="4939899" y="2106445"/>
                  </a:lnTo>
                  <a:lnTo>
                    <a:pt x="4940086" y="2107451"/>
                  </a:lnTo>
                  <a:lnTo>
                    <a:pt x="4940273" y="2108309"/>
                  </a:lnTo>
                  <a:lnTo>
                    <a:pt x="4940460" y="2109333"/>
                  </a:lnTo>
                  <a:lnTo>
                    <a:pt x="4940647" y="2109976"/>
                  </a:lnTo>
                  <a:lnTo>
                    <a:pt x="4940834" y="2111016"/>
                  </a:lnTo>
                  <a:lnTo>
                    <a:pt x="4941021" y="2112501"/>
                  </a:lnTo>
                  <a:lnTo>
                    <a:pt x="4941208" y="2114317"/>
                  </a:lnTo>
                  <a:lnTo>
                    <a:pt x="4941395" y="2116388"/>
                  </a:lnTo>
                  <a:lnTo>
                    <a:pt x="4941582" y="2119119"/>
                  </a:lnTo>
                  <a:lnTo>
                    <a:pt x="4941769" y="2122329"/>
                  </a:lnTo>
                  <a:lnTo>
                    <a:pt x="4941955" y="2126067"/>
                  </a:lnTo>
                  <a:lnTo>
                    <a:pt x="4942142" y="2130367"/>
                  </a:lnTo>
                  <a:lnTo>
                    <a:pt x="4942329" y="2135194"/>
                  </a:lnTo>
                  <a:lnTo>
                    <a:pt x="4942516" y="2140714"/>
                  </a:lnTo>
                  <a:lnTo>
                    <a:pt x="4942703" y="2146870"/>
                  </a:lnTo>
                  <a:lnTo>
                    <a:pt x="4942890" y="2153092"/>
                  </a:lnTo>
                  <a:lnTo>
                    <a:pt x="4943077" y="2159364"/>
                  </a:lnTo>
                  <a:lnTo>
                    <a:pt x="4943264" y="2165858"/>
                  </a:lnTo>
                  <a:lnTo>
                    <a:pt x="4943451" y="2172698"/>
                  </a:lnTo>
                  <a:lnTo>
                    <a:pt x="4943638" y="2179143"/>
                  </a:lnTo>
                  <a:lnTo>
                    <a:pt x="4943825" y="2185464"/>
                  </a:lnTo>
                  <a:lnTo>
                    <a:pt x="4944012" y="2192016"/>
                  </a:lnTo>
                  <a:lnTo>
                    <a:pt x="4944199" y="2198651"/>
                  </a:lnTo>
                  <a:lnTo>
                    <a:pt x="4944385" y="2205285"/>
                  </a:lnTo>
                  <a:lnTo>
                    <a:pt x="4944572" y="2209720"/>
                  </a:lnTo>
                  <a:lnTo>
                    <a:pt x="4944759" y="2214094"/>
                  </a:lnTo>
                  <a:lnTo>
                    <a:pt x="4944946" y="2218242"/>
                  </a:lnTo>
                  <a:lnTo>
                    <a:pt x="4945133" y="2222136"/>
                  </a:lnTo>
                  <a:lnTo>
                    <a:pt x="4945320" y="2225526"/>
                  </a:lnTo>
                  <a:lnTo>
                    <a:pt x="4945507" y="2228489"/>
                  </a:lnTo>
                  <a:lnTo>
                    <a:pt x="4945694" y="2231651"/>
                  </a:lnTo>
                  <a:lnTo>
                    <a:pt x="4945881" y="2235039"/>
                  </a:lnTo>
                  <a:lnTo>
                    <a:pt x="4946068" y="2238605"/>
                  </a:lnTo>
                  <a:lnTo>
                    <a:pt x="4946255" y="2241168"/>
                  </a:lnTo>
                  <a:lnTo>
                    <a:pt x="4946442" y="2243773"/>
                  </a:lnTo>
                  <a:lnTo>
                    <a:pt x="4946628" y="2246429"/>
                  </a:lnTo>
                  <a:lnTo>
                    <a:pt x="4946815" y="2248883"/>
                  </a:lnTo>
                  <a:lnTo>
                    <a:pt x="4947002" y="2251370"/>
                  </a:lnTo>
                  <a:lnTo>
                    <a:pt x="4947189" y="2253839"/>
                  </a:lnTo>
                  <a:lnTo>
                    <a:pt x="4947376" y="2256542"/>
                  </a:lnTo>
                  <a:lnTo>
                    <a:pt x="4947563" y="2258709"/>
                  </a:lnTo>
                  <a:lnTo>
                    <a:pt x="4947750" y="2261652"/>
                  </a:lnTo>
                  <a:lnTo>
                    <a:pt x="4947937" y="2264554"/>
                  </a:lnTo>
                  <a:lnTo>
                    <a:pt x="4948124" y="2267460"/>
                  </a:lnTo>
                  <a:lnTo>
                    <a:pt x="4948311" y="2269761"/>
                  </a:lnTo>
                  <a:lnTo>
                    <a:pt x="4948498" y="2272004"/>
                  </a:lnTo>
                  <a:lnTo>
                    <a:pt x="4948685" y="2273764"/>
                  </a:lnTo>
                  <a:lnTo>
                    <a:pt x="4948872" y="2275318"/>
                  </a:lnTo>
                  <a:lnTo>
                    <a:pt x="4949058" y="2277036"/>
                  </a:lnTo>
                  <a:lnTo>
                    <a:pt x="4949245" y="2278822"/>
                  </a:lnTo>
                  <a:lnTo>
                    <a:pt x="4949432" y="2280592"/>
                  </a:lnTo>
                  <a:lnTo>
                    <a:pt x="4949619" y="2282255"/>
                  </a:lnTo>
                  <a:lnTo>
                    <a:pt x="4949806" y="2283465"/>
                  </a:lnTo>
                  <a:lnTo>
                    <a:pt x="4949993" y="2284689"/>
                  </a:lnTo>
                  <a:lnTo>
                    <a:pt x="4950180" y="2285604"/>
                  </a:lnTo>
                  <a:lnTo>
                    <a:pt x="4950367" y="2286185"/>
                  </a:lnTo>
                  <a:lnTo>
                    <a:pt x="4950554" y="2286500"/>
                  </a:lnTo>
                  <a:lnTo>
                    <a:pt x="4950741" y="2286798"/>
                  </a:lnTo>
                  <a:lnTo>
                    <a:pt x="4950928" y="2287163"/>
                  </a:lnTo>
                  <a:lnTo>
                    <a:pt x="4951115" y="2287478"/>
                  </a:lnTo>
                  <a:lnTo>
                    <a:pt x="4951302" y="2287669"/>
                  </a:lnTo>
                  <a:lnTo>
                    <a:pt x="4951488" y="2287944"/>
                  </a:lnTo>
                  <a:lnTo>
                    <a:pt x="4951675" y="2288353"/>
                  </a:lnTo>
                  <a:lnTo>
                    <a:pt x="4951862" y="2288317"/>
                  </a:lnTo>
                  <a:lnTo>
                    <a:pt x="4952049" y="2288099"/>
                  </a:lnTo>
                  <a:lnTo>
                    <a:pt x="4952236" y="2288023"/>
                  </a:lnTo>
                  <a:lnTo>
                    <a:pt x="4952423" y="2287946"/>
                  </a:lnTo>
                  <a:lnTo>
                    <a:pt x="4952610" y="2287803"/>
                  </a:lnTo>
                  <a:lnTo>
                    <a:pt x="4952797" y="2287435"/>
                  </a:lnTo>
                  <a:lnTo>
                    <a:pt x="4952984" y="2287156"/>
                  </a:lnTo>
                  <a:lnTo>
                    <a:pt x="4953171" y="2287330"/>
                  </a:lnTo>
                  <a:lnTo>
                    <a:pt x="4953358" y="2287540"/>
                  </a:lnTo>
                  <a:lnTo>
                    <a:pt x="4953545" y="2287747"/>
                  </a:lnTo>
                  <a:lnTo>
                    <a:pt x="4953731" y="2287444"/>
                  </a:lnTo>
                  <a:lnTo>
                    <a:pt x="4953918" y="2287560"/>
                  </a:lnTo>
                  <a:lnTo>
                    <a:pt x="4954105" y="2288008"/>
                  </a:lnTo>
                  <a:lnTo>
                    <a:pt x="4954292" y="2288655"/>
                  </a:lnTo>
                  <a:lnTo>
                    <a:pt x="4954479" y="2289779"/>
                  </a:lnTo>
                  <a:lnTo>
                    <a:pt x="4954666" y="2291244"/>
                  </a:lnTo>
                  <a:lnTo>
                    <a:pt x="4954853" y="2293081"/>
                  </a:lnTo>
                  <a:lnTo>
                    <a:pt x="4955040" y="2295140"/>
                  </a:lnTo>
                  <a:lnTo>
                    <a:pt x="4955227" y="2297216"/>
                  </a:lnTo>
                  <a:lnTo>
                    <a:pt x="4955414" y="2299170"/>
                  </a:lnTo>
                  <a:lnTo>
                    <a:pt x="4955601" y="2301244"/>
                  </a:lnTo>
                  <a:lnTo>
                    <a:pt x="4955788" y="2303194"/>
                  </a:lnTo>
                  <a:lnTo>
                    <a:pt x="4955975" y="2304940"/>
                  </a:lnTo>
                  <a:lnTo>
                    <a:pt x="4956161" y="2306739"/>
                  </a:lnTo>
                  <a:lnTo>
                    <a:pt x="4956348" y="2308759"/>
                  </a:lnTo>
                  <a:lnTo>
                    <a:pt x="4956535" y="2310868"/>
                  </a:lnTo>
                  <a:lnTo>
                    <a:pt x="4956722" y="2312892"/>
                  </a:lnTo>
                  <a:lnTo>
                    <a:pt x="4956909" y="2314586"/>
                  </a:lnTo>
                  <a:lnTo>
                    <a:pt x="4957096" y="2315609"/>
                  </a:lnTo>
                  <a:lnTo>
                    <a:pt x="4957283" y="2316040"/>
                  </a:lnTo>
                  <a:lnTo>
                    <a:pt x="4957470" y="2315808"/>
                  </a:lnTo>
                  <a:lnTo>
                    <a:pt x="4957657" y="2315014"/>
                  </a:lnTo>
                  <a:lnTo>
                    <a:pt x="4957844" y="2314313"/>
                  </a:lnTo>
                  <a:lnTo>
                    <a:pt x="4958031" y="2313488"/>
                  </a:lnTo>
                  <a:lnTo>
                    <a:pt x="4958218" y="2312827"/>
                  </a:lnTo>
                  <a:lnTo>
                    <a:pt x="4958405" y="2311986"/>
                  </a:lnTo>
                  <a:lnTo>
                    <a:pt x="4958591" y="2311086"/>
                  </a:lnTo>
                  <a:lnTo>
                    <a:pt x="4958778" y="2310418"/>
                  </a:lnTo>
                  <a:lnTo>
                    <a:pt x="4958965" y="2309461"/>
                  </a:lnTo>
                  <a:lnTo>
                    <a:pt x="4959152" y="2308140"/>
                  </a:lnTo>
                  <a:lnTo>
                    <a:pt x="4959339" y="2306820"/>
                  </a:lnTo>
                  <a:lnTo>
                    <a:pt x="4959526" y="2305500"/>
                  </a:lnTo>
                  <a:lnTo>
                    <a:pt x="4959713" y="2304237"/>
                  </a:lnTo>
                  <a:lnTo>
                    <a:pt x="4959900" y="2303379"/>
                  </a:lnTo>
                  <a:lnTo>
                    <a:pt x="4960087" y="2303156"/>
                  </a:lnTo>
                  <a:lnTo>
                    <a:pt x="4960274" y="2303668"/>
                  </a:lnTo>
                  <a:lnTo>
                    <a:pt x="4960461" y="2304328"/>
                  </a:lnTo>
                  <a:lnTo>
                    <a:pt x="4960648" y="2304988"/>
                  </a:lnTo>
                  <a:lnTo>
                    <a:pt x="4960834" y="2305591"/>
                  </a:lnTo>
                  <a:lnTo>
                    <a:pt x="4961021" y="2306251"/>
                  </a:lnTo>
                  <a:lnTo>
                    <a:pt x="4961208" y="2307092"/>
                  </a:lnTo>
                  <a:lnTo>
                    <a:pt x="4961395" y="2308058"/>
                  </a:lnTo>
                  <a:lnTo>
                    <a:pt x="4961582" y="2309172"/>
                  </a:lnTo>
                  <a:lnTo>
                    <a:pt x="4961769" y="2310327"/>
                  </a:lnTo>
                  <a:lnTo>
                    <a:pt x="4961956" y="2311672"/>
                  </a:lnTo>
                  <a:lnTo>
                    <a:pt x="4962143" y="2313157"/>
                  </a:lnTo>
                  <a:lnTo>
                    <a:pt x="4962330" y="2314643"/>
                  </a:lnTo>
                  <a:lnTo>
                    <a:pt x="4962517" y="2316186"/>
                  </a:lnTo>
                  <a:lnTo>
                    <a:pt x="4962704" y="2317803"/>
                  </a:lnTo>
                  <a:lnTo>
                    <a:pt x="4962891" y="2318868"/>
                  </a:lnTo>
                  <a:lnTo>
                    <a:pt x="4963078" y="2319520"/>
                  </a:lnTo>
                  <a:lnTo>
                    <a:pt x="4963264" y="2320180"/>
                  </a:lnTo>
                  <a:lnTo>
                    <a:pt x="4963451" y="2320906"/>
                  </a:lnTo>
                  <a:lnTo>
                    <a:pt x="4963638" y="2321789"/>
                  </a:lnTo>
                  <a:lnTo>
                    <a:pt x="4963825" y="2322754"/>
                  </a:lnTo>
                  <a:lnTo>
                    <a:pt x="4964012" y="2323745"/>
                  </a:lnTo>
                  <a:lnTo>
                    <a:pt x="4964199" y="2324636"/>
                  </a:lnTo>
                  <a:lnTo>
                    <a:pt x="4964386" y="2325139"/>
                  </a:lnTo>
                  <a:lnTo>
                    <a:pt x="4964573" y="2325494"/>
                  </a:lnTo>
                  <a:lnTo>
                    <a:pt x="4964760" y="2325634"/>
                  </a:lnTo>
                  <a:lnTo>
                    <a:pt x="4964947" y="2325634"/>
                  </a:lnTo>
                  <a:lnTo>
                    <a:pt x="4965134" y="2325750"/>
                  </a:lnTo>
                  <a:lnTo>
                    <a:pt x="4965321" y="2326022"/>
                  </a:lnTo>
                  <a:lnTo>
                    <a:pt x="4965507" y="2326187"/>
                  </a:lnTo>
                  <a:lnTo>
                    <a:pt x="4965694" y="2326352"/>
                  </a:lnTo>
                  <a:lnTo>
                    <a:pt x="4965881" y="2326517"/>
                  </a:lnTo>
                  <a:lnTo>
                    <a:pt x="4966068" y="2326682"/>
                  </a:lnTo>
                  <a:lnTo>
                    <a:pt x="4966255" y="2326847"/>
                  </a:lnTo>
                  <a:lnTo>
                    <a:pt x="4966442" y="2327012"/>
                  </a:lnTo>
                  <a:lnTo>
                    <a:pt x="4966629" y="2327153"/>
                  </a:lnTo>
                  <a:lnTo>
                    <a:pt x="4966816" y="2327483"/>
                  </a:lnTo>
                  <a:lnTo>
                    <a:pt x="4967003" y="2327879"/>
                  </a:lnTo>
                  <a:lnTo>
                    <a:pt x="4967190" y="2328366"/>
                  </a:lnTo>
                  <a:lnTo>
                    <a:pt x="4967377" y="2328836"/>
                  </a:lnTo>
                  <a:lnTo>
                    <a:pt x="4967564" y="2329414"/>
                  </a:lnTo>
                  <a:lnTo>
                    <a:pt x="4967751" y="2330074"/>
                  </a:lnTo>
                  <a:lnTo>
                    <a:pt x="4967937" y="2330478"/>
                  </a:lnTo>
                  <a:lnTo>
                    <a:pt x="4968124" y="2330552"/>
                  </a:lnTo>
                  <a:lnTo>
                    <a:pt x="4968311" y="2330552"/>
                  </a:lnTo>
                  <a:lnTo>
                    <a:pt x="4968498" y="2330478"/>
                  </a:lnTo>
                  <a:lnTo>
                    <a:pt x="4968685" y="2330404"/>
                  </a:lnTo>
                  <a:lnTo>
                    <a:pt x="4968872" y="2330462"/>
                  </a:lnTo>
                  <a:lnTo>
                    <a:pt x="4969059" y="2330536"/>
                  </a:lnTo>
                  <a:lnTo>
                    <a:pt x="4969246" y="2330272"/>
                  </a:lnTo>
                  <a:lnTo>
                    <a:pt x="4969433" y="2329537"/>
                  </a:lnTo>
                  <a:lnTo>
                    <a:pt x="4969620" y="2328027"/>
                  </a:lnTo>
                  <a:lnTo>
                    <a:pt x="4969807" y="2326649"/>
                  </a:lnTo>
                  <a:lnTo>
                    <a:pt x="4969994" y="2325205"/>
                  </a:lnTo>
                  <a:lnTo>
                    <a:pt x="4970181" y="2323662"/>
                  </a:lnTo>
                  <a:lnTo>
                    <a:pt x="4970367" y="2321979"/>
                  </a:lnTo>
                  <a:lnTo>
                    <a:pt x="4970554" y="2320485"/>
                  </a:lnTo>
                  <a:lnTo>
                    <a:pt x="4970741" y="2318651"/>
                  </a:lnTo>
                  <a:lnTo>
                    <a:pt x="4970928" y="2317565"/>
                  </a:lnTo>
                  <a:lnTo>
                    <a:pt x="4971115" y="2316425"/>
                  </a:lnTo>
                  <a:lnTo>
                    <a:pt x="4971302" y="2315334"/>
                  </a:lnTo>
                  <a:lnTo>
                    <a:pt x="4971489" y="2314223"/>
                  </a:lnTo>
                  <a:lnTo>
                    <a:pt x="4971676" y="2312746"/>
                  </a:lnTo>
                  <a:lnTo>
                    <a:pt x="4971863" y="2311563"/>
                  </a:lnTo>
                  <a:lnTo>
                    <a:pt x="4972050" y="2310841"/>
                  </a:lnTo>
                  <a:lnTo>
                    <a:pt x="4972237" y="2310319"/>
                  </a:lnTo>
                  <a:lnTo>
                    <a:pt x="4972424" y="2310081"/>
                  </a:lnTo>
                  <a:lnTo>
                    <a:pt x="4972610" y="2309510"/>
                  </a:lnTo>
                  <a:lnTo>
                    <a:pt x="4972797" y="2308985"/>
                  </a:lnTo>
                  <a:lnTo>
                    <a:pt x="4972984" y="2308437"/>
                  </a:lnTo>
                  <a:lnTo>
                    <a:pt x="4973171" y="2307973"/>
                  </a:lnTo>
                  <a:lnTo>
                    <a:pt x="4973358" y="2307352"/>
                  </a:lnTo>
                  <a:lnTo>
                    <a:pt x="4973545" y="2306357"/>
                  </a:lnTo>
                  <a:lnTo>
                    <a:pt x="4973732" y="2304906"/>
                  </a:lnTo>
                  <a:lnTo>
                    <a:pt x="4973919" y="2303242"/>
                  </a:lnTo>
                  <a:lnTo>
                    <a:pt x="4974106" y="2301801"/>
                  </a:lnTo>
                  <a:lnTo>
                    <a:pt x="4974293" y="2298806"/>
                  </a:lnTo>
                  <a:lnTo>
                    <a:pt x="4974480" y="2296245"/>
                  </a:lnTo>
                  <a:lnTo>
                    <a:pt x="4974667" y="2293060"/>
                  </a:lnTo>
                  <a:lnTo>
                    <a:pt x="4974854" y="2289179"/>
                  </a:lnTo>
                  <a:lnTo>
                    <a:pt x="4975040" y="2285622"/>
                  </a:lnTo>
                  <a:lnTo>
                    <a:pt x="4975227" y="2282024"/>
                  </a:lnTo>
                  <a:lnTo>
                    <a:pt x="4975414" y="2278757"/>
                  </a:lnTo>
                  <a:lnTo>
                    <a:pt x="4975601" y="2275604"/>
                  </a:lnTo>
                  <a:lnTo>
                    <a:pt x="4975788" y="2272427"/>
                  </a:lnTo>
                  <a:lnTo>
                    <a:pt x="4975975" y="2270017"/>
                  </a:lnTo>
                  <a:lnTo>
                    <a:pt x="4976162" y="2267655"/>
                  </a:lnTo>
                  <a:lnTo>
                    <a:pt x="4976349" y="2265577"/>
                  </a:lnTo>
                  <a:lnTo>
                    <a:pt x="4976536" y="2263390"/>
                  </a:lnTo>
                  <a:lnTo>
                    <a:pt x="4976723" y="2261124"/>
                  </a:lnTo>
                  <a:lnTo>
                    <a:pt x="4976910" y="2258772"/>
                  </a:lnTo>
                  <a:lnTo>
                    <a:pt x="4977097" y="2256247"/>
                  </a:lnTo>
                  <a:lnTo>
                    <a:pt x="4977284" y="2253694"/>
                  </a:lnTo>
                  <a:lnTo>
                    <a:pt x="4977470" y="2251624"/>
                  </a:lnTo>
                  <a:lnTo>
                    <a:pt x="4977657" y="2249716"/>
                  </a:lnTo>
                  <a:lnTo>
                    <a:pt x="4977844" y="2247814"/>
                  </a:lnTo>
                  <a:lnTo>
                    <a:pt x="4978031" y="2246226"/>
                  </a:lnTo>
                  <a:lnTo>
                    <a:pt x="4978218" y="2244490"/>
                  </a:lnTo>
                  <a:lnTo>
                    <a:pt x="4978405" y="2242433"/>
                  </a:lnTo>
                  <a:lnTo>
                    <a:pt x="4978592" y="2240041"/>
                  </a:lnTo>
                  <a:lnTo>
                    <a:pt x="4978779" y="2237647"/>
                  </a:lnTo>
                  <a:lnTo>
                    <a:pt x="4978966" y="2235169"/>
                  </a:lnTo>
                  <a:lnTo>
                    <a:pt x="4979153" y="2232557"/>
                  </a:lnTo>
                  <a:lnTo>
                    <a:pt x="4979340" y="2229333"/>
                  </a:lnTo>
                  <a:lnTo>
                    <a:pt x="4979527" y="2226248"/>
                  </a:lnTo>
                  <a:lnTo>
                    <a:pt x="4979713" y="2222739"/>
                  </a:lnTo>
                  <a:lnTo>
                    <a:pt x="4979900" y="2219650"/>
                  </a:lnTo>
                  <a:lnTo>
                    <a:pt x="4980087" y="2216221"/>
                  </a:lnTo>
                  <a:lnTo>
                    <a:pt x="4980274" y="2212358"/>
                  </a:lnTo>
                  <a:lnTo>
                    <a:pt x="4980461" y="2208373"/>
                  </a:lnTo>
                  <a:lnTo>
                    <a:pt x="4980648" y="2205062"/>
                  </a:lnTo>
                  <a:lnTo>
                    <a:pt x="4980835" y="2201803"/>
                  </a:lnTo>
                  <a:lnTo>
                    <a:pt x="4981022" y="2198612"/>
                  </a:lnTo>
                  <a:lnTo>
                    <a:pt x="4981209" y="2194668"/>
                  </a:lnTo>
                  <a:lnTo>
                    <a:pt x="4981396" y="2191063"/>
                  </a:lnTo>
                  <a:lnTo>
                    <a:pt x="4981583" y="2187597"/>
                  </a:lnTo>
                  <a:lnTo>
                    <a:pt x="4981770" y="2184308"/>
                  </a:lnTo>
                  <a:lnTo>
                    <a:pt x="4981957" y="2181153"/>
                  </a:lnTo>
                  <a:lnTo>
                    <a:pt x="4982143" y="2178074"/>
                  </a:lnTo>
                  <a:lnTo>
                    <a:pt x="4982330" y="2175072"/>
                  </a:lnTo>
                  <a:lnTo>
                    <a:pt x="4982517" y="2172522"/>
                  </a:lnTo>
                  <a:lnTo>
                    <a:pt x="4982704" y="2170700"/>
                  </a:lnTo>
                  <a:lnTo>
                    <a:pt x="4982891" y="2169229"/>
                  </a:lnTo>
                  <a:lnTo>
                    <a:pt x="4983078" y="2167395"/>
                  </a:lnTo>
                  <a:lnTo>
                    <a:pt x="4983265" y="2165688"/>
                  </a:lnTo>
                  <a:lnTo>
                    <a:pt x="4983452" y="2164031"/>
                  </a:lnTo>
                  <a:lnTo>
                    <a:pt x="4983639" y="2161745"/>
                  </a:lnTo>
                  <a:lnTo>
                    <a:pt x="4983826" y="2159451"/>
                  </a:lnTo>
                  <a:lnTo>
                    <a:pt x="4984013" y="2157330"/>
                  </a:lnTo>
                  <a:lnTo>
                    <a:pt x="4984200" y="2155424"/>
                  </a:lnTo>
                  <a:lnTo>
                    <a:pt x="4984386" y="2153534"/>
                  </a:lnTo>
                  <a:lnTo>
                    <a:pt x="4984573" y="2151686"/>
                  </a:lnTo>
                  <a:lnTo>
                    <a:pt x="4984760" y="2149871"/>
                  </a:lnTo>
                  <a:lnTo>
                    <a:pt x="4984947" y="2147997"/>
                  </a:lnTo>
                  <a:lnTo>
                    <a:pt x="4985134" y="2145910"/>
                  </a:lnTo>
                  <a:lnTo>
                    <a:pt x="4985321" y="2143814"/>
                  </a:lnTo>
                  <a:lnTo>
                    <a:pt x="4985508" y="2141751"/>
                  </a:lnTo>
                  <a:lnTo>
                    <a:pt x="4985695" y="2139506"/>
                  </a:lnTo>
                  <a:lnTo>
                    <a:pt x="4985882" y="2136874"/>
                  </a:lnTo>
                  <a:lnTo>
                    <a:pt x="4986069" y="2133986"/>
                  </a:lnTo>
                  <a:lnTo>
                    <a:pt x="4986256" y="2130603"/>
                  </a:lnTo>
                  <a:lnTo>
                    <a:pt x="4986443" y="2126873"/>
                  </a:lnTo>
                  <a:lnTo>
                    <a:pt x="4986630" y="2124229"/>
                  </a:lnTo>
                  <a:lnTo>
                    <a:pt x="4986816" y="2121710"/>
                  </a:lnTo>
                  <a:lnTo>
                    <a:pt x="4987003" y="2119066"/>
                  </a:lnTo>
                  <a:lnTo>
                    <a:pt x="4987190" y="2116331"/>
                  </a:lnTo>
                  <a:lnTo>
                    <a:pt x="4987377" y="2113383"/>
                  </a:lnTo>
                  <a:lnTo>
                    <a:pt x="4987564" y="2110474"/>
                  </a:lnTo>
                  <a:lnTo>
                    <a:pt x="4987751" y="2107529"/>
                  </a:lnTo>
                  <a:lnTo>
                    <a:pt x="4987938" y="2104536"/>
                  </a:lnTo>
                  <a:lnTo>
                    <a:pt x="4988125" y="2101283"/>
                  </a:lnTo>
                  <a:lnTo>
                    <a:pt x="4988312" y="2097975"/>
                  </a:lnTo>
                  <a:lnTo>
                    <a:pt x="4988499" y="2094927"/>
                  </a:lnTo>
                  <a:lnTo>
                    <a:pt x="4988686" y="2092319"/>
                  </a:lnTo>
                  <a:lnTo>
                    <a:pt x="4988873" y="2089915"/>
                  </a:lnTo>
                  <a:lnTo>
                    <a:pt x="4989060" y="2088010"/>
                  </a:lnTo>
                  <a:lnTo>
                    <a:pt x="4989246" y="2086436"/>
                  </a:lnTo>
                  <a:lnTo>
                    <a:pt x="4989433" y="2084801"/>
                  </a:lnTo>
                  <a:lnTo>
                    <a:pt x="4989620" y="2082767"/>
                  </a:lnTo>
                  <a:lnTo>
                    <a:pt x="4989807" y="2080457"/>
                  </a:lnTo>
                  <a:lnTo>
                    <a:pt x="4989994" y="2078812"/>
                  </a:lnTo>
                  <a:lnTo>
                    <a:pt x="4990181" y="2076802"/>
                  </a:lnTo>
                  <a:lnTo>
                    <a:pt x="4990368" y="2074675"/>
                  </a:lnTo>
                  <a:lnTo>
                    <a:pt x="4990555" y="2072349"/>
                  </a:lnTo>
                  <a:lnTo>
                    <a:pt x="4990742" y="2069614"/>
                  </a:lnTo>
                  <a:lnTo>
                    <a:pt x="4990929" y="2066936"/>
                  </a:lnTo>
                  <a:lnTo>
                    <a:pt x="4991116" y="2064139"/>
                  </a:lnTo>
                  <a:lnTo>
                    <a:pt x="4991303" y="2061137"/>
                  </a:lnTo>
                  <a:lnTo>
                    <a:pt x="4991489" y="2057581"/>
                  </a:lnTo>
                  <a:lnTo>
                    <a:pt x="4991676" y="2053629"/>
                  </a:lnTo>
                  <a:lnTo>
                    <a:pt x="4991863" y="2049365"/>
                  </a:lnTo>
                  <a:lnTo>
                    <a:pt x="4992050" y="2044547"/>
                  </a:lnTo>
                  <a:lnTo>
                    <a:pt x="4992237" y="2039503"/>
                  </a:lnTo>
                  <a:lnTo>
                    <a:pt x="4992424" y="2034607"/>
                  </a:lnTo>
                  <a:lnTo>
                    <a:pt x="4992611" y="2029559"/>
                  </a:lnTo>
                  <a:lnTo>
                    <a:pt x="4992798" y="2022718"/>
                  </a:lnTo>
                  <a:lnTo>
                    <a:pt x="4992985" y="2015597"/>
                  </a:lnTo>
                  <a:lnTo>
                    <a:pt x="4993172" y="2008583"/>
                  </a:lnTo>
                  <a:lnTo>
                    <a:pt x="4993359" y="2001610"/>
                  </a:lnTo>
                  <a:lnTo>
                    <a:pt x="4993546" y="1994612"/>
                  </a:lnTo>
                  <a:lnTo>
                    <a:pt x="4993733" y="1987532"/>
                  </a:lnTo>
                  <a:lnTo>
                    <a:pt x="4993919" y="1980394"/>
                  </a:lnTo>
                  <a:lnTo>
                    <a:pt x="4994106" y="1973364"/>
                  </a:lnTo>
                  <a:lnTo>
                    <a:pt x="4994293" y="1966853"/>
                  </a:lnTo>
                  <a:lnTo>
                    <a:pt x="4994480" y="1961085"/>
                  </a:lnTo>
                  <a:lnTo>
                    <a:pt x="4994667" y="1955787"/>
                  </a:lnTo>
                  <a:lnTo>
                    <a:pt x="4994854" y="1953069"/>
                  </a:lnTo>
                  <a:lnTo>
                    <a:pt x="4995041" y="1950559"/>
                  </a:lnTo>
                  <a:lnTo>
                    <a:pt x="4995228" y="1947936"/>
                  </a:lnTo>
                  <a:lnTo>
                    <a:pt x="4995415" y="1945346"/>
                  </a:lnTo>
                  <a:lnTo>
                    <a:pt x="4995602" y="1942376"/>
                  </a:lnTo>
                  <a:lnTo>
                    <a:pt x="4995789" y="1939581"/>
                  </a:lnTo>
                  <a:lnTo>
                    <a:pt x="4995976" y="1936973"/>
                  </a:lnTo>
                  <a:lnTo>
                    <a:pt x="4996163" y="1934360"/>
                  </a:lnTo>
                  <a:lnTo>
                    <a:pt x="4996349" y="1932536"/>
                  </a:lnTo>
                  <a:lnTo>
                    <a:pt x="4996536" y="1930602"/>
                  </a:lnTo>
                  <a:lnTo>
                    <a:pt x="4996723" y="1928222"/>
                  </a:lnTo>
                  <a:lnTo>
                    <a:pt x="4996910" y="1925278"/>
                  </a:lnTo>
                  <a:lnTo>
                    <a:pt x="4997097" y="1921819"/>
                  </a:lnTo>
                  <a:lnTo>
                    <a:pt x="4997284" y="1917601"/>
                  </a:lnTo>
                  <a:lnTo>
                    <a:pt x="4997471" y="1913030"/>
                  </a:lnTo>
                  <a:lnTo>
                    <a:pt x="4997658" y="1908146"/>
                  </a:lnTo>
                  <a:lnTo>
                    <a:pt x="4997845" y="1903556"/>
                  </a:lnTo>
                  <a:lnTo>
                    <a:pt x="4998032" y="1899092"/>
                  </a:lnTo>
                  <a:lnTo>
                    <a:pt x="4998219" y="1893473"/>
                  </a:lnTo>
                  <a:lnTo>
                    <a:pt x="4998406" y="1888604"/>
                  </a:lnTo>
                  <a:lnTo>
                    <a:pt x="4998592" y="1883909"/>
                  </a:lnTo>
                  <a:lnTo>
                    <a:pt x="4998779" y="1879090"/>
                  </a:lnTo>
                  <a:lnTo>
                    <a:pt x="4998966" y="1873916"/>
                  </a:lnTo>
                  <a:lnTo>
                    <a:pt x="4999153" y="1868065"/>
                  </a:lnTo>
                  <a:lnTo>
                    <a:pt x="4999340" y="1862256"/>
                  </a:lnTo>
                  <a:lnTo>
                    <a:pt x="4999527" y="1857099"/>
                  </a:lnTo>
                  <a:lnTo>
                    <a:pt x="4999714" y="1852411"/>
                  </a:lnTo>
                  <a:lnTo>
                    <a:pt x="4999901" y="1849239"/>
                  </a:lnTo>
                  <a:lnTo>
                    <a:pt x="5000088" y="1846382"/>
                  </a:lnTo>
                  <a:lnTo>
                    <a:pt x="5000275" y="1843588"/>
                  </a:lnTo>
                  <a:lnTo>
                    <a:pt x="5000462" y="1840645"/>
                  </a:lnTo>
                  <a:lnTo>
                    <a:pt x="5000649" y="1837631"/>
                  </a:lnTo>
                  <a:lnTo>
                    <a:pt x="5000836" y="1834689"/>
                  </a:lnTo>
                  <a:lnTo>
                    <a:pt x="5001022" y="1831522"/>
                  </a:lnTo>
                  <a:lnTo>
                    <a:pt x="5001209" y="1828184"/>
                  </a:lnTo>
                  <a:lnTo>
                    <a:pt x="5001396" y="1824792"/>
                  </a:lnTo>
                  <a:lnTo>
                    <a:pt x="5001583" y="1821063"/>
                  </a:lnTo>
                  <a:lnTo>
                    <a:pt x="5001770" y="1817386"/>
                  </a:lnTo>
                  <a:lnTo>
                    <a:pt x="5001957" y="1813355"/>
                  </a:lnTo>
                  <a:lnTo>
                    <a:pt x="5002144" y="1809163"/>
                  </a:lnTo>
                  <a:lnTo>
                    <a:pt x="5002331" y="1804653"/>
                  </a:lnTo>
                  <a:lnTo>
                    <a:pt x="5002518" y="1800202"/>
                  </a:lnTo>
                  <a:lnTo>
                    <a:pt x="5002705" y="1795918"/>
                  </a:lnTo>
                  <a:lnTo>
                    <a:pt x="5002892" y="1791798"/>
                  </a:lnTo>
                  <a:lnTo>
                    <a:pt x="5003079" y="1786533"/>
                  </a:lnTo>
                  <a:lnTo>
                    <a:pt x="5003265" y="1781582"/>
                  </a:lnTo>
                  <a:lnTo>
                    <a:pt x="5003452" y="1776639"/>
                  </a:lnTo>
                  <a:lnTo>
                    <a:pt x="5003639" y="1771862"/>
                  </a:lnTo>
                  <a:lnTo>
                    <a:pt x="5003826" y="1767274"/>
                  </a:lnTo>
                  <a:lnTo>
                    <a:pt x="5004013" y="1762818"/>
                  </a:lnTo>
                  <a:lnTo>
                    <a:pt x="5004200" y="1758436"/>
                  </a:lnTo>
                  <a:lnTo>
                    <a:pt x="5004387" y="1754582"/>
                  </a:lnTo>
                  <a:lnTo>
                    <a:pt x="5004574" y="1751290"/>
                  </a:lnTo>
                  <a:lnTo>
                    <a:pt x="5004761" y="1749136"/>
                  </a:lnTo>
                  <a:lnTo>
                    <a:pt x="5004948" y="1747477"/>
                  </a:lnTo>
                  <a:lnTo>
                    <a:pt x="5005135" y="1745885"/>
                  </a:lnTo>
                  <a:lnTo>
                    <a:pt x="5005322" y="1744482"/>
                  </a:lnTo>
                  <a:lnTo>
                    <a:pt x="5005509" y="1742675"/>
                  </a:lnTo>
                  <a:lnTo>
                    <a:pt x="5005695" y="1740538"/>
                  </a:lnTo>
                  <a:lnTo>
                    <a:pt x="5005882" y="1738310"/>
                  </a:lnTo>
                  <a:lnTo>
                    <a:pt x="5006069" y="1736164"/>
                  </a:lnTo>
                  <a:lnTo>
                    <a:pt x="5006256" y="1733730"/>
                  </a:lnTo>
                  <a:lnTo>
                    <a:pt x="5006443" y="1731040"/>
                  </a:lnTo>
                  <a:lnTo>
                    <a:pt x="5006630" y="1728135"/>
                  </a:lnTo>
                  <a:lnTo>
                    <a:pt x="5006817" y="1725305"/>
                  </a:lnTo>
                  <a:lnTo>
                    <a:pt x="5007004" y="1722615"/>
                  </a:lnTo>
                  <a:lnTo>
                    <a:pt x="5007191" y="1719421"/>
                  </a:lnTo>
                  <a:lnTo>
                    <a:pt x="5007378" y="1716096"/>
                  </a:lnTo>
                  <a:lnTo>
                    <a:pt x="5007565" y="1712473"/>
                  </a:lnTo>
                  <a:lnTo>
                    <a:pt x="5007752" y="1708743"/>
                  </a:lnTo>
                  <a:lnTo>
                    <a:pt x="5007939" y="1704246"/>
                  </a:lnTo>
                  <a:lnTo>
                    <a:pt x="5008125" y="1699064"/>
                  </a:lnTo>
                  <a:lnTo>
                    <a:pt x="5008312" y="1694691"/>
                  </a:lnTo>
                  <a:lnTo>
                    <a:pt x="5008499" y="1690052"/>
                  </a:lnTo>
                  <a:lnTo>
                    <a:pt x="5008686" y="1686647"/>
                  </a:lnTo>
                  <a:lnTo>
                    <a:pt x="5008873" y="1682791"/>
                  </a:lnTo>
                  <a:lnTo>
                    <a:pt x="5009060" y="1678766"/>
                  </a:lnTo>
                  <a:lnTo>
                    <a:pt x="5009247" y="1675338"/>
                  </a:lnTo>
                  <a:lnTo>
                    <a:pt x="5009434" y="1672675"/>
                  </a:lnTo>
                  <a:lnTo>
                    <a:pt x="5009621" y="1669526"/>
                  </a:lnTo>
                  <a:lnTo>
                    <a:pt x="5009808" y="1665957"/>
                  </a:lnTo>
                  <a:lnTo>
                    <a:pt x="5009995" y="1663732"/>
                  </a:lnTo>
                  <a:lnTo>
                    <a:pt x="5010182" y="1660936"/>
                  </a:lnTo>
                  <a:lnTo>
                    <a:pt x="5010368" y="1658240"/>
                  </a:lnTo>
                  <a:lnTo>
                    <a:pt x="5010555" y="1655558"/>
                  </a:lnTo>
                  <a:lnTo>
                    <a:pt x="5010742" y="1652787"/>
                  </a:lnTo>
                  <a:lnTo>
                    <a:pt x="5010929" y="1649962"/>
                  </a:lnTo>
                  <a:lnTo>
                    <a:pt x="5011116" y="1647206"/>
                  </a:lnTo>
                  <a:lnTo>
                    <a:pt x="5011303" y="1644901"/>
                  </a:lnTo>
                  <a:lnTo>
                    <a:pt x="5011490" y="1642240"/>
                  </a:lnTo>
                  <a:lnTo>
                    <a:pt x="5011677" y="1640629"/>
                  </a:lnTo>
                  <a:lnTo>
                    <a:pt x="5011864" y="1638617"/>
                  </a:lnTo>
                  <a:lnTo>
                    <a:pt x="5012051" y="1636944"/>
                  </a:lnTo>
                  <a:lnTo>
                    <a:pt x="5012238" y="1635280"/>
                  </a:lnTo>
                  <a:lnTo>
                    <a:pt x="5012425" y="1633715"/>
                  </a:lnTo>
                  <a:lnTo>
                    <a:pt x="5012612" y="1631613"/>
                  </a:lnTo>
                  <a:lnTo>
                    <a:pt x="5012798" y="1628621"/>
                  </a:lnTo>
                  <a:lnTo>
                    <a:pt x="5012985" y="1625141"/>
                  </a:lnTo>
                  <a:lnTo>
                    <a:pt x="5013172" y="1621160"/>
                  </a:lnTo>
                  <a:lnTo>
                    <a:pt x="5013359" y="1615579"/>
                  </a:lnTo>
                  <a:lnTo>
                    <a:pt x="5013546" y="1609547"/>
                  </a:lnTo>
                  <a:lnTo>
                    <a:pt x="5013733" y="1603557"/>
                  </a:lnTo>
                  <a:lnTo>
                    <a:pt x="5013920" y="1597783"/>
                  </a:lnTo>
                  <a:lnTo>
                    <a:pt x="5014107" y="1592460"/>
                  </a:lnTo>
                  <a:lnTo>
                    <a:pt x="5014294" y="1587291"/>
                  </a:lnTo>
                  <a:lnTo>
                    <a:pt x="5014481" y="1582293"/>
                  </a:lnTo>
                  <a:lnTo>
                    <a:pt x="5014668" y="1576837"/>
                  </a:lnTo>
                  <a:lnTo>
                    <a:pt x="5014855" y="1570601"/>
                  </a:lnTo>
                  <a:lnTo>
                    <a:pt x="5015042" y="1563887"/>
                  </a:lnTo>
                  <a:lnTo>
                    <a:pt x="5015228" y="1557656"/>
                  </a:lnTo>
                  <a:lnTo>
                    <a:pt x="5015415" y="1550586"/>
                  </a:lnTo>
                  <a:lnTo>
                    <a:pt x="5015602" y="1544400"/>
                  </a:lnTo>
                  <a:lnTo>
                    <a:pt x="5015789" y="1538696"/>
                  </a:lnTo>
                  <a:lnTo>
                    <a:pt x="5015976" y="1533141"/>
                  </a:lnTo>
                  <a:lnTo>
                    <a:pt x="5016163" y="1527720"/>
                  </a:lnTo>
                  <a:lnTo>
                    <a:pt x="5016350" y="1522819"/>
                  </a:lnTo>
                  <a:lnTo>
                    <a:pt x="5016537" y="1518485"/>
                  </a:lnTo>
                  <a:lnTo>
                    <a:pt x="5016724" y="1513644"/>
                  </a:lnTo>
                  <a:lnTo>
                    <a:pt x="5016911" y="1508962"/>
                  </a:lnTo>
                  <a:lnTo>
                    <a:pt x="5017098" y="1502542"/>
                  </a:lnTo>
                  <a:lnTo>
                    <a:pt x="5017285" y="1495609"/>
                  </a:lnTo>
                  <a:lnTo>
                    <a:pt x="5017471" y="1485587"/>
                  </a:lnTo>
                  <a:lnTo>
                    <a:pt x="5017658" y="1479194"/>
                  </a:lnTo>
                  <a:lnTo>
                    <a:pt x="5017845" y="1472775"/>
                  </a:lnTo>
                  <a:lnTo>
                    <a:pt x="5018032" y="1465842"/>
                  </a:lnTo>
                  <a:lnTo>
                    <a:pt x="5018219" y="1459229"/>
                  </a:lnTo>
                  <a:lnTo>
                    <a:pt x="5018406" y="1452376"/>
                  </a:lnTo>
                  <a:lnTo>
                    <a:pt x="5018593" y="1445801"/>
                  </a:lnTo>
                  <a:lnTo>
                    <a:pt x="5018780" y="1439169"/>
                  </a:lnTo>
                  <a:lnTo>
                    <a:pt x="5018967" y="1432760"/>
                  </a:lnTo>
                  <a:lnTo>
                    <a:pt x="5019154" y="1425175"/>
                  </a:lnTo>
                  <a:lnTo>
                    <a:pt x="5019341" y="1416987"/>
                  </a:lnTo>
                  <a:lnTo>
                    <a:pt x="5019528" y="1408411"/>
                  </a:lnTo>
                  <a:lnTo>
                    <a:pt x="5019715" y="1399740"/>
                  </a:lnTo>
                  <a:lnTo>
                    <a:pt x="5019901" y="1390905"/>
                  </a:lnTo>
                  <a:lnTo>
                    <a:pt x="5020088" y="1381829"/>
                  </a:lnTo>
                  <a:lnTo>
                    <a:pt x="5020275" y="1372800"/>
                  </a:lnTo>
                  <a:lnTo>
                    <a:pt x="5020462" y="1363554"/>
                  </a:lnTo>
                  <a:lnTo>
                    <a:pt x="5020649" y="1353634"/>
                  </a:lnTo>
                  <a:lnTo>
                    <a:pt x="5020836" y="1342947"/>
                  </a:lnTo>
                  <a:lnTo>
                    <a:pt x="5021023" y="1332220"/>
                  </a:lnTo>
                  <a:lnTo>
                    <a:pt x="5021210" y="1317193"/>
                  </a:lnTo>
                  <a:lnTo>
                    <a:pt x="5021397" y="1302662"/>
                  </a:lnTo>
                  <a:lnTo>
                    <a:pt x="5021584" y="1287941"/>
                  </a:lnTo>
                  <a:lnTo>
                    <a:pt x="5021771" y="1272576"/>
                  </a:lnTo>
                  <a:lnTo>
                    <a:pt x="5021958" y="1257359"/>
                  </a:lnTo>
                  <a:lnTo>
                    <a:pt x="5022144" y="1241640"/>
                  </a:lnTo>
                  <a:lnTo>
                    <a:pt x="5022331" y="1226464"/>
                  </a:lnTo>
                  <a:lnTo>
                    <a:pt x="5022518" y="1210926"/>
                  </a:lnTo>
                  <a:lnTo>
                    <a:pt x="5022705" y="1195330"/>
                  </a:lnTo>
                  <a:lnTo>
                    <a:pt x="5022892" y="1183856"/>
                  </a:lnTo>
                  <a:lnTo>
                    <a:pt x="5023079" y="1172627"/>
                  </a:lnTo>
                  <a:lnTo>
                    <a:pt x="5023266" y="1162288"/>
                  </a:lnTo>
                  <a:lnTo>
                    <a:pt x="5023453" y="1152728"/>
                  </a:lnTo>
                  <a:lnTo>
                    <a:pt x="5023640" y="1144373"/>
                  </a:lnTo>
                  <a:lnTo>
                    <a:pt x="5023827" y="1136003"/>
                  </a:lnTo>
                  <a:lnTo>
                    <a:pt x="5024014" y="1128655"/>
                  </a:lnTo>
                  <a:lnTo>
                    <a:pt x="5024201" y="1121576"/>
                  </a:lnTo>
                  <a:lnTo>
                    <a:pt x="5024388" y="1116555"/>
                  </a:lnTo>
                  <a:lnTo>
                    <a:pt x="5024574" y="1111779"/>
                  </a:lnTo>
                  <a:lnTo>
                    <a:pt x="5024761" y="1107824"/>
                  </a:lnTo>
                  <a:lnTo>
                    <a:pt x="5024948" y="1104324"/>
                  </a:lnTo>
                  <a:lnTo>
                    <a:pt x="5025135" y="1100832"/>
                  </a:lnTo>
                  <a:lnTo>
                    <a:pt x="5025322" y="1097720"/>
                  </a:lnTo>
                  <a:lnTo>
                    <a:pt x="5025509" y="1094970"/>
                  </a:lnTo>
                  <a:lnTo>
                    <a:pt x="5025696" y="1092436"/>
                  </a:lnTo>
                  <a:lnTo>
                    <a:pt x="5025883" y="1089818"/>
                  </a:lnTo>
                  <a:lnTo>
                    <a:pt x="5026070" y="1085966"/>
                  </a:lnTo>
                  <a:lnTo>
                    <a:pt x="5026257" y="1081794"/>
                  </a:lnTo>
                  <a:lnTo>
                    <a:pt x="5026444" y="1077358"/>
                  </a:lnTo>
                  <a:lnTo>
                    <a:pt x="5026631" y="1073175"/>
                  </a:lnTo>
                  <a:lnTo>
                    <a:pt x="5026818" y="1069703"/>
                  </a:lnTo>
                  <a:lnTo>
                    <a:pt x="5027004" y="1066661"/>
                  </a:lnTo>
                  <a:lnTo>
                    <a:pt x="5027191" y="1064141"/>
                  </a:lnTo>
                  <a:lnTo>
                    <a:pt x="5027378" y="1059929"/>
                  </a:lnTo>
                  <a:lnTo>
                    <a:pt x="5027565" y="1056587"/>
                  </a:lnTo>
                  <a:lnTo>
                    <a:pt x="5027752" y="1053768"/>
                  </a:lnTo>
                  <a:lnTo>
                    <a:pt x="5027939" y="1051688"/>
                  </a:lnTo>
                  <a:lnTo>
                    <a:pt x="5028126" y="1050023"/>
                  </a:lnTo>
                  <a:lnTo>
                    <a:pt x="5028313" y="1049443"/>
                  </a:lnTo>
                  <a:lnTo>
                    <a:pt x="5028500" y="1049335"/>
                  </a:lnTo>
                  <a:lnTo>
                    <a:pt x="5028687" y="1049614"/>
                  </a:lnTo>
                  <a:lnTo>
                    <a:pt x="5028874" y="1050375"/>
                  </a:lnTo>
                  <a:lnTo>
                    <a:pt x="5029061" y="1052162"/>
                  </a:lnTo>
                  <a:lnTo>
                    <a:pt x="5029247" y="1054124"/>
                  </a:lnTo>
                  <a:lnTo>
                    <a:pt x="5029434" y="1056591"/>
                  </a:lnTo>
                  <a:lnTo>
                    <a:pt x="5029621" y="1058993"/>
                  </a:lnTo>
                  <a:lnTo>
                    <a:pt x="5029808" y="1060559"/>
                  </a:lnTo>
                  <a:lnTo>
                    <a:pt x="5029995" y="1061928"/>
                  </a:lnTo>
                  <a:lnTo>
                    <a:pt x="5030182" y="1065558"/>
                  </a:lnTo>
                  <a:lnTo>
                    <a:pt x="5030369" y="1069522"/>
                  </a:lnTo>
                  <a:lnTo>
                    <a:pt x="5030556" y="1073229"/>
                  </a:lnTo>
                  <a:lnTo>
                    <a:pt x="5030743" y="1077031"/>
                  </a:lnTo>
                  <a:lnTo>
                    <a:pt x="5030930" y="1080939"/>
                  </a:lnTo>
                  <a:lnTo>
                    <a:pt x="5031117" y="1084929"/>
                  </a:lnTo>
                  <a:lnTo>
                    <a:pt x="5031304" y="1088464"/>
                  </a:lnTo>
                  <a:lnTo>
                    <a:pt x="5031491" y="1091682"/>
                  </a:lnTo>
                  <a:lnTo>
                    <a:pt x="5031677" y="1094515"/>
                  </a:lnTo>
                  <a:lnTo>
                    <a:pt x="5031864" y="1097249"/>
                  </a:lnTo>
                  <a:lnTo>
                    <a:pt x="5032051" y="1098960"/>
                  </a:lnTo>
                  <a:lnTo>
                    <a:pt x="5032238" y="1098678"/>
                  </a:lnTo>
                  <a:lnTo>
                    <a:pt x="5032425" y="1098899"/>
                  </a:lnTo>
                  <a:lnTo>
                    <a:pt x="5032612" y="1099002"/>
                  </a:lnTo>
                  <a:lnTo>
                    <a:pt x="5032799" y="1099434"/>
                  </a:lnTo>
                  <a:lnTo>
                    <a:pt x="5032986" y="1098983"/>
                  </a:lnTo>
                  <a:lnTo>
                    <a:pt x="5033173" y="1098055"/>
                  </a:lnTo>
                  <a:lnTo>
                    <a:pt x="5033360" y="1094910"/>
                  </a:lnTo>
                  <a:lnTo>
                    <a:pt x="5033547" y="1091516"/>
                  </a:lnTo>
                  <a:lnTo>
                    <a:pt x="5033734" y="1087878"/>
                  </a:lnTo>
                  <a:lnTo>
                    <a:pt x="5033921" y="1084630"/>
                  </a:lnTo>
                  <a:lnTo>
                    <a:pt x="5034107" y="1081679"/>
                  </a:lnTo>
                  <a:lnTo>
                    <a:pt x="5034294" y="1079441"/>
                  </a:lnTo>
                  <a:lnTo>
                    <a:pt x="5034481" y="1077420"/>
                  </a:lnTo>
                  <a:lnTo>
                    <a:pt x="5034668" y="1075606"/>
                  </a:lnTo>
                  <a:lnTo>
                    <a:pt x="5034855" y="1073138"/>
                  </a:lnTo>
                  <a:lnTo>
                    <a:pt x="5035042" y="1070051"/>
                  </a:lnTo>
                  <a:lnTo>
                    <a:pt x="5035229" y="1066423"/>
                  </a:lnTo>
                  <a:lnTo>
                    <a:pt x="5035416" y="1063484"/>
                  </a:lnTo>
                  <a:lnTo>
                    <a:pt x="5035603" y="1062032"/>
                  </a:lnTo>
                  <a:lnTo>
                    <a:pt x="5035790" y="1060233"/>
                  </a:lnTo>
                  <a:lnTo>
                    <a:pt x="5035977" y="1058195"/>
                  </a:lnTo>
                  <a:lnTo>
                    <a:pt x="5036164" y="1055753"/>
                  </a:lnTo>
                  <a:lnTo>
                    <a:pt x="5036350" y="1052584"/>
                  </a:lnTo>
                  <a:lnTo>
                    <a:pt x="5036537" y="1048631"/>
                  </a:lnTo>
                  <a:lnTo>
                    <a:pt x="5036724" y="1043911"/>
                  </a:lnTo>
                  <a:lnTo>
                    <a:pt x="5036911" y="1038778"/>
                  </a:lnTo>
                  <a:lnTo>
                    <a:pt x="5037098" y="1033440"/>
                  </a:lnTo>
                  <a:lnTo>
                    <a:pt x="5037285" y="1027280"/>
                  </a:lnTo>
                  <a:lnTo>
                    <a:pt x="5037472" y="1021183"/>
                  </a:lnTo>
                  <a:lnTo>
                    <a:pt x="5037659" y="1015874"/>
                  </a:lnTo>
                  <a:lnTo>
                    <a:pt x="5037846" y="1010986"/>
                  </a:lnTo>
                  <a:lnTo>
                    <a:pt x="5038033" y="1005822"/>
                  </a:lnTo>
                  <a:lnTo>
                    <a:pt x="5038220" y="1000149"/>
                  </a:lnTo>
                  <a:lnTo>
                    <a:pt x="5038407" y="994528"/>
                  </a:lnTo>
                  <a:lnTo>
                    <a:pt x="5038594" y="988847"/>
                  </a:lnTo>
                  <a:lnTo>
                    <a:pt x="5038780" y="983624"/>
                  </a:lnTo>
                  <a:lnTo>
                    <a:pt x="5038967" y="979777"/>
                  </a:lnTo>
                  <a:lnTo>
                    <a:pt x="5039154" y="976689"/>
                  </a:lnTo>
                  <a:lnTo>
                    <a:pt x="5039341" y="975025"/>
                  </a:lnTo>
                  <a:lnTo>
                    <a:pt x="5039528" y="973961"/>
                  </a:lnTo>
                  <a:lnTo>
                    <a:pt x="5039715" y="973297"/>
                  </a:lnTo>
                  <a:lnTo>
                    <a:pt x="5039902" y="972475"/>
                  </a:lnTo>
                  <a:lnTo>
                    <a:pt x="5040089" y="971363"/>
                  </a:lnTo>
                  <a:lnTo>
                    <a:pt x="5040276" y="970325"/>
                  </a:lnTo>
                  <a:lnTo>
                    <a:pt x="5040463" y="970515"/>
                  </a:lnTo>
                  <a:lnTo>
                    <a:pt x="5040650" y="970077"/>
                  </a:lnTo>
                  <a:lnTo>
                    <a:pt x="5040837" y="968963"/>
                  </a:lnTo>
                  <a:lnTo>
                    <a:pt x="5041023" y="967297"/>
                  </a:lnTo>
                  <a:lnTo>
                    <a:pt x="5041210" y="965465"/>
                  </a:lnTo>
                  <a:lnTo>
                    <a:pt x="5041397" y="963732"/>
                  </a:lnTo>
                  <a:lnTo>
                    <a:pt x="5041584" y="963643"/>
                  </a:lnTo>
                  <a:lnTo>
                    <a:pt x="5041771" y="962787"/>
                  </a:lnTo>
                  <a:lnTo>
                    <a:pt x="5041958" y="961341"/>
                  </a:lnTo>
                  <a:lnTo>
                    <a:pt x="5042145" y="959119"/>
                  </a:lnTo>
                  <a:lnTo>
                    <a:pt x="5042332" y="956279"/>
                  </a:lnTo>
                  <a:lnTo>
                    <a:pt x="5042519" y="953521"/>
                  </a:lnTo>
                  <a:lnTo>
                    <a:pt x="5042706" y="950798"/>
                  </a:lnTo>
                  <a:lnTo>
                    <a:pt x="5042893" y="948099"/>
                  </a:lnTo>
                  <a:lnTo>
                    <a:pt x="5043080" y="945707"/>
                  </a:lnTo>
                  <a:lnTo>
                    <a:pt x="5043267" y="943529"/>
                  </a:lnTo>
                  <a:lnTo>
                    <a:pt x="5043453" y="941496"/>
                  </a:lnTo>
                  <a:lnTo>
                    <a:pt x="5043640" y="940355"/>
                  </a:lnTo>
                  <a:lnTo>
                    <a:pt x="5043827" y="940063"/>
                  </a:lnTo>
                  <a:lnTo>
                    <a:pt x="5044014" y="940295"/>
                  </a:lnTo>
                  <a:lnTo>
                    <a:pt x="5044201" y="940928"/>
                  </a:lnTo>
                  <a:lnTo>
                    <a:pt x="5044388" y="941872"/>
                  </a:lnTo>
                  <a:lnTo>
                    <a:pt x="5044575" y="943503"/>
                  </a:lnTo>
                  <a:lnTo>
                    <a:pt x="5044762" y="945639"/>
                  </a:lnTo>
                  <a:lnTo>
                    <a:pt x="5044949" y="948179"/>
                  </a:lnTo>
                  <a:lnTo>
                    <a:pt x="5045136" y="952451"/>
                  </a:lnTo>
                  <a:lnTo>
                    <a:pt x="5045323" y="957417"/>
                  </a:lnTo>
                  <a:lnTo>
                    <a:pt x="5045510" y="963202"/>
                  </a:lnTo>
                  <a:lnTo>
                    <a:pt x="5045697" y="967447"/>
                  </a:lnTo>
                  <a:lnTo>
                    <a:pt x="5045883" y="970748"/>
                  </a:lnTo>
                  <a:lnTo>
                    <a:pt x="5046070" y="973711"/>
                  </a:lnTo>
                  <a:lnTo>
                    <a:pt x="5046257" y="977481"/>
                  </a:lnTo>
                  <a:lnTo>
                    <a:pt x="5046444" y="981887"/>
                  </a:lnTo>
                  <a:lnTo>
                    <a:pt x="5046631" y="985852"/>
                  </a:lnTo>
                  <a:lnTo>
                    <a:pt x="5046818" y="989075"/>
                  </a:lnTo>
                  <a:lnTo>
                    <a:pt x="5047005" y="992515"/>
                  </a:lnTo>
                  <a:lnTo>
                    <a:pt x="5047192" y="996253"/>
                  </a:lnTo>
                  <a:lnTo>
                    <a:pt x="5047379" y="999051"/>
                  </a:lnTo>
                  <a:lnTo>
                    <a:pt x="5047566" y="1002452"/>
                  </a:lnTo>
                  <a:lnTo>
                    <a:pt x="5047753" y="1005283"/>
                  </a:lnTo>
                  <a:lnTo>
                    <a:pt x="5047940" y="1007135"/>
                  </a:lnTo>
                  <a:lnTo>
                    <a:pt x="5048126" y="1009221"/>
                  </a:lnTo>
                  <a:lnTo>
                    <a:pt x="5048313" y="1011144"/>
                  </a:lnTo>
                  <a:lnTo>
                    <a:pt x="5048500" y="1013363"/>
                  </a:lnTo>
                  <a:lnTo>
                    <a:pt x="5048687" y="1015479"/>
                  </a:lnTo>
                  <a:lnTo>
                    <a:pt x="5048874" y="1017967"/>
                  </a:lnTo>
                  <a:lnTo>
                    <a:pt x="5049061" y="1020752"/>
                  </a:lnTo>
                  <a:lnTo>
                    <a:pt x="5049248" y="1022047"/>
                  </a:lnTo>
                  <a:lnTo>
                    <a:pt x="5049435" y="1023216"/>
                  </a:lnTo>
                  <a:lnTo>
                    <a:pt x="5049622" y="1024146"/>
                  </a:lnTo>
                  <a:lnTo>
                    <a:pt x="5049809" y="1024853"/>
                  </a:lnTo>
                  <a:lnTo>
                    <a:pt x="5049996" y="1025866"/>
                  </a:lnTo>
                  <a:lnTo>
                    <a:pt x="5050183" y="1027183"/>
                  </a:lnTo>
                  <a:lnTo>
                    <a:pt x="5050370" y="1028559"/>
                  </a:lnTo>
                  <a:lnTo>
                    <a:pt x="5050556" y="1030782"/>
                  </a:lnTo>
                  <a:lnTo>
                    <a:pt x="5050743" y="1033904"/>
                  </a:lnTo>
                  <a:lnTo>
                    <a:pt x="5050930" y="1037422"/>
                  </a:lnTo>
                  <a:lnTo>
                    <a:pt x="5051117" y="1040340"/>
                  </a:lnTo>
                  <a:lnTo>
                    <a:pt x="5051304" y="1043053"/>
                  </a:lnTo>
                  <a:lnTo>
                    <a:pt x="5051491" y="1045237"/>
                  </a:lnTo>
                  <a:lnTo>
                    <a:pt x="5051678" y="1047139"/>
                  </a:lnTo>
                  <a:lnTo>
                    <a:pt x="5051865" y="1050193"/>
                  </a:lnTo>
                  <a:lnTo>
                    <a:pt x="5052052" y="1054061"/>
                  </a:lnTo>
                  <a:lnTo>
                    <a:pt x="5052239" y="1058205"/>
                  </a:lnTo>
                  <a:lnTo>
                    <a:pt x="5052426" y="1062563"/>
                  </a:lnTo>
                  <a:lnTo>
                    <a:pt x="5052613" y="1067592"/>
                  </a:lnTo>
                  <a:lnTo>
                    <a:pt x="5052799" y="1073147"/>
                  </a:lnTo>
                  <a:lnTo>
                    <a:pt x="5052986" y="1077547"/>
                  </a:lnTo>
                  <a:lnTo>
                    <a:pt x="5053173" y="1081845"/>
                  </a:lnTo>
                  <a:lnTo>
                    <a:pt x="5053360" y="1086395"/>
                  </a:lnTo>
                  <a:lnTo>
                    <a:pt x="5053547" y="1090594"/>
                  </a:lnTo>
                  <a:lnTo>
                    <a:pt x="5053734" y="1094414"/>
                  </a:lnTo>
                  <a:lnTo>
                    <a:pt x="5053921" y="1098355"/>
                  </a:lnTo>
                  <a:lnTo>
                    <a:pt x="5054108" y="1103421"/>
                  </a:lnTo>
                  <a:lnTo>
                    <a:pt x="5054295" y="1107770"/>
                  </a:lnTo>
                  <a:lnTo>
                    <a:pt x="5054482" y="1114076"/>
                  </a:lnTo>
                  <a:lnTo>
                    <a:pt x="5054669" y="1120583"/>
                  </a:lnTo>
                  <a:lnTo>
                    <a:pt x="5054856" y="1130410"/>
                  </a:lnTo>
                  <a:lnTo>
                    <a:pt x="5055043" y="1136164"/>
                  </a:lnTo>
                  <a:lnTo>
                    <a:pt x="5055229" y="1142247"/>
                  </a:lnTo>
                  <a:lnTo>
                    <a:pt x="5055416" y="1148248"/>
                  </a:lnTo>
                  <a:lnTo>
                    <a:pt x="5055603" y="1153606"/>
                  </a:lnTo>
                  <a:lnTo>
                    <a:pt x="5055790" y="1157816"/>
                  </a:lnTo>
                  <a:lnTo>
                    <a:pt x="5055977" y="1162542"/>
                  </a:lnTo>
                  <a:lnTo>
                    <a:pt x="5056164" y="1166978"/>
                  </a:lnTo>
                  <a:lnTo>
                    <a:pt x="5056351" y="1170813"/>
                  </a:lnTo>
                  <a:lnTo>
                    <a:pt x="5056538" y="1175432"/>
                  </a:lnTo>
                  <a:lnTo>
                    <a:pt x="5056725" y="1179579"/>
                  </a:lnTo>
                  <a:lnTo>
                    <a:pt x="5056912" y="1183906"/>
                  </a:lnTo>
                  <a:lnTo>
                    <a:pt x="5057099" y="1188945"/>
                  </a:lnTo>
                  <a:lnTo>
                    <a:pt x="5057286" y="1193547"/>
                  </a:lnTo>
                  <a:lnTo>
                    <a:pt x="5057473" y="1197298"/>
                  </a:lnTo>
                  <a:lnTo>
                    <a:pt x="5057659" y="1200596"/>
                  </a:lnTo>
                  <a:lnTo>
                    <a:pt x="5057846" y="1203960"/>
                  </a:lnTo>
                  <a:lnTo>
                    <a:pt x="5058033" y="1207633"/>
                  </a:lnTo>
                  <a:lnTo>
                    <a:pt x="5058220" y="1212211"/>
                  </a:lnTo>
                  <a:lnTo>
                    <a:pt x="5058407" y="1217888"/>
                  </a:lnTo>
                  <a:lnTo>
                    <a:pt x="5058594" y="1227881"/>
                  </a:lnTo>
                  <a:lnTo>
                    <a:pt x="5058781" y="1237313"/>
                  </a:lnTo>
                  <a:lnTo>
                    <a:pt x="5058968" y="1246654"/>
                  </a:lnTo>
                  <a:lnTo>
                    <a:pt x="5059155" y="1257175"/>
                  </a:lnTo>
                  <a:lnTo>
                    <a:pt x="5059342" y="1267523"/>
                  </a:lnTo>
                  <a:lnTo>
                    <a:pt x="5059529" y="1279034"/>
                  </a:lnTo>
                  <a:lnTo>
                    <a:pt x="5059716" y="1290240"/>
                  </a:lnTo>
                  <a:lnTo>
                    <a:pt x="5059902" y="1302007"/>
                  </a:lnTo>
                  <a:lnTo>
                    <a:pt x="5060089" y="1314443"/>
                  </a:lnTo>
                  <a:lnTo>
                    <a:pt x="5060276" y="1323359"/>
                  </a:lnTo>
                  <a:lnTo>
                    <a:pt x="5060463" y="1332574"/>
                  </a:lnTo>
                  <a:lnTo>
                    <a:pt x="5060650" y="1341733"/>
                  </a:lnTo>
                  <a:lnTo>
                    <a:pt x="5060837" y="1350336"/>
                  </a:lnTo>
                  <a:lnTo>
                    <a:pt x="5061024" y="1357726"/>
                  </a:lnTo>
                  <a:lnTo>
                    <a:pt x="5061211" y="1365246"/>
                  </a:lnTo>
                  <a:lnTo>
                    <a:pt x="5061398" y="1371004"/>
                  </a:lnTo>
                  <a:lnTo>
                    <a:pt x="5061585" y="1376634"/>
                  </a:lnTo>
                  <a:lnTo>
                    <a:pt x="5061772" y="1380452"/>
                  </a:lnTo>
                  <a:lnTo>
                    <a:pt x="5061959" y="1384159"/>
                  </a:lnTo>
                  <a:lnTo>
                    <a:pt x="5062146" y="1387530"/>
                  </a:lnTo>
                  <a:lnTo>
                    <a:pt x="5062332" y="1390705"/>
                  </a:lnTo>
                  <a:lnTo>
                    <a:pt x="5062519" y="1394089"/>
                  </a:lnTo>
                  <a:lnTo>
                    <a:pt x="5062706" y="1397471"/>
                  </a:lnTo>
                  <a:lnTo>
                    <a:pt x="5062893" y="1400825"/>
                  </a:lnTo>
                  <a:lnTo>
                    <a:pt x="5063080" y="1403878"/>
                  </a:lnTo>
                  <a:lnTo>
                    <a:pt x="5063267" y="1406911"/>
                  </a:lnTo>
                  <a:lnTo>
                    <a:pt x="5063454" y="1411028"/>
                  </a:lnTo>
                  <a:lnTo>
                    <a:pt x="5063641" y="1415855"/>
                  </a:lnTo>
                  <a:lnTo>
                    <a:pt x="5063828" y="1421016"/>
                  </a:lnTo>
                  <a:lnTo>
                    <a:pt x="5064015" y="1425758"/>
                  </a:lnTo>
                  <a:lnTo>
                    <a:pt x="5064202" y="1430032"/>
                  </a:lnTo>
                  <a:lnTo>
                    <a:pt x="5064389" y="1434249"/>
                  </a:lnTo>
                  <a:lnTo>
                    <a:pt x="5064576" y="1438395"/>
                  </a:lnTo>
                  <a:lnTo>
                    <a:pt x="5064762" y="1443690"/>
                  </a:lnTo>
                  <a:lnTo>
                    <a:pt x="5064949" y="1448762"/>
                  </a:lnTo>
                  <a:lnTo>
                    <a:pt x="5065136" y="1453271"/>
                  </a:lnTo>
                  <a:lnTo>
                    <a:pt x="5065323" y="1457016"/>
                  </a:lnTo>
                  <a:lnTo>
                    <a:pt x="5065510" y="1460633"/>
                  </a:lnTo>
                  <a:lnTo>
                    <a:pt x="5065697" y="1463230"/>
                  </a:lnTo>
                  <a:lnTo>
                    <a:pt x="5065884" y="1465788"/>
                  </a:lnTo>
                  <a:lnTo>
                    <a:pt x="5066071" y="1468173"/>
                  </a:lnTo>
                  <a:lnTo>
                    <a:pt x="5066258" y="1470472"/>
                  </a:lnTo>
                  <a:lnTo>
                    <a:pt x="5066445" y="1472142"/>
                  </a:lnTo>
                  <a:lnTo>
                    <a:pt x="5066632" y="1473909"/>
                  </a:lnTo>
                  <a:lnTo>
                    <a:pt x="5066819" y="1475930"/>
                  </a:lnTo>
                  <a:lnTo>
                    <a:pt x="5067005" y="1478242"/>
                  </a:lnTo>
                  <a:lnTo>
                    <a:pt x="5067192" y="1481225"/>
                  </a:lnTo>
                  <a:lnTo>
                    <a:pt x="5067379" y="1484409"/>
                  </a:lnTo>
                  <a:lnTo>
                    <a:pt x="5067566" y="1487199"/>
                  </a:lnTo>
                  <a:lnTo>
                    <a:pt x="5067753" y="1489811"/>
                  </a:lnTo>
                  <a:lnTo>
                    <a:pt x="5067940" y="1492813"/>
                  </a:lnTo>
                  <a:lnTo>
                    <a:pt x="5068127" y="1496108"/>
                  </a:lnTo>
                  <a:lnTo>
                    <a:pt x="5068314" y="1499453"/>
                  </a:lnTo>
                  <a:lnTo>
                    <a:pt x="5068501" y="1502543"/>
                  </a:lnTo>
                  <a:lnTo>
                    <a:pt x="5068688" y="1505857"/>
                  </a:lnTo>
                  <a:lnTo>
                    <a:pt x="5068875" y="1509175"/>
                  </a:lnTo>
                  <a:lnTo>
                    <a:pt x="5069062" y="1512415"/>
                  </a:lnTo>
                  <a:lnTo>
                    <a:pt x="5069249" y="1515416"/>
                  </a:lnTo>
                  <a:lnTo>
                    <a:pt x="5069435" y="1519308"/>
                  </a:lnTo>
                  <a:lnTo>
                    <a:pt x="5069622" y="1522977"/>
                  </a:lnTo>
                  <a:lnTo>
                    <a:pt x="5069809" y="1526091"/>
                  </a:lnTo>
                  <a:lnTo>
                    <a:pt x="5069996" y="1529519"/>
                  </a:lnTo>
                  <a:lnTo>
                    <a:pt x="5070183" y="1532749"/>
                  </a:lnTo>
                  <a:lnTo>
                    <a:pt x="5070370" y="1537110"/>
                  </a:lnTo>
                  <a:lnTo>
                    <a:pt x="5070557" y="1541579"/>
                  </a:lnTo>
                  <a:lnTo>
                    <a:pt x="5070744" y="1547970"/>
                  </a:lnTo>
                  <a:lnTo>
                    <a:pt x="5070931" y="1554453"/>
                  </a:lnTo>
                  <a:lnTo>
                    <a:pt x="5071118" y="1560689"/>
                  </a:lnTo>
                  <a:lnTo>
                    <a:pt x="5071305" y="1566798"/>
                  </a:lnTo>
                  <a:lnTo>
                    <a:pt x="5071492" y="1573122"/>
                  </a:lnTo>
                  <a:lnTo>
                    <a:pt x="5071678" y="1579351"/>
                  </a:lnTo>
                  <a:lnTo>
                    <a:pt x="5071865" y="1585675"/>
                  </a:lnTo>
                  <a:lnTo>
                    <a:pt x="5072052" y="1591343"/>
                  </a:lnTo>
                  <a:lnTo>
                    <a:pt x="5072239" y="1597737"/>
                  </a:lnTo>
                  <a:lnTo>
                    <a:pt x="5072426" y="1604172"/>
                  </a:lnTo>
                  <a:lnTo>
                    <a:pt x="5072613" y="1610199"/>
                  </a:lnTo>
                  <a:lnTo>
                    <a:pt x="5072800" y="1614917"/>
                  </a:lnTo>
                  <a:lnTo>
                    <a:pt x="5072987" y="1619041"/>
                  </a:lnTo>
                  <a:lnTo>
                    <a:pt x="5073174" y="1622948"/>
                  </a:lnTo>
                  <a:lnTo>
                    <a:pt x="5073361" y="1625737"/>
                  </a:lnTo>
                  <a:lnTo>
                    <a:pt x="5073548" y="1629013"/>
                  </a:lnTo>
                  <a:lnTo>
                    <a:pt x="5073735" y="1633400"/>
                  </a:lnTo>
                  <a:lnTo>
                    <a:pt x="5073922" y="1638922"/>
                  </a:lnTo>
                  <a:lnTo>
                    <a:pt x="5074108" y="1644841"/>
                  </a:lnTo>
                  <a:lnTo>
                    <a:pt x="5074295" y="1650389"/>
                  </a:lnTo>
                  <a:lnTo>
                    <a:pt x="5074482" y="1655528"/>
                  </a:lnTo>
                  <a:lnTo>
                    <a:pt x="5074669" y="1659800"/>
                  </a:lnTo>
                  <a:lnTo>
                    <a:pt x="5074856" y="1664182"/>
                  </a:lnTo>
                  <a:lnTo>
                    <a:pt x="5075043" y="1668234"/>
                  </a:lnTo>
                  <a:lnTo>
                    <a:pt x="5075230" y="1672730"/>
                  </a:lnTo>
                  <a:lnTo>
                    <a:pt x="5075417" y="1678046"/>
                  </a:lnTo>
                  <a:lnTo>
                    <a:pt x="5075604" y="1683253"/>
                  </a:lnTo>
                  <a:lnTo>
                    <a:pt x="5075791" y="1688898"/>
                  </a:lnTo>
                  <a:lnTo>
                    <a:pt x="5075978" y="1694822"/>
                  </a:lnTo>
                  <a:lnTo>
                    <a:pt x="5076165" y="1700376"/>
                  </a:lnTo>
                  <a:lnTo>
                    <a:pt x="5076352" y="1704972"/>
                  </a:lnTo>
                  <a:lnTo>
                    <a:pt x="5076538" y="1708768"/>
                  </a:lnTo>
                  <a:lnTo>
                    <a:pt x="5076725" y="1711706"/>
                  </a:lnTo>
                  <a:lnTo>
                    <a:pt x="5076912" y="1714470"/>
                  </a:lnTo>
                  <a:lnTo>
                    <a:pt x="5077099" y="1717185"/>
                  </a:lnTo>
                  <a:lnTo>
                    <a:pt x="5077286" y="1719817"/>
                  </a:lnTo>
                  <a:lnTo>
                    <a:pt x="5077473" y="1723467"/>
                  </a:lnTo>
                  <a:lnTo>
                    <a:pt x="5077660" y="1727022"/>
                  </a:lnTo>
                  <a:lnTo>
                    <a:pt x="5077847" y="1730661"/>
                  </a:lnTo>
                  <a:lnTo>
                    <a:pt x="5078034" y="1734749"/>
                  </a:lnTo>
                  <a:lnTo>
                    <a:pt x="5078221" y="1739601"/>
                  </a:lnTo>
                  <a:lnTo>
                    <a:pt x="5078408" y="1744703"/>
                  </a:lnTo>
                  <a:lnTo>
                    <a:pt x="5078595" y="1749768"/>
                  </a:lnTo>
                  <a:lnTo>
                    <a:pt x="5078781" y="1754578"/>
                  </a:lnTo>
                  <a:lnTo>
                    <a:pt x="5078968" y="1757418"/>
                  </a:lnTo>
                  <a:lnTo>
                    <a:pt x="5079155" y="1760003"/>
                  </a:lnTo>
                  <a:lnTo>
                    <a:pt x="5079342" y="1762010"/>
                  </a:lnTo>
                  <a:lnTo>
                    <a:pt x="5079529" y="1762991"/>
                  </a:lnTo>
                  <a:lnTo>
                    <a:pt x="5079716" y="1764053"/>
                  </a:lnTo>
                  <a:lnTo>
                    <a:pt x="5079903" y="1765217"/>
                  </a:lnTo>
                  <a:lnTo>
                    <a:pt x="5080090" y="1766595"/>
                  </a:lnTo>
                  <a:lnTo>
                    <a:pt x="5080277" y="1768537"/>
                  </a:lnTo>
                  <a:lnTo>
                    <a:pt x="5080464" y="1770201"/>
                  </a:lnTo>
                  <a:lnTo>
                    <a:pt x="5080651" y="1771242"/>
                  </a:lnTo>
                  <a:lnTo>
                    <a:pt x="5080838" y="1769280"/>
                  </a:lnTo>
                  <a:lnTo>
                    <a:pt x="5081025" y="1766057"/>
                  </a:lnTo>
                  <a:lnTo>
                    <a:pt x="5081211" y="1762099"/>
                  </a:lnTo>
                  <a:lnTo>
                    <a:pt x="5081398" y="1758054"/>
                  </a:lnTo>
                  <a:lnTo>
                    <a:pt x="5081585" y="1755944"/>
                  </a:lnTo>
                  <a:lnTo>
                    <a:pt x="5081772" y="1754392"/>
                  </a:lnTo>
                  <a:lnTo>
                    <a:pt x="5081959" y="1753185"/>
                  </a:lnTo>
                  <a:lnTo>
                    <a:pt x="5082146" y="1752217"/>
                  </a:lnTo>
                  <a:lnTo>
                    <a:pt x="5082333" y="1751760"/>
                  </a:lnTo>
                  <a:lnTo>
                    <a:pt x="5082520" y="1749268"/>
                  </a:lnTo>
                  <a:lnTo>
                    <a:pt x="5082707" y="1747376"/>
                  </a:lnTo>
                  <a:lnTo>
                    <a:pt x="5082894" y="1745437"/>
                  </a:lnTo>
                  <a:lnTo>
                    <a:pt x="5083081" y="1743208"/>
                  </a:lnTo>
                  <a:lnTo>
                    <a:pt x="5083268" y="1742430"/>
                  </a:lnTo>
                  <a:lnTo>
                    <a:pt x="5083455" y="1741274"/>
                  </a:lnTo>
                  <a:lnTo>
                    <a:pt x="5083641" y="1740187"/>
                  </a:lnTo>
                  <a:lnTo>
                    <a:pt x="5083828" y="1739149"/>
                  </a:lnTo>
                  <a:lnTo>
                    <a:pt x="5084015" y="1737867"/>
                  </a:lnTo>
                  <a:lnTo>
                    <a:pt x="5084202" y="1736858"/>
                  </a:lnTo>
                  <a:lnTo>
                    <a:pt x="5084389" y="1735875"/>
                  </a:lnTo>
                  <a:lnTo>
                    <a:pt x="5084576" y="1733774"/>
                  </a:lnTo>
                  <a:lnTo>
                    <a:pt x="5084763" y="1731575"/>
                  </a:lnTo>
                  <a:lnTo>
                    <a:pt x="5084950" y="1729316"/>
                  </a:lnTo>
                  <a:lnTo>
                    <a:pt x="5085137" y="1727647"/>
                  </a:lnTo>
                  <a:lnTo>
                    <a:pt x="5085324" y="1727331"/>
                  </a:lnTo>
                  <a:lnTo>
                    <a:pt x="5085511" y="1727369"/>
                  </a:lnTo>
                  <a:lnTo>
                    <a:pt x="5085698" y="1726840"/>
                  </a:lnTo>
                  <a:lnTo>
                    <a:pt x="5085884" y="1726149"/>
                  </a:lnTo>
                  <a:lnTo>
                    <a:pt x="5086071" y="1724802"/>
                  </a:lnTo>
                  <a:lnTo>
                    <a:pt x="5086258" y="1723005"/>
                  </a:lnTo>
                  <a:lnTo>
                    <a:pt x="5086445" y="1720874"/>
                  </a:lnTo>
                  <a:lnTo>
                    <a:pt x="5086632" y="1720134"/>
                  </a:lnTo>
                  <a:lnTo>
                    <a:pt x="5086819" y="1719963"/>
                  </a:lnTo>
                  <a:lnTo>
                    <a:pt x="5087006" y="1720446"/>
                  </a:lnTo>
                  <a:lnTo>
                    <a:pt x="5087193" y="1721221"/>
                  </a:lnTo>
                  <a:lnTo>
                    <a:pt x="5087380" y="1722123"/>
                  </a:lnTo>
                  <a:lnTo>
                    <a:pt x="5087567" y="1723323"/>
                  </a:lnTo>
                  <a:lnTo>
                    <a:pt x="5087754" y="1724439"/>
                  </a:lnTo>
                  <a:lnTo>
                    <a:pt x="5087941" y="1724746"/>
                  </a:lnTo>
                  <a:lnTo>
                    <a:pt x="5088128" y="1724608"/>
                  </a:lnTo>
                  <a:lnTo>
                    <a:pt x="5088314" y="1724353"/>
                  </a:lnTo>
                  <a:lnTo>
                    <a:pt x="5088501" y="1724207"/>
                  </a:lnTo>
                  <a:lnTo>
                    <a:pt x="5088688" y="1723896"/>
                  </a:lnTo>
                  <a:lnTo>
                    <a:pt x="5088875" y="1724210"/>
                  </a:lnTo>
                  <a:lnTo>
                    <a:pt x="5089062" y="1725018"/>
                  </a:lnTo>
                  <a:lnTo>
                    <a:pt x="5089249" y="1725099"/>
                  </a:lnTo>
                  <a:lnTo>
                    <a:pt x="5089436" y="1725208"/>
                  </a:lnTo>
                  <a:lnTo>
                    <a:pt x="5089623" y="1724685"/>
                  </a:lnTo>
                  <a:lnTo>
                    <a:pt x="5089810" y="1724210"/>
                  </a:lnTo>
                  <a:lnTo>
                    <a:pt x="5089997" y="1722298"/>
                  </a:lnTo>
                  <a:lnTo>
                    <a:pt x="5090184" y="1720386"/>
                  </a:lnTo>
                  <a:lnTo>
                    <a:pt x="5090371" y="1718708"/>
                  </a:lnTo>
                  <a:lnTo>
                    <a:pt x="5090557" y="1715802"/>
                  </a:lnTo>
                  <a:lnTo>
                    <a:pt x="5090744" y="1714743"/>
                  </a:lnTo>
                  <a:lnTo>
                    <a:pt x="5090931" y="1714255"/>
                  </a:lnTo>
                  <a:lnTo>
                    <a:pt x="5091118" y="1713691"/>
                  </a:lnTo>
                  <a:lnTo>
                    <a:pt x="5091305" y="1712268"/>
                  </a:lnTo>
                  <a:lnTo>
                    <a:pt x="5091492" y="1710823"/>
                  </a:lnTo>
                  <a:lnTo>
                    <a:pt x="5091679" y="1709557"/>
                  </a:lnTo>
                  <a:lnTo>
                    <a:pt x="5091866" y="1708307"/>
                  </a:lnTo>
                  <a:lnTo>
                    <a:pt x="5092053" y="1706851"/>
                  </a:lnTo>
                  <a:lnTo>
                    <a:pt x="5092240" y="1705306"/>
                  </a:lnTo>
                  <a:lnTo>
                    <a:pt x="5092427" y="1705595"/>
                  </a:lnTo>
                  <a:lnTo>
                    <a:pt x="5092614" y="1706148"/>
                  </a:lnTo>
                  <a:lnTo>
                    <a:pt x="5092801" y="1707109"/>
                  </a:lnTo>
                  <a:lnTo>
                    <a:pt x="5092987" y="1708288"/>
                  </a:lnTo>
                  <a:lnTo>
                    <a:pt x="5093174" y="1709981"/>
                  </a:lnTo>
                  <a:lnTo>
                    <a:pt x="5093361" y="1711098"/>
                  </a:lnTo>
                  <a:lnTo>
                    <a:pt x="5093548" y="1711687"/>
                  </a:lnTo>
                  <a:lnTo>
                    <a:pt x="5093735" y="1712307"/>
                  </a:lnTo>
                  <a:lnTo>
                    <a:pt x="5093922" y="1713303"/>
                  </a:lnTo>
                  <a:lnTo>
                    <a:pt x="5094109" y="1715623"/>
                  </a:lnTo>
                  <a:lnTo>
                    <a:pt x="5094296" y="1717108"/>
                  </a:lnTo>
                  <a:lnTo>
                    <a:pt x="5094483" y="1717999"/>
                  </a:lnTo>
                  <a:lnTo>
                    <a:pt x="5094670" y="1719097"/>
                  </a:lnTo>
                  <a:lnTo>
                    <a:pt x="5094857" y="1720343"/>
                  </a:lnTo>
                  <a:lnTo>
                    <a:pt x="5095044" y="1721283"/>
                  </a:lnTo>
                  <a:lnTo>
                    <a:pt x="5095231" y="1722051"/>
                  </a:lnTo>
                  <a:lnTo>
                    <a:pt x="5095417" y="1722191"/>
                  </a:lnTo>
                  <a:lnTo>
                    <a:pt x="5095604" y="1721424"/>
                  </a:lnTo>
                  <a:lnTo>
                    <a:pt x="5095791" y="1720499"/>
                  </a:lnTo>
                  <a:lnTo>
                    <a:pt x="5095978" y="1720862"/>
                  </a:lnTo>
                  <a:lnTo>
                    <a:pt x="5096165" y="1721952"/>
                  </a:lnTo>
                  <a:lnTo>
                    <a:pt x="5096352" y="1723858"/>
                  </a:lnTo>
                  <a:lnTo>
                    <a:pt x="5096539" y="1725302"/>
                  </a:lnTo>
                  <a:lnTo>
                    <a:pt x="5096726" y="1727002"/>
                  </a:lnTo>
                  <a:lnTo>
                    <a:pt x="5096913" y="1727901"/>
                  </a:lnTo>
                  <a:lnTo>
                    <a:pt x="5097100" y="1728149"/>
                  </a:lnTo>
                  <a:lnTo>
                    <a:pt x="5097287" y="1728380"/>
                  </a:lnTo>
                  <a:lnTo>
                    <a:pt x="5097474" y="1728306"/>
                  </a:lnTo>
                  <a:lnTo>
                    <a:pt x="5097660" y="1728091"/>
                  </a:lnTo>
                  <a:lnTo>
                    <a:pt x="5097847" y="1728231"/>
                  </a:lnTo>
                  <a:lnTo>
                    <a:pt x="5098034" y="1728099"/>
                  </a:lnTo>
                  <a:lnTo>
                    <a:pt x="5098221" y="1728471"/>
                  </a:lnTo>
                  <a:lnTo>
                    <a:pt x="5098408" y="1729964"/>
                  </a:lnTo>
                  <a:lnTo>
                    <a:pt x="5098595" y="1731738"/>
                  </a:lnTo>
                  <a:lnTo>
                    <a:pt x="5098782" y="1733001"/>
                  </a:lnTo>
                  <a:lnTo>
                    <a:pt x="5098969" y="1734148"/>
                  </a:lnTo>
                  <a:lnTo>
                    <a:pt x="5099156" y="1735320"/>
                  </a:lnTo>
                  <a:lnTo>
                    <a:pt x="5099343" y="1736797"/>
                  </a:lnTo>
                  <a:lnTo>
                    <a:pt x="5099530" y="1737985"/>
                  </a:lnTo>
                  <a:lnTo>
                    <a:pt x="5099717" y="1738901"/>
                  </a:lnTo>
                  <a:lnTo>
                    <a:pt x="5099904" y="1740287"/>
                  </a:lnTo>
                  <a:lnTo>
                    <a:pt x="5100090" y="1741740"/>
                  </a:lnTo>
                  <a:lnTo>
                    <a:pt x="5100277" y="1743184"/>
                  </a:lnTo>
                  <a:lnTo>
                    <a:pt x="5100464" y="1744653"/>
                  </a:lnTo>
                  <a:lnTo>
                    <a:pt x="5100651" y="1745940"/>
                  </a:lnTo>
                  <a:lnTo>
                    <a:pt x="5100838" y="1746922"/>
                  </a:lnTo>
                  <a:lnTo>
                    <a:pt x="5101025" y="1746955"/>
                  </a:lnTo>
                  <a:lnTo>
                    <a:pt x="5101212" y="1746460"/>
                  </a:lnTo>
                  <a:lnTo>
                    <a:pt x="5101399" y="1745659"/>
                  </a:lnTo>
                  <a:lnTo>
                    <a:pt x="5101586" y="1744842"/>
                  </a:lnTo>
                  <a:lnTo>
                    <a:pt x="5101773" y="1743836"/>
                  </a:lnTo>
                  <a:lnTo>
                    <a:pt x="5101960" y="1742664"/>
                  </a:lnTo>
                  <a:lnTo>
                    <a:pt x="5102147" y="1740791"/>
                  </a:lnTo>
                  <a:lnTo>
                    <a:pt x="5102334" y="1738752"/>
                  </a:lnTo>
                  <a:lnTo>
                    <a:pt x="5102520" y="1736921"/>
                  </a:lnTo>
                  <a:lnTo>
                    <a:pt x="5102707" y="1734750"/>
                  </a:lnTo>
                  <a:lnTo>
                    <a:pt x="5102894" y="1732258"/>
                  </a:lnTo>
                  <a:lnTo>
                    <a:pt x="5103081" y="1729593"/>
                  </a:lnTo>
                  <a:lnTo>
                    <a:pt x="5103268" y="1726276"/>
                  </a:lnTo>
                  <a:lnTo>
                    <a:pt x="5103455" y="1722703"/>
                  </a:lnTo>
                  <a:lnTo>
                    <a:pt x="5103642" y="1719328"/>
                  </a:lnTo>
                  <a:lnTo>
                    <a:pt x="5103829" y="1716448"/>
                  </a:lnTo>
                  <a:lnTo>
                    <a:pt x="5104016" y="1713147"/>
                  </a:lnTo>
                  <a:lnTo>
                    <a:pt x="5104203" y="1709343"/>
                  </a:lnTo>
                  <a:lnTo>
                    <a:pt x="5104390" y="1705357"/>
                  </a:lnTo>
                  <a:lnTo>
                    <a:pt x="5104577" y="1701091"/>
                  </a:lnTo>
                  <a:lnTo>
                    <a:pt x="5104763" y="1696841"/>
                  </a:lnTo>
                  <a:lnTo>
                    <a:pt x="5104950" y="1693260"/>
                  </a:lnTo>
                  <a:lnTo>
                    <a:pt x="5105137" y="1689885"/>
                  </a:lnTo>
                  <a:lnTo>
                    <a:pt x="5105324" y="1686477"/>
                  </a:lnTo>
                  <a:lnTo>
                    <a:pt x="5105511" y="1683102"/>
                  </a:lnTo>
                  <a:lnTo>
                    <a:pt x="5105698" y="1679587"/>
                  </a:lnTo>
                  <a:lnTo>
                    <a:pt x="5105885" y="1675906"/>
                  </a:lnTo>
                  <a:lnTo>
                    <a:pt x="5106072" y="1672474"/>
                  </a:lnTo>
                  <a:lnTo>
                    <a:pt x="5106259" y="1669272"/>
                  </a:lnTo>
                  <a:lnTo>
                    <a:pt x="5106446" y="1665732"/>
                  </a:lnTo>
                  <a:lnTo>
                    <a:pt x="5106633" y="1661804"/>
                  </a:lnTo>
                  <a:lnTo>
                    <a:pt x="5106820" y="1658008"/>
                  </a:lnTo>
                  <a:lnTo>
                    <a:pt x="5107007" y="1654138"/>
                  </a:lnTo>
                  <a:lnTo>
                    <a:pt x="5107193" y="1649888"/>
                  </a:lnTo>
                  <a:lnTo>
                    <a:pt x="5107380" y="1645358"/>
                  </a:lnTo>
                  <a:lnTo>
                    <a:pt x="5107567" y="1640803"/>
                  </a:lnTo>
                  <a:lnTo>
                    <a:pt x="5107754" y="1635977"/>
                  </a:lnTo>
                  <a:lnTo>
                    <a:pt x="5107941" y="1631361"/>
                  </a:lnTo>
                  <a:lnTo>
                    <a:pt x="5108128" y="1626440"/>
                  </a:lnTo>
                  <a:lnTo>
                    <a:pt x="5108315" y="1621648"/>
                  </a:lnTo>
                  <a:lnTo>
                    <a:pt x="5108502" y="1617285"/>
                  </a:lnTo>
                  <a:lnTo>
                    <a:pt x="5108689" y="1612744"/>
                  </a:lnTo>
                  <a:lnTo>
                    <a:pt x="5108876" y="1607617"/>
                  </a:lnTo>
                  <a:lnTo>
                    <a:pt x="5109063" y="1602386"/>
                  </a:lnTo>
                  <a:lnTo>
                    <a:pt x="5109250" y="1597894"/>
                  </a:lnTo>
                  <a:lnTo>
                    <a:pt x="5109436" y="1594686"/>
                  </a:lnTo>
                  <a:lnTo>
                    <a:pt x="5109623" y="1591699"/>
                  </a:lnTo>
                  <a:lnTo>
                    <a:pt x="5109810" y="1589794"/>
                  </a:lnTo>
                  <a:lnTo>
                    <a:pt x="5109997" y="1588438"/>
                  </a:lnTo>
                  <a:lnTo>
                    <a:pt x="5110184" y="1587780"/>
                  </a:lnTo>
                  <a:lnTo>
                    <a:pt x="5110371" y="1587072"/>
                  </a:lnTo>
                  <a:lnTo>
                    <a:pt x="5110558" y="1586036"/>
                  </a:lnTo>
                  <a:lnTo>
                    <a:pt x="5110745" y="1586095"/>
                  </a:lnTo>
                  <a:lnTo>
                    <a:pt x="5110932" y="1586532"/>
                  </a:lnTo>
                  <a:lnTo>
                    <a:pt x="5111119" y="1586857"/>
                  </a:lnTo>
                  <a:lnTo>
                    <a:pt x="5111306" y="1587235"/>
                  </a:lnTo>
                  <a:lnTo>
                    <a:pt x="5111493" y="1588157"/>
                  </a:lnTo>
                  <a:lnTo>
                    <a:pt x="5111680" y="1589895"/>
                  </a:lnTo>
                  <a:lnTo>
                    <a:pt x="5111866" y="1592042"/>
                  </a:lnTo>
                  <a:lnTo>
                    <a:pt x="5112053" y="1593646"/>
                  </a:lnTo>
                  <a:lnTo>
                    <a:pt x="5112240" y="1594190"/>
                  </a:lnTo>
                  <a:lnTo>
                    <a:pt x="5112427" y="1593777"/>
                  </a:lnTo>
                  <a:lnTo>
                    <a:pt x="5112614" y="1592433"/>
                  </a:lnTo>
                  <a:lnTo>
                    <a:pt x="5112801" y="1590739"/>
                  </a:lnTo>
                  <a:lnTo>
                    <a:pt x="5112988" y="1589634"/>
                  </a:lnTo>
                  <a:lnTo>
                    <a:pt x="5113175" y="1588206"/>
                  </a:lnTo>
                  <a:lnTo>
                    <a:pt x="5113362" y="1586292"/>
                  </a:lnTo>
                  <a:lnTo>
                    <a:pt x="5113549" y="1583106"/>
                  </a:lnTo>
                  <a:lnTo>
                    <a:pt x="5113736" y="1579591"/>
                  </a:lnTo>
                  <a:lnTo>
                    <a:pt x="5113923" y="1576282"/>
                  </a:lnTo>
                  <a:lnTo>
                    <a:pt x="5114110" y="1572651"/>
                  </a:lnTo>
                  <a:lnTo>
                    <a:pt x="5114296" y="1568839"/>
                  </a:lnTo>
                  <a:lnTo>
                    <a:pt x="5114483" y="1564952"/>
                  </a:lnTo>
                  <a:lnTo>
                    <a:pt x="5114670" y="1560950"/>
                  </a:lnTo>
                  <a:lnTo>
                    <a:pt x="5114857" y="1556549"/>
                  </a:lnTo>
                  <a:lnTo>
                    <a:pt x="5115044" y="1552285"/>
                  </a:lnTo>
                  <a:lnTo>
                    <a:pt x="5115231" y="1547788"/>
                  </a:lnTo>
                  <a:lnTo>
                    <a:pt x="5115418" y="1542924"/>
                  </a:lnTo>
                  <a:lnTo>
                    <a:pt x="5115605" y="1538055"/>
                  </a:lnTo>
                  <a:lnTo>
                    <a:pt x="5115792" y="1533061"/>
                  </a:lnTo>
                  <a:lnTo>
                    <a:pt x="5115979" y="1527715"/>
                  </a:lnTo>
                  <a:lnTo>
                    <a:pt x="5116166" y="1522657"/>
                  </a:lnTo>
                  <a:lnTo>
                    <a:pt x="5116353" y="1518834"/>
                  </a:lnTo>
                  <a:lnTo>
                    <a:pt x="5116539" y="1515437"/>
                  </a:lnTo>
                  <a:lnTo>
                    <a:pt x="5116726" y="1512409"/>
                  </a:lnTo>
                  <a:lnTo>
                    <a:pt x="5116913" y="1509920"/>
                  </a:lnTo>
                  <a:lnTo>
                    <a:pt x="5117100" y="1507367"/>
                  </a:lnTo>
                  <a:lnTo>
                    <a:pt x="5117287" y="1504761"/>
                  </a:lnTo>
                  <a:lnTo>
                    <a:pt x="5117474" y="1501864"/>
                  </a:lnTo>
                  <a:lnTo>
                    <a:pt x="5117661" y="1498387"/>
                  </a:lnTo>
                  <a:lnTo>
                    <a:pt x="5117848" y="1494840"/>
                  </a:lnTo>
                  <a:lnTo>
                    <a:pt x="5118035" y="1492265"/>
                  </a:lnTo>
                  <a:lnTo>
                    <a:pt x="5118222" y="1493008"/>
                  </a:lnTo>
                  <a:lnTo>
                    <a:pt x="5118409" y="1494378"/>
                  </a:lnTo>
                  <a:lnTo>
                    <a:pt x="5118596" y="1496515"/>
                  </a:lnTo>
                  <a:lnTo>
                    <a:pt x="5118783" y="1499519"/>
                  </a:lnTo>
                  <a:lnTo>
                    <a:pt x="5118969" y="1501129"/>
                  </a:lnTo>
                  <a:lnTo>
                    <a:pt x="5119156" y="1502619"/>
                  </a:lnTo>
                  <a:lnTo>
                    <a:pt x="5119343" y="1504077"/>
                  </a:lnTo>
                  <a:lnTo>
                    <a:pt x="5119530" y="1505335"/>
                  </a:lnTo>
                  <a:lnTo>
                    <a:pt x="5119717" y="1506124"/>
                  </a:lnTo>
                  <a:lnTo>
                    <a:pt x="5119904" y="1507735"/>
                  </a:lnTo>
                  <a:lnTo>
                    <a:pt x="5120091" y="1509059"/>
                  </a:lnTo>
                  <a:lnTo>
                    <a:pt x="5120278" y="1510915"/>
                  </a:lnTo>
                  <a:lnTo>
                    <a:pt x="5120465" y="1513554"/>
                  </a:lnTo>
                  <a:lnTo>
                    <a:pt x="5120652" y="1516423"/>
                  </a:lnTo>
                  <a:lnTo>
                    <a:pt x="5120839" y="1519202"/>
                  </a:lnTo>
                  <a:lnTo>
                    <a:pt x="5121026" y="1521648"/>
                  </a:lnTo>
                  <a:lnTo>
                    <a:pt x="5121213" y="1524343"/>
                  </a:lnTo>
                  <a:lnTo>
                    <a:pt x="5121399" y="1527204"/>
                  </a:lnTo>
                  <a:lnTo>
                    <a:pt x="5121586" y="1529648"/>
                  </a:lnTo>
                  <a:lnTo>
                    <a:pt x="5121773" y="1531740"/>
                  </a:lnTo>
                  <a:lnTo>
                    <a:pt x="5121960" y="1534489"/>
                  </a:lnTo>
                  <a:lnTo>
                    <a:pt x="5122147" y="1537537"/>
                  </a:lnTo>
                  <a:lnTo>
                    <a:pt x="5122334" y="1540280"/>
                  </a:lnTo>
                  <a:lnTo>
                    <a:pt x="5122521" y="1542971"/>
                  </a:lnTo>
                  <a:lnTo>
                    <a:pt x="5122708" y="1544904"/>
                  </a:lnTo>
                  <a:lnTo>
                    <a:pt x="5122895" y="1546081"/>
                  </a:lnTo>
                  <a:lnTo>
                    <a:pt x="5123082" y="1548065"/>
                  </a:lnTo>
                  <a:lnTo>
                    <a:pt x="5123269" y="1549748"/>
                  </a:lnTo>
                  <a:lnTo>
                    <a:pt x="5123456" y="1551551"/>
                  </a:lnTo>
                  <a:lnTo>
                    <a:pt x="5123642" y="1553018"/>
                  </a:lnTo>
                  <a:lnTo>
                    <a:pt x="5123829" y="1555384"/>
                  </a:lnTo>
                  <a:lnTo>
                    <a:pt x="5124016" y="1557529"/>
                  </a:lnTo>
                  <a:lnTo>
                    <a:pt x="5124203" y="1558575"/>
                  </a:lnTo>
                  <a:lnTo>
                    <a:pt x="5124390" y="1558964"/>
                  </a:lnTo>
                  <a:lnTo>
                    <a:pt x="5124577" y="1559083"/>
                  </a:lnTo>
                  <a:lnTo>
                    <a:pt x="5124764" y="1559383"/>
                  </a:lnTo>
                  <a:lnTo>
                    <a:pt x="5124951" y="1559634"/>
                  </a:lnTo>
                  <a:lnTo>
                    <a:pt x="5125138" y="1560085"/>
                  </a:lnTo>
                  <a:lnTo>
                    <a:pt x="5125325" y="1560723"/>
                  </a:lnTo>
                  <a:lnTo>
                    <a:pt x="5125512" y="1560338"/>
                  </a:lnTo>
                  <a:lnTo>
                    <a:pt x="5125699" y="1560038"/>
                  </a:lnTo>
                  <a:lnTo>
                    <a:pt x="5125886" y="1559647"/>
                  </a:lnTo>
                  <a:lnTo>
                    <a:pt x="5126072" y="1559665"/>
                  </a:lnTo>
                  <a:lnTo>
                    <a:pt x="5126259" y="1559533"/>
                  </a:lnTo>
                  <a:lnTo>
                    <a:pt x="5126446" y="1559220"/>
                  </a:lnTo>
                  <a:lnTo>
                    <a:pt x="5126633" y="1558345"/>
                  </a:lnTo>
                  <a:lnTo>
                    <a:pt x="5126820" y="1557352"/>
                  </a:lnTo>
                  <a:lnTo>
                    <a:pt x="5127007" y="1555790"/>
                  </a:lnTo>
                  <a:lnTo>
                    <a:pt x="5127194" y="1553853"/>
                  </a:lnTo>
                  <a:lnTo>
                    <a:pt x="5127381" y="1552424"/>
                  </a:lnTo>
                  <a:lnTo>
                    <a:pt x="5127568" y="1550483"/>
                  </a:lnTo>
                  <a:lnTo>
                    <a:pt x="5127755" y="1548652"/>
                  </a:lnTo>
                  <a:lnTo>
                    <a:pt x="5127942" y="1548486"/>
                  </a:lnTo>
                  <a:lnTo>
                    <a:pt x="5128129" y="1546521"/>
                  </a:lnTo>
                  <a:lnTo>
                    <a:pt x="5128315" y="1544561"/>
                  </a:lnTo>
                  <a:lnTo>
                    <a:pt x="5128502" y="1542389"/>
                  </a:lnTo>
                  <a:lnTo>
                    <a:pt x="5128689" y="1540800"/>
                  </a:lnTo>
                  <a:lnTo>
                    <a:pt x="5128876" y="1538783"/>
                  </a:lnTo>
                  <a:lnTo>
                    <a:pt x="5129063" y="1536808"/>
                  </a:lnTo>
                  <a:lnTo>
                    <a:pt x="5129250" y="1534874"/>
                  </a:lnTo>
                  <a:lnTo>
                    <a:pt x="5129437" y="1533028"/>
                  </a:lnTo>
                  <a:lnTo>
                    <a:pt x="5129624" y="1531240"/>
                  </a:lnTo>
                  <a:lnTo>
                    <a:pt x="5129811" y="1529093"/>
                  </a:lnTo>
                  <a:lnTo>
                    <a:pt x="5129998" y="1527339"/>
                  </a:lnTo>
                  <a:lnTo>
                    <a:pt x="5130185" y="1525175"/>
                  </a:lnTo>
                  <a:lnTo>
                    <a:pt x="5130372" y="1523477"/>
                  </a:lnTo>
                  <a:lnTo>
                    <a:pt x="5130559" y="1522865"/>
                  </a:lnTo>
                  <a:lnTo>
                    <a:pt x="5130745" y="1522920"/>
                  </a:lnTo>
                  <a:lnTo>
                    <a:pt x="5130932" y="1523717"/>
                  </a:lnTo>
                  <a:lnTo>
                    <a:pt x="5131119" y="1525019"/>
                  </a:lnTo>
                  <a:lnTo>
                    <a:pt x="5131306" y="1526738"/>
                  </a:lnTo>
                  <a:lnTo>
                    <a:pt x="5131493" y="1528231"/>
                  </a:lnTo>
                  <a:lnTo>
                    <a:pt x="5131680" y="1532337"/>
                  </a:lnTo>
                  <a:lnTo>
                    <a:pt x="5131867" y="1536760"/>
                  </a:lnTo>
                  <a:lnTo>
                    <a:pt x="5132054" y="1541610"/>
                  </a:lnTo>
                  <a:lnTo>
                    <a:pt x="5132241" y="1546922"/>
                  </a:lnTo>
                  <a:lnTo>
                    <a:pt x="5132428" y="1552747"/>
                  </a:lnTo>
                  <a:lnTo>
                    <a:pt x="5132615" y="1559105"/>
                  </a:lnTo>
                  <a:lnTo>
                    <a:pt x="5132802" y="1566303"/>
                  </a:lnTo>
                  <a:lnTo>
                    <a:pt x="5132989" y="1574323"/>
                  </a:lnTo>
                  <a:lnTo>
                    <a:pt x="5133175" y="1581999"/>
                  </a:lnTo>
                  <a:lnTo>
                    <a:pt x="5133362" y="1588396"/>
                  </a:lnTo>
                  <a:lnTo>
                    <a:pt x="5133549" y="1593955"/>
                  </a:lnTo>
                  <a:lnTo>
                    <a:pt x="5133736" y="1598762"/>
                  </a:lnTo>
                  <a:lnTo>
                    <a:pt x="5133923" y="1603479"/>
                  </a:lnTo>
                  <a:lnTo>
                    <a:pt x="5134110" y="1608008"/>
                  </a:lnTo>
                  <a:lnTo>
                    <a:pt x="5134297" y="1612680"/>
                  </a:lnTo>
                  <a:lnTo>
                    <a:pt x="5134484" y="1617778"/>
                  </a:lnTo>
                  <a:lnTo>
                    <a:pt x="5134671" y="1622884"/>
                  </a:lnTo>
                  <a:lnTo>
                    <a:pt x="5134858" y="1627439"/>
                  </a:lnTo>
                  <a:lnTo>
                    <a:pt x="5135045" y="1631482"/>
                  </a:lnTo>
                  <a:lnTo>
                    <a:pt x="5135232" y="1634172"/>
                  </a:lnTo>
                  <a:lnTo>
                    <a:pt x="5135418" y="1636392"/>
                  </a:lnTo>
                  <a:lnTo>
                    <a:pt x="5135605" y="1637819"/>
                  </a:lnTo>
                  <a:lnTo>
                    <a:pt x="5135792" y="1638306"/>
                  </a:lnTo>
                  <a:lnTo>
                    <a:pt x="5135979" y="1638867"/>
                  </a:lnTo>
                  <a:lnTo>
                    <a:pt x="5136166" y="1639709"/>
                  </a:lnTo>
                  <a:lnTo>
                    <a:pt x="5136353" y="1640699"/>
                  </a:lnTo>
                  <a:lnTo>
                    <a:pt x="5136540" y="1641393"/>
                  </a:lnTo>
                  <a:lnTo>
                    <a:pt x="5136727" y="1641714"/>
                  </a:lnTo>
                  <a:lnTo>
                    <a:pt x="5136914" y="1641912"/>
                  </a:lnTo>
                  <a:lnTo>
                    <a:pt x="5137101" y="1642011"/>
                  </a:lnTo>
                  <a:lnTo>
                    <a:pt x="5137288" y="1641112"/>
                  </a:lnTo>
                  <a:lnTo>
                    <a:pt x="5137475" y="1639577"/>
                  </a:lnTo>
                  <a:lnTo>
                    <a:pt x="5137662" y="1637852"/>
                  </a:lnTo>
                  <a:lnTo>
                    <a:pt x="5137848" y="1635897"/>
                  </a:lnTo>
                  <a:lnTo>
                    <a:pt x="5138035" y="1634131"/>
                  </a:lnTo>
                  <a:lnTo>
                    <a:pt x="5138222" y="1632596"/>
                  </a:lnTo>
                  <a:lnTo>
                    <a:pt x="5138409" y="1631837"/>
                  </a:lnTo>
                  <a:lnTo>
                    <a:pt x="5138596" y="1631177"/>
                  </a:lnTo>
                  <a:lnTo>
                    <a:pt x="5138783" y="1630739"/>
                  </a:lnTo>
                  <a:lnTo>
                    <a:pt x="5138970" y="1630195"/>
                  </a:lnTo>
                  <a:lnTo>
                    <a:pt x="5139157" y="1629394"/>
                  </a:lnTo>
                  <a:lnTo>
                    <a:pt x="5139344" y="1628099"/>
                  </a:lnTo>
                  <a:lnTo>
                    <a:pt x="5139531" y="1627257"/>
                  </a:lnTo>
                  <a:lnTo>
                    <a:pt x="5139718" y="1626605"/>
                  </a:lnTo>
                  <a:lnTo>
                    <a:pt x="5139905" y="1625978"/>
                  </a:lnTo>
                  <a:lnTo>
                    <a:pt x="5140092" y="1626127"/>
                  </a:lnTo>
                  <a:lnTo>
                    <a:pt x="5140278" y="1626812"/>
                  </a:lnTo>
                  <a:lnTo>
                    <a:pt x="5140465" y="1627472"/>
                  </a:lnTo>
                  <a:lnTo>
                    <a:pt x="5140652" y="1628759"/>
                  </a:lnTo>
                  <a:lnTo>
                    <a:pt x="5140839" y="1630715"/>
                  </a:lnTo>
                  <a:lnTo>
                    <a:pt x="5141026" y="1632489"/>
                  </a:lnTo>
                  <a:lnTo>
                    <a:pt x="5141213" y="1633669"/>
                  </a:lnTo>
                  <a:lnTo>
                    <a:pt x="5141400" y="1635369"/>
                  </a:lnTo>
                  <a:lnTo>
                    <a:pt x="5141587" y="1637333"/>
                  </a:lnTo>
                  <a:lnTo>
                    <a:pt x="5141774" y="1639264"/>
                  </a:lnTo>
                  <a:lnTo>
                    <a:pt x="5141961" y="1641615"/>
                  </a:lnTo>
                  <a:lnTo>
                    <a:pt x="5142148" y="1644545"/>
                  </a:lnTo>
                  <a:lnTo>
                    <a:pt x="5142335" y="1646756"/>
                  </a:lnTo>
                  <a:lnTo>
                    <a:pt x="5142521" y="1648695"/>
                  </a:lnTo>
                  <a:lnTo>
                    <a:pt x="5142708" y="1650296"/>
                  </a:lnTo>
                  <a:lnTo>
                    <a:pt x="5142895" y="1651625"/>
                  </a:lnTo>
                  <a:lnTo>
                    <a:pt x="5143082" y="1652772"/>
                  </a:lnTo>
                  <a:lnTo>
                    <a:pt x="5143269" y="1654406"/>
                  </a:lnTo>
                  <a:lnTo>
                    <a:pt x="5143456" y="1656155"/>
                  </a:lnTo>
                  <a:lnTo>
                    <a:pt x="5143643" y="1657929"/>
                  </a:lnTo>
                  <a:lnTo>
                    <a:pt x="5143830" y="1660264"/>
                  </a:lnTo>
                  <a:lnTo>
                    <a:pt x="5144017" y="1663120"/>
                  </a:lnTo>
                  <a:lnTo>
                    <a:pt x="5144204" y="1665933"/>
                  </a:lnTo>
                  <a:lnTo>
                    <a:pt x="5144391" y="1668574"/>
                  </a:lnTo>
                  <a:lnTo>
                    <a:pt x="5144578" y="1672382"/>
                  </a:lnTo>
                  <a:lnTo>
                    <a:pt x="5144765" y="1676447"/>
                  </a:lnTo>
                  <a:lnTo>
                    <a:pt x="5144951" y="1680249"/>
                  </a:lnTo>
                  <a:lnTo>
                    <a:pt x="5145138" y="1684116"/>
                  </a:lnTo>
                  <a:lnTo>
                    <a:pt x="5145325" y="1687999"/>
                  </a:lnTo>
                  <a:lnTo>
                    <a:pt x="5145512" y="1692529"/>
                  </a:lnTo>
                  <a:lnTo>
                    <a:pt x="5145699" y="1697015"/>
                  </a:lnTo>
                  <a:lnTo>
                    <a:pt x="5145886" y="1701293"/>
                  </a:lnTo>
                  <a:lnTo>
                    <a:pt x="5146073" y="1705660"/>
                  </a:lnTo>
                  <a:lnTo>
                    <a:pt x="5146260" y="1710481"/>
                  </a:lnTo>
                  <a:lnTo>
                    <a:pt x="5146447" y="1715351"/>
                  </a:lnTo>
                  <a:lnTo>
                    <a:pt x="5146634" y="1719615"/>
                  </a:lnTo>
                  <a:lnTo>
                    <a:pt x="5146821" y="1723292"/>
                  </a:lnTo>
                  <a:lnTo>
                    <a:pt x="5147008" y="1726734"/>
                  </a:lnTo>
                  <a:lnTo>
                    <a:pt x="5147194" y="1729627"/>
                  </a:lnTo>
                  <a:lnTo>
                    <a:pt x="5147381" y="1732442"/>
                  </a:lnTo>
                  <a:lnTo>
                    <a:pt x="5147568" y="1735151"/>
                  </a:lnTo>
                  <a:lnTo>
                    <a:pt x="5147755" y="1738614"/>
                  </a:lnTo>
                  <a:lnTo>
                    <a:pt x="5147942" y="1742179"/>
                  </a:lnTo>
                  <a:lnTo>
                    <a:pt x="5148129" y="1745743"/>
                  </a:lnTo>
                  <a:lnTo>
                    <a:pt x="5148316" y="1748500"/>
                  </a:lnTo>
                  <a:lnTo>
                    <a:pt x="5148503" y="1751190"/>
                  </a:lnTo>
                  <a:lnTo>
                    <a:pt x="5148690" y="1753574"/>
                  </a:lnTo>
                  <a:lnTo>
                    <a:pt x="5148877" y="1755687"/>
                  </a:lnTo>
                  <a:lnTo>
                    <a:pt x="5149064" y="1757205"/>
                  </a:lnTo>
                  <a:lnTo>
                    <a:pt x="5149251" y="1758460"/>
                  </a:lnTo>
                  <a:lnTo>
                    <a:pt x="5149438" y="1760448"/>
                  </a:lnTo>
                  <a:lnTo>
                    <a:pt x="5149624" y="1763155"/>
                  </a:lnTo>
                  <a:lnTo>
                    <a:pt x="5149811" y="1766307"/>
                  </a:lnTo>
                  <a:lnTo>
                    <a:pt x="5149998" y="1769649"/>
                  </a:lnTo>
                  <a:lnTo>
                    <a:pt x="5150185" y="1772966"/>
                  </a:lnTo>
                  <a:lnTo>
                    <a:pt x="5150372" y="1776259"/>
                  </a:lnTo>
                  <a:lnTo>
                    <a:pt x="5150559" y="1779419"/>
                  </a:lnTo>
                  <a:lnTo>
                    <a:pt x="5150746" y="1782588"/>
                  </a:lnTo>
                  <a:lnTo>
                    <a:pt x="5150933" y="1786532"/>
                  </a:lnTo>
                  <a:lnTo>
                    <a:pt x="5151120" y="1790749"/>
                  </a:lnTo>
                  <a:lnTo>
                    <a:pt x="5151307" y="1794858"/>
                  </a:lnTo>
                  <a:lnTo>
                    <a:pt x="5151494" y="1799496"/>
                  </a:lnTo>
                  <a:lnTo>
                    <a:pt x="5151681" y="1804150"/>
                  </a:lnTo>
                  <a:lnTo>
                    <a:pt x="5151868" y="1808565"/>
                  </a:lnTo>
                  <a:lnTo>
                    <a:pt x="5152054" y="1813227"/>
                  </a:lnTo>
                  <a:lnTo>
                    <a:pt x="5152241" y="1817394"/>
                  </a:lnTo>
                  <a:lnTo>
                    <a:pt x="5152428" y="1821281"/>
                  </a:lnTo>
                  <a:lnTo>
                    <a:pt x="5152615" y="1825275"/>
                  </a:lnTo>
                  <a:lnTo>
                    <a:pt x="5152802" y="1829764"/>
                  </a:lnTo>
                  <a:lnTo>
                    <a:pt x="5152989" y="1834187"/>
                  </a:lnTo>
                  <a:lnTo>
                    <a:pt x="5153176" y="1838874"/>
                  </a:lnTo>
                  <a:lnTo>
                    <a:pt x="5153363" y="1843858"/>
                  </a:lnTo>
                  <a:lnTo>
                    <a:pt x="5153550" y="1848834"/>
                  </a:lnTo>
                  <a:lnTo>
                    <a:pt x="5153737" y="1853430"/>
                  </a:lnTo>
                  <a:lnTo>
                    <a:pt x="5153924" y="1858389"/>
                  </a:lnTo>
                  <a:lnTo>
                    <a:pt x="5154111" y="1863555"/>
                  </a:lnTo>
                  <a:lnTo>
                    <a:pt x="5154297" y="1868803"/>
                  </a:lnTo>
                  <a:lnTo>
                    <a:pt x="5154484" y="1873985"/>
                  </a:lnTo>
                  <a:lnTo>
                    <a:pt x="5154671" y="1879365"/>
                  </a:lnTo>
                  <a:lnTo>
                    <a:pt x="5154858" y="1884655"/>
                  </a:lnTo>
                  <a:lnTo>
                    <a:pt x="5155045" y="1890456"/>
                  </a:lnTo>
                  <a:lnTo>
                    <a:pt x="5155232" y="1896703"/>
                  </a:lnTo>
                  <a:lnTo>
                    <a:pt x="5155419" y="1902636"/>
                  </a:lnTo>
                  <a:lnTo>
                    <a:pt x="5155606" y="1908074"/>
                  </a:lnTo>
                  <a:lnTo>
                    <a:pt x="5155793" y="1913149"/>
                  </a:lnTo>
                  <a:lnTo>
                    <a:pt x="5155980" y="1917423"/>
                  </a:lnTo>
                  <a:lnTo>
                    <a:pt x="5156167" y="1921029"/>
                  </a:lnTo>
                  <a:lnTo>
                    <a:pt x="5156354" y="1924181"/>
                  </a:lnTo>
                  <a:lnTo>
                    <a:pt x="5156541" y="1926913"/>
                  </a:lnTo>
                  <a:lnTo>
                    <a:pt x="5156727" y="1929207"/>
                  </a:lnTo>
                  <a:lnTo>
                    <a:pt x="5156914" y="1931303"/>
                  </a:lnTo>
                  <a:lnTo>
                    <a:pt x="5157101" y="1933316"/>
                  </a:lnTo>
                  <a:lnTo>
                    <a:pt x="5157288" y="1934900"/>
                  </a:lnTo>
                  <a:lnTo>
                    <a:pt x="5157475" y="1936064"/>
                  </a:lnTo>
                  <a:lnTo>
                    <a:pt x="5157662" y="1936674"/>
                  </a:lnTo>
                  <a:lnTo>
                    <a:pt x="5157849" y="1936452"/>
                  </a:lnTo>
                  <a:lnTo>
                    <a:pt x="5158036" y="1935660"/>
                  </a:lnTo>
                  <a:lnTo>
                    <a:pt x="5158223" y="1934669"/>
                  </a:lnTo>
                  <a:lnTo>
                    <a:pt x="5158410" y="1933638"/>
                  </a:lnTo>
                  <a:lnTo>
                    <a:pt x="5158597" y="1932342"/>
                  </a:lnTo>
                  <a:lnTo>
                    <a:pt x="5158784" y="1931047"/>
                  </a:lnTo>
                  <a:lnTo>
                    <a:pt x="5158970" y="1928976"/>
                  </a:lnTo>
                  <a:lnTo>
                    <a:pt x="5159157" y="1926335"/>
                  </a:lnTo>
                  <a:lnTo>
                    <a:pt x="5159344" y="1923373"/>
                  </a:lnTo>
                  <a:lnTo>
                    <a:pt x="5159531" y="1919567"/>
                  </a:lnTo>
                  <a:lnTo>
                    <a:pt x="5159718" y="1915818"/>
                  </a:lnTo>
                  <a:lnTo>
                    <a:pt x="5159905" y="1913431"/>
                  </a:lnTo>
                  <a:lnTo>
                    <a:pt x="5160092" y="1911726"/>
                  </a:lnTo>
                  <a:lnTo>
                    <a:pt x="5160279" y="1910305"/>
                  </a:lnTo>
                  <a:lnTo>
                    <a:pt x="5160466" y="1909637"/>
                  </a:lnTo>
                  <a:lnTo>
                    <a:pt x="5160653" y="1909386"/>
                  </a:lnTo>
                  <a:lnTo>
                    <a:pt x="5160840" y="1909166"/>
                  </a:lnTo>
                  <a:lnTo>
                    <a:pt x="5161027" y="1909548"/>
                  </a:lnTo>
                  <a:lnTo>
                    <a:pt x="5161214" y="1909462"/>
                  </a:lnTo>
                  <a:lnTo>
                    <a:pt x="5161400" y="1909817"/>
                  </a:lnTo>
                  <a:lnTo>
                    <a:pt x="5161587" y="1910840"/>
                  </a:lnTo>
                  <a:lnTo>
                    <a:pt x="5161774" y="1912252"/>
                  </a:lnTo>
                  <a:lnTo>
                    <a:pt x="5161961" y="1913920"/>
                  </a:lnTo>
                  <a:lnTo>
                    <a:pt x="5162148" y="1915707"/>
                  </a:lnTo>
                  <a:lnTo>
                    <a:pt x="5162335" y="1917416"/>
                  </a:lnTo>
                  <a:lnTo>
                    <a:pt x="5162522" y="1919258"/>
                  </a:lnTo>
                  <a:lnTo>
                    <a:pt x="5162709" y="1921010"/>
                  </a:lnTo>
                  <a:lnTo>
                    <a:pt x="5162896" y="1923746"/>
                  </a:lnTo>
                  <a:lnTo>
                    <a:pt x="5163083" y="1926360"/>
                  </a:lnTo>
                  <a:lnTo>
                    <a:pt x="5163270" y="1928960"/>
                  </a:lnTo>
                  <a:lnTo>
                    <a:pt x="5163457" y="1931622"/>
                  </a:lnTo>
                  <a:lnTo>
                    <a:pt x="5163644" y="1934129"/>
                  </a:lnTo>
                  <a:lnTo>
                    <a:pt x="5163830" y="1936585"/>
                  </a:lnTo>
                  <a:lnTo>
                    <a:pt x="5164017" y="1938982"/>
                  </a:lnTo>
                  <a:lnTo>
                    <a:pt x="5164204" y="1941097"/>
                  </a:lnTo>
                  <a:lnTo>
                    <a:pt x="5164391" y="1944301"/>
                  </a:lnTo>
                  <a:lnTo>
                    <a:pt x="5164578" y="1948384"/>
                  </a:lnTo>
                  <a:lnTo>
                    <a:pt x="5164765" y="1952199"/>
                  </a:lnTo>
                  <a:lnTo>
                    <a:pt x="5164952" y="1956330"/>
                  </a:lnTo>
                  <a:lnTo>
                    <a:pt x="5165139" y="1960798"/>
                  </a:lnTo>
                  <a:lnTo>
                    <a:pt x="5165326" y="1964717"/>
                  </a:lnTo>
                  <a:lnTo>
                    <a:pt x="5165513" y="1968570"/>
                  </a:lnTo>
                  <a:lnTo>
                    <a:pt x="5165700" y="1972177"/>
                  </a:lnTo>
                  <a:lnTo>
                    <a:pt x="5165887" y="1976170"/>
                  </a:lnTo>
                  <a:lnTo>
                    <a:pt x="5166073" y="1980046"/>
                  </a:lnTo>
                  <a:lnTo>
                    <a:pt x="5166260" y="1984332"/>
                  </a:lnTo>
                  <a:lnTo>
                    <a:pt x="5166447" y="1988417"/>
                  </a:lnTo>
                  <a:lnTo>
                    <a:pt x="5166634" y="1992342"/>
                  </a:lnTo>
                  <a:lnTo>
                    <a:pt x="5166821" y="1996251"/>
                  </a:lnTo>
                  <a:lnTo>
                    <a:pt x="5167008" y="2000147"/>
                  </a:lnTo>
                  <a:lnTo>
                    <a:pt x="5167195" y="2003335"/>
                  </a:lnTo>
                  <a:lnTo>
                    <a:pt x="5167382" y="2005455"/>
                  </a:lnTo>
                  <a:lnTo>
                    <a:pt x="5167569" y="2007104"/>
                  </a:lnTo>
                  <a:lnTo>
                    <a:pt x="5167756" y="2007738"/>
                  </a:lnTo>
                  <a:lnTo>
                    <a:pt x="5167943" y="2007613"/>
                  </a:lnTo>
                  <a:lnTo>
                    <a:pt x="5168130" y="2005545"/>
                  </a:lnTo>
                  <a:lnTo>
                    <a:pt x="5168317" y="2000585"/>
                  </a:lnTo>
                  <a:lnTo>
                    <a:pt x="5168503" y="1995007"/>
                  </a:lnTo>
                  <a:lnTo>
                    <a:pt x="5168690" y="1988018"/>
                  </a:lnTo>
                  <a:lnTo>
                    <a:pt x="5168877" y="1980971"/>
                  </a:lnTo>
                  <a:lnTo>
                    <a:pt x="5169064" y="1972508"/>
                  </a:lnTo>
                  <a:lnTo>
                    <a:pt x="5169251" y="1965147"/>
                  </a:lnTo>
                  <a:lnTo>
                    <a:pt x="5169438" y="1958415"/>
                  </a:lnTo>
                  <a:lnTo>
                    <a:pt x="5169625" y="1951940"/>
                  </a:lnTo>
                  <a:lnTo>
                    <a:pt x="5169812" y="1946313"/>
                  </a:lnTo>
                  <a:lnTo>
                    <a:pt x="5169999" y="1940747"/>
                  </a:lnTo>
                  <a:lnTo>
                    <a:pt x="5170186" y="1934985"/>
                  </a:lnTo>
                  <a:lnTo>
                    <a:pt x="5170373" y="1929044"/>
                  </a:lnTo>
                  <a:lnTo>
                    <a:pt x="5170560" y="1922714"/>
                  </a:lnTo>
                  <a:lnTo>
                    <a:pt x="5170747" y="1916498"/>
                  </a:lnTo>
                  <a:lnTo>
                    <a:pt x="5170933" y="1910494"/>
                  </a:lnTo>
                  <a:lnTo>
                    <a:pt x="5171120" y="1904696"/>
                  </a:lnTo>
                  <a:lnTo>
                    <a:pt x="5171307" y="1899575"/>
                  </a:lnTo>
                  <a:lnTo>
                    <a:pt x="5171494" y="1895145"/>
                  </a:lnTo>
                  <a:lnTo>
                    <a:pt x="5171681" y="1890110"/>
                  </a:lnTo>
                  <a:lnTo>
                    <a:pt x="5171868" y="1884269"/>
                  </a:lnTo>
                  <a:lnTo>
                    <a:pt x="5172055" y="1877901"/>
                  </a:lnTo>
                  <a:lnTo>
                    <a:pt x="5172242" y="1871638"/>
                  </a:lnTo>
                  <a:lnTo>
                    <a:pt x="5172429" y="1864863"/>
                  </a:lnTo>
                  <a:lnTo>
                    <a:pt x="5172616" y="1858666"/>
                  </a:lnTo>
                  <a:lnTo>
                    <a:pt x="5172803" y="1853088"/>
                  </a:lnTo>
                  <a:lnTo>
                    <a:pt x="5172990" y="1848211"/>
                  </a:lnTo>
                  <a:lnTo>
                    <a:pt x="5173176" y="1843854"/>
                  </a:lnTo>
                  <a:lnTo>
                    <a:pt x="5173363" y="1839439"/>
                  </a:lnTo>
                  <a:lnTo>
                    <a:pt x="5173550" y="1834298"/>
                  </a:lnTo>
                  <a:lnTo>
                    <a:pt x="5173737" y="1828374"/>
                  </a:lnTo>
                  <a:lnTo>
                    <a:pt x="5173924" y="1822548"/>
                  </a:lnTo>
                  <a:lnTo>
                    <a:pt x="5174111" y="1816623"/>
                  </a:lnTo>
                  <a:lnTo>
                    <a:pt x="5174298" y="1810682"/>
                  </a:lnTo>
                  <a:lnTo>
                    <a:pt x="5174485" y="1804715"/>
                  </a:lnTo>
                  <a:lnTo>
                    <a:pt x="5174672" y="1799575"/>
                  </a:lnTo>
                  <a:lnTo>
                    <a:pt x="5174859" y="1794104"/>
                  </a:lnTo>
                  <a:lnTo>
                    <a:pt x="5175046" y="1788105"/>
                  </a:lnTo>
                  <a:lnTo>
                    <a:pt x="5175233" y="1782031"/>
                  </a:lnTo>
                  <a:lnTo>
                    <a:pt x="5175420" y="1775025"/>
                  </a:lnTo>
                  <a:lnTo>
                    <a:pt x="5175606" y="1767541"/>
                  </a:lnTo>
                  <a:lnTo>
                    <a:pt x="5175793" y="1759347"/>
                  </a:lnTo>
                  <a:lnTo>
                    <a:pt x="5175980" y="1751070"/>
                  </a:lnTo>
                  <a:lnTo>
                    <a:pt x="5176167" y="1743116"/>
                  </a:lnTo>
                  <a:lnTo>
                    <a:pt x="5176354" y="1735829"/>
                  </a:lnTo>
                  <a:lnTo>
                    <a:pt x="5176541" y="1729112"/>
                  </a:lnTo>
                  <a:lnTo>
                    <a:pt x="5176728" y="1722478"/>
                  </a:lnTo>
                  <a:lnTo>
                    <a:pt x="5176915" y="1715051"/>
                  </a:lnTo>
                  <a:lnTo>
                    <a:pt x="5177102" y="1709967"/>
                  </a:lnTo>
                  <a:lnTo>
                    <a:pt x="5177289" y="1704593"/>
                  </a:lnTo>
                  <a:lnTo>
                    <a:pt x="5177476" y="1699076"/>
                  </a:lnTo>
                  <a:lnTo>
                    <a:pt x="5177663" y="1695726"/>
                  </a:lnTo>
                  <a:lnTo>
                    <a:pt x="5177849" y="1693516"/>
                  </a:lnTo>
                  <a:lnTo>
                    <a:pt x="5178036" y="1691187"/>
                  </a:lnTo>
                  <a:lnTo>
                    <a:pt x="5178223" y="1688288"/>
                  </a:lnTo>
                  <a:lnTo>
                    <a:pt x="5178410" y="1685422"/>
                  </a:lnTo>
                  <a:lnTo>
                    <a:pt x="5178597" y="1682808"/>
                  </a:lnTo>
                  <a:lnTo>
                    <a:pt x="5178784" y="1679806"/>
                  </a:lnTo>
                  <a:lnTo>
                    <a:pt x="5178971" y="1676867"/>
                  </a:lnTo>
                  <a:lnTo>
                    <a:pt x="5179158" y="1673904"/>
                  </a:lnTo>
                  <a:lnTo>
                    <a:pt x="5179345" y="1670808"/>
                  </a:lnTo>
                  <a:lnTo>
                    <a:pt x="5179532" y="1667411"/>
                  </a:lnTo>
                  <a:lnTo>
                    <a:pt x="5179719" y="1664450"/>
                  </a:lnTo>
                  <a:lnTo>
                    <a:pt x="5179906" y="1661952"/>
                  </a:lnTo>
                  <a:lnTo>
                    <a:pt x="5180093" y="1659966"/>
                  </a:lnTo>
                  <a:lnTo>
                    <a:pt x="5180279" y="1657176"/>
                  </a:lnTo>
                  <a:lnTo>
                    <a:pt x="5180466" y="1653077"/>
                  </a:lnTo>
                  <a:lnTo>
                    <a:pt x="5180653" y="1649158"/>
                  </a:lnTo>
                  <a:lnTo>
                    <a:pt x="5180840" y="1645067"/>
                  </a:lnTo>
                  <a:lnTo>
                    <a:pt x="5181027" y="1639563"/>
                  </a:lnTo>
                  <a:lnTo>
                    <a:pt x="5181214" y="1634373"/>
                  </a:lnTo>
                  <a:lnTo>
                    <a:pt x="5181401" y="1629075"/>
                  </a:lnTo>
                  <a:lnTo>
                    <a:pt x="5181588" y="1624520"/>
                  </a:lnTo>
                  <a:lnTo>
                    <a:pt x="5181775" y="1620509"/>
                  </a:lnTo>
                  <a:lnTo>
                    <a:pt x="5181962" y="1615496"/>
                  </a:lnTo>
                  <a:lnTo>
                    <a:pt x="5182149" y="1610970"/>
                  </a:lnTo>
                  <a:lnTo>
                    <a:pt x="5182336" y="1607374"/>
                  </a:lnTo>
                  <a:lnTo>
                    <a:pt x="5182523" y="1604431"/>
                  </a:lnTo>
                  <a:lnTo>
                    <a:pt x="5182709" y="1601729"/>
                  </a:lnTo>
                  <a:lnTo>
                    <a:pt x="5182896" y="1598857"/>
                  </a:lnTo>
                  <a:lnTo>
                    <a:pt x="5183083" y="1596277"/>
                  </a:lnTo>
                  <a:lnTo>
                    <a:pt x="5183270" y="1593591"/>
                  </a:lnTo>
                  <a:lnTo>
                    <a:pt x="5183457" y="1590660"/>
                  </a:lnTo>
                  <a:lnTo>
                    <a:pt x="5183644" y="1588117"/>
                  </a:lnTo>
                  <a:lnTo>
                    <a:pt x="5183831" y="1585946"/>
                  </a:lnTo>
                  <a:lnTo>
                    <a:pt x="5184018" y="1583670"/>
                  </a:lnTo>
                  <a:lnTo>
                    <a:pt x="5184205" y="1581602"/>
                  </a:lnTo>
                  <a:lnTo>
                    <a:pt x="5184392" y="1579629"/>
                  </a:lnTo>
                  <a:lnTo>
                    <a:pt x="5184579" y="1577701"/>
                  </a:lnTo>
                  <a:lnTo>
                    <a:pt x="5184766" y="1576265"/>
                  </a:lnTo>
                  <a:lnTo>
                    <a:pt x="5184952" y="1574637"/>
                  </a:lnTo>
                  <a:lnTo>
                    <a:pt x="5185139" y="1572535"/>
                  </a:lnTo>
                  <a:lnTo>
                    <a:pt x="5185326" y="1570274"/>
                  </a:lnTo>
                  <a:lnTo>
                    <a:pt x="5185513" y="1568137"/>
                  </a:lnTo>
                  <a:lnTo>
                    <a:pt x="5185700" y="1566478"/>
                  </a:lnTo>
                  <a:lnTo>
                    <a:pt x="5185887" y="1565018"/>
                  </a:lnTo>
                  <a:lnTo>
                    <a:pt x="5186074" y="1563342"/>
                  </a:lnTo>
                  <a:lnTo>
                    <a:pt x="5186261" y="1562261"/>
                  </a:lnTo>
                  <a:lnTo>
                    <a:pt x="5186448" y="1561114"/>
                  </a:lnTo>
                  <a:lnTo>
                    <a:pt x="5186635" y="1559835"/>
                  </a:lnTo>
                  <a:lnTo>
                    <a:pt x="5186822" y="1558202"/>
                  </a:lnTo>
                  <a:lnTo>
                    <a:pt x="5187009" y="1557397"/>
                  </a:lnTo>
                  <a:lnTo>
                    <a:pt x="5187196" y="1556332"/>
                  </a:lnTo>
                  <a:lnTo>
                    <a:pt x="5187382" y="1554821"/>
                  </a:lnTo>
                  <a:lnTo>
                    <a:pt x="5187569" y="1553864"/>
                  </a:lnTo>
                  <a:lnTo>
                    <a:pt x="5187756" y="1552900"/>
                  </a:lnTo>
                  <a:lnTo>
                    <a:pt x="5187943" y="1551649"/>
                  </a:lnTo>
                  <a:lnTo>
                    <a:pt x="5188130" y="1550671"/>
                  </a:lnTo>
                  <a:lnTo>
                    <a:pt x="5188317" y="1550137"/>
                  </a:lnTo>
                  <a:lnTo>
                    <a:pt x="5188504" y="1549682"/>
                  </a:lnTo>
                  <a:lnTo>
                    <a:pt x="5188691" y="1549056"/>
                  </a:lnTo>
                  <a:lnTo>
                    <a:pt x="5188878" y="1548460"/>
                  </a:lnTo>
                  <a:lnTo>
                    <a:pt x="5189065" y="1547647"/>
                  </a:lnTo>
                  <a:lnTo>
                    <a:pt x="5189252" y="1547004"/>
                  </a:lnTo>
                  <a:lnTo>
                    <a:pt x="5189439" y="1546453"/>
                  </a:lnTo>
                  <a:lnTo>
                    <a:pt x="5189626" y="1546176"/>
                  </a:lnTo>
                  <a:lnTo>
                    <a:pt x="5189812" y="1546113"/>
                  </a:lnTo>
                  <a:lnTo>
                    <a:pt x="5189999" y="1546149"/>
                  </a:lnTo>
                  <a:lnTo>
                    <a:pt x="5190186" y="1545310"/>
                  </a:lnTo>
                  <a:lnTo>
                    <a:pt x="5190373" y="1544651"/>
                  </a:lnTo>
                  <a:lnTo>
                    <a:pt x="5190560" y="1543837"/>
                  </a:lnTo>
                  <a:lnTo>
                    <a:pt x="5190747" y="1543492"/>
                  </a:lnTo>
                  <a:lnTo>
                    <a:pt x="5190934" y="1543313"/>
                  </a:lnTo>
                  <a:lnTo>
                    <a:pt x="5191121" y="1542726"/>
                  </a:lnTo>
                  <a:lnTo>
                    <a:pt x="5191308" y="1541843"/>
                  </a:lnTo>
                  <a:lnTo>
                    <a:pt x="5191495" y="1541178"/>
                  </a:lnTo>
                  <a:lnTo>
                    <a:pt x="5191682" y="1540673"/>
                  </a:lnTo>
                  <a:lnTo>
                    <a:pt x="5191869" y="1540262"/>
                  </a:lnTo>
                  <a:lnTo>
                    <a:pt x="5192055" y="1539550"/>
                  </a:lnTo>
                  <a:lnTo>
                    <a:pt x="5192242" y="1538961"/>
                  </a:lnTo>
                  <a:lnTo>
                    <a:pt x="5192429" y="1538372"/>
                  </a:lnTo>
                  <a:lnTo>
                    <a:pt x="5192616" y="1537783"/>
                  </a:lnTo>
                  <a:lnTo>
                    <a:pt x="5192803" y="1537202"/>
                  </a:lnTo>
                  <a:lnTo>
                    <a:pt x="5192990" y="1536938"/>
                  </a:lnTo>
                  <a:lnTo>
                    <a:pt x="5193177" y="1537023"/>
                  </a:lnTo>
                  <a:lnTo>
                    <a:pt x="5193364" y="1537358"/>
                  </a:lnTo>
                  <a:lnTo>
                    <a:pt x="5193551" y="1537672"/>
                  </a:lnTo>
                  <a:lnTo>
                    <a:pt x="5193738" y="1537689"/>
                  </a:lnTo>
                  <a:lnTo>
                    <a:pt x="5193925" y="1536955"/>
                  </a:lnTo>
                  <a:lnTo>
                    <a:pt x="5194112" y="1537033"/>
                  </a:lnTo>
                  <a:lnTo>
                    <a:pt x="5194299" y="1536951"/>
                  </a:lnTo>
                  <a:lnTo>
                    <a:pt x="5194485" y="1536752"/>
                  </a:lnTo>
                  <a:lnTo>
                    <a:pt x="5194672" y="1537109"/>
                  </a:lnTo>
                  <a:lnTo>
                    <a:pt x="5194859" y="1538070"/>
                  </a:lnTo>
                  <a:lnTo>
                    <a:pt x="5195046" y="1539113"/>
                  </a:lnTo>
                  <a:lnTo>
                    <a:pt x="5195233" y="1540213"/>
                  </a:lnTo>
                  <a:lnTo>
                    <a:pt x="5195420" y="1541145"/>
                  </a:lnTo>
                  <a:lnTo>
                    <a:pt x="5195607" y="1541914"/>
                  </a:lnTo>
                  <a:lnTo>
                    <a:pt x="5195794" y="1542675"/>
                  </a:lnTo>
                  <a:lnTo>
                    <a:pt x="5195981" y="1543454"/>
                  </a:lnTo>
                  <a:lnTo>
                    <a:pt x="5196168" y="1544395"/>
                  </a:lnTo>
                  <a:lnTo>
                    <a:pt x="5196355" y="1546010"/>
                  </a:lnTo>
                  <a:lnTo>
                    <a:pt x="5196542" y="1548627"/>
                  </a:lnTo>
                  <a:lnTo>
                    <a:pt x="5196728" y="1551476"/>
                  </a:lnTo>
                  <a:lnTo>
                    <a:pt x="5196915" y="1554721"/>
                  </a:lnTo>
                  <a:lnTo>
                    <a:pt x="5197102" y="1558364"/>
                  </a:lnTo>
                  <a:lnTo>
                    <a:pt x="5197289" y="1560031"/>
                  </a:lnTo>
                  <a:lnTo>
                    <a:pt x="5197476" y="1561693"/>
                  </a:lnTo>
                  <a:lnTo>
                    <a:pt x="5197663" y="1563042"/>
                  </a:lnTo>
                  <a:lnTo>
                    <a:pt x="5197850" y="1564248"/>
                  </a:lnTo>
                  <a:lnTo>
                    <a:pt x="5198037" y="1565224"/>
                  </a:lnTo>
                  <a:lnTo>
                    <a:pt x="5198224" y="1566397"/>
                  </a:lnTo>
                  <a:lnTo>
                    <a:pt x="5198411" y="1567183"/>
                  </a:lnTo>
                  <a:lnTo>
                    <a:pt x="5198598" y="1567287"/>
                  </a:lnTo>
                  <a:lnTo>
                    <a:pt x="5198785" y="1567000"/>
                  </a:lnTo>
                  <a:lnTo>
                    <a:pt x="5198972" y="1566389"/>
                  </a:lnTo>
                  <a:lnTo>
                    <a:pt x="5199158" y="1565301"/>
                  </a:lnTo>
                  <a:lnTo>
                    <a:pt x="5199345" y="1563968"/>
                  </a:lnTo>
                  <a:lnTo>
                    <a:pt x="5199532" y="1562550"/>
                  </a:lnTo>
                  <a:lnTo>
                    <a:pt x="5199719" y="1561265"/>
                  </a:lnTo>
                  <a:lnTo>
                    <a:pt x="5199906" y="1559952"/>
                  </a:lnTo>
                  <a:lnTo>
                    <a:pt x="5200093" y="1559171"/>
                  </a:lnTo>
                  <a:lnTo>
                    <a:pt x="5200280" y="1558861"/>
                  </a:lnTo>
                  <a:lnTo>
                    <a:pt x="5200467" y="1558532"/>
                  </a:lnTo>
                  <a:lnTo>
                    <a:pt x="5200654" y="1558738"/>
                  </a:lnTo>
                  <a:lnTo>
                    <a:pt x="5200841" y="1558257"/>
                  </a:lnTo>
                  <a:lnTo>
                    <a:pt x="5201028" y="1558126"/>
                  </a:lnTo>
                  <a:lnTo>
                    <a:pt x="5201215" y="1558168"/>
                  </a:lnTo>
                  <a:lnTo>
                    <a:pt x="5201402" y="1558791"/>
                  </a:lnTo>
                  <a:lnTo>
                    <a:pt x="5201588" y="1559196"/>
                  </a:lnTo>
                  <a:lnTo>
                    <a:pt x="5201775" y="1560268"/>
                  </a:lnTo>
                  <a:lnTo>
                    <a:pt x="5201962" y="1561296"/>
                  </a:lnTo>
                  <a:lnTo>
                    <a:pt x="5202149" y="1562505"/>
                  </a:lnTo>
                  <a:lnTo>
                    <a:pt x="5202336" y="1563709"/>
                  </a:lnTo>
                  <a:lnTo>
                    <a:pt x="5202523" y="1564128"/>
                  </a:lnTo>
                  <a:lnTo>
                    <a:pt x="5202710" y="1564204"/>
                  </a:lnTo>
                  <a:lnTo>
                    <a:pt x="5202897" y="1563900"/>
                  </a:lnTo>
                  <a:lnTo>
                    <a:pt x="5203084" y="1563459"/>
                  </a:lnTo>
                  <a:lnTo>
                    <a:pt x="5203271" y="1562100"/>
                  </a:lnTo>
                  <a:lnTo>
                    <a:pt x="5203458" y="1560663"/>
                  </a:lnTo>
                  <a:lnTo>
                    <a:pt x="5203645" y="1558152"/>
                  </a:lnTo>
                  <a:lnTo>
                    <a:pt x="5203831" y="1555560"/>
                  </a:lnTo>
                  <a:lnTo>
                    <a:pt x="5204018" y="1553359"/>
                  </a:lnTo>
                  <a:lnTo>
                    <a:pt x="5204205" y="1551109"/>
                  </a:lnTo>
                  <a:lnTo>
                    <a:pt x="5204392" y="1548773"/>
                  </a:lnTo>
                  <a:lnTo>
                    <a:pt x="5204579" y="1546228"/>
                  </a:lnTo>
                  <a:lnTo>
                    <a:pt x="5204766" y="1543522"/>
                  </a:lnTo>
                  <a:lnTo>
                    <a:pt x="5204953" y="1540900"/>
                  </a:lnTo>
                  <a:lnTo>
                    <a:pt x="5205140" y="1538805"/>
                  </a:lnTo>
                  <a:lnTo>
                    <a:pt x="5205327" y="1537519"/>
                  </a:lnTo>
                  <a:lnTo>
                    <a:pt x="5205514" y="1538094"/>
                  </a:lnTo>
                  <a:lnTo>
                    <a:pt x="5205701" y="1541147"/>
                  </a:lnTo>
                  <a:lnTo>
                    <a:pt x="5205888" y="1543969"/>
                  </a:lnTo>
                  <a:lnTo>
                    <a:pt x="5206075" y="1547262"/>
                  </a:lnTo>
                  <a:lnTo>
                    <a:pt x="5206261" y="1549688"/>
                  </a:lnTo>
                  <a:lnTo>
                    <a:pt x="5206448" y="1551198"/>
                  </a:lnTo>
                  <a:lnTo>
                    <a:pt x="5206635" y="1553647"/>
                  </a:lnTo>
                  <a:lnTo>
                    <a:pt x="5206822" y="1555077"/>
                  </a:lnTo>
                  <a:lnTo>
                    <a:pt x="5207009" y="1555770"/>
                  </a:lnTo>
                  <a:lnTo>
                    <a:pt x="5207196" y="1555638"/>
                  </a:lnTo>
                  <a:lnTo>
                    <a:pt x="5207383" y="1555548"/>
                  </a:lnTo>
                  <a:lnTo>
                    <a:pt x="5207570" y="1555900"/>
                  </a:lnTo>
                  <a:lnTo>
                    <a:pt x="5207757" y="1557581"/>
                  </a:lnTo>
                  <a:lnTo>
                    <a:pt x="5207944" y="1559946"/>
                  </a:lnTo>
                  <a:lnTo>
                    <a:pt x="5208131" y="1562280"/>
                  </a:lnTo>
                  <a:lnTo>
                    <a:pt x="5208318" y="1564747"/>
                  </a:lnTo>
                  <a:lnTo>
                    <a:pt x="5208505" y="1567214"/>
                  </a:lnTo>
                  <a:lnTo>
                    <a:pt x="5208691" y="1569271"/>
                  </a:lnTo>
                  <a:lnTo>
                    <a:pt x="5208878" y="1570630"/>
                  </a:lnTo>
                  <a:lnTo>
                    <a:pt x="5209065" y="1572788"/>
                  </a:lnTo>
                  <a:lnTo>
                    <a:pt x="5209252" y="1575820"/>
                  </a:lnTo>
                  <a:lnTo>
                    <a:pt x="5209439" y="1579665"/>
                  </a:lnTo>
                  <a:lnTo>
                    <a:pt x="5209626" y="1582808"/>
                  </a:lnTo>
                  <a:lnTo>
                    <a:pt x="5209813" y="1587028"/>
                  </a:lnTo>
                  <a:lnTo>
                    <a:pt x="5210000" y="1591401"/>
                  </a:lnTo>
                  <a:lnTo>
                    <a:pt x="5210187" y="1595435"/>
                  </a:lnTo>
                  <a:lnTo>
                    <a:pt x="5210374" y="1598915"/>
                  </a:lnTo>
                  <a:lnTo>
                    <a:pt x="5210561" y="1603057"/>
                  </a:lnTo>
                  <a:lnTo>
                    <a:pt x="5210748" y="1607025"/>
                  </a:lnTo>
                  <a:lnTo>
                    <a:pt x="5210934" y="1610593"/>
                  </a:lnTo>
                  <a:lnTo>
                    <a:pt x="5211121" y="1614615"/>
                  </a:lnTo>
                  <a:lnTo>
                    <a:pt x="5211308" y="1619059"/>
                  </a:lnTo>
                  <a:lnTo>
                    <a:pt x="5211495" y="1623735"/>
                  </a:lnTo>
                  <a:lnTo>
                    <a:pt x="5211682" y="1628621"/>
                  </a:lnTo>
                  <a:lnTo>
                    <a:pt x="5211869" y="1633982"/>
                  </a:lnTo>
                  <a:lnTo>
                    <a:pt x="5212056" y="1639315"/>
                  </a:lnTo>
                  <a:lnTo>
                    <a:pt x="5212243" y="1645723"/>
                  </a:lnTo>
                  <a:lnTo>
                    <a:pt x="5212430" y="1652203"/>
                  </a:lnTo>
                  <a:lnTo>
                    <a:pt x="5212617" y="1659044"/>
                  </a:lnTo>
                  <a:lnTo>
                    <a:pt x="5212804" y="1666654"/>
                  </a:lnTo>
                  <a:lnTo>
                    <a:pt x="5212991" y="1674539"/>
                  </a:lnTo>
                  <a:lnTo>
                    <a:pt x="5213178" y="1682781"/>
                  </a:lnTo>
                  <a:lnTo>
                    <a:pt x="5213364" y="1690218"/>
                  </a:lnTo>
                  <a:lnTo>
                    <a:pt x="5213551" y="1697261"/>
                  </a:lnTo>
                  <a:lnTo>
                    <a:pt x="5213738" y="1703023"/>
                  </a:lnTo>
                  <a:lnTo>
                    <a:pt x="5213925" y="1708148"/>
                  </a:lnTo>
                  <a:lnTo>
                    <a:pt x="5214112" y="1713514"/>
                  </a:lnTo>
                  <a:lnTo>
                    <a:pt x="5214299" y="1719767"/>
                  </a:lnTo>
                  <a:lnTo>
                    <a:pt x="5214486" y="1723617"/>
                  </a:lnTo>
                  <a:lnTo>
                    <a:pt x="5214673" y="1727307"/>
                  </a:lnTo>
                  <a:lnTo>
                    <a:pt x="5214860" y="1731782"/>
                  </a:lnTo>
                  <a:lnTo>
                    <a:pt x="5215047" y="1733208"/>
                  </a:lnTo>
                  <a:lnTo>
                    <a:pt x="5215234" y="1733949"/>
                  </a:lnTo>
                  <a:lnTo>
                    <a:pt x="5215421" y="1734851"/>
                  </a:lnTo>
                  <a:lnTo>
                    <a:pt x="5215607" y="1735523"/>
                  </a:lnTo>
                  <a:lnTo>
                    <a:pt x="5215794" y="1736074"/>
                  </a:lnTo>
                  <a:lnTo>
                    <a:pt x="5215981" y="1736214"/>
                  </a:lnTo>
                  <a:lnTo>
                    <a:pt x="5216168" y="1736521"/>
                  </a:lnTo>
                  <a:lnTo>
                    <a:pt x="5216355" y="1736823"/>
                  </a:lnTo>
                  <a:lnTo>
                    <a:pt x="5216542" y="1737754"/>
                  </a:lnTo>
                  <a:lnTo>
                    <a:pt x="5216729" y="1738004"/>
                  </a:lnTo>
                  <a:lnTo>
                    <a:pt x="5216916" y="1737888"/>
                  </a:lnTo>
                  <a:lnTo>
                    <a:pt x="5217103" y="1737187"/>
                  </a:lnTo>
                  <a:lnTo>
                    <a:pt x="5217290" y="1735745"/>
                  </a:lnTo>
                  <a:lnTo>
                    <a:pt x="5217477" y="1733746"/>
                  </a:lnTo>
                  <a:lnTo>
                    <a:pt x="5217664" y="1732158"/>
                  </a:lnTo>
                  <a:lnTo>
                    <a:pt x="5217851" y="1732227"/>
                  </a:lnTo>
                  <a:lnTo>
                    <a:pt x="5218037" y="1730295"/>
                  </a:lnTo>
                  <a:lnTo>
                    <a:pt x="5218224" y="1729056"/>
                  </a:lnTo>
                  <a:lnTo>
                    <a:pt x="5218411" y="1729905"/>
                  </a:lnTo>
                  <a:lnTo>
                    <a:pt x="5218598" y="1730335"/>
                  </a:lnTo>
                  <a:lnTo>
                    <a:pt x="5218785" y="1731358"/>
                  </a:lnTo>
                  <a:lnTo>
                    <a:pt x="5218972" y="1732051"/>
                  </a:lnTo>
                  <a:lnTo>
                    <a:pt x="5219159" y="1732464"/>
                  </a:lnTo>
                  <a:lnTo>
                    <a:pt x="5219346" y="1732249"/>
                  </a:lnTo>
                  <a:lnTo>
                    <a:pt x="5219533" y="1730747"/>
                  </a:lnTo>
                  <a:lnTo>
                    <a:pt x="5219720" y="1728486"/>
                  </a:lnTo>
                  <a:lnTo>
                    <a:pt x="5219907" y="1725945"/>
                  </a:lnTo>
                  <a:lnTo>
                    <a:pt x="5220094" y="1725222"/>
                  </a:lnTo>
                  <a:lnTo>
                    <a:pt x="5220281" y="1725618"/>
                  </a:lnTo>
                  <a:lnTo>
                    <a:pt x="5220467" y="1725682"/>
                  </a:lnTo>
                  <a:lnTo>
                    <a:pt x="5220654" y="1725203"/>
                  </a:lnTo>
                  <a:lnTo>
                    <a:pt x="5220841" y="1724482"/>
                  </a:lnTo>
                  <a:lnTo>
                    <a:pt x="5221028" y="1723109"/>
                  </a:lnTo>
                  <a:lnTo>
                    <a:pt x="5221215" y="1720978"/>
                  </a:lnTo>
                  <a:lnTo>
                    <a:pt x="5221402" y="1718976"/>
                  </a:lnTo>
                  <a:lnTo>
                    <a:pt x="5221589" y="1716278"/>
                  </a:lnTo>
                  <a:lnTo>
                    <a:pt x="5221776" y="1713323"/>
                  </a:lnTo>
                  <a:lnTo>
                    <a:pt x="5221963" y="1710501"/>
                  </a:lnTo>
                  <a:lnTo>
                    <a:pt x="5222150" y="1707944"/>
                  </a:lnTo>
                  <a:lnTo>
                    <a:pt x="5222337" y="1705876"/>
                  </a:lnTo>
                  <a:lnTo>
                    <a:pt x="5222524" y="1704118"/>
                  </a:lnTo>
                  <a:lnTo>
                    <a:pt x="5222710" y="1702455"/>
                  </a:lnTo>
                  <a:lnTo>
                    <a:pt x="5222897" y="1700434"/>
                  </a:lnTo>
                  <a:lnTo>
                    <a:pt x="5223084" y="1696581"/>
                  </a:lnTo>
                  <a:lnTo>
                    <a:pt x="5223271" y="1693124"/>
                  </a:lnTo>
                  <a:lnTo>
                    <a:pt x="5223458" y="1690052"/>
                  </a:lnTo>
                  <a:lnTo>
                    <a:pt x="5223645" y="1684960"/>
                  </a:lnTo>
                  <a:lnTo>
                    <a:pt x="5223832" y="1680166"/>
                  </a:lnTo>
                  <a:lnTo>
                    <a:pt x="5224019" y="1675916"/>
                  </a:lnTo>
                  <a:lnTo>
                    <a:pt x="5224206" y="1672219"/>
                  </a:lnTo>
                  <a:lnTo>
                    <a:pt x="5224393" y="1668280"/>
                  </a:lnTo>
                  <a:lnTo>
                    <a:pt x="5224580" y="1664806"/>
                  </a:lnTo>
                  <a:lnTo>
                    <a:pt x="5224767" y="1661885"/>
                  </a:lnTo>
                  <a:lnTo>
                    <a:pt x="5224954" y="1658015"/>
                  </a:lnTo>
                  <a:lnTo>
                    <a:pt x="5225140" y="1653920"/>
                  </a:lnTo>
                  <a:lnTo>
                    <a:pt x="5225327" y="1649791"/>
                  </a:lnTo>
                  <a:lnTo>
                    <a:pt x="5225514" y="1645818"/>
                  </a:lnTo>
                  <a:lnTo>
                    <a:pt x="5225701" y="1642227"/>
                  </a:lnTo>
                  <a:lnTo>
                    <a:pt x="5225888" y="1639224"/>
                  </a:lnTo>
                  <a:lnTo>
                    <a:pt x="5226075" y="1636706"/>
                  </a:lnTo>
                  <a:lnTo>
                    <a:pt x="5226262" y="1634397"/>
                  </a:lnTo>
                  <a:lnTo>
                    <a:pt x="5226449" y="1631968"/>
                  </a:lnTo>
                  <a:lnTo>
                    <a:pt x="5226636" y="1629887"/>
                  </a:lnTo>
                  <a:lnTo>
                    <a:pt x="5226823" y="1627517"/>
                  </a:lnTo>
                  <a:lnTo>
                    <a:pt x="5227010" y="1624271"/>
                  </a:lnTo>
                  <a:lnTo>
                    <a:pt x="5227197" y="1620579"/>
                  </a:lnTo>
                  <a:lnTo>
                    <a:pt x="5227384" y="1616598"/>
                  </a:lnTo>
                  <a:lnTo>
                    <a:pt x="5227570" y="1613625"/>
                  </a:lnTo>
                  <a:lnTo>
                    <a:pt x="5227757" y="1610711"/>
                  </a:lnTo>
                  <a:lnTo>
                    <a:pt x="5227944" y="1607829"/>
                  </a:lnTo>
                  <a:lnTo>
                    <a:pt x="5228131" y="1605136"/>
                  </a:lnTo>
                  <a:lnTo>
                    <a:pt x="5228318" y="1602452"/>
                  </a:lnTo>
                  <a:lnTo>
                    <a:pt x="5228505" y="1599862"/>
                  </a:lnTo>
                  <a:lnTo>
                    <a:pt x="5228692" y="1596950"/>
                  </a:lnTo>
                  <a:lnTo>
                    <a:pt x="5228879" y="1593761"/>
                  </a:lnTo>
                  <a:lnTo>
                    <a:pt x="5229066" y="1590338"/>
                  </a:lnTo>
                  <a:lnTo>
                    <a:pt x="5229253" y="1586870"/>
                  </a:lnTo>
                  <a:lnTo>
                    <a:pt x="5229440" y="1583523"/>
                  </a:lnTo>
                  <a:lnTo>
                    <a:pt x="5229627" y="1580704"/>
                  </a:lnTo>
                  <a:lnTo>
                    <a:pt x="5229813" y="1578619"/>
                  </a:lnTo>
                  <a:lnTo>
                    <a:pt x="5230000" y="1577178"/>
                  </a:lnTo>
                  <a:lnTo>
                    <a:pt x="5230187" y="1576175"/>
                  </a:lnTo>
                  <a:lnTo>
                    <a:pt x="5230374" y="1574912"/>
                  </a:lnTo>
                  <a:lnTo>
                    <a:pt x="5230561" y="1573664"/>
                  </a:lnTo>
                  <a:lnTo>
                    <a:pt x="5230748" y="1572973"/>
                  </a:lnTo>
                  <a:lnTo>
                    <a:pt x="5230935" y="1571991"/>
                  </a:lnTo>
                  <a:lnTo>
                    <a:pt x="5231122" y="1570720"/>
                  </a:lnTo>
                  <a:lnTo>
                    <a:pt x="5231309" y="1570225"/>
                  </a:lnTo>
                  <a:lnTo>
                    <a:pt x="5231496" y="1569164"/>
                  </a:lnTo>
                  <a:lnTo>
                    <a:pt x="5231683" y="1568174"/>
                  </a:lnTo>
                  <a:lnTo>
                    <a:pt x="5231870" y="1567342"/>
                  </a:lnTo>
                  <a:lnTo>
                    <a:pt x="5232057" y="1566506"/>
                  </a:lnTo>
                  <a:lnTo>
                    <a:pt x="5232243" y="1565067"/>
                  </a:lnTo>
                  <a:lnTo>
                    <a:pt x="5232430" y="1563050"/>
                  </a:lnTo>
                  <a:lnTo>
                    <a:pt x="5232617" y="1560951"/>
                  </a:lnTo>
                  <a:lnTo>
                    <a:pt x="5232804" y="1558386"/>
                  </a:lnTo>
                  <a:lnTo>
                    <a:pt x="5232991" y="1555743"/>
                  </a:lnTo>
                  <a:lnTo>
                    <a:pt x="5233178" y="1552927"/>
                  </a:lnTo>
                  <a:lnTo>
                    <a:pt x="5233365" y="1550093"/>
                  </a:lnTo>
                  <a:lnTo>
                    <a:pt x="5233552" y="1548112"/>
                  </a:lnTo>
                  <a:lnTo>
                    <a:pt x="5233739" y="1546469"/>
                  </a:lnTo>
                  <a:lnTo>
                    <a:pt x="5233926" y="1545009"/>
                  </a:lnTo>
                  <a:lnTo>
                    <a:pt x="5234113" y="1543644"/>
                  </a:lnTo>
                  <a:lnTo>
                    <a:pt x="5234300" y="1543202"/>
                  </a:lnTo>
                  <a:lnTo>
                    <a:pt x="5234486" y="1542335"/>
                  </a:lnTo>
                  <a:lnTo>
                    <a:pt x="5234673" y="1541901"/>
                  </a:lnTo>
                  <a:lnTo>
                    <a:pt x="5234860" y="1540838"/>
                  </a:lnTo>
                  <a:lnTo>
                    <a:pt x="5235047" y="1540334"/>
                  </a:lnTo>
                  <a:lnTo>
                    <a:pt x="5235234" y="1539610"/>
                  </a:lnTo>
                  <a:lnTo>
                    <a:pt x="5235421" y="1539124"/>
                  </a:lnTo>
                  <a:lnTo>
                    <a:pt x="5235608" y="1538859"/>
                  </a:lnTo>
                  <a:lnTo>
                    <a:pt x="5235795" y="1538439"/>
                  </a:lnTo>
                  <a:lnTo>
                    <a:pt x="5235982" y="1538548"/>
                  </a:lnTo>
                  <a:lnTo>
                    <a:pt x="5236169" y="1538704"/>
                  </a:lnTo>
                  <a:lnTo>
                    <a:pt x="5236356" y="1538859"/>
                  </a:lnTo>
                  <a:lnTo>
                    <a:pt x="5236543" y="1538811"/>
                  </a:lnTo>
                  <a:lnTo>
                    <a:pt x="5236730" y="1538690"/>
                  </a:lnTo>
                  <a:lnTo>
                    <a:pt x="5236916" y="1538466"/>
                  </a:lnTo>
                  <a:lnTo>
                    <a:pt x="5237103" y="1538175"/>
                  </a:lnTo>
                  <a:lnTo>
                    <a:pt x="5237290" y="1538256"/>
                  </a:lnTo>
                  <a:lnTo>
                    <a:pt x="5237477" y="1538110"/>
                  </a:lnTo>
                  <a:lnTo>
                    <a:pt x="5237664" y="1537976"/>
                  </a:lnTo>
                  <a:lnTo>
                    <a:pt x="5237851" y="1537860"/>
                  </a:lnTo>
                  <a:lnTo>
                    <a:pt x="5238038" y="1537382"/>
                  </a:lnTo>
                  <a:lnTo>
                    <a:pt x="5238225" y="1537629"/>
                  </a:lnTo>
                  <a:lnTo>
                    <a:pt x="5238412" y="1537174"/>
                  </a:lnTo>
                  <a:lnTo>
                    <a:pt x="5238599" y="1537036"/>
                  </a:lnTo>
                  <a:lnTo>
                    <a:pt x="5238786" y="1535918"/>
                  </a:lnTo>
                  <a:lnTo>
                    <a:pt x="5238973" y="1535281"/>
                  </a:lnTo>
                  <a:lnTo>
                    <a:pt x="5239160" y="1534645"/>
                  </a:lnTo>
                  <a:lnTo>
                    <a:pt x="5239346" y="1534501"/>
                  </a:lnTo>
                  <a:lnTo>
                    <a:pt x="5239533" y="1534099"/>
                  </a:lnTo>
                  <a:lnTo>
                    <a:pt x="5239720" y="1533951"/>
                  </a:lnTo>
                  <a:lnTo>
                    <a:pt x="5239907" y="1534295"/>
                  </a:lnTo>
                  <a:lnTo>
                    <a:pt x="5240094" y="1535276"/>
                  </a:lnTo>
                  <a:lnTo>
                    <a:pt x="5240281" y="1536705"/>
                  </a:lnTo>
                  <a:lnTo>
                    <a:pt x="5240468" y="1537663"/>
                  </a:lnTo>
                  <a:lnTo>
                    <a:pt x="5240655" y="1539329"/>
                  </a:lnTo>
                  <a:lnTo>
                    <a:pt x="5240842" y="1540885"/>
                  </a:lnTo>
                  <a:lnTo>
                    <a:pt x="5241029" y="1543578"/>
                  </a:lnTo>
                  <a:lnTo>
                    <a:pt x="5241216" y="1546576"/>
                  </a:lnTo>
                  <a:lnTo>
                    <a:pt x="5241403" y="1549567"/>
                  </a:lnTo>
                  <a:lnTo>
                    <a:pt x="5241589" y="1552596"/>
                  </a:lnTo>
                  <a:lnTo>
                    <a:pt x="5241776" y="1555958"/>
                  </a:lnTo>
                  <a:lnTo>
                    <a:pt x="5241963" y="1559670"/>
                  </a:lnTo>
                  <a:lnTo>
                    <a:pt x="5242150" y="1563551"/>
                  </a:lnTo>
                  <a:lnTo>
                    <a:pt x="5242337" y="1568165"/>
                  </a:lnTo>
                  <a:lnTo>
                    <a:pt x="5242524" y="1572762"/>
                  </a:lnTo>
                  <a:lnTo>
                    <a:pt x="5242711" y="1577159"/>
                  </a:lnTo>
                  <a:lnTo>
                    <a:pt x="5242898" y="1580859"/>
                  </a:lnTo>
                  <a:lnTo>
                    <a:pt x="5243085" y="1583813"/>
                  </a:lnTo>
                  <a:lnTo>
                    <a:pt x="5243272" y="1587997"/>
                  </a:lnTo>
                  <a:lnTo>
                    <a:pt x="5243459" y="1592634"/>
                  </a:lnTo>
                  <a:lnTo>
                    <a:pt x="5243646" y="1597734"/>
                  </a:lnTo>
                  <a:lnTo>
                    <a:pt x="5243833" y="1603205"/>
                  </a:lnTo>
                  <a:lnTo>
                    <a:pt x="5244019" y="1606457"/>
                  </a:lnTo>
                  <a:lnTo>
                    <a:pt x="5244206" y="1609805"/>
                  </a:lnTo>
                  <a:lnTo>
                    <a:pt x="5244393" y="1613693"/>
                  </a:lnTo>
                  <a:lnTo>
                    <a:pt x="5244580" y="1617480"/>
                  </a:lnTo>
                  <a:lnTo>
                    <a:pt x="5244767" y="1621746"/>
                  </a:lnTo>
                  <a:lnTo>
                    <a:pt x="5244954" y="1626155"/>
                  </a:lnTo>
                  <a:lnTo>
                    <a:pt x="5245141" y="1629508"/>
                  </a:lnTo>
                  <a:lnTo>
                    <a:pt x="5245328" y="1632729"/>
                  </a:lnTo>
                  <a:lnTo>
                    <a:pt x="5245515" y="1635693"/>
                  </a:lnTo>
                  <a:lnTo>
                    <a:pt x="5245702" y="1638317"/>
                  </a:lnTo>
                  <a:lnTo>
                    <a:pt x="5245889" y="1640735"/>
                  </a:lnTo>
                  <a:lnTo>
                    <a:pt x="5246076" y="1642836"/>
                  </a:lnTo>
                  <a:lnTo>
                    <a:pt x="5246263" y="1644778"/>
                  </a:lnTo>
                  <a:lnTo>
                    <a:pt x="5246449" y="1646887"/>
                  </a:lnTo>
                  <a:lnTo>
                    <a:pt x="5246636" y="1649351"/>
                  </a:lnTo>
                  <a:lnTo>
                    <a:pt x="5246823" y="1651571"/>
                  </a:lnTo>
                  <a:lnTo>
                    <a:pt x="5247010" y="1654815"/>
                  </a:lnTo>
                  <a:lnTo>
                    <a:pt x="5247197" y="1657609"/>
                  </a:lnTo>
                  <a:lnTo>
                    <a:pt x="5247384" y="1660241"/>
                  </a:lnTo>
                  <a:lnTo>
                    <a:pt x="5247571" y="1663015"/>
                  </a:lnTo>
                  <a:lnTo>
                    <a:pt x="5247758" y="1665963"/>
                  </a:lnTo>
                  <a:lnTo>
                    <a:pt x="5247945" y="1668158"/>
                  </a:lnTo>
                  <a:lnTo>
                    <a:pt x="5248132" y="1670528"/>
                  </a:lnTo>
                  <a:lnTo>
                    <a:pt x="5248319" y="1674015"/>
                  </a:lnTo>
                  <a:lnTo>
                    <a:pt x="5248506" y="1677585"/>
                  </a:lnTo>
                  <a:lnTo>
                    <a:pt x="5248692" y="1681124"/>
                  </a:lnTo>
                  <a:lnTo>
                    <a:pt x="5248879" y="1684528"/>
                  </a:lnTo>
                  <a:lnTo>
                    <a:pt x="5249066" y="1687954"/>
                  </a:lnTo>
                  <a:lnTo>
                    <a:pt x="5249253" y="1690972"/>
                  </a:lnTo>
                  <a:lnTo>
                    <a:pt x="5249440" y="1693467"/>
                  </a:lnTo>
                  <a:lnTo>
                    <a:pt x="5249627" y="1695288"/>
                  </a:lnTo>
                  <a:lnTo>
                    <a:pt x="5249814" y="1697829"/>
                  </a:lnTo>
                  <a:lnTo>
                    <a:pt x="5250001" y="1700270"/>
                  </a:lnTo>
                  <a:lnTo>
                    <a:pt x="5250188" y="1702767"/>
                  </a:lnTo>
                  <a:lnTo>
                    <a:pt x="5250375" y="1705409"/>
                  </a:lnTo>
                  <a:lnTo>
                    <a:pt x="5250562" y="1707867"/>
                  </a:lnTo>
                  <a:lnTo>
                    <a:pt x="5250749" y="1710924"/>
                  </a:lnTo>
                  <a:lnTo>
                    <a:pt x="5250936" y="1713896"/>
                  </a:lnTo>
                  <a:lnTo>
                    <a:pt x="5251122" y="1717354"/>
                  </a:lnTo>
                  <a:lnTo>
                    <a:pt x="5251309" y="1721009"/>
                  </a:lnTo>
                  <a:lnTo>
                    <a:pt x="5251496" y="1724762"/>
                  </a:lnTo>
                  <a:lnTo>
                    <a:pt x="5251683" y="1728633"/>
                  </a:lnTo>
                  <a:lnTo>
                    <a:pt x="5251870" y="1732096"/>
                  </a:lnTo>
                  <a:lnTo>
                    <a:pt x="5252057" y="1735969"/>
                  </a:lnTo>
                  <a:lnTo>
                    <a:pt x="5252244" y="1739007"/>
                  </a:lnTo>
                  <a:lnTo>
                    <a:pt x="5252431" y="1742892"/>
                  </a:lnTo>
                  <a:lnTo>
                    <a:pt x="5252618" y="1746520"/>
                  </a:lnTo>
                  <a:lnTo>
                    <a:pt x="5252805" y="1749889"/>
                  </a:lnTo>
                  <a:lnTo>
                    <a:pt x="5252992" y="1752512"/>
                  </a:lnTo>
                  <a:lnTo>
                    <a:pt x="5253179" y="1754917"/>
                  </a:lnTo>
                  <a:lnTo>
                    <a:pt x="5253365" y="1757582"/>
                  </a:lnTo>
                  <a:lnTo>
                    <a:pt x="5253552" y="1760557"/>
                  </a:lnTo>
                  <a:lnTo>
                    <a:pt x="5253739" y="1763640"/>
                  </a:lnTo>
                  <a:lnTo>
                    <a:pt x="5253926" y="1766497"/>
                  </a:lnTo>
                  <a:lnTo>
                    <a:pt x="5254113" y="1770390"/>
                  </a:lnTo>
                  <a:lnTo>
                    <a:pt x="5254300" y="1774316"/>
                  </a:lnTo>
                  <a:lnTo>
                    <a:pt x="5254487" y="1778242"/>
                  </a:lnTo>
                  <a:lnTo>
                    <a:pt x="5254674" y="1782067"/>
                  </a:lnTo>
                  <a:lnTo>
                    <a:pt x="5254861" y="1785623"/>
                  </a:lnTo>
                  <a:lnTo>
                    <a:pt x="5255048" y="1789498"/>
                  </a:lnTo>
                  <a:lnTo>
                    <a:pt x="5255235" y="1793124"/>
                  </a:lnTo>
                  <a:lnTo>
                    <a:pt x="5255422" y="1798190"/>
                  </a:lnTo>
                  <a:lnTo>
                    <a:pt x="5255609" y="1802382"/>
                  </a:lnTo>
                  <a:lnTo>
                    <a:pt x="5255795" y="1805898"/>
                  </a:lnTo>
                  <a:lnTo>
                    <a:pt x="5255982" y="1809289"/>
                  </a:lnTo>
                  <a:lnTo>
                    <a:pt x="5256169" y="1812218"/>
                  </a:lnTo>
                  <a:lnTo>
                    <a:pt x="5256356" y="1814628"/>
                  </a:lnTo>
                  <a:lnTo>
                    <a:pt x="5256543" y="1816980"/>
                  </a:lnTo>
                  <a:lnTo>
                    <a:pt x="5256730" y="1820173"/>
                  </a:lnTo>
                  <a:lnTo>
                    <a:pt x="5256917" y="1824250"/>
                  </a:lnTo>
                  <a:lnTo>
                    <a:pt x="5257104" y="1828714"/>
                  </a:lnTo>
                  <a:lnTo>
                    <a:pt x="5257291" y="1833178"/>
                  </a:lnTo>
                  <a:lnTo>
                    <a:pt x="5257478" y="1836029"/>
                  </a:lnTo>
                  <a:lnTo>
                    <a:pt x="5257665" y="1838787"/>
                  </a:lnTo>
                  <a:lnTo>
                    <a:pt x="5257852" y="1841476"/>
                  </a:lnTo>
                  <a:lnTo>
                    <a:pt x="5258039" y="1844369"/>
                  </a:lnTo>
                  <a:lnTo>
                    <a:pt x="5258225" y="1847738"/>
                  </a:lnTo>
                  <a:lnTo>
                    <a:pt x="5258412" y="1851654"/>
                  </a:lnTo>
                  <a:lnTo>
                    <a:pt x="5258599" y="1856119"/>
                  </a:lnTo>
                  <a:lnTo>
                    <a:pt x="5258786" y="1860739"/>
                  </a:lnTo>
                  <a:lnTo>
                    <a:pt x="5258973" y="1865902"/>
                  </a:lnTo>
                  <a:lnTo>
                    <a:pt x="5259160" y="1871269"/>
                  </a:lnTo>
                  <a:lnTo>
                    <a:pt x="5259347" y="1876578"/>
                  </a:lnTo>
                  <a:lnTo>
                    <a:pt x="5259534" y="1881614"/>
                  </a:lnTo>
                  <a:lnTo>
                    <a:pt x="5259721" y="1886240"/>
                  </a:lnTo>
                  <a:lnTo>
                    <a:pt x="5259908" y="1890599"/>
                  </a:lnTo>
                  <a:lnTo>
                    <a:pt x="5260095" y="1894957"/>
                  </a:lnTo>
                  <a:lnTo>
                    <a:pt x="5260282" y="1899033"/>
                  </a:lnTo>
                  <a:lnTo>
                    <a:pt x="5260468" y="1904564"/>
                  </a:lnTo>
                  <a:lnTo>
                    <a:pt x="5260655" y="1910004"/>
                  </a:lnTo>
                  <a:lnTo>
                    <a:pt x="5260842" y="1915682"/>
                  </a:lnTo>
                  <a:lnTo>
                    <a:pt x="5261029" y="1922413"/>
                  </a:lnTo>
                  <a:lnTo>
                    <a:pt x="5261216" y="1928780"/>
                  </a:lnTo>
                  <a:lnTo>
                    <a:pt x="5261403" y="1934754"/>
                  </a:lnTo>
                  <a:lnTo>
                    <a:pt x="5261590" y="1940551"/>
                  </a:lnTo>
                  <a:lnTo>
                    <a:pt x="5261777" y="1945547"/>
                  </a:lnTo>
                  <a:lnTo>
                    <a:pt x="5261964" y="1950094"/>
                  </a:lnTo>
                  <a:lnTo>
                    <a:pt x="5262151" y="1954394"/>
                  </a:lnTo>
                  <a:lnTo>
                    <a:pt x="5262338" y="1958941"/>
                  </a:lnTo>
                  <a:lnTo>
                    <a:pt x="5262525" y="1963712"/>
                  </a:lnTo>
                  <a:lnTo>
                    <a:pt x="5262712" y="1968782"/>
                  </a:lnTo>
                  <a:lnTo>
                    <a:pt x="5262898" y="1973239"/>
                  </a:lnTo>
                  <a:lnTo>
                    <a:pt x="5263085" y="1977412"/>
                  </a:lnTo>
                  <a:lnTo>
                    <a:pt x="5263272" y="1980555"/>
                  </a:lnTo>
                  <a:lnTo>
                    <a:pt x="5263459" y="1982354"/>
                  </a:lnTo>
                  <a:lnTo>
                    <a:pt x="5263646" y="1983889"/>
                  </a:lnTo>
                  <a:lnTo>
                    <a:pt x="5263833" y="1986092"/>
                  </a:lnTo>
                  <a:lnTo>
                    <a:pt x="5264020" y="1988205"/>
                  </a:lnTo>
                  <a:lnTo>
                    <a:pt x="5264207" y="1990631"/>
                  </a:lnTo>
                  <a:lnTo>
                    <a:pt x="5264394" y="1993197"/>
                  </a:lnTo>
                  <a:lnTo>
                    <a:pt x="5264581" y="1995920"/>
                  </a:lnTo>
                  <a:lnTo>
                    <a:pt x="5264768" y="1999188"/>
                  </a:lnTo>
                  <a:lnTo>
                    <a:pt x="5264955" y="2001729"/>
                  </a:lnTo>
                  <a:lnTo>
                    <a:pt x="5265141" y="2003479"/>
                  </a:lnTo>
                  <a:lnTo>
                    <a:pt x="5265328" y="2004774"/>
                  </a:lnTo>
                  <a:lnTo>
                    <a:pt x="5265515" y="2005096"/>
                  </a:lnTo>
                  <a:lnTo>
                    <a:pt x="5265702" y="2005121"/>
                  </a:lnTo>
                  <a:lnTo>
                    <a:pt x="5265889" y="2005385"/>
                  </a:lnTo>
                  <a:lnTo>
                    <a:pt x="5266076" y="2006829"/>
                  </a:lnTo>
                  <a:lnTo>
                    <a:pt x="5266263" y="2008248"/>
                  </a:lnTo>
                  <a:lnTo>
                    <a:pt x="5266450" y="2009602"/>
                  </a:lnTo>
                  <a:lnTo>
                    <a:pt x="5266637" y="2010740"/>
                  </a:lnTo>
                  <a:lnTo>
                    <a:pt x="5266824" y="2011236"/>
                  </a:lnTo>
                  <a:lnTo>
                    <a:pt x="5267011" y="2010641"/>
                  </a:lnTo>
                  <a:lnTo>
                    <a:pt x="5267198" y="2009445"/>
                  </a:lnTo>
                  <a:lnTo>
                    <a:pt x="5267385" y="2007390"/>
                  </a:lnTo>
                  <a:lnTo>
                    <a:pt x="5267571" y="2003718"/>
                  </a:lnTo>
                  <a:lnTo>
                    <a:pt x="5267758" y="2000178"/>
                  </a:lnTo>
                  <a:lnTo>
                    <a:pt x="5267945" y="1996919"/>
                  </a:lnTo>
                  <a:lnTo>
                    <a:pt x="5268132" y="1993098"/>
                  </a:lnTo>
                  <a:lnTo>
                    <a:pt x="5268319" y="1989880"/>
                  </a:lnTo>
                  <a:lnTo>
                    <a:pt x="5268506" y="1986612"/>
                  </a:lnTo>
                  <a:lnTo>
                    <a:pt x="5268693" y="1982552"/>
                  </a:lnTo>
                  <a:lnTo>
                    <a:pt x="5268880" y="1977287"/>
                  </a:lnTo>
                  <a:lnTo>
                    <a:pt x="5269067" y="1971660"/>
                  </a:lnTo>
                  <a:lnTo>
                    <a:pt x="5269254" y="1968001"/>
                  </a:lnTo>
                  <a:lnTo>
                    <a:pt x="5269441" y="1964010"/>
                  </a:lnTo>
                  <a:lnTo>
                    <a:pt x="5269628" y="1960540"/>
                  </a:lnTo>
                  <a:lnTo>
                    <a:pt x="5269815" y="1957628"/>
                  </a:lnTo>
                  <a:lnTo>
                    <a:pt x="5270001" y="1954473"/>
                  </a:lnTo>
                  <a:lnTo>
                    <a:pt x="5270188" y="1951628"/>
                  </a:lnTo>
                  <a:lnTo>
                    <a:pt x="5270375" y="1949198"/>
                  </a:lnTo>
                  <a:lnTo>
                    <a:pt x="5270562" y="1946531"/>
                  </a:lnTo>
                  <a:lnTo>
                    <a:pt x="5270749" y="1943744"/>
                  </a:lnTo>
                  <a:lnTo>
                    <a:pt x="5270936" y="1940178"/>
                  </a:lnTo>
                  <a:lnTo>
                    <a:pt x="5271123" y="1936200"/>
                  </a:lnTo>
                  <a:lnTo>
                    <a:pt x="5271310" y="1932178"/>
                  </a:lnTo>
                  <a:lnTo>
                    <a:pt x="5271497" y="1928986"/>
                  </a:lnTo>
                  <a:lnTo>
                    <a:pt x="5271684" y="1925532"/>
                  </a:lnTo>
                  <a:lnTo>
                    <a:pt x="5271871" y="1922230"/>
                  </a:lnTo>
                  <a:lnTo>
                    <a:pt x="5272058" y="1919057"/>
                  </a:lnTo>
                  <a:lnTo>
                    <a:pt x="5272244" y="1916440"/>
                  </a:lnTo>
                  <a:lnTo>
                    <a:pt x="5272431" y="1913466"/>
                  </a:lnTo>
                  <a:lnTo>
                    <a:pt x="5272618" y="1910395"/>
                  </a:lnTo>
                  <a:lnTo>
                    <a:pt x="5272805" y="1907634"/>
                  </a:lnTo>
                  <a:lnTo>
                    <a:pt x="5272992" y="1905339"/>
                  </a:lnTo>
                  <a:lnTo>
                    <a:pt x="5273179" y="1904109"/>
                  </a:lnTo>
                  <a:lnTo>
                    <a:pt x="5273366" y="1903306"/>
                  </a:lnTo>
                  <a:lnTo>
                    <a:pt x="5273553" y="1902735"/>
                  </a:lnTo>
                  <a:lnTo>
                    <a:pt x="5273740" y="1902450"/>
                  </a:lnTo>
                  <a:lnTo>
                    <a:pt x="5273927" y="1902668"/>
                  </a:lnTo>
                  <a:lnTo>
                    <a:pt x="5274114" y="1903021"/>
                  </a:lnTo>
                  <a:lnTo>
                    <a:pt x="5274301" y="1903175"/>
                  </a:lnTo>
                  <a:lnTo>
                    <a:pt x="5274488" y="1903403"/>
                  </a:lnTo>
                  <a:lnTo>
                    <a:pt x="5274674" y="1903766"/>
                  </a:lnTo>
                  <a:lnTo>
                    <a:pt x="5274861" y="1903992"/>
                  </a:lnTo>
                  <a:lnTo>
                    <a:pt x="5275048" y="1904063"/>
                  </a:lnTo>
                  <a:lnTo>
                    <a:pt x="5275235" y="1904328"/>
                  </a:lnTo>
                  <a:lnTo>
                    <a:pt x="5275422" y="1905547"/>
                  </a:lnTo>
                  <a:lnTo>
                    <a:pt x="5275609" y="1906538"/>
                  </a:lnTo>
                  <a:lnTo>
                    <a:pt x="5275796" y="1907837"/>
                  </a:lnTo>
                  <a:lnTo>
                    <a:pt x="5275983" y="1908269"/>
                  </a:lnTo>
                  <a:lnTo>
                    <a:pt x="5276170" y="1909000"/>
                  </a:lnTo>
                  <a:lnTo>
                    <a:pt x="5276357" y="1908857"/>
                  </a:lnTo>
                  <a:lnTo>
                    <a:pt x="5276544" y="1908407"/>
                  </a:lnTo>
                  <a:lnTo>
                    <a:pt x="5276731" y="1907097"/>
                  </a:lnTo>
                  <a:lnTo>
                    <a:pt x="5276918" y="1905887"/>
                  </a:lnTo>
                  <a:lnTo>
                    <a:pt x="5277104" y="1904633"/>
                  </a:lnTo>
                  <a:lnTo>
                    <a:pt x="5277291" y="1902902"/>
                  </a:lnTo>
                  <a:lnTo>
                    <a:pt x="5277478" y="1900571"/>
                  </a:lnTo>
                  <a:lnTo>
                    <a:pt x="5277665" y="1898157"/>
                  </a:lnTo>
                  <a:lnTo>
                    <a:pt x="5277852" y="1896094"/>
                  </a:lnTo>
                  <a:lnTo>
                    <a:pt x="5278039" y="1894805"/>
                  </a:lnTo>
                  <a:lnTo>
                    <a:pt x="5278226" y="1892768"/>
                  </a:lnTo>
                  <a:lnTo>
                    <a:pt x="5278413" y="1890767"/>
                  </a:lnTo>
                  <a:lnTo>
                    <a:pt x="5278600" y="1889223"/>
                  </a:lnTo>
                  <a:lnTo>
                    <a:pt x="5278787" y="1887102"/>
                  </a:lnTo>
                  <a:lnTo>
                    <a:pt x="5278974" y="1884794"/>
                  </a:lnTo>
                  <a:lnTo>
                    <a:pt x="5279161" y="1882234"/>
                  </a:lnTo>
                  <a:lnTo>
                    <a:pt x="5279347" y="1879421"/>
                  </a:lnTo>
                  <a:lnTo>
                    <a:pt x="5279534" y="1876705"/>
                  </a:lnTo>
                  <a:lnTo>
                    <a:pt x="5279721" y="1873686"/>
                  </a:lnTo>
                  <a:lnTo>
                    <a:pt x="5279908" y="1870491"/>
                  </a:lnTo>
                  <a:lnTo>
                    <a:pt x="5280095" y="1866883"/>
                  </a:lnTo>
                  <a:lnTo>
                    <a:pt x="5280282" y="1863483"/>
                  </a:lnTo>
                  <a:lnTo>
                    <a:pt x="5280469" y="1860771"/>
                  </a:lnTo>
                  <a:lnTo>
                    <a:pt x="5280656" y="1857187"/>
                  </a:lnTo>
                  <a:lnTo>
                    <a:pt x="5280843" y="1853125"/>
                  </a:lnTo>
                  <a:lnTo>
                    <a:pt x="5281030" y="1846641"/>
                  </a:lnTo>
                  <a:lnTo>
                    <a:pt x="5281217" y="1840233"/>
                  </a:lnTo>
                  <a:lnTo>
                    <a:pt x="5281404" y="1833398"/>
                  </a:lnTo>
                  <a:lnTo>
                    <a:pt x="5281591" y="1824205"/>
                  </a:lnTo>
                  <a:lnTo>
                    <a:pt x="5281777" y="1814798"/>
                  </a:lnTo>
                  <a:lnTo>
                    <a:pt x="5281964" y="1805358"/>
                  </a:lnTo>
                  <a:lnTo>
                    <a:pt x="5282151" y="1795522"/>
                  </a:lnTo>
                  <a:lnTo>
                    <a:pt x="5282338" y="1785133"/>
                  </a:lnTo>
                  <a:lnTo>
                    <a:pt x="5282525" y="1773374"/>
                  </a:lnTo>
                  <a:lnTo>
                    <a:pt x="5282712" y="1760881"/>
                  </a:lnTo>
                  <a:lnTo>
                    <a:pt x="5282899" y="1748709"/>
                  </a:lnTo>
                  <a:lnTo>
                    <a:pt x="5283086" y="1737388"/>
                  </a:lnTo>
                  <a:lnTo>
                    <a:pt x="5283273" y="1725967"/>
                  </a:lnTo>
                  <a:lnTo>
                    <a:pt x="5283460" y="1714844"/>
                  </a:lnTo>
                  <a:lnTo>
                    <a:pt x="5283647" y="1704380"/>
                  </a:lnTo>
                  <a:lnTo>
                    <a:pt x="5283834" y="1696899"/>
                  </a:lnTo>
                  <a:lnTo>
                    <a:pt x="5284020" y="1689281"/>
                  </a:lnTo>
                  <a:lnTo>
                    <a:pt x="5284207" y="1682954"/>
                  </a:lnTo>
                  <a:lnTo>
                    <a:pt x="5284394" y="1675465"/>
                  </a:lnTo>
                  <a:lnTo>
                    <a:pt x="5284581" y="1667486"/>
                  </a:lnTo>
                  <a:lnTo>
                    <a:pt x="5284768" y="1658736"/>
                  </a:lnTo>
                  <a:lnTo>
                    <a:pt x="5284955" y="1649694"/>
                  </a:lnTo>
                  <a:lnTo>
                    <a:pt x="5285142" y="1640729"/>
                  </a:lnTo>
                  <a:lnTo>
                    <a:pt x="5285329" y="1631977"/>
                  </a:lnTo>
                  <a:lnTo>
                    <a:pt x="5285516" y="1623269"/>
                  </a:lnTo>
                  <a:lnTo>
                    <a:pt x="5285703" y="1614411"/>
                  </a:lnTo>
                  <a:lnTo>
                    <a:pt x="5285890" y="1605438"/>
                  </a:lnTo>
                  <a:lnTo>
                    <a:pt x="5286077" y="1595484"/>
                  </a:lnTo>
                  <a:lnTo>
                    <a:pt x="5286264" y="1584886"/>
                  </a:lnTo>
                  <a:lnTo>
                    <a:pt x="5286450" y="1573872"/>
                  </a:lnTo>
                  <a:lnTo>
                    <a:pt x="5286637" y="1562636"/>
                  </a:lnTo>
                  <a:lnTo>
                    <a:pt x="5286824" y="1550864"/>
                  </a:lnTo>
                  <a:lnTo>
                    <a:pt x="5287011" y="1536864"/>
                  </a:lnTo>
                  <a:lnTo>
                    <a:pt x="5287198" y="1523444"/>
                  </a:lnTo>
                  <a:lnTo>
                    <a:pt x="5287385" y="1510710"/>
                  </a:lnTo>
                  <a:lnTo>
                    <a:pt x="5287572" y="1498626"/>
                  </a:lnTo>
                  <a:lnTo>
                    <a:pt x="5287759" y="1486579"/>
                  </a:lnTo>
                  <a:lnTo>
                    <a:pt x="5287946" y="1474478"/>
                  </a:lnTo>
                  <a:lnTo>
                    <a:pt x="5288133" y="1462051"/>
                  </a:lnTo>
                  <a:lnTo>
                    <a:pt x="5288320" y="1449621"/>
                  </a:lnTo>
                  <a:lnTo>
                    <a:pt x="5288507" y="1440093"/>
                  </a:lnTo>
                  <a:lnTo>
                    <a:pt x="5288694" y="1431220"/>
                  </a:lnTo>
                  <a:lnTo>
                    <a:pt x="5288880" y="1423041"/>
                  </a:lnTo>
                  <a:lnTo>
                    <a:pt x="5289067" y="1415635"/>
                  </a:lnTo>
                  <a:lnTo>
                    <a:pt x="5289254" y="1409287"/>
                  </a:lnTo>
                  <a:lnTo>
                    <a:pt x="5289441" y="1403286"/>
                  </a:lnTo>
                  <a:lnTo>
                    <a:pt x="5289628" y="1397176"/>
                  </a:lnTo>
                  <a:lnTo>
                    <a:pt x="5289815" y="1391220"/>
                  </a:lnTo>
                  <a:lnTo>
                    <a:pt x="5290002" y="1383301"/>
                  </a:lnTo>
                  <a:lnTo>
                    <a:pt x="5290189" y="1375540"/>
                  </a:lnTo>
                  <a:lnTo>
                    <a:pt x="5290376" y="1369409"/>
                  </a:lnTo>
                  <a:lnTo>
                    <a:pt x="5290563" y="1363699"/>
                  </a:lnTo>
                  <a:lnTo>
                    <a:pt x="5290750" y="1358140"/>
                  </a:lnTo>
                  <a:lnTo>
                    <a:pt x="5290937" y="1352804"/>
                  </a:lnTo>
                  <a:lnTo>
                    <a:pt x="5291123" y="1347860"/>
                  </a:lnTo>
                  <a:lnTo>
                    <a:pt x="5291310" y="1343091"/>
                  </a:lnTo>
                  <a:lnTo>
                    <a:pt x="5291497" y="1338238"/>
                  </a:lnTo>
                  <a:lnTo>
                    <a:pt x="5291684" y="1333296"/>
                  </a:lnTo>
                  <a:lnTo>
                    <a:pt x="5291871" y="1325985"/>
                  </a:lnTo>
                  <a:lnTo>
                    <a:pt x="5292058" y="1318624"/>
                  </a:lnTo>
                  <a:lnTo>
                    <a:pt x="5292245" y="1311594"/>
                  </a:lnTo>
                  <a:lnTo>
                    <a:pt x="5292432" y="1305281"/>
                  </a:lnTo>
                  <a:lnTo>
                    <a:pt x="5292619" y="1298515"/>
                  </a:lnTo>
                  <a:lnTo>
                    <a:pt x="5292806" y="1292045"/>
                  </a:lnTo>
                  <a:lnTo>
                    <a:pt x="5292993" y="1286054"/>
                  </a:lnTo>
                  <a:lnTo>
                    <a:pt x="5293180" y="1280096"/>
                  </a:lnTo>
                  <a:lnTo>
                    <a:pt x="5293367" y="1273957"/>
                  </a:lnTo>
                  <a:lnTo>
                    <a:pt x="5293553" y="1267281"/>
                  </a:lnTo>
                  <a:lnTo>
                    <a:pt x="5293740" y="1260251"/>
                  </a:lnTo>
                  <a:lnTo>
                    <a:pt x="5293927" y="1252898"/>
                  </a:lnTo>
                  <a:lnTo>
                    <a:pt x="5294114" y="1245175"/>
                  </a:lnTo>
                  <a:lnTo>
                    <a:pt x="5294301" y="1237162"/>
                  </a:lnTo>
                  <a:lnTo>
                    <a:pt x="5294488" y="1229488"/>
                  </a:lnTo>
                  <a:lnTo>
                    <a:pt x="5294675" y="1221847"/>
                  </a:lnTo>
                  <a:lnTo>
                    <a:pt x="5294862" y="1213908"/>
                  </a:lnTo>
                  <a:lnTo>
                    <a:pt x="5295049" y="1205474"/>
                  </a:lnTo>
                  <a:lnTo>
                    <a:pt x="5295236" y="1196945"/>
                  </a:lnTo>
                  <a:lnTo>
                    <a:pt x="5295423" y="1188326"/>
                  </a:lnTo>
                  <a:lnTo>
                    <a:pt x="5295610" y="1178944"/>
                  </a:lnTo>
                  <a:lnTo>
                    <a:pt x="5295797" y="1169073"/>
                  </a:lnTo>
                  <a:lnTo>
                    <a:pt x="5295983" y="1158603"/>
                  </a:lnTo>
                  <a:lnTo>
                    <a:pt x="5296170" y="1148583"/>
                  </a:lnTo>
                  <a:lnTo>
                    <a:pt x="5296357" y="1139104"/>
                  </a:lnTo>
                  <a:lnTo>
                    <a:pt x="5296544" y="1130082"/>
                  </a:lnTo>
                  <a:lnTo>
                    <a:pt x="5296731" y="1121357"/>
                  </a:lnTo>
                  <a:lnTo>
                    <a:pt x="5296918" y="1112614"/>
                  </a:lnTo>
                  <a:lnTo>
                    <a:pt x="5297105" y="1103703"/>
                  </a:lnTo>
                  <a:lnTo>
                    <a:pt x="5297292" y="1093898"/>
                  </a:lnTo>
                  <a:lnTo>
                    <a:pt x="5297479" y="1083240"/>
                  </a:lnTo>
                  <a:lnTo>
                    <a:pt x="5297666" y="1073024"/>
                  </a:lnTo>
                  <a:lnTo>
                    <a:pt x="5297853" y="1062805"/>
                  </a:lnTo>
                  <a:lnTo>
                    <a:pt x="5298040" y="1052405"/>
                  </a:lnTo>
                  <a:lnTo>
                    <a:pt x="5298226" y="1042291"/>
                  </a:lnTo>
                  <a:lnTo>
                    <a:pt x="5298413" y="1033067"/>
                  </a:lnTo>
                  <a:lnTo>
                    <a:pt x="5298600" y="1024134"/>
                  </a:lnTo>
                  <a:lnTo>
                    <a:pt x="5298787" y="1015495"/>
                  </a:lnTo>
                  <a:lnTo>
                    <a:pt x="5298974" y="1008635"/>
                  </a:lnTo>
                  <a:lnTo>
                    <a:pt x="5299161" y="1001602"/>
                  </a:lnTo>
                  <a:lnTo>
                    <a:pt x="5299348" y="995404"/>
                  </a:lnTo>
                  <a:lnTo>
                    <a:pt x="5299535" y="989336"/>
                  </a:lnTo>
                  <a:lnTo>
                    <a:pt x="5299722" y="982803"/>
                  </a:lnTo>
                  <a:lnTo>
                    <a:pt x="5299909" y="976063"/>
                  </a:lnTo>
                  <a:lnTo>
                    <a:pt x="5300096" y="969681"/>
                  </a:lnTo>
                  <a:lnTo>
                    <a:pt x="5300283" y="966017"/>
                  </a:lnTo>
                  <a:lnTo>
                    <a:pt x="5300470" y="962209"/>
                  </a:lnTo>
                  <a:lnTo>
                    <a:pt x="5300656" y="958748"/>
                  </a:lnTo>
                  <a:lnTo>
                    <a:pt x="5300843" y="956439"/>
                  </a:lnTo>
                  <a:lnTo>
                    <a:pt x="5301030" y="953989"/>
                  </a:lnTo>
                  <a:lnTo>
                    <a:pt x="5301217" y="950847"/>
                  </a:lnTo>
                  <a:lnTo>
                    <a:pt x="5301404" y="947236"/>
                  </a:lnTo>
                  <a:lnTo>
                    <a:pt x="5301591" y="943211"/>
                  </a:lnTo>
                  <a:lnTo>
                    <a:pt x="5301778" y="939823"/>
                  </a:lnTo>
                  <a:lnTo>
                    <a:pt x="5301965" y="936364"/>
                  </a:lnTo>
                  <a:lnTo>
                    <a:pt x="5302152" y="930736"/>
                  </a:lnTo>
                  <a:lnTo>
                    <a:pt x="5302339" y="925366"/>
                  </a:lnTo>
                  <a:lnTo>
                    <a:pt x="5302526" y="920891"/>
                  </a:lnTo>
                  <a:lnTo>
                    <a:pt x="5302713" y="916766"/>
                  </a:lnTo>
                  <a:lnTo>
                    <a:pt x="5302899" y="912220"/>
                  </a:lnTo>
                  <a:lnTo>
                    <a:pt x="5303086" y="907218"/>
                  </a:lnTo>
                  <a:lnTo>
                    <a:pt x="5303273" y="901137"/>
                  </a:lnTo>
                  <a:lnTo>
                    <a:pt x="5303460" y="890154"/>
                  </a:lnTo>
                  <a:lnTo>
                    <a:pt x="5303647" y="878767"/>
                  </a:lnTo>
                  <a:lnTo>
                    <a:pt x="5303834" y="867676"/>
                  </a:lnTo>
                  <a:lnTo>
                    <a:pt x="5304021" y="857683"/>
                  </a:lnTo>
                  <a:lnTo>
                    <a:pt x="5304208" y="848499"/>
                  </a:lnTo>
                  <a:lnTo>
                    <a:pt x="5304395" y="839488"/>
                  </a:lnTo>
                  <a:lnTo>
                    <a:pt x="5304582" y="833283"/>
                  </a:lnTo>
                  <a:lnTo>
                    <a:pt x="5304769" y="827645"/>
                  </a:lnTo>
                  <a:lnTo>
                    <a:pt x="5304956" y="822310"/>
                  </a:lnTo>
                  <a:lnTo>
                    <a:pt x="5305143" y="816127"/>
                  </a:lnTo>
                  <a:lnTo>
                    <a:pt x="5305329" y="810001"/>
                  </a:lnTo>
                  <a:lnTo>
                    <a:pt x="5305516" y="804750"/>
                  </a:lnTo>
                  <a:lnTo>
                    <a:pt x="5305703" y="799826"/>
                  </a:lnTo>
                  <a:lnTo>
                    <a:pt x="5305890" y="795654"/>
                  </a:lnTo>
                  <a:lnTo>
                    <a:pt x="5306077" y="792714"/>
                  </a:lnTo>
                  <a:lnTo>
                    <a:pt x="5306264" y="790807"/>
                  </a:lnTo>
                  <a:lnTo>
                    <a:pt x="5306451" y="789266"/>
                  </a:lnTo>
                  <a:lnTo>
                    <a:pt x="5306638" y="785672"/>
                  </a:lnTo>
                  <a:lnTo>
                    <a:pt x="5306825" y="782384"/>
                  </a:lnTo>
                  <a:lnTo>
                    <a:pt x="5307012" y="779088"/>
                  </a:lnTo>
                  <a:lnTo>
                    <a:pt x="5307199" y="776785"/>
                  </a:lnTo>
                  <a:lnTo>
                    <a:pt x="5307386" y="775383"/>
                  </a:lnTo>
                  <a:lnTo>
                    <a:pt x="5307573" y="774295"/>
                  </a:lnTo>
                  <a:lnTo>
                    <a:pt x="5307759" y="773571"/>
                  </a:lnTo>
                  <a:lnTo>
                    <a:pt x="5307946" y="773447"/>
                  </a:lnTo>
                  <a:lnTo>
                    <a:pt x="5308133" y="770813"/>
                  </a:lnTo>
                  <a:lnTo>
                    <a:pt x="5308320" y="767672"/>
                  </a:lnTo>
                  <a:lnTo>
                    <a:pt x="5308507" y="764902"/>
                  </a:lnTo>
                  <a:lnTo>
                    <a:pt x="5308694" y="761727"/>
                  </a:lnTo>
                  <a:lnTo>
                    <a:pt x="5308881" y="757477"/>
                  </a:lnTo>
                  <a:lnTo>
                    <a:pt x="5309068" y="753261"/>
                  </a:lnTo>
                  <a:lnTo>
                    <a:pt x="5309255" y="749907"/>
                  </a:lnTo>
                  <a:lnTo>
                    <a:pt x="5309442" y="746905"/>
                  </a:lnTo>
                  <a:lnTo>
                    <a:pt x="5309629" y="743291"/>
                  </a:lnTo>
                  <a:lnTo>
                    <a:pt x="5309816" y="739762"/>
                  </a:lnTo>
                  <a:lnTo>
                    <a:pt x="5310002" y="735463"/>
                  </a:lnTo>
                  <a:lnTo>
                    <a:pt x="5310189" y="729720"/>
                  </a:lnTo>
                  <a:lnTo>
                    <a:pt x="5310376" y="723040"/>
                  </a:lnTo>
                  <a:lnTo>
                    <a:pt x="5310563" y="715425"/>
                  </a:lnTo>
                  <a:lnTo>
                    <a:pt x="5310750" y="708032"/>
                  </a:lnTo>
                  <a:lnTo>
                    <a:pt x="5310937" y="701182"/>
                  </a:lnTo>
                  <a:lnTo>
                    <a:pt x="5311124" y="694537"/>
                  </a:lnTo>
                  <a:lnTo>
                    <a:pt x="5311311" y="688344"/>
                  </a:lnTo>
                  <a:lnTo>
                    <a:pt x="5311498" y="683146"/>
                  </a:lnTo>
                  <a:lnTo>
                    <a:pt x="5311685" y="679003"/>
                  </a:lnTo>
                  <a:lnTo>
                    <a:pt x="5311872" y="674543"/>
                  </a:lnTo>
                  <a:lnTo>
                    <a:pt x="5312059" y="668983"/>
                  </a:lnTo>
                  <a:lnTo>
                    <a:pt x="5312246" y="663232"/>
                  </a:lnTo>
                  <a:lnTo>
                    <a:pt x="5312432" y="657620"/>
                  </a:lnTo>
                  <a:lnTo>
                    <a:pt x="5312619" y="652086"/>
                  </a:lnTo>
                  <a:lnTo>
                    <a:pt x="5312806" y="646335"/>
                  </a:lnTo>
                  <a:lnTo>
                    <a:pt x="5312993" y="642064"/>
                  </a:lnTo>
                  <a:lnTo>
                    <a:pt x="5313180" y="638919"/>
                  </a:lnTo>
                  <a:lnTo>
                    <a:pt x="5313367" y="637139"/>
                  </a:lnTo>
                  <a:lnTo>
                    <a:pt x="5313554" y="635298"/>
                  </a:lnTo>
                  <a:lnTo>
                    <a:pt x="5313741" y="634201"/>
                  </a:lnTo>
                  <a:lnTo>
                    <a:pt x="5313928" y="632307"/>
                  </a:lnTo>
                  <a:lnTo>
                    <a:pt x="5314115" y="629872"/>
                  </a:lnTo>
                  <a:lnTo>
                    <a:pt x="5314302" y="627170"/>
                  </a:lnTo>
                  <a:lnTo>
                    <a:pt x="5314489" y="623856"/>
                  </a:lnTo>
                  <a:lnTo>
                    <a:pt x="5314676" y="621593"/>
                  </a:lnTo>
                  <a:lnTo>
                    <a:pt x="5314862" y="620441"/>
                  </a:lnTo>
                  <a:lnTo>
                    <a:pt x="5315049" y="619536"/>
                  </a:lnTo>
                  <a:lnTo>
                    <a:pt x="5315236" y="618820"/>
                  </a:lnTo>
                  <a:lnTo>
                    <a:pt x="5315423" y="616982"/>
                  </a:lnTo>
                  <a:lnTo>
                    <a:pt x="5315610" y="615585"/>
                  </a:lnTo>
                  <a:lnTo>
                    <a:pt x="5315797" y="613522"/>
                  </a:lnTo>
                  <a:lnTo>
                    <a:pt x="5315984" y="610625"/>
                  </a:lnTo>
                  <a:lnTo>
                    <a:pt x="5316171" y="608021"/>
                  </a:lnTo>
                  <a:lnTo>
                    <a:pt x="5316358" y="606014"/>
                  </a:lnTo>
                  <a:lnTo>
                    <a:pt x="5316545" y="603717"/>
                  </a:lnTo>
                  <a:lnTo>
                    <a:pt x="5316732" y="602439"/>
                  </a:lnTo>
                  <a:lnTo>
                    <a:pt x="5316919" y="601695"/>
                  </a:lnTo>
                  <a:lnTo>
                    <a:pt x="5317105" y="600521"/>
                  </a:lnTo>
                  <a:lnTo>
                    <a:pt x="5317292" y="599952"/>
                  </a:lnTo>
                  <a:lnTo>
                    <a:pt x="5317479" y="599114"/>
                  </a:lnTo>
                  <a:lnTo>
                    <a:pt x="5317666" y="598773"/>
                  </a:lnTo>
                  <a:lnTo>
                    <a:pt x="5317853" y="599116"/>
                  </a:lnTo>
                  <a:lnTo>
                    <a:pt x="5318040" y="599944"/>
                  </a:lnTo>
                  <a:lnTo>
                    <a:pt x="5318227" y="601910"/>
                  </a:lnTo>
                  <a:lnTo>
                    <a:pt x="5318414" y="607049"/>
                  </a:lnTo>
                  <a:lnTo>
                    <a:pt x="5318601" y="613159"/>
                  </a:lnTo>
                  <a:lnTo>
                    <a:pt x="5318788" y="619904"/>
                  </a:lnTo>
                  <a:lnTo>
                    <a:pt x="5318975" y="628956"/>
                  </a:lnTo>
                  <a:lnTo>
                    <a:pt x="5319162" y="637926"/>
                  </a:lnTo>
                  <a:lnTo>
                    <a:pt x="5319349" y="647300"/>
                  </a:lnTo>
                  <a:lnTo>
                    <a:pt x="5319535" y="656641"/>
                  </a:lnTo>
                  <a:lnTo>
                    <a:pt x="5319722" y="666420"/>
                  </a:lnTo>
                  <a:lnTo>
                    <a:pt x="5319909" y="677964"/>
                  </a:lnTo>
                  <a:lnTo>
                    <a:pt x="5320096" y="690375"/>
                  </a:lnTo>
                  <a:lnTo>
                    <a:pt x="5320283" y="703289"/>
                  </a:lnTo>
                  <a:lnTo>
                    <a:pt x="5320470" y="715006"/>
                  </a:lnTo>
                  <a:lnTo>
                    <a:pt x="5320657" y="726254"/>
                  </a:lnTo>
                  <a:lnTo>
                    <a:pt x="5320844" y="736544"/>
                  </a:lnTo>
                  <a:lnTo>
                    <a:pt x="5321031" y="745324"/>
                  </a:lnTo>
                  <a:lnTo>
                    <a:pt x="5321218" y="749859"/>
                  </a:lnTo>
                  <a:lnTo>
                    <a:pt x="5321405" y="753426"/>
                  </a:lnTo>
                  <a:lnTo>
                    <a:pt x="5321592" y="755585"/>
                  </a:lnTo>
                  <a:lnTo>
                    <a:pt x="5321778" y="758106"/>
                  </a:lnTo>
                  <a:lnTo>
                    <a:pt x="5321965" y="760780"/>
                  </a:lnTo>
                  <a:lnTo>
                    <a:pt x="5322152" y="763919"/>
                  </a:lnTo>
                  <a:lnTo>
                    <a:pt x="5322339" y="766367"/>
                  </a:lnTo>
                  <a:lnTo>
                    <a:pt x="5322526" y="768451"/>
                  </a:lnTo>
                  <a:lnTo>
                    <a:pt x="5322713" y="769586"/>
                  </a:lnTo>
                  <a:lnTo>
                    <a:pt x="5322900" y="769448"/>
                  </a:lnTo>
                  <a:lnTo>
                    <a:pt x="5323087" y="767967"/>
                  </a:lnTo>
                  <a:lnTo>
                    <a:pt x="5323274" y="765708"/>
                  </a:lnTo>
                  <a:lnTo>
                    <a:pt x="5323461" y="763843"/>
                  </a:lnTo>
                  <a:lnTo>
                    <a:pt x="5323648" y="762409"/>
                  </a:lnTo>
                  <a:lnTo>
                    <a:pt x="5323835" y="761157"/>
                  </a:lnTo>
                  <a:lnTo>
                    <a:pt x="5324022" y="760623"/>
                  </a:lnTo>
                  <a:lnTo>
                    <a:pt x="5324208" y="761126"/>
                  </a:lnTo>
                  <a:lnTo>
                    <a:pt x="5324395" y="762953"/>
                  </a:lnTo>
                  <a:lnTo>
                    <a:pt x="5324582" y="763465"/>
                  </a:lnTo>
                  <a:lnTo>
                    <a:pt x="5324769" y="762732"/>
                  </a:lnTo>
                  <a:lnTo>
                    <a:pt x="5324956" y="761335"/>
                  </a:lnTo>
                  <a:lnTo>
                    <a:pt x="5325143" y="759869"/>
                  </a:lnTo>
                  <a:lnTo>
                    <a:pt x="5325330" y="758059"/>
                  </a:lnTo>
                  <a:lnTo>
                    <a:pt x="5325517" y="756592"/>
                  </a:lnTo>
                  <a:lnTo>
                    <a:pt x="5325704" y="759230"/>
                  </a:lnTo>
                  <a:lnTo>
                    <a:pt x="5325891" y="759672"/>
                  </a:lnTo>
                  <a:lnTo>
                    <a:pt x="5326078" y="760266"/>
                  </a:lnTo>
                  <a:lnTo>
                    <a:pt x="5326265" y="760147"/>
                  </a:lnTo>
                  <a:lnTo>
                    <a:pt x="5326452" y="758987"/>
                  </a:lnTo>
                  <a:lnTo>
                    <a:pt x="5326638" y="757388"/>
                  </a:lnTo>
                  <a:lnTo>
                    <a:pt x="5326825" y="754757"/>
                  </a:lnTo>
                  <a:lnTo>
                    <a:pt x="5327012" y="751952"/>
                  </a:lnTo>
                  <a:lnTo>
                    <a:pt x="5327199" y="749408"/>
                  </a:lnTo>
                  <a:lnTo>
                    <a:pt x="5327386" y="749228"/>
                  </a:lnTo>
                  <a:lnTo>
                    <a:pt x="5327573" y="749751"/>
                  </a:lnTo>
                  <a:lnTo>
                    <a:pt x="5327760" y="749967"/>
                  </a:lnTo>
                  <a:lnTo>
                    <a:pt x="5327947" y="749937"/>
                  </a:lnTo>
                  <a:lnTo>
                    <a:pt x="5328134" y="749763"/>
                  </a:lnTo>
                  <a:lnTo>
                    <a:pt x="5328321" y="748903"/>
                  </a:lnTo>
                  <a:lnTo>
                    <a:pt x="5328508" y="746955"/>
                  </a:lnTo>
                  <a:lnTo>
                    <a:pt x="5328695" y="744444"/>
                  </a:lnTo>
                  <a:lnTo>
                    <a:pt x="5328881" y="741551"/>
                  </a:lnTo>
                  <a:lnTo>
                    <a:pt x="5329068" y="739351"/>
                  </a:lnTo>
                  <a:lnTo>
                    <a:pt x="5329255" y="740566"/>
                  </a:lnTo>
                  <a:lnTo>
                    <a:pt x="5329442" y="742624"/>
                  </a:lnTo>
                  <a:lnTo>
                    <a:pt x="5329629" y="745413"/>
                  </a:lnTo>
                  <a:lnTo>
                    <a:pt x="5329816" y="747632"/>
                  </a:lnTo>
                  <a:lnTo>
                    <a:pt x="5330003" y="750704"/>
                  </a:lnTo>
                  <a:lnTo>
                    <a:pt x="5330190" y="754156"/>
                  </a:lnTo>
                  <a:lnTo>
                    <a:pt x="5330377" y="757108"/>
                  </a:lnTo>
                  <a:lnTo>
                    <a:pt x="5330564" y="759765"/>
                  </a:lnTo>
                  <a:lnTo>
                    <a:pt x="5330751" y="762805"/>
                  </a:lnTo>
                  <a:lnTo>
                    <a:pt x="5330938" y="765995"/>
                  </a:lnTo>
                  <a:lnTo>
                    <a:pt x="5331125" y="769824"/>
                  </a:lnTo>
                  <a:lnTo>
                    <a:pt x="5331311" y="774230"/>
                  </a:lnTo>
                  <a:lnTo>
                    <a:pt x="5331498" y="779385"/>
                  </a:lnTo>
                  <a:lnTo>
                    <a:pt x="5331685" y="782669"/>
                  </a:lnTo>
                  <a:lnTo>
                    <a:pt x="5331872" y="785243"/>
                  </a:lnTo>
                  <a:lnTo>
                    <a:pt x="5332059" y="787339"/>
                  </a:lnTo>
                  <a:lnTo>
                    <a:pt x="5332246" y="789006"/>
                  </a:lnTo>
                  <a:lnTo>
                    <a:pt x="5332433" y="789559"/>
                  </a:lnTo>
                  <a:lnTo>
                    <a:pt x="5332620" y="789848"/>
                  </a:lnTo>
                  <a:lnTo>
                    <a:pt x="5332807" y="789386"/>
                  </a:lnTo>
                  <a:lnTo>
                    <a:pt x="5332994" y="788536"/>
                  </a:lnTo>
                  <a:lnTo>
                    <a:pt x="5333181" y="787042"/>
                  </a:lnTo>
                  <a:lnTo>
                    <a:pt x="5333368" y="785730"/>
                  </a:lnTo>
                  <a:lnTo>
                    <a:pt x="5333555" y="783997"/>
                  </a:lnTo>
                  <a:lnTo>
                    <a:pt x="5333741" y="782397"/>
                  </a:lnTo>
                  <a:lnTo>
                    <a:pt x="5333928" y="780441"/>
                  </a:lnTo>
                  <a:lnTo>
                    <a:pt x="5334115" y="778576"/>
                  </a:lnTo>
                  <a:lnTo>
                    <a:pt x="5334302" y="776637"/>
                  </a:lnTo>
                  <a:lnTo>
                    <a:pt x="5334489" y="775655"/>
                  </a:lnTo>
                  <a:lnTo>
                    <a:pt x="5334676" y="775721"/>
                  </a:lnTo>
                  <a:lnTo>
                    <a:pt x="5334863" y="776315"/>
                  </a:lnTo>
                  <a:lnTo>
                    <a:pt x="5335050" y="776992"/>
                  </a:lnTo>
                  <a:lnTo>
                    <a:pt x="5335237" y="778328"/>
                  </a:lnTo>
                  <a:lnTo>
                    <a:pt x="5335424" y="779814"/>
                  </a:lnTo>
                  <a:lnTo>
                    <a:pt x="5335611" y="781778"/>
                  </a:lnTo>
                  <a:lnTo>
                    <a:pt x="5335798" y="783106"/>
                  </a:lnTo>
                  <a:lnTo>
                    <a:pt x="5335984" y="786957"/>
                  </a:lnTo>
                  <a:lnTo>
                    <a:pt x="5336171" y="791067"/>
                  </a:lnTo>
                  <a:lnTo>
                    <a:pt x="5336358" y="793707"/>
                  </a:lnTo>
                  <a:lnTo>
                    <a:pt x="5336545" y="796664"/>
                  </a:lnTo>
                  <a:lnTo>
                    <a:pt x="5336732" y="798738"/>
                  </a:lnTo>
                  <a:lnTo>
                    <a:pt x="5336919" y="800475"/>
                  </a:lnTo>
                  <a:lnTo>
                    <a:pt x="5337106" y="802567"/>
                  </a:lnTo>
                  <a:lnTo>
                    <a:pt x="5337293" y="804328"/>
                  </a:lnTo>
                  <a:lnTo>
                    <a:pt x="5337480" y="805530"/>
                  </a:lnTo>
                  <a:lnTo>
                    <a:pt x="5337667" y="804673"/>
                  </a:lnTo>
                  <a:lnTo>
                    <a:pt x="5337854" y="803787"/>
                  </a:lnTo>
                  <a:lnTo>
                    <a:pt x="5338041" y="803063"/>
                  </a:lnTo>
                  <a:lnTo>
                    <a:pt x="5338228" y="802096"/>
                  </a:lnTo>
                  <a:lnTo>
                    <a:pt x="5338414" y="801200"/>
                  </a:lnTo>
                  <a:lnTo>
                    <a:pt x="5338601" y="801145"/>
                  </a:lnTo>
                  <a:lnTo>
                    <a:pt x="5338788" y="801292"/>
                  </a:lnTo>
                  <a:lnTo>
                    <a:pt x="5338975" y="801673"/>
                  </a:lnTo>
                  <a:lnTo>
                    <a:pt x="5339162" y="801658"/>
                  </a:lnTo>
                  <a:lnTo>
                    <a:pt x="5339349" y="801929"/>
                  </a:lnTo>
                  <a:lnTo>
                    <a:pt x="5339536" y="804171"/>
                  </a:lnTo>
                  <a:lnTo>
                    <a:pt x="5339723" y="806684"/>
                  </a:lnTo>
                  <a:lnTo>
                    <a:pt x="5339910" y="808668"/>
                  </a:lnTo>
                  <a:lnTo>
                    <a:pt x="5340097" y="811192"/>
                  </a:lnTo>
                  <a:lnTo>
                    <a:pt x="5340284" y="815747"/>
                  </a:lnTo>
                  <a:lnTo>
                    <a:pt x="5340471" y="820762"/>
                  </a:lnTo>
                  <a:lnTo>
                    <a:pt x="5340657" y="826488"/>
                  </a:lnTo>
                  <a:lnTo>
                    <a:pt x="5340844" y="836223"/>
                  </a:lnTo>
                  <a:lnTo>
                    <a:pt x="5341031" y="846588"/>
                  </a:lnTo>
                  <a:lnTo>
                    <a:pt x="5341218" y="856491"/>
                  </a:lnTo>
                  <a:lnTo>
                    <a:pt x="5341405" y="865427"/>
                  </a:lnTo>
                  <a:lnTo>
                    <a:pt x="5341592" y="874104"/>
                  </a:lnTo>
                  <a:lnTo>
                    <a:pt x="5341779" y="883251"/>
                  </a:lnTo>
                  <a:lnTo>
                    <a:pt x="5341966" y="889525"/>
                  </a:lnTo>
                  <a:lnTo>
                    <a:pt x="5342153" y="894222"/>
                  </a:lnTo>
                  <a:lnTo>
                    <a:pt x="5342340" y="900079"/>
                  </a:lnTo>
                  <a:lnTo>
                    <a:pt x="5342527" y="906647"/>
                  </a:lnTo>
                  <a:lnTo>
                    <a:pt x="5342714" y="913061"/>
                  </a:lnTo>
                  <a:lnTo>
                    <a:pt x="5342901" y="919488"/>
                  </a:lnTo>
                  <a:lnTo>
                    <a:pt x="5343087" y="925287"/>
                  </a:lnTo>
                  <a:lnTo>
                    <a:pt x="5343274" y="929453"/>
                  </a:lnTo>
                  <a:lnTo>
                    <a:pt x="5343461" y="932749"/>
                  </a:lnTo>
                  <a:lnTo>
                    <a:pt x="5343648" y="936190"/>
                  </a:lnTo>
                  <a:lnTo>
                    <a:pt x="5343835" y="939983"/>
                  </a:lnTo>
                  <a:lnTo>
                    <a:pt x="5344022" y="944136"/>
                  </a:lnTo>
                  <a:lnTo>
                    <a:pt x="5344209" y="948500"/>
                  </a:lnTo>
                  <a:lnTo>
                    <a:pt x="5344396" y="953195"/>
                  </a:lnTo>
                  <a:lnTo>
                    <a:pt x="5344583" y="957229"/>
                  </a:lnTo>
                  <a:lnTo>
                    <a:pt x="5344770" y="960886"/>
                  </a:lnTo>
                  <a:lnTo>
                    <a:pt x="5344957" y="963795"/>
                  </a:lnTo>
                  <a:lnTo>
                    <a:pt x="5345144" y="965961"/>
                  </a:lnTo>
                  <a:lnTo>
                    <a:pt x="5345331" y="968009"/>
                  </a:lnTo>
                  <a:lnTo>
                    <a:pt x="5345517" y="972525"/>
                  </a:lnTo>
                  <a:lnTo>
                    <a:pt x="5345704" y="977224"/>
                  </a:lnTo>
                  <a:lnTo>
                    <a:pt x="5345891" y="981661"/>
                  </a:lnTo>
                  <a:lnTo>
                    <a:pt x="5346078" y="987109"/>
                  </a:lnTo>
                  <a:lnTo>
                    <a:pt x="5346265" y="993498"/>
                  </a:lnTo>
                  <a:lnTo>
                    <a:pt x="5346452" y="998950"/>
                  </a:lnTo>
                  <a:lnTo>
                    <a:pt x="5346639" y="1001450"/>
                  </a:lnTo>
                  <a:lnTo>
                    <a:pt x="5346826" y="1003175"/>
                  </a:lnTo>
                  <a:lnTo>
                    <a:pt x="5347013" y="1004553"/>
                  </a:lnTo>
                  <a:lnTo>
                    <a:pt x="5347200" y="1005378"/>
                  </a:lnTo>
                  <a:lnTo>
                    <a:pt x="5347387" y="1006252"/>
                  </a:lnTo>
                  <a:lnTo>
                    <a:pt x="5347574" y="1008109"/>
                  </a:lnTo>
                  <a:lnTo>
                    <a:pt x="5347760" y="1011476"/>
                  </a:lnTo>
                  <a:lnTo>
                    <a:pt x="5347947" y="1015313"/>
                  </a:lnTo>
                  <a:lnTo>
                    <a:pt x="5348134" y="1018391"/>
                  </a:lnTo>
                  <a:lnTo>
                    <a:pt x="5348321" y="1020784"/>
                  </a:lnTo>
                  <a:lnTo>
                    <a:pt x="5348508" y="1023136"/>
                  </a:lnTo>
                  <a:lnTo>
                    <a:pt x="5348695" y="1024984"/>
                  </a:lnTo>
                  <a:lnTo>
                    <a:pt x="5348882" y="1024827"/>
                  </a:lnTo>
                  <a:lnTo>
                    <a:pt x="5349069" y="1023004"/>
                  </a:lnTo>
                  <a:lnTo>
                    <a:pt x="5349256" y="1021502"/>
                  </a:lnTo>
                  <a:lnTo>
                    <a:pt x="5349443" y="1020809"/>
                  </a:lnTo>
                  <a:lnTo>
                    <a:pt x="5349630" y="1020726"/>
                  </a:lnTo>
                  <a:lnTo>
                    <a:pt x="5349817" y="1020495"/>
                  </a:lnTo>
                  <a:lnTo>
                    <a:pt x="5350004" y="1020083"/>
                  </a:lnTo>
                  <a:lnTo>
                    <a:pt x="5350190" y="1018672"/>
                  </a:lnTo>
                  <a:lnTo>
                    <a:pt x="5350377" y="1015107"/>
                  </a:lnTo>
                  <a:lnTo>
                    <a:pt x="5350564" y="1009471"/>
                  </a:lnTo>
                  <a:lnTo>
                    <a:pt x="5350751" y="1002085"/>
                  </a:lnTo>
                  <a:lnTo>
                    <a:pt x="5350938" y="995121"/>
                  </a:lnTo>
                  <a:lnTo>
                    <a:pt x="5351125" y="991514"/>
                  </a:lnTo>
                  <a:lnTo>
                    <a:pt x="5351312" y="988694"/>
                  </a:lnTo>
                  <a:lnTo>
                    <a:pt x="5351499" y="986530"/>
                  </a:lnTo>
                  <a:lnTo>
                    <a:pt x="5351686" y="985152"/>
                  </a:lnTo>
                  <a:lnTo>
                    <a:pt x="5351873" y="984208"/>
                  </a:lnTo>
                  <a:lnTo>
                    <a:pt x="5352060" y="982358"/>
                  </a:lnTo>
                  <a:lnTo>
                    <a:pt x="5352247" y="979745"/>
                  </a:lnTo>
                  <a:lnTo>
                    <a:pt x="5352434" y="976882"/>
                  </a:lnTo>
                  <a:lnTo>
                    <a:pt x="5352620" y="973762"/>
                  </a:lnTo>
                  <a:lnTo>
                    <a:pt x="5352807" y="970769"/>
                  </a:lnTo>
                  <a:lnTo>
                    <a:pt x="5352994" y="968100"/>
                  </a:lnTo>
                  <a:lnTo>
                    <a:pt x="5353181" y="967931"/>
                  </a:lnTo>
                  <a:lnTo>
                    <a:pt x="5353368" y="968142"/>
                  </a:lnTo>
                  <a:lnTo>
                    <a:pt x="5353555" y="969801"/>
                  </a:lnTo>
                  <a:lnTo>
                    <a:pt x="5353742" y="970945"/>
                  </a:lnTo>
                  <a:lnTo>
                    <a:pt x="5353929" y="972079"/>
                  </a:lnTo>
                  <a:lnTo>
                    <a:pt x="5354116" y="972503"/>
                  </a:lnTo>
                  <a:lnTo>
                    <a:pt x="5354303" y="972502"/>
                  </a:lnTo>
                  <a:lnTo>
                    <a:pt x="5354490" y="972635"/>
                  </a:lnTo>
                  <a:lnTo>
                    <a:pt x="5354677" y="972676"/>
                  </a:lnTo>
                  <a:lnTo>
                    <a:pt x="5354863" y="973545"/>
                  </a:lnTo>
                  <a:lnTo>
                    <a:pt x="5355050" y="974134"/>
                  </a:lnTo>
                  <a:lnTo>
                    <a:pt x="5355237" y="974253"/>
                  </a:lnTo>
                  <a:lnTo>
                    <a:pt x="5355424" y="974363"/>
                  </a:lnTo>
                  <a:lnTo>
                    <a:pt x="5355611" y="973821"/>
                  </a:lnTo>
                  <a:lnTo>
                    <a:pt x="5355798" y="973030"/>
                  </a:lnTo>
                  <a:lnTo>
                    <a:pt x="5355985" y="971869"/>
                  </a:lnTo>
                  <a:lnTo>
                    <a:pt x="5356172" y="969417"/>
                  </a:lnTo>
                  <a:lnTo>
                    <a:pt x="5356359" y="965031"/>
                  </a:lnTo>
                  <a:lnTo>
                    <a:pt x="5356546" y="960661"/>
                  </a:lnTo>
                  <a:lnTo>
                    <a:pt x="5356733" y="956447"/>
                  </a:lnTo>
                  <a:lnTo>
                    <a:pt x="5356920" y="952262"/>
                  </a:lnTo>
                  <a:lnTo>
                    <a:pt x="5357107" y="948220"/>
                  </a:lnTo>
                  <a:lnTo>
                    <a:pt x="5357293" y="943759"/>
                  </a:lnTo>
                  <a:lnTo>
                    <a:pt x="5357480" y="938908"/>
                  </a:lnTo>
                  <a:lnTo>
                    <a:pt x="5357667" y="933234"/>
                  </a:lnTo>
                  <a:lnTo>
                    <a:pt x="5357854" y="928435"/>
                  </a:lnTo>
                  <a:lnTo>
                    <a:pt x="5358041" y="924027"/>
                  </a:lnTo>
                  <a:lnTo>
                    <a:pt x="5358228" y="920268"/>
                  </a:lnTo>
                  <a:lnTo>
                    <a:pt x="5358415" y="917712"/>
                  </a:lnTo>
                  <a:lnTo>
                    <a:pt x="5358602" y="916269"/>
                  </a:lnTo>
                  <a:lnTo>
                    <a:pt x="5358789" y="915468"/>
                  </a:lnTo>
                  <a:lnTo>
                    <a:pt x="5358976" y="914550"/>
                  </a:lnTo>
                  <a:lnTo>
                    <a:pt x="5359163" y="914068"/>
                  </a:lnTo>
                  <a:lnTo>
                    <a:pt x="5359350" y="914037"/>
                  </a:lnTo>
                  <a:lnTo>
                    <a:pt x="5359536" y="914329"/>
                  </a:lnTo>
                  <a:lnTo>
                    <a:pt x="5359723" y="915588"/>
                  </a:lnTo>
                  <a:lnTo>
                    <a:pt x="5359910" y="917327"/>
                  </a:lnTo>
                  <a:lnTo>
                    <a:pt x="5360097" y="919711"/>
                  </a:lnTo>
                  <a:lnTo>
                    <a:pt x="5360284" y="923735"/>
                  </a:lnTo>
                  <a:lnTo>
                    <a:pt x="5360471" y="929604"/>
                  </a:lnTo>
                  <a:lnTo>
                    <a:pt x="5360658" y="936289"/>
                  </a:lnTo>
                  <a:lnTo>
                    <a:pt x="5360845" y="941405"/>
                  </a:lnTo>
                  <a:lnTo>
                    <a:pt x="5361032" y="946769"/>
                  </a:lnTo>
                  <a:lnTo>
                    <a:pt x="5361219" y="952405"/>
                  </a:lnTo>
                  <a:lnTo>
                    <a:pt x="5361406" y="957405"/>
                  </a:lnTo>
                  <a:lnTo>
                    <a:pt x="5361593" y="962571"/>
                  </a:lnTo>
                  <a:lnTo>
                    <a:pt x="5361780" y="968900"/>
                  </a:lnTo>
                  <a:lnTo>
                    <a:pt x="5361966" y="975840"/>
                  </a:lnTo>
                  <a:lnTo>
                    <a:pt x="5362153" y="983572"/>
                  </a:lnTo>
                  <a:lnTo>
                    <a:pt x="5362340" y="991106"/>
                  </a:lnTo>
                  <a:lnTo>
                    <a:pt x="5362527" y="997938"/>
                  </a:lnTo>
                  <a:lnTo>
                    <a:pt x="5362714" y="1004597"/>
                  </a:lnTo>
                  <a:lnTo>
                    <a:pt x="5362901" y="1011174"/>
                  </a:lnTo>
                  <a:lnTo>
                    <a:pt x="5363088" y="1015737"/>
                  </a:lnTo>
                  <a:lnTo>
                    <a:pt x="5363275" y="1019872"/>
                  </a:lnTo>
                  <a:lnTo>
                    <a:pt x="5363462" y="1023571"/>
                  </a:lnTo>
                  <a:lnTo>
                    <a:pt x="5363649" y="1027959"/>
                  </a:lnTo>
                  <a:lnTo>
                    <a:pt x="5363836" y="1033104"/>
                  </a:lnTo>
                  <a:lnTo>
                    <a:pt x="5364023" y="1038196"/>
                  </a:lnTo>
                  <a:lnTo>
                    <a:pt x="5364210" y="1043997"/>
                  </a:lnTo>
                  <a:lnTo>
                    <a:pt x="5364396" y="1049737"/>
                  </a:lnTo>
                  <a:lnTo>
                    <a:pt x="5364583" y="1055436"/>
                  </a:lnTo>
                  <a:lnTo>
                    <a:pt x="5364770" y="1061020"/>
                  </a:lnTo>
                  <a:lnTo>
                    <a:pt x="5364957" y="1066010"/>
                  </a:lnTo>
                  <a:lnTo>
                    <a:pt x="5365144" y="1070975"/>
                  </a:lnTo>
                  <a:lnTo>
                    <a:pt x="5365331" y="1076409"/>
                  </a:lnTo>
                  <a:lnTo>
                    <a:pt x="5365518" y="1082294"/>
                  </a:lnTo>
                  <a:lnTo>
                    <a:pt x="5365705" y="1089117"/>
                  </a:lnTo>
                  <a:lnTo>
                    <a:pt x="5365892" y="1096504"/>
                  </a:lnTo>
                  <a:lnTo>
                    <a:pt x="5366079" y="1104003"/>
                  </a:lnTo>
                  <a:lnTo>
                    <a:pt x="5366266" y="1110793"/>
                  </a:lnTo>
                  <a:lnTo>
                    <a:pt x="5366453" y="1117027"/>
                  </a:lnTo>
                  <a:lnTo>
                    <a:pt x="5366639" y="1122232"/>
                  </a:lnTo>
                  <a:lnTo>
                    <a:pt x="5366826" y="1126982"/>
                  </a:lnTo>
                  <a:lnTo>
                    <a:pt x="5367013" y="1132239"/>
                  </a:lnTo>
                  <a:lnTo>
                    <a:pt x="5367200" y="1137770"/>
                  </a:lnTo>
                  <a:lnTo>
                    <a:pt x="5367387" y="1143006"/>
                  </a:lnTo>
                  <a:lnTo>
                    <a:pt x="5367574" y="1147695"/>
                  </a:lnTo>
                  <a:lnTo>
                    <a:pt x="5367761" y="1152480"/>
                  </a:lnTo>
                  <a:lnTo>
                    <a:pt x="5367948" y="1157283"/>
                  </a:lnTo>
                  <a:lnTo>
                    <a:pt x="5368135" y="1161893"/>
                  </a:lnTo>
                  <a:lnTo>
                    <a:pt x="5368322" y="1166600"/>
                  </a:lnTo>
                  <a:lnTo>
                    <a:pt x="5368509" y="1170435"/>
                  </a:lnTo>
                  <a:lnTo>
                    <a:pt x="5368696" y="1173907"/>
                  </a:lnTo>
                  <a:lnTo>
                    <a:pt x="5368883" y="1176587"/>
                  </a:lnTo>
                  <a:lnTo>
                    <a:pt x="5369069" y="1181111"/>
                  </a:lnTo>
                  <a:lnTo>
                    <a:pt x="5369256" y="1185421"/>
                  </a:lnTo>
                  <a:lnTo>
                    <a:pt x="5369443" y="1189877"/>
                  </a:lnTo>
                  <a:lnTo>
                    <a:pt x="5369630" y="1194305"/>
                  </a:lnTo>
                  <a:lnTo>
                    <a:pt x="5369817" y="1198565"/>
                  </a:lnTo>
                  <a:lnTo>
                    <a:pt x="5370004" y="1202650"/>
                  </a:lnTo>
                  <a:lnTo>
                    <a:pt x="5370191" y="1207277"/>
                  </a:lnTo>
                  <a:lnTo>
                    <a:pt x="5370378" y="1213048"/>
                  </a:lnTo>
                  <a:lnTo>
                    <a:pt x="5370565" y="1219571"/>
                  </a:lnTo>
                  <a:lnTo>
                    <a:pt x="5370752" y="1226526"/>
                  </a:lnTo>
                  <a:lnTo>
                    <a:pt x="5370939" y="1233187"/>
                  </a:lnTo>
                  <a:lnTo>
                    <a:pt x="5371126" y="1238749"/>
                  </a:lnTo>
                  <a:lnTo>
                    <a:pt x="5371312" y="1243925"/>
                  </a:lnTo>
                  <a:lnTo>
                    <a:pt x="5371499" y="1248191"/>
                  </a:lnTo>
                  <a:lnTo>
                    <a:pt x="5371686" y="1252231"/>
                  </a:lnTo>
                  <a:lnTo>
                    <a:pt x="5371873" y="1255104"/>
                  </a:lnTo>
                  <a:lnTo>
                    <a:pt x="5372060" y="1257849"/>
                  </a:lnTo>
                  <a:lnTo>
                    <a:pt x="5372247" y="1260850"/>
                  </a:lnTo>
                  <a:lnTo>
                    <a:pt x="5372434" y="1264234"/>
                  </a:lnTo>
                  <a:lnTo>
                    <a:pt x="5372621" y="1267745"/>
                  </a:lnTo>
                  <a:lnTo>
                    <a:pt x="5372808" y="1271121"/>
                  </a:lnTo>
                  <a:lnTo>
                    <a:pt x="5372995" y="1273400"/>
                  </a:lnTo>
                  <a:lnTo>
                    <a:pt x="5373182" y="1275399"/>
                  </a:lnTo>
                  <a:lnTo>
                    <a:pt x="5373369" y="1273993"/>
                  </a:lnTo>
                  <a:lnTo>
                    <a:pt x="5373556" y="1268553"/>
                  </a:lnTo>
                  <a:lnTo>
                    <a:pt x="5373742" y="1262109"/>
                  </a:lnTo>
                  <a:lnTo>
                    <a:pt x="5373929" y="1255668"/>
                  </a:lnTo>
                  <a:lnTo>
                    <a:pt x="5374116" y="1250022"/>
                  </a:lnTo>
                  <a:lnTo>
                    <a:pt x="5374303" y="1245415"/>
                  </a:lnTo>
                  <a:lnTo>
                    <a:pt x="5374490" y="1241043"/>
                  </a:lnTo>
                  <a:lnTo>
                    <a:pt x="5374677" y="1238049"/>
                  </a:lnTo>
                  <a:lnTo>
                    <a:pt x="5374864" y="1235171"/>
                  </a:lnTo>
                  <a:lnTo>
                    <a:pt x="5375051" y="1232033"/>
                  </a:lnTo>
                  <a:lnTo>
                    <a:pt x="5375238" y="1228198"/>
                  </a:lnTo>
                  <a:lnTo>
                    <a:pt x="5375425" y="1223348"/>
                  </a:lnTo>
                  <a:lnTo>
                    <a:pt x="5375612" y="1218405"/>
                  </a:lnTo>
                  <a:lnTo>
                    <a:pt x="5375799" y="1212864"/>
                  </a:lnTo>
                  <a:lnTo>
                    <a:pt x="5375986" y="1206893"/>
                  </a:lnTo>
                  <a:lnTo>
                    <a:pt x="5376172" y="1200974"/>
                  </a:lnTo>
                  <a:lnTo>
                    <a:pt x="5376359" y="1195855"/>
                  </a:lnTo>
                  <a:lnTo>
                    <a:pt x="5376546" y="1191584"/>
                  </a:lnTo>
                  <a:lnTo>
                    <a:pt x="5376733" y="1187642"/>
                  </a:lnTo>
                  <a:lnTo>
                    <a:pt x="5376920" y="1183849"/>
                  </a:lnTo>
                  <a:lnTo>
                    <a:pt x="5377107" y="1180137"/>
                  </a:lnTo>
                  <a:lnTo>
                    <a:pt x="5377294" y="1176770"/>
                  </a:lnTo>
                  <a:lnTo>
                    <a:pt x="5377481" y="1172578"/>
                  </a:lnTo>
                  <a:lnTo>
                    <a:pt x="5377668" y="1167486"/>
                  </a:lnTo>
                  <a:lnTo>
                    <a:pt x="5377855" y="1162778"/>
                  </a:lnTo>
                  <a:lnTo>
                    <a:pt x="5378042" y="1158585"/>
                  </a:lnTo>
                  <a:lnTo>
                    <a:pt x="5378229" y="1155435"/>
                  </a:lnTo>
                  <a:lnTo>
                    <a:pt x="5378415" y="1152307"/>
                  </a:lnTo>
                  <a:lnTo>
                    <a:pt x="5378602" y="1150236"/>
                  </a:lnTo>
                  <a:lnTo>
                    <a:pt x="5378789" y="1148924"/>
                  </a:lnTo>
                  <a:lnTo>
                    <a:pt x="5378976" y="1148647"/>
                  </a:lnTo>
                  <a:lnTo>
                    <a:pt x="5379163" y="1148512"/>
                  </a:lnTo>
                  <a:lnTo>
                    <a:pt x="5379350" y="1148351"/>
                  </a:lnTo>
                  <a:lnTo>
                    <a:pt x="5379537" y="1149581"/>
                  </a:lnTo>
                  <a:lnTo>
                    <a:pt x="5379724" y="1150429"/>
                  </a:lnTo>
                  <a:lnTo>
                    <a:pt x="5379911" y="1150911"/>
                  </a:lnTo>
                  <a:lnTo>
                    <a:pt x="5380098" y="1151217"/>
                  </a:lnTo>
                  <a:lnTo>
                    <a:pt x="5380285" y="1151007"/>
                  </a:lnTo>
                  <a:lnTo>
                    <a:pt x="5380472" y="1150816"/>
                  </a:lnTo>
                  <a:lnTo>
                    <a:pt x="5380659" y="1151713"/>
                  </a:lnTo>
                  <a:lnTo>
                    <a:pt x="5380845" y="1152240"/>
                  </a:lnTo>
                  <a:lnTo>
                    <a:pt x="5381032" y="1152126"/>
                  </a:lnTo>
                  <a:lnTo>
                    <a:pt x="5381219" y="1152102"/>
                  </a:lnTo>
                  <a:lnTo>
                    <a:pt x="5381406" y="1152379"/>
                  </a:lnTo>
                  <a:lnTo>
                    <a:pt x="5381593" y="1151911"/>
                  </a:lnTo>
                  <a:lnTo>
                    <a:pt x="5381780" y="1150466"/>
                  </a:lnTo>
                  <a:lnTo>
                    <a:pt x="5381967" y="1148273"/>
                  </a:lnTo>
                  <a:lnTo>
                    <a:pt x="5382154" y="1145510"/>
                  </a:lnTo>
                  <a:lnTo>
                    <a:pt x="5382341" y="1143257"/>
                  </a:lnTo>
                  <a:lnTo>
                    <a:pt x="5382528" y="1140639"/>
                  </a:lnTo>
                  <a:lnTo>
                    <a:pt x="5382715" y="1137305"/>
                  </a:lnTo>
                  <a:lnTo>
                    <a:pt x="5382902" y="1133771"/>
                  </a:lnTo>
                  <a:lnTo>
                    <a:pt x="5383089" y="1129724"/>
                  </a:lnTo>
                  <a:lnTo>
                    <a:pt x="5383275" y="1125303"/>
                  </a:lnTo>
                  <a:lnTo>
                    <a:pt x="5383462" y="1119665"/>
                  </a:lnTo>
                  <a:lnTo>
                    <a:pt x="5383649" y="1113622"/>
                  </a:lnTo>
                  <a:lnTo>
                    <a:pt x="5383836" y="1108114"/>
                  </a:lnTo>
                  <a:lnTo>
                    <a:pt x="5384023" y="1104730"/>
                  </a:lnTo>
                  <a:lnTo>
                    <a:pt x="5384210" y="1101793"/>
                  </a:lnTo>
                  <a:lnTo>
                    <a:pt x="5384397" y="1099928"/>
                  </a:lnTo>
                  <a:lnTo>
                    <a:pt x="5384584" y="1098979"/>
                  </a:lnTo>
                  <a:lnTo>
                    <a:pt x="5384771" y="1098805"/>
                  </a:lnTo>
                  <a:lnTo>
                    <a:pt x="5384958" y="1098657"/>
                  </a:lnTo>
                  <a:lnTo>
                    <a:pt x="5385145" y="1099409"/>
                  </a:lnTo>
                  <a:lnTo>
                    <a:pt x="5385332" y="1100670"/>
                  </a:lnTo>
                  <a:lnTo>
                    <a:pt x="5385518" y="1103319"/>
                  </a:lnTo>
                  <a:lnTo>
                    <a:pt x="5385705" y="1106288"/>
                  </a:lnTo>
                  <a:lnTo>
                    <a:pt x="5385892" y="1109359"/>
                  </a:lnTo>
                  <a:lnTo>
                    <a:pt x="5386079" y="1112637"/>
                  </a:lnTo>
                  <a:lnTo>
                    <a:pt x="5386266" y="1117421"/>
                  </a:lnTo>
                  <a:lnTo>
                    <a:pt x="5386453" y="1123355"/>
                  </a:lnTo>
                  <a:lnTo>
                    <a:pt x="5386640" y="1129178"/>
                  </a:lnTo>
                  <a:lnTo>
                    <a:pt x="5386827" y="1134701"/>
                  </a:lnTo>
                  <a:lnTo>
                    <a:pt x="5387014" y="1139422"/>
                  </a:lnTo>
                  <a:lnTo>
                    <a:pt x="5387201" y="1143961"/>
                  </a:lnTo>
                  <a:lnTo>
                    <a:pt x="5387388" y="1148469"/>
                  </a:lnTo>
                  <a:lnTo>
                    <a:pt x="5387575" y="1153475"/>
                  </a:lnTo>
                  <a:lnTo>
                    <a:pt x="5387762" y="1159596"/>
                  </a:lnTo>
                  <a:lnTo>
                    <a:pt x="5387948" y="1167171"/>
                  </a:lnTo>
                  <a:lnTo>
                    <a:pt x="5388135" y="1175491"/>
                  </a:lnTo>
                  <a:lnTo>
                    <a:pt x="5388322" y="1183029"/>
                  </a:lnTo>
                  <a:lnTo>
                    <a:pt x="5388509" y="1187606"/>
                  </a:lnTo>
                  <a:lnTo>
                    <a:pt x="5388696" y="1192244"/>
                  </a:lnTo>
                  <a:lnTo>
                    <a:pt x="5388883" y="1196525"/>
                  </a:lnTo>
                  <a:lnTo>
                    <a:pt x="5389070" y="1198868"/>
                  </a:lnTo>
                  <a:lnTo>
                    <a:pt x="5389257" y="1201612"/>
                  </a:lnTo>
                  <a:lnTo>
                    <a:pt x="5389444" y="1205136"/>
                  </a:lnTo>
                  <a:lnTo>
                    <a:pt x="5389631" y="1209201"/>
                  </a:lnTo>
                  <a:lnTo>
                    <a:pt x="5389818" y="1213962"/>
                  </a:lnTo>
                  <a:lnTo>
                    <a:pt x="5390005" y="1219212"/>
                  </a:lnTo>
                  <a:lnTo>
                    <a:pt x="5390191" y="1225002"/>
                  </a:lnTo>
                  <a:lnTo>
                    <a:pt x="5390378" y="1230790"/>
                  </a:lnTo>
                  <a:lnTo>
                    <a:pt x="5390565" y="1234541"/>
                  </a:lnTo>
                  <a:lnTo>
                    <a:pt x="5390752" y="1238356"/>
                  </a:lnTo>
                  <a:lnTo>
                    <a:pt x="5390939" y="1241252"/>
                  </a:lnTo>
                  <a:lnTo>
                    <a:pt x="5391126" y="1244853"/>
                  </a:lnTo>
                  <a:lnTo>
                    <a:pt x="5391313" y="1248935"/>
                  </a:lnTo>
                  <a:lnTo>
                    <a:pt x="5391500" y="1253437"/>
                  </a:lnTo>
                  <a:lnTo>
                    <a:pt x="5391687" y="1258710"/>
                  </a:lnTo>
                  <a:lnTo>
                    <a:pt x="5391874" y="1264387"/>
                  </a:lnTo>
                  <a:lnTo>
                    <a:pt x="5392061" y="1269784"/>
                  </a:lnTo>
                  <a:lnTo>
                    <a:pt x="5392248" y="1274642"/>
                  </a:lnTo>
                  <a:lnTo>
                    <a:pt x="5392435" y="1279400"/>
                  </a:lnTo>
                  <a:lnTo>
                    <a:pt x="5392621" y="1284182"/>
                  </a:lnTo>
                  <a:lnTo>
                    <a:pt x="5392808" y="1288693"/>
                  </a:lnTo>
                  <a:lnTo>
                    <a:pt x="5392995" y="1293114"/>
                  </a:lnTo>
                  <a:lnTo>
                    <a:pt x="5393182" y="1297371"/>
                  </a:lnTo>
                  <a:lnTo>
                    <a:pt x="5393369" y="1301247"/>
                  </a:lnTo>
                  <a:lnTo>
                    <a:pt x="5393556" y="1305877"/>
                  </a:lnTo>
                  <a:lnTo>
                    <a:pt x="5393743" y="1312202"/>
                  </a:lnTo>
                  <a:lnTo>
                    <a:pt x="5393930" y="1318503"/>
                  </a:lnTo>
                  <a:lnTo>
                    <a:pt x="5394117" y="1324202"/>
                  </a:lnTo>
                  <a:lnTo>
                    <a:pt x="5394304" y="1329485"/>
                  </a:lnTo>
                  <a:lnTo>
                    <a:pt x="5394491" y="1334121"/>
                  </a:lnTo>
                  <a:lnTo>
                    <a:pt x="5394678" y="1338483"/>
                  </a:lnTo>
                  <a:lnTo>
                    <a:pt x="5394865" y="1343045"/>
                  </a:lnTo>
                  <a:lnTo>
                    <a:pt x="5395051" y="1347911"/>
                  </a:lnTo>
                  <a:lnTo>
                    <a:pt x="5395238" y="1352280"/>
                  </a:lnTo>
                  <a:lnTo>
                    <a:pt x="5395425" y="1356713"/>
                  </a:lnTo>
                  <a:lnTo>
                    <a:pt x="5395612" y="1361058"/>
                  </a:lnTo>
                  <a:lnTo>
                    <a:pt x="5395799" y="1364934"/>
                  </a:lnTo>
                  <a:lnTo>
                    <a:pt x="5395986" y="1368267"/>
                  </a:lnTo>
                  <a:lnTo>
                    <a:pt x="5396173" y="1371576"/>
                  </a:lnTo>
                  <a:lnTo>
                    <a:pt x="5396360" y="1374607"/>
                  </a:lnTo>
                  <a:lnTo>
                    <a:pt x="5396547" y="1377589"/>
                  </a:lnTo>
                  <a:lnTo>
                    <a:pt x="5396734" y="1379857"/>
                  </a:lnTo>
                  <a:lnTo>
                    <a:pt x="5396921" y="1381561"/>
                  </a:lnTo>
                  <a:lnTo>
                    <a:pt x="5397108" y="1383009"/>
                  </a:lnTo>
                  <a:lnTo>
                    <a:pt x="5397294" y="1384233"/>
                  </a:lnTo>
                  <a:lnTo>
                    <a:pt x="5397481" y="1385339"/>
                  </a:lnTo>
                  <a:lnTo>
                    <a:pt x="5397668" y="1386035"/>
                  </a:lnTo>
                  <a:lnTo>
                    <a:pt x="5397855" y="1385975"/>
                  </a:lnTo>
                  <a:lnTo>
                    <a:pt x="5398042" y="1386247"/>
                  </a:lnTo>
                  <a:lnTo>
                    <a:pt x="5398229" y="1388541"/>
                  </a:lnTo>
                  <a:lnTo>
                    <a:pt x="5398416" y="1391066"/>
                  </a:lnTo>
                  <a:lnTo>
                    <a:pt x="5398603" y="1393674"/>
                  </a:lnTo>
                  <a:lnTo>
                    <a:pt x="5398790" y="1396950"/>
                  </a:lnTo>
                  <a:lnTo>
                    <a:pt x="5398977" y="1399879"/>
                  </a:lnTo>
                  <a:lnTo>
                    <a:pt x="5399164" y="1403270"/>
                  </a:lnTo>
                  <a:lnTo>
                    <a:pt x="5399351" y="1406984"/>
                  </a:lnTo>
                  <a:lnTo>
                    <a:pt x="5399538" y="1411126"/>
                  </a:lnTo>
                  <a:lnTo>
                    <a:pt x="5399724" y="1416044"/>
                  </a:lnTo>
                  <a:lnTo>
                    <a:pt x="5399911" y="1421903"/>
                  </a:lnTo>
                  <a:lnTo>
                    <a:pt x="5400098" y="1428422"/>
                  </a:lnTo>
                  <a:lnTo>
                    <a:pt x="5400285" y="1435362"/>
                  </a:lnTo>
                  <a:lnTo>
                    <a:pt x="5400472" y="1440331"/>
                  </a:lnTo>
                  <a:lnTo>
                    <a:pt x="5400659" y="1445559"/>
                  </a:lnTo>
                  <a:lnTo>
                    <a:pt x="5400846" y="1450743"/>
                  </a:lnTo>
                  <a:lnTo>
                    <a:pt x="5401033" y="1455319"/>
                  </a:lnTo>
                  <a:lnTo>
                    <a:pt x="5401220" y="1459409"/>
                  </a:lnTo>
                  <a:lnTo>
                    <a:pt x="5401407" y="1463337"/>
                  </a:lnTo>
                  <a:lnTo>
                    <a:pt x="5401594" y="1467049"/>
                  </a:lnTo>
                  <a:lnTo>
                    <a:pt x="5401781" y="1470743"/>
                  </a:lnTo>
                  <a:lnTo>
                    <a:pt x="5401968" y="1473911"/>
                  </a:lnTo>
                  <a:lnTo>
                    <a:pt x="5402154" y="1476437"/>
                  </a:lnTo>
                  <a:lnTo>
                    <a:pt x="5402341" y="1478724"/>
                  </a:lnTo>
                  <a:lnTo>
                    <a:pt x="5402528" y="1480647"/>
                  </a:lnTo>
                  <a:lnTo>
                    <a:pt x="5402715" y="1481844"/>
                  </a:lnTo>
                  <a:lnTo>
                    <a:pt x="5402902" y="1482559"/>
                  </a:lnTo>
                  <a:lnTo>
                    <a:pt x="5403089" y="1482615"/>
                  </a:lnTo>
                  <a:lnTo>
                    <a:pt x="5403276" y="1482529"/>
                  </a:lnTo>
                  <a:lnTo>
                    <a:pt x="5403463" y="1482503"/>
                  </a:lnTo>
                  <a:lnTo>
                    <a:pt x="5403650" y="1483233"/>
                  </a:lnTo>
                  <a:lnTo>
                    <a:pt x="5403837" y="1483810"/>
                  </a:lnTo>
                  <a:lnTo>
                    <a:pt x="5404024" y="1484956"/>
                  </a:lnTo>
                  <a:lnTo>
                    <a:pt x="5404211" y="1485802"/>
                  </a:lnTo>
                  <a:lnTo>
                    <a:pt x="5404397" y="1485253"/>
                  </a:lnTo>
                  <a:lnTo>
                    <a:pt x="5404584" y="1484318"/>
                  </a:lnTo>
                  <a:lnTo>
                    <a:pt x="5404771" y="1483080"/>
                  </a:lnTo>
                  <a:lnTo>
                    <a:pt x="5404958" y="1482032"/>
                  </a:lnTo>
                  <a:lnTo>
                    <a:pt x="5405145" y="1481027"/>
                  </a:lnTo>
                  <a:lnTo>
                    <a:pt x="5405332" y="1480319"/>
                  </a:lnTo>
                  <a:lnTo>
                    <a:pt x="5405519" y="1480331"/>
                  </a:lnTo>
                  <a:lnTo>
                    <a:pt x="5405706" y="1480464"/>
                  </a:lnTo>
                  <a:lnTo>
                    <a:pt x="5405893" y="1481372"/>
                  </a:lnTo>
                  <a:lnTo>
                    <a:pt x="5406080" y="1482445"/>
                  </a:lnTo>
                  <a:lnTo>
                    <a:pt x="5406267" y="1483847"/>
                  </a:lnTo>
                  <a:lnTo>
                    <a:pt x="5406454" y="1485530"/>
                  </a:lnTo>
                  <a:lnTo>
                    <a:pt x="5406641" y="1487661"/>
                  </a:lnTo>
                  <a:lnTo>
                    <a:pt x="5406827" y="1490094"/>
                  </a:lnTo>
                  <a:lnTo>
                    <a:pt x="5407014" y="1493278"/>
                  </a:lnTo>
                  <a:lnTo>
                    <a:pt x="5407201" y="1497234"/>
                  </a:lnTo>
                  <a:lnTo>
                    <a:pt x="5407388" y="1501950"/>
                  </a:lnTo>
                  <a:lnTo>
                    <a:pt x="5407575" y="1507360"/>
                  </a:lnTo>
                  <a:lnTo>
                    <a:pt x="5407762" y="1512671"/>
                  </a:lnTo>
                  <a:lnTo>
                    <a:pt x="5407949" y="1518051"/>
                  </a:lnTo>
                  <a:lnTo>
                    <a:pt x="5408136" y="1523110"/>
                  </a:lnTo>
                  <a:lnTo>
                    <a:pt x="5408323" y="1528282"/>
                  </a:lnTo>
                  <a:lnTo>
                    <a:pt x="5408510" y="1533967"/>
                  </a:lnTo>
                  <a:lnTo>
                    <a:pt x="5408697" y="1539456"/>
                  </a:lnTo>
                  <a:lnTo>
                    <a:pt x="5408884" y="1545345"/>
                  </a:lnTo>
                  <a:lnTo>
                    <a:pt x="5409070" y="1551082"/>
                  </a:lnTo>
                  <a:lnTo>
                    <a:pt x="5409257" y="1556263"/>
                  </a:lnTo>
                  <a:lnTo>
                    <a:pt x="5409444" y="1561225"/>
                  </a:lnTo>
                  <a:lnTo>
                    <a:pt x="5409631" y="1566459"/>
                  </a:lnTo>
                  <a:lnTo>
                    <a:pt x="5409818" y="1571072"/>
                  </a:lnTo>
                  <a:lnTo>
                    <a:pt x="5410005" y="1574905"/>
                  </a:lnTo>
                  <a:lnTo>
                    <a:pt x="5410192" y="1578493"/>
                  </a:lnTo>
                  <a:lnTo>
                    <a:pt x="5410379" y="1582519"/>
                  </a:lnTo>
                  <a:lnTo>
                    <a:pt x="5410566" y="1587253"/>
                  </a:lnTo>
                  <a:lnTo>
                    <a:pt x="5410753" y="1592442"/>
                  </a:lnTo>
                  <a:lnTo>
                    <a:pt x="5410940" y="1601098"/>
                  </a:lnTo>
                  <a:lnTo>
                    <a:pt x="5411127" y="1610381"/>
                  </a:lnTo>
                  <a:lnTo>
                    <a:pt x="5411314" y="1619591"/>
                  </a:lnTo>
                  <a:lnTo>
                    <a:pt x="5411500" y="1628164"/>
                  </a:lnTo>
                  <a:lnTo>
                    <a:pt x="5411687" y="1636300"/>
                  </a:lnTo>
                  <a:lnTo>
                    <a:pt x="5411874" y="1644330"/>
                  </a:lnTo>
                  <a:lnTo>
                    <a:pt x="5412061" y="1651236"/>
                  </a:lnTo>
                  <a:lnTo>
                    <a:pt x="5412248" y="1657846"/>
                  </a:lnTo>
                  <a:lnTo>
                    <a:pt x="5412435" y="1664167"/>
                  </a:lnTo>
                  <a:lnTo>
                    <a:pt x="5412622" y="1671437"/>
                  </a:lnTo>
                  <a:lnTo>
                    <a:pt x="5412809" y="1679573"/>
                  </a:lnTo>
                  <a:lnTo>
                    <a:pt x="5412996" y="1687726"/>
                  </a:lnTo>
                  <a:lnTo>
                    <a:pt x="5413183" y="1695788"/>
                  </a:lnTo>
                  <a:lnTo>
                    <a:pt x="5413370" y="1703000"/>
                  </a:lnTo>
                  <a:lnTo>
                    <a:pt x="5413557" y="1710130"/>
                  </a:lnTo>
                  <a:lnTo>
                    <a:pt x="5413744" y="1716508"/>
                  </a:lnTo>
                  <a:lnTo>
                    <a:pt x="5413930" y="1721880"/>
                  </a:lnTo>
                  <a:lnTo>
                    <a:pt x="5414117" y="1726510"/>
                  </a:lnTo>
                  <a:lnTo>
                    <a:pt x="5414304" y="1730867"/>
                  </a:lnTo>
                  <a:lnTo>
                    <a:pt x="5414491" y="1734926"/>
                  </a:lnTo>
                  <a:lnTo>
                    <a:pt x="5414678" y="1738590"/>
                  </a:lnTo>
                  <a:lnTo>
                    <a:pt x="5414865" y="1742906"/>
                  </a:lnTo>
                  <a:lnTo>
                    <a:pt x="5415052" y="1748760"/>
                  </a:lnTo>
                  <a:lnTo>
                    <a:pt x="5415239" y="1754256"/>
                  </a:lnTo>
                  <a:lnTo>
                    <a:pt x="5415426" y="1758859"/>
                  </a:lnTo>
                  <a:lnTo>
                    <a:pt x="5415613" y="1762505"/>
                  </a:lnTo>
                  <a:lnTo>
                    <a:pt x="5415800" y="1766775"/>
                  </a:lnTo>
                  <a:lnTo>
                    <a:pt x="5415987" y="1770663"/>
                  </a:lnTo>
                  <a:lnTo>
                    <a:pt x="5416173" y="1774166"/>
                  </a:lnTo>
                  <a:lnTo>
                    <a:pt x="5416360" y="1776524"/>
                  </a:lnTo>
                  <a:lnTo>
                    <a:pt x="5416547" y="1778748"/>
                  </a:lnTo>
                  <a:lnTo>
                    <a:pt x="5416734" y="1781209"/>
                  </a:lnTo>
                  <a:lnTo>
                    <a:pt x="5416921" y="1783649"/>
                  </a:lnTo>
                  <a:lnTo>
                    <a:pt x="5417108" y="1785982"/>
                  </a:lnTo>
                  <a:lnTo>
                    <a:pt x="5417295" y="1788440"/>
                  </a:lnTo>
                  <a:lnTo>
                    <a:pt x="5417482" y="1790900"/>
                  </a:lnTo>
                  <a:lnTo>
                    <a:pt x="5417669" y="1793097"/>
                  </a:lnTo>
                  <a:lnTo>
                    <a:pt x="5417856" y="1795178"/>
                  </a:lnTo>
                  <a:lnTo>
                    <a:pt x="5418043" y="1797604"/>
                  </a:lnTo>
                  <a:lnTo>
                    <a:pt x="5418230" y="1800763"/>
                  </a:lnTo>
                  <a:lnTo>
                    <a:pt x="5418417" y="1803340"/>
                  </a:lnTo>
                  <a:lnTo>
                    <a:pt x="5418603" y="1805761"/>
                  </a:lnTo>
                  <a:lnTo>
                    <a:pt x="5418790" y="1807352"/>
                  </a:lnTo>
                  <a:lnTo>
                    <a:pt x="5418977" y="1807880"/>
                  </a:lnTo>
                  <a:lnTo>
                    <a:pt x="5419164" y="1809233"/>
                  </a:lnTo>
                  <a:lnTo>
                    <a:pt x="5419351" y="1811032"/>
                  </a:lnTo>
                  <a:lnTo>
                    <a:pt x="5419538" y="1812971"/>
                  </a:lnTo>
                  <a:lnTo>
                    <a:pt x="5419725" y="1815092"/>
                  </a:lnTo>
                  <a:lnTo>
                    <a:pt x="5419912" y="1818104"/>
                  </a:lnTo>
                  <a:lnTo>
                    <a:pt x="5420099" y="1822148"/>
                  </a:lnTo>
                  <a:lnTo>
                    <a:pt x="5420286" y="1826909"/>
                  </a:lnTo>
                  <a:lnTo>
                    <a:pt x="5420473" y="1832487"/>
                  </a:lnTo>
                  <a:lnTo>
                    <a:pt x="5420660" y="1838849"/>
                  </a:lnTo>
                  <a:lnTo>
                    <a:pt x="5420847" y="1845814"/>
                  </a:lnTo>
                  <a:lnTo>
                    <a:pt x="5421033" y="1853059"/>
                  </a:lnTo>
                  <a:lnTo>
                    <a:pt x="5421220" y="1860098"/>
                  </a:lnTo>
                  <a:lnTo>
                    <a:pt x="5421407" y="1866699"/>
                  </a:lnTo>
                  <a:lnTo>
                    <a:pt x="5421594" y="1873350"/>
                  </a:lnTo>
                  <a:lnTo>
                    <a:pt x="5421781" y="1879349"/>
                  </a:lnTo>
                  <a:lnTo>
                    <a:pt x="5421968" y="1885035"/>
                  </a:lnTo>
                  <a:lnTo>
                    <a:pt x="5422155" y="1890440"/>
                  </a:lnTo>
                  <a:lnTo>
                    <a:pt x="5422342" y="1895812"/>
                  </a:lnTo>
                  <a:lnTo>
                    <a:pt x="5422529" y="1899277"/>
                  </a:lnTo>
                  <a:lnTo>
                    <a:pt x="5422716" y="1902175"/>
                  </a:lnTo>
                  <a:lnTo>
                    <a:pt x="5422903" y="1903379"/>
                  </a:lnTo>
                  <a:lnTo>
                    <a:pt x="5423090" y="1903347"/>
                  </a:lnTo>
                  <a:lnTo>
                    <a:pt x="5423276" y="1901968"/>
                  </a:lnTo>
                  <a:lnTo>
                    <a:pt x="5423463" y="1900175"/>
                  </a:lnTo>
                  <a:lnTo>
                    <a:pt x="5423650" y="1898049"/>
                  </a:lnTo>
                  <a:lnTo>
                    <a:pt x="5423837" y="1895548"/>
                  </a:lnTo>
                  <a:lnTo>
                    <a:pt x="5424024" y="1893231"/>
                  </a:lnTo>
                  <a:lnTo>
                    <a:pt x="5424211" y="1891405"/>
                  </a:lnTo>
                  <a:lnTo>
                    <a:pt x="5424398" y="1890183"/>
                  </a:lnTo>
                  <a:lnTo>
                    <a:pt x="5424585" y="1889242"/>
                  </a:lnTo>
                  <a:lnTo>
                    <a:pt x="5424772" y="1888554"/>
                  </a:lnTo>
                  <a:lnTo>
                    <a:pt x="5424959" y="1887616"/>
                  </a:lnTo>
                  <a:lnTo>
                    <a:pt x="5425146" y="1886108"/>
                  </a:lnTo>
                  <a:lnTo>
                    <a:pt x="5425333" y="1884145"/>
                  </a:lnTo>
                  <a:lnTo>
                    <a:pt x="5425520" y="1882278"/>
                  </a:lnTo>
                  <a:lnTo>
                    <a:pt x="5425706" y="1881415"/>
                  </a:lnTo>
                  <a:lnTo>
                    <a:pt x="5425893" y="1880948"/>
                  </a:lnTo>
                  <a:lnTo>
                    <a:pt x="5426080" y="1881325"/>
                  </a:lnTo>
                  <a:lnTo>
                    <a:pt x="5426267" y="1881882"/>
                  </a:lnTo>
                  <a:lnTo>
                    <a:pt x="5426454" y="1883697"/>
                  </a:lnTo>
                  <a:lnTo>
                    <a:pt x="5426641" y="1885405"/>
                  </a:lnTo>
                  <a:lnTo>
                    <a:pt x="5426828" y="1886709"/>
                  </a:lnTo>
                  <a:lnTo>
                    <a:pt x="5427015" y="1887658"/>
                  </a:lnTo>
                  <a:lnTo>
                    <a:pt x="5427202" y="1887988"/>
                  </a:lnTo>
                  <a:lnTo>
                    <a:pt x="5427389" y="1888079"/>
                  </a:lnTo>
                  <a:lnTo>
                    <a:pt x="5427576" y="1887559"/>
                  </a:lnTo>
                  <a:lnTo>
                    <a:pt x="5427763" y="1887188"/>
                  </a:lnTo>
                  <a:lnTo>
                    <a:pt x="5427949" y="1886495"/>
                  </a:lnTo>
                  <a:lnTo>
                    <a:pt x="5428136" y="1885224"/>
                  </a:lnTo>
                  <a:lnTo>
                    <a:pt x="5428323" y="1883276"/>
                  </a:lnTo>
                  <a:lnTo>
                    <a:pt x="5428510" y="1880702"/>
                  </a:lnTo>
                  <a:lnTo>
                    <a:pt x="5428697" y="1878268"/>
                  </a:lnTo>
                  <a:lnTo>
                    <a:pt x="5428884" y="1875569"/>
                  </a:lnTo>
                  <a:lnTo>
                    <a:pt x="5429071" y="1872376"/>
                  </a:lnTo>
                  <a:lnTo>
                    <a:pt x="5429258" y="1868902"/>
                  </a:lnTo>
                  <a:lnTo>
                    <a:pt x="5429445" y="1864957"/>
                  </a:lnTo>
                  <a:lnTo>
                    <a:pt x="5429632" y="1860163"/>
                  </a:lnTo>
                  <a:lnTo>
                    <a:pt x="5429819" y="1854304"/>
                  </a:lnTo>
                  <a:lnTo>
                    <a:pt x="5430006" y="1848132"/>
                  </a:lnTo>
                  <a:lnTo>
                    <a:pt x="5430193" y="1841019"/>
                  </a:lnTo>
                  <a:lnTo>
                    <a:pt x="5430379" y="1833460"/>
                  </a:lnTo>
                  <a:lnTo>
                    <a:pt x="5430566" y="1825885"/>
                  </a:lnTo>
                  <a:lnTo>
                    <a:pt x="5430753" y="1819094"/>
                  </a:lnTo>
                  <a:lnTo>
                    <a:pt x="5430940" y="1813004"/>
                  </a:lnTo>
                  <a:lnTo>
                    <a:pt x="5431127" y="1807310"/>
                  </a:lnTo>
                  <a:lnTo>
                    <a:pt x="5431314" y="1801592"/>
                  </a:lnTo>
                  <a:lnTo>
                    <a:pt x="5431501" y="1795692"/>
                  </a:lnTo>
                  <a:lnTo>
                    <a:pt x="5431688" y="1789882"/>
                  </a:lnTo>
                  <a:lnTo>
                    <a:pt x="5431875" y="1784552"/>
                  </a:lnTo>
                  <a:lnTo>
                    <a:pt x="5432062" y="1779609"/>
                  </a:lnTo>
                  <a:lnTo>
                    <a:pt x="5432249" y="1775219"/>
                  </a:lnTo>
                  <a:lnTo>
                    <a:pt x="5432436" y="1771901"/>
                  </a:lnTo>
                  <a:lnTo>
                    <a:pt x="5432623" y="1769748"/>
                  </a:lnTo>
                  <a:lnTo>
                    <a:pt x="5432809" y="1767982"/>
                  </a:lnTo>
                  <a:lnTo>
                    <a:pt x="5432996" y="1767520"/>
                  </a:lnTo>
                  <a:lnTo>
                    <a:pt x="5433183" y="1768163"/>
                  </a:lnTo>
                  <a:lnTo>
                    <a:pt x="5433370" y="1769145"/>
                  </a:lnTo>
                  <a:lnTo>
                    <a:pt x="5433557" y="1770334"/>
                  </a:lnTo>
                  <a:lnTo>
                    <a:pt x="5433744" y="1771745"/>
                  </a:lnTo>
                  <a:lnTo>
                    <a:pt x="5433931" y="1773370"/>
                  </a:lnTo>
                  <a:lnTo>
                    <a:pt x="5434118" y="1775615"/>
                  </a:lnTo>
                  <a:lnTo>
                    <a:pt x="5434305" y="1778651"/>
                  </a:lnTo>
                  <a:lnTo>
                    <a:pt x="5434492" y="1781878"/>
                  </a:lnTo>
                  <a:lnTo>
                    <a:pt x="5434679" y="1785063"/>
                  </a:lnTo>
                  <a:lnTo>
                    <a:pt x="5434866" y="1788884"/>
                  </a:lnTo>
                  <a:lnTo>
                    <a:pt x="5435052" y="1792642"/>
                  </a:lnTo>
                  <a:lnTo>
                    <a:pt x="5435239" y="1796504"/>
                  </a:lnTo>
                  <a:lnTo>
                    <a:pt x="5435426" y="1800256"/>
                  </a:lnTo>
                  <a:lnTo>
                    <a:pt x="5435613" y="1803706"/>
                  </a:lnTo>
                  <a:lnTo>
                    <a:pt x="5435800" y="1806844"/>
                  </a:lnTo>
                  <a:lnTo>
                    <a:pt x="5435987" y="1809718"/>
                  </a:lnTo>
                  <a:lnTo>
                    <a:pt x="5436174" y="1812605"/>
                  </a:lnTo>
                  <a:lnTo>
                    <a:pt x="5436361" y="1815204"/>
                  </a:lnTo>
                  <a:lnTo>
                    <a:pt x="5436548" y="1817266"/>
                  </a:lnTo>
                  <a:lnTo>
                    <a:pt x="5436735" y="1818941"/>
                  </a:lnTo>
                  <a:lnTo>
                    <a:pt x="5436922" y="1819829"/>
                  </a:lnTo>
                  <a:lnTo>
                    <a:pt x="5437109" y="1819992"/>
                  </a:lnTo>
                  <a:lnTo>
                    <a:pt x="5437296" y="1819700"/>
                  </a:lnTo>
                  <a:lnTo>
                    <a:pt x="5437482" y="1819146"/>
                  </a:lnTo>
                  <a:lnTo>
                    <a:pt x="5437669" y="1818254"/>
                  </a:lnTo>
                  <a:lnTo>
                    <a:pt x="5437856" y="1817064"/>
                  </a:lnTo>
                  <a:lnTo>
                    <a:pt x="5438043" y="1814740"/>
                  </a:lnTo>
                  <a:lnTo>
                    <a:pt x="5438230" y="1812207"/>
                  </a:lnTo>
                  <a:lnTo>
                    <a:pt x="5438417" y="1809812"/>
                  </a:lnTo>
                  <a:lnTo>
                    <a:pt x="5438604" y="1807298"/>
                  </a:lnTo>
                  <a:lnTo>
                    <a:pt x="5438791" y="1804602"/>
                  </a:lnTo>
                  <a:lnTo>
                    <a:pt x="5438978" y="1801825"/>
                  </a:lnTo>
                  <a:lnTo>
                    <a:pt x="5439165" y="1799336"/>
                  </a:lnTo>
                  <a:lnTo>
                    <a:pt x="5439352" y="1795846"/>
                  </a:lnTo>
                  <a:lnTo>
                    <a:pt x="5439539" y="1793822"/>
                  </a:lnTo>
                  <a:lnTo>
                    <a:pt x="5439726" y="1792157"/>
                  </a:lnTo>
                  <a:lnTo>
                    <a:pt x="5439912" y="1790830"/>
                  </a:lnTo>
                  <a:lnTo>
                    <a:pt x="5440099" y="1790071"/>
                  </a:lnTo>
                  <a:lnTo>
                    <a:pt x="5440286" y="1789650"/>
                  </a:lnTo>
                  <a:lnTo>
                    <a:pt x="5440473" y="1789510"/>
                  </a:lnTo>
                  <a:lnTo>
                    <a:pt x="5440660" y="1789802"/>
                  </a:lnTo>
                  <a:lnTo>
                    <a:pt x="5440847" y="1790341"/>
                  </a:lnTo>
                  <a:lnTo>
                    <a:pt x="5441034" y="1790997"/>
                  </a:lnTo>
                  <a:lnTo>
                    <a:pt x="5441221" y="1792024"/>
                  </a:lnTo>
                  <a:lnTo>
                    <a:pt x="5441408" y="1792791"/>
                  </a:lnTo>
                  <a:lnTo>
                    <a:pt x="5441595" y="1793861"/>
                  </a:lnTo>
                  <a:lnTo>
                    <a:pt x="5441782" y="1795133"/>
                  </a:lnTo>
                  <a:lnTo>
                    <a:pt x="5441969" y="1796308"/>
                  </a:lnTo>
                  <a:lnTo>
                    <a:pt x="5442155" y="1797606"/>
                  </a:lnTo>
                  <a:lnTo>
                    <a:pt x="5442342" y="1798803"/>
                  </a:lnTo>
                  <a:lnTo>
                    <a:pt x="5442529" y="1799652"/>
                  </a:lnTo>
                  <a:lnTo>
                    <a:pt x="5442716" y="1799444"/>
                  </a:lnTo>
                  <a:lnTo>
                    <a:pt x="5442903" y="1798598"/>
                  </a:lnTo>
                  <a:lnTo>
                    <a:pt x="5443090" y="1797598"/>
                  </a:lnTo>
                  <a:lnTo>
                    <a:pt x="5443277" y="1796222"/>
                  </a:lnTo>
                  <a:lnTo>
                    <a:pt x="5443464" y="1794632"/>
                  </a:lnTo>
                  <a:lnTo>
                    <a:pt x="5443651" y="1792781"/>
                  </a:lnTo>
                  <a:lnTo>
                    <a:pt x="5443838" y="1790609"/>
                  </a:lnTo>
                  <a:lnTo>
                    <a:pt x="5444025" y="1788136"/>
                  </a:lnTo>
                  <a:lnTo>
                    <a:pt x="5444212" y="1785159"/>
                  </a:lnTo>
                  <a:lnTo>
                    <a:pt x="5444399" y="1781987"/>
                  </a:lnTo>
                  <a:lnTo>
                    <a:pt x="5444585" y="1778953"/>
                  </a:lnTo>
                  <a:lnTo>
                    <a:pt x="5444772" y="1775796"/>
                  </a:lnTo>
                  <a:lnTo>
                    <a:pt x="5444959" y="1772245"/>
                  </a:lnTo>
                  <a:lnTo>
                    <a:pt x="5445146" y="1768730"/>
                  </a:lnTo>
                  <a:lnTo>
                    <a:pt x="5445333" y="1765863"/>
                  </a:lnTo>
                  <a:lnTo>
                    <a:pt x="5445520" y="1763099"/>
                  </a:lnTo>
                  <a:lnTo>
                    <a:pt x="5445707" y="1760128"/>
                  </a:lnTo>
                  <a:lnTo>
                    <a:pt x="5445894" y="1757397"/>
                  </a:lnTo>
                  <a:lnTo>
                    <a:pt x="5446081" y="1755124"/>
                  </a:lnTo>
                  <a:lnTo>
                    <a:pt x="5446268" y="1752429"/>
                  </a:lnTo>
                  <a:lnTo>
                    <a:pt x="5446455" y="1749947"/>
                  </a:lnTo>
                  <a:lnTo>
                    <a:pt x="5446642" y="1748569"/>
                  </a:lnTo>
                  <a:lnTo>
                    <a:pt x="5446828" y="1747471"/>
                  </a:lnTo>
                  <a:lnTo>
                    <a:pt x="5447015" y="1746695"/>
                  </a:lnTo>
                  <a:lnTo>
                    <a:pt x="5447202" y="1746035"/>
                  </a:lnTo>
                  <a:lnTo>
                    <a:pt x="5447389" y="1745606"/>
                  </a:lnTo>
                  <a:lnTo>
                    <a:pt x="5447576" y="1745433"/>
                  </a:lnTo>
                  <a:lnTo>
                    <a:pt x="5447763" y="1745433"/>
                  </a:lnTo>
                  <a:lnTo>
                    <a:pt x="5447950" y="1745218"/>
                  </a:lnTo>
                  <a:lnTo>
                    <a:pt x="5448137" y="1745103"/>
                  </a:lnTo>
                  <a:lnTo>
                    <a:pt x="5448324" y="1745177"/>
                  </a:lnTo>
                  <a:lnTo>
                    <a:pt x="5448511" y="1745548"/>
                  </a:lnTo>
                  <a:lnTo>
                    <a:pt x="5448698" y="1745945"/>
                  </a:lnTo>
                  <a:lnTo>
                    <a:pt x="5448885" y="1747331"/>
                  </a:lnTo>
                  <a:lnTo>
                    <a:pt x="5449072" y="1748897"/>
                  </a:lnTo>
                  <a:lnTo>
                    <a:pt x="5449258" y="1750568"/>
                  </a:lnTo>
                  <a:lnTo>
                    <a:pt x="5449445" y="1752389"/>
                  </a:lnTo>
                  <a:lnTo>
                    <a:pt x="5449632" y="1754308"/>
                  </a:lnTo>
                  <a:lnTo>
                    <a:pt x="5449819" y="1756379"/>
                  </a:lnTo>
                  <a:lnTo>
                    <a:pt x="5450006" y="1758390"/>
                  </a:lnTo>
                  <a:lnTo>
                    <a:pt x="5450193" y="1760412"/>
                  </a:lnTo>
                  <a:lnTo>
                    <a:pt x="5450380" y="1762413"/>
                  </a:lnTo>
                  <a:lnTo>
                    <a:pt x="5450567" y="1764876"/>
                  </a:lnTo>
                  <a:lnTo>
                    <a:pt x="5450754" y="1768017"/>
                  </a:lnTo>
                  <a:lnTo>
                    <a:pt x="5450941" y="1771348"/>
                  </a:lnTo>
                  <a:lnTo>
                    <a:pt x="5451128" y="1774463"/>
                  </a:lnTo>
                  <a:lnTo>
                    <a:pt x="5451315" y="1777898"/>
                  </a:lnTo>
                  <a:lnTo>
                    <a:pt x="5451502" y="1781604"/>
                  </a:lnTo>
                  <a:lnTo>
                    <a:pt x="5451688" y="1784987"/>
                  </a:lnTo>
                  <a:lnTo>
                    <a:pt x="5451875" y="1788455"/>
                  </a:lnTo>
                  <a:lnTo>
                    <a:pt x="5452062" y="1792165"/>
                  </a:lnTo>
                  <a:lnTo>
                    <a:pt x="5452249" y="1795186"/>
                  </a:lnTo>
                  <a:lnTo>
                    <a:pt x="5452436" y="1796907"/>
                  </a:lnTo>
                  <a:lnTo>
                    <a:pt x="5452623" y="1799601"/>
                  </a:lnTo>
                  <a:lnTo>
                    <a:pt x="5452810" y="1802694"/>
                  </a:lnTo>
                  <a:lnTo>
                    <a:pt x="5452997" y="1805691"/>
                  </a:lnTo>
                  <a:lnTo>
                    <a:pt x="5453184" y="1808050"/>
                  </a:lnTo>
                  <a:lnTo>
                    <a:pt x="5453371" y="1810116"/>
                  </a:lnTo>
                  <a:lnTo>
                    <a:pt x="5453558" y="1812002"/>
                  </a:lnTo>
                  <a:lnTo>
                    <a:pt x="5453745" y="1813852"/>
                  </a:lnTo>
                  <a:lnTo>
                    <a:pt x="5453931" y="1815647"/>
                  </a:lnTo>
                  <a:lnTo>
                    <a:pt x="5454118" y="1817159"/>
                  </a:lnTo>
                  <a:lnTo>
                    <a:pt x="5454305" y="1818413"/>
                  </a:lnTo>
                  <a:lnTo>
                    <a:pt x="5454492" y="1819915"/>
                  </a:lnTo>
                  <a:lnTo>
                    <a:pt x="5454679" y="1821591"/>
                  </a:lnTo>
                  <a:lnTo>
                    <a:pt x="5454866" y="1823094"/>
                  </a:lnTo>
                  <a:lnTo>
                    <a:pt x="5455053" y="1824484"/>
                  </a:lnTo>
                  <a:lnTo>
                    <a:pt x="5455240" y="1825985"/>
                  </a:lnTo>
                  <a:lnTo>
                    <a:pt x="5455427" y="1827294"/>
                  </a:lnTo>
                  <a:lnTo>
                    <a:pt x="5455614" y="1827815"/>
                  </a:lnTo>
                  <a:lnTo>
                    <a:pt x="5455801" y="1829537"/>
                  </a:lnTo>
                  <a:lnTo>
                    <a:pt x="5455988" y="1831427"/>
                  </a:lnTo>
                  <a:lnTo>
                    <a:pt x="5456175" y="1833165"/>
                  </a:lnTo>
                  <a:lnTo>
                    <a:pt x="5456361" y="1835948"/>
                  </a:lnTo>
                  <a:lnTo>
                    <a:pt x="5456548" y="1838963"/>
                  </a:lnTo>
                  <a:lnTo>
                    <a:pt x="5456735" y="1841940"/>
                  </a:lnTo>
                  <a:lnTo>
                    <a:pt x="5456922" y="1845470"/>
                  </a:lnTo>
                  <a:lnTo>
                    <a:pt x="5457109" y="1849393"/>
                  </a:lnTo>
                  <a:lnTo>
                    <a:pt x="5457296" y="1853046"/>
                  </a:lnTo>
                  <a:lnTo>
                    <a:pt x="5457483" y="1856282"/>
                  </a:lnTo>
                  <a:lnTo>
                    <a:pt x="5457670" y="1859056"/>
                  </a:lnTo>
                  <a:lnTo>
                    <a:pt x="5457857" y="1861126"/>
                  </a:lnTo>
                  <a:lnTo>
                    <a:pt x="5458044" y="1862619"/>
                  </a:lnTo>
                  <a:lnTo>
                    <a:pt x="5458231" y="1863912"/>
                  </a:lnTo>
                  <a:lnTo>
                    <a:pt x="5458418" y="1864690"/>
                  </a:lnTo>
                  <a:lnTo>
                    <a:pt x="5458605" y="1865321"/>
                  </a:lnTo>
                  <a:lnTo>
                    <a:pt x="5458791" y="1866231"/>
                  </a:lnTo>
                  <a:lnTo>
                    <a:pt x="5458978" y="1867077"/>
                  </a:lnTo>
                  <a:lnTo>
                    <a:pt x="5459165" y="1867865"/>
                  </a:lnTo>
                  <a:lnTo>
                    <a:pt x="5459352" y="1868373"/>
                  </a:lnTo>
                  <a:lnTo>
                    <a:pt x="5459539" y="1869016"/>
                  </a:lnTo>
                  <a:lnTo>
                    <a:pt x="5459726" y="1869683"/>
                  </a:lnTo>
                  <a:lnTo>
                    <a:pt x="5459913" y="1870206"/>
                  </a:lnTo>
                  <a:lnTo>
                    <a:pt x="5460100" y="1870625"/>
                  </a:lnTo>
                  <a:lnTo>
                    <a:pt x="5460287" y="1871310"/>
                  </a:lnTo>
                  <a:lnTo>
                    <a:pt x="5460474" y="1873264"/>
                  </a:lnTo>
                  <a:lnTo>
                    <a:pt x="5460661" y="1876708"/>
                  </a:lnTo>
                  <a:lnTo>
                    <a:pt x="5460848" y="1880506"/>
                  </a:lnTo>
                  <a:lnTo>
                    <a:pt x="5461034" y="1884499"/>
                  </a:lnTo>
                  <a:lnTo>
                    <a:pt x="5461221" y="1888680"/>
                  </a:lnTo>
                  <a:lnTo>
                    <a:pt x="5461408" y="1892865"/>
                  </a:lnTo>
                  <a:lnTo>
                    <a:pt x="5461595" y="1896749"/>
                  </a:lnTo>
                  <a:lnTo>
                    <a:pt x="5461782" y="1900544"/>
                  </a:lnTo>
                  <a:lnTo>
                    <a:pt x="5461969" y="1904375"/>
                  </a:lnTo>
                  <a:lnTo>
                    <a:pt x="5462156" y="1908170"/>
                  </a:lnTo>
                  <a:lnTo>
                    <a:pt x="5462343" y="1911654"/>
                  </a:lnTo>
                  <a:lnTo>
                    <a:pt x="5462530" y="1915058"/>
                  </a:lnTo>
                  <a:lnTo>
                    <a:pt x="5462717" y="1917691"/>
                  </a:lnTo>
                  <a:lnTo>
                    <a:pt x="5462904" y="1919127"/>
                  </a:lnTo>
                  <a:lnTo>
                    <a:pt x="5463091" y="1920051"/>
                  </a:lnTo>
                  <a:lnTo>
                    <a:pt x="5463278" y="1919936"/>
                  </a:lnTo>
                  <a:lnTo>
                    <a:pt x="5463464" y="1917988"/>
                  </a:lnTo>
                  <a:lnTo>
                    <a:pt x="5463651" y="1916115"/>
                  </a:lnTo>
                  <a:lnTo>
                    <a:pt x="5463838" y="1914160"/>
                  </a:lnTo>
                  <a:lnTo>
                    <a:pt x="5464025" y="1911643"/>
                  </a:lnTo>
                  <a:lnTo>
                    <a:pt x="5464212" y="1909077"/>
                  </a:lnTo>
                  <a:lnTo>
                    <a:pt x="5464399" y="1906725"/>
                  </a:lnTo>
                  <a:lnTo>
                    <a:pt x="5464586" y="1905670"/>
                  </a:lnTo>
                  <a:lnTo>
                    <a:pt x="5464773" y="1904567"/>
                  </a:lnTo>
                  <a:lnTo>
                    <a:pt x="5464960" y="1904897"/>
                  </a:lnTo>
                  <a:lnTo>
                    <a:pt x="5465147" y="1905102"/>
                  </a:lnTo>
                  <a:lnTo>
                    <a:pt x="5465334" y="1906021"/>
                  </a:lnTo>
                  <a:lnTo>
                    <a:pt x="5465521" y="1907447"/>
                  </a:lnTo>
                  <a:lnTo>
                    <a:pt x="5465707" y="1909224"/>
                  </a:lnTo>
                  <a:lnTo>
                    <a:pt x="5465894" y="1910623"/>
                  </a:lnTo>
                  <a:lnTo>
                    <a:pt x="5466081" y="1911949"/>
                  </a:lnTo>
                  <a:lnTo>
                    <a:pt x="5466268" y="1913757"/>
                  </a:lnTo>
                  <a:lnTo>
                    <a:pt x="5466455" y="1915776"/>
                  </a:lnTo>
                  <a:lnTo>
                    <a:pt x="5466642" y="1918057"/>
                  </a:lnTo>
                  <a:lnTo>
                    <a:pt x="5466829" y="1921127"/>
                  </a:lnTo>
                  <a:lnTo>
                    <a:pt x="5467016" y="1925203"/>
                  </a:lnTo>
                  <a:lnTo>
                    <a:pt x="5467203" y="1930630"/>
                  </a:lnTo>
                  <a:lnTo>
                    <a:pt x="5467390" y="1936168"/>
                  </a:lnTo>
                  <a:lnTo>
                    <a:pt x="5467577" y="1942402"/>
                  </a:lnTo>
                  <a:lnTo>
                    <a:pt x="5467764" y="1949048"/>
                  </a:lnTo>
                  <a:lnTo>
                    <a:pt x="5467951" y="1955572"/>
                  </a:lnTo>
                  <a:lnTo>
                    <a:pt x="5468137" y="1961316"/>
                  </a:lnTo>
                  <a:lnTo>
                    <a:pt x="5468324" y="1966452"/>
                  </a:lnTo>
                  <a:lnTo>
                    <a:pt x="5468511" y="1971298"/>
                  </a:lnTo>
                  <a:lnTo>
                    <a:pt x="5468698" y="1976275"/>
                  </a:lnTo>
                  <a:lnTo>
                    <a:pt x="5468885" y="1981448"/>
                  </a:lnTo>
                  <a:lnTo>
                    <a:pt x="5469072" y="1986477"/>
                  </a:lnTo>
                  <a:lnTo>
                    <a:pt x="5469259" y="1991132"/>
                  </a:lnTo>
                  <a:lnTo>
                    <a:pt x="5469446" y="1995380"/>
                  </a:lnTo>
                  <a:lnTo>
                    <a:pt x="5469633" y="1998938"/>
                  </a:lnTo>
                  <a:lnTo>
                    <a:pt x="5469820" y="2001078"/>
                  </a:lnTo>
                  <a:lnTo>
                    <a:pt x="5470007" y="2001978"/>
                  </a:lnTo>
                  <a:lnTo>
                    <a:pt x="5470194" y="2002516"/>
                  </a:lnTo>
                  <a:lnTo>
                    <a:pt x="5470381" y="2002336"/>
                  </a:lnTo>
                  <a:lnTo>
                    <a:pt x="5470567" y="2000946"/>
                  </a:lnTo>
                  <a:lnTo>
                    <a:pt x="5470754" y="1999420"/>
                  </a:lnTo>
                  <a:lnTo>
                    <a:pt x="5470941" y="1998182"/>
                  </a:lnTo>
                  <a:lnTo>
                    <a:pt x="5471128" y="1997213"/>
                  </a:lnTo>
                  <a:lnTo>
                    <a:pt x="5471315" y="1996108"/>
                  </a:lnTo>
                  <a:lnTo>
                    <a:pt x="5471502" y="1995090"/>
                  </a:lnTo>
                  <a:lnTo>
                    <a:pt x="5471689" y="1993528"/>
                  </a:lnTo>
                  <a:lnTo>
                    <a:pt x="5471876" y="1992394"/>
                  </a:lnTo>
                  <a:lnTo>
                    <a:pt x="5472063" y="1991791"/>
                  </a:lnTo>
                  <a:lnTo>
                    <a:pt x="5472250" y="1990754"/>
                  </a:lnTo>
                  <a:lnTo>
                    <a:pt x="5472437" y="1989864"/>
                  </a:lnTo>
                  <a:lnTo>
                    <a:pt x="5472624" y="1989077"/>
                  </a:lnTo>
                  <a:lnTo>
                    <a:pt x="5472810" y="1988223"/>
                  </a:lnTo>
                  <a:lnTo>
                    <a:pt x="5472997" y="1987418"/>
                  </a:lnTo>
                  <a:lnTo>
                    <a:pt x="5473184" y="1985353"/>
                  </a:lnTo>
                  <a:lnTo>
                    <a:pt x="5473371" y="1983106"/>
                  </a:lnTo>
                  <a:lnTo>
                    <a:pt x="5473558" y="1980119"/>
                  </a:lnTo>
                  <a:lnTo>
                    <a:pt x="5473745" y="1976885"/>
                  </a:lnTo>
                  <a:lnTo>
                    <a:pt x="5473932" y="1973692"/>
                  </a:lnTo>
                  <a:lnTo>
                    <a:pt x="5474119" y="1971510"/>
                  </a:lnTo>
                  <a:lnTo>
                    <a:pt x="5474306" y="1969457"/>
                  </a:lnTo>
                  <a:lnTo>
                    <a:pt x="5474493" y="1967456"/>
                  </a:lnTo>
                  <a:lnTo>
                    <a:pt x="5474680" y="1965606"/>
                  </a:lnTo>
                  <a:lnTo>
                    <a:pt x="5474867" y="1964019"/>
                  </a:lnTo>
                  <a:lnTo>
                    <a:pt x="5475054" y="1962563"/>
                  </a:lnTo>
                  <a:lnTo>
                    <a:pt x="5475240" y="1961394"/>
                  </a:lnTo>
                  <a:lnTo>
                    <a:pt x="5475427" y="1961136"/>
                  </a:lnTo>
                  <a:lnTo>
                    <a:pt x="5475614" y="1960968"/>
                  </a:lnTo>
                  <a:lnTo>
                    <a:pt x="5475801" y="1960895"/>
                  </a:lnTo>
                  <a:lnTo>
                    <a:pt x="5475988" y="1961376"/>
                  </a:lnTo>
                  <a:lnTo>
                    <a:pt x="5476175" y="1962116"/>
                  </a:lnTo>
                  <a:lnTo>
                    <a:pt x="5476362" y="1963599"/>
                  </a:lnTo>
                  <a:lnTo>
                    <a:pt x="5476549" y="1965178"/>
                  </a:lnTo>
                  <a:lnTo>
                    <a:pt x="5476736" y="1967809"/>
                  </a:lnTo>
                  <a:lnTo>
                    <a:pt x="5476923" y="1969546"/>
                  </a:lnTo>
                  <a:lnTo>
                    <a:pt x="5477110" y="1971148"/>
                  </a:lnTo>
                  <a:lnTo>
                    <a:pt x="5477297" y="1972332"/>
                  </a:lnTo>
                  <a:lnTo>
                    <a:pt x="5477483" y="1973529"/>
                  </a:lnTo>
                  <a:lnTo>
                    <a:pt x="5477670" y="1974334"/>
                  </a:lnTo>
                  <a:lnTo>
                    <a:pt x="5477857" y="1974893"/>
                  </a:lnTo>
                  <a:lnTo>
                    <a:pt x="5478044" y="1975164"/>
                  </a:lnTo>
                  <a:lnTo>
                    <a:pt x="5478231" y="1975368"/>
                  </a:lnTo>
                  <a:lnTo>
                    <a:pt x="5478418" y="1975639"/>
                  </a:lnTo>
                  <a:lnTo>
                    <a:pt x="5478605" y="1975909"/>
                  </a:lnTo>
                  <a:lnTo>
                    <a:pt x="5478792" y="1976126"/>
                  </a:lnTo>
                  <a:lnTo>
                    <a:pt x="5478979" y="1976462"/>
                  </a:lnTo>
                  <a:lnTo>
                    <a:pt x="5479166" y="1976912"/>
                  </a:lnTo>
                  <a:lnTo>
                    <a:pt x="5479353" y="1977565"/>
                  </a:lnTo>
                  <a:lnTo>
                    <a:pt x="5479540" y="1978060"/>
                  </a:lnTo>
                  <a:lnTo>
                    <a:pt x="5479727" y="1978609"/>
                  </a:lnTo>
                  <a:lnTo>
                    <a:pt x="5479913" y="1979642"/>
                  </a:lnTo>
                  <a:lnTo>
                    <a:pt x="5480100" y="1981623"/>
                  </a:lnTo>
                  <a:lnTo>
                    <a:pt x="5480287" y="1983545"/>
                  </a:lnTo>
                  <a:lnTo>
                    <a:pt x="5480474" y="1985773"/>
                  </a:lnTo>
                  <a:lnTo>
                    <a:pt x="5480661" y="1987696"/>
                  </a:lnTo>
                  <a:lnTo>
                    <a:pt x="5480848" y="1989619"/>
                  </a:lnTo>
                  <a:lnTo>
                    <a:pt x="5481035" y="1992151"/>
                  </a:lnTo>
                  <a:lnTo>
                    <a:pt x="5481222" y="1994972"/>
                  </a:lnTo>
                  <a:lnTo>
                    <a:pt x="5481409" y="1997676"/>
                  </a:lnTo>
                  <a:lnTo>
                    <a:pt x="5481596" y="2000469"/>
                  </a:lnTo>
                  <a:lnTo>
                    <a:pt x="5481783" y="2002904"/>
                  </a:lnTo>
                  <a:lnTo>
                    <a:pt x="5481970" y="2005358"/>
                  </a:lnTo>
                  <a:lnTo>
                    <a:pt x="5482157" y="2007775"/>
                  </a:lnTo>
                  <a:lnTo>
                    <a:pt x="5482343" y="2010462"/>
                  </a:lnTo>
                  <a:lnTo>
                    <a:pt x="5482530" y="2013049"/>
                  </a:lnTo>
                  <a:lnTo>
                    <a:pt x="5482717" y="2014890"/>
                  </a:lnTo>
                  <a:lnTo>
                    <a:pt x="5482904" y="2016779"/>
                  </a:lnTo>
                  <a:lnTo>
                    <a:pt x="5483091" y="2018834"/>
                  </a:lnTo>
                  <a:lnTo>
                    <a:pt x="5483278" y="2020238"/>
                  </a:lnTo>
                  <a:lnTo>
                    <a:pt x="5483465" y="2021968"/>
                  </a:lnTo>
                  <a:lnTo>
                    <a:pt x="5483652" y="2024015"/>
                  </a:lnTo>
                  <a:lnTo>
                    <a:pt x="5483839" y="2025856"/>
                  </a:lnTo>
                  <a:lnTo>
                    <a:pt x="5484026" y="2026279"/>
                  </a:lnTo>
                  <a:lnTo>
                    <a:pt x="5484213" y="2026562"/>
                  </a:lnTo>
                  <a:lnTo>
                    <a:pt x="5484400" y="2026162"/>
                  </a:lnTo>
                  <a:lnTo>
                    <a:pt x="5484586" y="2025185"/>
                  </a:lnTo>
                  <a:lnTo>
                    <a:pt x="5484773" y="2024862"/>
                  </a:lnTo>
                  <a:lnTo>
                    <a:pt x="5484960" y="2024091"/>
                  </a:lnTo>
                  <a:lnTo>
                    <a:pt x="5485147" y="2022499"/>
                  </a:lnTo>
                  <a:lnTo>
                    <a:pt x="5485334" y="2020608"/>
                  </a:lnTo>
                  <a:lnTo>
                    <a:pt x="5485521" y="2019020"/>
                  </a:lnTo>
                  <a:lnTo>
                    <a:pt x="5485708" y="2017978"/>
                  </a:lnTo>
                  <a:lnTo>
                    <a:pt x="5485895" y="2016413"/>
                  </a:lnTo>
                  <a:lnTo>
                    <a:pt x="5486082" y="2014717"/>
                  </a:lnTo>
                  <a:lnTo>
                    <a:pt x="5486269" y="2012540"/>
                  </a:lnTo>
                  <a:lnTo>
                    <a:pt x="5486456" y="2009220"/>
                  </a:lnTo>
                  <a:lnTo>
                    <a:pt x="5486643" y="2005609"/>
                  </a:lnTo>
                  <a:lnTo>
                    <a:pt x="5486830" y="2002206"/>
                  </a:lnTo>
                  <a:lnTo>
                    <a:pt x="5487016" y="1999258"/>
                  </a:lnTo>
                  <a:lnTo>
                    <a:pt x="5487203" y="1996855"/>
                  </a:lnTo>
                  <a:lnTo>
                    <a:pt x="5487390" y="1994769"/>
                  </a:lnTo>
                  <a:lnTo>
                    <a:pt x="5487577" y="1992757"/>
                  </a:lnTo>
                  <a:lnTo>
                    <a:pt x="5487764" y="1990671"/>
                  </a:lnTo>
                  <a:lnTo>
                    <a:pt x="5487951" y="1988486"/>
                  </a:lnTo>
                  <a:lnTo>
                    <a:pt x="5488138" y="1985288"/>
                  </a:lnTo>
                  <a:lnTo>
                    <a:pt x="5488325" y="1981979"/>
                  </a:lnTo>
                  <a:lnTo>
                    <a:pt x="5488512" y="1978307"/>
                  </a:lnTo>
                  <a:lnTo>
                    <a:pt x="5488699" y="1974493"/>
                  </a:lnTo>
                  <a:lnTo>
                    <a:pt x="5488886" y="1968665"/>
                  </a:lnTo>
                  <a:lnTo>
                    <a:pt x="5489073" y="1963129"/>
                  </a:lnTo>
                  <a:lnTo>
                    <a:pt x="5489260" y="1957557"/>
                  </a:lnTo>
                  <a:lnTo>
                    <a:pt x="5489446" y="1952312"/>
                  </a:lnTo>
                  <a:lnTo>
                    <a:pt x="5489633" y="1947847"/>
                  </a:lnTo>
                  <a:lnTo>
                    <a:pt x="5489820" y="1942707"/>
                  </a:lnTo>
                  <a:lnTo>
                    <a:pt x="5490007" y="1936224"/>
                  </a:lnTo>
                  <a:lnTo>
                    <a:pt x="5490194" y="1929411"/>
                  </a:lnTo>
                  <a:lnTo>
                    <a:pt x="5490381" y="1923016"/>
                  </a:lnTo>
                  <a:lnTo>
                    <a:pt x="5490568" y="1917022"/>
                  </a:lnTo>
                  <a:lnTo>
                    <a:pt x="5490755" y="1911497"/>
                  </a:lnTo>
                  <a:lnTo>
                    <a:pt x="5490942" y="1905943"/>
                  </a:lnTo>
                  <a:lnTo>
                    <a:pt x="5491129" y="1901861"/>
                  </a:lnTo>
                  <a:lnTo>
                    <a:pt x="5491316" y="1898196"/>
                  </a:lnTo>
                  <a:lnTo>
                    <a:pt x="5491503" y="1894980"/>
                  </a:lnTo>
                  <a:lnTo>
                    <a:pt x="5491689" y="1891944"/>
                  </a:lnTo>
                  <a:lnTo>
                    <a:pt x="5491876" y="1888175"/>
                  </a:lnTo>
                  <a:lnTo>
                    <a:pt x="5492063" y="1885225"/>
                  </a:lnTo>
                  <a:lnTo>
                    <a:pt x="5492250" y="1882754"/>
                  </a:lnTo>
                  <a:lnTo>
                    <a:pt x="5492437" y="1879819"/>
                  </a:lnTo>
                  <a:lnTo>
                    <a:pt x="5492624" y="1876746"/>
                  </a:lnTo>
                  <a:lnTo>
                    <a:pt x="5492811" y="1874056"/>
                  </a:lnTo>
                  <a:lnTo>
                    <a:pt x="5492998" y="1872632"/>
                  </a:lnTo>
                  <a:lnTo>
                    <a:pt x="5493185" y="1871331"/>
                  </a:lnTo>
                  <a:lnTo>
                    <a:pt x="5493372" y="1869982"/>
                  </a:lnTo>
                  <a:lnTo>
                    <a:pt x="5493559" y="1869018"/>
                  </a:lnTo>
                  <a:lnTo>
                    <a:pt x="5493746" y="1868311"/>
                  </a:lnTo>
                  <a:lnTo>
                    <a:pt x="5493933" y="1866868"/>
                  </a:lnTo>
                  <a:lnTo>
                    <a:pt x="5494119" y="1865393"/>
                  </a:lnTo>
                  <a:lnTo>
                    <a:pt x="5494306" y="1862355"/>
                  </a:lnTo>
                  <a:lnTo>
                    <a:pt x="5494493" y="1859274"/>
                  </a:lnTo>
                  <a:lnTo>
                    <a:pt x="5494680" y="1856935"/>
                  </a:lnTo>
                  <a:lnTo>
                    <a:pt x="5494867" y="1854648"/>
                  </a:lnTo>
                  <a:lnTo>
                    <a:pt x="5495054" y="1852001"/>
                  </a:lnTo>
                  <a:lnTo>
                    <a:pt x="5495241" y="1850094"/>
                  </a:lnTo>
                  <a:lnTo>
                    <a:pt x="5495428" y="1848149"/>
                  </a:lnTo>
                  <a:lnTo>
                    <a:pt x="5495615" y="1845866"/>
                  </a:lnTo>
                  <a:lnTo>
                    <a:pt x="5495802" y="1843508"/>
                  </a:lnTo>
                  <a:lnTo>
                    <a:pt x="5495989" y="1841993"/>
                  </a:lnTo>
                  <a:lnTo>
                    <a:pt x="5496176" y="1840356"/>
                  </a:lnTo>
                  <a:lnTo>
                    <a:pt x="5496362" y="1838180"/>
                  </a:lnTo>
                  <a:lnTo>
                    <a:pt x="5496549" y="1836346"/>
                  </a:lnTo>
                  <a:lnTo>
                    <a:pt x="5496736" y="1835082"/>
                  </a:lnTo>
                  <a:lnTo>
                    <a:pt x="5496923" y="1833712"/>
                  </a:lnTo>
                  <a:lnTo>
                    <a:pt x="5497110" y="1831930"/>
                  </a:lnTo>
                  <a:lnTo>
                    <a:pt x="5497297" y="1829705"/>
                  </a:lnTo>
                  <a:lnTo>
                    <a:pt x="5497484" y="1827191"/>
                  </a:lnTo>
                  <a:lnTo>
                    <a:pt x="5497671" y="1824955"/>
                  </a:lnTo>
                  <a:lnTo>
                    <a:pt x="5497858" y="1822358"/>
                  </a:lnTo>
                  <a:lnTo>
                    <a:pt x="5498045" y="1819361"/>
                  </a:lnTo>
                  <a:lnTo>
                    <a:pt x="5498232" y="1816319"/>
                  </a:lnTo>
                  <a:lnTo>
                    <a:pt x="5498419" y="1811556"/>
                  </a:lnTo>
                  <a:lnTo>
                    <a:pt x="5498606" y="1806848"/>
                  </a:lnTo>
                  <a:lnTo>
                    <a:pt x="5498792" y="1802258"/>
                  </a:lnTo>
                  <a:lnTo>
                    <a:pt x="5498979" y="1797955"/>
                  </a:lnTo>
                  <a:lnTo>
                    <a:pt x="5499166" y="1791973"/>
                  </a:lnTo>
                  <a:lnTo>
                    <a:pt x="5499353" y="1785988"/>
                  </a:lnTo>
                  <a:lnTo>
                    <a:pt x="5499540" y="1779725"/>
                  </a:lnTo>
                  <a:lnTo>
                    <a:pt x="5499727" y="1774179"/>
                  </a:lnTo>
                  <a:lnTo>
                    <a:pt x="5499914" y="1769174"/>
                  </a:lnTo>
                  <a:lnTo>
                    <a:pt x="5500101" y="1764857"/>
                  </a:lnTo>
                  <a:lnTo>
                    <a:pt x="5500288" y="1761218"/>
                  </a:lnTo>
                  <a:lnTo>
                    <a:pt x="5500475" y="1757249"/>
                  </a:lnTo>
                  <a:lnTo>
                    <a:pt x="5500662" y="1755797"/>
                  </a:lnTo>
                  <a:lnTo>
                    <a:pt x="5500849" y="1755944"/>
                  </a:lnTo>
                  <a:lnTo>
                    <a:pt x="5501036" y="1756629"/>
                  </a:lnTo>
                  <a:lnTo>
                    <a:pt x="5501222" y="1757756"/>
                  </a:lnTo>
                  <a:lnTo>
                    <a:pt x="5501409" y="1759284"/>
                  </a:lnTo>
                  <a:lnTo>
                    <a:pt x="5501596" y="1760724"/>
                  </a:lnTo>
                  <a:lnTo>
                    <a:pt x="5501783" y="1761699"/>
                  </a:lnTo>
                  <a:lnTo>
                    <a:pt x="5501970" y="1761216"/>
                  </a:lnTo>
                  <a:lnTo>
                    <a:pt x="5502157" y="1760687"/>
                  </a:lnTo>
                  <a:lnTo>
                    <a:pt x="5502344" y="1758988"/>
                  </a:lnTo>
                  <a:lnTo>
                    <a:pt x="5502531" y="1758443"/>
                  </a:lnTo>
                  <a:lnTo>
                    <a:pt x="5502718" y="1757868"/>
                  </a:lnTo>
                  <a:lnTo>
                    <a:pt x="5502905" y="1757606"/>
                  </a:lnTo>
                  <a:lnTo>
                    <a:pt x="5503092" y="1757762"/>
                  </a:lnTo>
                  <a:lnTo>
                    <a:pt x="5503279" y="1758679"/>
                  </a:lnTo>
                  <a:lnTo>
                    <a:pt x="5503465" y="1759646"/>
                  </a:lnTo>
                  <a:lnTo>
                    <a:pt x="5503652" y="1760126"/>
                  </a:lnTo>
                  <a:lnTo>
                    <a:pt x="5503839" y="1760137"/>
                  </a:lnTo>
                  <a:lnTo>
                    <a:pt x="5504026" y="1759338"/>
                  </a:lnTo>
                  <a:lnTo>
                    <a:pt x="5504213" y="1757875"/>
                  </a:lnTo>
                  <a:lnTo>
                    <a:pt x="5504400" y="1756688"/>
                  </a:lnTo>
                  <a:lnTo>
                    <a:pt x="5504587" y="1755585"/>
                  </a:lnTo>
                  <a:lnTo>
                    <a:pt x="5504774" y="1754631"/>
                  </a:lnTo>
                  <a:lnTo>
                    <a:pt x="5504961" y="1753985"/>
                  </a:lnTo>
                  <a:lnTo>
                    <a:pt x="5505148" y="1753534"/>
                  </a:lnTo>
                  <a:lnTo>
                    <a:pt x="5505335" y="1753156"/>
                  </a:lnTo>
                  <a:lnTo>
                    <a:pt x="5505522" y="1752749"/>
                  </a:lnTo>
                  <a:lnTo>
                    <a:pt x="5505709" y="1752473"/>
                  </a:lnTo>
                  <a:lnTo>
                    <a:pt x="5505895" y="1751043"/>
                  </a:lnTo>
                  <a:lnTo>
                    <a:pt x="5506082" y="1749392"/>
                  </a:lnTo>
                  <a:lnTo>
                    <a:pt x="5506269" y="1747247"/>
                  </a:lnTo>
                  <a:lnTo>
                    <a:pt x="5506456" y="1744982"/>
                  </a:lnTo>
                  <a:lnTo>
                    <a:pt x="5506643" y="1742423"/>
                  </a:lnTo>
                  <a:lnTo>
                    <a:pt x="5506830" y="1739768"/>
                  </a:lnTo>
                  <a:lnTo>
                    <a:pt x="5507017" y="1737786"/>
                  </a:lnTo>
                  <a:lnTo>
                    <a:pt x="5507204" y="1735778"/>
                  </a:lnTo>
                  <a:lnTo>
                    <a:pt x="5507391" y="1733979"/>
                  </a:lnTo>
                  <a:lnTo>
                    <a:pt x="5507578" y="1732631"/>
                  </a:lnTo>
                  <a:lnTo>
                    <a:pt x="5507765" y="1730608"/>
                  </a:lnTo>
                  <a:lnTo>
                    <a:pt x="5507952" y="1728591"/>
                  </a:lnTo>
                  <a:lnTo>
                    <a:pt x="5508139" y="1726709"/>
                  </a:lnTo>
                  <a:lnTo>
                    <a:pt x="5508325" y="1724085"/>
                  </a:lnTo>
                  <a:lnTo>
                    <a:pt x="5508512" y="1721018"/>
                  </a:lnTo>
                  <a:lnTo>
                    <a:pt x="5508699" y="1717808"/>
                  </a:lnTo>
                  <a:lnTo>
                    <a:pt x="5508886" y="1713925"/>
                  </a:lnTo>
                  <a:lnTo>
                    <a:pt x="5509073" y="1710238"/>
                  </a:lnTo>
                  <a:lnTo>
                    <a:pt x="5509260" y="1706082"/>
                  </a:lnTo>
                  <a:lnTo>
                    <a:pt x="5509447" y="1703286"/>
                  </a:lnTo>
                  <a:lnTo>
                    <a:pt x="5509634" y="1700622"/>
                  </a:lnTo>
                  <a:lnTo>
                    <a:pt x="5509821" y="1697696"/>
                  </a:lnTo>
                  <a:lnTo>
                    <a:pt x="5510008" y="1694842"/>
                  </a:lnTo>
                  <a:lnTo>
                    <a:pt x="5510195" y="1691771"/>
                  </a:lnTo>
                  <a:lnTo>
                    <a:pt x="5510382" y="1688392"/>
                  </a:lnTo>
                  <a:lnTo>
                    <a:pt x="5510568" y="1686117"/>
                  </a:lnTo>
                  <a:lnTo>
                    <a:pt x="5510755" y="1683976"/>
                  </a:lnTo>
                  <a:lnTo>
                    <a:pt x="5510942" y="1682164"/>
                  </a:lnTo>
                  <a:lnTo>
                    <a:pt x="5511129" y="1680798"/>
                  </a:lnTo>
                  <a:lnTo>
                    <a:pt x="5511316" y="1679139"/>
                  </a:lnTo>
                  <a:lnTo>
                    <a:pt x="5511503" y="1676458"/>
                  </a:lnTo>
                  <a:lnTo>
                    <a:pt x="5511690" y="1674241"/>
                  </a:lnTo>
                  <a:lnTo>
                    <a:pt x="5511877" y="1672491"/>
                  </a:lnTo>
                  <a:lnTo>
                    <a:pt x="5512064" y="1670772"/>
                  </a:lnTo>
                  <a:lnTo>
                    <a:pt x="5512251" y="1669117"/>
                  </a:lnTo>
                  <a:lnTo>
                    <a:pt x="5512438" y="1667091"/>
                  </a:lnTo>
                  <a:lnTo>
                    <a:pt x="5512625" y="1664806"/>
                  </a:lnTo>
                  <a:lnTo>
                    <a:pt x="5512812" y="1661958"/>
                  </a:lnTo>
                  <a:lnTo>
                    <a:pt x="5512998" y="1657348"/>
                  </a:lnTo>
                  <a:lnTo>
                    <a:pt x="5513185" y="1652892"/>
                  </a:lnTo>
                  <a:lnTo>
                    <a:pt x="5513372" y="1648671"/>
                  </a:lnTo>
                  <a:lnTo>
                    <a:pt x="5513559" y="1644669"/>
                  </a:lnTo>
                  <a:lnTo>
                    <a:pt x="5513746" y="1640088"/>
                  </a:lnTo>
                  <a:lnTo>
                    <a:pt x="5513933" y="1635848"/>
                  </a:lnTo>
                  <a:lnTo>
                    <a:pt x="5514120" y="1631888"/>
                  </a:lnTo>
                  <a:lnTo>
                    <a:pt x="5514307" y="1627826"/>
                  </a:lnTo>
                  <a:lnTo>
                    <a:pt x="5514494" y="1623631"/>
                  </a:lnTo>
                  <a:lnTo>
                    <a:pt x="5514681" y="1619781"/>
                  </a:lnTo>
                  <a:lnTo>
                    <a:pt x="5514868" y="1616125"/>
                  </a:lnTo>
                  <a:lnTo>
                    <a:pt x="5515055" y="1612670"/>
                  </a:lnTo>
                  <a:lnTo>
                    <a:pt x="5515241" y="1609488"/>
                  </a:lnTo>
                  <a:lnTo>
                    <a:pt x="5515428" y="1606777"/>
                  </a:lnTo>
                  <a:lnTo>
                    <a:pt x="5515615" y="1604007"/>
                  </a:lnTo>
                  <a:lnTo>
                    <a:pt x="5515802" y="1601162"/>
                  </a:lnTo>
                  <a:lnTo>
                    <a:pt x="5515989" y="1598528"/>
                  </a:lnTo>
                  <a:lnTo>
                    <a:pt x="5516176" y="1595921"/>
                  </a:lnTo>
                  <a:lnTo>
                    <a:pt x="5516363" y="1593552"/>
                  </a:lnTo>
                  <a:lnTo>
                    <a:pt x="5516550" y="1591454"/>
                  </a:lnTo>
                  <a:lnTo>
                    <a:pt x="5516737" y="1589214"/>
                  </a:lnTo>
                  <a:lnTo>
                    <a:pt x="5516924" y="1587803"/>
                  </a:lnTo>
                  <a:lnTo>
                    <a:pt x="5517111" y="1586623"/>
                  </a:lnTo>
                  <a:lnTo>
                    <a:pt x="5517298" y="1585220"/>
                  </a:lnTo>
                  <a:lnTo>
                    <a:pt x="5517485" y="1583899"/>
                  </a:lnTo>
                  <a:lnTo>
                    <a:pt x="5517671" y="1582579"/>
                  </a:lnTo>
                  <a:lnTo>
                    <a:pt x="5517858" y="1580896"/>
                  </a:lnTo>
                  <a:lnTo>
                    <a:pt x="5518045" y="1579823"/>
                  </a:lnTo>
                  <a:lnTo>
                    <a:pt x="5518232" y="1578924"/>
                  </a:lnTo>
                  <a:lnTo>
                    <a:pt x="5518419" y="1578223"/>
                  </a:lnTo>
                  <a:lnTo>
                    <a:pt x="5518606" y="1577836"/>
                  </a:lnTo>
                  <a:lnTo>
                    <a:pt x="5518793" y="1577509"/>
                  </a:lnTo>
                  <a:lnTo>
                    <a:pt x="5518980" y="1577390"/>
                  </a:lnTo>
                  <a:lnTo>
                    <a:pt x="5519167" y="1577504"/>
                  </a:lnTo>
                  <a:lnTo>
                    <a:pt x="5519354" y="1577212"/>
                  </a:lnTo>
                  <a:lnTo>
                    <a:pt x="5519541" y="1576669"/>
                  </a:lnTo>
                  <a:lnTo>
                    <a:pt x="5519728" y="1575871"/>
                  </a:lnTo>
                  <a:lnTo>
                    <a:pt x="5519915" y="1575323"/>
                  </a:lnTo>
                  <a:lnTo>
                    <a:pt x="5520101" y="1575181"/>
                  </a:lnTo>
                  <a:lnTo>
                    <a:pt x="5520288" y="1574975"/>
                  </a:lnTo>
                  <a:lnTo>
                    <a:pt x="5520475" y="1574885"/>
                  </a:lnTo>
                  <a:lnTo>
                    <a:pt x="5520662" y="1575189"/>
                  </a:lnTo>
                  <a:lnTo>
                    <a:pt x="5520849" y="1575274"/>
                  </a:lnTo>
                  <a:lnTo>
                    <a:pt x="5521036" y="1575595"/>
                  </a:lnTo>
                  <a:lnTo>
                    <a:pt x="5521223" y="1576007"/>
                  </a:lnTo>
                  <a:lnTo>
                    <a:pt x="5521410" y="1577680"/>
                  </a:lnTo>
                  <a:lnTo>
                    <a:pt x="5521597" y="1579617"/>
                  </a:lnTo>
                  <a:lnTo>
                    <a:pt x="5521784" y="1581750"/>
                  </a:lnTo>
                  <a:lnTo>
                    <a:pt x="5521971" y="1584146"/>
                  </a:lnTo>
                  <a:lnTo>
                    <a:pt x="5522158" y="1585971"/>
                  </a:lnTo>
                  <a:lnTo>
                    <a:pt x="5522344" y="1588343"/>
                  </a:lnTo>
                  <a:lnTo>
                    <a:pt x="5522531" y="1591436"/>
                  </a:lnTo>
                  <a:lnTo>
                    <a:pt x="5522718" y="1594565"/>
                  </a:lnTo>
                  <a:lnTo>
                    <a:pt x="5522905" y="1596987"/>
                  </a:lnTo>
                  <a:lnTo>
                    <a:pt x="5523092" y="1598491"/>
                  </a:lnTo>
                  <a:lnTo>
                    <a:pt x="5523279" y="1600254"/>
                  </a:lnTo>
                  <a:lnTo>
                    <a:pt x="5523466" y="1602065"/>
                  </a:lnTo>
                  <a:lnTo>
                    <a:pt x="5523653" y="1603253"/>
                  </a:lnTo>
                  <a:lnTo>
                    <a:pt x="5523840" y="1604964"/>
                  </a:lnTo>
                  <a:lnTo>
                    <a:pt x="5524027" y="1606410"/>
                  </a:lnTo>
                  <a:lnTo>
                    <a:pt x="5524214" y="1607026"/>
                  </a:lnTo>
                  <a:lnTo>
                    <a:pt x="5524401" y="1607049"/>
                  </a:lnTo>
                  <a:lnTo>
                    <a:pt x="5524588" y="1606935"/>
                  </a:lnTo>
                  <a:lnTo>
                    <a:pt x="5524774" y="1606770"/>
                  </a:lnTo>
                  <a:lnTo>
                    <a:pt x="5524961" y="1606571"/>
                  </a:lnTo>
                  <a:lnTo>
                    <a:pt x="5525148" y="1606581"/>
                  </a:lnTo>
                  <a:lnTo>
                    <a:pt x="5525335" y="1606592"/>
                  </a:lnTo>
                  <a:lnTo>
                    <a:pt x="5525522" y="1607829"/>
                  </a:lnTo>
                  <a:lnTo>
                    <a:pt x="5525709" y="1609565"/>
                  </a:lnTo>
                  <a:lnTo>
                    <a:pt x="5525896" y="1612177"/>
                  </a:lnTo>
                  <a:lnTo>
                    <a:pt x="5526083" y="1614859"/>
                  </a:lnTo>
                  <a:lnTo>
                    <a:pt x="5526270" y="1619694"/>
                  </a:lnTo>
                  <a:lnTo>
                    <a:pt x="5526457" y="1624819"/>
                  </a:lnTo>
                  <a:lnTo>
                    <a:pt x="5526644" y="1630149"/>
                  </a:lnTo>
                  <a:lnTo>
                    <a:pt x="5526831" y="1635529"/>
                  </a:lnTo>
                  <a:lnTo>
                    <a:pt x="5527018" y="1641355"/>
                  </a:lnTo>
                  <a:lnTo>
                    <a:pt x="5527204" y="1647610"/>
                  </a:lnTo>
                  <a:lnTo>
                    <a:pt x="5527391" y="1653906"/>
                  </a:lnTo>
                  <a:lnTo>
                    <a:pt x="5527578" y="1660351"/>
                  </a:lnTo>
                  <a:lnTo>
                    <a:pt x="5527765" y="1666540"/>
                  </a:lnTo>
                  <a:lnTo>
                    <a:pt x="5527952" y="1672234"/>
                  </a:lnTo>
                  <a:lnTo>
                    <a:pt x="5528139" y="1677374"/>
                  </a:lnTo>
                  <a:lnTo>
                    <a:pt x="5528326" y="1682466"/>
                  </a:lnTo>
                  <a:lnTo>
                    <a:pt x="5528513" y="1686368"/>
                  </a:lnTo>
                  <a:lnTo>
                    <a:pt x="5528700" y="1689800"/>
                  </a:lnTo>
                  <a:lnTo>
                    <a:pt x="5528887" y="1692707"/>
                  </a:lnTo>
                  <a:lnTo>
                    <a:pt x="5529074" y="1695663"/>
                  </a:lnTo>
                  <a:lnTo>
                    <a:pt x="5529261" y="1699237"/>
                  </a:lnTo>
                  <a:lnTo>
                    <a:pt x="5529447" y="1702047"/>
                  </a:lnTo>
                  <a:lnTo>
                    <a:pt x="5529634" y="1704599"/>
                  </a:lnTo>
                  <a:lnTo>
                    <a:pt x="5529821" y="1707627"/>
                  </a:lnTo>
                  <a:lnTo>
                    <a:pt x="5530008" y="1710666"/>
                  </a:lnTo>
                  <a:lnTo>
                    <a:pt x="5530195" y="1713475"/>
                  </a:lnTo>
                  <a:lnTo>
                    <a:pt x="5530382" y="1715370"/>
                  </a:lnTo>
                  <a:lnTo>
                    <a:pt x="5530569" y="1716712"/>
                  </a:lnTo>
                  <a:lnTo>
                    <a:pt x="5530756" y="1717735"/>
                  </a:lnTo>
                  <a:lnTo>
                    <a:pt x="5530943" y="1718630"/>
                  </a:lnTo>
                  <a:lnTo>
                    <a:pt x="5531130" y="1719046"/>
                  </a:lnTo>
                  <a:lnTo>
                    <a:pt x="5531317" y="1718910"/>
                  </a:lnTo>
                  <a:lnTo>
                    <a:pt x="5531504" y="1718613"/>
                  </a:lnTo>
                  <a:lnTo>
                    <a:pt x="5531691" y="1718994"/>
                  </a:lnTo>
                  <a:lnTo>
                    <a:pt x="5531877" y="1718796"/>
                  </a:lnTo>
                  <a:lnTo>
                    <a:pt x="5532064" y="1717797"/>
                  </a:lnTo>
                  <a:lnTo>
                    <a:pt x="5532251" y="1716080"/>
                  </a:lnTo>
                  <a:lnTo>
                    <a:pt x="5532438" y="1713964"/>
                  </a:lnTo>
                  <a:lnTo>
                    <a:pt x="5532625" y="1713295"/>
                  </a:lnTo>
                  <a:lnTo>
                    <a:pt x="5532812" y="1712652"/>
                  </a:lnTo>
                  <a:lnTo>
                    <a:pt x="5532999" y="1712033"/>
                  </a:lnTo>
                  <a:lnTo>
                    <a:pt x="5533186" y="1711715"/>
                  </a:lnTo>
                  <a:lnTo>
                    <a:pt x="5533373" y="1710729"/>
                  </a:lnTo>
                  <a:lnTo>
                    <a:pt x="5533560" y="1709999"/>
                  </a:lnTo>
                  <a:lnTo>
                    <a:pt x="5533747" y="1709995"/>
                  </a:lnTo>
                  <a:lnTo>
                    <a:pt x="5533934" y="1710359"/>
                  </a:lnTo>
                  <a:lnTo>
                    <a:pt x="5534120" y="1710841"/>
                  </a:lnTo>
                  <a:lnTo>
                    <a:pt x="5534307" y="1711519"/>
                  </a:lnTo>
                  <a:lnTo>
                    <a:pt x="5534494" y="1712985"/>
                  </a:lnTo>
                  <a:lnTo>
                    <a:pt x="5534681" y="1714741"/>
                  </a:lnTo>
                  <a:lnTo>
                    <a:pt x="5534868" y="1716323"/>
                  </a:lnTo>
                  <a:lnTo>
                    <a:pt x="5535055" y="1717889"/>
                  </a:lnTo>
                  <a:lnTo>
                    <a:pt x="5535242" y="1719956"/>
                  </a:lnTo>
                  <a:lnTo>
                    <a:pt x="5535429" y="1721992"/>
                  </a:lnTo>
                  <a:lnTo>
                    <a:pt x="5535616" y="1724427"/>
                  </a:lnTo>
                  <a:lnTo>
                    <a:pt x="5535803" y="1727771"/>
                  </a:lnTo>
                  <a:lnTo>
                    <a:pt x="5535990" y="1731434"/>
                  </a:lnTo>
                  <a:lnTo>
                    <a:pt x="5536177" y="1735114"/>
                  </a:lnTo>
                  <a:lnTo>
                    <a:pt x="5536364" y="1738653"/>
                  </a:lnTo>
                  <a:lnTo>
                    <a:pt x="5536550" y="1743868"/>
                  </a:lnTo>
                  <a:lnTo>
                    <a:pt x="5536737" y="1748489"/>
                  </a:lnTo>
                  <a:lnTo>
                    <a:pt x="5536924" y="1753028"/>
                  </a:lnTo>
                  <a:lnTo>
                    <a:pt x="5537111" y="1757261"/>
                  </a:lnTo>
                  <a:lnTo>
                    <a:pt x="5537298" y="1761511"/>
                  </a:lnTo>
                  <a:lnTo>
                    <a:pt x="5537485" y="1766247"/>
                  </a:lnTo>
                  <a:lnTo>
                    <a:pt x="5537672" y="1772007"/>
                  </a:lnTo>
                  <a:lnTo>
                    <a:pt x="5537859" y="1778683"/>
                  </a:lnTo>
                  <a:lnTo>
                    <a:pt x="5538046" y="1783287"/>
                  </a:lnTo>
                  <a:lnTo>
                    <a:pt x="5538233" y="1787019"/>
                  </a:lnTo>
                  <a:lnTo>
                    <a:pt x="5538420" y="1790162"/>
                  </a:lnTo>
                  <a:lnTo>
                    <a:pt x="5538607" y="1793120"/>
                  </a:lnTo>
                  <a:lnTo>
                    <a:pt x="5538794" y="1796114"/>
                  </a:lnTo>
                  <a:lnTo>
                    <a:pt x="5538980" y="1799228"/>
                  </a:lnTo>
                  <a:lnTo>
                    <a:pt x="5539167" y="1802421"/>
                  </a:lnTo>
                  <a:lnTo>
                    <a:pt x="5539354" y="1805511"/>
                  </a:lnTo>
                  <a:lnTo>
                    <a:pt x="5539541" y="1808603"/>
                  </a:lnTo>
                  <a:lnTo>
                    <a:pt x="5539728" y="1812368"/>
                  </a:lnTo>
                  <a:lnTo>
                    <a:pt x="5539915" y="1814784"/>
                  </a:lnTo>
                  <a:lnTo>
                    <a:pt x="5540102" y="1816583"/>
                  </a:lnTo>
                  <a:lnTo>
                    <a:pt x="5540289" y="1818166"/>
                  </a:lnTo>
                  <a:lnTo>
                    <a:pt x="5540476" y="1819312"/>
                  </a:lnTo>
                  <a:lnTo>
                    <a:pt x="5540663" y="1820142"/>
                  </a:lnTo>
                  <a:lnTo>
                    <a:pt x="5540850" y="1820817"/>
                  </a:lnTo>
                  <a:lnTo>
                    <a:pt x="5541037" y="1821533"/>
                  </a:lnTo>
                  <a:lnTo>
                    <a:pt x="5541223" y="1822634"/>
                  </a:lnTo>
                  <a:lnTo>
                    <a:pt x="5541410" y="1824363"/>
                  </a:lnTo>
                  <a:lnTo>
                    <a:pt x="5541597" y="1826102"/>
                  </a:lnTo>
                  <a:lnTo>
                    <a:pt x="5541784" y="1827020"/>
                  </a:lnTo>
                  <a:lnTo>
                    <a:pt x="5541971" y="1827502"/>
                  </a:lnTo>
                  <a:lnTo>
                    <a:pt x="5542158" y="1827737"/>
                  </a:lnTo>
                  <a:lnTo>
                    <a:pt x="5542345" y="1827703"/>
                  </a:lnTo>
                  <a:lnTo>
                    <a:pt x="5542532" y="1827136"/>
                  </a:lnTo>
                  <a:lnTo>
                    <a:pt x="5542719" y="1826531"/>
                  </a:lnTo>
                  <a:lnTo>
                    <a:pt x="5542906" y="1825606"/>
                  </a:lnTo>
                  <a:lnTo>
                    <a:pt x="5543093" y="1824376"/>
                  </a:lnTo>
                  <a:lnTo>
                    <a:pt x="5543280" y="1823964"/>
                  </a:lnTo>
                  <a:lnTo>
                    <a:pt x="5543467" y="1823477"/>
                  </a:lnTo>
                  <a:lnTo>
                    <a:pt x="5543653" y="1823185"/>
                  </a:lnTo>
                  <a:lnTo>
                    <a:pt x="5543840" y="1823074"/>
                  </a:lnTo>
                  <a:lnTo>
                    <a:pt x="5544027" y="1822703"/>
                  </a:lnTo>
                  <a:lnTo>
                    <a:pt x="5544214" y="1821543"/>
                  </a:lnTo>
                  <a:lnTo>
                    <a:pt x="5544401" y="1819982"/>
                  </a:lnTo>
                  <a:lnTo>
                    <a:pt x="5544588" y="1817606"/>
                  </a:lnTo>
                  <a:lnTo>
                    <a:pt x="5544775" y="1813208"/>
                  </a:lnTo>
                  <a:lnTo>
                    <a:pt x="5544962" y="1808966"/>
                  </a:lnTo>
                  <a:lnTo>
                    <a:pt x="5545149" y="1804634"/>
                  </a:lnTo>
                  <a:lnTo>
                    <a:pt x="5545336" y="1801078"/>
                  </a:lnTo>
                  <a:lnTo>
                    <a:pt x="5545523" y="1797587"/>
                  </a:lnTo>
                  <a:lnTo>
                    <a:pt x="5545710" y="1794872"/>
                  </a:lnTo>
                  <a:lnTo>
                    <a:pt x="5545897" y="1792983"/>
                  </a:lnTo>
                  <a:lnTo>
                    <a:pt x="5546083" y="1791819"/>
                  </a:lnTo>
                  <a:lnTo>
                    <a:pt x="5546270" y="1791406"/>
                  </a:lnTo>
                  <a:lnTo>
                    <a:pt x="5546457" y="1791340"/>
                  </a:lnTo>
                  <a:lnTo>
                    <a:pt x="5546644" y="1791266"/>
                  </a:lnTo>
                  <a:lnTo>
                    <a:pt x="5546831" y="1789442"/>
                  </a:lnTo>
                  <a:lnTo>
                    <a:pt x="5547018" y="1787359"/>
                  </a:lnTo>
                  <a:lnTo>
                    <a:pt x="5547205" y="1785609"/>
                  </a:lnTo>
                  <a:lnTo>
                    <a:pt x="5547392" y="1784068"/>
                  </a:lnTo>
                  <a:lnTo>
                    <a:pt x="5547579" y="1782904"/>
                  </a:lnTo>
                  <a:lnTo>
                    <a:pt x="5547766" y="1782434"/>
                  </a:lnTo>
                  <a:lnTo>
                    <a:pt x="5547953" y="1783297"/>
                  </a:lnTo>
                  <a:lnTo>
                    <a:pt x="5548140" y="1784663"/>
                  </a:lnTo>
                  <a:lnTo>
                    <a:pt x="5548326" y="1786310"/>
                  </a:lnTo>
                  <a:lnTo>
                    <a:pt x="5548513" y="1788064"/>
                  </a:lnTo>
                  <a:lnTo>
                    <a:pt x="5548700" y="1789970"/>
                  </a:lnTo>
                  <a:lnTo>
                    <a:pt x="5548887" y="1792095"/>
                  </a:lnTo>
                  <a:lnTo>
                    <a:pt x="5549074" y="1793965"/>
                  </a:lnTo>
                  <a:lnTo>
                    <a:pt x="5549261" y="1796826"/>
                  </a:lnTo>
                  <a:lnTo>
                    <a:pt x="5549448" y="1800491"/>
                  </a:lnTo>
                  <a:lnTo>
                    <a:pt x="5549635" y="1804244"/>
                  </a:lnTo>
                  <a:lnTo>
                    <a:pt x="5549822" y="1808589"/>
                  </a:lnTo>
                  <a:lnTo>
                    <a:pt x="5550009" y="1813063"/>
                  </a:lnTo>
                  <a:lnTo>
                    <a:pt x="5550196" y="1818025"/>
                  </a:lnTo>
                  <a:lnTo>
                    <a:pt x="5550383" y="1824685"/>
                  </a:lnTo>
                  <a:lnTo>
                    <a:pt x="5550570" y="1831020"/>
                  </a:lnTo>
                  <a:lnTo>
                    <a:pt x="5550756" y="1836672"/>
                  </a:lnTo>
                  <a:lnTo>
                    <a:pt x="5550943" y="1841970"/>
                  </a:lnTo>
                  <a:lnTo>
                    <a:pt x="5551130" y="1847334"/>
                  </a:lnTo>
                  <a:lnTo>
                    <a:pt x="5551317" y="1852038"/>
                  </a:lnTo>
                  <a:lnTo>
                    <a:pt x="5551504" y="1856457"/>
                  </a:lnTo>
                  <a:lnTo>
                    <a:pt x="5551691" y="1860703"/>
                  </a:lnTo>
                  <a:lnTo>
                    <a:pt x="5551878" y="1864581"/>
                  </a:lnTo>
                  <a:lnTo>
                    <a:pt x="5552065" y="1868000"/>
                  </a:lnTo>
                  <a:lnTo>
                    <a:pt x="5552252" y="1869895"/>
                  </a:lnTo>
                  <a:lnTo>
                    <a:pt x="5552439" y="1870308"/>
                  </a:lnTo>
                  <a:lnTo>
                    <a:pt x="5552626" y="1870481"/>
                  </a:lnTo>
                  <a:lnTo>
                    <a:pt x="5552813" y="1870036"/>
                  </a:lnTo>
                  <a:lnTo>
                    <a:pt x="5552999" y="1869466"/>
                  </a:lnTo>
                  <a:lnTo>
                    <a:pt x="5553186" y="1868748"/>
                  </a:lnTo>
                  <a:lnTo>
                    <a:pt x="5553373" y="1867370"/>
                  </a:lnTo>
                  <a:lnTo>
                    <a:pt x="5553560" y="1865307"/>
                  </a:lnTo>
                  <a:lnTo>
                    <a:pt x="5553747" y="1862370"/>
                  </a:lnTo>
                  <a:lnTo>
                    <a:pt x="5553934" y="1858912"/>
                  </a:lnTo>
                  <a:lnTo>
                    <a:pt x="5554121" y="1855092"/>
                  </a:lnTo>
                  <a:lnTo>
                    <a:pt x="5554308" y="1850619"/>
                  </a:lnTo>
                  <a:lnTo>
                    <a:pt x="5554495" y="1845297"/>
                  </a:lnTo>
                  <a:lnTo>
                    <a:pt x="5554682" y="1840469"/>
                  </a:lnTo>
                  <a:lnTo>
                    <a:pt x="5554869" y="1835906"/>
                  </a:lnTo>
                  <a:lnTo>
                    <a:pt x="5555056" y="1832936"/>
                  </a:lnTo>
                  <a:lnTo>
                    <a:pt x="5555243" y="1830046"/>
                  </a:lnTo>
                  <a:lnTo>
                    <a:pt x="5555429" y="1826344"/>
                  </a:lnTo>
                  <a:lnTo>
                    <a:pt x="5555616" y="1822820"/>
                  </a:lnTo>
                  <a:lnTo>
                    <a:pt x="5555803" y="1818564"/>
                  </a:lnTo>
                  <a:lnTo>
                    <a:pt x="5555990" y="1814034"/>
                  </a:lnTo>
                  <a:lnTo>
                    <a:pt x="5556177" y="1809630"/>
                  </a:lnTo>
                  <a:lnTo>
                    <a:pt x="5556364" y="1805301"/>
                  </a:lnTo>
                  <a:lnTo>
                    <a:pt x="5556551" y="1801393"/>
                  </a:lnTo>
                  <a:lnTo>
                    <a:pt x="5556738" y="1797808"/>
                  </a:lnTo>
                  <a:lnTo>
                    <a:pt x="5556925" y="1794703"/>
                  </a:lnTo>
                  <a:lnTo>
                    <a:pt x="5557112" y="1791960"/>
                  </a:lnTo>
                  <a:lnTo>
                    <a:pt x="5557299" y="1789569"/>
                  </a:lnTo>
                  <a:lnTo>
                    <a:pt x="5557486" y="1786976"/>
                  </a:lnTo>
                  <a:lnTo>
                    <a:pt x="5557673" y="1784055"/>
                  </a:lnTo>
                  <a:lnTo>
                    <a:pt x="5557859" y="1781103"/>
                  </a:lnTo>
                  <a:lnTo>
                    <a:pt x="5558046" y="1778144"/>
                  </a:lnTo>
                  <a:lnTo>
                    <a:pt x="5558233" y="1775442"/>
                  </a:lnTo>
                  <a:lnTo>
                    <a:pt x="5558420" y="1771399"/>
                  </a:lnTo>
                  <a:lnTo>
                    <a:pt x="5558607" y="1767991"/>
                  </a:lnTo>
                  <a:lnTo>
                    <a:pt x="5558794" y="1764888"/>
                  </a:lnTo>
                  <a:lnTo>
                    <a:pt x="5558981" y="1762033"/>
                  </a:lnTo>
                  <a:lnTo>
                    <a:pt x="5559168" y="1759731"/>
                  </a:lnTo>
                  <a:lnTo>
                    <a:pt x="5559355" y="1757511"/>
                  </a:lnTo>
                  <a:lnTo>
                    <a:pt x="5559542" y="1755068"/>
                  </a:lnTo>
                  <a:lnTo>
                    <a:pt x="5559729" y="1752065"/>
                  </a:lnTo>
                  <a:lnTo>
                    <a:pt x="5559916" y="1748681"/>
                  </a:lnTo>
                  <a:lnTo>
                    <a:pt x="5560102" y="1745480"/>
                  </a:lnTo>
                  <a:lnTo>
                    <a:pt x="5560289" y="1743004"/>
                  </a:lnTo>
                  <a:lnTo>
                    <a:pt x="5560476" y="1741255"/>
                  </a:lnTo>
                  <a:lnTo>
                    <a:pt x="5560663" y="1739084"/>
                  </a:lnTo>
                  <a:lnTo>
                    <a:pt x="5560850" y="1736543"/>
                  </a:lnTo>
                  <a:lnTo>
                    <a:pt x="5561037" y="1733118"/>
                  </a:lnTo>
                  <a:lnTo>
                    <a:pt x="5561224" y="1729314"/>
                  </a:lnTo>
                  <a:lnTo>
                    <a:pt x="5561411" y="1725139"/>
                  </a:lnTo>
                  <a:lnTo>
                    <a:pt x="5561598" y="1721186"/>
                  </a:lnTo>
                  <a:lnTo>
                    <a:pt x="5561785" y="1717778"/>
                  </a:lnTo>
                  <a:lnTo>
                    <a:pt x="5561972" y="1714420"/>
                  </a:lnTo>
                  <a:lnTo>
                    <a:pt x="5562159" y="1710616"/>
                  </a:lnTo>
                  <a:lnTo>
                    <a:pt x="5562346" y="1706572"/>
                  </a:lnTo>
                  <a:lnTo>
                    <a:pt x="5562532" y="1703139"/>
                  </a:lnTo>
                  <a:lnTo>
                    <a:pt x="5562719" y="1700012"/>
                  </a:lnTo>
                  <a:lnTo>
                    <a:pt x="5562906" y="1696538"/>
                  </a:lnTo>
                  <a:lnTo>
                    <a:pt x="5563093" y="1691884"/>
                  </a:lnTo>
                  <a:lnTo>
                    <a:pt x="5563280" y="1686834"/>
                  </a:lnTo>
                  <a:lnTo>
                    <a:pt x="5563467" y="1682543"/>
                  </a:lnTo>
                  <a:lnTo>
                    <a:pt x="5563654" y="1678541"/>
                  </a:lnTo>
                  <a:lnTo>
                    <a:pt x="5563841" y="1674992"/>
                  </a:lnTo>
                  <a:lnTo>
                    <a:pt x="5564028" y="1671634"/>
                  </a:lnTo>
                  <a:lnTo>
                    <a:pt x="5564215" y="1668490"/>
                  </a:lnTo>
                  <a:lnTo>
                    <a:pt x="5564402" y="1664884"/>
                  </a:lnTo>
                  <a:lnTo>
                    <a:pt x="5564589" y="1660923"/>
                  </a:lnTo>
                  <a:lnTo>
                    <a:pt x="5564775" y="1657201"/>
                  </a:lnTo>
                  <a:lnTo>
                    <a:pt x="5564962" y="1653785"/>
                  </a:lnTo>
                  <a:lnTo>
                    <a:pt x="5565149" y="1650361"/>
                  </a:lnTo>
                  <a:lnTo>
                    <a:pt x="5565336" y="1646383"/>
                  </a:lnTo>
                  <a:lnTo>
                    <a:pt x="5565523" y="1641944"/>
                  </a:lnTo>
                  <a:lnTo>
                    <a:pt x="5565710" y="1637661"/>
                  </a:lnTo>
                  <a:lnTo>
                    <a:pt x="5565897" y="1633758"/>
                  </a:lnTo>
                  <a:lnTo>
                    <a:pt x="5566084" y="1629962"/>
                  </a:lnTo>
                  <a:lnTo>
                    <a:pt x="5566271" y="1626150"/>
                  </a:lnTo>
                  <a:lnTo>
                    <a:pt x="5566458" y="1622362"/>
                  </a:lnTo>
                  <a:lnTo>
                    <a:pt x="5566645" y="1618872"/>
                  </a:lnTo>
                  <a:lnTo>
                    <a:pt x="5566832" y="1615488"/>
                  </a:lnTo>
                  <a:lnTo>
                    <a:pt x="5567019" y="1612080"/>
                  </a:lnTo>
                  <a:lnTo>
                    <a:pt x="5567205" y="1608994"/>
                  </a:lnTo>
                  <a:lnTo>
                    <a:pt x="5567392" y="1605941"/>
                  </a:lnTo>
                  <a:lnTo>
                    <a:pt x="5567579" y="1604042"/>
                  </a:lnTo>
                  <a:lnTo>
                    <a:pt x="5567766" y="1602802"/>
                  </a:lnTo>
                  <a:lnTo>
                    <a:pt x="5567953" y="1602000"/>
                  </a:lnTo>
                  <a:lnTo>
                    <a:pt x="5568140" y="1601279"/>
                  </a:lnTo>
                  <a:lnTo>
                    <a:pt x="5568327" y="1601611"/>
                  </a:lnTo>
                  <a:lnTo>
                    <a:pt x="5568514" y="1602643"/>
                  </a:lnTo>
                  <a:lnTo>
                    <a:pt x="5568701" y="1604308"/>
                  </a:lnTo>
                  <a:lnTo>
                    <a:pt x="5568888" y="1606248"/>
                  </a:lnTo>
                  <a:lnTo>
                    <a:pt x="5569075" y="1608680"/>
                  </a:lnTo>
                  <a:lnTo>
                    <a:pt x="5569262" y="1611169"/>
                  </a:lnTo>
                  <a:lnTo>
                    <a:pt x="5569449" y="1613577"/>
                  </a:lnTo>
                  <a:lnTo>
                    <a:pt x="5569635" y="1616506"/>
                  </a:lnTo>
                  <a:lnTo>
                    <a:pt x="5569822" y="1620019"/>
                  </a:lnTo>
                  <a:lnTo>
                    <a:pt x="5570009" y="1621679"/>
                  </a:lnTo>
                  <a:lnTo>
                    <a:pt x="5570196" y="1623546"/>
                  </a:lnTo>
                  <a:lnTo>
                    <a:pt x="5570383" y="1625779"/>
                  </a:lnTo>
                  <a:lnTo>
                    <a:pt x="5570570" y="1627964"/>
                  </a:lnTo>
                  <a:lnTo>
                    <a:pt x="5570757" y="1629166"/>
                  </a:lnTo>
                  <a:lnTo>
                    <a:pt x="5570944" y="1630357"/>
                  </a:lnTo>
                  <a:lnTo>
                    <a:pt x="5571131" y="1631279"/>
                  </a:lnTo>
                  <a:lnTo>
                    <a:pt x="5571318" y="1631616"/>
                  </a:lnTo>
                  <a:lnTo>
                    <a:pt x="5571505" y="1629960"/>
                  </a:lnTo>
                  <a:lnTo>
                    <a:pt x="5571692" y="1628152"/>
                  </a:lnTo>
                  <a:lnTo>
                    <a:pt x="5571878" y="1626431"/>
                  </a:lnTo>
                  <a:lnTo>
                    <a:pt x="5572065" y="1626696"/>
                  </a:lnTo>
                  <a:lnTo>
                    <a:pt x="5572252" y="1627707"/>
                  </a:lnTo>
                  <a:lnTo>
                    <a:pt x="5572439" y="1628859"/>
                  </a:lnTo>
                  <a:lnTo>
                    <a:pt x="5572626" y="1629874"/>
                  </a:lnTo>
                  <a:lnTo>
                    <a:pt x="5572813" y="1630871"/>
                  </a:lnTo>
                  <a:lnTo>
                    <a:pt x="5573000" y="1631465"/>
                  </a:lnTo>
                  <a:lnTo>
                    <a:pt x="5573187" y="1632424"/>
                  </a:lnTo>
                  <a:lnTo>
                    <a:pt x="5573374" y="1632615"/>
                  </a:lnTo>
                  <a:lnTo>
                    <a:pt x="5573561" y="1632678"/>
                  </a:lnTo>
                  <a:lnTo>
                    <a:pt x="5573748" y="1632506"/>
                  </a:lnTo>
                  <a:lnTo>
                    <a:pt x="5573935" y="1632204"/>
                  </a:lnTo>
                  <a:lnTo>
                    <a:pt x="5574122" y="1632077"/>
                  </a:lnTo>
                  <a:lnTo>
                    <a:pt x="5574308" y="1631621"/>
                  </a:lnTo>
                  <a:lnTo>
                    <a:pt x="5574495" y="1631775"/>
                  </a:lnTo>
                  <a:lnTo>
                    <a:pt x="5574682" y="1631593"/>
                  </a:lnTo>
                  <a:lnTo>
                    <a:pt x="5574869" y="1630543"/>
                  </a:lnTo>
                  <a:lnTo>
                    <a:pt x="5575056" y="1628354"/>
                  </a:lnTo>
                  <a:lnTo>
                    <a:pt x="5575243" y="1625169"/>
                  </a:lnTo>
                  <a:lnTo>
                    <a:pt x="5575430" y="1621975"/>
                  </a:lnTo>
                  <a:lnTo>
                    <a:pt x="5575617" y="1618455"/>
                  </a:lnTo>
                  <a:lnTo>
                    <a:pt x="5575804" y="1614326"/>
                  </a:lnTo>
                  <a:lnTo>
                    <a:pt x="5575991" y="1609621"/>
                  </a:lnTo>
                  <a:lnTo>
                    <a:pt x="5576178" y="1604862"/>
                  </a:lnTo>
                  <a:lnTo>
                    <a:pt x="5576365" y="1599808"/>
                  </a:lnTo>
                  <a:lnTo>
                    <a:pt x="5576552" y="1595116"/>
                  </a:lnTo>
                  <a:lnTo>
                    <a:pt x="5576738" y="1591305"/>
                  </a:lnTo>
                  <a:lnTo>
                    <a:pt x="5576925" y="1588353"/>
                  </a:lnTo>
                  <a:lnTo>
                    <a:pt x="5577112" y="1585728"/>
                  </a:lnTo>
                  <a:lnTo>
                    <a:pt x="5577299" y="1583331"/>
                  </a:lnTo>
                  <a:lnTo>
                    <a:pt x="5577486" y="1581552"/>
                  </a:lnTo>
                  <a:lnTo>
                    <a:pt x="5577673" y="1579487"/>
                  </a:lnTo>
                  <a:lnTo>
                    <a:pt x="5577860" y="1577554"/>
                  </a:lnTo>
                  <a:lnTo>
                    <a:pt x="5578047" y="1575776"/>
                  </a:lnTo>
                  <a:lnTo>
                    <a:pt x="5578234" y="1574188"/>
                  </a:lnTo>
                  <a:lnTo>
                    <a:pt x="5578421" y="1572616"/>
                  </a:lnTo>
                  <a:lnTo>
                    <a:pt x="5578608" y="1570767"/>
                  </a:lnTo>
                  <a:lnTo>
                    <a:pt x="5578795" y="1569208"/>
                  </a:lnTo>
                  <a:lnTo>
                    <a:pt x="5578981" y="1567922"/>
                  </a:lnTo>
                  <a:lnTo>
                    <a:pt x="5579168" y="1567300"/>
                  </a:lnTo>
                  <a:lnTo>
                    <a:pt x="5579355" y="1567209"/>
                  </a:lnTo>
                  <a:lnTo>
                    <a:pt x="5579542" y="1567564"/>
                  </a:lnTo>
                  <a:lnTo>
                    <a:pt x="5579729" y="1568089"/>
                  </a:lnTo>
                  <a:lnTo>
                    <a:pt x="5579916" y="1569220"/>
                  </a:lnTo>
                  <a:lnTo>
                    <a:pt x="5580103" y="1570565"/>
                  </a:lnTo>
                  <a:lnTo>
                    <a:pt x="5580290" y="1572554"/>
                  </a:lnTo>
                  <a:lnTo>
                    <a:pt x="5580477" y="1575022"/>
                  </a:lnTo>
                  <a:lnTo>
                    <a:pt x="5580664" y="1577758"/>
                  </a:lnTo>
                  <a:lnTo>
                    <a:pt x="5580851" y="1580732"/>
                  </a:lnTo>
                  <a:lnTo>
                    <a:pt x="5581038" y="1583818"/>
                  </a:lnTo>
                  <a:lnTo>
                    <a:pt x="5581225" y="1586923"/>
                  </a:lnTo>
                  <a:lnTo>
                    <a:pt x="5581411" y="1590396"/>
                  </a:lnTo>
                  <a:lnTo>
                    <a:pt x="5581598" y="1594784"/>
                  </a:lnTo>
                  <a:lnTo>
                    <a:pt x="5581785" y="1598832"/>
                  </a:lnTo>
                  <a:lnTo>
                    <a:pt x="5581972" y="1603966"/>
                  </a:lnTo>
                  <a:lnTo>
                    <a:pt x="5582159" y="1610991"/>
                  </a:lnTo>
                  <a:lnTo>
                    <a:pt x="5582346" y="1617459"/>
                  </a:lnTo>
                  <a:lnTo>
                    <a:pt x="5582533" y="1624020"/>
                  </a:lnTo>
                  <a:lnTo>
                    <a:pt x="5582720" y="1629691"/>
                  </a:lnTo>
                  <a:lnTo>
                    <a:pt x="5582907" y="1635040"/>
                  </a:lnTo>
                  <a:lnTo>
                    <a:pt x="5583094" y="1638976"/>
                  </a:lnTo>
                  <a:lnTo>
                    <a:pt x="5583281" y="1642552"/>
                  </a:lnTo>
                  <a:lnTo>
                    <a:pt x="5583468" y="1645877"/>
                  </a:lnTo>
                  <a:lnTo>
                    <a:pt x="5583654" y="1649069"/>
                  </a:lnTo>
                  <a:lnTo>
                    <a:pt x="5583841" y="1652138"/>
                  </a:lnTo>
                  <a:lnTo>
                    <a:pt x="5584028" y="1655081"/>
                  </a:lnTo>
                  <a:lnTo>
                    <a:pt x="5584215" y="1658001"/>
                  </a:lnTo>
                  <a:lnTo>
                    <a:pt x="5584402" y="1661774"/>
                  </a:lnTo>
                  <a:lnTo>
                    <a:pt x="5584589" y="1665493"/>
                  </a:lnTo>
                  <a:lnTo>
                    <a:pt x="5584776" y="1669023"/>
                  </a:lnTo>
                  <a:lnTo>
                    <a:pt x="5584963" y="1672601"/>
                  </a:lnTo>
                  <a:lnTo>
                    <a:pt x="5585150" y="1675595"/>
                  </a:lnTo>
                  <a:lnTo>
                    <a:pt x="5585337" y="1677847"/>
                  </a:lnTo>
                  <a:lnTo>
                    <a:pt x="5585524" y="1679992"/>
                  </a:lnTo>
                  <a:lnTo>
                    <a:pt x="5585711" y="1681771"/>
                  </a:lnTo>
                  <a:lnTo>
                    <a:pt x="5585898" y="1683406"/>
                  </a:lnTo>
                  <a:lnTo>
                    <a:pt x="5586084" y="1684949"/>
                  </a:lnTo>
                  <a:lnTo>
                    <a:pt x="5586271" y="1686141"/>
                  </a:lnTo>
                  <a:lnTo>
                    <a:pt x="5586458" y="1687225"/>
                  </a:lnTo>
                  <a:lnTo>
                    <a:pt x="5586645" y="1687110"/>
                  </a:lnTo>
                  <a:lnTo>
                    <a:pt x="5586832" y="1686352"/>
                  </a:lnTo>
                  <a:lnTo>
                    <a:pt x="5587019" y="1685579"/>
                  </a:lnTo>
                  <a:lnTo>
                    <a:pt x="5587206" y="1684527"/>
                  </a:lnTo>
                  <a:lnTo>
                    <a:pt x="5587393" y="1683106"/>
                  </a:lnTo>
                  <a:lnTo>
                    <a:pt x="5587580" y="1681111"/>
                  </a:lnTo>
                  <a:lnTo>
                    <a:pt x="5587767" y="1679515"/>
                  </a:lnTo>
                  <a:lnTo>
                    <a:pt x="5587954" y="1677428"/>
                  </a:lnTo>
                  <a:lnTo>
                    <a:pt x="5588141" y="1675446"/>
                  </a:lnTo>
                  <a:lnTo>
                    <a:pt x="5588328" y="1673286"/>
                  </a:lnTo>
                  <a:lnTo>
                    <a:pt x="5588514" y="1670777"/>
                  </a:lnTo>
                  <a:lnTo>
                    <a:pt x="5588701" y="1668308"/>
                  </a:lnTo>
                  <a:lnTo>
                    <a:pt x="5588888" y="1665911"/>
                  </a:lnTo>
                  <a:lnTo>
                    <a:pt x="5589075" y="1663531"/>
                  </a:lnTo>
                  <a:lnTo>
                    <a:pt x="5589262" y="1661546"/>
                  </a:lnTo>
                  <a:lnTo>
                    <a:pt x="5589449" y="1659882"/>
                  </a:lnTo>
                  <a:lnTo>
                    <a:pt x="5589636" y="1659151"/>
                  </a:lnTo>
                  <a:lnTo>
                    <a:pt x="5589823" y="1660011"/>
                  </a:lnTo>
                  <a:lnTo>
                    <a:pt x="5590010" y="1660964"/>
                  </a:lnTo>
                  <a:lnTo>
                    <a:pt x="5590197" y="1662208"/>
                  </a:lnTo>
                  <a:lnTo>
                    <a:pt x="5590384" y="1663194"/>
                  </a:lnTo>
                  <a:lnTo>
                    <a:pt x="5590571" y="1664426"/>
                  </a:lnTo>
                  <a:lnTo>
                    <a:pt x="5590757" y="1666247"/>
                  </a:lnTo>
                  <a:lnTo>
                    <a:pt x="5590944" y="1668853"/>
                  </a:lnTo>
                  <a:lnTo>
                    <a:pt x="5591131" y="1671612"/>
                  </a:lnTo>
                  <a:lnTo>
                    <a:pt x="5591318" y="1674858"/>
                  </a:lnTo>
                  <a:lnTo>
                    <a:pt x="5591505" y="1678113"/>
                  </a:lnTo>
                  <a:lnTo>
                    <a:pt x="5591692" y="1682480"/>
                  </a:lnTo>
                  <a:lnTo>
                    <a:pt x="5591879" y="1687718"/>
                  </a:lnTo>
                  <a:lnTo>
                    <a:pt x="5592066" y="1692606"/>
                  </a:lnTo>
                  <a:lnTo>
                    <a:pt x="5592253" y="1697272"/>
                  </a:lnTo>
                  <a:lnTo>
                    <a:pt x="5592440" y="1700816"/>
                  </a:lnTo>
                  <a:lnTo>
                    <a:pt x="5592627" y="1704718"/>
                  </a:lnTo>
                  <a:lnTo>
                    <a:pt x="5592814" y="1709138"/>
                  </a:lnTo>
                  <a:lnTo>
                    <a:pt x="5593001" y="1712865"/>
                  </a:lnTo>
                  <a:lnTo>
                    <a:pt x="5593187" y="1717175"/>
                  </a:lnTo>
                  <a:lnTo>
                    <a:pt x="5593374" y="1721503"/>
                  </a:lnTo>
                  <a:lnTo>
                    <a:pt x="5593561" y="1725915"/>
                  </a:lnTo>
                  <a:lnTo>
                    <a:pt x="5593748" y="1730033"/>
                  </a:lnTo>
                  <a:lnTo>
                    <a:pt x="5593935" y="1733844"/>
                  </a:lnTo>
                  <a:lnTo>
                    <a:pt x="5594122" y="1737613"/>
                  </a:lnTo>
                  <a:lnTo>
                    <a:pt x="5594309" y="1741147"/>
                  </a:lnTo>
                  <a:lnTo>
                    <a:pt x="5594496" y="1744646"/>
                  </a:lnTo>
                  <a:lnTo>
                    <a:pt x="5594683" y="1747843"/>
                  </a:lnTo>
                  <a:lnTo>
                    <a:pt x="5594870" y="1750379"/>
                  </a:lnTo>
                  <a:lnTo>
                    <a:pt x="5595057" y="1753299"/>
                  </a:lnTo>
                  <a:lnTo>
                    <a:pt x="5595244" y="1756161"/>
                  </a:lnTo>
                  <a:lnTo>
                    <a:pt x="5595431" y="1759087"/>
                  </a:lnTo>
                  <a:lnTo>
                    <a:pt x="5595617" y="1761698"/>
                  </a:lnTo>
                  <a:lnTo>
                    <a:pt x="5595804" y="1765725"/>
                  </a:lnTo>
                  <a:lnTo>
                    <a:pt x="5595991" y="1769017"/>
                  </a:lnTo>
                  <a:lnTo>
                    <a:pt x="5596178" y="1771650"/>
                  </a:lnTo>
                  <a:lnTo>
                    <a:pt x="5596365" y="1773886"/>
                  </a:lnTo>
                  <a:lnTo>
                    <a:pt x="5596552" y="1775759"/>
                  </a:lnTo>
                  <a:lnTo>
                    <a:pt x="5596739" y="1778160"/>
                  </a:lnTo>
                  <a:lnTo>
                    <a:pt x="5596926" y="1780950"/>
                  </a:lnTo>
                  <a:lnTo>
                    <a:pt x="5597113" y="1784069"/>
                  </a:lnTo>
                  <a:lnTo>
                    <a:pt x="5597300" y="1787254"/>
                  </a:lnTo>
                  <a:lnTo>
                    <a:pt x="5597487" y="1790456"/>
                  </a:lnTo>
                  <a:lnTo>
                    <a:pt x="5597674" y="1793418"/>
                  </a:lnTo>
                  <a:lnTo>
                    <a:pt x="5597860" y="1795828"/>
                  </a:lnTo>
                  <a:lnTo>
                    <a:pt x="5598047" y="1798567"/>
                  </a:lnTo>
                  <a:lnTo>
                    <a:pt x="5598234" y="1801695"/>
                  </a:lnTo>
                  <a:lnTo>
                    <a:pt x="5598421" y="1805969"/>
                  </a:lnTo>
                  <a:lnTo>
                    <a:pt x="5598608" y="1810640"/>
                  </a:lnTo>
                  <a:lnTo>
                    <a:pt x="5598795" y="1816243"/>
                  </a:lnTo>
                  <a:lnTo>
                    <a:pt x="5598982" y="1822654"/>
                  </a:lnTo>
                  <a:lnTo>
                    <a:pt x="5599169" y="1828934"/>
                  </a:lnTo>
                  <a:lnTo>
                    <a:pt x="5599356" y="1835238"/>
                  </a:lnTo>
                  <a:lnTo>
                    <a:pt x="5599543" y="1841386"/>
                  </a:lnTo>
                  <a:lnTo>
                    <a:pt x="5599730" y="1847641"/>
                  </a:lnTo>
                  <a:lnTo>
                    <a:pt x="5599917" y="1852864"/>
                  </a:lnTo>
                  <a:lnTo>
                    <a:pt x="5600104" y="1857733"/>
                  </a:lnTo>
                  <a:lnTo>
                    <a:pt x="5600290" y="1862857"/>
                  </a:lnTo>
                  <a:lnTo>
                    <a:pt x="5600477" y="1868361"/>
                  </a:lnTo>
                  <a:lnTo>
                    <a:pt x="5600664" y="1873857"/>
                  </a:lnTo>
                  <a:lnTo>
                    <a:pt x="5600851" y="1879339"/>
                  </a:lnTo>
                  <a:lnTo>
                    <a:pt x="5601038" y="1884430"/>
                  </a:lnTo>
                  <a:lnTo>
                    <a:pt x="5601225" y="1888496"/>
                  </a:lnTo>
                  <a:lnTo>
                    <a:pt x="5601412" y="1892139"/>
                  </a:lnTo>
                  <a:lnTo>
                    <a:pt x="5601599" y="1895102"/>
                  </a:lnTo>
                  <a:lnTo>
                    <a:pt x="5601786" y="1897581"/>
                  </a:lnTo>
                  <a:lnTo>
                    <a:pt x="5601973" y="1900026"/>
                  </a:lnTo>
                  <a:lnTo>
                    <a:pt x="5602160" y="1902127"/>
                  </a:lnTo>
                  <a:lnTo>
                    <a:pt x="5602347" y="1903610"/>
                  </a:lnTo>
                  <a:lnTo>
                    <a:pt x="5602533" y="1904751"/>
                  </a:lnTo>
                  <a:lnTo>
                    <a:pt x="5602720" y="1906498"/>
                  </a:lnTo>
                  <a:lnTo>
                    <a:pt x="5602907" y="1908869"/>
                  </a:lnTo>
                  <a:lnTo>
                    <a:pt x="5603094" y="1910807"/>
                  </a:lnTo>
                  <a:lnTo>
                    <a:pt x="5603281" y="1912336"/>
                  </a:lnTo>
                  <a:lnTo>
                    <a:pt x="5603468" y="1913684"/>
                  </a:lnTo>
                  <a:lnTo>
                    <a:pt x="5603655" y="1916013"/>
                  </a:lnTo>
                  <a:lnTo>
                    <a:pt x="5603842" y="1917970"/>
                  </a:lnTo>
                  <a:lnTo>
                    <a:pt x="5604029" y="1920171"/>
                  </a:lnTo>
                  <a:lnTo>
                    <a:pt x="5604216" y="1921955"/>
                  </a:lnTo>
                  <a:lnTo>
                    <a:pt x="5604403" y="1923947"/>
                  </a:lnTo>
                  <a:lnTo>
                    <a:pt x="5604590" y="1926003"/>
                  </a:lnTo>
                  <a:lnTo>
                    <a:pt x="5604777" y="1928168"/>
                  </a:lnTo>
                  <a:lnTo>
                    <a:pt x="5604963" y="1929279"/>
                  </a:lnTo>
                  <a:lnTo>
                    <a:pt x="5605150" y="1930501"/>
                  </a:lnTo>
                  <a:lnTo>
                    <a:pt x="5605337" y="1931618"/>
                  </a:lnTo>
                  <a:lnTo>
                    <a:pt x="5605524" y="1932839"/>
                  </a:lnTo>
                  <a:lnTo>
                    <a:pt x="5605711" y="1933279"/>
                  </a:lnTo>
                  <a:lnTo>
                    <a:pt x="5605898" y="1933791"/>
                  </a:lnTo>
                  <a:lnTo>
                    <a:pt x="5606085" y="1934441"/>
                  </a:lnTo>
                  <a:lnTo>
                    <a:pt x="5606272" y="1935112"/>
                  </a:lnTo>
                  <a:lnTo>
                    <a:pt x="5606459" y="1936058"/>
                  </a:lnTo>
                  <a:lnTo>
                    <a:pt x="5606646" y="1937080"/>
                  </a:lnTo>
                  <a:lnTo>
                    <a:pt x="5606833" y="1938479"/>
                  </a:lnTo>
                  <a:lnTo>
                    <a:pt x="5607020" y="1940043"/>
                  </a:lnTo>
                  <a:lnTo>
                    <a:pt x="5607207" y="1942013"/>
                  </a:lnTo>
                  <a:lnTo>
                    <a:pt x="5607393" y="1943854"/>
                  </a:lnTo>
                  <a:lnTo>
                    <a:pt x="5607580" y="1946018"/>
                  </a:lnTo>
                  <a:lnTo>
                    <a:pt x="5607767" y="1947903"/>
                  </a:lnTo>
                  <a:lnTo>
                    <a:pt x="5607954" y="1949824"/>
                  </a:lnTo>
                  <a:lnTo>
                    <a:pt x="5608141" y="1952667"/>
                  </a:lnTo>
                  <a:lnTo>
                    <a:pt x="5608328" y="1955462"/>
                  </a:lnTo>
                  <a:lnTo>
                    <a:pt x="5608515" y="1958393"/>
                  </a:lnTo>
                  <a:lnTo>
                    <a:pt x="5608702" y="1961446"/>
                  </a:lnTo>
                  <a:lnTo>
                    <a:pt x="5608889" y="1965928"/>
                  </a:lnTo>
                  <a:lnTo>
                    <a:pt x="5609076" y="1970513"/>
                  </a:lnTo>
                  <a:lnTo>
                    <a:pt x="5609263" y="1974729"/>
                  </a:lnTo>
                  <a:lnTo>
                    <a:pt x="5609450" y="1977133"/>
                  </a:lnTo>
                  <a:lnTo>
                    <a:pt x="5609636" y="1979319"/>
                  </a:lnTo>
                  <a:lnTo>
                    <a:pt x="5609823" y="1981023"/>
                  </a:lnTo>
                  <a:lnTo>
                    <a:pt x="5610010" y="1982412"/>
                  </a:lnTo>
                  <a:lnTo>
                    <a:pt x="5610197" y="1983676"/>
                  </a:lnTo>
                  <a:lnTo>
                    <a:pt x="5610384" y="1984971"/>
                  </a:lnTo>
                  <a:lnTo>
                    <a:pt x="5610571" y="1986566"/>
                  </a:lnTo>
                  <a:lnTo>
                    <a:pt x="5610758" y="1988550"/>
                  </a:lnTo>
                  <a:lnTo>
                    <a:pt x="5610945" y="1990642"/>
                  </a:lnTo>
                  <a:lnTo>
                    <a:pt x="5611132" y="1992890"/>
                  </a:lnTo>
                  <a:lnTo>
                    <a:pt x="5611319" y="1995186"/>
                  </a:lnTo>
                  <a:lnTo>
                    <a:pt x="5611506" y="1997711"/>
                  </a:lnTo>
                  <a:lnTo>
                    <a:pt x="5611693" y="2000897"/>
                  </a:lnTo>
                  <a:lnTo>
                    <a:pt x="5611880" y="2003517"/>
                  </a:lnTo>
                  <a:lnTo>
                    <a:pt x="5612066" y="2006110"/>
                  </a:lnTo>
                  <a:lnTo>
                    <a:pt x="5612253" y="2009052"/>
                  </a:lnTo>
                  <a:lnTo>
                    <a:pt x="5612440" y="2012502"/>
                  </a:lnTo>
                  <a:lnTo>
                    <a:pt x="5612627" y="2016715"/>
                  </a:lnTo>
                  <a:lnTo>
                    <a:pt x="5612814" y="2020746"/>
                  </a:lnTo>
                  <a:lnTo>
                    <a:pt x="5613001" y="2025317"/>
                  </a:lnTo>
                  <a:lnTo>
                    <a:pt x="5613188" y="2030625"/>
                  </a:lnTo>
                  <a:lnTo>
                    <a:pt x="5613375" y="2036485"/>
                  </a:lnTo>
                  <a:lnTo>
                    <a:pt x="5613562" y="2042069"/>
                  </a:lnTo>
                  <a:lnTo>
                    <a:pt x="5613749" y="2047948"/>
                  </a:lnTo>
                  <a:lnTo>
                    <a:pt x="5613936" y="2053465"/>
                  </a:lnTo>
                  <a:lnTo>
                    <a:pt x="5614123" y="2058258"/>
                  </a:lnTo>
                  <a:lnTo>
                    <a:pt x="5614310" y="2062249"/>
                  </a:lnTo>
                  <a:lnTo>
                    <a:pt x="5614496" y="2065326"/>
                  </a:lnTo>
                  <a:lnTo>
                    <a:pt x="5614683" y="2068353"/>
                  </a:lnTo>
                  <a:lnTo>
                    <a:pt x="5614870" y="2071157"/>
                  </a:lnTo>
                  <a:lnTo>
                    <a:pt x="5615057" y="2074288"/>
                  </a:lnTo>
                  <a:lnTo>
                    <a:pt x="5615244" y="2077350"/>
                  </a:lnTo>
                  <a:lnTo>
                    <a:pt x="5615431" y="2080274"/>
                  </a:lnTo>
                  <a:lnTo>
                    <a:pt x="5615618" y="2083101"/>
                  </a:lnTo>
                  <a:lnTo>
                    <a:pt x="5615805" y="2085853"/>
                  </a:lnTo>
                  <a:lnTo>
                    <a:pt x="5615992" y="2088656"/>
                  </a:lnTo>
                  <a:lnTo>
                    <a:pt x="5616179" y="2091164"/>
                  </a:lnTo>
                  <a:lnTo>
                    <a:pt x="5616366" y="2093766"/>
                  </a:lnTo>
                  <a:lnTo>
                    <a:pt x="5616553" y="2096356"/>
                  </a:lnTo>
                  <a:lnTo>
                    <a:pt x="5616739" y="2098804"/>
                  </a:lnTo>
                  <a:lnTo>
                    <a:pt x="5616926" y="2101132"/>
                  </a:lnTo>
                  <a:lnTo>
                    <a:pt x="5617113" y="2103486"/>
                  </a:lnTo>
                  <a:lnTo>
                    <a:pt x="5617300" y="2105598"/>
                  </a:lnTo>
                  <a:lnTo>
                    <a:pt x="5617487" y="2107541"/>
                  </a:lnTo>
                  <a:lnTo>
                    <a:pt x="5617674" y="2109062"/>
                  </a:lnTo>
                  <a:lnTo>
                    <a:pt x="5617861" y="2110275"/>
                  </a:lnTo>
                  <a:lnTo>
                    <a:pt x="5618048" y="2111409"/>
                  </a:lnTo>
                  <a:lnTo>
                    <a:pt x="5618235" y="2112395"/>
                  </a:lnTo>
                  <a:lnTo>
                    <a:pt x="5618422" y="2113463"/>
                  </a:lnTo>
                  <a:lnTo>
                    <a:pt x="5618609" y="2114546"/>
                  </a:lnTo>
                  <a:lnTo>
                    <a:pt x="5618796" y="2115669"/>
                  </a:lnTo>
                  <a:lnTo>
                    <a:pt x="5618983" y="2116863"/>
                  </a:lnTo>
                  <a:lnTo>
                    <a:pt x="5619169" y="2118230"/>
                  </a:lnTo>
                  <a:lnTo>
                    <a:pt x="5619356" y="2119400"/>
                  </a:lnTo>
                  <a:lnTo>
                    <a:pt x="5619543" y="2120520"/>
                  </a:lnTo>
                  <a:lnTo>
                    <a:pt x="5619730" y="2121677"/>
                  </a:lnTo>
                  <a:lnTo>
                    <a:pt x="5619917" y="2122938"/>
                  </a:lnTo>
                  <a:lnTo>
                    <a:pt x="5620104" y="2124578"/>
                  </a:lnTo>
                  <a:lnTo>
                    <a:pt x="5620291" y="2126441"/>
                  </a:lnTo>
                  <a:lnTo>
                    <a:pt x="5620478" y="2129288"/>
                  </a:lnTo>
                  <a:lnTo>
                    <a:pt x="5620665" y="2132115"/>
                  </a:lnTo>
                  <a:lnTo>
                    <a:pt x="5620852" y="2134600"/>
                  </a:lnTo>
                  <a:lnTo>
                    <a:pt x="5621039" y="2137019"/>
                  </a:lnTo>
                  <a:lnTo>
                    <a:pt x="5621226" y="2139471"/>
                  </a:lnTo>
                  <a:lnTo>
                    <a:pt x="5621412" y="2142090"/>
                  </a:lnTo>
                  <a:lnTo>
                    <a:pt x="5621599" y="2144797"/>
                  </a:lnTo>
                  <a:lnTo>
                    <a:pt x="5621786" y="2146636"/>
                  </a:lnTo>
                  <a:lnTo>
                    <a:pt x="5621973" y="2148181"/>
                  </a:lnTo>
                  <a:lnTo>
                    <a:pt x="5622160" y="2149808"/>
                  </a:lnTo>
                  <a:lnTo>
                    <a:pt x="5622347" y="2151182"/>
                  </a:lnTo>
                  <a:lnTo>
                    <a:pt x="5622534" y="2152801"/>
                  </a:lnTo>
                  <a:lnTo>
                    <a:pt x="5622721" y="2154187"/>
                  </a:lnTo>
                  <a:lnTo>
                    <a:pt x="5622908" y="2155326"/>
                  </a:lnTo>
                  <a:lnTo>
                    <a:pt x="5623095" y="2156346"/>
                  </a:lnTo>
                  <a:lnTo>
                    <a:pt x="5623282" y="2157243"/>
                  </a:lnTo>
                  <a:lnTo>
                    <a:pt x="5623469" y="2158093"/>
                  </a:lnTo>
                  <a:lnTo>
                    <a:pt x="5623656" y="2159286"/>
                  </a:lnTo>
                  <a:lnTo>
                    <a:pt x="5623842" y="2160446"/>
                  </a:lnTo>
                  <a:lnTo>
                    <a:pt x="5624029" y="2161233"/>
                  </a:lnTo>
                  <a:lnTo>
                    <a:pt x="5624216" y="2161873"/>
                  </a:lnTo>
                  <a:lnTo>
                    <a:pt x="5624403" y="2162359"/>
                  </a:lnTo>
                  <a:lnTo>
                    <a:pt x="5624590" y="2162820"/>
                  </a:lnTo>
                  <a:lnTo>
                    <a:pt x="5624777" y="2163677"/>
                  </a:lnTo>
                  <a:lnTo>
                    <a:pt x="5624964" y="2164722"/>
                  </a:lnTo>
                  <a:lnTo>
                    <a:pt x="5625151" y="2165392"/>
                  </a:lnTo>
                  <a:lnTo>
                    <a:pt x="5625338" y="2166418"/>
                  </a:lnTo>
                  <a:lnTo>
                    <a:pt x="5625525" y="2167352"/>
                  </a:lnTo>
                  <a:lnTo>
                    <a:pt x="5625712" y="2168521"/>
                  </a:lnTo>
                  <a:lnTo>
                    <a:pt x="5625899" y="2170171"/>
                  </a:lnTo>
                  <a:lnTo>
                    <a:pt x="5626086" y="2172203"/>
                  </a:lnTo>
                  <a:lnTo>
                    <a:pt x="5626272" y="2174480"/>
                  </a:lnTo>
                  <a:lnTo>
                    <a:pt x="5626459" y="2176963"/>
                  </a:lnTo>
                  <a:lnTo>
                    <a:pt x="5626646" y="2179484"/>
                  </a:lnTo>
                  <a:lnTo>
                    <a:pt x="5626833" y="2182086"/>
                  </a:lnTo>
                  <a:lnTo>
                    <a:pt x="5627020" y="2184925"/>
                  </a:lnTo>
                  <a:lnTo>
                    <a:pt x="5627207" y="2187530"/>
                  </a:lnTo>
                  <a:lnTo>
                    <a:pt x="5627394" y="2190009"/>
                  </a:lnTo>
                  <a:lnTo>
                    <a:pt x="5627581" y="2192545"/>
                  </a:lnTo>
                  <a:lnTo>
                    <a:pt x="5627768" y="2195520"/>
                  </a:lnTo>
                  <a:lnTo>
                    <a:pt x="5627955" y="2198456"/>
                  </a:lnTo>
                  <a:lnTo>
                    <a:pt x="5628142" y="2201247"/>
                  </a:lnTo>
                  <a:lnTo>
                    <a:pt x="5628329" y="2203840"/>
                  </a:lnTo>
                  <a:lnTo>
                    <a:pt x="5628515" y="2206783"/>
                  </a:lnTo>
                  <a:lnTo>
                    <a:pt x="5628702" y="2209478"/>
                  </a:lnTo>
                  <a:lnTo>
                    <a:pt x="5628889" y="2212543"/>
                  </a:lnTo>
                  <a:lnTo>
                    <a:pt x="5629076" y="2214605"/>
                  </a:lnTo>
                  <a:lnTo>
                    <a:pt x="5629263" y="2216662"/>
                  </a:lnTo>
                  <a:lnTo>
                    <a:pt x="5629450" y="2218705"/>
                  </a:lnTo>
                  <a:lnTo>
                    <a:pt x="5629637" y="2220747"/>
                  </a:lnTo>
                  <a:lnTo>
                    <a:pt x="5629824" y="2222174"/>
                  </a:lnTo>
                  <a:lnTo>
                    <a:pt x="5630011" y="2223355"/>
                  </a:lnTo>
                  <a:lnTo>
                    <a:pt x="5630198" y="2224546"/>
                  </a:lnTo>
                  <a:lnTo>
                    <a:pt x="5630385" y="2226169"/>
                  </a:lnTo>
                  <a:lnTo>
                    <a:pt x="5630572" y="2227533"/>
                  </a:lnTo>
                  <a:lnTo>
                    <a:pt x="5630759" y="2228844"/>
                  </a:lnTo>
                  <a:lnTo>
                    <a:pt x="5630945" y="2230100"/>
                  </a:lnTo>
                  <a:lnTo>
                    <a:pt x="5631132" y="2231585"/>
                  </a:lnTo>
                  <a:lnTo>
                    <a:pt x="5631319" y="2232919"/>
                  </a:lnTo>
                  <a:lnTo>
                    <a:pt x="5631506" y="2234352"/>
                  </a:lnTo>
                  <a:lnTo>
                    <a:pt x="5631693" y="2235594"/>
                  </a:lnTo>
                  <a:lnTo>
                    <a:pt x="5631880" y="2236385"/>
                  </a:lnTo>
                  <a:lnTo>
                    <a:pt x="5632067" y="2236885"/>
                  </a:lnTo>
                  <a:lnTo>
                    <a:pt x="5632254" y="2237750"/>
                  </a:lnTo>
                  <a:lnTo>
                    <a:pt x="5632441" y="2238544"/>
                  </a:lnTo>
                  <a:lnTo>
                    <a:pt x="5632628" y="2239304"/>
                  </a:lnTo>
                  <a:lnTo>
                    <a:pt x="5632815" y="2239526"/>
                  </a:lnTo>
                  <a:lnTo>
                    <a:pt x="5633002" y="2239906"/>
                  </a:lnTo>
                  <a:lnTo>
                    <a:pt x="5633189" y="2240269"/>
                  </a:lnTo>
                  <a:lnTo>
                    <a:pt x="5633375" y="2240786"/>
                  </a:lnTo>
                  <a:lnTo>
                    <a:pt x="5633562" y="2241657"/>
                  </a:lnTo>
                  <a:lnTo>
                    <a:pt x="5633749" y="2242545"/>
                  </a:lnTo>
                  <a:lnTo>
                    <a:pt x="5633936" y="2243288"/>
                  </a:lnTo>
                  <a:lnTo>
                    <a:pt x="5634123" y="2243794"/>
                  </a:lnTo>
                  <a:lnTo>
                    <a:pt x="5634310" y="2244128"/>
                  </a:lnTo>
                  <a:lnTo>
                    <a:pt x="5634497" y="2244640"/>
                  </a:lnTo>
                  <a:lnTo>
                    <a:pt x="5634684" y="2245053"/>
                  </a:lnTo>
                  <a:lnTo>
                    <a:pt x="5634871" y="2245754"/>
                  </a:lnTo>
                  <a:lnTo>
                    <a:pt x="5635058" y="2246926"/>
                  </a:lnTo>
                  <a:lnTo>
                    <a:pt x="5635245" y="2248081"/>
                  </a:lnTo>
                  <a:lnTo>
                    <a:pt x="5635432" y="2249401"/>
                  </a:lnTo>
                  <a:lnTo>
                    <a:pt x="5635618" y="2250845"/>
                  </a:lnTo>
                  <a:lnTo>
                    <a:pt x="5635805" y="2252265"/>
                  </a:lnTo>
                  <a:lnTo>
                    <a:pt x="5635992" y="2253936"/>
                  </a:lnTo>
                  <a:lnTo>
                    <a:pt x="5636179" y="2255387"/>
                  </a:lnTo>
                  <a:lnTo>
                    <a:pt x="5636366" y="2256484"/>
                  </a:lnTo>
                  <a:lnTo>
                    <a:pt x="5636553" y="2257650"/>
                  </a:lnTo>
                  <a:lnTo>
                    <a:pt x="5636740" y="2258942"/>
                  </a:lnTo>
                  <a:lnTo>
                    <a:pt x="5636927" y="2260616"/>
                  </a:lnTo>
                  <a:lnTo>
                    <a:pt x="5637114" y="2262377"/>
                  </a:lnTo>
                  <a:lnTo>
                    <a:pt x="5637301" y="2264550"/>
                  </a:lnTo>
                  <a:lnTo>
                    <a:pt x="5637488" y="2266799"/>
                  </a:lnTo>
                  <a:lnTo>
                    <a:pt x="5637675" y="2268948"/>
                  </a:lnTo>
                  <a:lnTo>
                    <a:pt x="5637862" y="2271440"/>
                  </a:lnTo>
                  <a:lnTo>
                    <a:pt x="5638048" y="2274134"/>
                  </a:lnTo>
                  <a:lnTo>
                    <a:pt x="5638235" y="2276215"/>
                  </a:lnTo>
                  <a:lnTo>
                    <a:pt x="5638422" y="2278257"/>
                  </a:lnTo>
                  <a:lnTo>
                    <a:pt x="5638609" y="2280541"/>
                  </a:lnTo>
                  <a:lnTo>
                    <a:pt x="5638796" y="2282937"/>
                  </a:lnTo>
                  <a:lnTo>
                    <a:pt x="5638983" y="2285454"/>
                  </a:lnTo>
                  <a:lnTo>
                    <a:pt x="5639170" y="2288241"/>
                  </a:lnTo>
                  <a:lnTo>
                    <a:pt x="5639357" y="2290945"/>
                  </a:lnTo>
                  <a:lnTo>
                    <a:pt x="5639544" y="2293874"/>
                  </a:lnTo>
                  <a:lnTo>
                    <a:pt x="5639731" y="2296755"/>
                  </a:lnTo>
                  <a:lnTo>
                    <a:pt x="5639918" y="2299402"/>
                  </a:lnTo>
                  <a:lnTo>
                    <a:pt x="5640105" y="2302045"/>
                  </a:lnTo>
                  <a:lnTo>
                    <a:pt x="5640291" y="2304823"/>
                  </a:lnTo>
                  <a:lnTo>
                    <a:pt x="5640478" y="2307993"/>
                  </a:lnTo>
                  <a:lnTo>
                    <a:pt x="5640665" y="2311167"/>
                  </a:lnTo>
                  <a:lnTo>
                    <a:pt x="5640852" y="2314490"/>
                  </a:lnTo>
                  <a:lnTo>
                    <a:pt x="5641039" y="2316931"/>
                  </a:lnTo>
                  <a:lnTo>
                    <a:pt x="5641226" y="2319603"/>
                  </a:lnTo>
                  <a:lnTo>
                    <a:pt x="5641413" y="2321627"/>
                  </a:lnTo>
                  <a:lnTo>
                    <a:pt x="5641600" y="2323886"/>
                  </a:lnTo>
                  <a:lnTo>
                    <a:pt x="5641787" y="2325962"/>
                  </a:lnTo>
                  <a:lnTo>
                    <a:pt x="5641974" y="2327744"/>
                  </a:lnTo>
                  <a:lnTo>
                    <a:pt x="5642161" y="2329540"/>
                  </a:lnTo>
                  <a:lnTo>
                    <a:pt x="5642348" y="2331293"/>
                  </a:lnTo>
                  <a:lnTo>
                    <a:pt x="5642535" y="2332978"/>
                  </a:lnTo>
                  <a:lnTo>
                    <a:pt x="5642721" y="2334643"/>
                  </a:lnTo>
                  <a:lnTo>
                    <a:pt x="5642908" y="2336198"/>
                  </a:lnTo>
                  <a:lnTo>
                    <a:pt x="5643095" y="2337629"/>
                  </a:lnTo>
                  <a:lnTo>
                    <a:pt x="5643282" y="2338857"/>
                  </a:lnTo>
                  <a:lnTo>
                    <a:pt x="5643469" y="2339975"/>
                  </a:lnTo>
                  <a:lnTo>
                    <a:pt x="5643656" y="2341087"/>
                  </a:lnTo>
                  <a:lnTo>
                    <a:pt x="5643843" y="2342033"/>
                  </a:lnTo>
                  <a:lnTo>
                    <a:pt x="5644030" y="2343142"/>
                  </a:lnTo>
                  <a:lnTo>
                    <a:pt x="5644217" y="2344056"/>
                  </a:lnTo>
                  <a:lnTo>
                    <a:pt x="5644404" y="2344984"/>
                  </a:lnTo>
                  <a:lnTo>
                    <a:pt x="5644591" y="2345698"/>
                  </a:lnTo>
                  <a:lnTo>
                    <a:pt x="5644778" y="2346855"/>
                  </a:lnTo>
                  <a:lnTo>
                    <a:pt x="5644965" y="2347696"/>
                  </a:lnTo>
                  <a:lnTo>
                    <a:pt x="5645151" y="2348833"/>
                  </a:lnTo>
                  <a:lnTo>
                    <a:pt x="5645338" y="2350047"/>
                  </a:lnTo>
                  <a:lnTo>
                    <a:pt x="5645525" y="2351255"/>
                  </a:lnTo>
                  <a:lnTo>
                    <a:pt x="5645712" y="2352596"/>
                  </a:lnTo>
                  <a:lnTo>
                    <a:pt x="5645899" y="2353883"/>
                  </a:lnTo>
                  <a:lnTo>
                    <a:pt x="5646086" y="2355080"/>
                  </a:lnTo>
                  <a:lnTo>
                    <a:pt x="5646273" y="2356251"/>
                  </a:lnTo>
                  <a:lnTo>
                    <a:pt x="5646460" y="2357278"/>
                  </a:lnTo>
                  <a:lnTo>
                    <a:pt x="5646647" y="2358245"/>
                  </a:lnTo>
                  <a:lnTo>
                    <a:pt x="5646834" y="2359212"/>
                  </a:lnTo>
                  <a:lnTo>
                    <a:pt x="5647021" y="2360010"/>
                  </a:lnTo>
                  <a:lnTo>
                    <a:pt x="5647208" y="2361037"/>
                  </a:lnTo>
                  <a:lnTo>
                    <a:pt x="5647394" y="2362197"/>
                  </a:lnTo>
                  <a:lnTo>
                    <a:pt x="5647581" y="2363454"/>
                  </a:lnTo>
                  <a:lnTo>
                    <a:pt x="5647768" y="2364382"/>
                  </a:lnTo>
                  <a:lnTo>
                    <a:pt x="5647955" y="2364752"/>
                  </a:lnTo>
                  <a:lnTo>
                    <a:pt x="5648142" y="2364843"/>
                  </a:lnTo>
                  <a:lnTo>
                    <a:pt x="5648329" y="2364716"/>
                  </a:lnTo>
                  <a:lnTo>
                    <a:pt x="5648516" y="2364430"/>
                  </a:lnTo>
                  <a:lnTo>
                    <a:pt x="5648703" y="2364086"/>
                  </a:lnTo>
                  <a:lnTo>
                    <a:pt x="5648890" y="2363314"/>
                  </a:lnTo>
                  <a:lnTo>
                    <a:pt x="5649077" y="2362962"/>
                  </a:lnTo>
                  <a:lnTo>
                    <a:pt x="5649264" y="2362543"/>
                  </a:lnTo>
                  <a:lnTo>
                    <a:pt x="5649451" y="2362062"/>
                  </a:lnTo>
                  <a:lnTo>
                    <a:pt x="5649638" y="2361546"/>
                  </a:lnTo>
                  <a:lnTo>
                    <a:pt x="5649824" y="2360902"/>
                  </a:lnTo>
                  <a:lnTo>
                    <a:pt x="5650011" y="2359844"/>
                  </a:lnTo>
                  <a:lnTo>
                    <a:pt x="5650198" y="2358666"/>
                  </a:lnTo>
                  <a:lnTo>
                    <a:pt x="5650385" y="2357488"/>
                  </a:lnTo>
                  <a:lnTo>
                    <a:pt x="5650572" y="2356459"/>
                  </a:lnTo>
                  <a:lnTo>
                    <a:pt x="5650759" y="2355376"/>
                  </a:lnTo>
                  <a:lnTo>
                    <a:pt x="5650946" y="2354515"/>
                  </a:lnTo>
                  <a:lnTo>
                    <a:pt x="5651133" y="2354037"/>
                  </a:lnTo>
                  <a:lnTo>
                    <a:pt x="5651320" y="2353593"/>
                  </a:lnTo>
                  <a:lnTo>
                    <a:pt x="5651507" y="2353095"/>
                  </a:lnTo>
                  <a:lnTo>
                    <a:pt x="5651694" y="2352597"/>
                  </a:lnTo>
                  <a:lnTo>
                    <a:pt x="5651881" y="2352252"/>
                  </a:lnTo>
                  <a:lnTo>
                    <a:pt x="5652068" y="2351942"/>
                  </a:lnTo>
                  <a:lnTo>
                    <a:pt x="5652254" y="2351338"/>
                  </a:lnTo>
                  <a:lnTo>
                    <a:pt x="5652441" y="2350753"/>
                  </a:lnTo>
                  <a:lnTo>
                    <a:pt x="5652628" y="2350364"/>
                  </a:lnTo>
                  <a:lnTo>
                    <a:pt x="5652815" y="2350132"/>
                  </a:lnTo>
                  <a:lnTo>
                    <a:pt x="5653002" y="2349800"/>
                  </a:lnTo>
                  <a:lnTo>
                    <a:pt x="5653189" y="2349407"/>
                  </a:lnTo>
                  <a:lnTo>
                    <a:pt x="5653376" y="2348991"/>
                  </a:lnTo>
                  <a:lnTo>
                    <a:pt x="5653563" y="2348689"/>
                  </a:lnTo>
                  <a:lnTo>
                    <a:pt x="5653750" y="2348495"/>
                  </a:lnTo>
                  <a:lnTo>
                    <a:pt x="5653937" y="2348370"/>
                  </a:lnTo>
                  <a:lnTo>
                    <a:pt x="5654124" y="2348346"/>
                  </a:lnTo>
                  <a:lnTo>
                    <a:pt x="5654311" y="2348181"/>
                  </a:lnTo>
                  <a:lnTo>
                    <a:pt x="5654497" y="2347901"/>
                  </a:lnTo>
                  <a:lnTo>
                    <a:pt x="5654684" y="2347464"/>
                  </a:lnTo>
                  <a:lnTo>
                    <a:pt x="5654871" y="2346993"/>
                  </a:lnTo>
                  <a:lnTo>
                    <a:pt x="5655058" y="2346663"/>
                  </a:lnTo>
                  <a:lnTo>
                    <a:pt x="5655245" y="2346333"/>
                  </a:lnTo>
                  <a:lnTo>
                    <a:pt x="5655432" y="2346094"/>
                  </a:lnTo>
                  <a:lnTo>
                    <a:pt x="5655619" y="2345838"/>
                  </a:lnTo>
                  <a:lnTo>
                    <a:pt x="5655806" y="2345673"/>
                  </a:lnTo>
                  <a:lnTo>
                    <a:pt x="5655993" y="2345623"/>
                  </a:lnTo>
                  <a:lnTo>
                    <a:pt x="5656180" y="2345788"/>
                  </a:lnTo>
                  <a:lnTo>
                    <a:pt x="5656367" y="2345953"/>
                  </a:lnTo>
                  <a:lnTo>
                    <a:pt x="5656554" y="2346003"/>
                  </a:lnTo>
                  <a:lnTo>
                    <a:pt x="5656741" y="2346143"/>
                  </a:lnTo>
                  <a:lnTo>
                    <a:pt x="5656927" y="2346143"/>
                  </a:lnTo>
                  <a:lnTo>
                    <a:pt x="5657114" y="2346061"/>
                  </a:lnTo>
                  <a:lnTo>
                    <a:pt x="5657301" y="2345912"/>
                  </a:lnTo>
                  <a:lnTo>
                    <a:pt x="5657488" y="2345854"/>
                  </a:lnTo>
                  <a:lnTo>
                    <a:pt x="5657675" y="2345739"/>
                  </a:lnTo>
                  <a:lnTo>
                    <a:pt x="5657862" y="2345318"/>
                  </a:lnTo>
                  <a:lnTo>
                    <a:pt x="5658049" y="2344757"/>
                  </a:lnTo>
                  <a:lnTo>
                    <a:pt x="5658236" y="2344369"/>
                  </a:lnTo>
                  <a:lnTo>
                    <a:pt x="5658423" y="2344130"/>
                  </a:lnTo>
                  <a:lnTo>
                    <a:pt x="5658610" y="2343800"/>
                  </a:lnTo>
                  <a:lnTo>
                    <a:pt x="5658797" y="2343437"/>
                  </a:lnTo>
                  <a:lnTo>
                    <a:pt x="5658984" y="2342801"/>
                  </a:lnTo>
                  <a:lnTo>
                    <a:pt x="5659170" y="2341324"/>
                  </a:lnTo>
                  <a:lnTo>
                    <a:pt x="5659357" y="2339113"/>
                  </a:lnTo>
                  <a:lnTo>
                    <a:pt x="5659544" y="2335391"/>
                  </a:lnTo>
                  <a:lnTo>
                    <a:pt x="5659731" y="2332044"/>
                  </a:lnTo>
                  <a:lnTo>
                    <a:pt x="5659918" y="2328616"/>
                  </a:lnTo>
                  <a:lnTo>
                    <a:pt x="5660105" y="2325154"/>
                  </a:lnTo>
                  <a:lnTo>
                    <a:pt x="5660292" y="2321629"/>
                  </a:lnTo>
                  <a:lnTo>
                    <a:pt x="5660479" y="2317990"/>
                  </a:lnTo>
                  <a:lnTo>
                    <a:pt x="5660666" y="2314045"/>
                  </a:lnTo>
                  <a:lnTo>
                    <a:pt x="5660853" y="2309848"/>
                  </a:lnTo>
                  <a:lnTo>
                    <a:pt x="5661040" y="2304509"/>
                  </a:lnTo>
                  <a:lnTo>
                    <a:pt x="5661227" y="2298320"/>
                  </a:lnTo>
                  <a:lnTo>
                    <a:pt x="5661414" y="2293510"/>
                  </a:lnTo>
                  <a:lnTo>
                    <a:pt x="5661600" y="2288392"/>
                  </a:lnTo>
                  <a:lnTo>
                    <a:pt x="5661787" y="2283263"/>
                  </a:lnTo>
                  <a:lnTo>
                    <a:pt x="5661974" y="2278357"/>
                  </a:lnTo>
                  <a:lnTo>
                    <a:pt x="5662161" y="2273783"/>
                  </a:lnTo>
                  <a:lnTo>
                    <a:pt x="5662348" y="2270634"/>
                  </a:lnTo>
                  <a:lnTo>
                    <a:pt x="5662535" y="2268657"/>
                  </a:lnTo>
                  <a:lnTo>
                    <a:pt x="5662722" y="2267315"/>
                  </a:lnTo>
                  <a:lnTo>
                    <a:pt x="5662909" y="2265723"/>
                  </a:lnTo>
                  <a:lnTo>
                    <a:pt x="5663096" y="2264088"/>
                  </a:lnTo>
                  <a:lnTo>
                    <a:pt x="5663283" y="2262403"/>
                  </a:lnTo>
                  <a:lnTo>
                    <a:pt x="5663470" y="2260789"/>
                  </a:lnTo>
                  <a:lnTo>
                    <a:pt x="5663657" y="2258919"/>
                  </a:lnTo>
                  <a:lnTo>
                    <a:pt x="5663844" y="2257026"/>
                  </a:lnTo>
                  <a:lnTo>
                    <a:pt x="5664030" y="2255185"/>
                  </a:lnTo>
                  <a:lnTo>
                    <a:pt x="5664217" y="2253307"/>
                  </a:lnTo>
                  <a:lnTo>
                    <a:pt x="5664404" y="2251598"/>
                  </a:lnTo>
                  <a:lnTo>
                    <a:pt x="5664591" y="2250094"/>
                  </a:lnTo>
                  <a:lnTo>
                    <a:pt x="5664778" y="2248660"/>
                  </a:lnTo>
                  <a:lnTo>
                    <a:pt x="5664965" y="2247051"/>
                  </a:lnTo>
                  <a:lnTo>
                    <a:pt x="5665152" y="2245303"/>
                  </a:lnTo>
                  <a:lnTo>
                    <a:pt x="5665339" y="2243401"/>
                  </a:lnTo>
                  <a:lnTo>
                    <a:pt x="5665526" y="2241372"/>
                  </a:lnTo>
                  <a:lnTo>
                    <a:pt x="5665713" y="2239584"/>
                  </a:lnTo>
                  <a:lnTo>
                    <a:pt x="5665900" y="2238083"/>
                  </a:lnTo>
                  <a:lnTo>
                    <a:pt x="5666087" y="2236736"/>
                  </a:lnTo>
                  <a:lnTo>
                    <a:pt x="5666273" y="2235290"/>
                  </a:lnTo>
                  <a:lnTo>
                    <a:pt x="5666460" y="2234039"/>
                  </a:lnTo>
                  <a:lnTo>
                    <a:pt x="5666647" y="2232589"/>
                  </a:lnTo>
                  <a:lnTo>
                    <a:pt x="5666834" y="2231098"/>
                  </a:lnTo>
                  <a:lnTo>
                    <a:pt x="5667021" y="2229496"/>
                  </a:lnTo>
                  <a:lnTo>
                    <a:pt x="5667208" y="2227849"/>
                  </a:lnTo>
                  <a:lnTo>
                    <a:pt x="5667395" y="2226017"/>
                  </a:lnTo>
                  <a:lnTo>
                    <a:pt x="5667582" y="2224201"/>
                  </a:lnTo>
                  <a:lnTo>
                    <a:pt x="5667769" y="2222573"/>
                  </a:lnTo>
                  <a:lnTo>
                    <a:pt x="5667956" y="2220961"/>
                  </a:lnTo>
                  <a:lnTo>
                    <a:pt x="5668143" y="2219698"/>
                  </a:lnTo>
                  <a:lnTo>
                    <a:pt x="5668330" y="2218423"/>
                  </a:lnTo>
                  <a:lnTo>
                    <a:pt x="5668517" y="2216794"/>
                  </a:lnTo>
                  <a:lnTo>
                    <a:pt x="5668703" y="2215183"/>
                  </a:lnTo>
                  <a:lnTo>
                    <a:pt x="5668890" y="2213468"/>
                  </a:lnTo>
                  <a:lnTo>
                    <a:pt x="5669077" y="2211707"/>
                  </a:lnTo>
                  <a:lnTo>
                    <a:pt x="5669264" y="2210282"/>
                  </a:lnTo>
                  <a:lnTo>
                    <a:pt x="5669451" y="2209132"/>
                  </a:lnTo>
                  <a:lnTo>
                    <a:pt x="5669638" y="2208452"/>
                  </a:lnTo>
                  <a:lnTo>
                    <a:pt x="5669825" y="2207665"/>
                  </a:lnTo>
                  <a:lnTo>
                    <a:pt x="5670012" y="2207549"/>
                  </a:lnTo>
                  <a:lnTo>
                    <a:pt x="5670199" y="2208132"/>
                  </a:lnTo>
                  <a:lnTo>
                    <a:pt x="5670386" y="2208508"/>
                  </a:lnTo>
                  <a:lnTo>
                    <a:pt x="5670573" y="2208253"/>
                  </a:lnTo>
                  <a:lnTo>
                    <a:pt x="5670760" y="2207759"/>
                  </a:lnTo>
                  <a:lnTo>
                    <a:pt x="5670946" y="2207381"/>
                  </a:lnTo>
                  <a:lnTo>
                    <a:pt x="5671133" y="2207542"/>
                  </a:lnTo>
                  <a:lnTo>
                    <a:pt x="5671320" y="2207656"/>
                  </a:lnTo>
                  <a:lnTo>
                    <a:pt x="5671507" y="2208045"/>
                  </a:lnTo>
                  <a:lnTo>
                    <a:pt x="5671694" y="2208176"/>
                  </a:lnTo>
                  <a:lnTo>
                    <a:pt x="5671881" y="2207663"/>
                  </a:lnTo>
                  <a:lnTo>
                    <a:pt x="5672068" y="2207210"/>
                  </a:lnTo>
                  <a:lnTo>
                    <a:pt x="5672255" y="2206577"/>
                  </a:lnTo>
                  <a:lnTo>
                    <a:pt x="5672442" y="2205700"/>
                  </a:lnTo>
                  <a:lnTo>
                    <a:pt x="5672629" y="2204646"/>
                  </a:lnTo>
                  <a:lnTo>
                    <a:pt x="5672816" y="2203193"/>
                  </a:lnTo>
                  <a:lnTo>
                    <a:pt x="5673003" y="2201357"/>
                  </a:lnTo>
                  <a:lnTo>
                    <a:pt x="5673190" y="2199818"/>
                  </a:lnTo>
                  <a:lnTo>
                    <a:pt x="5673376" y="2198266"/>
                  </a:lnTo>
                  <a:lnTo>
                    <a:pt x="5673563" y="2196782"/>
                  </a:lnTo>
                  <a:lnTo>
                    <a:pt x="5673750" y="2195258"/>
                  </a:lnTo>
                  <a:lnTo>
                    <a:pt x="5673937" y="2193595"/>
                  </a:lnTo>
                  <a:lnTo>
                    <a:pt x="5674124" y="2191629"/>
                  </a:lnTo>
                  <a:lnTo>
                    <a:pt x="5674311" y="2189278"/>
                  </a:lnTo>
                  <a:lnTo>
                    <a:pt x="5674498" y="2187167"/>
                  </a:lnTo>
                  <a:lnTo>
                    <a:pt x="5674685" y="2184963"/>
                  </a:lnTo>
                  <a:lnTo>
                    <a:pt x="5674872" y="2182761"/>
                  </a:lnTo>
                  <a:lnTo>
                    <a:pt x="5675059" y="2180492"/>
                  </a:lnTo>
                  <a:lnTo>
                    <a:pt x="5675246" y="2178197"/>
                  </a:lnTo>
                  <a:lnTo>
                    <a:pt x="5675433" y="2175786"/>
                  </a:lnTo>
                  <a:lnTo>
                    <a:pt x="5675620" y="2173689"/>
                  </a:lnTo>
                  <a:lnTo>
                    <a:pt x="5675806" y="2171724"/>
                  </a:lnTo>
                  <a:lnTo>
                    <a:pt x="5675993" y="2169742"/>
                  </a:lnTo>
                  <a:lnTo>
                    <a:pt x="5676180" y="2167693"/>
                  </a:lnTo>
                  <a:lnTo>
                    <a:pt x="5676367" y="2165645"/>
                  </a:lnTo>
                  <a:lnTo>
                    <a:pt x="5676554" y="2163594"/>
                  </a:lnTo>
                  <a:lnTo>
                    <a:pt x="5676741" y="2161738"/>
                  </a:lnTo>
                  <a:lnTo>
                    <a:pt x="5676928" y="2160056"/>
                  </a:lnTo>
                  <a:lnTo>
                    <a:pt x="5677115" y="2158688"/>
                  </a:lnTo>
                  <a:lnTo>
                    <a:pt x="5677302" y="2157779"/>
                  </a:lnTo>
                  <a:lnTo>
                    <a:pt x="5677489" y="2156905"/>
                  </a:lnTo>
                  <a:lnTo>
                    <a:pt x="5677676" y="2156055"/>
                  </a:lnTo>
                  <a:lnTo>
                    <a:pt x="5677863" y="2155119"/>
                  </a:lnTo>
                  <a:lnTo>
                    <a:pt x="5678049" y="2154115"/>
                  </a:lnTo>
                  <a:lnTo>
                    <a:pt x="5678236" y="2153177"/>
                  </a:lnTo>
                  <a:lnTo>
                    <a:pt x="5678423" y="2151874"/>
                  </a:lnTo>
                  <a:lnTo>
                    <a:pt x="5678610" y="2150764"/>
                  </a:lnTo>
                  <a:lnTo>
                    <a:pt x="5678797" y="2149546"/>
                  </a:lnTo>
                  <a:lnTo>
                    <a:pt x="5678984" y="2147723"/>
                  </a:lnTo>
                  <a:lnTo>
                    <a:pt x="5679171" y="2144859"/>
                  </a:lnTo>
                  <a:lnTo>
                    <a:pt x="5679358" y="2142169"/>
                  </a:lnTo>
                  <a:lnTo>
                    <a:pt x="5679545" y="2140065"/>
                  </a:lnTo>
                  <a:lnTo>
                    <a:pt x="5679732" y="2138159"/>
                  </a:lnTo>
                  <a:lnTo>
                    <a:pt x="5679919" y="2136401"/>
                  </a:lnTo>
                  <a:lnTo>
                    <a:pt x="5680106" y="2134908"/>
                  </a:lnTo>
                  <a:lnTo>
                    <a:pt x="5680293" y="2133257"/>
                  </a:lnTo>
                  <a:lnTo>
                    <a:pt x="5680479" y="2131879"/>
                  </a:lnTo>
                  <a:lnTo>
                    <a:pt x="5680666" y="2130716"/>
                  </a:lnTo>
                  <a:lnTo>
                    <a:pt x="5680853" y="2130181"/>
                  </a:lnTo>
                  <a:lnTo>
                    <a:pt x="5681040" y="2129888"/>
                  </a:lnTo>
                  <a:lnTo>
                    <a:pt x="5681227" y="2129856"/>
                  </a:lnTo>
                  <a:lnTo>
                    <a:pt x="5681414" y="2129783"/>
                  </a:lnTo>
                  <a:lnTo>
                    <a:pt x="5681601" y="2129713"/>
                  </a:lnTo>
                  <a:lnTo>
                    <a:pt x="5681788" y="2129513"/>
                  </a:lnTo>
                  <a:lnTo>
                    <a:pt x="5681975" y="2129199"/>
                  </a:lnTo>
                  <a:lnTo>
                    <a:pt x="5682162" y="2128620"/>
                  </a:lnTo>
                  <a:lnTo>
                    <a:pt x="5682349" y="2128071"/>
                  </a:lnTo>
                  <a:lnTo>
                    <a:pt x="5682536" y="2127541"/>
                  </a:lnTo>
                  <a:lnTo>
                    <a:pt x="5682723" y="2126998"/>
                  </a:lnTo>
                  <a:lnTo>
                    <a:pt x="5682909" y="2126491"/>
                  </a:lnTo>
                  <a:lnTo>
                    <a:pt x="5683096" y="2125965"/>
                  </a:lnTo>
                  <a:lnTo>
                    <a:pt x="5683283" y="2125448"/>
                  </a:lnTo>
                  <a:lnTo>
                    <a:pt x="5683470" y="2125020"/>
                  </a:lnTo>
                  <a:lnTo>
                    <a:pt x="5683657" y="2124740"/>
                  </a:lnTo>
                  <a:lnTo>
                    <a:pt x="5683844" y="2124360"/>
                  </a:lnTo>
                  <a:lnTo>
                    <a:pt x="5684031" y="2123928"/>
                  </a:lnTo>
                  <a:lnTo>
                    <a:pt x="5684218" y="2123499"/>
                  </a:lnTo>
                  <a:lnTo>
                    <a:pt x="5684405" y="2123006"/>
                  </a:lnTo>
                  <a:lnTo>
                    <a:pt x="5684592" y="2122427"/>
                  </a:lnTo>
                  <a:lnTo>
                    <a:pt x="5684779" y="2121706"/>
                  </a:lnTo>
                  <a:lnTo>
                    <a:pt x="5684966" y="2121066"/>
                  </a:lnTo>
                  <a:lnTo>
                    <a:pt x="5685152" y="2120776"/>
                  </a:lnTo>
                  <a:lnTo>
                    <a:pt x="5685339" y="2120870"/>
                  </a:lnTo>
                  <a:lnTo>
                    <a:pt x="5685526" y="2120528"/>
                  </a:lnTo>
                  <a:lnTo>
                    <a:pt x="5685713" y="2120282"/>
                  </a:lnTo>
                  <a:lnTo>
                    <a:pt x="5685900" y="2120002"/>
                  </a:lnTo>
                  <a:lnTo>
                    <a:pt x="5686087" y="2119928"/>
                  </a:lnTo>
                  <a:lnTo>
                    <a:pt x="5686274" y="2120069"/>
                  </a:lnTo>
                  <a:lnTo>
                    <a:pt x="5686461" y="2119654"/>
                  </a:lnTo>
                  <a:lnTo>
                    <a:pt x="5686648" y="2119602"/>
                  </a:lnTo>
                  <a:lnTo>
                    <a:pt x="5686835" y="2119239"/>
                  </a:lnTo>
                  <a:lnTo>
                    <a:pt x="5687022" y="2118829"/>
                  </a:lnTo>
                  <a:lnTo>
                    <a:pt x="5687209" y="2118542"/>
                  </a:lnTo>
                  <a:lnTo>
                    <a:pt x="5687396" y="2118398"/>
                  </a:lnTo>
                  <a:lnTo>
                    <a:pt x="5687582" y="2118195"/>
                  </a:lnTo>
                  <a:lnTo>
                    <a:pt x="5687769" y="2118140"/>
                  </a:lnTo>
                  <a:lnTo>
                    <a:pt x="5687956" y="2117825"/>
                  </a:lnTo>
                  <a:lnTo>
                    <a:pt x="5688143" y="2117589"/>
                  </a:lnTo>
                  <a:lnTo>
                    <a:pt x="5688330" y="2117312"/>
                  </a:lnTo>
                  <a:lnTo>
                    <a:pt x="5688517" y="2116452"/>
                  </a:lnTo>
                  <a:lnTo>
                    <a:pt x="5688704" y="2115576"/>
                  </a:lnTo>
                  <a:lnTo>
                    <a:pt x="5688891" y="2114754"/>
                  </a:lnTo>
                  <a:lnTo>
                    <a:pt x="5689078" y="2113989"/>
                  </a:lnTo>
                  <a:lnTo>
                    <a:pt x="5689265" y="2113055"/>
                  </a:lnTo>
                  <a:lnTo>
                    <a:pt x="5689452" y="2112128"/>
                  </a:lnTo>
                  <a:lnTo>
                    <a:pt x="5689639" y="2111881"/>
                  </a:lnTo>
                  <a:lnTo>
                    <a:pt x="5689825" y="2111534"/>
                  </a:lnTo>
                  <a:lnTo>
                    <a:pt x="5690012" y="2110785"/>
                  </a:lnTo>
                  <a:lnTo>
                    <a:pt x="5690199" y="2109870"/>
                  </a:lnTo>
                  <a:lnTo>
                    <a:pt x="5690386" y="2109047"/>
                  </a:lnTo>
                  <a:lnTo>
                    <a:pt x="5690573" y="2108284"/>
                  </a:lnTo>
                  <a:lnTo>
                    <a:pt x="5690760" y="2107545"/>
                  </a:lnTo>
                  <a:lnTo>
                    <a:pt x="5690947" y="2106692"/>
                  </a:lnTo>
                  <a:lnTo>
                    <a:pt x="5691134" y="2105780"/>
                  </a:lnTo>
                  <a:lnTo>
                    <a:pt x="5691321" y="2104939"/>
                  </a:lnTo>
                  <a:lnTo>
                    <a:pt x="5691508" y="2104137"/>
                  </a:lnTo>
                  <a:lnTo>
                    <a:pt x="5691695" y="2103477"/>
                  </a:lnTo>
                  <a:lnTo>
                    <a:pt x="5691882" y="2103089"/>
                  </a:lnTo>
                  <a:lnTo>
                    <a:pt x="5692069" y="2102990"/>
                  </a:lnTo>
                  <a:lnTo>
                    <a:pt x="5692255" y="2102990"/>
                  </a:lnTo>
                  <a:lnTo>
                    <a:pt x="5692442" y="2102990"/>
                  </a:lnTo>
                  <a:lnTo>
                    <a:pt x="5692629" y="2103065"/>
                  </a:lnTo>
                  <a:lnTo>
                    <a:pt x="5692816" y="2103263"/>
                  </a:lnTo>
                  <a:lnTo>
                    <a:pt x="5693003" y="2103593"/>
                  </a:lnTo>
                  <a:lnTo>
                    <a:pt x="5693190" y="2103865"/>
                  </a:lnTo>
                  <a:lnTo>
                    <a:pt x="5693377" y="2103824"/>
                  </a:lnTo>
                  <a:lnTo>
                    <a:pt x="5693564" y="2103659"/>
                  </a:lnTo>
                  <a:lnTo>
                    <a:pt x="5693751" y="2103494"/>
                  </a:lnTo>
                  <a:lnTo>
                    <a:pt x="5693938" y="2103543"/>
                  </a:lnTo>
                  <a:lnTo>
                    <a:pt x="5694125" y="2103667"/>
                  </a:lnTo>
                  <a:lnTo>
                    <a:pt x="5694312" y="2103832"/>
                  </a:lnTo>
                  <a:lnTo>
                    <a:pt x="5694499" y="2104080"/>
                  </a:lnTo>
                  <a:lnTo>
                    <a:pt x="5694685" y="2104525"/>
                  </a:lnTo>
                  <a:lnTo>
                    <a:pt x="5694872" y="2104839"/>
                  </a:lnTo>
                  <a:lnTo>
                    <a:pt x="5695059" y="2104946"/>
                  </a:lnTo>
                  <a:lnTo>
                    <a:pt x="5695246" y="2105367"/>
                  </a:lnTo>
                  <a:lnTo>
                    <a:pt x="5695433" y="2106002"/>
                  </a:lnTo>
                  <a:lnTo>
                    <a:pt x="5695620" y="2106778"/>
                  </a:lnTo>
                  <a:lnTo>
                    <a:pt x="5695807" y="2107438"/>
                  </a:lnTo>
                  <a:lnTo>
                    <a:pt x="5695994" y="2108156"/>
                  </a:lnTo>
                  <a:lnTo>
                    <a:pt x="5696181" y="2109105"/>
                  </a:lnTo>
                  <a:lnTo>
                    <a:pt x="5696368" y="2110236"/>
                  </a:lnTo>
                  <a:lnTo>
                    <a:pt x="5696555" y="2112249"/>
                  </a:lnTo>
                  <a:lnTo>
                    <a:pt x="5696742" y="2115121"/>
                  </a:lnTo>
                  <a:lnTo>
                    <a:pt x="5696928" y="2119469"/>
                  </a:lnTo>
                  <a:lnTo>
                    <a:pt x="5697115" y="2123641"/>
                  </a:lnTo>
                  <a:lnTo>
                    <a:pt x="5697302" y="2127895"/>
                  </a:lnTo>
                  <a:lnTo>
                    <a:pt x="5697489" y="2132050"/>
                  </a:lnTo>
                  <a:lnTo>
                    <a:pt x="5697676" y="2136310"/>
                  </a:lnTo>
                  <a:lnTo>
                    <a:pt x="5697863" y="2141120"/>
                  </a:lnTo>
                  <a:lnTo>
                    <a:pt x="5698050" y="2146328"/>
                  </a:lnTo>
                  <a:lnTo>
                    <a:pt x="5698237" y="2152010"/>
                  </a:lnTo>
                  <a:lnTo>
                    <a:pt x="5698424" y="2158636"/>
                  </a:lnTo>
                  <a:lnTo>
                    <a:pt x="5698611" y="2166079"/>
                  </a:lnTo>
                  <a:lnTo>
                    <a:pt x="5698798" y="2172325"/>
                  </a:lnTo>
                  <a:lnTo>
                    <a:pt x="5698985" y="2178929"/>
                  </a:lnTo>
                  <a:lnTo>
                    <a:pt x="5699172" y="2185584"/>
                  </a:lnTo>
                  <a:lnTo>
                    <a:pt x="5699358" y="2192100"/>
                  </a:lnTo>
                  <a:lnTo>
                    <a:pt x="5699545" y="2198357"/>
                  </a:lnTo>
                  <a:lnTo>
                    <a:pt x="5699732" y="2203404"/>
                  </a:lnTo>
                  <a:lnTo>
                    <a:pt x="5699919" y="2207287"/>
                  </a:lnTo>
                  <a:lnTo>
                    <a:pt x="5700106" y="2210609"/>
                  </a:lnTo>
                  <a:lnTo>
                    <a:pt x="5700293" y="2214405"/>
                  </a:lnTo>
                  <a:lnTo>
                    <a:pt x="5700480" y="2218268"/>
                  </a:lnTo>
                  <a:lnTo>
                    <a:pt x="5700667" y="2222000"/>
                  </a:lnTo>
                  <a:lnTo>
                    <a:pt x="5700854" y="2225558"/>
                  </a:lnTo>
                  <a:lnTo>
                    <a:pt x="5701041" y="2229164"/>
                  </a:lnTo>
                  <a:lnTo>
                    <a:pt x="5701228" y="2232628"/>
                  </a:lnTo>
                  <a:lnTo>
                    <a:pt x="5701415" y="2235941"/>
                  </a:lnTo>
                  <a:lnTo>
                    <a:pt x="5701602" y="2239276"/>
                  </a:lnTo>
                  <a:lnTo>
                    <a:pt x="5701788" y="2242391"/>
                  </a:lnTo>
                  <a:lnTo>
                    <a:pt x="5701975" y="2245215"/>
                  </a:lnTo>
                  <a:lnTo>
                    <a:pt x="5702162" y="2247960"/>
                  </a:lnTo>
                  <a:lnTo>
                    <a:pt x="5702349" y="2250681"/>
                  </a:lnTo>
                  <a:lnTo>
                    <a:pt x="5702536" y="2253410"/>
                  </a:lnTo>
                  <a:lnTo>
                    <a:pt x="5702723" y="2256202"/>
                  </a:lnTo>
                  <a:lnTo>
                    <a:pt x="5702910" y="2258941"/>
                  </a:lnTo>
                  <a:lnTo>
                    <a:pt x="5703097" y="2261363"/>
                  </a:lnTo>
                  <a:lnTo>
                    <a:pt x="5703284" y="2263498"/>
                  </a:lnTo>
                  <a:lnTo>
                    <a:pt x="5703471" y="2265206"/>
                  </a:lnTo>
                  <a:lnTo>
                    <a:pt x="5703658" y="2266898"/>
                  </a:lnTo>
                  <a:lnTo>
                    <a:pt x="5703845" y="2267984"/>
                  </a:lnTo>
                  <a:lnTo>
                    <a:pt x="5704031" y="2268939"/>
                  </a:lnTo>
                  <a:lnTo>
                    <a:pt x="5704218" y="2269746"/>
                  </a:lnTo>
                  <a:lnTo>
                    <a:pt x="5704405" y="2270524"/>
                  </a:lnTo>
                  <a:lnTo>
                    <a:pt x="5704592" y="2271464"/>
                  </a:lnTo>
                  <a:lnTo>
                    <a:pt x="5704779" y="2272771"/>
                  </a:lnTo>
                  <a:lnTo>
                    <a:pt x="5704966" y="2274015"/>
                  </a:lnTo>
                  <a:lnTo>
                    <a:pt x="5705153" y="2275096"/>
                  </a:lnTo>
                  <a:lnTo>
                    <a:pt x="5705340" y="2276107"/>
                  </a:lnTo>
                  <a:lnTo>
                    <a:pt x="5705527" y="2276757"/>
                  </a:lnTo>
                  <a:lnTo>
                    <a:pt x="5705714" y="2277601"/>
                  </a:lnTo>
                  <a:lnTo>
                    <a:pt x="5705901" y="2278946"/>
                  </a:lnTo>
                  <a:lnTo>
                    <a:pt x="5706088" y="2280334"/>
                  </a:lnTo>
                  <a:lnTo>
                    <a:pt x="5706275" y="2281785"/>
                  </a:lnTo>
                  <a:lnTo>
                    <a:pt x="5706461" y="2283500"/>
                  </a:lnTo>
                  <a:lnTo>
                    <a:pt x="5706648" y="2285096"/>
                  </a:lnTo>
                  <a:lnTo>
                    <a:pt x="5706835" y="2286582"/>
                  </a:lnTo>
                  <a:lnTo>
                    <a:pt x="5707022" y="2288030"/>
                  </a:lnTo>
                  <a:lnTo>
                    <a:pt x="5707209" y="2289616"/>
                  </a:lnTo>
                  <a:lnTo>
                    <a:pt x="5707396" y="2290457"/>
                  </a:lnTo>
                  <a:lnTo>
                    <a:pt x="5707583" y="2291063"/>
                  </a:lnTo>
                  <a:lnTo>
                    <a:pt x="5707770" y="2291834"/>
                  </a:lnTo>
                  <a:lnTo>
                    <a:pt x="5707957" y="2293063"/>
                  </a:lnTo>
                  <a:lnTo>
                    <a:pt x="5708144" y="2294475"/>
                  </a:lnTo>
                  <a:lnTo>
                    <a:pt x="5708331" y="2295773"/>
                  </a:lnTo>
                  <a:lnTo>
                    <a:pt x="5708518" y="2296530"/>
                  </a:lnTo>
                  <a:lnTo>
                    <a:pt x="5708704" y="2297432"/>
                  </a:lnTo>
                  <a:lnTo>
                    <a:pt x="5708891" y="2298022"/>
                  </a:lnTo>
                  <a:lnTo>
                    <a:pt x="5709078" y="2298778"/>
                  </a:lnTo>
                  <a:lnTo>
                    <a:pt x="5709265" y="2300009"/>
                  </a:lnTo>
                  <a:lnTo>
                    <a:pt x="5709452" y="2301402"/>
                  </a:lnTo>
                  <a:lnTo>
                    <a:pt x="5709639" y="2302498"/>
                  </a:lnTo>
                  <a:lnTo>
                    <a:pt x="5709826" y="2303359"/>
                  </a:lnTo>
                  <a:lnTo>
                    <a:pt x="5710013" y="2304470"/>
                  </a:lnTo>
                  <a:lnTo>
                    <a:pt x="5710200" y="2306014"/>
                  </a:lnTo>
                  <a:lnTo>
                    <a:pt x="5710387" y="2307850"/>
                  </a:lnTo>
                  <a:lnTo>
                    <a:pt x="5710574" y="2309406"/>
                  </a:lnTo>
                  <a:lnTo>
                    <a:pt x="5710761" y="2311243"/>
                  </a:lnTo>
                  <a:lnTo>
                    <a:pt x="5710948" y="2313099"/>
                  </a:lnTo>
                  <a:lnTo>
                    <a:pt x="5711134" y="2314930"/>
                  </a:lnTo>
                  <a:lnTo>
                    <a:pt x="5711321" y="2316833"/>
                  </a:lnTo>
                  <a:lnTo>
                    <a:pt x="5711508" y="2318642"/>
                  </a:lnTo>
                  <a:lnTo>
                    <a:pt x="5711695" y="2320796"/>
                  </a:lnTo>
                  <a:lnTo>
                    <a:pt x="5711882" y="2322725"/>
                  </a:lnTo>
                  <a:lnTo>
                    <a:pt x="5712069" y="2324819"/>
                  </a:lnTo>
                  <a:lnTo>
                    <a:pt x="5712256" y="2326964"/>
                  </a:lnTo>
                  <a:lnTo>
                    <a:pt x="5712443" y="2329258"/>
                  </a:lnTo>
                  <a:lnTo>
                    <a:pt x="5712630" y="2331611"/>
                  </a:lnTo>
                  <a:lnTo>
                    <a:pt x="5712817" y="2334051"/>
                  </a:lnTo>
                  <a:lnTo>
                    <a:pt x="5713004" y="2336178"/>
                  </a:lnTo>
                  <a:lnTo>
                    <a:pt x="5713191" y="2338172"/>
                  </a:lnTo>
                  <a:lnTo>
                    <a:pt x="5713378" y="2340183"/>
                  </a:lnTo>
                  <a:lnTo>
                    <a:pt x="5713564" y="2342155"/>
                  </a:lnTo>
                  <a:lnTo>
                    <a:pt x="5713751" y="2344028"/>
                  </a:lnTo>
                  <a:lnTo>
                    <a:pt x="5713938" y="2345774"/>
                  </a:lnTo>
                  <a:lnTo>
                    <a:pt x="5714125" y="2347505"/>
                  </a:lnTo>
                  <a:lnTo>
                    <a:pt x="5714312" y="2349125"/>
                  </a:lnTo>
                  <a:lnTo>
                    <a:pt x="5714499" y="2350791"/>
                  </a:lnTo>
                  <a:lnTo>
                    <a:pt x="5714686" y="2352448"/>
                  </a:lnTo>
                  <a:lnTo>
                    <a:pt x="5714873" y="2353603"/>
                  </a:lnTo>
                  <a:lnTo>
                    <a:pt x="5715060" y="2354354"/>
                  </a:lnTo>
                  <a:lnTo>
                    <a:pt x="5715247" y="2355100"/>
                  </a:lnTo>
                  <a:lnTo>
                    <a:pt x="5715434" y="2355691"/>
                  </a:lnTo>
                  <a:lnTo>
                    <a:pt x="5715621" y="2356135"/>
                  </a:lnTo>
                  <a:lnTo>
                    <a:pt x="5715807" y="2356942"/>
                  </a:lnTo>
                  <a:lnTo>
                    <a:pt x="5715994" y="2357408"/>
                  </a:lnTo>
                  <a:lnTo>
                    <a:pt x="5716181" y="2358434"/>
                  </a:lnTo>
                  <a:lnTo>
                    <a:pt x="5716368" y="2360091"/>
                  </a:lnTo>
                  <a:lnTo>
                    <a:pt x="5716555" y="2362824"/>
                  </a:lnTo>
                  <a:lnTo>
                    <a:pt x="5716742" y="2365392"/>
                  </a:lnTo>
                  <a:lnTo>
                    <a:pt x="5716929" y="2367374"/>
                  </a:lnTo>
                  <a:lnTo>
                    <a:pt x="5717116" y="2369173"/>
                  </a:lnTo>
                  <a:lnTo>
                    <a:pt x="5717303" y="2370763"/>
                  </a:lnTo>
                  <a:lnTo>
                    <a:pt x="5717490" y="2372089"/>
                  </a:lnTo>
                  <a:lnTo>
                    <a:pt x="5717677" y="2373572"/>
                  </a:lnTo>
                  <a:lnTo>
                    <a:pt x="5717864" y="2374970"/>
                  </a:lnTo>
                  <a:lnTo>
                    <a:pt x="5718051" y="2376224"/>
                  </a:lnTo>
                  <a:lnTo>
                    <a:pt x="5718237" y="2376833"/>
                  </a:lnTo>
                  <a:lnTo>
                    <a:pt x="5718424" y="2377078"/>
                  </a:lnTo>
                  <a:lnTo>
                    <a:pt x="5718611" y="2377064"/>
                  </a:lnTo>
                  <a:lnTo>
                    <a:pt x="5718798" y="2377198"/>
                  </a:lnTo>
                  <a:lnTo>
                    <a:pt x="5718985" y="2377275"/>
                  </a:lnTo>
                  <a:lnTo>
                    <a:pt x="5719172" y="2377474"/>
                  </a:lnTo>
                  <a:lnTo>
                    <a:pt x="5719359" y="2377751"/>
                  </a:lnTo>
                  <a:lnTo>
                    <a:pt x="5719546" y="2377777"/>
                  </a:lnTo>
                  <a:lnTo>
                    <a:pt x="5719733" y="2377731"/>
                  </a:lnTo>
                  <a:lnTo>
                    <a:pt x="5719920" y="2377662"/>
                  </a:lnTo>
                  <a:lnTo>
                    <a:pt x="5720107" y="2377606"/>
                  </a:lnTo>
                  <a:lnTo>
                    <a:pt x="5720294" y="2377550"/>
                  </a:lnTo>
                  <a:lnTo>
                    <a:pt x="5720481" y="2377459"/>
                  </a:lnTo>
                  <a:lnTo>
                    <a:pt x="5720667" y="2377256"/>
                  </a:lnTo>
                  <a:lnTo>
                    <a:pt x="5720854" y="2376938"/>
                  </a:lnTo>
                  <a:lnTo>
                    <a:pt x="5721041" y="2376689"/>
                  </a:lnTo>
                  <a:lnTo>
                    <a:pt x="5721228" y="2376706"/>
                  </a:lnTo>
                  <a:lnTo>
                    <a:pt x="5721415" y="2376774"/>
                  </a:lnTo>
                  <a:lnTo>
                    <a:pt x="5721602" y="2376840"/>
                  </a:lnTo>
                  <a:lnTo>
                    <a:pt x="5721789" y="2377061"/>
                  </a:lnTo>
                  <a:lnTo>
                    <a:pt x="5721976" y="2377371"/>
                  </a:lnTo>
                  <a:lnTo>
                    <a:pt x="5722163" y="2377824"/>
                  </a:lnTo>
                  <a:lnTo>
                    <a:pt x="5722350" y="2378289"/>
                  </a:lnTo>
                  <a:lnTo>
                    <a:pt x="5722537" y="2378703"/>
                  </a:lnTo>
                  <a:lnTo>
                    <a:pt x="5722724" y="2379092"/>
                  </a:lnTo>
                  <a:lnTo>
                    <a:pt x="5722910" y="2379917"/>
                  </a:lnTo>
                  <a:lnTo>
                    <a:pt x="5723097" y="2380611"/>
                  </a:lnTo>
                  <a:lnTo>
                    <a:pt x="5723284" y="2381419"/>
                  </a:lnTo>
                  <a:lnTo>
                    <a:pt x="5723471" y="2382236"/>
                  </a:lnTo>
                  <a:lnTo>
                    <a:pt x="5723658" y="2383383"/>
                  </a:lnTo>
                  <a:lnTo>
                    <a:pt x="5723845" y="2384637"/>
                  </a:lnTo>
                  <a:lnTo>
                    <a:pt x="5724032" y="2385562"/>
                  </a:lnTo>
                  <a:lnTo>
                    <a:pt x="5724219" y="2386857"/>
                  </a:lnTo>
                  <a:lnTo>
                    <a:pt x="5724406" y="2388285"/>
                  </a:lnTo>
                  <a:lnTo>
                    <a:pt x="5724593" y="2389770"/>
                  </a:lnTo>
                  <a:lnTo>
                    <a:pt x="5724780" y="2391280"/>
                  </a:lnTo>
                  <a:lnTo>
                    <a:pt x="5724967" y="2392898"/>
                  </a:lnTo>
                  <a:lnTo>
                    <a:pt x="5725154" y="2394234"/>
                  </a:lnTo>
                  <a:lnTo>
                    <a:pt x="5725340" y="2395555"/>
                  </a:lnTo>
                  <a:lnTo>
                    <a:pt x="5725527" y="2396875"/>
                  </a:lnTo>
                  <a:lnTo>
                    <a:pt x="5725714" y="2398344"/>
                  </a:lnTo>
                  <a:lnTo>
                    <a:pt x="5725901" y="2400135"/>
                  </a:lnTo>
                  <a:lnTo>
                    <a:pt x="5726088" y="2401908"/>
                  </a:lnTo>
                  <a:lnTo>
                    <a:pt x="5726275" y="2403707"/>
                  </a:lnTo>
                  <a:lnTo>
                    <a:pt x="5726462" y="2405448"/>
                  </a:lnTo>
                  <a:lnTo>
                    <a:pt x="5726649" y="2407206"/>
                  </a:lnTo>
                  <a:lnTo>
                    <a:pt x="5726836" y="2408923"/>
                  </a:lnTo>
                  <a:lnTo>
                    <a:pt x="5727023" y="2410251"/>
                  </a:lnTo>
                  <a:lnTo>
                    <a:pt x="5727210" y="2411597"/>
                  </a:lnTo>
                  <a:lnTo>
                    <a:pt x="5727397" y="2412977"/>
                  </a:lnTo>
                  <a:lnTo>
                    <a:pt x="5727583" y="2414301"/>
                  </a:lnTo>
                  <a:lnTo>
                    <a:pt x="5727770" y="2415484"/>
                  </a:lnTo>
                  <a:lnTo>
                    <a:pt x="5727957" y="2416668"/>
                  </a:lnTo>
                  <a:lnTo>
                    <a:pt x="5728144" y="2417852"/>
                  </a:lnTo>
                  <a:lnTo>
                    <a:pt x="5728331" y="2419036"/>
                  </a:lnTo>
                  <a:lnTo>
                    <a:pt x="5728518" y="2420170"/>
                  </a:lnTo>
                  <a:lnTo>
                    <a:pt x="5728705" y="2421249"/>
                  </a:lnTo>
                  <a:lnTo>
                    <a:pt x="5728892" y="2422175"/>
                  </a:lnTo>
                  <a:lnTo>
                    <a:pt x="5729079" y="2422835"/>
                  </a:lnTo>
                  <a:lnTo>
                    <a:pt x="5729266" y="2423247"/>
                  </a:lnTo>
                  <a:lnTo>
                    <a:pt x="5729453" y="2423412"/>
                  </a:lnTo>
                  <a:lnTo>
                    <a:pt x="5729640" y="2423330"/>
                  </a:lnTo>
                  <a:lnTo>
                    <a:pt x="5729827" y="2423132"/>
                  </a:lnTo>
                  <a:lnTo>
                    <a:pt x="5730013" y="2422728"/>
                  </a:lnTo>
                  <a:lnTo>
                    <a:pt x="5730200" y="2422348"/>
                  </a:lnTo>
                  <a:lnTo>
                    <a:pt x="5730387" y="2422018"/>
                  </a:lnTo>
                  <a:lnTo>
                    <a:pt x="5730574" y="2421746"/>
                  </a:lnTo>
                  <a:lnTo>
                    <a:pt x="5730761" y="2421333"/>
                  </a:lnTo>
                  <a:lnTo>
                    <a:pt x="5730948" y="2420368"/>
                  </a:lnTo>
                  <a:lnTo>
                    <a:pt x="5731135" y="2419328"/>
                  </a:lnTo>
                  <a:lnTo>
                    <a:pt x="5731322" y="2418303"/>
                  </a:lnTo>
                  <a:lnTo>
                    <a:pt x="5731509" y="2417577"/>
                  </a:lnTo>
                  <a:lnTo>
                    <a:pt x="5731696" y="2417392"/>
                  </a:lnTo>
                  <a:lnTo>
                    <a:pt x="5731883" y="2417155"/>
                  </a:lnTo>
                  <a:lnTo>
                    <a:pt x="5732070" y="2416799"/>
                  </a:lnTo>
                  <a:lnTo>
                    <a:pt x="5732257" y="2416446"/>
                  </a:lnTo>
                  <a:lnTo>
                    <a:pt x="5732443" y="2416265"/>
                  </a:lnTo>
                  <a:lnTo>
                    <a:pt x="5732630" y="2416036"/>
                  </a:lnTo>
                  <a:lnTo>
                    <a:pt x="5732817" y="2415618"/>
                  </a:lnTo>
                  <a:lnTo>
                    <a:pt x="5733004" y="2414963"/>
                  </a:lnTo>
                  <a:lnTo>
                    <a:pt x="5733191" y="2414145"/>
                  </a:lnTo>
                  <a:lnTo>
                    <a:pt x="5733378" y="2413231"/>
                  </a:lnTo>
                  <a:lnTo>
                    <a:pt x="5733565" y="2412095"/>
                  </a:lnTo>
                  <a:lnTo>
                    <a:pt x="5733752" y="2410979"/>
                  </a:lnTo>
                  <a:lnTo>
                    <a:pt x="5733939" y="2409757"/>
                  </a:lnTo>
                  <a:lnTo>
                    <a:pt x="5734126" y="2408527"/>
                  </a:lnTo>
                  <a:lnTo>
                    <a:pt x="5734313" y="2407199"/>
                  </a:lnTo>
                  <a:lnTo>
                    <a:pt x="5734500" y="2405774"/>
                  </a:lnTo>
                  <a:lnTo>
                    <a:pt x="5734686" y="2404542"/>
                  </a:lnTo>
                  <a:lnTo>
                    <a:pt x="5734873" y="2403370"/>
                  </a:lnTo>
                  <a:lnTo>
                    <a:pt x="5735060" y="2402395"/>
                  </a:lnTo>
                  <a:lnTo>
                    <a:pt x="5735247" y="2401149"/>
                  </a:lnTo>
                  <a:lnTo>
                    <a:pt x="5735434" y="2399761"/>
                  </a:lnTo>
                  <a:lnTo>
                    <a:pt x="5735621" y="2398110"/>
                  </a:lnTo>
                  <a:lnTo>
                    <a:pt x="5735808" y="2396635"/>
                  </a:lnTo>
                  <a:lnTo>
                    <a:pt x="5735995" y="2395173"/>
                  </a:lnTo>
                  <a:lnTo>
                    <a:pt x="5736182" y="2393643"/>
                  </a:lnTo>
                  <a:lnTo>
                    <a:pt x="5736369" y="2392228"/>
                  </a:lnTo>
                  <a:lnTo>
                    <a:pt x="5736556" y="2391007"/>
                  </a:lnTo>
                  <a:lnTo>
                    <a:pt x="5736743" y="2390066"/>
                  </a:lnTo>
                  <a:lnTo>
                    <a:pt x="5736930" y="2389428"/>
                  </a:lnTo>
                  <a:lnTo>
                    <a:pt x="5737116" y="2388777"/>
                  </a:lnTo>
                  <a:lnTo>
                    <a:pt x="5737303" y="2388205"/>
                  </a:lnTo>
                  <a:lnTo>
                    <a:pt x="5737490" y="2387550"/>
                  </a:lnTo>
                  <a:lnTo>
                    <a:pt x="5737677" y="2386992"/>
                  </a:lnTo>
                  <a:lnTo>
                    <a:pt x="5737864" y="2386458"/>
                  </a:lnTo>
                  <a:lnTo>
                    <a:pt x="5738051" y="2385679"/>
                  </a:lnTo>
                  <a:lnTo>
                    <a:pt x="5738238" y="2384825"/>
                  </a:lnTo>
                  <a:lnTo>
                    <a:pt x="5738425" y="2384136"/>
                  </a:lnTo>
                  <a:lnTo>
                    <a:pt x="5738612" y="2383682"/>
                  </a:lnTo>
                  <a:lnTo>
                    <a:pt x="5738799" y="2383569"/>
                  </a:lnTo>
                  <a:lnTo>
                    <a:pt x="5738986" y="2383480"/>
                  </a:lnTo>
                  <a:lnTo>
                    <a:pt x="5739173" y="2383337"/>
                  </a:lnTo>
                  <a:lnTo>
                    <a:pt x="5739360" y="2383231"/>
                  </a:lnTo>
                  <a:lnTo>
                    <a:pt x="5739546" y="2383136"/>
                  </a:lnTo>
                  <a:lnTo>
                    <a:pt x="5739733" y="2383040"/>
                  </a:lnTo>
                  <a:lnTo>
                    <a:pt x="5739920" y="2382944"/>
                  </a:lnTo>
                  <a:lnTo>
                    <a:pt x="5740107" y="2382849"/>
                  </a:lnTo>
                  <a:lnTo>
                    <a:pt x="5740294" y="2382882"/>
                  </a:lnTo>
                  <a:lnTo>
                    <a:pt x="5740481" y="2383064"/>
                  </a:lnTo>
                  <a:lnTo>
                    <a:pt x="5740668" y="2383246"/>
                  </a:lnTo>
                  <a:lnTo>
                    <a:pt x="5740855" y="2383700"/>
                  </a:lnTo>
                  <a:lnTo>
                    <a:pt x="5741042" y="2384269"/>
                  </a:lnTo>
                  <a:lnTo>
                    <a:pt x="5741229" y="2385257"/>
                  </a:lnTo>
                  <a:lnTo>
                    <a:pt x="5741416" y="2386220"/>
                  </a:lnTo>
                  <a:lnTo>
                    <a:pt x="5741603" y="2387152"/>
                  </a:lnTo>
                  <a:lnTo>
                    <a:pt x="5741789" y="2388072"/>
                  </a:lnTo>
                  <a:lnTo>
                    <a:pt x="5741976" y="2388815"/>
                  </a:lnTo>
                  <a:lnTo>
                    <a:pt x="5742163" y="2389128"/>
                  </a:lnTo>
                  <a:lnTo>
                    <a:pt x="5742350" y="2389285"/>
                  </a:lnTo>
                  <a:lnTo>
                    <a:pt x="5742537" y="2389343"/>
                  </a:lnTo>
                  <a:lnTo>
                    <a:pt x="5742724" y="2389194"/>
                  </a:lnTo>
                  <a:lnTo>
                    <a:pt x="5742911" y="2388872"/>
                  </a:lnTo>
                  <a:lnTo>
                    <a:pt x="5743098" y="2388361"/>
                  </a:lnTo>
                  <a:lnTo>
                    <a:pt x="5743285" y="2387701"/>
                  </a:lnTo>
                  <a:lnTo>
                    <a:pt x="5743472" y="2387040"/>
                  </a:lnTo>
                  <a:lnTo>
                    <a:pt x="5743659" y="2386042"/>
                  </a:lnTo>
                  <a:lnTo>
                    <a:pt x="5743846" y="2384804"/>
                  </a:lnTo>
                  <a:lnTo>
                    <a:pt x="5744033" y="2384277"/>
                  </a:lnTo>
                  <a:lnTo>
                    <a:pt x="5744219" y="2383656"/>
                  </a:lnTo>
                  <a:lnTo>
                    <a:pt x="5744406" y="2382949"/>
                  </a:lnTo>
                  <a:lnTo>
                    <a:pt x="5744593" y="2382284"/>
                  </a:lnTo>
                  <a:lnTo>
                    <a:pt x="5744780" y="2381725"/>
                  </a:lnTo>
                  <a:lnTo>
                    <a:pt x="5744967" y="2381431"/>
                  </a:lnTo>
                  <a:lnTo>
                    <a:pt x="5745154" y="2381150"/>
                  </a:lnTo>
                  <a:lnTo>
                    <a:pt x="5745341" y="2381030"/>
                  </a:lnTo>
                  <a:lnTo>
                    <a:pt x="5745528" y="2381061"/>
                  </a:lnTo>
                  <a:lnTo>
                    <a:pt x="5745715" y="2381218"/>
                  </a:lnTo>
                  <a:lnTo>
                    <a:pt x="5745902" y="2381381"/>
                  </a:lnTo>
                  <a:lnTo>
                    <a:pt x="5746089" y="2381544"/>
                  </a:lnTo>
                  <a:lnTo>
                    <a:pt x="5746276" y="2381706"/>
                  </a:lnTo>
                  <a:lnTo>
                    <a:pt x="5746462" y="2382074"/>
                  </a:lnTo>
                  <a:lnTo>
                    <a:pt x="5746649" y="2382517"/>
                  </a:lnTo>
                  <a:lnTo>
                    <a:pt x="5746836" y="2382877"/>
                  </a:lnTo>
                  <a:lnTo>
                    <a:pt x="5747023" y="2383487"/>
                  </a:lnTo>
                  <a:lnTo>
                    <a:pt x="5747210" y="2383817"/>
                  </a:lnTo>
                  <a:lnTo>
                    <a:pt x="5747397" y="2384090"/>
                  </a:lnTo>
                  <a:lnTo>
                    <a:pt x="5747584" y="2384255"/>
                  </a:lnTo>
                  <a:lnTo>
                    <a:pt x="5747771" y="2384420"/>
                  </a:lnTo>
                  <a:lnTo>
                    <a:pt x="5747958" y="2384667"/>
                  </a:lnTo>
                  <a:lnTo>
                    <a:pt x="5748145" y="2384567"/>
                  </a:lnTo>
                  <a:lnTo>
                    <a:pt x="5748332" y="2384444"/>
                  </a:lnTo>
                  <a:lnTo>
                    <a:pt x="5748519" y="2384385"/>
                  </a:lnTo>
                  <a:lnTo>
                    <a:pt x="5748706" y="2384357"/>
                  </a:lnTo>
                  <a:lnTo>
                    <a:pt x="5748892" y="2384262"/>
                  </a:lnTo>
                  <a:lnTo>
                    <a:pt x="5749079" y="2384031"/>
                  </a:lnTo>
                  <a:lnTo>
                    <a:pt x="5749266" y="2383822"/>
                  </a:lnTo>
                  <a:lnTo>
                    <a:pt x="5749453" y="2383623"/>
                  </a:lnTo>
                  <a:lnTo>
                    <a:pt x="5749640" y="2383487"/>
                  </a:lnTo>
                  <a:lnTo>
                    <a:pt x="5749827" y="2383293"/>
                  </a:lnTo>
                  <a:lnTo>
                    <a:pt x="5750014" y="2382872"/>
                  </a:lnTo>
                  <a:lnTo>
                    <a:pt x="5750201" y="2382187"/>
                  </a:lnTo>
                  <a:lnTo>
                    <a:pt x="5750388" y="2381493"/>
                  </a:lnTo>
                  <a:lnTo>
                    <a:pt x="5750575" y="2380800"/>
                  </a:lnTo>
                  <a:lnTo>
                    <a:pt x="5750762" y="2380106"/>
                  </a:lnTo>
                  <a:lnTo>
                    <a:pt x="5750949" y="2379402"/>
                  </a:lnTo>
                  <a:lnTo>
                    <a:pt x="5751136" y="2378594"/>
                  </a:lnTo>
                  <a:lnTo>
                    <a:pt x="5751322" y="2377725"/>
                  </a:lnTo>
                  <a:lnTo>
                    <a:pt x="5751509" y="2376827"/>
                  </a:lnTo>
                  <a:lnTo>
                    <a:pt x="5751696" y="2375820"/>
                  </a:lnTo>
                  <a:lnTo>
                    <a:pt x="5751883" y="2374269"/>
                  </a:lnTo>
                  <a:lnTo>
                    <a:pt x="5752070" y="2372480"/>
                  </a:lnTo>
                  <a:lnTo>
                    <a:pt x="5752257" y="2370896"/>
                  </a:lnTo>
                  <a:lnTo>
                    <a:pt x="5752444" y="2369394"/>
                  </a:lnTo>
                  <a:lnTo>
                    <a:pt x="5752631" y="2367768"/>
                  </a:lnTo>
                  <a:lnTo>
                    <a:pt x="5752818" y="2366473"/>
                  </a:lnTo>
                  <a:lnTo>
                    <a:pt x="5753005" y="2364839"/>
                  </a:lnTo>
                  <a:lnTo>
                    <a:pt x="5753192" y="2362845"/>
                  </a:lnTo>
                  <a:lnTo>
                    <a:pt x="5753379" y="2360986"/>
                  </a:lnTo>
                  <a:lnTo>
                    <a:pt x="5753565" y="2358005"/>
                  </a:lnTo>
                  <a:lnTo>
                    <a:pt x="5753752" y="2355513"/>
                  </a:lnTo>
                  <a:lnTo>
                    <a:pt x="5753939" y="2353449"/>
                  </a:lnTo>
                  <a:lnTo>
                    <a:pt x="5754126" y="2351361"/>
                  </a:lnTo>
                  <a:lnTo>
                    <a:pt x="5754313" y="2349160"/>
                  </a:lnTo>
                  <a:lnTo>
                    <a:pt x="5754500" y="2346952"/>
                  </a:lnTo>
                  <a:lnTo>
                    <a:pt x="5754687" y="2344744"/>
                  </a:lnTo>
                  <a:lnTo>
                    <a:pt x="5754874" y="2342550"/>
                  </a:lnTo>
                  <a:lnTo>
                    <a:pt x="5755061" y="2340204"/>
                  </a:lnTo>
                  <a:lnTo>
                    <a:pt x="5755248" y="2337863"/>
                  </a:lnTo>
                  <a:lnTo>
                    <a:pt x="5755435" y="2335463"/>
                  </a:lnTo>
                  <a:lnTo>
                    <a:pt x="5755622" y="2333074"/>
                  </a:lnTo>
                  <a:lnTo>
                    <a:pt x="5755809" y="2330920"/>
                  </a:lnTo>
                  <a:lnTo>
                    <a:pt x="5755995" y="2329032"/>
                  </a:lnTo>
                  <a:lnTo>
                    <a:pt x="5756182" y="2327321"/>
                  </a:lnTo>
                  <a:lnTo>
                    <a:pt x="5756369" y="2325529"/>
                  </a:lnTo>
                  <a:lnTo>
                    <a:pt x="5756556" y="2323837"/>
                  </a:lnTo>
                  <a:lnTo>
                    <a:pt x="5756743" y="2322236"/>
                  </a:lnTo>
                  <a:lnTo>
                    <a:pt x="5756930" y="2320927"/>
                  </a:lnTo>
                  <a:lnTo>
                    <a:pt x="5757117" y="2319896"/>
                  </a:lnTo>
                  <a:lnTo>
                    <a:pt x="5757304" y="2318759"/>
                  </a:lnTo>
                  <a:lnTo>
                    <a:pt x="5757491" y="2317665"/>
                  </a:lnTo>
                  <a:lnTo>
                    <a:pt x="5757678" y="2316729"/>
                  </a:lnTo>
                  <a:lnTo>
                    <a:pt x="5757865" y="2315736"/>
                  </a:lnTo>
                  <a:lnTo>
                    <a:pt x="5758052" y="2314964"/>
                  </a:lnTo>
                  <a:lnTo>
                    <a:pt x="5758239" y="2313629"/>
                  </a:lnTo>
                  <a:lnTo>
                    <a:pt x="5758425" y="2311799"/>
                  </a:lnTo>
                  <a:lnTo>
                    <a:pt x="5758612" y="2310095"/>
                  </a:lnTo>
                  <a:lnTo>
                    <a:pt x="5758799" y="2307963"/>
                  </a:lnTo>
                  <a:lnTo>
                    <a:pt x="5758986" y="2305688"/>
                  </a:lnTo>
                  <a:lnTo>
                    <a:pt x="5759173" y="2303215"/>
                  </a:lnTo>
                  <a:lnTo>
                    <a:pt x="5759360" y="2300849"/>
                  </a:lnTo>
                  <a:lnTo>
                    <a:pt x="5759547" y="2298787"/>
                  </a:lnTo>
                  <a:lnTo>
                    <a:pt x="5759734" y="2296886"/>
                  </a:lnTo>
                  <a:lnTo>
                    <a:pt x="5759921" y="2295116"/>
                  </a:lnTo>
                  <a:lnTo>
                    <a:pt x="5760108" y="2293436"/>
                  </a:lnTo>
                  <a:lnTo>
                    <a:pt x="5760295" y="2291740"/>
                  </a:lnTo>
                  <a:lnTo>
                    <a:pt x="5760482" y="2289789"/>
                  </a:lnTo>
                  <a:lnTo>
                    <a:pt x="5760668" y="2287945"/>
                  </a:lnTo>
                  <a:lnTo>
                    <a:pt x="5760855" y="2286033"/>
                  </a:lnTo>
                  <a:lnTo>
                    <a:pt x="5761042" y="2284140"/>
                  </a:lnTo>
                  <a:lnTo>
                    <a:pt x="5761229" y="2282143"/>
                  </a:lnTo>
                  <a:lnTo>
                    <a:pt x="5761416" y="2280412"/>
                  </a:lnTo>
                  <a:lnTo>
                    <a:pt x="5761603" y="2278651"/>
                  </a:lnTo>
                  <a:lnTo>
                    <a:pt x="5761790" y="2277254"/>
                  </a:lnTo>
                  <a:lnTo>
                    <a:pt x="5761977" y="2276352"/>
                  </a:lnTo>
                  <a:lnTo>
                    <a:pt x="5762164" y="2275544"/>
                  </a:lnTo>
                  <a:lnTo>
                    <a:pt x="5762351" y="2274746"/>
                  </a:lnTo>
                  <a:lnTo>
                    <a:pt x="5762538" y="2273518"/>
                  </a:lnTo>
                  <a:lnTo>
                    <a:pt x="5762725" y="2272104"/>
                  </a:lnTo>
                  <a:lnTo>
                    <a:pt x="5762912" y="2270690"/>
                  </a:lnTo>
                  <a:lnTo>
                    <a:pt x="5763098" y="2269215"/>
                  </a:lnTo>
                  <a:lnTo>
                    <a:pt x="5763285" y="2267827"/>
                  </a:lnTo>
                  <a:lnTo>
                    <a:pt x="5763472" y="2266694"/>
                  </a:lnTo>
                  <a:lnTo>
                    <a:pt x="5763659" y="2265508"/>
                  </a:lnTo>
                  <a:lnTo>
                    <a:pt x="5763846" y="2263767"/>
                  </a:lnTo>
                  <a:lnTo>
                    <a:pt x="5764033" y="2262133"/>
                  </a:lnTo>
                  <a:lnTo>
                    <a:pt x="5764220" y="2260581"/>
                  </a:lnTo>
                  <a:lnTo>
                    <a:pt x="5764407" y="2259113"/>
                  </a:lnTo>
                  <a:lnTo>
                    <a:pt x="5764594" y="2257644"/>
                  </a:lnTo>
                  <a:lnTo>
                    <a:pt x="5764781" y="2256362"/>
                  </a:lnTo>
                  <a:lnTo>
                    <a:pt x="5764968" y="2255170"/>
                  </a:lnTo>
                  <a:lnTo>
                    <a:pt x="5765155" y="2253681"/>
                  </a:lnTo>
                  <a:lnTo>
                    <a:pt x="5765341" y="2251945"/>
                  </a:lnTo>
                  <a:lnTo>
                    <a:pt x="5765528" y="2250249"/>
                  </a:lnTo>
                  <a:lnTo>
                    <a:pt x="5765715" y="2248224"/>
                  </a:lnTo>
                  <a:lnTo>
                    <a:pt x="5765902" y="2245827"/>
                  </a:lnTo>
                  <a:lnTo>
                    <a:pt x="5766089" y="2242957"/>
                  </a:lnTo>
                  <a:lnTo>
                    <a:pt x="5766276" y="2239812"/>
                  </a:lnTo>
                  <a:lnTo>
                    <a:pt x="5766463" y="2236709"/>
                  </a:lnTo>
                  <a:lnTo>
                    <a:pt x="5766650" y="2233054"/>
                  </a:lnTo>
                  <a:lnTo>
                    <a:pt x="5766837" y="2229340"/>
                  </a:lnTo>
                  <a:lnTo>
                    <a:pt x="5767024" y="2225701"/>
                  </a:lnTo>
                  <a:lnTo>
                    <a:pt x="5767211" y="2222062"/>
                  </a:lnTo>
                  <a:lnTo>
                    <a:pt x="5767398" y="2218110"/>
                  </a:lnTo>
                  <a:lnTo>
                    <a:pt x="5767585" y="2213901"/>
                  </a:lnTo>
                  <a:lnTo>
                    <a:pt x="5767771" y="2210709"/>
                  </a:lnTo>
                  <a:lnTo>
                    <a:pt x="5767958" y="2207560"/>
                  </a:lnTo>
                  <a:lnTo>
                    <a:pt x="5768145" y="2204930"/>
                  </a:lnTo>
                  <a:lnTo>
                    <a:pt x="5768332" y="2202672"/>
                  </a:lnTo>
                  <a:lnTo>
                    <a:pt x="5768519" y="2200625"/>
                  </a:lnTo>
                  <a:lnTo>
                    <a:pt x="5768706" y="2198585"/>
                  </a:lnTo>
                  <a:lnTo>
                    <a:pt x="5768893" y="2196487"/>
                  </a:lnTo>
                  <a:lnTo>
                    <a:pt x="5769080" y="2194146"/>
                  </a:lnTo>
                  <a:lnTo>
                    <a:pt x="5769267" y="2191849"/>
                  </a:lnTo>
                  <a:lnTo>
                    <a:pt x="5769454" y="2190020"/>
                  </a:lnTo>
                  <a:lnTo>
                    <a:pt x="5769641" y="2188088"/>
                  </a:lnTo>
                  <a:lnTo>
                    <a:pt x="5769828" y="2185741"/>
                  </a:lnTo>
                  <a:lnTo>
                    <a:pt x="5770015" y="2182769"/>
                  </a:lnTo>
                  <a:lnTo>
                    <a:pt x="5770201" y="2179653"/>
                  </a:lnTo>
                  <a:lnTo>
                    <a:pt x="5770388" y="2176461"/>
                  </a:lnTo>
                  <a:lnTo>
                    <a:pt x="5770575" y="2172765"/>
                  </a:lnTo>
                  <a:lnTo>
                    <a:pt x="5770762" y="2168952"/>
                  </a:lnTo>
                  <a:lnTo>
                    <a:pt x="5770949" y="2164759"/>
                  </a:lnTo>
                  <a:lnTo>
                    <a:pt x="5771136" y="2160262"/>
                  </a:lnTo>
                  <a:lnTo>
                    <a:pt x="5771323" y="2153801"/>
                  </a:lnTo>
                  <a:lnTo>
                    <a:pt x="5771510" y="2147250"/>
                  </a:lnTo>
                  <a:lnTo>
                    <a:pt x="5771697" y="2140673"/>
                  </a:lnTo>
                  <a:lnTo>
                    <a:pt x="5771884" y="2133681"/>
                  </a:lnTo>
                  <a:lnTo>
                    <a:pt x="5772071" y="2126298"/>
                  </a:lnTo>
                  <a:lnTo>
                    <a:pt x="5772258" y="2119077"/>
                  </a:lnTo>
                  <a:lnTo>
                    <a:pt x="5772444" y="2111578"/>
                  </a:lnTo>
                  <a:lnTo>
                    <a:pt x="5772631" y="2104275"/>
                  </a:lnTo>
                  <a:lnTo>
                    <a:pt x="5772818" y="2098130"/>
                  </a:lnTo>
                  <a:lnTo>
                    <a:pt x="5773005" y="2092386"/>
                  </a:lnTo>
                  <a:lnTo>
                    <a:pt x="5773192" y="2087665"/>
                  </a:lnTo>
                  <a:lnTo>
                    <a:pt x="5773379" y="2083305"/>
                  </a:lnTo>
                  <a:lnTo>
                    <a:pt x="5773566" y="2078455"/>
                  </a:lnTo>
                  <a:lnTo>
                    <a:pt x="5773753" y="2073346"/>
                  </a:lnTo>
                  <a:lnTo>
                    <a:pt x="5773940" y="2067748"/>
                  </a:lnTo>
                  <a:lnTo>
                    <a:pt x="5774127" y="2060982"/>
                  </a:lnTo>
                  <a:lnTo>
                    <a:pt x="5774314" y="2053671"/>
                  </a:lnTo>
                  <a:lnTo>
                    <a:pt x="5774501" y="2047684"/>
                  </a:lnTo>
                  <a:lnTo>
                    <a:pt x="5774688" y="2041624"/>
                  </a:lnTo>
                  <a:lnTo>
                    <a:pt x="5774874" y="2035280"/>
                  </a:lnTo>
                  <a:lnTo>
                    <a:pt x="5775061" y="2028142"/>
                  </a:lnTo>
                  <a:lnTo>
                    <a:pt x="5775248" y="2020665"/>
                  </a:lnTo>
                  <a:lnTo>
                    <a:pt x="5775435" y="2012961"/>
                  </a:lnTo>
                  <a:lnTo>
                    <a:pt x="5775622" y="2004405"/>
                  </a:lnTo>
                  <a:lnTo>
                    <a:pt x="5775809" y="1995139"/>
                  </a:lnTo>
                  <a:lnTo>
                    <a:pt x="5775996" y="1986183"/>
                  </a:lnTo>
                  <a:lnTo>
                    <a:pt x="5776183" y="1977148"/>
                  </a:lnTo>
                  <a:lnTo>
                    <a:pt x="5776370" y="1968438"/>
                  </a:lnTo>
                  <a:lnTo>
                    <a:pt x="5776557" y="1959755"/>
                  </a:lnTo>
                  <a:lnTo>
                    <a:pt x="5776744" y="1950857"/>
                  </a:lnTo>
                  <a:lnTo>
                    <a:pt x="5776931" y="1943434"/>
                  </a:lnTo>
                  <a:lnTo>
                    <a:pt x="5777117" y="1935668"/>
                  </a:lnTo>
                  <a:lnTo>
                    <a:pt x="5777304" y="1928316"/>
                  </a:lnTo>
                  <a:lnTo>
                    <a:pt x="5777491" y="1920176"/>
                  </a:lnTo>
                  <a:lnTo>
                    <a:pt x="5777678" y="1912128"/>
                  </a:lnTo>
                  <a:lnTo>
                    <a:pt x="5777865" y="1904196"/>
                  </a:lnTo>
                  <a:lnTo>
                    <a:pt x="5778052" y="1896725"/>
                  </a:lnTo>
                  <a:lnTo>
                    <a:pt x="5778239" y="1889608"/>
                  </a:lnTo>
                  <a:lnTo>
                    <a:pt x="5778426" y="1882708"/>
                  </a:lnTo>
                  <a:lnTo>
                    <a:pt x="5778613" y="1875981"/>
                  </a:lnTo>
                  <a:lnTo>
                    <a:pt x="5778800" y="1868804"/>
                  </a:lnTo>
                  <a:lnTo>
                    <a:pt x="5778987" y="1861357"/>
                  </a:lnTo>
                  <a:lnTo>
                    <a:pt x="5779174" y="1853758"/>
                  </a:lnTo>
                  <a:lnTo>
                    <a:pt x="5779361" y="1844789"/>
                  </a:lnTo>
                  <a:lnTo>
                    <a:pt x="5779547" y="1836651"/>
                  </a:lnTo>
                  <a:lnTo>
                    <a:pt x="5779734" y="1829053"/>
                  </a:lnTo>
                  <a:lnTo>
                    <a:pt x="5779921" y="1819006"/>
                  </a:lnTo>
                  <a:lnTo>
                    <a:pt x="5780108" y="1805770"/>
                  </a:lnTo>
                  <a:lnTo>
                    <a:pt x="5780295" y="1792641"/>
                  </a:lnTo>
                  <a:lnTo>
                    <a:pt x="5780482" y="1779628"/>
                  </a:lnTo>
                  <a:lnTo>
                    <a:pt x="5780669" y="1769561"/>
                  </a:lnTo>
                  <a:lnTo>
                    <a:pt x="5780856" y="1759048"/>
                  </a:lnTo>
                  <a:lnTo>
                    <a:pt x="5781043" y="1748962"/>
                  </a:lnTo>
                  <a:lnTo>
                    <a:pt x="5781230" y="1739067"/>
                  </a:lnTo>
                  <a:lnTo>
                    <a:pt x="5781417" y="1729016"/>
                  </a:lnTo>
                  <a:lnTo>
                    <a:pt x="5781604" y="1719604"/>
                  </a:lnTo>
                  <a:lnTo>
                    <a:pt x="5781791" y="1710305"/>
                  </a:lnTo>
                  <a:lnTo>
                    <a:pt x="5781977" y="1701396"/>
                  </a:lnTo>
                  <a:lnTo>
                    <a:pt x="5782164" y="1695004"/>
                  </a:lnTo>
                  <a:lnTo>
                    <a:pt x="5782351" y="1688990"/>
                  </a:lnTo>
                  <a:lnTo>
                    <a:pt x="5782538" y="1682328"/>
                  </a:lnTo>
                  <a:lnTo>
                    <a:pt x="5782725" y="1675932"/>
                  </a:lnTo>
                  <a:lnTo>
                    <a:pt x="5782912" y="1670154"/>
                  </a:lnTo>
                  <a:lnTo>
                    <a:pt x="5783099" y="1664250"/>
                  </a:lnTo>
                  <a:lnTo>
                    <a:pt x="5783286" y="1659174"/>
                  </a:lnTo>
                  <a:lnTo>
                    <a:pt x="5783473" y="1654773"/>
                  </a:lnTo>
                  <a:lnTo>
                    <a:pt x="5783660" y="1650381"/>
                  </a:lnTo>
                  <a:lnTo>
                    <a:pt x="5783847" y="1645512"/>
                  </a:lnTo>
                  <a:lnTo>
                    <a:pt x="5784034" y="1640235"/>
                  </a:lnTo>
                  <a:lnTo>
                    <a:pt x="5784220" y="1635248"/>
                  </a:lnTo>
                  <a:lnTo>
                    <a:pt x="5784407" y="1629979"/>
                  </a:lnTo>
                  <a:lnTo>
                    <a:pt x="5784594" y="1624928"/>
                  </a:lnTo>
                  <a:lnTo>
                    <a:pt x="5784781" y="1619688"/>
                  </a:lnTo>
                  <a:lnTo>
                    <a:pt x="5784968" y="1614361"/>
                  </a:lnTo>
                  <a:lnTo>
                    <a:pt x="5785155" y="1609231"/>
                  </a:lnTo>
                  <a:lnTo>
                    <a:pt x="5785342" y="1603602"/>
                  </a:lnTo>
                  <a:lnTo>
                    <a:pt x="5785529" y="1598401"/>
                  </a:lnTo>
                  <a:lnTo>
                    <a:pt x="5785716" y="1593228"/>
                  </a:lnTo>
                  <a:lnTo>
                    <a:pt x="5785903" y="1588581"/>
                  </a:lnTo>
                  <a:lnTo>
                    <a:pt x="5786090" y="1583495"/>
                  </a:lnTo>
                  <a:lnTo>
                    <a:pt x="5786277" y="1578130"/>
                  </a:lnTo>
                  <a:lnTo>
                    <a:pt x="5786464" y="1572822"/>
                  </a:lnTo>
                  <a:lnTo>
                    <a:pt x="5786650" y="1567582"/>
                  </a:lnTo>
                  <a:lnTo>
                    <a:pt x="5786837" y="1563068"/>
                  </a:lnTo>
                  <a:lnTo>
                    <a:pt x="5787024" y="1558805"/>
                  </a:lnTo>
                  <a:lnTo>
                    <a:pt x="5787211" y="1554655"/>
                  </a:lnTo>
                  <a:lnTo>
                    <a:pt x="5787398" y="1550528"/>
                  </a:lnTo>
                  <a:lnTo>
                    <a:pt x="5787585" y="1546895"/>
                  </a:lnTo>
                  <a:lnTo>
                    <a:pt x="5787772" y="1543503"/>
                  </a:lnTo>
                  <a:lnTo>
                    <a:pt x="5787959" y="1540112"/>
                  </a:lnTo>
                  <a:lnTo>
                    <a:pt x="5788146" y="1536777"/>
                  </a:lnTo>
                  <a:lnTo>
                    <a:pt x="5788333" y="1533639"/>
                  </a:lnTo>
                  <a:lnTo>
                    <a:pt x="5788520" y="1530457"/>
                  </a:lnTo>
                  <a:lnTo>
                    <a:pt x="5788707" y="1527430"/>
                  </a:lnTo>
                  <a:lnTo>
                    <a:pt x="5788894" y="1524402"/>
                  </a:lnTo>
                  <a:lnTo>
                    <a:pt x="5789080" y="1521296"/>
                  </a:lnTo>
                  <a:lnTo>
                    <a:pt x="5789267" y="1518109"/>
                  </a:lnTo>
                  <a:lnTo>
                    <a:pt x="5789454" y="1515485"/>
                  </a:lnTo>
                  <a:lnTo>
                    <a:pt x="5789641" y="1512502"/>
                  </a:lnTo>
                  <a:lnTo>
                    <a:pt x="5789828" y="1507976"/>
                  </a:lnTo>
                  <a:lnTo>
                    <a:pt x="5790015" y="1504732"/>
                  </a:lnTo>
                  <a:lnTo>
                    <a:pt x="5790202" y="1501036"/>
                  </a:lnTo>
                  <a:lnTo>
                    <a:pt x="5790389" y="1497313"/>
                  </a:lnTo>
                  <a:lnTo>
                    <a:pt x="5790576" y="1493475"/>
                  </a:lnTo>
                  <a:lnTo>
                    <a:pt x="5790763" y="1490340"/>
                  </a:lnTo>
                  <a:lnTo>
                    <a:pt x="5790950" y="1487923"/>
                  </a:lnTo>
                  <a:lnTo>
                    <a:pt x="5791137" y="1484056"/>
                  </a:lnTo>
                  <a:lnTo>
                    <a:pt x="5791323" y="1479903"/>
                  </a:lnTo>
                  <a:lnTo>
                    <a:pt x="5791510" y="1476109"/>
                  </a:lnTo>
                  <a:lnTo>
                    <a:pt x="5791697" y="1471256"/>
                  </a:lnTo>
                  <a:lnTo>
                    <a:pt x="5791884" y="1466171"/>
                  </a:lnTo>
                  <a:lnTo>
                    <a:pt x="5792071" y="1460947"/>
                  </a:lnTo>
                  <a:lnTo>
                    <a:pt x="5792258" y="1456020"/>
                  </a:lnTo>
                  <a:lnTo>
                    <a:pt x="5792445" y="1451790"/>
                  </a:lnTo>
                  <a:lnTo>
                    <a:pt x="5792632" y="1448053"/>
                  </a:lnTo>
                  <a:lnTo>
                    <a:pt x="5792819" y="1444865"/>
                  </a:lnTo>
                  <a:lnTo>
                    <a:pt x="5793006" y="1442133"/>
                  </a:lnTo>
                  <a:lnTo>
                    <a:pt x="5793193" y="1437939"/>
                  </a:lnTo>
                  <a:lnTo>
                    <a:pt x="5793380" y="1433913"/>
                  </a:lnTo>
                  <a:lnTo>
                    <a:pt x="5793567" y="1429831"/>
                  </a:lnTo>
                  <a:lnTo>
                    <a:pt x="5793753" y="1424248"/>
                  </a:lnTo>
                  <a:lnTo>
                    <a:pt x="5793940" y="1419372"/>
                  </a:lnTo>
                  <a:lnTo>
                    <a:pt x="5794127" y="1414061"/>
                  </a:lnTo>
                  <a:lnTo>
                    <a:pt x="5794314" y="1408885"/>
                  </a:lnTo>
                  <a:lnTo>
                    <a:pt x="5794501" y="1403752"/>
                  </a:lnTo>
                  <a:lnTo>
                    <a:pt x="5794688" y="1398205"/>
                  </a:lnTo>
                  <a:lnTo>
                    <a:pt x="5794875" y="1392441"/>
                  </a:lnTo>
                  <a:lnTo>
                    <a:pt x="5795062" y="1385959"/>
                  </a:lnTo>
                  <a:lnTo>
                    <a:pt x="5795249" y="1379163"/>
                  </a:lnTo>
                  <a:lnTo>
                    <a:pt x="5795436" y="1372137"/>
                  </a:lnTo>
                  <a:lnTo>
                    <a:pt x="5795623" y="1365113"/>
                  </a:lnTo>
                  <a:lnTo>
                    <a:pt x="5795810" y="1357882"/>
                  </a:lnTo>
                  <a:lnTo>
                    <a:pt x="5795996" y="1351904"/>
                  </a:lnTo>
                  <a:lnTo>
                    <a:pt x="5796183" y="1345899"/>
                  </a:lnTo>
                  <a:lnTo>
                    <a:pt x="5796370" y="1339920"/>
                  </a:lnTo>
                  <a:lnTo>
                    <a:pt x="5796557" y="1333578"/>
                  </a:lnTo>
                  <a:lnTo>
                    <a:pt x="5796744" y="1328562"/>
                  </a:lnTo>
                  <a:lnTo>
                    <a:pt x="5796931" y="1324839"/>
                  </a:lnTo>
                  <a:lnTo>
                    <a:pt x="5797118" y="1320941"/>
                  </a:lnTo>
                  <a:lnTo>
                    <a:pt x="5797305" y="1316823"/>
                  </a:lnTo>
                  <a:lnTo>
                    <a:pt x="5797492" y="1313227"/>
                  </a:lnTo>
                  <a:lnTo>
                    <a:pt x="5797679" y="1309998"/>
                  </a:lnTo>
                  <a:lnTo>
                    <a:pt x="5797866" y="1306687"/>
                  </a:lnTo>
                  <a:lnTo>
                    <a:pt x="5798053" y="1303359"/>
                  </a:lnTo>
                  <a:lnTo>
                    <a:pt x="5798240" y="1300054"/>
                  </a:lnTo>
                  <a:lnTo>
                    <a:pt x="5798426" y="1296541"/>
                  </a:lnTo>
                  <a:lnTo>
                    <a:pt x="5798613" y="1293123"/>
                  </a:lnTo>
                  <a:lnTo>
                    <a:pt x="5798800" y="1289928"/>
                  </a:lnTo>
                  <a:lnTo>
                    <a:pt x="5798987" y="1286764"/>
                  </a:lnTo>
                  <a:lnTo>
                    <a:pt x="5799174" y="1283505"/>
                  </a:lnTo>
                  <a:lnTo>
                    <a:pt x="5799361" y="1279628"/>
                  </a:lnTo>
                  <a:lnTo>
                    <a:pt x="5799548" y="1275524"/>
                  </a:lnTo>
                  <a:lnTo>
                    <a:pt x="5799735" y="1271282"/>
                  </a:lnTo>
                  <a:lnTo>
                    <a:pt x="5799922" y="1267008"/>
                  </a:lnTo>
                  <a:lnTo>
                    <a:pt x="5800109" y="1262913"/>
                  </a:lnTo>
                  <a:lnTo>
                    <a:pt x="5800296" y="1258843"/>
                  </a:lnTo>
                  <a:lnTo>
                    <a:pt x="5800483" y="1254390"/>
                  </a:lnTo>
                  <a:lnTo>
                    <a:pt x="5800670" y="1249885"/>
                  </a:lnTo>
                  <a:lnTo>
                    <a:pt x="5800856" y="1245197"/>
                  </a:lnTo>
                  <a:lnTo>
                    <a:pt x="5801043" y="1240648"/>
                  </a:lnTo>
                  <a:lnTo>
                    <a:pt x="5801230" y="1236305"/>
                  </a:lnTo>
                  <a:lnTo>
                    <a:pt x="5801417" y="1230947"/>
                  </a:lnTo>
                  <a:lnTo>
                    <a:pt x="5801604" y="1225265"/>
                  </a:lnTo>
                  <a:lnTo>
                    <a:pt x="5801791" y="1219314"/>
                  </a:lnTo>
                  <a:lnTo>
                    <a:pt x="5801978" y="1213293"/>
                  </a:lnTo>
                  <a:lnTo>
                    <a:pt x="5802165" y="1206743"/>
                  </a:lnTo>
                  <a:lnTo>
                    <a:pt x="5802352" y="1200364"/>
                  </a:lnTo>
                  <a:lnTo>
                    <a:pt x="5802539" y="1194109"/>
                  </a:lnTo>
                  <a:lnTo>
                    <a:pt x="5802726" y="1188442"/>
                  </a:lnTo>
                  <a:lnTo>
                    <a:pt x="5802913" y="1182369"/>
                  </a:lnTo>
                  <a:lnTo>
                    <a:pt x="5803099" y="1176381"/>
                  </a:lnTo>
                  <a:lnTo>
                    <a:pt x="5803286" y="1170835"/>
                  </a:lnTo>
                  <a:lnTo>
                    <a:pt x="5803473" y="1165879"/>
                  </a:lnTo>
                  <a:lnTo>
                    <a:pt x="5803660" y="1161273"/>
                  </a:lnTo>
                  <a:lnTo>
                    <a:pt x="5803847" y="1156352"/>
                  </a:lnTo>
                  <a:lnTo>
                    <a:pt x="5804034" y="1152132"/>
                  </a:lnTo>
                  <a:lnTo>
                    <a:pt x="5804221" y="1149280"/>
                  </a:lnTo>
                  <a:lnTo>
                    <a:pt x="5804408" y="1146467"/>
                  </a:lnTo>
                  <a:lnTo>
                    <a:pt x="5804595" y="1143875"/>
                  </a:lnTo>
                  <a:lnTo>
                    <a:pt x="5804782" y="1141204"/>
                  </a:lnTo>
                  <a:lnTo>
                    <a:pt x="5804969" y="1139278"/>
                  </a:lnTo>
                  <a:lnTo>
                    <a:pt x="5805156" y="1136732"/>
                  </a:lnTo>
                  <a:lnTo>
                    <a:pt x="5805343" y="1132389"/>
                  </a:lnTo>
                  <a:lnTo>
                    <a:pt x="5805529" y="1128059"/>
                  </a:lnTo>
                  <a:lnTo>
                    <a:pt x="5805716" y="1126066"/>
                  </a:lnTo>
                  <a:lnTo>
                    <a:pt x="5805903" y="1124521"/>
                  </a:lnTo>
                  <a:lnTo>
                    <a:pt x="5806090" y="1123643"/>
                  </a:lnTo>
                  <a:lnTo>
                    <a:pt x="5806277" y="1123297"/>
                  </a:lnTo>
                  <a:lnTo>
                    <a:pt x="5806464" y="1123309"/>
                  </a:lnTo>
                  <a:lnTo>
                    <a:pt x="5806651" y="1123702"/>
                  </a:lnTo>
                  <a:lnTo>
                    <a:pt x="5806838" y="1123444"/>
                  </a:lnTo>
                  <a:lnTo>
                    <a:pt x="5807025" y="1123268"/>
                  </a:lnTo>
                  <a:lnTo>
                    <a:pt x="5807212" y="1123446"/>
                  </a:lnTo>
                  <a:lnTo>
                    <a:pt x="5807399" y="1124354"/>
                  </a:lnTo>
                  <a:lnTo>
                    <a:pt x="5807586" y="1125204"/>
                  </a:lnTo>
                  <a:lnTo>
                    <a:pt x="5807773" y="1126352"/>
                  </a:lnTo>
                  <a:lnTo>
                    <a:pt x="5807959" y="1128006"/>
                  </a:lnTo>
                  <a:lnTo>
                    <a:pt x="5808146" y="1129719"/>
                  </a:lnTo>
                  <a:lnTo>
                    <a:pt x="5808333" y="1131785"/>
                  </a:lnTo>
                  <a:lnTo>
                    <a:pt x="5808520" y="1134173"/>
                  </a:lnTo>
                  <a:lnTo>
                    <a:pt x="5808707" y="1138192"/>
                  </a:lnTo>
                  <a:lnTo>
                    <a:pt x="5808894" y="1141847"/>
                  </a:lnTo>
                  <a:lnTo>
                    <a:pt x="5809081" y="1145524"/>
                  </a:lnTo>
                  <a:lnTo>
                    <a:pt x="5809268" y="1149296"/>
                  </a:lnTo>
                  <a:lnTo>
                    <a:pt x="5809455" y="1153019"/>
                  </a:lnTo>
                  <a:lnTo>
                    <a:pt x="5809642" y="1156669"/>
                  </a:lnTo>
                  <a:lnTo>
                    <a:pt x="5809829" y="1160425"/>
                  </a:lnTo>
                  <a:lnTo>
                    <a:pt x="5810016" y="1163986"/>
                  </a:lnTo>
                  <a:lnTo>
                    <a:pt x="5810202" y="1166798"/>
                  </a:lnTo>
                  <a:lnTo>
                    <a:pt x="5810389" y="1169518"/>
                  </a:lnTo>
                  <a:lnTo>
                    <a:pt x="5810576" y="1170781"/>
                  </a:lnTo>
                  <a:lnTo>
                    <a:pt x="5810763" y="1171929"/>
                  </a:lnTo>
                  <a:lnTo>
                    <a:pt x="5810950" y="1173650"/>
                  </a:lnTo>
                  <a:lnTo>
                    <a:pt x="5811137" y="1175388"/>
                  </a:lnTo>
                  <a:lnTo>
                    <a:pt x="5811324" y="1177548"/>
                  </a:lnTo>
                  <a:lnTo>
                    <a:pt x="5811511" y="1181082"/>
                  </a:lnTo>
                  <a:lnTo>
                    <a:pt x="5811698" y="1184943"/>
                  </a:lnTo>
                  <a:lnTo>
                    <a:pt x="5811885" y="1187164"/>
                  </a:lnTo>
                  <a:lnTo>
                    <a:pt x="5812072" y="1189207"/>
                  </a:lnTo>
                  <a:lnTo>
                    <a:pt x="5812259" y="1191053"/>
                  </a:lnTo>
                  <a:lnTo>
                    <a:pt x="5812446" y="1193572"/>
                  </a:lnTo>
                  <a:lnTo>
                    <a:pt x="5812632" y="1196233"/>
                  </a:lnTo>
                  <a:lnTo>
                    <a:pt x="5812819" y="1197927"/>
                  </a:lnTo>
                  <a:lnTo>
                    <a:pt x="5813006" y="1200701"/>
                  </a:lnTo>
                  <a:lnTo>
                    <a:pt x="5813193" y="1204304"/>
                  </a:lnTo>
                  <a:lnTo>
                    <a:pt x="5813380" y="1207438"/>
                  </a:lnTo>
                  <a:lnTo>
                    <a:pt x="5813567" y="1208474"/>
                  </a:lnTo>
                  <a:lnTo>
                    <a:pt x="5813754" y="1209076"/>
                  </a:lnTo>
                  <a:lnTo>
                    <a:pt x="5813941" y="1209502"/>
                  </a:lnTo>
                  <a:lnTo>
                    <a:pt x="5814128" y="1209896"/>
                  </a:lnTo>
                  <a:lnTo>
                    <a:pt x="5814315" y="1208852"/>
                  </a:lnTo>
                  <a:lnTo>
                    <a:pt x="5814502" y="1207897"/>
                  </a:lnTo>
                  <a:lnTo>
                    <a:pt x="5814689" y="1206637"/>
                  </a:lnTo>
                  <a:lnTo>
                    <a:pt x="5814875" y="1207815"/>
                  </a:lnTo>
                  <a:lnTo>
                    <a:pt x="5815062" y="1208921"/>
                  </a:lnTo>
                  <a:lnTo>
                    <a:pt x="5815249" y="1209648"/>
                  </a:lnTo>
                  <a:lnTo>
                    <a:pt x="5815436" y="1210230"/>
                  </a:lnTo>
                  <a:lnTo>
                    <a:pt x="5815623" y="1210832"/>
                  </a:lnTo>
                  <a:lnTo>
                    <a:pt x="5815810" y="1211513"/>
                  </a:lnTo>
                  <a:lnTo>
                    <a:pt x="5815997" y="1211892"/>
                  </a:lnTo>
                  <a:lnTo>
                    <a:pt x="5816184" y="1211318"/>
                  </a:lnTo>
                  <a:lnTo>
                    <a:pt x="5816371" y="1211258"/>
                  </a:lnTo>
                  <a:lnTo>
                    <a:pt x="5816558" y="1213061"/>
                  </a:lnTo>
                  <a:lnTo>
                    <a:pt x="5816745" y="1216692"/>
                  </a:lnTo>
                  <a:lnTo>
                    <a:pt x="5816932" y="1220061"/>
                  </a:lnTo>
                  <a:lnTo>
                    <a:pt x="5817119" y="1223211"/>
                  </a:lnTo>
                  <a:lnTo>
                    <a:pt x="5817305" y="1228987"/>
                  </a:lnTo>
                  <a:lnTo>
                    <a:pt x="5817492" y="1238093"/>
                  </a:lnTo>
                  <a:lnTo>
                    <a:pt x="5817679" y="1247535"/>
                  </a:lnTo>
                  <a:lnTo>
                    <a:pt x="5817866" y="1256764"/>
                  </a:lnTo>
                  <a:lnTo>
                    <a:pt x="5818053" y="1261853"/>
                  </a:lnTo>
                  <a:lnTo>
                    <a:pt x="5818240" y="1267166"/>
                  </a:lnTo>
                  <a:lnTo>
                    <a:pt x="5818427" y="1271935"/>
                  </a:lnTo>
                  <a:lnTo>
                    <a:pt x="5818614" y="1276480"/>
                  </a:lnTo>
                  <a:lnTo>
                    <a:pt x="5818801" y="1280375"/>
                  </a:lnTo>
                  <a:lnTo>
                    <a:pt x="5818988" y="1283819"/>
                  </a:lnTo>
                  <a:lnTo>
                    <a:pt x="5819175" y="1287161"/>
                  </a:lnTo>
                  <a:lnTo>
                    <a:pt x="5819362" y="1289794"/>
                  </a:lnTo>
                  <a:lnTo>
                    <a:pt x="5819549" y="1290959"/>
                  </a:lnTo>
                  <a:lnTo>
                    <a:pt x="5819735" y="1290814"/>
                  </a:lnTo>
                  <a:lnTo>
                    <a:pt x="5819922" y="1290913"/>
                  </a:lnTo>
                  <a:lnTo>
                    <a:pt x="5820109" y="1291819"/>
                  </a:lnTo>
                  <a:lnTo>
                    <a:pt x="5820296" y="1292992"/>
                  </a:lnTo>
                  <a:lnTo>
                    <a:pt x="5820483" y="1293765"/>
                  </a:lnTo>
                  <a:lnTo>
                    <a:pt x="5820670" y="1294195"/>
                  </a:lnTo>
                  <a:lnTo>
                    <a:pt x="5820857" y="1294709"/>
                  </a:lnTo>
                  <a:lnTo>
                    <a:pt x="5821044" y="1295193"/>
                  </a:lnTo>
                  <a:lnTo>
                    <a:pt x="5821231" y="1295936"/>
                  </a:lnTo>
                  <a:lnTo>
                    <a:pt x="5821418" y="1296711"/>
                  </a:lnTo>
                  <a:lnTo>
                    <a:pt x="5821605" y="1297037"/>
                  </a:lnTo>
                  <a:lnTo>
                    <a:pt x="5821792" y="1297601"/>
                  </a:lnTo>
                  <a:lnTo>
                    <a:pt x="5821978" y="1298341"/>
                  </a:lnTo>
                  <a:lnTo>
                    <a:pt x="5822165" y="1299505"/>
                  </a:lnTo>
                  <a:lnTo>
                    <a:pt x="5822352" y="1300967"/>
                  </a:lnTo>
                  <a:lnTo>
                    <a:pt x="5822539" y="1302238"/>
                  </a:lnTo>
                  <a:lnTo>
                    <a:pt x="5822726" y="1303790"/>
                  </a:lnTo>
                  <a:lnTo>
                    <a:pt x="5822913" y="1304960"/>
                  </a:lnTo>
                  <a:lnTo>
                    <a:pt x="5823100" y="1306018"/>
                  </a:lnTo>
                  <a:lnTo>
                    <a:pt x="5823287" y="1306973"/>
                  </a:lnTo>
                  <a:lnTo>
                    <a:pt x="5823474" y="1308482"/>
                  </a:lnTo>
                  <a:lnTo>
                    <a:pt x="5823661" y="1309748"/>
                  </a:lnTo>
                  <a:lnTo>
                    <a:pt x="5823848" y="1310375"/>
                  </a:lnTo>
                  <a:lnTo>
                    <a:pt x="5824035" y="1309704"/>
                  </a:lnTo>
                  <a:lnTo>
                    <a:pt x="5824222" y="1307548"/>
                  </a:lnTo>
                  <a:lnTo>
                    <a:pt x="5824408" y="1305422"/>
                  </a:lnTo>
                  <a:lnTo>
                    <a:pt x="5824595" y="1302853"/>
                  </a:lnTo>
                  <a:lnTo>
                    <a:pt x="5824782" y="1300355"/>
                  </a:lnTo>
                  <a:lnTo>
                    <a:pt x="5824969" y="1297517"/>
                  </a:lnTo>
                  <a:lnTo>
                    <a:pt x="5825156" y="1294607"/>
                  </a:lnTo>
                  <a:lnTo>
                    <a:pt x="5825343" y="1292454"/>
                  </a:lnTo>
                  <a:lnTo>
                    <a:pt x="5825530" y="1291024"/>
                  </a:lnTo>
                  <a:lnTo>
                    <a:pt x="5825717" y="1289426"/>
                  </a:lnTo>
                  <a:lnTo>
                    <a:pt x="5825904" y="1287215"/>
                  </a:lnTo>
                  <a:lnTo>
                    <a:pt x="5826091" y="1285178"/>
                  </a:lnTo>
                  <a:lnTo>
                    <a:pt x="5826278" y="1282521"/>
                  </a:lnTo>
                  <a:lnTo>
                    <a:pt x="5826465" y="1280022"/>
                  </a:lnTo>
                  <a:lnTo>
                    <a:pt x="5826652" y="1279026"/>
                  </a:lnTo>
                  <a:lnTo>
                    <a:pt x="5826838" y="1277309"/>
                  </a:lnTo>
                  <a:lnTo>
                    <a:pt x="5827025" y="1276225"/>
                  </a:lnTo>
                  <a:lnTo>
                    <a:pt x="5827212" y="1276946"/>
                  </a:lnTo>
                  <a:lnTo>
                    <a:pt x="5827399" y="1276537"/>
                  </a:lnTo>
                  <a:lnTo>
                    <a:pt x="5827586" y="1276134"/>
                  </a:lnTo>
                  <a:lnTo>
                    <a:pt x="5827773" y="1275415"/>
                  </a:lnTo>
                  <a:lnTo>
                    <a:pt x="5827960" y="1274646"/>
                  </a:lnTo>
                  <a:lnTo>
                    <a:pt x="5828147" y="1272483"/>
                  </a:lnTo>
                  <a:lnTo>
                    <a:pt x="5828334" y="1270202"/>
                  </a:lnTo>
                  <a:lnTo>
                    <a:pt x="5828521" y="1268895"/>
                  </a:lnTo>
                  <a:lnTo>
                    <a:pt x="5828708" y="1267282"/>
                  </a:lnTo>
                  <a:lnTo>
                    <a:pt x="5828895" y="1265140"/>
                  </a:lnTo>
                  <a:lnTo>
                    <a:pt x="5829081" y="1264379"/>
                  </a:lnTo>
                  <a:lnTo>
                    <a:pt x="5829268" y="1263609"/>
                  </a:lnTo>
                  <a:lnTo>
                    <a:pt x="5829455" y="1263190"/>
                  </a:lnTo>
                  <a:lnTo>
                    <a:pt x="5829642" y="1262540"/>
                  </a:lnTo>
                  <a:lnTo>
                    <a:pt x="5829829" y="1260829"/>
                  </a:lnTo>
                  <a:lnTo>
                    <a:pt x="5830016" y="1255849"/>
                  </a:lnTo>
                  <a:lnTo>
                    <a:pt x="5830203" y="1250102"/>
                  </a:lnTo>
                  <a:lnTo>
                    <a:pt x="5830390" y="1243773"/>
                  </a:lnTo>
                  <a:lnTo>
                    <a:pt x="5830577" y="1235504"/>
                  </a:lnTo>
                  <a:lnTo>
                    <a:pt x="5830764" y="1227338"/>
                  </a:lnTo>
                  <a:lnTo>
                    <a:pt x="5830951" y="1219982"/>
                  </a:lnTo>
                  <a:lnTo>
                    <a:pt x="5831138" y="1214849"/>
                  </a:lnTo>
                  <a:lnTo>
                    <a:pt x="5831325" y="1209452"/>
                  </a:lnTo>
                  <a:lnTo>
                    <a:pt x="5831511" y="1204130"/>
                  </a:lnTo>
                  <a:lnTo>
                    <a:pt x="5831698" y="1199022"/>
                  </a:lnTo>
                  <a:lnTo>
                    <a:pt x="5831885" y="1193675"/>
                  </a:lnTo>
                  <a:lnTo>
                    <a:pt x="5832072" y="1188947"/>
                  </a:lnTo>
                  <a:lnTo>
                    <a:pt x="5832259" y="1184903"/>
                  </a:lnTo>
                  <a:lnTo>
                    <a:pt x="5832446" y="1182073"/>
                  </a:lnTo>
                  <a:lnTo>
                    <a:pt x="5832633" y="1180464"/>
                  </a:lnTo>
                  <a:lnTo>
                    <a:pt x="5832820" y="1179927"/>
                  </a:lnTo>
                  <a:lnTo>
                    <a:pt x="5833007" y="1181116"/>
                  </a:lnTo>
                  <a:lnTo>
                    <a:pt x="5833194" y="1183616"/>
                  </a:lnTo>
                  <a:lnTo>
                    <a:pt x="5833381" y="1185052"/>
                  </a:lnTo>
                  <a:lnTo>
                    <a:pt x="5833568" y="1186315"/>
                  </a:lnTo>
                  <a:lnTo>
                    <a:pt x="5833754" y="1188937"/>
                  </a:lnTo>
                  <a:lnTo>
                    <a:pt x="5833941" y="1192169"/>
                  </a:lnTo>
                  <a:lnTo>
                    <a:pt x="5834128" y="1194091"/>
                  </a:lnTo>
                  <a:lnTo>
                    <a:pt x="5834315" y="1195041"/>
                  </a:lnTo>
                  <a:lnTo>
                    <a:pt x="5834502" y="1196275"/>
                  </a:lnTo>
                  <a:lnTo>
                    <a:pt x="5834689" y="1197984"/>
                  </a:lnTo>
                  <a:lnTo>
                    <a:pt x="5834876" y="1199674"/>
                  </a:lnTo>
                  <a:lnTo>
                    <a:pt x="5835063" y="1200672"/>
                  </a:lnTo>
                  <a:lnTo>
                    <a:pt x="5835250" y="1201735"/>
                  </a:lnTo>
                  <a:lnTo>
                    <a:pt x="5835437" y="1202079"/>
                  </a:lnTo>
                  <a:lnTo>
                    <a:pt x="5835624" y="1201486"/>
                  </a:lnTo>
                  <a:lnTo>
                    <a:pt x="5835811" y="1200600"/>
                  </a:lnTo>
                  <a:lnTo>
                    <a:pt x="5835998" y="1199353"/>
                  </a:lnTo>
                  <a:lnTo>
                    <a:pt x="5836184" y="1197546"/>
                  </a:lnTo>
                  <a:lnTo>
                    <a:pt x="5836371" y="1195682"/>
                  </a:lnTo>
                  <a:lnTo>
                    <a:pt x="5836558" y="1193264"/>
                  </a:lnTo>
                  <a:lnTo>
                    <a:pt x="5836745" y="1190532"/>
                  </a:lnTo>
                  <a:lnTo>
                    <a:pt x="5836932" y="1184535"/>
                  </a:lnTo>
                  <a:lnTo>
                    <a:pt x="5837119" y="1177527"/>
                  </a:lnTo>
                  <a:lnTo>
                    <a:pt x="5837306" y="1170321"/>
                  </a:lnTo>
                  <a:lnTo>
                    <a:pt x="5837493" y="1162174"/>
                  </a:lnTo>
                  <a:lnTo>
                    <a:pt x="5837680" y="1153439"/>
                  </a:lnTo>
                  <a:lnTo>
                    <a:pt x="5837867" y="1144736"/>
                  </a:lnTo>
                  <a:lnTo>
                    <a:pt x="5838054" y="1135116"/>
                  </a:lnTo>
                  <a:lnTo>
                    <a:pt x="5838241" y="1128352"/>
                  </a:lnTo>
                  <a:lnTo>
                    <a:pt x="5838428" y="1122115"/>
                  </a:lnTo>
                  <a:lnTo>
                    <a:pt x="5838614" y="1115894"/>
                  </a:lnTo>
                  <a:lnTo>
                    <a:pt x="5838801" y="1110509"/>
                  </a:lnTo>
                  <a:lnTo>
                    <a:pt x="5838988" y="1104722"/>
                  </a:lnTo>
                  <a:lnTo>
                    <a:pt x="5839175" y="1098647"/>
                  </a:lnTo>
                  <a:lnTo>
                    <a:pt x="5839362" y="1092720"/>
                  </a:lnTo>
                  <a:lnTo>
                    <a:pt x="5839549" y="1086972"/>
                  </a:lnTo>
                  <a:lnTo>
                    <a:pt x="5839736" y="1083277"/>
                  </a:lnTo>
                  <a:lnTo>
                    <a:pt x="5839923" y="1079842"/>
                  </a:lnTo>
                  <a:lnTo>
                    <a:pt x="5840110" y="1075968"/>
                  </a:lnTo>
                  <a:lnTo>
                    <a:pt x="5840297" y="1072193"/>
                  </a:lnTo>
                  <a:lnTo>
                    <a:pt x="5840484" y="1068433"/>
                  </a:lnTo>
                  <a:lnTo>
                    <a:pt x="5840671" y="1066561"/>
                  </a:lnTo>
                  <a:lnTo>
                    <a:pt x="5840857" y="1064242"/>
                  </a:lnTo>
                  <a:lnTo>
                    <a:pt x="5841044" y="1062005"/>
                  </a:lnTo>
                  <a:lnTo>
                    <a:pt x="5841231" y="1059761"/>
                  </a:lnTo>
                  <a:lnTo>
                    <a:pt x="5841418" y="1055014"/>
                  </a:lnTo>
                  <a:lnTo>
                    <a:pt x="5841605" y="1048580"/>
                  </a:lnTo>
                  <a:lnTo>
                    <a:pt x="5841792" y="1042291"/>
                  </a:lnTo>
                  <a:lnTo>
                    <a:pt x="5841979" y="1036122"/>
                  </a:lnTo>
                  <a:lnTo>
                    <a:pt x="5842166" y="1030481"/>
                  </a:lnTo>
                  <a:lnTo>
                    <a:pt x="5842353" y="1024554"/>
                  </a:lnTo>
                  <a:lnTo>
                    <a:pt x="5842540" y="1018615"/>
                  </a:lnTo>
                  <a:lnTo>
                    <a:pt x="5842727" y="1014296"/>
                  </a:lnTo>
                  <a:lnTo>
                    <a:pt x="5842914" y="1011591"/>
                  </a:lnTo>
                  <a:lnTo>
                    <a:pt x="5843101" y="1007015"/>
                  </a:lnTo>
                  <a:lnTo>
                    <a:pt x="5843287" y="1001890"/>
                  </a:lnTo>
                  <a:lnTo>
                    <a:pt x="5843474" y="996224"/>
                  </a:lnTo>
                  <a:lnTo>
                    <a:pt x="5843661" y="987691"/>
                  </a:lnTo>
                  <a:lnTo>
                    <a:pt x="5843848" y="981072"/>
                  </a:lnTo>
                  <a:lnTo>
                    <a:pt x="5844035" y="973939"/>
                  </a:lnTo>
                  <a:lnTo>
                    <a:pt x="5844222" y="967665"/>
                  </a:lnTo>
                  <a:lnTo>
                    <a:pt x="5844409" y="961745"/>
                  </a:lnTo>
                  <a:lnTo>
                    <a:pt x="5844596" y="955830"/>
                  </a:lnTo>
                  <a:lnTo>
                    <a:pt x="5844783" y="949740"/>
                  </a:lnTo>
                  <a:lnTo>
                    <a:pt x="5844970" y="943871"/>
                  </a:lnTo>
                  <a:lnTo>
                    <a:pt x="5845157" y="937771"/>
                  </a:lnTo>
                  <a:lnTo>
                    <a:pt x="5845344" y="932223"/>
                  </a:lnTo>
                  <a:lnTo>
                    <a:pt x="5845531" y="927300"/>
                  </a:lnTo>
                  <a:lnTo>
                    <a:pt x="5845717" y="920853"/>
                  </a:lnTo>
                  <a:lnTo>
                    <a:pt x="5845904" y="913905"/>
                  </a:lnTo>
                  <a:lnTo>
                    <a:pt x="5846091" y="907387"/>
                  </a:lnTo>
                  <a:lnTo>
                    <a:pt x="5846278" y="898596"/>
                  </a:lnTo>
                  <a:lnTo>
                    <a:pt x="5846465" y="889810"/>
                  </a:lnTo>
                  <a:lnTo>
                    <a:pt x="5846652" y="881350"/>
                  </a:lnTo>
                  <a:lnTo>
                    <a:pt x="5846839" y="874530"/>
                  </a:lnTo>
                  <a:lnTo>
                    <a:pt x="5847026" y="867602"/>
                  </a:lnTo>
                  <a:lnTo>
                    <a:pt x="5847213" y="860775"/>
                  </a:lnTo>
                  <a:lnTo>
                    <a:pt x="5847400" y="857353"/>
                  </a:lnTo>
                  <a:lnTo>
                    <a:pt x="5847587" y="853885"/>
                  </a:lnTo>
                  <a:lnTo>
                    <a:pt x="5847774" y="850574"/>
                  </a:lnTo>
                  <a:lnTo>
                    <a:pt x="5847960" y="849334"/>
                  </a:lnTo>
                  <a:lnTo>
                    <a:pt x="5848147" y="847848"/>
                  </a:lnTo>
                  <a:lnTo>
                    <a:pt x="5848334" y="846531"/>
                  </a:lnTo>
                  <a:lnTo>
                    <a:pt x="5848521" y="845801"/>
                  </a:lnTo>
                  <a:lnTo>
                    <a:pt x="5848708" y="845725"/>
                  </a:lnTo>
                  <a:lnTo>
                    <a:pt x="5848895" y="845079"/>
                  </a:lnTo>
                  <a:lnTo>
                    <a:pt x="5849082" y="844358"/>
                  </a:lnTo>
                  <a:lnTo>
                    <a:pt x="5849269" y="844445"/>
                  </a:lnTo>
                  <a:lnTo>
                    <a:pt x="5849456" y="844427"/>
                  </a:lnTo>
                  <a:lnTo>
                    <a:pt x="5849643" y="843523"/>
                  </a:lnTo>
                  <a:lnTo>
                    <a:pt x="5849830" y="842119"/>
                  </a:lnTo>
                  <a:lnTo>
                    <a:pt x="5850017" y="840921"/>
                  </a:lnTo>
                  <a:lnTo>
                    <a:pt x="5850204" y="839234"/>
                  </a:lnTo>
                  <a:lnTo>
                    <a:pt x="5850390" y="837783"/>
                  </a:lnTo>
                  <a:lnTo>
                    <a:pt x="5850577" y="836598"/>
                  </a:lnTo>
                  <a:lnTo>
                    <a:pt x="5850764" y="835280"/>
                  </a:lnTo>
                  <a:lnTo>
                    <a:pt x="5850951" y="836027"/>
                  </a:lnTo>
                  <a:lnTo>
                    <a:pt x="5851138" y="833657"/>
                  </a:lnTo>
                  <a:lnTo>
                    <a:pt x="5851325" y="831385"/>
                  </a:lnTo>
                  <a:lnTo>
                    <a:pt x="5851512" y="828499"/>
                  </a:lnTo>
                  <a:lnTo>
                    <a:pt x="5851699" y="825445"/>
                  </a:lnTo>
                  <a:lnTo>
                    <a:pt x="5851886" y="823469"/>
                  </a:lnTo>
                  <a:lnTo>
                    <a:pt x="5852073" y="821162"/>
                  </a:lnTo>
                  <a:lnTo>
                    <a:pt x="5852260" y="817914"/>
                  </a:lnTo>
                  <a:lnTo>
                    <a:pt x="5852447" y="815927"/>
                  </a:lnTo>
                  <a:lnTo>
                    <a:pt x="5852633" y="815401"/>
                  </a:lnTo>
                  <a:lnTo>
                    <a:pt x="5852820" y="815235"/>
                  </a:lnTo>
                  <a:lnTo>
                    <a:pt x="5853007" y="814846"/>
                  </a:lnTo>
                  <a:lnTo>
                    <a:pt x="5853194" y="814357"/>
                  </a:lnTo>
                  <a:lnTo>
                    <a:pt x="5853381" y="813858"/>
                  </a:lnTo>
                  <a:lnTo>
                    <a:pt x="5853568" y="814475"/>
                  </a:lnTo>
                  <a:lnTo>
                    <a:pt x="5853755" y="815067"/>
                  </a:lnTo>
                  <a:lnTo>
                    <a:pt x="5853942" y="814711"/>
                  </a:lnTo>
                  <a:lnTo>
                    <a:pt x="5854129" y="814388"/>
                  </a:lnTo>
                  <a:lnTo>
                    <a:pt x="5854316" y="814000"/>
                  </a:lnTo>
                  <a:lnTo>
                    <a:pt x="5854503" y="813786"/>
                  </a:lnTo>
                  <a:lnTo>
                    <a:pt x="5854690" y="813683"/>
                  </a:lnTo>
                  <a:lnTo>
                    <a:pt x="5854877" y="814340"/>
                  </a:lnTo>
                  <a:lnTo>
                    <a:pt x="5855063" y="815089"/>
                  </a:lnTo>
                  <a:lnTo>
                    <a:pt x="5855250" y="815531"/>
                  </a:lnTo>
                  <a:lnTo>
                    <a:pt x="5855437" y="817134"/>
                  </a:lnTo>
                  <a:lnTo>
                    <a:pt x="5855624" y="819074"/>
                  </a:lnTo>
                  <a:lnTo>
                    <a:pt x="5855811" y="821032"/>
                  </a:lnTo>
                  <a:lnTo>
                    <a:pt x="5855998" y="823165"/>
                  </a:lnTo>
                  <a:lnTo>
                    <a:pt x="5856185" y="825632"/>
                  </a:lnTo>
                  <a:lnTo>
                    <a:pt x="5856372" y="828135"/>
                  </a:lnTo>
                  <a:lnTo>
                    <a:pt x="5856559" y="831946"/>
                  </a:lnTo>
                  <a:lnTo>
                    <a:pt x="5856746" y="836041"/>
                  </a:lnTo>
                  <a:lnTo>
                    <a:pt x="5856933" y="839081"/>
                  </a:lnTo>
                  <a:lnTo>
                    <a:pt x="5857120" y="843143"/>
                  </a:lnTo>
                  <a:lnTo>
                    <a:pt x="5857307" y="847428"/>
                  </a:lnTo>
                  <a:lnTo>
                    <a:pt x="5857493" y="850555"/>
                  </a:lnTo>
                  <a:lnTo>
                    <a:pt x="5857680" y="852594"/>
                  </a:lnTo>
                  <a:lnTo>
                    <a:pt x="5857867" y="854875"/>
                  </a:lnTo>
                  <a:lnTo>
                    <a:pt x="5858054" y="856703"/>
                  </a:lnTo>
                  <a:lnTo>
                    <a:pt x="5858241" y="857438"/>
                  </a:lnTo>
                  <a:lnTo>
                    <a:pt x="5858428" y="857006"/>
                  </a:lnTo>
                  <a:lnTo>
                    <a:pt x="5858615" y="856035"/>
                  </a:lnTo>
                  <a:lnTo>
                    <a:pt x="5858802" y="854376"/>
                  </a:lnTo>
                  <a:lnTo>
                    <a:pt x="5858989" y="852471"/>
                  </a:lnTo>
                  <a:lnTo>
                    <a:pt x="5859176" y="850222"/>
                  </a:lnTo>
                  <a:lnTo>
                    <a:pt x="5859363" y="847432"/>
                  </a:lnTo>
                  <a:lnTo>
                    <a:pt x="5859550" y="844321"/>
                  </a:lnTo>
                  <a:lnTo>
                    <a:pt x="5859736" y="840570"/>
                  </a:lnTo>
                  <a:lnTo>
                    <a:pt x="5859923" y="833949"/>
                  </a:lnTo>
                  <a:lnTo>
                    <a:pt x="5860110" y="826820"/>
                  </a:lnTo>
                  <a:lnTo>
                    <a:pt x="5860297" y="818713"/>
                  </a:lnTo>
                  <a:lnTo>
                    <a:pt x="5860484" y="809898"/>
                  </a:lnTo>
                  <a:lnTo>
                    <a:pt x="5860671" y="800105"/>
                  </a:lnTo>
                  <a:lnTo>
                    <a:pt x="5860858" y="790265"/>
                  </a:lnTo>
                  <a:lnTo>
                    <a:pt x="5861045" y="781161"/>
                  </a:lnTo>
                  <a:lnTo>
                    <a:pt x="5861232" y="773679"/>
                  </a:lnTo>
                  <a:lnTo>
                    <a:pt x="5861419" y="767781"/>
                  </a:lnTo>
                  <a:lnTo>
                    <a:pt x="5861606" y="767761"/>
                  </a:lnTo>
                  <a:lnTo>
                    <a:pt x="5861793" y="769266"/>
                  </a:lnTo>
                  <a:lnTo>
                    <a:pt x="5861980" y="772221"/>
                  </a:lnTo>
                  <a:lnTo>
                    <a:pt x="5862166" y="776435"/>
                  </a:lnTo>
                  <a:lnTo>
                    <a:pt x="5862353" y="780817"/>
                  </a:lnTo>
                  <a:lnTo>
                    <a:pt x="5862540" y="785020"/>
                  </a:lnTo>
                  <a:lnTo>
                    <a:pt x="5862727" y="788295"/>
                  </a:lnTo>
                  <a:lnTo>
                    <a:pt x="5862914" y="790567"/>
                  </a:lnTo>
                  <a:lnTo>
                    <a:pt x="5863101" y="792820"/>
                  </a:lnTo>
                  <a:lnTo>
                    <a:pt x="5863288" y="796040"/>
                  </a:lnTo>
                  <a:lnTo>
                    <a:pt x="5863475" y="799024"/>
                  </a:lnTo>
                  <a:lnTo>
                    <a:pt x="5863662" y="802696"/>
                  </a:lnTo>
                  <a:lnTo>
                    <a:pt x="5863849" y="806298"/>
                  </a:lnTo>
                  <a:lnTo>
                    <a:pt x="5864036" y="809054"/>
                  </a:lnTo>
                  <a:lnTo>
                    <a:pt x="5864223" y="812278"/>
                  </a:lnTo>
                  <a:lnTo>
                    <a:pt x="5864410" y="815547"/>
                  </a:lnTo>
                  <a:lnTo>
                    <a:pt x="5864596" y="818850"/>
                  </a:lnTo>
                  <a:lnTo>
                    <a:pt x="5864783" y="822217"/>
                  </a:lnTo>
                  <a:lnTo>
                    <a:pt x="5864970" y="825876"/>
                  </a:lnTo>
                  <a:lnTo>
                    <a:pt x="5865157" y="830369"/>
                  </a:lnTo>
                  <a:lnTo>
                    <a:pt x="5865344" y="835467"/>
                  </a:lnTo>
                  <a:lnTo>
                    <a:pt x="5865531" y="841716"/>
                  </a:lnTo>
                  <a:lnTo>
                    <a:pt x="5865718" y="848550"/>
                  </a:lnTo>
                  <a:lnTo>
                    <a:pt x="5865905" y="855566"/>
                  </a:lnTo>
                  <a:lnTo>
                    <a:pt x="5866092" y="862554"/>
                  </a:lnTo>
                  <a:lnTo>
                    <a:pt x="5866279" y="869684"/>
                  </a:lnTo>
                  <a:lnTo>
                    <a:pt x="5866466" y="876302"/>
                  </a:lnTo>
                  <a:lnTo>
                    <a:pt x="5866653" y="883196"/>
                  </a:lnTo>
                  <a:lnTo>
                    <a:pt x="5866839" y="889899"/>
                  </a:lnTo>
                  <a:lnTo>
                    <a:pt x="5867026" y="896673"/>
                  </a:lnTo>
                  <a:lnTo>
                    <a:pt x="5867213" y="903817"/>
                  </a:lnTo>
                  <a:lnTo>
                    <a:pt x="5867400" y="913504"/>
                  </a:lnTo>
                  <a:lnTo>
                    <a:pt x="5867587" y="923205"/>
                  </a:lnTo>
                  <a:lnTo>
                    <a:pt x="5867774" y="932917"/>
                  </a:lnTo>
                  <a:lnTo>
                    <a:pt x="5867961" y="945892"/>
                  </a:lnTo>
                  <a:lnTo>
                    <a:pt x="5868148" y="958368"/>
                  </a:lnTo>
                  <a:lnTo>
                    <a:pt x="5868335" y="969993"/>
                  </a:lnTo>
                  <a:lnTo>
                    <a:pt x="5868522" y="980819"/>
                  </a:lnTo>
                  <a:lnTo>
                    <a:pt x="5868709" y="991166"/>
                  </a:lnTo>
                  <a:lnTo>
                    <a:pt x="5868896" y="1001695"/>
                  </a:lnTo>
                  <a:lnTo>
                    <a:pt x="5869083" y="1011749"/>
                  </a:lnTo>
                  <a:lnTo>
                    <a:pt x="5869269" y="1021639"/>
                  </a:lnTo>
                  <a:lnTo>
                    <a:pt x="5869456" y="1031344"/>
                  </a:lnTo>
                  <a:lnTo>
                    <a:pt x="5869643" y="1040579"/>
                  </a:lnTo>
                  <a:lnTo>
                    <a:pt x="5869830" y="1048877"/>
                  </a:lnTo>
                  <a:lnTo>
                    <a:pt x="5870017" y="1056311"/>
                  </a:lnTo>
                  <a:lnTo>
                    <a:pt x="5870204" y="1063010"/>
                  </a:lnTo>
                  <a:lnTo>
                    <a:pt x="5870391" y="1068837"/>
                  </a:lnTo>
                  <a:lnTo>
                    <a:pt x="5870578" y="1073760"/>
                  </a:lnTo>
                  <a:lnTo>
                    <a:pt x="5870765" y="1078314"/>
                  </a:lnTo>
                  <a:lnTo>
                    <a:pt x="5870952" y="1083643"/>
                  </a:lnTo>
                  <a:lnTo>
                    <a:pt x="5871139" y="1087815"/>
                  </a:lnTo>
                  <a:lnTo>
                    <a:pt x="5871326" y="1091739"/>
                  </a:lnTo>
                  <a:lnTo>
                    <a:pt x="5871512" y="1095695"/>
                  </a:lnTo>
                  <a:lnTo>
                    <a:pt x="5871699" y="1099128"/>
                  </a:lnTo>
                  <a:lnTo>
                    <a:pt x="5871886" y="1102330"/>
                  </a:lnTo>
                  <a:lnTo>
                    <a:pt x="5872073" y="1105024"/>
                  </a:lnTo>
                  <a:lnTo>
                    <a:pt x="5872260" y="1106966"/>
                  </a:lnTo>
                  <a:lnTo>
                    <a:pt x="5872447" y="1109620"/>
                  </a:lnTo>
                  <a:lnTo>
                    <a:pt x="5872634" y="1112489"/>
                  </a:lnTo>
                  <a:lnTo>
                    <a:pt x="5872821" y="1115784"/>
                  </a:lnTo>
                  <a:lnTo>
                    <a:pt x="5873008" y="1120047"/>
                  </a:lnTo>
                  <a:lnTo>
                    <a:pt x="5873195" y="1124566"/>
                  </a:lnTo>
                  <a:lnTo>
                    <a:pt x="5873382" y="1128847"/>
                  </a:lnTo>
                  <a:lnTo>
                    <a:pt x="5873569" y="1132773"/>
                  </a:lnTo>
                  <a:lnTo>
                    <a:pt x="5873756" y="1136590"/>
                  </a:lnTo>
                  <a:lnTo>
                    <a:pt x="5873942" y="1140045"/>
                  </a:lnTo>
                  <a:lnTo>
                    <a:pt x="5874129" y="1143979"/>
                  </a:lnTo>
                  <a:lnTo>
                    <a:pt x="5874316" y="1151213"/>
                  </a:lnTo>
                  <a:lnTo>
                    <a:pt x="5874503" y="1159582"/>
                  </a:lnTo>
                  <a:lnTo>
                    <a:pt x="5874690" y="1168662"/>
                  </a:lnTo>
                  <a:lnTo>
                    <a:pt x="5874877" y="1178807"/>
                  </a:lnTo>
                  <a:lnTo>
                    <a:pt x="5875064" y="1189584"/>
                  </a:lnTo>
                  <a:lnTo>
                    <a:pt x="5875251" y="1200868"/>
                  </a:lnTo>
                  <a:lnTo>
                    <a:pt x="5875438" y="1212808"/>
                  </a:lnTo>
                  <a:lnTo>
                    <a:pt x="5875625" y="1221536"/>
                  </a:lnTo>
                  <a:lnTo>
                    <a:pt x="5875812" y="1229430"/>
                  </a:lnTo>
                  <a:lnTo>
                    <a:pt x="5875999" y="1237618"/>
                  </a:lnTo>
                  <a:lnTo>
                    <a:pt x="5876186" y="1246338"/>
                  </a:lnTo>
                  <a:lnTo>
                    <a:pt x="5876372" y="1256273"/>
                  </a:lnTo>
                  <a:lnTo>
                    <a:pt x="5876559" y="1266653"/>
                  </a:lnTo>
                  <a:lnTo>
                    <a:pt x="5876746" y="1277577"/>
                  </a:lnTo>
                  <a:lnTo>
                    <a:pt x="5876933" y="1288668"/>
                  </a:lnTo>
                  <a:lnTo>
                    <a:pt x="5877120" y="1297547"/>
                  </a:lnTo>
                  <a:lnTo>
                    <a:pt x="5877307" y="1306917"/>
                  </a:lnTo>
                  <a:lnTo>
                    <a:pt x="5877494" y="1316189"/>
                  </a:lnTo>
                  <a:lnTo>
                    <a:pt x="5877681" y="1325387"/>
                  </a:lnTo>
                  <a:lnTo>
                    <a:pt x="5877868" y="1334674"/>
                  </a:lnTo>
                  <a:lnTo>
                    <a:pt x="5878055" y="1341880"/>
                  </a:lnTo>
                  <a:lnTo>
                    <a:pt x="5878242" y="1349351"/>
                  </a:lnTo>
                  <a:lnTo>
                    <a:pt x="5878429" y="1356801"/>
                  </a:lnTo>
                  <a:lnTo>
                    <a:pt x="5878615" y="1364912"/>
                  </a:lnTo>
                  <a:lnTo>
                    <a:pt x="5878802" y="1375433"/>
                  </a:lnTo>
                  <a:lnTo>
                    <a:pt x="5878989" y="1386363"/>
                  </a:lnTo>
                  <a:lnTo>
                    <a:pt x="5879176" y="1396490"/>
                  </a:lnTo>
                  <a:lnTo>
                    <a:pt x="5879363" y="1406273"/>
                  </a:lnTo>
                  <a:lnTo>
                    <a:pt x="5879550" y="1416019"/>
                  </a:lnTo>
                  <a:lnTo>
                    <a:pt x="5879737" y="1425527"/>
                  </a:lnTo>
                  <a:lnTo>
                    <a:pt x="5879924" y="1433650"/>
                  </a:lnTo>
                  <a:lnTo>
                    <a:pt x="5880111" y="1441662"/>
                  </a:lnTo>
                  <a:lnTo>
                    <a:pt x="5880298" y="1448046"/>
                  </a:lnTo>
                  <a:lnTo>
                    <a:pt x="5880485" y="1454298"/>
                  </a:lnTo>
                  <a:lnTo>
                    <a:pt x="5880672" y="1458748"/>
                  </a:lnTo>
                  <a:lnTo>
                    <a:pt x="5880859" y="1461723"/>
                  </a:lnTo>
                  <a:lnTo>
                    <a:pt x="5881045" y="1468139"/>
                  </a:lnTo>
                  <a:lnTo>
                    <a:pt x="5881232" y="1472211"/>
                  </a:lnTo>
                  <a:lnTo>
                    <a:pt x="5881419" y="1476909"/>
                  </a:lnTo>
                  <a:lnTo>
                    <a:pt x="5881606" y="1481362"/>
                  </a:lnTo>
                  <a:lnTo>
                    <a:pt x="5881793" y="1486027"/>
                  </a:lnTo>
                  <a:lnTo>
                    <a:pt x="5881980" y="1491114"/>
                  </a:lnTo>
                  <a:lnTo>
                    <a:pt x="5882167" y="1495810"/>
                  </a:lnTo>
                  <a:lnTo>
                    <a:pt x="5882354" y="1501346"/>
                  </a:lnTo>
                  <a:lnTo>
                    <a:pt x="5882541" y="1506917"/>
                  </a:lnTo>
                  <a:lnTo>
                    <a:pt x="5882728" y="1511907"/>
                  </a:lnTo>
                  <a:lnTo>
                    <a:pt x="5882915" y="1516263"/>
                  </a:lnTo>
                  <a:lnTo>
                    <a:pt x="5883102" y="1522008"/>
                  </a:lnTo>
                  <a:lnTo>
                    <a:pt x="5883288" y="1528322"/>
                  </a:lnTo>
                  <a:lnTo>
                    <a:pt x="5883475" y="1534990"/>
                  </a:lnTo>
                  <a:lnTo>
                    <a:pt x="5883662" y="1544939"/>
                  </a:lnTo>
                  <a:lnTo>
                    <a:pt x="5883849" y="1555118"/>
                  </a:lnTo>
                  <a:lnTo>
                    <a:pt x="5884036" y="1565246"/>
                  </a:lnTo>
                  <a:lnTo>
                    <a:pt x="5884223" y="1573552"/>
                  </a:lnTo>
                  <a:lnTo>
                    <a:pt x="5884410" y="1580814"/>
                  </a:lnTo>
                  <a:lnTo>
                    <a:pt x="5884597" y="1587733"/>
                  </a:lnTo>
                  <a:lnTo>
                    <a:pt x="5884784" y="1591417"/>
                  </a:lnTo>
                  <a:lnTo>
                    <a:pt x="5884971" y="1595494"/>
                  </a:lnTo>
                  <a:lnTo>
                    <a:pt x="5885158" y="1599396"/>
                  </a:lnTo>
                  <a:lnTo>
                    <a:pt x="5885345" y="1601553"/>
                  </a:lnTo>
                  <a:lnTo>
                    <a:pt x="5885532" y="1601937"/>
                  </a:lnTo>
                  <a:lnTo>
                    <a:pt x="5885718" y="1601517"/>
                  </a:lnTo>
                  <a:lnTo>
                    <a:pt x="5885905" y="1600481"/>
                  </a:lnTo>
                  <a:lnTo>
                    <a:pt x="5886092" y="1598440"/>
                  </a:lnTo>
                  <a:lnTo>
                    <a:pt x="5886279" y="1596280"/>
                  </a:lnTo>
                  <a:lnTo>
                    <a:pt x="5886466" y="1594198"/>
                  </a:lnTo>
                  <a:lnTo>
                    <a:pt x="5886653" y="1591102"/>
                  </a:lnTo>
                  <a:lnTo>
                    <a:pt x="5886840" y="1587986"/>
                  </a:lnTo>
                  <a:lnTo>
                    <a:pt x="5887027" y="1586450"/>
                  </a:lnTo>
                  <a:lnTo>
                    <a:pt x="5887214" y="1584952"/>
                  </a:lnTo>
                  <a:lnTo>
                    <a:pt x="5887401" y="1583084"/>
                  </a:lnTo>
                  <a:lnTo>
                    <a:pt x="5887588" y="1582187"/>
                  </a:lnTo>
                  <a:lnTo>
                    <a:pt x="5887775" y="1580496"/>
                  </a:lnTo>
                  <a:lnTo>
                    <a:pt x="5887962" y="1578334"/>
                  </a:lnTo>
                  <a:lnTo>
                    <a:pt x="5888148" y="1575965"/>
                  </a:lnTo>
                  <a:lnTo>
                    <a:pt x="5888335" y="1573434"/>
                  </a:lnTo>
                  <a:lnTo>
                    <a:pt x="5888522" y="1574828"/>
                  </a:lnTo>
                  <a:lnTo>
                    <a:pt x="5888709" y="1578799"/>
                  </a:lnTo>
                  <a:lnTo>
                    <a:pt x="5888896" y="1583534"/>
                  </a:lnTo>
                  <a:lnTo>
                    <a:pt x="5889083" y="1588683"/>
                  </a:lnTo>
                  <a:lnTo>
                    <a:pt x="5889270" y="1593292"/>
                  </a:lnTo>
                  <a:lnTo>
                    <a:pt x="5889457" y="1598785"/>
                  </a:lnTo>
                  <a:lnTo>
                    <a:pt x="5889644" y="1603917"/>
                  </a:lnTo>
                  <a:lnTo>
                    <a:pt x="5889831" y="1607301"/>
                  </a:lnTo>
                  <a:lnTo>
                    <a:pt x="5890018" y="1609353"/>
                  </a:lnTo>
                  <a:lnTo>
                    <a:pt x="5890205" y="1611012"/>
                  </a:lnTo>
                  <a:lnTo>
                    <a:pt x="5890391" y="1613159"/>
                  </a:lnTo>
                  <a:lnTo>
                    <a:pt x="5890578" y="1615511"/>
                  </a:lnTo>
                  <a:lnTo>
                    <a:pt x="5890765" y="1618367"/>
                  </a:lnTo>
                  <a:lnTo>
                    <a:pt x="5890952" y="1621946"/>
                  </a:lnTo>
                  <a:lnTo>
                    <a:pt x="5891139" y="1625562"/>
                  </a:lnTo>
                  <a:lnTo>
                    <a:pt x="5891326" y="1629197"/>
                  </a:lnTo>
                  <a:lnTo>
                    <a:pt x="5891513" y="1631218"/>
                  </a:lnTo>
                  <a:lnTo>
                    <a:pt x="5891700" y="1634211"/>
                  </a:lnTo>
                  <a:lnTo>
                    <a:pt x="5891887" y="1637101"/>
                  </a:lnTo>
                  <a:lnTo>
                    <a:pt x="5892074" y="1639019"/>
                  </a:lnTo>
                  <a:lnTo>
                    <a:pt x="5892261" y="1640225"/>
                  </a:lnTo>
                  <a:lnTo>
                    <a:pt x="5892448" y="1641056"/>
                  </a:lnTo>
                  <a:lnTo>
                    <a:pt x="5892635" y="1642985"/>
                  </a:lnTo>
                  <a:lnTo>
                    <a:pt x="5892821" y="1645139"/>
                  </a:lnTo>
                  <a:lnTo>
                    <a:pt x="5893008" y="1647274"/>
                  </a:lnTo>
                  <a:lnTo>
                    <a:pt x="5893195" y="1649866"/>
                  </a:lnTo>
                  <a:lnTo>
                    <a:pt x="5893382" y="1652453"/>
                  </a:lnTo>
                  <a:lnTo>
                    <a:pt x="5893569" y="1654662"/>
                  </a:lnTo>
                  <a:lnTo>
                    <a:pt x="5893756" y="1656343"/>
                  </a:lnTo>
                  <a:lnTo>
                    <a:pt x="5893943" y="1656626"/>
                  </a:lnTo>
                  <a:lnTo>
                    <a:pt x="5894130" y="1656973"/>
                  </a:lnTo>
                  <a:lnTo>
                    <a:pt x="5894317" y="1657673"/>
                  </a:lnTo>
                  <a:lnTo>
                    <a:pt x="5894504" y="1656352"/>
                  </a:lnTo>
                  <a:lnTo>
                    <a:pt x="5894691" y="1654703"/>
                  </a:lnTo>
                  <a:lnTo>
                    <a:pt x="5894878" y="1654373"/>
                  </a:lnTo>
                  <a:lnTo>
                    <a:pt x="5895065" y="1654690"/>
                  </a:lnTo>
                  <a:lnTo>
                    <a:pt x="5895251" y="1655791"/>
                  </a:lnTo>
                  <a:lnTo>
                    <a:pt x="5895438" y="1656752"/>
                  </a:lnTo>
                  <a:lnTo>
                    <a:pt x="5895625" y="1658134"/>
                  </a:lnTo>
                  <a:lnTo>
                    <a:pt x="5895812" y="1660431"/>
                  </a:lnTo>
                  <a:lnTo>
                    <a:pt x="5895999" y="1662985"/>
                  </a:lnTo>
                  <a:lnTo>
                    <a:pt x="5896186" y="1666510"/>
                  </a:lnTo>
                  <a:lnTo>
                    <a:pt x="5896373" y="1670518"/>
                  </a:lnTo>
                  <a:lnTo>
                    <a:pt x="5896560" y="1675064"/>
                  </a:lnTo>
                  <a:lnTo>
                    <a:pt x="5896747" y="1680254"/>
                  </a:lnTo>
                  <a:lnTo>
                    <a:pt x="5896934" y="1685658"/>
                  </a:lnTo>
                  <a:lnTo>
                    <a:pt x="5897121" y="1691677"/>
                  </a:lnTo>
                  <a:lnTo>
                    <a:pt x="5897308" y="1700805"/>
                  </a:lnTo>
                  <a:lnTo>
                    <a:pt x="5897494" y="1710721"/>
                  </a:lnTo>
                  <a:lnTo>
                    <a:pt x="5897681" y="1721395"/>
                  </a:lnTo>
                  <a:lnTo>
                    <a:pt x="5897868" y="1733213"/>
                  </a:lnTo>
                  <a:lnTo>
                    <a:pt x="5898055" y="1745139"/>
                  </a:lnTo>
                  <a:lnTo>
                    <a:pt x="5898242" y="1756221"/>
                  </a:lnTo>
                  <a:lnTo>
                    <a:pt x="5898429" y="1767254"/>
                  </a:lnTo>
                  <a:lnTo>
                    <a:pt x="5898616" y="1777824"/>
                  </a:lnTo>
                  <a:lnTo>
                    <a:pt x="5898803" y="1788552"/>
                  </a:lnTo>
                  <a:lnTo>
                    <a:pt x="5898990" y="1794087"/>
                  </a:lnTo>
                  <a:lnTo>
                    <a:pt x="5899177" y="1797791"/>
                  </a:lnTo>
                  <a:lnTo>
                    <a:pt x="5899364" y="1800548"/>
                  </a:lnTo>
                  <a:lnTo>
                    <a:pt x="5899551" y="1802340"/>
                  </a:lnTo>
                  <a:lnTo>
                    <a:pt x="5899738" y="1804092"/>
                  </a:lnTo>
                  <a:lnTo>
                    <a:pt x="5899924" y="1805876"/>
                  </a:lnTo>
                  <a:lnTo>
                    <a:pt x="5900111" y="1807980"/>
                  </a:lnTo>
                  <a:lnTo>
                    <a:pt x="5900298" y="1810374"/>
                  </a:lnTo>
                  <a:lnTo>
                    <a:pt x="5900485" y="1812832"/>
                  </a:lnTo>
                  <a:lnTo>
                    <a:pt x="5900672" y="1814981"/>
                  </a:lnTo>
                  <a:lnTo>
                    <a:pt x="5900859" y="1817135"/>
                  </a:lnTo>
                  <a:lnTo>
                    <a:pt x="5901046" y="1818801"/>
                  </a:lnTo>
                  <a:lnTo>
                    <a:pt x="5901233" y="1820185"/>
                  </a:lnTo>
                  <a:lnTo>
                    <a:pt x="5901420" y="1821315"/>
                  </a:lnTo>
                  <a:lnTo>
                    <a:pt x="5901607" y="1821988"/>
                  </a:lnTo>
                  <a:lnTo>
                    <a:pt x="5901794" y="1822009"/>
                  </a:lnTo>
                  <a:lnTo>
                    <a:pt x="5901981" y="1821718"/>
                  </a:lnTo>
                  <a:lnTo>
                    <a:pt x="5902167" y="1821345"/>
                  </a:lnTo>
                  <a:lnTo>
                    <a:pt x="5902354" y="1820778"/>
                  </a:lnTo>
                  <a:lnTo>
                    <a:pt x="5902541" y="1819918"/>
                  </a:lnTo>
                  <a:lnTo>
                    <a:pt x="5902728" y="1818913"/>
                  </a:lnTo>
                  <a:lnTo>
                    <a:pt x="5902915" y="1817065"/>
                  </a:lnTo>
                  <a:lnTo>
                    <a:pt x="5903102" y="1814274"/>
                  </a:lnTo>
                  <a:lnTo>
                    <a:pt x="5903289" y="1810922"/>
                  </a:lnTo>
                  <a:lnTo>
                    <a:pt x="5903476" y="1809189"/>
                  </a:lnTo>
                  <a:lnTo>
                    <a:pt x="5903663" y="1807331"/>
                  </a:lnTo>
                  <a:lnTo>
                    <a:pt x="5903850" y="1806884"/>
                  </a:lnTo>
                  <a:lnTo>
                    <a:pt x="5904037" y="1806511"/>
                  </a:lnTo>
                  <a:lnTo>
                    <a:pt x="5904224" y="1806231"/>
                  </a:lnTo>
                  <a:lnTo>
                    <a:pt x="5904411" y="1806062"/>
                  </a:lnTo>
                  <a:lnTo>
                    <a:pt x="5904597" y="1806255"/>
                  </a:lnTo>
                  <a:lnTo>
                    <a:pt x="5904784" y="1806328"/>
                  </a:lnTo>
                  <a:lnTo>
                    <a:pt x="5904971" y="1806408"/>
                  </a:lnTo>
                  <a:lnTo>
                    <a:pt x="5905158" y="1806463"/>
                  </a:lnTo>
                  <a:lnTo>
                    <a:pt x="5905345" y="1806590"/>
                  </a:lnTo>
                  <a:lnTo>
                    <a:pt x="5905532" y="1806641"/>
                  </a:lnTo>
                  <a:lnTo>
                    <a:pt x="5905719" y="1806670"/>
                  </a:lnTo>
                  <a:lnTo>
                    <a:pt x="5905906" y="1807090"/>
                  </a:lnTo>
                  <a:lnTo>
                    <a:pt x="5906093" y="1807498"/>
                  </a:lnTo>
                  <a:lnTo>
                    <a:pt x="5906280" y="1807896"/>
                  </a:lnTo>
                  <a:lnTo>
                    <a:pt x="5906467" y="1807764"/>
                  </a:lnTo>
                  <a:lnTo>
                    <a:pt x="5906654" y="1807120"/>
                  </a:lnTo>
                  <a:lnTo>
                    <a:pt x="5906841" y="1805080"/>
                  </a:lnTo>
                  <a:lnTo>
                    <a:pt x="5907027" y="1802669"/>
                  </a:lnTo>
                  <a:lnTo>
                    <a:pt x="5907214" y="1800502"/>
                  </a:lnTo>
                  <a:lnTo>
                    <a:pt x="5907401" y="1799551"/>
                  </a:lnTo>
                  <a:lnTo>
                    <a:pt x="5907588" y="1798533"/>
                  </a:lnTo>
                  <a:lnTo>
                    <a:pt x="5907775" y="1798314"/>
                  </a:lnTo>
                  <a:lnTo>
                    <a:pt x="5907962" y="1798634"/>
                  </a:lnTo>
                  <a:lnTo>
                    <a:pt x="5908149" y="1798558"/>
                  </a:lnTo>
                  <a:lnTo>
                    <a:pt x="5908336" y="1797942"/>
                  </a:lnTo>
                  <a:lnTo>
                    <a:pt x="5908523" y="1797070"/>
                  </a:lnTo>
                  <a:lnTo>
                    <a:pt x="5908710" y="1796214"/>
                  </a:lnTo>
                  <a:lnTo>
                    <a:pt x="5908897" y="1795180"/>
                  </a:lnTo>
                  <a:lnTo>
                    <a:pt x="5909084" y="1794056"/>
                  </a:lnTo>
                  <a:lnTo>
                    <a:pt x="5909270" y="1792986"/>
                  </a:lnTo>
                  <a:lnTo>
                    <a:pt x="5909457" y="1792525"/>
                  </a:lnTo>
                  <a:lnTo>
                    <a:pt x="5909644" y="1792410"/>
                  </a:lnTo>
                  <a:lnTo>
                    <a:pt x="5909831" y="1792211"/>
                  </a:lnTo>
                  <a:lnTo>
                    <a:pt x="5910018" y="1792365"/>
                  </a:lnTo>
                  <a:lnTo>
                    <a:pt x="5910205" y="1792602"/>
                  </a:lnTo>
                  <a:lnTo>
                    <a:pt x="5910392" y="1792448"/>
                  </a:lnTo>
                  <a:lnTo>
                    <a:pt x="5910579" y="1792127"/>
                  </a:lnTo>
                  <a:lnTo>
                    <a:pt x="5910766" y="1792230"/>
                  </a:lnTo>
                  <a:lnTo>
                    <a:pt x="5910953" y="1792593"/>
                  </a:lnTo>
                  <a:lnTo>
                    <a:pt x="5911140" y="1793042"/>
                  </a:lnTo>
                  <a:lnTo>
                    <a:pt x="5911327" y="1793943"/>
                  </a:lnTo>
                  <a:lnTo>
                    <a:pt x="5911514" y="1794882"/>
                  </a:lnTo>
                  <a:lnTo>
                    <a:pt x="5911700" y="1795825"/>
                  </a:lnTo>
                  <a:lnTo>
                    <a:pt x="5911887" y="1796762"/>
                  </a:lnTo>
                  <a:lnTo>
                    <a:pt x="5912074" y="1797658"/>
                  </a:lnTo>
                  <a:lnTo>
                    <a:pt x="5912261" y="1798501"/>
                  </a:lnTo>
                  <a:lnTo>
                    <a:pt x="5912448" y="1799242"/>
                  </a:lnTo>
                  <a:lnTo>
                    <a:pt x="5912635" y="1799821"/>
                  </a:lnTo>
                  <a:lnTo>
                    <a:pt x="5912822" y="1800255"/>
                  </a:lnTo>
                  <a:lnTo>
                    <a:pt x="5913009" y="1800917"/>
                  </a:lnTo>
                  <a:lnTo>
                    <a:pt x="5913196" y="1802003"/>
                  </a:lnTo>
                  <a:lnTo>
                    <a:pt x="5913383" y="1803431"/>
                  </a:lnTo>
                  <a:lnTo>
                    <a:pt x="5913570" y="1804633"/>
                  </a:lnTo>
                  <a:lnTo>
                    <a:pt x="5913757" y="1805518"/>
                  </a:lnTo>
                  <a:lnTo>
                    <a:pt x="5913944" y="1806567"/>
                  </a:lnTo>
                  <a:lnTo>
                    <a:pt x="5914130" y="1807077"/>
                  </a:lnTo>
                  <a:lnTo>
                    <a:pt x="5914317" y="1807858"/>
                  </a:lnTo>
                  <a:lnTo>
                    <a:pt x="5914504" y="1808542"/>
                  </a:lnTo>
                  <a:lnTo>
                    <a:pt x="5914691" y="1808694"/>
                  </a:lnTo>
                  <a:lnTo>
                    <a:pt x="5914878" y="1809112"/>
                  </a:lnTo>
                  <a:lnTo>
                    <a:pt x="5915065" y="1810007"/>
                  </a:lnTo>
                  <a:lnTo>
                    <a:pt x="5915252" y="1811264"/>
                  </a:lnTo>
                  <a:lnTo>
                    <a:pt x="5915439" y="1812927"/>
                  </a:lnTo>
                  <a:lnTo>
                    <a:pt x="5915626" y="1814645"/>
                  </a:lnTo>
                  <a:lnTo>
                    <a:pt x="5915813" y="1816334"/>
                  </a:lnTo>
                  <a:lnTo>
                    <a:pt x="5916000" y="1817911"/>
                  </a:lnTo>
                  <a:lnTo>
                    <a:pt x="5916187" y="1819329"/>
                  </a:lnTo>
                  <a:lnTo>
                    <a:pt x="5916373" y="1820784"/>
                  </a:lnTo>
                  <a:lnTo>
                    <a:pt x="5916560" y="1822684"/>
                  </a:lnTo>
                  <a:lnTo>
                    <a:pt x="5916747" y="1824963"/>
                  </a:lnTo>
                  <a:lnTo>
                    <a:pt x="5916934" y="1827300"/>
                  </a:lnTo>
                  <a:lnTo>
                    <a:pt x="5917121" y="1829428"/>
                  </a:lnTo>
                  <a:lnTo>
                    <a:pt x="5917308" y="1832229"/>
                  </a:lnTo>
                  <a:lnTo>
                    <a:pt x="5917495" y="1834992"/>
                  </a:lnTo>
                  <a:lnTo>
                    <a:pt x="5917682" y="1837433"/>
                  </a:lnTo>
                  <a:lnTo>
                    <a:pt x="5917869" y="1839694"/>
                  </a:lnTo>
                  <a:lnTo>
                    <a:pt x="5918056" y="1843523"/>
                  </a:lnTo>
                  <a:lnTo>
                    <a:pt x="5918243" y="1848394"/>
                  </a:lnTo>
                  <a:lnTo>
                    <a:pt x="5918430" y="1851865"/>
                  </a:lnTo>
                  <a:lnTo>
                    <a:pt x="5918617" y="1855351"/>
                  </a:lnTo>
                  <a:lnTo>
                    <a:pt x="5918803" y="1858323"/>
                  </a:lnTo>
                  <a:lnTo>
                    <a:pt x="5918990" y="1861002"/>
                  </a:lnTo>
                  <a:lnTo>
                    <a:pt x="5919177" y="1863194"/>
                  </a:lnTo>
                  <a:lnTo>
                    <a:pt x="5919364" y="1865234"/>
                  </a:lnTo>
                  <a:lnTo>
                    <a:pt x="5919551" y="1867862"/>
                  </a:lnTo>
                  <a:lnTo>
                    <a:pt x="5919738" y="1869716"/>
                  </a:lnTo>
                  <a:lnTo>
                    <a:pt x="5919925" y="1871737"/>
                  </a:lnTo>
                  <a:lnTo>
                    <a:pt x="5920112" y="1873839"/>
                  </a:lnTo>
                  <a:lnTo>
                    <a:pt x="5920299" y="1876047"/>
                  </a:lnTo>
                  <a:lnTo>
                    <a:pt x="5920486" y="1878357"/>
                  </a:lnTo>
                  <a:lnTo>
                    <a:pt x="5920673" y="1880482"/>
                  </a:lnTo>
                  <a:lnTo>
                    <a:pt x="5920860" y="1882195"/>
                  </a:lnTo>
                  <a:lnTo>
                    <a:pt x="5921046" y="1883345"/>
                  </a:lnTo>
                  <a:lnTo>
                    <a:pt x="5921233" y="1884291"/>
                  </a:lnTo>
                  <a:lnTo>
                    <a:pt x="5921420" y="1885278"/>
                  </a:lnTo>
                  <a:lnTo>
                    <a:pt x="5921607" y="1886762"/>
                  </a:lnTo>
                  <a:lnTo>
                    <a:pt x="5921794" y="1889401"/>
                  </a:lnTo>
                  <a:lnTo>
                    <a:pt x="5921981" y="1892347"/>
                  </a:lnTo>
                  <a:lnTo>
                    <a:pt x="5922168" y="1895207"/>
                  </a:lnTo>
                  <a:lnTo>
                    <a:pt x="5922355" y="1897535"/>
                  </a:lnTo>
                  <a:lnTo>
                    <a:pt x="5922542" y="1900016"/>
                  </a:lnTo>
                  <a:lnTo>
                    <a:pt x="5922729" y="1902667"/>
                  </a:lnTo>
                  <a:lnTo>
                    <a:pt x="5922916" y="1907089"/>
                  </a:lnTo>
                  <a:lnTo>
                    <a:pt x="5923103" y="1912266"/>
                  </a:lnTo>
                  <a:lnTo>
                    <a:pt x="5923290" y="1917275"/>
                  </a:lnTo>
                  <a:lnTo>
                    <a:pt x="5923476" y="1921983"/>
                  </a:lnTo>
                  <a:lnTo>
                    <a:pt x="5923663" y="1926785"/>
                  </a:lnTo>
                  <a:lnTo>
                    <a:pt x="5923850" y="1931826"/>
                  </a:lnTo>
                  <a:lnTo>
                    <a:pt x="5924037" y="1937606"/>
                  </a:lnTo>
                  <a:lnTo>
                    <a:pt x="5924224" y="1943978"/>
                  </a:lnTo>
                  <a:lnTo>
                    <a:pt x="5924411" y="1950206"/>
                  </a:lnTo>
                  <a:lnTo>
                    <a:pt x="5924598" y="1956418"/>
                  </a:lnTo>
                  <a:lnTo>
                    <a:pt x="5924785" y="1963152"/>
                  </a:lnTo>
                  <a:lnTo>
                    <a:pt x="5924972" y="1971152"/>
                  </a:lnTo>
                  <a:lnTo>
                    <a:pt x="5925159" y="1979521"/>
                  </a:lnTo>
                  <a:lnTo>
                    <a:pt x="5925346" y="1987681"/>
                  </a:lnTo>
                  <a:lnTo>
                    <a:pt x="5925533" y="1996114"/>
                  </a:lnTo>
                  <a:lnTo>
                    <a:pt x="5925720" y="2004547"/>
                  </a:lnTo>
                  <a:lnTo>
                    <a:pt x="5925906" y="2012154"/>
                  </a:lnTo>
                  <a:lnTo>
                    <a:pt x="5926093" y="2017234"/>
                  </a:lnTo>
                  <a:lnTo>
                    <a:pt x="5926280" y="2022512"/>
                  </a:lnTo>
                  <a:lnTo>
                    <a:pt x="5926467" y="2027221"/>
                  </a:lnTo>
                  <a:lnTo>
                    <a:pt x="5926654" y="2031701"/>
                  </a:lnTo>
                  <a:lnTo>
                    <a:pt x="5926841" y="2035645"/>
                  </a:lnTo>
                  <a:lnTo>
                    <a:pt x="5927028" y="2039228"/>
                  </a:lnTo>
                  <a:lnTo>
                    <a:pt x="5927215" y="2043318"/>
                  </a:lnTo>
                  <a:lnTo>
                    <a:pt x="5927402" y="2047538"/>
                  </a:lnTo>
                  <a:lnTo>
                    <a:pt x="5927589" y="2051521"/>
                  </a:lnTo>
                  <a:lnTo>
                    <a:pt x="5927776" y="2054734"/>
                  </a:lnTo>
                  <a:lnTo>
                    <a:pt x="5927963" y="2057484"/>
                  </a:lnTo>
                  <a:lnTo>
                    <a:pt x="5928149" y="2059903"/>
                  </a:lnTo>
                  <a:lnTo>
                    <a:pt x="5928336" y="2061963"/>
                  </a:lnTo>
                  <a:lnTo>
                    <a:pt x="5928523" y="2063702"/>
                  </a:lnTo>
                  <a:lnTo>
                    <a:pt x="5928710" y="2064840"/>
                  </a:lnTo>
                  <a:lnTo>
                    <a:pt x="5928897" y="2067524"/>
                  </a:lnTo>
                  <a:lnTo>
                    <a:pt x="5929084" y="2069011"/>
                  </a:lnTo>
                  <a:lnTo>
                    <a:pt x="5929271" y="2070444"/>
                  </a:lnTo>
                  <a:lnTo>
                    <a:pt x="5929458" y="2072659"/>
                  </a:lnTo>
                  <a:lnTo>
                    <a:pt x="5929645" y="2074573"/>
                  </a:lnTo>
                  <a:lnTo>
                    <a:pt x="5929832" y="2076541"/>
                  </a:lnTo>
                  <a:lnTo>
                    <a:pt x="5930019" y="2077695"/>
                  </a:lnTo>
                  <a:lnTo>
                    <a:pt x="5930206" y="2078647"/>
                  </a:lnTo>
                  <a:lnTo>
                    <a:pt x="5930393" y="2079389"/>
                  </a:lnTo>
                  <a:lnTo>
                    <a:pt x="5930579" y="2080009"/>
                  </a:lnTo>
                  <a:lnTo>
                    <a:pt x="5930766" y="2080503"/>
                  </a:lnTo>
                  <a:lnTo>
                    <a:pt x="5930953" y="2081159"/>
                  </a:lnTo>
                  <a:lnTo>
                    <a:pt x="5931140" y="2082340"/>
                  </a:lnTo>
                  <a:lnTo>
                    <a:pt x="5931327" y="2083779"/>
                  </a:lnTo>
                  <a:lnTo>
                    <a:pt x="5931514" y="2085297"/>
                  </a:lnTo>
                  <a:lnTo>
                    <a:pt x="5931701" y="2086436"/>
                  </a:lnTo>
                  <a:lnTo>
                    <a:pt x="5931888" y="2089338"/>
                  </a:lnTo>
                  <a:lnTo>
                    <a:pt x="5932075" y="2092901"/>
                  </a:lnTo>
                  <a:lnTo>
                    <a:pt x="5932262" y="2095299"/>
                  </a:lnTo>
                  <a:lnTo>
                    <a:pt x="5932449" y="2097281"/>
                  </a:lnTo>
                  <a:lnTo>
                    <a:pt x="5932636" y="2098575"/>
                  </a:lnTo>
                  <a:lnTo>
                    <a:pt x="5932823" y="2099520"/>
                  </a:lnTo>
                  <a:lnTo>
                    <a:pt x="5933009" y="2100658"/>
                  </a:lnTo>
                  <a:lnTo>
                    <a:pt x="5933196" y="2102252"/>
                  </a:lnTo>
                  <a:lnTo>
                    <a:pt x="5933383" y="2104264"/>
                  </a:lnTo>
                  <a:lnTo>
                    <a:pt x="5933570" y="2106061"/>
                  </a:lnTo>
                  <a:lnTo>
                    <a:pt x="5933757" y="2108069"/>
                  </a:lnTo>
                  <a:lnTo>
                    <a:pt x="5933944" y="2109859"/>
                  </a:lnTo>
                  <a:lnTo>
                    <a:pt x="5934131" y="2111439"/>
                  </a:lnTo>
                  <a:lnTo>
                    <a:pt x="5934318" y="2112933"/>
                  </a:lnTo>
                  <a:lnTo>
                    <a:pt x="5934505" y="2114366"/>
                  </a:lnTo>
                  <a:lnTo>
                    <a:pt x="5934692" y="2115553"/>
                  </a:lnTo>
                  <a:lnTo>
                    <a:pt x="5934879" y="2116579"/>
                  </a:lnTo>
                  <a:lnTo>
                    <a:pt x="5935066" y="2117631"/>
                  </a:lnTo>
                  <a:lnTo>
                    <a:pt x="5935252" y="2118248"/>
                  </a:lnTo>
                  <a:lnTo>
                    <a:pt x="5935439" y="2119336"/>
                  </a:lnTo>
                  <a:lnTo>
                    <a:pt x="5935626" y="2121341"/>
                  </a:lnTo>
                  <a:lnTo>
                    <a:pt x="5935813" y="2123338"/>
                  </a:lnTo>
                  <a:lnTo>
                    <a:pt x="5936000" y="2124930"/>
                  </a:lnTo>
                  <a:lnTo>
                    <a:pt x="5936187" y="2126011"/>
                  </a:lnTo>
                  <a:lnTo>
                    <a:pt x="5936374" y="2127167"/>
                  </a:lnTo>
                  <a:lnTo>
                    <a:pt x="5936561" y="2128347"/>
                  </a:lnTo>
                  <a:lnTo>
                    <a:pt x="5936748" y="2129353"/>
                  </a:lnTo>
                  <a:lnTo>
                    <a:pt x="5936935" y="2130195"/>
                  </a:lnTo>
                  <a:lnTo>
                    <a:pt x="5937122" y="2131020"/>
                  </a:lnTo>
                  <a:lnTo>
                    <a:pt x="5937309" y="2131829"/>
                  </a:lnTo>
                  <a:lnTo>
                    <a:pt x="5937496" y="2132489"/>
                  </a:lnTo>
                  <a:lnTo>
                    <a:pt x="5937682" y="2133083"/>
                  </a:lnTo>
                  <a:lnTo>
                    <a:pt x="5937869" y="2133686"/>
                  </a:lnTo>
                  <a:lnTo>
                    <a:pt x="5938056" y="2134511"/>
                  </a:lnTo>
                  <a:lnTo>
                    <a:pt x="5938243" y="2135427"/>
                  </a:lnTo>
                  <a:lnTo>
                    <a:pt x="5938430" y="2136763"/>
                  </a:lnTo>
                  <a:lnTo>
                    <a:pt x="5938617" y="2138463"/>
                  </a:lnTo>
                  <a:lnTo>
                    <a:pt x="5938804" y="2140386"/>
                  </a:lnTo>
                  <a:lnTo>
                    <a:pt x="5938991" y="2142647"/>
                  </a:lnTo>
                  <a:lnTo>
                    <a:pt x="5939178" y="2145337"/>
                  </a:lnTo>
                  <a:lnTo>
                    <a:pt x="5939365" y="2148110"/>
                  </a:lnTo>
                  <a:lnTo>
                    <a:pt x="5939552" y="2150915"/>
                  </a:lnTo>
                  <a:lnTo>
                    <a:pt x="5939739" y="2153878"/>
                  </a:lnTo>
                  <a:lnTo>
                    <a:pt x="5939925" y="2156980"/>
                  </a:lnTo>
                  <a:lnTo>
                    <a:pt x="5940112" y="2160149"/>
                  </a:lnTo>
                  <a:lnTo>
                    <a:pt x="5940299" y="2163891"/>
                  </a:lnTo>
                  <a:lnTo>
                    <a:pt x="5940486" y="2168016"/>
                  </a:lnTo>
                  <a:lnTo>
                    <a:pt x="5940673" y="2172717"/>
                  </a:lnTo>
                  <a:lnTo>
                    <a:pt x="5940860" y="2175986"/>
                  </a:lnTo>
                  <a:lnTo>
                    <a:pt x="5941047" y="2179373"/>
                  </a:lnTo>
                  <a:lnTo>
                    <a:pt x="5941234" y="2181502"/>
                  </a:lnTo>
                  <a:lnTo>
                    <a:pt x="5941421" y="2183482"/>
                  </a:lnTo>
                  <a:lnTo>
                    <a:pt x="5941608" y="2185373"/>
                  </a:lnTo>
                  <a:lnTo>
                    <a:pt x="5941795" y="2186936"/>
                  </a:lnTo>
                  <a:lnTo>
                    <a:pt x="5941982" y="2188220"/>
                  </a:lnTo>
                  <a:lnTo>
                    <a:pt x="5942169" y="2189554"/>
                  </a:lnTo>
                  <a:lnTo>
                    <a:pt x="5942355" y="2190950"/>
                  </a:lnTo>
                  <a:lnTo>
                    <a:pt x="5942542" y="2192368"/>
                  </a:lnTo>
                  <a:lnTo>
                    <a:pt x="5942729" y="2193551"/>
                  </a:lnTo>
                  <a:lnTo>
                    <a:pt x="5942916" y="2194739"/>
                  </a:lnTo>
                  <a:lnTo>
                    <a:pt x="5943103" y="2195790"/>
                  </a:lnTo>
                  <a:lnTo>
                    <a:pt x="5943290" y="2196540"/>
                  </a:lnTo>
                  <a:lnTo>
                    <a:pt x="5943477" y="2197049"/>
                  </a:lnTo>
                  <a:lnTo>
                    <a:pt x="5943664" y="2197487"/>
                  </a:lnTo>
                  <a:lnTo>
                    <a:pt x="5943851" y="2198337"/>
                  </a:lnTo>
                  <a:lnTo>
                    <a:pt x="5944038" y="2199780"/>
                  </a:lnTo>
                  <a:lnTo>
                    <a:pt x="5944225" y="2202509"/>
                  </a:lnTo>
                  <a:lnTo>
                    <a:pt x="5944412" y="2205322"/>
                  </a:lnTo>
                  <a:lnTo>
                    <a:pt x="5944599" y="2207892"/>
                  </a:lnTo>
                  <a:lnTo>
                    <a:pt x="5944785" y="2209202"/>
                  </a:lnTo>
                  <a:lnTo>
                    <a:pt x="5944972" y="2210353"/>
                  </a:lnTo>
                  <a:lnTo>
                    <a:pt x="5945159" y="2210608"/>
                  </a:lnTo>
                  <a:lnTo>
                    <a:pt x="5945346" y="2210446"/>
                  </a:lnTo>
                  <a:lnTo>
                    <a:pt x="5945533" y="2210684"/>
                  </a:lnTo>
                  <a:lnTo>
                    <a:pt x="5945720" y="2211334"/>
                  </a:lnTo>
                  <a:lnTo>
                    <a:pt x="5945907" y="2212382"/>
                  </a:lnTo>
                  <a:lnTo>
                    <a:pt x="5946094" y="2213610"/>
                  </a:lnTo>
                  <a:lnTo>
                    <a:pt x="5946281" y="2214948"/>
                  </a:lnTo>
                  <a:lnTo>
                    <a:pt x="5946468" y="2216360"/>
                  </a:lnTo>
                  <a:lnTo>
                    <a:pt x="5946655" y="2217766"/>
                  </a:lnTo>
                  <a:lnTo>
                    <a:pt x="5946842" y="2218575"/>
                  </a:lnTo>
                  <a:lnTo>
                    <a:pt x="5947028" y="2219383"/>
                  </a:lnTo>
                  <a:lnTo>
                    <a:pt x="5947215" y="2220116"/>
                  </a:lnTo>
                  <a:lnTo>
                    <a:pt x="5947402" y="2220820"/>
                  </a:lnTo>
                  <a:lnTo>
                    <a:pt x="5947589" y="2221702"/>
                  </a:lnTo>
                  <a:lnTo>
                    <a:pt x="5947776" y="2222859"/>
                  </a:lnTo>
                  <a:lnTo>
                    <a:pt x="5947963" y="2224475"/>
                  </a:lnTo>
                  <a:lnTo>
                    <a:pt x="5948150" y="2226325"/>
                  </a:lnTo>
                  <a:lnTo>
                    <a:pt x="5948337" y="2228167"/>
                  </a:lnTo>
                  <a:lnTo>
                    <a:pt x="5948524" y="2229965"/>
                  </a:lnTo>
                  <a:lnTo>
                    <a:pt x="5948711" y="2231563"/>
                  </a:lnTo>
                  <a:lnTo>
                    <a:pt x="5948898" y="2233016"/>
                  </a:lnTo>
                  <a:lnTo>
                    <a:pt x="5949085" y="2234561"/>
                  </a:lnTo>
                  <a:lnTo>
                    <a:pt x="5949272" y="2236349"/>
                  </a:lnTo>
                  <a:lnTo>
                    <a:pt x="5949458" y="2237900"/>
                  </a:lnTo>
                  <a:lnTo>
                    <a:pt x="5949645" y="2239486"/>
                  </a:lnTo>
                  <a:lnTo>
                    <a:pt x="5949832" y="2241294"/>
                  </a:lnTo>
                  <a:lnTo>
                    <a:pt x="5950019" y="2243406"/>
                  </a:lnTo>
                  <a:lnTo>
                    <a:pt x="5950206" y="2245957"/>
                  </a:lnTo>
                  <a:lnTo>
                    <a:pt x="5950393" y="2248577"/>
                  </a:lnTo>
                  <a:lnTo>
                    <a:pt x="5950580" y="2251275"/>
                  </a:lnTo>
                  <a:lnTo>
                    <a:pt x="5950767" y="2253698"/>
                  </a:lnTo>
                  <a:lnTo>
                    <a:pt x="5950954" y="2255780"/>
                  </a:lnTo>
                  <a:lnTo>
                    <a:pt x="5951141" y="2257880"/>
                  </a:lnTo>
                  <a:lnTo>
                    <a:pt x="5951328" y="2259686"/>
                  </a:lnTo>
                  <a:lnTo>
                    <a:pt x="5951515" y="2261556"/>
                  </a:lnTo>
                  <a:lnTo>
                    <a:pt x="5951702" y="2263335"/>
                  </a:lnTo>
                  <a:lnTo>
                    <a:pt x="5951888" y="2265159"/>
                  </a:lnTo>
                  <a:lnTo>
                    <a:pt x="5952075" y="2266929"/>
                  </a:lnTo>
                  <a:lnTo>
                    <a:pt x="5952262" y="2268516"/>
                  </a:lnTo>
                  <a:lnTo>
                    <a:pt x="5952449" y="2269967"/>
                  </a:lnTo>
                  <a:lnTo>
                    <a:pt x="5952636" y="2271401"/>
                  </a:lnTo>
                  <a:lnTo>
                    <a:pt x="5952823" y="2272523"/>
                  </a:lnTo>
                  <a:lnTo>
                    <a:pt x="5953010" y="2273504"/>
                  </a:lnTo>
                  <a:lnTo>
                    <a:pt x="5953197" y="2274359"/>
                  </a:lnTo>
                  <a:lnTo>
                    <a:pt x="5953384" y="2275210"/>
                  </a:lnTo>
                  <a:lnTo>
                    <a:pt x="5953571" y="2276287"/>
                  </a:lnTo>
                  <a:lnTo>
                    <a:pt x="5953758" y="2277380"/>
                  </a:lnTo>
                  <a:lnTo>
                    <a:pt x="5953945" y="2278537"/>
                  </a:lnTo>
                  <a:lnTo>
                    <a:pt x="5954131" y="2279434"/>
                  </a:lnTo>
                  <a:lnTo>
                    <a:pt x="5954318" y="2280229"/>
                  </a:lnTo>
                  <a:lnTo>
                    <a:pt x="5954505" y="2281048"/>
                  </a:lnTo>
                  <a:lnTo>
                    <a:pt x="5954692" y="2282194"/>
                  </a:lnTo>
                  <a:lnTo>
                    <a:pt x="5954879" y="2283657"/>
                  </a:lnTo>
                  <a:lnTo>
                    <a:pt x="5955066" y="2285369"/>
                  </a:lnTo>
                  <a:lnTo>
                    <a:pt x="5955253" y="2287131"/>
                  </a:lnTo>
                  <a:lnTo>
                    <a:pt x="5955440" y="2288925"/>
                  </a:lnTo>
                  <a:lnTo>
                    <a:pt x="5955627" y="2290849"/>
                  </a:lnTo>
                  <a:lnTo>
                    <a:pt x="5955814" y="2292873"/>
                  </a:lnTo>
                  <a:lnTo>
                    <a:pt x="5956001" y="2294777"/>
                  </a:lnTo>
                  <a:lnTo>
                    <a:pt x="5956188" y="2296263"/>
                  </a:lnTo>
                  <a:lnTo>
                    <a:pt x="5956375" y="2297695"/>
                  </a:lnTo>
                  <a:lnTo>
                    <a:pt x="5956561" y="2299140"/>
                  </a:lnTo>
                  <a:lnTo>
                    <a:pt x="5956748" y="2300496"/>
                  </a:lnTo>
                  <a:lnTo>
                    <a:pt x="5956935" y="2301896"/>
                  </a:lnTo>
                  <a:lnTo>
                    <a:pt x="5957122" y="2303360"/>
                  </a:lnTo>
                  <a:lnTo>
                    <a:pt x="5957309" y="2304783"/>
                  </a:lnTo>
                  <a:lnTo>
                    <a:pt x="5957496" y="2306403"/>
                  </a:lnTo>
                  <a:lnTo>
                    <a:pt x="5957683" y="2308009"/>
                  </a:lnTo>
                  <a:lnTo>
                    <a:pt x="5957870" y="2309144"/>
                  </a:lnTo>
                  <a:lnTo>
                    <a:pt x="5958057" y="2310251"/>
                  </a:lnTo>
                  <a:lnTo>
                    <a:pt x="5958244" y="2311738"/>
                  </a:lnTo>
                  <a:lnTo>
                    <a:pt x="5958431" y="2313325"/>
                  </a:lnTo>
                  <a:lnTo>
                    <a:pt x="5958618" y="2314836"/>
                  </a:lnTo>
                  <a:lnTo>
                    <a:pt x="5958804" y="2316330"/>
                  </a:lnTo>
                  <a:lnTo>
                    <a:pt x="5958991" y="2317739"/>
                  </a:lnTo>
                  <a:lnTo>
                    <a:pt x="5959178" y="2319014"/>
                  </a:lnTo>
                  <a:lnTo>
                    <a:pt x="5959365" y="2320125"/>
                  </a:lnTo>
                  <a:lnTo>
                    <a:pt x="5959552" y="2321167"/>
                  </a:lnTo>
                  <a:lnTo>
                    <a:pt x="5959739" y="2322127"/>
                  </a:lnTo>
                  <a:lnTo>
                    <a:pt x="5959926" y="2323324"/>
                  </a:lnTo>
                  <a:lnTo>
                    <a:pt x="5960113" y="2324354"/>
                  </a:lnTo>
                  <a:lnTo>
                    <a:pt x="5960300" y="2325490"/>
                  </a:lnTo>
                  <a:lnTo>
                    <a:pt x="5960487" y="2326472"/>
                  </a:lnTo>
                  <a:lnTo>
                    <a:pt x="5960674" y="2327653"/>
                  </a:lnTo>
                  <a:lnTo>
                    <a:pt x="5960861" y="2329388"/>
                  </a:lnTo>
                  <a:lnTo>
                    <a:pt x="5961048" y="2331215"/>
                  </a:lnTo>
                  <a:lnTo>
                    <a:pt x="5961234" y="2332661"/>
                  </a:lnTo>
                  <a:lnTo>
                    <a:pt x="5961421" y="2333975"/>
                  </a:lnTo>
                  <a:lnTo>
                    <a:pt x="5961608" y="2334994"/>
                  </a:lnTo>
                  <a:lnTo>
                    <a:pt x="5961795" y="2336122"/>
                  </a:lnTo>
                  <a:lnTo>
                    <a:pt x="5961982" y="2337554"/>
                  </a:lnTo>
                  <a:lnTo>
                    <a:pt x="5962169" y="2338778"/>
                  </a:lnTo>
                  <a:lnTo>
                    <a:pt x="5962356" y="2339675"/>
                  </a:lnTo>
                  <a:lnTo>
                    <a:pt x="5962543" y="2340469"/>
                  </a:lnTo>
                  <a:lnTo>
                    <a:pt x="5962730" y="2341403"/>
                  </a:lnTo>
                  <a:lnTo>
                    <a:pt x="5962917" y="2342394"/>
                  </a:lnTo>
                  <a:lnTo>
                    <a:pt x="5963104" y="2343091"/>
                  </a:lnTo>
                  <a:lnTo>
                    <a:pt x="5963291" y="2343282"/>
                  </a:lnTo>
                  <a:lnTo>
                    <a:pt x="5963478" y="2344147"/>
                  </a:lnTo>
                  <a:lnTo>
                    <a:pt x="5963664" y="2344802"/>
                  </a:lnTo>
                  <a:lnTo>
                    <a:pt x="5963851" y="2345692"/>
                  </a:lnTo>
                  <a:lnTo>
                    <a:pt x="5964038" y="2346562"/>
                  </a:lnTo>
                  <a:lnTo>
                    <a:pt x="5964225" y="2347246"/>
                  </a:lnTo>
                  <a:lnTo>
                    <a:pt x="5964412" y="2347944"/>
                  </a:lnTo>
                  <a:lnTo>
                    <a:pt x="5964599" y="2348578"/>
                  </a:lnTo>
                  <a:lnTo>
                    <a:pt x="5964786" y="2349144"/>
                  </a:lnTo>
                  <a:lnTo>
                    <a:pt x="5964973" y="2349663"/>
                  </a:lnTo>
                  <a:lnTo>
                    <a:pt x="5965160" y="2350315"/>
                  </a:lnTo>
                  <a:lnTo>
                    <a:pt x="5965347" y="2351028"/>
                  </a:lnTo>
                  <a:lnTo>
                    <a:pt x="5965534" y="2351698"/>
                  </a:lnTo>
                  <a:lnTo>
                    <a:pt x="5965721" y="2352319"/>
                  </a:lnTo>
                  <a:lnTo>
                    <a:pt x="5965907" y="2353357"/>
                  </a:lnTo>
                  <a:lnTo>
                    <a:pt x="5966094" y="2354428"/>
                  </a:lnTo>
                  <a:lnTo>
                    <a:pt x="5966281" y="2355268"/>
                  </a:lnTo>
                  <a:lnTo>
                    <a:pt x="5966468" y="2356281"/>
                  </a:lnTo>
                  <a:lnTo>
                    <a:pt x="5966655" y="2357075"/>
                  </a:lnTo>
                  <a:lnTo>
                    <a:pt x="5966842" y="2358001"/>
                  </a:lnTo>
                  <a:lnTo>
                    <a:pt x="5967029" y="2359328"/>
                  </a:lnTo>
                  <a:lnTo>
                    <a:pt x="5967216" y="2360581"/>
                  </a:lnTo>
                  <a:lnTo>
                    <a:pt x="5967403" y="2361830"/>
                  </a:lnTo>
                  <a:lnTo>
                    <a:pt x="5967590" y="2363090"/>
                  </a:lnTo>
                  <a:lnTo>
                    <a:pt x="5967777" y="2364445"/>
                  </a:lnTo>
                  <a:lnTo>
                    <a:pt x="5967964" y="2365698"/>
                  </a:lnTo>
                  <a:lnTo>
                    <a:pt x="5968151" y="2367147"/>
                  </a:lnTo>
                  <a:lnTo>
                    <a:pt x="5968337" y="2368664"/>
                  </a:lnTo>
                  <a:lnTo>
                    <a:pt x="5968524" y="2370051"/>
                  </a:lnTo>
                  <a:lnTo>
                    <a:pt x="5968711" y="2371199"/>
                  </a:lnTo>
                  <a:lnTo>
                    <a:pt x="5968898" y="2372238"/>
                  </a:lnTo>
                  <a:lnTo>
                    <a:pt x="5969085" y="2373309"/>
                  </a:lnTo>
                  <a:lnTo>
                    <a:pt x="5969272" y="2374285"/>
                  </a:lnTo>
                  <a:lnTo>
                    <a:pt x="5969459" y="2374989"/>
                  </a:lnTo>
                  <a:lnTo>
                    <a:pt x="5969646" y="2375568"/>
                  </a:lnTo>
                  <a:lnTo>
                    <a:pt x="5969833" y="2375969"/>
                  </a:lnTo>
                  <a:lnTo>
                    <a:pt x="5970020" y="2376325"/>
                  </a:lnTo>
                  <a:lnTo>
                    <a:pt x="5970207" y="2377241"/>
                  </a:lnTo>
                  <a:lnTo>
                    <a:pt x="5970394" y="2377873"/>
                  </a:lnTo>
                  <a:lnTo>
                    <a:pt x="5970581" y="2378340"/>
                  </a:lnTo>
                  <a:lnTo>
                    <a:pt x="5970767" y="2378834"/>
                  </a:lnTo>
                  <a:lnTo>
                    <a:pt x="5970954" y="2379486"/>
                  </a:lnTo>
                  <a:lnTo>
                    <a:pt x="5971141" y="2379676"/>
                  </a:lnTo>
                  <a:lnTo>
                    <a:pt x="5971328" y="2379676"/>
                  </a:lnTo>
                  <a:lnTo>
                    <a:pt x="5971515" y="2379626"/>
                  </a:lnTo>
                  <a:lnTo>
                    <a:pt x="5971702" y="2379420"/>
                  </a:lnTo>
                  <a:lnTo>
                    <a:pt x="5971889" y="2378983"/>
                  </a:lnTo>
                  <a:lnTo>
                    <a:pt x="5972076" y="2378389"/>
                  </a:lnTo>
                  <a:lnTo>
                    <a:pt x="5972263" y="2377729"/>
                  </a:lnTo>
                  <a:lnTo>
                    <a:pt x="5972450" y="2377077"/>
                  </a:lnTo>
                  <a:lnTo>
                    <a:pt x="5972637" y="2376301"/>
                  </a:lnTo>
                  <a:lnTo>
                    <a:pt x="5972824" y="2375591"/>
                  </a:lnTo>
                  <a:lnTo>
                    <a:pt x="5973010" y="2374766"/>
                  </a:lnTo>
                  <a:lnTo>
                    <a:pt x="5973197" y="2373850"/>
                  </a:lnTo>
                  <a:lnTo>
                    <a:pt x="5973384" y="2372530"/>
                  </a:lnTo>
                  <a:lnTo>
                    <a:pt x="5973571" y="2371210"/>
                  </a:lnTo>
                  <a:lnTo>
                    <a:pt x="5973758" y="2370440"/>
                  </a:lnTo>
                  <a:lnTo>
                    <a:pt x="5973945" y="2369824"/>
                  </a:lnTo>
                  <a:lnTo>
                    <a:pt x="5974132" y="2369245"/>
                  </a:lnTo>
                  <a:lnTo>
                    <a:pt x="5974319" y="2368703"/>
                  </a:lnTo>
                  <a:lnTo>
                    <a:pt x="5974506" y="2368266"/>
                  </a:lnTo>
                  <a:lnTo>
                    <a:pt x="5974693" y="2368063"/>
                  </a:lnTo>
                  <a:lnTo>
                    <a:pt x="5974880" y="2367865"/>
                  </a:lnTo>
                  <a:lnTo>
                    <a:pt x="5975067" y="2367542"/>
                  </a:lnTo>
                  <a:lnTo>
                    <a:pt x="5975254" y="2367127"/>
                  </a:lnTo>
                  <a:lnTo>
                    <a:pt x="5975440" y="2366749"/>
                  </a:lnTo>
                  <a:lnTo>
                    <a:pt x="5975627" y="2366400"/>
                  </a:lnTo>
                  <a:lnTo>
                    <a:pt x="5975814" y="2366051"/>
                  </a:lnTo>
                  <a:lnTo>
                    <a:pt x="5976001" y="2365658"/>
                  </a:lnTo>
                  <a:lnTo>
                    <a:pt x="5976188" y="2365314"/>
                  </a:lnTo>
                  <a:lnTo>
                    <a:pt x="5976375" y="2364964"/>
                  </a:lnTo>
                  <a:lnTo>
                    <a:pt x="5976562" y="2364630"/>
                  </a:lnTo>
                  <a:lnTo>
                    <a:pt x="5976749" y="2364295"/>
                  </a:lnTo>
                  <a:lnTo>
                    <a:pt x="5976936" y="2363961"/>
                  </a:lnTo>
                  <a:lnTo>
                    <a:pt x="5977123" y="2363576"/>
                  </a:lnTo>
                  <a:lnTo>
                    <a:pt x="5977310" y="2362913"/>
                  </a:lnTo>
                  <a:lnTo>
                    <a:pt x="5977497" y="2362417"/>
                  </a:lnTo>
                  <a:lnTo>
                    <a:pt x="5977683" y="2361811"/>
                  </a:lnTo>
                  <a:lnTo>
                    <a:pt x="5977870" y="2361184"/>
                  </a:lnTo>
                  <a:lnTo>
                    <a:pt x="5978057" y="2360485"/>
                  </a:lnTo>
                  <a:lnTo>
                    <a:pt x="5978244" y="2359757"/>
                  </a:lnTo>
                  <a:lnTo>
                    <a:pt x="5978431" y="2358956"/>
                  </a:lnTo>
                  <a:lnTo>
                    <a:pt x="5978618" y="2358262"/>
                  </a:lnTo>
                  <a:lnTo>
                    <a:pt x="5978805" y="2357709"/>
                  </a:lnTo>
                  <a:lnTo>
                    <a:pt x="5978992" y="2357241"/>
                  </a:lnTo>
                  <a:lnTo>
                    <a:pt x="5979179" y="2356845"/>
                  </a:lnTo>
                  <a:lnTo>
                    <a:pt x="5979366" y="2356514"/>
                  </a:lnTo>
                  <a:lnTo>
                    <a:pt x="5979553" y="2356626"/>
                  </a:lnTo>
                  <a:lnTo>
                    <a:pt x="5979740" y="2357001"/>
                  </a:lnTo>
                  <a:lnTo>
                    <a:pt x="5979927" y="2357685"/>
                  </a:lnTo>
                  <a:lnTo>
                    <a:pt x="5980113" y="2358550"/>
                  </a:lnTo>
                  <a:lnTo>
                    <a:pt x="5980300" y="2359447"/>
                  </a:lnTo>
                  <a:lnTo>
                    <a:pt x="5980487" y="2360399"/>
                  </a:lnTo>
                  <a:lnTo>
                    <a:pt x="5980674" y="2361267"/>
                  </a:lnTo>
                  <a:lnTo>
                    <a:pt x="5980861" y="2362174"/>
                  </a:lnTo>
                  <a:lnTo>
                    <a:pt x="5981048" y="2363247"/>
                  </a:lnTo>
                  <a:lnTo>
                    <a:pt x="5981235" y="2364629"/>
                  </a:lnTo>
                  <a:lnTo>
                    <a:pt x="5981422" y="2366029"/>
                  </a:lnTo>
                  <a:lnTo>
                    <a:pt x="5981609" y="2367544"/>
                  </a:lnTo>
                  <a:lnTo>
                    <a:pt x="5981796" y="2369307"/>
                  </a:lnTo>
                  <a:lnTo>
                    <a:pt x="5981983" y="2371353"/>
                  </a:lnTo>
                  <a:lnTo>
                    <a:pt x="5982170" y="2373457"/>
                  </a:lnTo>
                  <a:lnTo>
                    <a:pt x="5982357" y="2375629"/>
                  </a:lnTo>
                  <a:lnTo>
                    <a:pt x="5982543" y="2377573"/>
                  </a:lnTo>
                  <a:lnTo>
                    <a:pt x="5982730" y="2379535"/>
                  </a:lnTo>
                  <a:lnTo>
                    <a:pt x="5982917" y="2381064"/>
                  </a:lnTo>
                  <a:lnTo>
                    <a:pt x="5983104" y="2382564"/>
                  </a:lnTo>
                  <a:lnTo>
                    <a:pt x="5983291" y="2383839"/>
                  </a:lnTo>
                  <a:lnTo>
                    <a:pt x="5983478" y="2385167"/>
                  </a:lnTo>
                  <a:lnTo>
                    <a:pt x="5983665" y="2385964"/>
                  </a:lnTo>
                  <a:lnTo>
                    <a:pt x="5983852" y="2386748"/>
                  </a:lnTo>
                  <a:lnTo>
                    <a:pt x="5984039" y="2387337"/>
                  </a:lnTo>
                  <a:lnTo>
                    <a:pt x="5984226" y="2387988"/>
                  </a:lnTo>
                  <a:lnTo>
                    <a:pt x="5984413" y="2388607"/>
                  </a:lnTo>
                  <a:lnTo>
                    <a:pt x="5984600" y="2389017"/>
                  </a:lnTo>
                  <a:lnTo>
                    <a:pt x="5984786" y="2389018"/>
                  </a:lnTo>
                  <a:lnTo>
                    <a:pt x="5984973" y="2388773"/>
                  </a:lnTo>
                  <a:lnTo>
                    <a:pt x="5985160" y="2388342"/>
                  </a:lnTo>
                  <a:lnTo>
                    <a:pt x="5985347" y="2387524"/>
                  </a:lnTo>
                  <a:lnTo>
                    <a:pt x="5985534" y="2386500"/>
                  </a:lnTo>
                  <a:lnTo>
                    <a:pt x="5985721" y="2385701"/>
                  </a:lnTo>
                  <a:lnTo>
                    <a:pt x="5985908" y="2384940"/>
                  </a:lnTo>
                  <a:lnTo>
                    <a:pt x="5986095" y="2384574"/>
                  </a:lnTo>
                  <a:lnTo>
                    <a:pt x="5986282" y="2384382"/>
                  </a:lnTo>
                  <a:lnTo>
                    <a:pt x="5986469" y="2384906"/>
                  </a:lnTo>
                  <a:lnTo>
                    <a:pt x="5986656" y="2385240"/>
                  </a:lnTo>
                  <a:lnTo>
                    <a:pt x="5986843" y="2385925"/>
                  </a:lnTo>
                  <a:lnTo>
                    <a:pt x="5987030" y="2386557"/>
                  </a:lnTo>
                  <a:lnTo>
                    <a:pt x="5987216" y="2386995"/>
                  </a:lnTo>
                  <a:lnTo>
                    <a:pt x="5987403" y="2387200"/>
                  </a:lnTo>
                  <a:lnTo>
                    <a:pt x="5987590" y="2387314"/>
                  </a:lnTo>
                  <a:lnTo>
                    <a:pt x="5987777" y="2387554"/>
                  </a:lnTo>
                  <a:lnTo>
                    <a:pt x="5987964" y="2387602"/>
                  </a:lnTo>
                  <a:lnTo>
                    <a:pt x="5988151" y="2387771"/>
                  </a:lnTo>
                  <a:lnTo>
                    <a:pt x="5988338" y="2388144"/>
                  </a:lnTo>
                  <a:lnTo>
                    <a:pt x="5988525" y="2388306"/>
                  </a:lnTo>
                  <a:lnTo>
                    <a:pt x="5988712" y="2388684"/>
                  </a:lnTo>
                  <a:lnTo>
                    <a:pt x="5988899" y="2388919"/>
                  </a:lnTo>
                  <a:lnTo>
                    <a:pt x="5989086" y="2389039"/>
                  </a:lnTo>
                  <a:lnTo>
                    <a:pt x="5989273" y="2389137"/>
                  </a:lnTo>
                  <a:lnTo>
                    <a:pt x="5989459" y="2389222"/>
                  </a:lnTo>
                  <a:lnTo>
                    <a:pt x="5989646" y="2389194"/>
                  </a:lnTo>
                  <a:lnTo>
                    <a:pt x="5989833" y="2389165"/>
                  </a:lnTo>
                  <a:lnTo>
                    <a:pt x="5990020" y="2388932"/>
                  </a:lnTo>
                  <a:lnTo>
                    <a:pt x="5990207" y="2388727"/>
                  </a:lnTo>
                  <a:lnTo>
                    <a:pt x="5990394" y="2388572"/>
                  </a:lnTo>
                  <a:lnTo>
                    <a:pt x="5990581" y="2388301"/>
                  </a:lnTo>
                  <a:lnTo>
                    <a:pt x="5990768" y="2387890"/>
                  </a:lnTo>
                  <a:lnTo>
                    <a:pt x="5990955" y="2387421"/>
                  </a:lnTo>
                  <a:lnTo>
                    <a:pt x="5991142" y="2387315"/>
                  </a:lnTo>
                  <a:lnTo>
                    <a:pt x="5991329" y="2387448"/>
                  </a:lnTo>
                  <a:lnTo>
                    <a:pt x="5991516" y="2387575"/>
                  </a:lnTo>
                  <a:lnTo>
                    <a:pt x="5991703" y="2387695"/>
                  </a:lnTo>
                  <a:lnTo>
                    <a:pt x="5991889" y="2387935"/>
                  </a:lnTo>
                  <a:lnTo>
                    <a:pt x="5992076" y="2388003"/>
                  </a:lnTo>
                  <a:lnTo>
                    <a:pt x="5992263" y="2387906"/>
                  </a:lnTo>
                  <a:lnTo>
                    <a:pt x="5992450" y="2387731"/>
                  </a:lnTo>
                  <a:lnTo>
                    <a:pt x="5992637" y="2387576"/>
                  </a:lnTo>
                  <a:lnTo>
                    <a:pt x="5992824" y="2387588"/>
                  </a:lnTo>
                  <a:lnTo>
                    <a:pt x="5993011" y="2387656"/>
                  </a:lnTo>
                  <a:lnTo>
                    <a:pt x="5993198" y="2387950"/>
                  </a:lnTo>
                  <a:lnTo>
                    <a:pt x="5993385" y="2388406"/>
                  </a:lnTo>
                  <a:lnTo>
                    <a:pt x="5993572" y="2389025"/>
                  </a:lnTo>
                  <a:lnTo>
                    <a:pt x="5993759" y="2389417"/>
                  </a:lnTo>
                  <a:lnTo>
                    <a:pt x="5993946" y="2389421"/>
                  </a:lnTo>
                  <a:lnTo>
                    <a:pt x="5994133" y="2389428"/>
                  </a:lnTo>
                  <a:lnTo>
                    <a:pt x="5994319" y="2389099"/>
                  </a:lnTo>
                  <a:lnTo>
                    <a:pt x="5994506" y="2388737"/>
                  </a:lnTo>
                  <a:lnTo>
                    <a:pt x="5994693" y="2388369"/>
                  </a:lnTo>
                  <a:lnTo>
                    <a:pt x="5994880" y="2387971"/>
                  </a:lnTo>
                  <a:lnTo>
                    <a:pt x="5995067" y="2387656"/>
                  </a:lnTo>
                  <a:lnTo>
                    <a:pt x="5995254" y="2387862"/>
                  </a:lnTo>
                  <a:lnTo>
                    <a:pt x="5995441" y="2388135"/>
                  </a:lnTo>
                  <a:lnTo>
                    <a:pt x="5995628" y="2388094"/>
                  </a:lnTo>
                  <a:lnTo>
                    <a:pt x="5995815" y="2387929"/>
                  </a:lnTo>
                  <a:lnTo>
                    <a:pt x="5996002" y="2387841"/>
                  </a:lnTo>
                  <a:lnTo>
                    <a:pt x="5996189" y="2387644"/>
                  </a:lnTo>
                  <a:lnTo>
                    <a:pt x="5996376" y="2387663"/>
                  </a:lnTo>
                  <a:lnTo>
                    <a:pt x="5996562" y="2387894"/>
                  </a:lnTo>
                  <a:lnTo>
                    <a:pt x="5996749" y="2388447"/>
                  </a:lnTo>
                  <a:lnTo>
                    <a:pt x="5996936" y="2388890"/>
                  </a:lnTo>
                  <a:lnTo>
                    <a:pt x="5997123" y="2389435"/>
                  </a:lnTo>
                  <a:lnTo>
                    <a:pt x="5997310" y="2389673"/>
                  </a:lnTo>
                  <a:lnTo>
                    <a:pt x="5997497" y="2389843"/>
                  </a:lnTo>
                  <a:lnTo>
                    <a:pt x="5997684" y="2389897"/>
                  </a:lnTo>
                  <a:lnTo>
                    <a:pt x="5997871" y="2389968"/>
                  </a:lnTo>
                  <a:lnTo>
                    <a:pt x="5998058" y="2390165"/>
                  </a:lnTo>
                  <a:lnTo>
                    <a:pt x="5998245" y="2390332"/>
                  </a:lnTo>
                  <a:lnTo>
                    <a:pt x="5998432" y="2390518"/>
                  </a:lnTo>
                  <a:lnTo>
                    <a:pt x="5998619" y="2390864"/>
                  </a:lnTo>
                  <a:lnTo>
                    <a:pt x="5998806" y="2391196"/>
                  </a:lnTo>
                  <a:lnTo>
                    <a:pt x="5998992" y="2391529"/>
                  </a:lnTo>
                  <a:lnTo>
                    <a:pt x="5999179" y="2391765"/>
                  </a:lnTo>
                  <a:lnTo>
                    <a:pt x="5999366" y="2391977"/>
                  </a:lnTo>
                  <a:lnTo>
                    <a:pt x="5999553" y="2392412"/>
                  </a:lnTo>
                  <a:lnTo>
                    <a:pt x="5999740" y="2392871"/>
                  </a:lnTo>
                  <a:lnTo>
                    <a:pt x="5999927" y="2393352"/>
                  </a:lnTo>
                  <a:lnTo>
                    <a:pt x="6000114" y="2393809"/>
                  </a:lnTo>
                  <a:lnTo>
                    <a:pt x="6000301" y="2394202"/>
                  </a:lnTo>
                  <a:lnTo>
                    <a:pt x="6000488" y="2394822"/>
                  </a:lnTo>
                  <a:lnTo>
                    <a:pt x="6000675" y="2396048"/>
                  </a:lnTo>
                  <a:lnTo>
                    <a:pt x="6000862" y="2396658"/>
                  </a:lnTo>
                  <a:lnTo>
                    <a:pt x="6001049" y="2397423"/>
                  </a:lnTo>
                  <a:lnTo>
                    <a:pt x="6001236" y="2398241"/>
                  </a:lnTo>
                  <a:lnTo>
                    <a:pt x="6001422" y="2399135"/>
                  </a:lnTo>
                  <a:lnTo>
                    <a:pt x="6001609" y="2400035"/>
                  </a:lnTo>
                  <a:lnTo>
                    <a:pt x="6001796" y="2400880"/>
                  </a:lnTo>
                  <a:lnTo>
                    <a:pt x="6001983" y="2401678"/>
                  </a:lnTo>
                  <a:lnTo>
                    <a:pt x="6002170" y="2402475"/>
                  </a:lnTo>
                  <a:lnTo>
                    <a:pt x="6002357" y="2403281"/>
                  </a:lnTo>
                  <a:lnTo>
                    <a:pt x="6002544" y="2404087"/>
                  </a:lnTo>
                  <a:lnTo>
                    <a:pt x="6002731" y="2404893"/>
                  </a:lnTo>
                  <a:lnTo>
                    <a:pt x="6002918" y="2405614"/>
                  </a:lnTo>
                  <a:lnTo>
                    <a:pt x="6003105" y="2406450"/>
                  </a:lnTo>
                  <a:lnTo>
                    <a:pt x="6003292" y="2407084"/>
                  </a:lnTo>
                  <a:lnTo>
                    <a:pt x="6003479" y="2407464"/>
                  </a:lnTo>
                  <a:lnTo>
                    <a:pt x="6003665" y="2407786"/>
                  </a:lnTo>
                  <a:lnTo>
                    <a:pt x="6003852" y="2407899"/>
                  </a:lnTo>
                  <a:lnTo>
                    <a:pt x="6004039" y="2408158"/>
                  </a:lnTo>
                  <a:lnTo>
                    <a:pt x="6004226" y="2408359"/>
                  </a:lnTo>
                  <a:lnTo>
                    <a:pt x="6004413" y="2408542"/>
                  </a:lnTo>
                  <a:lnTo>
                    <a:pt x="6004600" y="2408656"/>
                  </a:lnTo>
                  <a:lnTo>
                    <a:pt x="6004787" y="2408888"/>
                  </a:lnTo>
                  <a:lnTo>
                    <a:pt x="6004974" y="2409203"/>
                  </a:lnTo>
                  <a:lnTo>
                    <a:pt x="6005161" y="2409487"/>
                  </a:lnTo>
                  <a:lnTo>
                    <a:pt x="6005348" y="2409919"/>
                  </a:lnTo>
                  <a:lnTo>
                    <a:pt x="6005535" y="2410351"/>
                  </a:lnTo>
                  <a:lnTo>
                    <a:pt x="6005722" y="2410695"/>
                  </a:lnTo>
                  <a:lnTo>
                    <a:pt x="6005909" y="2411069"/>
                  </a:lnTo>
                  <a:lnTo>
                    <a:pt x="6006095" y="2411441"/>
                  </a:lnTo>
                  <a:lnTo>
                    <a:pt x="6006282" y="2411679"/>
                  </a:lnTo>
                  <a:lnTo>
                    <a:pt x="6006469" y="2411984"/>
                  </a:lnTo>
                  <a:lnTo>
                    <a:pt x="6006656" y="2412479"/>
                  </a:lnTo>
                  <a:lnTo>
                    <a:pt x="6006843" y="2412947"/>
                  </a:lnTo>
                  <a:lnTo>
                    <a:pt x="6007030" y="2413416"/>
                  </a:lnTo>
                  <a:lnTo>
                    <a:pt x="6007217" y="2413880"/>
                  </a:lnTo>
                  <a:lnTo>
                    <a:pt x="6007404" y="2414361"/>
                  </a:lnTo>
                  <a:lnTo>
                    <a:pt x="6007591" y="2414797"/>
                  </a:lnTo>
                  <a:lnTo>
                    <a:pt x="6007778" y="2415304"/>
                  </a:lnTo>
                  <a:lnTo>
                    <a:pt x="6007965" y="2415821"/>
                  </a:lnTo>
                  <a:lnTo>
                    <a:pt x="6008152" y="2416009"/>
                  </a:lnTo>
                  <a:lnTo>
                    <a:pt x="6008338" y="2416082"/>
                  </a:lnTo>
                  <a:lnTo>
                    <a:pt x="6008525" y="2416320"/>
                  </a:lnTo>
                  <a:lnTo>
                    <a:pt x="6008712" y="2416682"/>
                  </a:lnTo>
                  <a:lnTo>
                    <a:pt x="6008899" y="2417014"/>
                  </a:lnTo>
                  <a:lnTo>
                    <a:pt x="6009086" y="2417462"/>
                  </a:lnTo>
                  <a:lnTo>
                    <a:pt x="6009273" y="2418018"/>
                  </a:lnTo>
                  <a:lnTo>
                    <a:pt x="6009460" y="2418772"/>
                  </a:lnTo>
                  <a:lnTo>
                    <a:pt x="6009647" y="2419612"/>
                  </a:lnTo>
                  <a:lnTo>
                    <a:pt x="6009834" y="2420348"/>
                  </a:lnTo>
                  <a:lnTo>
                    <a:pt x="6010021" y="2421253"/>
                  </a:lnTo>
                  <a:lnTo>
                    <a:pt x="6010208" y="2422184"/>
                  </a:lnTo>
                  <a:lnTo>
                    <a:pt x="6010395" y="2423046"/>
                  </a:lnTo>
                  <a:lnTo>
                    <a:pt x="6010582" y="2423608"/>
                  </a:lnTo>
                  <a:lnTo>
                    <a:pt x="6010768" y="2424433"/>
                  </a:lnTo>
                  <a:lnTo>
                    <a:pt x="6010955" y="2425266"/>
                  </a:lnTo>
                  <a:lnTo>
                    <a:pt x="6011142" y="2426040"/>
                  </a:lnTo>
                  <a:lnTo>
                    <a:pt x="6011329" y="2426604"/>
                  </a:lnTo>
                  <a:lnTo>
                    <a:pt x="6011516" y="2427171"/>
                  </a:lnTo>
                  <a:lnTo>
                    <a:pt x="6011703" y="2427786"/>
                  </a:lnTo>
                  <a:lnTo>
                    <a:pt x="6011890" y="2428297"/>
                  </a:lnTo>
                  <a:lnTo>
                    <a:pt x="6012077" y="2428573"/>
                  </a:lnTo>
                  <a:lnTo>
                    <a:pt x="6012264" y="2428844"/>
                  </a:lnTo>
                  <a:lnTo>
                    <a:pt x="6012451" y="2429264"/>
                  </a:lnTo>
                  <a:lnTo>
                    <a:pt x="6012638" y="2430030"/>
                  </a:lnTo>
                  <a:lnTo>
                    <a:pt x="6012825" y="2430736"/>
                  </a:lnTo>
                  <a:lnTo>
                    <a:pt x="6013012" y="2431413"/>
                  </a:lnTo>
                  <a:lnTo>
                    <a:pt x="6013198" y="2432083"/>
                  </a:lnTo>
                  <a:lnTo>
                    <a:pt x="6013385" y="2432796"/>
                  </a:lnTo>
                  <a:lnTo>
                    <a:pt x="6013572" y="2433461"/>
                  </a:lnTo>
                  <a:lnTo>
                    <a:pt x="6013759" y="2434130"/>
                  </a:lnTo>
                  <a:lnTo>
                    <a:pt x="6013946" y="2434793"/>
                  </a:lnTo>
                  <a:lnTo>
                    <a:pt x="6014133" y="2435526"/>
                  </a:lnTo>
                  <a:lnTo>
                    <a:pt x="6014320" y="2436261"/>
                  </a:lnTo>
                  <a:lnTo>
                    <a:pt x="6014507" y="2436915"/>
                  </a:lnTo>
                  <a:lnTo>
                    <a:pt x="6014694" y="2437751"/>
                  </a:lnTo>
                  <a:lnTo>
                    <a:pt x="6014881" y="2438378"/>
                  </a:lnTo>
                  <a:lnTo>
                    <a:pt x="6015068" y="2438835"/>
                  </a:lnTo>
                  <a:lnTo>
                    <a:pt x="6015255" y="2439450"/>
                  </a:lnTo>
                  <a:lnTo>
                    <a:pt x="6015441" y="2439944"/>
                  </a:lnTo>
                  <a:lnTo>
                    <a:pt x="6015628" y="2440439"/>
                  </a:lnTo>
                  <a:lnTo>
                    <a:pt x="6015815" y="2441021"/>
                  </a:lnTo>
                  <a:lnTo>
                    <a:pt x="6016002" y="2441351"/>
                  </a:lnTo>
                  <a:lnTo>
                    <a:pt x="6016189" y="2441541"/>
                  </a:lnTo>
                  <a:lnTo>
                    <a:pt x="6016376" y="2441549"/>
                  </a:lnTo>
                  <a:lnTo>
                    <a:pt x="6016563" y="2441549"/>
                  </a:lnTo>
                  <a:lnTo>
                    <a:pt x="6016750" y="2441549"/>
                  </a:lnTo>
                  <a:lnTo>
                    <a:pt x="6016937" y="2441217"/>
                  </a:lnTo>
                  <a:lnTo>
                    <a:pt x="6017124" y="2440743"/>
                  </a:lnTo>
                  <a:lnTo>
                    <a:pt x="6017311" y="2440085"/>
                  </a:lnTo>
                  <a:lnTo>
                    <a:pt x="6017498" y="2439566"/>
                  </a:lnTo>
                  <a:lnTo>
                    <a:pt x="6017685" y="2439106"/>
                  </a:lnTo>
                  <a:lnTo>
                    <a:pt x="6017871" y="2438701"/>
                  </a:lnTo>
                  <a:lnTo>
                    <a:pt x="6018058" y="2438413"/>
                  </a:lnTo>
                  <a:lnTo>
                    <a:pt x="6018245" y="2438208"/>
                  </a:lnTo>
                  <a:lnTo>
                    <a:pt x="6018432" y="2438040"/>
                  </a:lnTo>
                  <a:lnTo>
                    <a:pt x="6018619" y="2437810"/>
                  </a:lnTo>
                  <a:lnTo>
                    <a:pt x="6018806" y="2437563"/>
                  </a:lnTo>
                  <a:lnTo>
                    <a:pt x="6018993" y="2437395"/>
                  </a:lnTo>
                  <a:lnTo>
                    <a:pt x="6019180" y="2437227"/>
                  </a:lnTo>
                  <a:lnTo>
                    <a:pt x="6019367" y="2437058"/>
                  </a:lnTo>
                  <a:lnTo>
                    <a:pt x="6019554" y="2436890"/>
                  </a:lnTo>
                  <a:lnTo>
                    <a:pt x="6019741" y="2436707"/>
                  </a:lnTo>
                  <a:lnTo>
                    <a:pt x="6019928" y="2436674"/>
                  </a:lnTo>
                  <a:lnTo>
                    <a:pt x="6020115" y="2436686"/>
                  </a:lnTo>
                  <a:lnTo>
                    <a:pt x="6020301" y="2437018"/>
                  </a:lnTo>
                  <a:lnTo>
                    <a:pt x="6020488" y="2437358"/>
                  </a:lnTo>
                  <a:lnTo>
                    <a:pt x="6020675" y="2437699"/>
                  </a:lnTo>
                  <a:lnTo>
                    <a:pt x="6020862" y="2437986"/>
                  </a:lnTo>
                  <a:lnTo>
                    <a:pt x="6021049" y="2438720"/>
                  </a:lnTo>
                  <a:lnTo>
                    <a:pt x="6021236" y="2439380"/>
                  </a:lnTo>
                  <a:lnTo>
                    <a:pt x="6021423" y="2440148"/>
                  </a:lnTo>
                  <a:lnTo>
                    <a:pt x="6021610" y="2440965"/>
                  </a:lnTo>
                  <a:lnTo>
                    <a:pt x="6021797" y="2441625"/>
                  </a:lnTo>
                  <a:lnTo>
                    <a:pt x="6021984" y="2442285"/>
                  </a:lnTo>
                  <a:lnTo>
                    <a:pt x="6022171" y="2443085"/>
                  </a:lnTo>
                  <a:lnTo>
                    <a:pt x="6022358" y="2444076"/>
                  </a:lnTo>
                  <a:lnTo>
                    <a:pt x="6022544" y="2445223"/>
                  </a:lnTo>
                  <a:lnTo>
                    <a:pt x="6022731" y="2446576"/>
                  </a:lnTo>
                  <a:lnTo>
                    <a:pt x="6022918" y="2448028"/>
                  </a:lnTo>
                  <a:lnTo>
                    <a:pt x="6023105" y="2449431"/>
                  </a:lnTo>
                  <a:lnTo>
                    <a:pt x="6023292" y="2450916"/>
                  </a:lnTo>
                  <a:lnTo>
                    <a:pt x="6023479" y="2452402"/>
                  </a:lnTo>
                  <a:lnTo>
                    <a:pt x="6023666" y="2453780"/>
                  </a:lnTo>
                  <a:lnTo>
                    <a:pt x="6023853" y="2454442"/>
                  </a:lnTo>
                  <a:lnTo>
                    <a:pt x="6024040" y="2455062"/>
                  </a:lnTo>
                  <a:lnTo>
                    <a:pt x="6024227" y="2455556"/>
                  </a:lnTo>
                  <a:lnTo>
                    <a:pt x="6024414" y="2456009"/>
                  </a:lnTo>
                  <a:lnTo>
                    <a:pt x="6024601" y="2456461"/>
                  </a:lnTo>
                  <a:lnTo>
                    <a:pt x="6024788" y="2456914"/>
                  </a:lnTo>
                  <a:lnTo>
                    <a:pt x="6024974" y="2457148"/>
                  </a:lnTo>
                  <a:lnTo>
                    <a:pt x="6025161" y="2457080"/>
                  </a:lnTo>
                  <a:lnTo>
                    <a:pt x="6025348" y="2456848"/>
                  </a:lnTo>
                  <a:lnTo>
                    <a:pt x="6025535" y="2456465"/>
                  </a:lnTo>
                  <a:lnTo>
                    <a:pt x="6025722" y="2455986"/>
                  </a:lnTo>
                  <a:lnTo>
                    <a:pt x="6025909" y="2455448"/>
                  </a:lnTo>
                  <a:lnTo>
                    <a:pt x="6026096" y="2454849"/>
                  </a:lnTo>
                  <a:lnTo>
                    <a:pt x="6026283" y="2454250"/>
                  </a:lnTo>
                  <a:lnTo>
                    <a:pt x="6026470" y="2453651"/>
                  </a:lnTo>
                  <a:lnTo>
                    <a:pt x="6026657" y="2453074"/>
                  </a:lnTo>
                  <a:lnTo>
                    <a:pt x="6026844" y="2452516"/>
                  </a:lnTo>
                  <a:lnTo>
                    <a:pt x="6027031" y="2452186"/>
                  </a:lnTo>
                  <a:lnTo>
                    <a:pt x="6027217" y="2451856"/>
                  </a:lnTo>
                  <a:lnTo>
                    <a:pt x="6027404" y="2451526"/>
                  </a:lnTo>
                  <a:lnTo>
                    <a:pt x="6027591" y="2451196"/>
                  </a:lnTo>
                  <a:lnTo>
                    <a:pt x="6027778" y="2450998"/>
                  </a:lnTo>
                  <a:lnTo>
                    <a:pt x="6027965" y="2451113"/>
                  </a:lnTo>
                  <a:lnTo>
                    <a:pt x="6028152" y="2451418"/>
                  </a:lnTo>
                  <a:lnTo>
                    <a:pt x="6028339" y="2451748"/>
                  </a:lnTo>
                  <a:lnTo>
                    <a:pt x="6028526" y="2451749"/>
                  </a:lnTo>
                  <a:lnTo>
                    <a:pt x="6028713" y="2451750"/>
                  </a:lnTo>
                  <a:lnTo>
                    <a:pt x="6028900" y="2451757"/>
                  </a:lnTo>
                  <a:lnTo>
                    <a:pt x="6029087" y="2451849"/>
                  </a:lnTo>
                  <a:lnTo>
                    <a:pt x="6029274" y="2451941"/>
                  </a:lnTo>
                  <a:lnTo>
                    <a:pt x="6029461" y="2452141"/>
                  </a:lnTo>
                  <a:lnTo>
                    <a:pt x="6029647" y="2452473"/>
                  </a:lnTo>
                  <a:lnTo>
                    <a:pt x="6029834" y="2452805"/>
                  </a:lnTo>
                  <a:lnTo>
                    <a:pt x="6030021" y="2453137"/>
                  </a:lnTo>
                  <a:lnTo>
                    <a:pt x="6030208" y="2453470"/>
                  </a:lnTo>
                  <a:lnTo>
                    <a:pt x="6030395" y="2453802"/>
                  </a:lnTo>
                  <a:lnTo>
                    <a:pt x="6030582" y="2453843"/>
                  </a:lnTo>
                  <a:lnTo>
                    <a:pt x="6030769" y="2453721"/>
                  </a:lnTo>
                  <a:lnTo>
                    <a:pt x="6030956" y="2453879"/>
                  </a:lnTo>
                  <a:lnTo>
                    <a:pt x="6031143" y="2454301"/>
                  </a:lnTo>
                  <a:lnTo>
                    <a:pt x="6031330" y="2455109"/>
                  </a:lnTo>
                  <a:lnTo>
                    <a:pt x="6031517" y="2455873"/>
                  </a:lnTo>
                  <a:lnTo>
                    <a:pt x="6031704" y="2456853"/>
                  </a:lnTo>
                  <a:lnTo>
                    <a:pt x="6031891" y="2457830"/>
                  </a:lnTo>
                  <a:lnTo>
                    <a:pt x="6032077" y="2458807"/>
                  </a:lnTo>
                  <a:lnTo>
                    <a:pt x="6032264" y="2459726"/>
                  </a:lnTo>
                  <a:lnTo>
                    <a:pt x="6032451" y="2460576"/>
                  </a:lnTo>
                  <a:lnTo>
                    <a:pt x="6032638" y="2461426"/>
                  </a:lnTo>
                  <a:lnTo>
                    <a:pt x="6032825" y="2462275"/>
                  </a:lnTo>
                  <a:lnTo>
                    <a:pt x="6033012" y="2463125"/>
                  </a:lnTo>
                  <a:lnTo>
                    <a:pt x="6033199" y="2464016"/>
                  </a:lnTo>
                  <a:lnTo>
                    <a:pt x="6033386" y="2464929"/>
                  </a:lnTo>
                  <a:lnTo>
                    <a:pt x="6033573" y="2465951"/>
                  </a:lnTo>
                  <a:lnTo>
                    <a:pt x="6033760" y="2466774"/>
                  </a:lnTo>
                  <a:lnTo>
                    <a:pt x="6033947" y="2467369"/>
                  </a:lnTo>
                  <a:lnTo>
                    <a:pt x="6034134" y="2467641"/>
                  </a:lnTo>
                  <a:lnTo>
                    <a:pt x="6034320" y="2468023"/>
                  </a:lnTo>
                  <a:lnTo>
                    <a:pt x="6034507" y="2468303"/>
                  </a:lnTo>
                  <a:lnTo>
                    <a:pt x="6034694" y="2468468"/>
                  </a:lnTo>
                  <a:lnTo>
                    <a:pt x="6034881" y="2468633"/>
                  </a:lnTo>
                  <a:lnTo>
                    <a:pt x="6035068" y="2468799"/>
                  </a:lnTo>
                  <a:lnTo>
                    <a:pt x="6035255" y="2468964"/>
                  </a:lnTo>
                  <a:lnTo>
                    <a:pt x="6035442" y="2469129"/>
                  </a:lnTo>
                  <a:lnTo>
                    <a:pt x="6035629" y="2469294"/>
                  </a:lnTo>
                  <a:lnTo>
                    <a:pt x="6035816" y="2469459"/>
                  </a:lnTo>
                  <a:lnTo>
                    <a:pt x="6036003" y="2469516"/>
                  </a:lnTo>
                  <a:lnTo>
                    <a:pt x="6036190" y="2469516"/>
                  </a:lnTo>
                  <a:lnTo>
                    <a:pt x="6036377" y="2469516"/>
                  </a:lnTo>
                  <a:lnTo>
                    <a:pt x="6036564" y="2469516"/>
                  </a:lnTo>
                  <a:lnTo>
                    <a:pt x="6036750" y="2469516"/>
                  </a:lnTo>
                  <a:lnTo>
                    <a:pt x="6036937" y="2469293"/>
                  </a:lnTo>
                  <a:lnTo>
                    <a:pt x="6037124" y="2469046"/>
                  </a:lnTo>
                  <a:lnTo>
                    <a:pt x="6037311" y="2468778"/>
                  </a:lnTo>
                  <a:lnTo>
                    <a:pt x="6037498" y="2468509"/>
                  </a:lnTo>
                  <a:lnTo>
                    <a:pt x="6037685" y="2468240"/>
                  </a:lnTo>
                  <a:lnTo>
                    <a:pt x="6037872" y="2467971"/>
                  </a:lnTo>
                  <a:lnTo>
                    <a:pt x="6038059" y="2467702"/>
                  </a:lnTo>
                  <a:lnTo>
                    <a:pt x="6038246" y="2467433"/>
                  </a:lnTo>
                  <a:lnTo>
                    <a:pt x="6038433" y="2467164"/>
                  </a:lnTo>
                  <a:lnTo>
                    <a:pt x="6038620" y="2466895"/>
                  </a:lnTo>
                  <a:lnTo>
                    <a:pt x="6038807" y="2466514"/>
                  </a:lnTo>
                  <a:lnTo>
                    <a:pt x="6038994" y="2466187"/>
                  </a:lnTo>
                  <a:lnTo>
                    <a:pt x="6039180" y="2465914"/>
                  </a:lnTo>
                  <a:lnTo>
                    <a:pt x="6039367" y="2465689"/>
                  </a:lnTo>
                  <a:lnTo>
                    <a:pt x="6039554" y="2465464"/>
                  </a:lnTo>
                  <a:lnTo>
                    <a:pt x="6039741" y="2465231"/>
                  </a:lnTo>
                  <a:lnTo>
                    <a:pt x="6039928" y="2464998"/>
                  </a:lnTo>
                  <a:lnTo>
                    <a:pt x="6040115" y="2464765"/>
                  </a:lnTo>
                  <a:lnTo>
                    <a:pt x="6040302" y="2464616"/>
                  </a:lnTo>
                  <a:lnTo>
                    <a:pt x="6040489" y="2464353"/>
                  </a:lnTo>
                  <a:lnTo>
                    <a:pt x="6040676" y="2464118"/>
                  </a:lnTo>
                  <a:lnTo>
                    <a:pt x="6040863" y="2463949"/>
                  </a:lnTo>
                  <a:lnTo>
                    <a:pt x="6041050" y="2463826"/>
                  </a:lnTo>
                  <a:lnTo>
                    <a:pt x="6041237" y="2463740"/>
                  </a:lnTo>
                  <a:lnTo>
                    <a:pt x="6041423" y="2463654"/>
                  </a:lnTo>
                  <a:lnTo>
                    <a:pt x="6041610" y="2463536"/>
                  </a:lnTo>
                  <a:lnTo>
                    <a:pt x="6041797" y="2463353"/>
                  </a:lnTo>
                  <a:lnTo>
                    <a:pt x="6041984" y="2463272"/>
                  </a:lnTo>
                  <a:lnTo>
                    <a:pt x="6042171" y="2463425"/>
                  </a:lnTo>
                  <a:lnTo>
                    <a:pt x="6042358" y="2463522"/>
                  </a:lnTo>
                  <a:lnTo>
                    <a:pt x="6042545" y="2463667"/>
                  </a:lnTo>
                  <a:lnTo>
                    <a:pt x="6042732" y="2463834"/>
                  </a:lnTo>
                  <a:lnTo>
                    <a:pt x="6042919" y="2464001"/>
                  </a:lnTo>
                  <a:lnTo>
                    <a:pt x="6043106" y="2464256"/>
                  </a:lnTo>
                  <a:lnTo>
                    <a:pt x="6043293" y="2464481"/>
                  </a:lnTo>
                  <a:lnTo>
                    <a:pt x="6043480" y="2464707"/>
                  </a:lnTo>
                  <a:lnTo>
                    <a:pt x="6043667" y="2465166"/>
                  </a:lnTo>
                  <a:lnTo>
                    <a:pt x="6043853" y="2465519"/>
                  </a:lnTo>
                  <a:lnTo>
                    <a:pt x="6044040" y="2465649"/>
                  </a:lnTo>
                  <a:lnTo>
                    <a:pt x="6044227" y="2465639"/>
                  </a:lnTo>
                  <a:lnTo>
                    <a:pt x="6044414" y="2465625"/>
                  </a:lnTo>
                  <a:lnTo>
                    <a:pt x="6044601" y="2465434"/>
                  </a:lnTo>
                  <a:lnTo>
                    <a:pt x="6044788" y="2465328"/>
                  </a:lnTo>
                  <a:lnTo>
                    <a:pt x="6044975" y="2465078"/>
                  </a:lnTo>
                  <a:lnTo>
                    <a:pt x="6045162" y="2464757"/>
                  </a:lnTo>
                  <a:lnTo>
                    <a:pt x="6045349" y="2464364"/>
                  </a:lnTo>
                  <a:lnTo>
                    <a:pt x="6045536" y="2463889"/>
                  </a:lnTo>
                  <a:lnTo>
                    <a:pt x="6045723" y="2463528"/>
                  </a:lnTo>
                  <a:lnTo>
                    <a:pt x="6045910" y="2463168"/>
                  </a:lnTo>
                  <a:lnTo>
                    <a:pt x="6046096" y="2462849"/>
                  </a:lnTo>
                  <a:lnTo>
                    <a:pt x="6046283" y="2462608"/>
                  </a:lnTo>
                  <a:lnTo>
                    <a:pt x="6046470" y="2462402"/>
                  </a:lnTo>
                  <a:lnTo>
                    <a:pt x="6046657" y="2462242"/>
                  </a:lnTo>
                  <a:lnTo>
                    <a:pt x="6046844" y="2462036"/>
                  </a:lnTo>
                  <a:lnTo>
                    <a:pt x="6047031" y="2461690"/>
                  </a:lnTo>
                  <a:lnTo>
                    <a:pt x="6047218" y="2461532"/>
                  </a:lnTo>
                  <a:lnTo>
                    <a:pt x="6047405" y="2461725"/>
                  </a:lnTo>
                  <a:lnTo>
                    <a:pt x="6047592" y="2461808"/>
                  </a:lnTo>
                  <a:lnTo>
                    <a:pt x="6047779" y="2462077"/>
                  </a:lnTo>
                  <a:lnTo>
                    <a:pt x="6047966" y="2462737"/>
                  </a:lnTo>
                  <a:lnTo>
                    <a:pt x="6048153" y="2463397"/>
                  </a:lnTo>
                  <a:lnTo>
                    <a:pt x="6048340" y="2464049"/>
                  </a:lnTo>
                  <a:lnTo>
                    <a:pt x="6048526" y="2464210"/>
                  </a:lnTo>
                  <a:lnTo>
                    <a:pt x="6048713" y="2464427"/>
                  </a:lnTo>
                  <a:lnTo>
                    <a:pt x="6048900" y="2464603"/>
                  </a:lnTo>
                  <a:lnTo>
                    <a:pt x="6049087" y="2464695"/>
                  </a:lnTo>
                  <a:lnTo>
                    <a:pt x="6049274" y="2464787"/>
                  </a:lnTo>
                  <a:lnTo>
                    <a:pt x="6049461" y="2464879"/>
                  </a:lnTo>
                  <a:lnTo>
                    <a:pt x="6049648" y="2464971"/>
                  </a:lnTo>
                  <a:lnTo>
                    <a:pt x="6049835" y="2465038"/>
                  </a:lnTo>
                  <a:lnTo>
                    <a:pt x="6050022" y="2464770"/>
                  </a:lnTo>
                  <a:lnTo>
                    <a:pt x="6050209" y="2464442"/>
                  </a:lnTo>
                  <a:lnTo>
                    <a:pt x="6050396" y="2464115"/>
                  </a:lnTo>
                  <a:lnTo>
                    <a:pt x="6050583" y="2463794"/>
                  </a:lnTo>
                  <a:lnTo>
                    <a:pt x="6050770" y="2463474"/>
                  </a:lnTo>
                  <a:lnTo>
                    <a:pt x="6050956" y="2463153"/>
                  </a:lnTo>
                  <a:lnTo>
                    <a:pt x="6051143" y="2462833"/>
                  </a:lnTo>
                  <a:lnTo>
                    <a:pt x="6051330" y="2462505"/>
                  </a:lnTo>
                  <a:lnTo>
                    <a:pt x="6051517" y="2462106"/>
                  </a:lnTo>
                  <a:lnTo>
                    <a:pt x="6051704" y="2461705"/>
                  </a:lnTo>
                  <a:lnTo>
                    <a:pt x="6051891" y="2461436"/>
                  </a:lnTo>
                  <a:lnTo>
                    <a:pt x="6052078" y="2461264"/>
                  </a:lnTo>
                  <a:lnTo>
                    <a:pt x="6052265" y="2461133"/>
                  </a:lnTo>
                  <a:lnTo>
                    <a:pt x="6052452" y="2461352"/>
                  </a:lnTo>
                  <a:lnTo>
                    <a:pt x="6052639" y="2461570"/>
                  </a:lnTo>
                  <a:lnTo>
                    <a:pt x="6052826" y="2461818"/>
                  </a:lnTo>
                  <a:lnTo>
                    <a:pt x="6053013" y="2462088"/>
                  </a:lnTo>
                  <a:lnTo>
                    <a:pt x="6053199" y="2462393"/>
                  </a:lnTo>
                  <a:lnTo>
                    <a:pt x="6053386" y="2462992"/>
                  </a:lnTo>
                  <a:lnTo>
                    <a:pt x="6053573" y="2463591"/>
                  </a:lnTo>
                  <a:lnTo>
                    <a:pt x="6053760" y="2464190"/>
                  </a:lnTo>
                  <a:lnTo>
                    <a:pt x="6053947" y="2464789"/>
                  </a:lnTo>
                  <a:lnTo>
                    <a:pt x="6054134" y="2465388"/>
                  </a:lnTo>
                  <a:lnTo>
                    <a:pt x="6054321" y="2465987"/>
                  </a:lnTo>
                  <a:lnTo>
                    <a:pt x="6054508" y="2466586"/>
                  </a:lnTo>
                  <a:lnTo>
                    <a:pt x="6054695" y="2467184"/>
                  </a:lnTo>
                  <a:lnTo>
                    <a:pt x="6054882" y="2467651"/>
                  </a:lnTo>
                  <a:lnTo>
                    <a:pt x="6055069" y="2468061"/>
                  </a:lnTo>
                  <a:lnTo>
                    <a:pt x="6055256" y="2468308"/>
                  </a:lnTo>
                  <a:lnTo>
                    <a:pt x="6055443" y="2468555"/>
                  </a:lnTo>
                  <a:lnTo>
                    <a:pt x="6055629" y="2468782"/>
                  </a:lnTo>
                  <a:lnTo>
                    <a:pt x="6055816" y="2468782"/>
                  </a:lnTo>
                  <a:lnTo>
                    <a:pt x="6056003" y="2468733"/>
                  </a:lnTo>
                  <a:lnTo>
                    <a:pt x="6056190" y="2468568"/>
                  </a:lnTo>
                  <a:lnTo>
                    <a:pt x="6056377" y="2468403"/>
                  </a:lnTo>
                  <a:lnTo>
                    <a:pt x="6056564" y="2468122"/>
                  </a:lnTo>
                  <a:lnTo>
                    <a:pt x="6056751" y="2467792"/>
                  </a:lnTo>
                  <a:lnTo>
                    <a:pt x="6056938" y="2467462"/>
                  </a:lnTo>
                  <a:lnTo>
                    <a:pt x="6057125" y="2467132"/>
                  </a:lnTo>
                  <a:lnTo>
                    <a:pt x="6057312" y="2466802"/>
                  </a:lnTo>
                  <a:lnTo>
                    <a:pt x="6057499" y="2466472"/>
                  </a:lnTo>
                  <a:lnTo>
                    <a:pt x="6057686" y="2466142"/>
                  </a:lnTo>
                  <a:lnTo>
                    <a:pt x="6057873" y="2465812"/>
                  </a:lnTo>
                  <a:lnTo>
                    <a:pt x="6058059" y="2465482"/>
                  </a:lnTo>
                  <a:lnTo>
                    <a:pt x="6058246" y="2465151"/>
                  </a:lnTo>
                  <a:lnTo>
                    <a:pt x="6058433" y="2464821"/>
                  </a:lnTo>
                  <a:lnTo>
                    <a:pt x="6058620" y="2464491"/>
                  </a:lnTo>
                  <a:lnTo>
                    <a:pt x="6058807" y="2464211"/>
                  </a:lnTo>
                  <a:lnTo>
                    <a:pt x="6058994" y="2464046"/>
                  </a:lnTo>
                  <a:lnTo>
                    <a:pt x="6059181" y="2463881"/>
                  </a:lnTo>
                  <a:lnTo>
                    <a:pt x="6059368" y="2463831"/>
                  </a:lnTo>
                  <a:lnTo>
                    <a:pt x="6059555" y="2463831"/>
                  </a:lnTo>
                  <a:lnTo>
                    <a:pt x="6059742" y="2463831"/>
                  </a:lnTo>
                  <a:lnTo>
                    <a:pt x="6059929" y="2463831"/>
                  </a:lnTo>
                  <a:lnTo>
                    <a:pt x="6060116" y="2463831"/>
                  </a:lnTo>
                  <a:lnTo>
                    <a:pt x="6060302" y="2463831"/>
                  </a:lnTo>
                  <a:lnTo>
                    <a:pt x="6060489" y="2463831"/>
                  </a:lnTo>
                  <a:lnTo>
                    <a:pt x="6060676" y="2463831"/>
                  </a:lnTo>
                  <a:lnTo>
                    <a:pt x="6060863" y="2463831"/>
                  </a:lnTo>
                  <a:lnTo>
                    <a:pt x="6061050" y="2463831"/>
                  </a:lnTo>
                  <a:lnTo>
                    <a:pt x="6061237" y="2463831"/>
                  </a:lnTo>
                  <a:lnTo>
                    <a:pt x="6061424" y="2463831"/>
                  </a:lnTo>
                  <a:lnTo>
                    <a:pt x="6061611" y="2463831"/>
                  </a:lnTo>
                  <a:lnTo>
                    <a:pt x="6061798" y="2463831"/>
                  </a:lnTo>
                  <a:lnTo>
                    <a:pt x="6061985" y="2463831"/>
                  </a:lnTo>
                  <a:lnTo>
                    <a:pt x="6062172" y="2464054"/>
                  </a:lnTo>
                  <a:lnTo>
                    <a:pt x="6062359" y="2464417"/>
                  </a:lnTo>
                  <a:lnTo>
                    <a:pt x="6062546" y="2464962"/>
                  </a:lnTo>
                  <a:lnTo>
                    <a:pt x="6062732" y="2465447"/>
                  </a:lnTo>
                  <a:lnTo>
                    <a:pt x="6062919" y="2465926"/>
                  </a:lnTo>
                  <a:lnTo>
                    <a:pt x="6063106" y="2466404"/>
                  </a:lnTo>
                  <a:lnTo>
                    <a:pt x="6063293" y="2466883"/>
                  </a:lnTo>
                  <a:lnTo>
                    <a:pt x="6063480" y="2467362"/>
                  </a:lnTo>
                  <a:lnTo>
                    <a:pt x="6063667" y="2467841"/>
                  </a:lnTo>
                  <a:lnTo>
                    <a:pt x="6063854" y="2468199"/>
                  </a:lnTo>
                  <a:lnTo>
                    <a:pt x="6064041" y="2468558"/>
                  </a:lnTo>
                  <a:lnTo>
                    <a:pt x="6064228" y="2468916"/>
                  </a:lnTo>
                  <a:lnTo>
                    <a:pt x="6064415" y="2469275"/>
                  </a:lnTo>
                  <a:lnTo>
                    <a:pt x="6064602" y="2469633"/>
                  </a:lnTo>
                  <a:lnTo>
                    <a:pt x="6064789" y="2469992"/>
                  </a:lnTo>
                  <a:lnTo>
                    <a:pt x="6064975" y="2470345"/>
                  </a:lnTo>
                  <a:lnTo>
                    <a:pt x="6065162" y="2470559"/>
                  </a:lnTo>
                  <a:lnTo>
                    <a:pt x="6065349" y="2470575"/>
                  </a:lnTo>
                  <a:lnTo>
                    <a:pt x="6065536" y="2470402"/>
                  </a:lnTo>
                  <a:lnTo>
                    <a:pt x="6065723" y="2470237"/>
                  </a:lnTo>
                  <a:lnTo>
                    <a:pt x="6065910" y="2470072"/>
                  </a:lnTo>
                  <a:lnTo>
                    <a:pt x="6066097" y="2469907"/>
                  </a:lnTo>
                  <a:lnTo>
                    <a:pt x="6066284" y="2469742"/>
                  </a:lnTo>
                  <a:lnTo>
                    <a:pt x="6066471" y="2469577"/>
                  </a:lnTo>
                  <a:lnTo>
                    <a:pt x="6066658" y="2469577"/>
                  </a:lnTo>
                  <a:lnTo>
                    <a:pt x="6066845" y="2469577"/>
                  </a:lnTo>
                  <a:lnTo>
                    <a:pt x="6067032" y="2469577"/>
                  </a:lnTo>
                  <a:lnTo>
                    <a:pt x="6067219" y="2469577"/>
                  </a:lnTo>
                  <a:lnTo>
                    <a:pt x="6067405" y="2469577"/>
                  </a:lnTo>
                  <a:lnTo>
                    <a:pt x="6067592" y="2469577"/>
                  </a:lnTo>
                  <a:lnTo>
                    <a:pt x="6067779" y="2469577"/>
                  </a:lnTo>
                  <a:lnTo>
                    <a:pt x="6067966" y="2469577"/>
                  </a:lnTo>
                  <a:lnTo>
                    <a:pt x="6068153" y="2469577"/>
                  </a:lnTo>
                  <a:lnTo>
                    <a:pt x="6068340" y="2469577"/>
                  </a:lnTo>
                  <a:lnTo>
                    <a:pt x="6068527" y="2469577"/>
                  </a:lnTo>
                  <a:lnTo>
                    <a:pt x="6068714" y="2469577"/>
                  </a:lnTo>
                  <a:lnTo>
                    <a:pt x="6068901" y="2469577"/>
                  </a:lnTo>
                  <a:lnTo>
                    <a:pt x="6069088" y="2469577"/>
                  </a:lnTo>
                  <a:lnTo>
                    <a:pt x="6069275" y="2469577"/>
                  </a:lnTo>
                  <a:lnTo>
                    <a:pt x="6069462" y="2469577"/>
                  </a:lnTo>
                  <a:lnTo>
                    <a:pt x="6069649" y="2469804"/>
                  </a:lnTo>
                  <a:lnTo>
                    <a:pt x="6069835" y="2470014"/>
                  </a:lnTo>
                  <a:lnTo>
                    <a:pt x="6070022" y="2470163"/>
                  </a:lnTo>
                  <a:lnTo>
                    <a:pt x="6070209" y="2470465"/>
                  </a:lnTo>
                  <a:lnTo>
                    <a:pt x="6070396" y="2470786"/>
                  </a:lnTo>
                  <a:lnTo>
                    <a:pt x="6070583" y="2471106"/>
                  </a:lnTo>
                  <a:lnTo>
                    <a:pt x="6070770" y="2471427"/>
                  </a:lnTo>
                  <a:lnTo>
                    <a:pt x="6070963" y="2471758"/>
                  </a:lnTo>
                  <a:lnTo>
                    <a:pt x="6079197" y="2471758"/>
                  </a:lnTo>
                  <a:lnTo>
                    <a:pt x="6079368" y="2471456"/>
                  </a:lnTo>
                  <a:lnTo>
                    <a:pt x="6079555" y="2470905"/>
                  </a:lnTo>
                  <a:lnTo>
                    <a:pt x="6079742" y="2470328"/>
                  </a:lnTo>
                  <a:lnTo>
                    <a:pt x="6079929" y="2469735"/>
                  </a:lnTo>
                  <a:lnTo>
                    <a:pt x="6080116" y="2468971"/>
                  </a:lnTo>
                  <a:lnTo>
                    <a:pt x="6080303" y="2468141"/>
                  </a:lnTo>
                  <a:lnTo>
                    <a:pt x="6080490" y="2467212"/>
                  </a:lnTo>
                  <a:lnTo>
                    <a:pt x="6080677" y="2466283"/>
                  </a:lnTo>
                  <a:lnTo>
                    <a:pt x="6080864" y="2465519"/>
                  </a:lnTo>
                  <a:lnTo>
                    <a:pt x="6081051" y="2464657"/>
                  </a:lnTo>
                  <a:lnTo>
                    <a:pt x="6081238" y="2463834"/>
                  </a:lnTo>
                  <a:lnTo>
                    <a:pt x="6081425" y="2463044"/>
                  </a:lnTo>
                  <a:lnTo>
                    <a:pt x="6081611" y="2462420"/>
                  </a:lnTo>
                  <a:lnTo>
                    <a:pt x="6081798" y="2461801"/>
                  </a:lnTo>
                  <a:lnTo>
                    <a:pt x="6081985" y="2461454"/>
                  </a:lnTo>
                  <a:lnTo>
                    <a:pt x="6082172" y="2461186"/>
                  </a:lnTo>
                  <a:lnTo>
                    <a:pt x="6082359" y="2461000"/>
                  </a:lnTo>
                  <a:lnTo>
                    <a:pt x="6082546" y="2460815"/>
                  </a:lnTo>
                  <a:lnTo>
                    <a:pt x="6082733" y="2460690"/>
                  </a:lnTo>
                  <a:lnTo>
                    <a:pt x="6082920" y="2460977"/>
                  </a:lnTo>
                  <a:lnTo>
                    <a:pt x="6083107" y="2461331"/>
                  </a:lnTo>
                  <a:lnTo>
                    <a:pt x="6083294" y="2461783"/>
                  </a:lnTo>
                  <a:lnTo>
                    <a:pt x="6083481" y="2462236"/>
                  </a:lnTo>
                  <a:lnTo>
                    <a:pt x="6083668" y="2462911"/>
                  </a:lnTo>
                  <a:lnTo>
                    <a:pt x="6083854" y="2463594"/>
                  </a:lnTo>
                  <a:lnTo>
                    <a:pt x="6084041" y="2464235"/>
                  </a:lnTo>
                  <a:lnTo>
                    <a:pt x="6084228" y="2464881"/>
                  </a:lnTo>
                  <a:lnTo>
                    <a:pt x="6084415" y="2465645"/>
                  </a:lnTo>
                  <a:lnTo>
                    <a:pt x="6084602" y="2466401"/>
                  </a:lnTo>
                  <a:lnTo>
                    <a:pt x="6084789" y="2466843"/>
                  </a:lnTo>
                  <a:lnTo>
                    <a:pt x="6084976" y="2467277"/>
                  </a:lnTo>
                  <a:lnTo>
                    <a:pt x="6085163" y="2467570"/>
                  </a:lnTo>
                  <a:lnTo>
                    <a:pt x="6085350" y="2467839"/>
                  </a:lnTo>
                  <a:lnTo>
                    <a:pt x="6085537" y="2468108"/>
                  </a:lnTo>
                  <a:lnTo>
                    <a:pt x="6085724" y="2468377"/>
                  </a:lnTo>
                  <a:lnTo>
                    <a:pt x="6085911" y="2468646"/>
                  </a:lnTo>
                  <a:lnTo>
                    <a:pt x="6086098" y="2468915"/>
                  </a:lnTo>
                  <a:lnTo>
                    <a:pt x="6086284" y="2469183"/>
                  </a:lnTo>
                  <a:lnTo>
                    <a:pt x="6086471" y="2469448"/>
                  </a:lnTo>
                  <a:lnTo>
                    <a:pt x="6086658" y="2469713"/>
                  </a:lnTo>
                  <a:lnTo>
                    <a:pt x="6086845" y="2469978"/>
                  </a:lnTo>
                  <a:lnTo>
                    <a:pt x="6087032" y="2470247"/>
                  </a:lnTo>
                  <a:lnTo>
                    <a:pt x="6087219" y="2470516"/>
                  </a:lnTo>
                  <a:lnTo>
                    <a:pt x="6087406" y="2470785"/>
                  </a:lnTo>
                  <a:lnTo>
                    <a:pt x="6087593" y="2471054"/>
                  </a:lnTo>
                  <a:lnTo>
                    <a:pt x="6087780" y="2471323"/>
                  </a:lnTo>
                  <a:lnTo>
                    <a:pt x="6087967" y="2471591"/>
                  </a:lnTo>
                  <a:lnTo>
                    <a:pt x="6088082" y="2471758"/>
                  </a:lnTo>
                  <a:lnTo>
                    <a:pt x="6091210" y="2471758"/>
                  </a:lnTo>
                  <a:lnTo>
                    <a:pt x="6091331" y="2471583"/>
                  </a:lnTo>
                  <a:lnTo>
                    <a:pt x="6091518" y="2471314"/>
                  </a:lnTo>
                  <a:lnTo>
                    <a:pt x="6091705" y="2471045"/>
                  </a:lnTo>
                  <a:lnTo>
                    <a:pt x="6091892" y="2470776"/>
                  </a:lnTo>
                  <a:lnTo>
                    <a:pt x="6092079" y="2470507"/>
                  </a:lnTo>
                  <a:lnTo>
                    <a:pt x="6092266" y="2470238"/>
                  </a:lnTo>
                  <a:lnTo>
                    <a:pt x="6092453" y="2469969"/>
                  </a:lnTo>
                  <a:lnTo>
                    <a:pt x="6092640" y="2469722"/>
                  </a:lnTo>
                  <a:lnTo>
                    <a:pt x="6092827" y="2469475"/>
                  </a:lnTo>
                  <a:lnTo>
                    <a:pt x="6093014" y="2469157"/>
                  </a:lnTo>
                  <a:lnTo>
                    <a:pt x="6093201" y="2468992"/>
                  </a:lnTo>
                  <a:lnTo>
                    <a:pt x="6093387" y="2468876"/>
                  </a:lnTo>
                  <a:lnTo>
                    <a:pt x="6093574" y="2468876"/>
                  </a:lnTo>
                  <a:lnTo>
                    <a:pt x="6093761" y="2468876"/>
                  </a:lnTo>
                  <a:lnTo>
                    <a:pt x="6093948" y="2468959"/>
                  </a:lnTo>
                  <a:lnTo>
                    <a:pt x="6094135" y="2468959"/>
                  </a:lnTo>
                  <a:lnTo>
                    <a:pt x="6094322" y="2468959"/>
                  </a:lnTo>
                  <a:lnTo>
                    <a:pt x="6094509" y="2468959"/>
                  </a:lnTo>
                  <a:lnTo>
                    <a:pt x="6094696" y="2468959"/>
                  </a:lnTo>
                  <a:lnTo>
                    <a:pt x="6094883" y="2468959"/>
                  </a:lnTo>
                  <a:lnTo>
                    <a:pt x="6095070" y="2468959"/>
                  </a:lnTo>
                  <a:lnTo>
                    <a:pt x="6095257" y="2468959"/>
                  </a:lnTo>
                  <a:lnTo>
                    <a:pt x="6095444" y="2468959"/>
                  </a:lnTo>
                  <a:lnTo>
                    <a:pt x="6095630" y="2468959"/>
                  </a:lnTo>
                  <a:lnTo>
                    <a:pt x="6095817" y="2469050"/>
                  </a:lnTo>
                  <a:lnTo>
                    <a:pt x="6096004" y="2469215"/>
                  </a:lnTo>
                  <a:lnTo>
                    <a:pt x="6096191" y="2469330"/>
                  </a:lnTo>
                  <a:lnTo>
                    <a:pt x="6096378" y="2469330"/>
                  </a:lnTo>
                  <a:lnTo>
                    <a:pt x="6096565" y="2469330"/>
                  </a:lnTo>
                  <a:lnTo>
                    <a:pt x="6096752" y="2469248"/>
                  </a:lnTo>
                  <a:lnTo>
                    <a:pt x="6096939" y="2469248"/>
                  </a:lnTo>
                  <a:lnTo>
                    <a:pt x="6097126" y="2469248"/>
                  </a:lnTo>
                  <a:lnTo>
                    <a:pt x="6097313" y="2469248"/>
                  </a:lnTo>
                  <a:lnTo>
                    <a:pt x="6097500" y="2469248"/>
                  </a:lnTo>
                  <a:lnTo>
                    <a:pt x="6097687" y="2469248"/>
                  </a:lnTo>
                  <a:lnTo>
                    <a:pt x="6097874" y="2469248"/>
                  </a:lnTo>
                  <a:lnTo>
                    <a:pt x="6098060" y="2469248"/>
                  </a:lnTo>
                  <a:lnTo>
                    <a:pt x="6098247" y="2469248"/>
                  </a:lnTo>
                  <a:lnTo>
                    <a:pt x="6098434" y="2469248"/>
                  </a:lnTo>
                  <a:lnTo>
                    <a:pt x="6098621" y="2469248"/>
                  </a:lnTo>
                  <a:lnTo>
                    <a:pt x="6098808" y="2469248"/>
                  </a:lnTo>
                  <a:lnTo>
                    <a:pt x="6098995" y="2469475"/>
                  </a:lnTo>
                  <a:lnTo>
                    <a:pt x="6099182" y="2469722"/>
                  </a:lnTo>
                  <a:lnTo>
                    <a:pt x="6099369" y="2469991"/>
                  </a:lnTo>
                  <a:lnTo>
                    <a:pt x="6099556" y="2470037"/>
                  </a:lnTo>
                  <a:lnTo>
                    <a:pt x="6099743" y="2470059"/>
                  </a:lnTo>
                  <a:lnTo>
                    <a:pt x="6099930" y="2470063"/>
                  </a:lnTo>
                  <a:lnTo>
                    <a:pt x="6100117" y="2470177"/>
                  </a:lnTo>
                  <a:lnTo>
                    <a:pt x="6100304" y="2470297"/>
                  </a:lnTo>
                  <a:lnTo>
                    <a:pt x="6100490" y="2470418"/>
                  </a:lnTo>
                  <a:lnTo>
                    <a:pt x="6100677" y="2470538"/>
                  </a:lnTo>
                  <a:lnTo>
                    <a:pt x="6100864" y="2470658"/>
                  </a:lnTo>
                  <a:lnTo>
                    <a:pt x="6101051" y="2470778"/>
                  </a:lnTo>
                  <a:lnTo>
                    <a:pt x="6101238" y="2471019"/>
                  </a:lnTo>
                  <a:lnTo>
                    <a:pt x="6101425" y="2471259"/>
                  </a:lnTo>
                  <a:lnTo>
                    <a:pt x="6101612" y="2471500"/>
                  </a:lnTo>
                  <a:lnTo>
                    <a:pt x="6101836" y="2471758"/>
                  </a:lnTo>
                  <a:lnTo>
                    <a:pt x="6110771" y="2471676"/>
                  </a:lnTo>
                  <a:lnTo>
                    <a:pt x="6110958" y="2471510"/>
                  </a:lnTo>
                  <a:lnTo>
                    <a:pt x="6111145" y="2471345"/>
                  </a:lnTo>
                  <a:lnTo>
                    <a:pt x="6111332" y="2471180"/>
                  </a:lnTo>
                  <a:lnTo>
                    <a:pt x="6111519" y="2471015"/>
                  </a:lnTo>
                  <a:lnTo>
                    <a:pt x="6111706" y="2470850"/>
                  </a:lnTo>
                  <a:lnTo>
                    <a:pt x="6111893" y="2470685"/>
                  </a:lnTo>
                  <a:lnTo>
                    <a:pt x="6112080" y="2470520"/>
                  </a:lnTo>
                  <a:lnTo>
                    <a:pt x="6112266" y="2470240"/>
                  </a:lnTo>
                  <a:lnTo>
                    <a:pt x="6112453" y="2469910"/>
                  </a:lnTo>
                  <a:lnTo>
                    <a:pt x="6112640" y="2469580"/>
                  </a:lnTo>
                  <a:lnTo>
                    <a:pt x="6112827" y="2469249"/>
                  </a:lnTo>
                  <a:lnTo>
                    <a:pt x="6113014" y="2469076"/>
                  </a:lnTo>
                  <a:lnTo>
                    <a:pt x="6113201" y="2468969"/>
                  </a:lnTo>
                  <a:lnTo>
                    <a:pt x="6113388" y="2468969"/>
                  </a:lnTo>
                  <a:lnTo>
                    <a:pt x="6113575" y="2468969"/>
                  </a:lnTo>
                  <a:lnTo>
                    <a:pt x="6113762" y="2468969"/>
                  </a:lnTo>
                  <a:lnTo>
                    <a:pt x="6113949" y="2468969"/>
                  </a:lnTo>
                  <a:lnTo>
                    <a:pt x="6114136" y="2468969"/>
                  </a:lnTo>
                  <a:lnTo>
                    <a:pt x="6114323" y="2468969"/>
                  </a:lnTo>
                  <a:lnTo>
                    <a:pt x="6114509" y="2468969"/>
                  </a:lnTo>
                  <a:lnTo>
                    <a:pt x="6114696" y="2468969"/>
                  </a:lnTo>
                  <a:lnTo>
                    <a:pt x="6114883" y="2468969"/>
                  </a:lnTo>
                  <a:lnTo>
                    <a:pt x="6115070" y="2468969"/>
                  </a:lnTo>
                  <a:lnTo>
                    <a:pt x="6115257" y="2468969"/>
                  </a:lnTo>
                  <a:lnTo>
                    <a:pt x="6115444" y="2469134"/>
                  </a:lnTo>
                  <a:lnTo>
                    <a:pt x="6115631" y="2469299"/>
                  </a:lnTo>
                  <a:lnTo>
                    <a:pt x="6115818" y="2469464"/>
                  </a:lnTo>
                  <a:lnTo>
                    <a:pt x="6116005" y="2469629"/>
                  </a:lnTo>
                  <a:lnTo>
                    <a:pt x="6116192" y="2469794"/>
                  </a:lnTo>
                  <a:lnTo>
                    <a:pt x="6116379" y="2469959"/>
                  </a:lnTo>
                  <a:lnTo>
                    <a:pt x="6116566" y="2470215"/>
                  </a:lnTo>
                  <a:lnTo>
                    <a:pt x="6116753" y="2470545"/>
                  </a:lnTo>
                  <a:lnTo>
                    <a:pt x="6116939" y="2470875"/>
                  </a:lnTo>
                  <a:lnTo>
                    <a:pt x="6117126" y="2471205"/>
                  </a:lnTo>
                  <a:lnTo>
                    <a:pt x="6117308" y="2471758"/>
                  </a:lnTo>
                  <a:lnTo>
                    <a:pt x="6140119" y="2471758"/>
                  </a:lnTo>
                  <a:lnTo>
                    <a:pt x="6140305" y="2471266"/>
                  </a:lnTo>
                  <a:lnTo>
                    <a:pt x="6140491" y="2470771"/>
                  </a:lnTo>
                  <a:lnTo>
                    <a:pt x="6140678" y="2470416"/>
                  </a:lnTo>
                  <a:lnTo>
                    <a:pt x="6140865" y="2470539"/>
                  </a:lnTo>
                  <a:lnTo>
                    <a:pt x="6141052" y="2470712"/>
                  </a:lnTo>
                  <a:lnTo>
                    <a:pt x="6141239" y="2470981"/>
                  </a:lnTo>
                  <a:lnTo>
                    <a:pt x="6141426" y="2471250"/>
                  </a:lnTo>
                  <a:lnTo>
                    <a:pt x="6141613" y="2471519"/>
                  </a:lnTo>
                  <a:lnTo>
                    <a:pt x="6141779" y="2471758"/>
                  </a:lnTo>
                  <a:lnTo>
                    <a:pt x="6144118" y="2471758"/>
                  </a:lnTo>
                  <a:lnTo>
                    <a:pt x="6144230" y="2471471"/>
                  </a:lnTo>
                  <a:lnTo>
                    <a:pt x="6144417" y="2470924"/>
                  </a:lnTo>
                  <a:lnTo>
                    <a:pt x="6144604" y="2470202"/>
                  </a:lnTo>
                  <a:lnTo>
                    <a:pt x="6144791" y="2469481"/>
                  </a:lnTo>
                  <a:lnTo>
                    <a:pt x="6144978" y="2468760"/>
                  </a:lnTo>
                  <a:lnTo>
                    <a:pt x="6145165" y="2468038"/>
                  </a:lnTo>
                  <a:lnTo>
                    <a:pt x="6145351" y="2467221"/>
                  </a:lnTo>
                  <a:lnTo>
                    <a:pt x="6145538" y="2466379"/>
                  </a:lnTo>
                  <a:lnTo>
                    <a:pt x="6145725" y="2465542"/>
                  </a:lnTo>
                  <a:lnTo>
                    <a:pt x="6145912" y="2464722"/>
                  </a:lnTo>
                  <a:lnTo>
                    <a:pt x="6146099" y="2464220"/>
                  </a:lnTo>
                  <a:lnTo>
                    <a:pt x="6146286" y="2463941"/>
                  </a:lnTo>
                  <a:lnTo>
                    <a:pt x="6146473" y="2463798"/>
                  </a:lnTo>
                  <a:lnTo>
                    <a:pt x="6146660" y="2463674"/>
                  </a:lnTo>
                  <a:lnTo>
                    <a:pt x="6146847" y="2463469"/>
                  </a:lnTo>
                  <a:lnTo>
                    <a:pt x="6147034" y="2463220"/>
                  </a:lnTo>
                  <a:lnTo>
                    <a:pt x="6147221" y="2463040"/>
                  </a:lnTo>
                  <a:lnTo>
                    <a:pt x="6147408" y="2463039"/>
                  </a:lnTo>
                  <a:lnTo>
                    <a:pt x="6147594" y="2463195"/>
                  </a:lnTo>
                  <a:lnTo>
                    <a:pt x="6147781" y="2463418"/>
                  </a:lnTo>
                  <a:lnTo>
                    <a:pt x="6147968" y="2463747"/>
                  </a:lnTo>
                  <a:lnTo>
                    <a:pt x="6148155" y="2464163"/>
                  </a:lnTo>
                  <a:lnTo>
                    <a:pt x="6148342" y="2464492"/>
                  </a:lnTo>
                  <a:lnTo>
                    <a:pt x="6148529" y="2464772"/>
                  </a:lnTo>
                  <a:lnTo>
                    <a:pt x="6148716" y="2464978"/>
                  </a:lnTo>
                  <a:lnTo>
                    <a:pt x="6148903" y="2465183"/>
                  </a:lnTo>
                  <a:lnTo>
                    <a:pt x="6149090" y="2465018"/>
                  </a:lnTo>
                  <a:lnTo>
                    <a:pt x="6149277" y="2464853"/>
                  </a:lnTo>
                  <a:lnTo>
                    <a:pt x="6149464" y="2464688"/>
                  </a:lnTo>
                  <a:lnTo>
                    <a:pt x="6149651" y="2464630"/>
                  </a:lnTo>
                  <a:lnTo>
                    <a:pt x="6149838" y="2464630"/>
                  </a:lnTo>
                  <a:lnTo>
                    <a:pt x="6150024" y="2464630"/>
                  </a:lnTo>
                  <a:lnTo>
                    <a:pt x="6150211" y="2464630"/>
                  </a:lnTo>
                  <a:lnTo>
                    <a:pt x="6150398" y="2464474"/>
                  </a:lnTo>
                  <a:lnTo>
                    <a:pt x="6150585" y="2464251"/>
                  </a:lnTo>
                  <a:lnTo>
                    <a:pt x="6150772" y="2463921"/>
                  </a:lnTo>
                  <a:lnTo>
                    <a:pt x="6150959" y="2463607"/>
                  </a:lnTo>
                  <a:lnTo>
                    <a:pt x="6151146" y="2463442"/>
                  </a:lnTo>
                  <a:lnTo>
                    <a:pt x="6151333" y="2463343"/>
                  </a:lnTo>
                  <a:lnTo>
                    <a:pt x="6151520" y="2463343"/>
                  </a:lnTo>
                  <a:lnTo>
                    <a:pt x="6151707" y="2463343"/>
                  </a:lnTo>
                  <a:lnTo>
                    <a:pt x="6151894" y="2463343"/>
                  </a:lnTo>
                  <a:lnTo>
                    <a:pt x="6152081" y="2463343"/>
                  </a:lnTo>
                  <a:lnTo>
                    <a:pt x="6152267" y="2463563"/>
                  </a:lnTo>
                  <a:lnTo>
                    <a:pt x="6152454" y="2463711"/>
                  </a:lnTo>
                  <a:lnTo>
                    <a:pt x="6152641" y="2463834"/>
                  </a:lnTo>
                  <a:lnTo>
                    <a:pt x="6152828" y="2463958"/>
                  </a:lnTo>
                  <a:lnTo>
                    <a:pt x="6153015" y="2464081"/>
                  </a:lnTo>
                  <a:lnTo>
                    <a:pt x="6153202" y="2464204"/>
                  </a:lnTo>
                  <a:lnTo>
                    <a:pt x="6153389" y="2464327"/>
                  </a:lnTo>
                  <a:lnTo>
                    <a:pt x="6153576" y="2464450"/>
                  </a:lnTo>
                  <a:lnTo>
                    <a:pt x="6153763" y="2464573"/>
                  </a:lnTo>
                  <a:lnTo>
                    <a:pt x="6153950" y="2464635"/>
                  </a:lnTo>
                  <a:lnTo>
                    <a:pt x="6154137" y="2464516"/>
                  </a:lnTo>
                  <a:lnTo>
                    <a:pt x="6154324" y="2464317"/>
                  </a:lnTo>
                  <a:lnTo>
                    <a:pt x="6154511" y="2463945"/>
                  </a:lnTo>
                  <a:lnTo>
                    <a:pt x="6154697" y="2463158"/>
                  </a:lnTo>
                  <a:lnTo>
                    <a:pt x="6154884" y="2462198"/>
                  </a:lnTo>
                  <a:lnTo>
                    <a:pt x="6155071" y="2461151"/>
                  </a:lnTo>
                  <a:lnTo>
                    <a:pt x="6155258" y="2459716"/>
                  </a:lnTo>
                  <a:lnTo>
                    <a:pt x="6155445" y="2458291"/>
                  </a:lnTo>
                  <a:lnTo>
                    <a:pt x="6155632" y="2456867"/>
                  </a:lnTo>
                  <a:lnTo>
                    <a:pt x="6155819" y="2455443"/>
                  </a:lnTo>
                  <a:lnTo>
                    <a:pt x="6156006" y="2454019"/>
                  </a:lnTo>
                  <a:lnTo>
                    <a:pt x="6156193" y="2452595"/>
                  </a:lnTo>
                  <a:lnTo>
                    <a:pt x="6156380" y="2451171"/>
                  </a:lnTo>
                  <a:lnTo>
                    <a:pt x="6156567" y="2449747"/>
                  </a:lnTo>
                  <a:lnTo>
                    <a:pt x="6156754" y="2448405"/>
                  </a:lnTo>
                  <a:lnTo>
                    <a:pt x="6156941" y="2447303"/>
                  </a:lnTo>
                  <a:lnTo>
                    <a:pt x="6157127" y="2446308"/>
                  </a:lnTo>
                  <a:lnTo>
                    <a:pt x="6157314" y="2445544"/>
                  </a:lnTo>
                  <a:lnTo>
                    <a:pt x="6157501" y="2445039"/>
                  </a:lnTo>
                  <a:lnTo>
                    <a:pt x="6157688" y="2444751"/>
                  </a:lnTo>
                  <a:lnTo>
                    <a:pt x="6157875" y="2444504"/>
                  </a:lnTo>
                  <a:lnTo>
                    <a:pt x="6158062" y="2444169"/>
                  </a:lnTo>
                  <a:lnTo>
                    <a:pt x="6158249" y="2444004"/>
                  </a:lnTo>
                  <a:lnTo>
                    <a:pt x="6158436" y="2443674"/>
                  </a:lnTo>
                  <a:lnTo>
                    <a:pt x="6158623" y="2443344"/>
                  </a:lnTo>
                  <a:lnTo>
                    <a:pt x="6158810" y="2443014"/>
                  </a:lnTo>
                  <a:lnTo>
                    <a:pt x="6158997" y="2442684"/>
                  </a:lnTo>
                  <a:lnTo>
                    <a:pt x="6159184" y="2442354"/>
                  </a:lnTo>
                  <a:lnTo>
                    <a:pt x="6159370" y="2442024"/>
                  </a:lnTo>
                  <a:lnTo>
                    <a:pt x="6159557" y="2441694"/>
                  </a:lnTo>
                  <a:lnTo>
                    <a:pt x="6159744" y="2441364"/>
                  </a:lnTo>
                  <a:lnTo>
                    <a:pt x="6159931" y="2441034"/>
                  </a:lnTo>
                  <a:lnTo>
                    <a:pt x="6160118" y="2440703"/>
                  </a:lnTo>
                  <a:lnTo>
                    <a:pt x="6160305" y="2440373"/>
                  </a:lnTo>
                  <a:lnTo>
                    <a:pt x="6160492" y="2440043"/>
                  </a:lnTo>
                  <a:lnTo>
                    <a:pt x="6160679" y="2439870"/>
                  </a:lnTo>
                  <a:lnTo>
                    <a:pt x="6160866" y="2439812"/>
                  </a:lnTo>
                  <a:lnTo>
                    <a:pt x="6161053" y="2439977"/>
                  </a:lnTo>
                  <a:lnTo>
                    <a:pt x="6161240" y="2440307"/>
                  </a:lnTo>
                  <a:lnTo>
                    <a:pt x="6161427" y="2440637"/>
                  </a:lnTo>
                  <a:lnTo>
                    <a:pt x="6161614" y="2440968"/>
                  </a:lnTo>
                  <a:lnTo>
                    <a:pt x="6161800" y="2441298"/>
                  </a:lnTo>
                  <a:lnTo>
                    <a:pt x="6161987" y="2441628"/>
                  </a:lnTo>
                  <a:lnTo>
                    <a:pt x="6162174" y="2441958"/>
                  </a:lnTo>
                  <a:lnTo>
                    <a:pt x="6162361" y="2442288"/>
                  </a:lnTo>
                  <a:lnTo>
                    <a:pt x="6162548" y="2442618"/>
                  </a:lnTo>
                  <a:lnTo>
                    <a:pt x="6162735" y="2442651"/>
                  </a:lnTo>
                  <a:lnTo>
                    <a:pt x="6162922" y="2442670"/>
                  </a:lnTo>
                  <a:lnTo>
                    <a:pt x="6163109" y="2442762"/>
                  </a:lnTo>
                  <a:lnTo>
                    <a:pt x="6163296" y="2442854"/>
                  </a:lnTo>
                  <a:lnTo>
                    <a:pt x="6163483" y="2442654"/>
                  </a:lnTo>
                  <a:lnTo>
                    <a:pt x="6163670" y="2442501"/>
                  </a:lnTo>
                  <a:lnTo>
                    <a:pt x="6163857" y="2442277"/>
                  </a:lnTo>
                  <a:lnTo>
                    <a:pt x="6164044" y="2442052"/>
                  </a:lnTo>
                  <a:lnTo>
                    <a:pt x="6164230" y="2441827"/>
                  </a:lnTo>
                  <a:lnTo>
                    <a:pt x="6164417" y="2441602"/>
                  </a:lnTo>
                  <a:lnTo>
                    <a:pt x="6164604" y="2441377"/>
                  </a:lnTo>
                  <a:lnTo>
                    <a:pt x="6164791" y="2441153"/>
                  </a:lnTo>
                  <a:lnTo>
                    <a:pt x="6164978" y="2440928"/>
                  </a:lnTo>
                  <a:lnTo>
                    <a:pt x="6165165" y="2440703"/>
                  </a:lnTo>
                  <a:lnTo>
                    <a:pt x="6165352" y="2440429"/>
                  </a:lnTo>
                  <a:lnTo>
                    <a:pt x="6165539" y="2439989"/>
                  </a:lnTo>
                  <a:lnTo>
                    <a:pt x="6165726" y="2439412"/>
                  </a:lnTo>
                  <a:lnTo>
                    <a:pt x="6165913" y="2438933"/>
                  </a:lnTo>
                  <a:lnTo>
                    <a:pt x="6166100" y="2438454"/>
                  </a:lnTo>
                  <a:lnTo>
                    <a:pt x="6166287" y="2437980"/>
                  </a:lnTo>
                  <a:lnTo>
                    <a:pt x="6166473" y="2437422"/>
                  </a:lnTo>
                  <a:lnTo>
                    <a:pt x="6166660" y="2436845"/>
                  </a:lnTo>
                  <a:lnTo>
                    <a:pt x="6166847" y="2436250"/>
                  </a:lnTo>
                  <a:lnTo>
                    <a:pt x="6167034" y="2435651"/>
                  </a:lnTo>
                  <a:lnTo>
                    <a:pt x="6167221" y="2435349"/>
                  </a:lnTo>
                  <a:lnTo>
                    <a:pt x="6167408" y="2435079"/>
                  </a:lnTo>
                  <a:lnTo>
                    <a:pt x="6167595" y="2434810"/>
                  </a:lnTo>
                  <a:lnTo>
                    <a:pt x="6167782" y="2434540"/>
                  </a:lnTo>
                  <a:lnTo>
                    <a:pt x="6167969" y="2434295"/>
                  </a:lnTo>
                  <a:lnTo>
                    <a:pt x="6168156" y="2434090"/>
                  </a:lnTo>
                  <a:lnTo>
                    <a:pt x="6168343" y="2434000"/>
                  </a:lnTo>
                  <a:lnTo>
                    <a:pt x="6168530" y="2434000"/>
                  </a:lnTo>
                  <a:lnTo>
                    <a:pt x="6168717" y="2434000"/>
                  </a:lnTo>
                  <a:lnTo>
                    <a:pt x="6168903" y="2433892"/>
                  </a:lnTo>
                  <a:lnTo>
                    <a:pt x="6169090" y="2433941"/>
                  </a:lnTo>
                  <a:lnTo>
                    <a:pt x="6169277" y="2433897"/>
                  </a:lnTo>
                  <a:lnTo>
                    <a:pt x="6169464" y="2433875"/>
                  </a:lnTo>
                  <a:lnTo>
                    <a:pt x="6169651" y="2433880"/>
                  </a:lnTo>
                  <a:lnTo>
                    <a:pt x="6169838" y="2434104"/>
                  </a:lnTo>
                  <a:lnTo>
                    <a:pt x="6170025" y="2434338"/>
                  </a:lnTo>
                  <a:lnTo>
                    <a:pt x="6170212" y="2434571"/>
                  </a:lnTo>
                  <a:lnTo>
                    <a:pt x="6170399" y="2434804"/>
                  </a:lnTo>
                  <a:lnTo>
                    <a:pt x="6170586" y="2435037"/>
                  </a:lnTo>
                  <a:lnTo>
                    <a:pt x="6170773" y="2435241"/>
                  </a:lnTo>
                  <a:lnTo>
                    <a:pt x="6170960" y="2435270"/>
                  </a:lnTo>
                  <a:lnTo>
                    <a:pt x="6171146" y="2435298"/>
                  </a:lnTo>
                  <a:lnTo>
                    <a:pt x="6171333" y="2435327"/>
                  </a:lnTo>
                  <a:lnTo>
                    <a:pt x="6171520" y="2435355"/>
                  </a:lnTo>
                  <a:lnTo>
                    <a:pt x="6171707" y="2435487"/>
                  </a:lnTo>
                  <a:lnTo>
                    <a:pt x="6171894" y="2435623"/>
                  </a:lnTo>
                  <a:lnTo>
                    <a:pt x="6172081" y="2435623"/>
                  </a:lnTo>
                  <a:lnTo>
                    <a:pt x="6172268" y="2435623"/>
                  </a:lnTo>
                  <a:lnTo>
                    <a:pt x="6172455" y="2435623"/>
                  </a:lnTo>
                  <a:lnTo>
                    <a:pt x="6172642" y="2435548"/>
                  </a:lnTo>
                  <a:lnTo>
                    <a:pt x="6172829" y="2435383"/>
                  </a:lnTo>
                  <a:lnTo>
                    <a:pt x="6173016" y="2435218"/>
                  </a:lnTo>
                  <a:lnTo>
                    <a:pt x="6173203" y="2435053"/>
                  </a:lnTo>
                  <a:lnTo>
                    <a:pt x="6173390" y="2434880"/>
                  </a:lnTo>
                  <a:lnTo>
                    <a:pt x="6173576" y="2434624"/>
                  </a:lnTo>
                  <a:lnTo>
                    <a:pt x="6173763" y="2434294"/>
                  </a:lnTo>
                  <a:lnTo>
                    <a:pt x="6173950" y="2433964"/>
                  </a:lnTo>
                  <a:lnTo>
                    <a:pt x="6174137" y="2433634"/>
                  </a:lnTo>
                  <a:lnTo>
                    <a:pt x="6174324" y="2433304"/>
                  </a:lnTo>
                  <a:lnTo>
                    <a:pt x="6174511" y="2432908"/>
                  </a:lnTo>
                  <a:lnTo>
                    <a:pt x="6174698" y="2432248"/>
                  </a:lnTo>
                  <a:lnTo>
                    <a:pt x="6174885" y="2431423"/>
                  </a:lnTo>
                  <a:lnTo>
                    <a:pt x="6175072" y="2430597"/>
                  </a:lnTo>
                  <a:lnTo>
                    <a:pt x="6175259" y="2429879"/>
                  </a:lnTo>
                  <a:lnTo>
                    <a:pt x="6175446" y="2429810"/>
                  </a:lnTo>
                  <a:lnTo>
                    <a:pt x="6175633" y="2429842"/>
                  </a:lnTo>
                  <a:lnTo>
                    <a:pt x="6175820" y="2430006"/>
                  </a:lnTo>
                  <a:lnTo>
                    <a:pt x="6176006" y="2430170"/>
                  </a:lnTo>
                  <a:lnTo>
                    <a:pt x="6176193" y="2430375"/>
                  </a:lnTo>
                  <a:lnTo>
                    <a:pt x="6176380" y="2430604"/>
                  </a:lnTo>
                  <a:lnTo>
                    <a:pt x="6176567" y="2430887"/>
                  </a:lnTo>
                  <a:lnTo>
                    <a:pt x="6176754" y="2431170"/>
                  </a:lnTo>
                  <a:lnTo>
                    <a:pt x="6176941" y="2431453"/>
                  </a:lnTo>
                  <a:lnTo>
                    <a:pt x="6177128" y="2431736"/>
                  </a:lnTo>
                  <a:lnTo>
                    <a:pt x="6177315" y="2432067"/>
                  </a:lnTo>
                  <a:lnTo>
                    <a:pt x="6177502" y="2432531"/>
                  </a:lnTo>
                  <a:lnTo>
                    <a:pt x="6177689" y="2433000"/>
                  </a:lnTo>
                  <a:lnTo>
                    <a:pt x="6177876" y="2433601"/>
                  </a:lnTo>
                  <a:lnTo>
                    <a:pt x="6178063" y="2434082"/>
                  </a:lnTo>
                  <a:lnTo>
                    <a:pt x="6178249" y="2434163"/>
                  </a:lnTo>
                  <a:lnTo>
                    <a:pt x="6178436" y="2434223"/>
                  </a:lnTo>
                  <a:lnTo>
                    <a:pt x="6178623" y="2434188"/>
                  </a:lnTo>
                  <a:lnTo>
                    <a:pt x="6178810" y="2434144"/>
                  </a:lnTo>
                  <a:lnTo>
                    <a:pt x="6178997" y="2434108"/>
                  </a:lnTo>
                  <a:lnTo>
                    <a:pt x="6179184" y="2434072"/>
                  </a:lnTo>
                  <a:lnTo>
                    <a:pt x="6179371" y="2433937"/>
                  </a:lnTo>
                  <a:lnTo>
                    <a:pt x="6179558" y="2433798"/>
                  </a:lnTo>
                  <a:lnTo>
                    <a:pt x="6179745" y="2433658"/>
                  </a:lnTo>
                  <a:lnTo>
                    <a:pt x="6179932" y="2433509"/>
                  </a:lnTo>
                  <a:lnTo>
                    <a:pt x="6180119" y="2433273"/>
                  </a:lnTo>
                  <a:lnTo>
                    <a:pt x="6180306" y="2433086"/>
                  </a:lnTo>
                  <a:lnTo>
                    <a:pt x="6180493" y="2432989"/>
                  </a:lnTo>
                  <a:lnTo>
                    <a:pt x="6180679" y="2432915"/>
                  </a:lnTo>
                  <a:lnTo>
                    <a:pt x="6180866" y="2432957"/>
                  </a:lnTo>
                  <a:lnTo>
                    <a:pt x="6181053" y="2432963"/>
                  </a:lnTo>
                  <a:lnTo>
                    <a:pt x="6181240" y="2433204"/>
                  </a:lnTo>
                  <a:lnTo>
                    <a:pt x="6181427" y="2433444"/>
                  </a:lnTo>
                  <a:lnTo>
                    <a:pt x="6181614" y="2433655"/>
                  </a:lnTo>
                  <a:lnTo>
                    <a:pt x="6181801" y="2433933"/>
                  </a:lnTo>
                  <a:lnTo>
                    <a:pt x="6181988" y="2434385"/>
                  </a:lnTo>
                  <a:lnTo>
                    <a:pt x="6182175" y="2434664"/>
                  </a:lnTo>
                  <a:lnTo>
                    <a:pt x="6182362" y="2434951"/>
                  </a:lnTo>
                  <a:lnTo>
                    <a:pt x="6182549" y="2435239"/>
                  </a:lnTo>
                  <a:lnTo>
                    <a:pt x="6182736" y="2435639"/>
                  </a:lnTo>
                  <a:lnTo>
                    <a:pt x="6182923" y="2436439"/>
                  </a:lnTo>
                  <a:lnTo>
                    <a:pt x="6183109" y="2437259"/>
                  </a:lnTo>
                  <a:lnTo>
                    <a:pt x="6183296" y="2438079"/>
                  </a:lnTo>
                  <a:lnTo>
                    <a:pt x="6183483" y="2438846"/>
                  </a:lnTo>
                  <a:lnTo>
                    <a:pt x="6183670" y="2439393"/>
                  </a:lnTo>
                  <a:lnTo>
                    <a:pt x="6183857" y="2439805"/>
                  </a:lnTo>
                  <a:lnTo>
                    <a:pt x="6184044" y="2440198"/>
                  </a:lnTo>
                  <a:lnTo>
                    <a:pt x="6184231" y="2440672"/>
                  </a:lnTo>
                  <a:lnTo>
                    <a:pt x="6184418" y="2441190"/>
                  </a:lnTo>
                  <a:lnTo>
                    <a:pt x="6184605" y="2441639"/>
                  </a:lnTo>
                  <a:lnTo>
                    <a:pt x="6184792" y="2441908"/>
                  </a:lnTo>
                  <a:lnTo>
                    <a:pt x="6184979" y="2442178"/>
                  </a:lnTo>
                  <a:lnTo>
                    <a:pt x="6185166" y="2442447"/>
                  </a:lnTo>
                  <a:lnTo>
                    <a:pt x="6185352" y="2442717"/>
                  </a:lnTo>
                  <a:lnTo>
                    <a:pt x="6185539" y="2442900"/>
                  </a:lnTo>
                  <a:lnTo>
                    <a:pt x="6185726" y="2443148"/>
                  </a:lnTo>
                  <a:lnTo>
                    <a:pt x="6185913" y="2443445"/>
                  </a:lnTo>
                  <a:lnTo>
                    <a:pt x="6186100" y="2443817"/>
                  </a:lnTo>
                  <a:lnTo>
                    <a:pt x="6186287" y="2444161"/>
                  </a:lnTo>
                  <a:lnTo>
                    <a:pt x="6186474" y="2444656"/>
                  </a:lnTo>
                  <a:lnTo>
                    <a:pt x="6186661" y="2445152"/>
                  </a:lnTo>
                  <a:lnTo>
                    <a:pt x="6186848" y="2445647"/>
                  </a:lnTo>
                  <a:lnTo>
                    <a:pt x="6187035" y="2446034"/>
                  </a:lnTo>
                  <a:lnTo>
                    <a:pt x="6187222" y="2446365"/>
                  </a:lnTo>
                  <a:lnTo>
                    <a:pt x="6187409" y="2446695"/>
                  </a:lnTo>
                  <a:lnTo>
                    <a:pt x="6187596" y="2447025"/>
                  </a:lnTo>
                  <a:lnTo>
                    <a:pt x="6187782" y="2447322"/>
                  </a:lnTo>
                  <a:lnTo>
                    <a:pt x="6187969" y="2447487"/>
                  </a:lnTo>
                  <a:lnTo>
                    <a:pt x="6188156" y="2447652"/>
                  </a:lnTo>
                  <a:lnTo>
                    <a:pt x="6188343" y="2447800"/>
                  </a:lnTo>
                  <a:lnTo>
                    <a:pt x="6188530" y="2447800"/>
                  </a:lnTo>
                  <a:lnTo>
                    <a:pt x="6188717" y="2447734"/>
                  </a:lnTo>
                  <a:lnTo>
                    <a:pt x="6188904" y="2447569"/>
                  </a:lnTo>
                  <a:lnTo>
                    <a:pt x="6189091" y="2447404"/>
                  </a:lnTo>
                  <a:lnTo>
                    <a:pt x="6189278" y="2447239"/>
                  </a:lnTo>
                  <a:lnTo>
                    <a:pt x="6189465" y="2446934"/>
                  </a:lnTo>
                  <a:lnTo>
                    <a:pt x="6189652" y="2446219"/>
                  </a:lnTo>
                  <a:lnTo>
                    <a:pt x="6189839" y="2445576"/>
                  </a:lnTo>
                  <a:lnTo>
                    <a:pt x="6190025" y="2444957"/>
                  </a:lnTo>
                  <a:lnTo>
                    <a:pt x="6190212" y="2444339"/>
                  </a:lnTo>
                  <a:lnTo>
                    <a:pt x="6190399" y="2443721"/>
                  </a:lnTo>
                  <a:lnTo>
                    <a:pt x="6190586" y="2443135"/>
                  </a:lnTo>
                  <a:lnTo>
                    <a:pt x="6190773" y="2442682"/>
                  </a:lnTo>
                  <a:lnTo>
                    <a:pt x="6190960" y="2442229"/>
                  </a:lnTo>
                  <a:lnTo>
                    <a:pt x="6191147" y="2441776"/>
                  </a:lnTo>
                  <a:lnTo>
                    <a:pt x="6191334" y="2441351"/>
                  </a:lnTo>
                  <a:lnTo>
                    <a:pt x="6191521" y="2440975"/>
                  </a:lnTo>
                  <a:lnTo>
                    <a:pt x="6191708" y="2440678"/>
                  </a:lnTo>
                  <a:lnTo>
                    <a:pt x="6191895" y="2440556"/>
                  </a:lnTo>
                  <a:lnTo>
                    <a:pt x="6192082" y="2440625"/>
                  </a:lnTo>
                  <a:lnTo>
                    <a:pt x="6192269" y="2440983"/>
                  </a:lnTo>
                  <a:lnTo>
                    <a:pt x="6192455" y="2441618"/>
                  </a:lnTo>
                  <a:lnTo>
                    <a:pt x="6192642" y="2442641"/>
                  </a:lnTo>
                  <a:lnTo>
                    <a:pt x="6192829" y="2443631"/>
                  </a:lnTo>
                  <a:lnTo>
                    <a:pt x="6193016" y="2444622"/>
                  </a:lnTo>
                  <a:lnTo>
                    <a:pt x="6193203" y="2445612"/>
                  </a:lnTo>
                  <a:lnTo>
                    <a:pt x="6193390" y="2446602"/>
                  </a:lnTo>
                  <a:lnTo>
                    <a:pt x="6193577" y="2447592"/>
                  </a:lnTo>
                  <a:lnTo>
                    <a:pt x="6193764" y="2448582"/>
                  </a:lnTo>
                  <a:lnTo>
                    <a:pt x="6193951" y="2449573"/>
                  </a:lnTo>
                  <a:lnTo>
                    <a:pt x="6194138" y="2450513"/>
                  </a:lnTo>
                  <a:lnTo>
                    <a:pt x="6194325" y="2451347"/>
                  </a:lnTo>
                  <a:lnTo>
                    <a:pt x="6194512" y="2452073"/>
                  </a:lnTo>
                  <a:lnTo>
                    <a:pt x="6194699" y="2452568"/>
                  </a:lnTo>
                  <a:lnTo>
                    <a:pt x="6194885" y="2452807"/>
                  </a:lnTo>
                  <a:lnTo>
                    <a:pt x="6195072" y="2452849"/>
                  </a:lnTo>
                  <a:lnTo>
                    <a:pt x="6195259" y="2452849"/>
                  </a:lnTo>
                  <a:lnTo>
                    <a:pt x="6195446" y="2452956"/>
                  </a:lnTo>
                  <a:lnTo>
                    <a:pt x="6195633" y="2452989"/>
                  </a:lnTo>
                  <a:lnTo>
                    <a:pt x="6195820" y="2453113"/>
                  </a:lnTo>
                  <a:lnTo>
                    <a:pt x="6196007" y="2453113"/>
                  </a:lnTo>
                  <a:lnTo>
                    <a:pt x="6196194" y="2453113"/>
                  </a:lnTo>
                  <a:lnTo>
                    <a:pt x="6196381" y="2453113"/>
                  </a:lnTo>
                  <a:lnTo>
                    <a:pt x="6196568" y="2453113"/>
                  </a:lnTo>
                  <a:lnTo>
                    <a:pt x="6196755" y="2453113"/>
                  </a:lnTo>
                  <a:lnTo>
                    <a:pt x="6196942" y="2453113"/>
                  </a:lnTo>
                  <a:lnTo>
                    <a:pt x="6197128" y="2453113"/>
                  </a:lnTo>
                  <a:lnTo>
                    <a:pt x="6197315" y="2453113"/>
                  </a:lnTo>
                  <a:lnTo>
                    <a:pt x="6197502" y="2453113"/>
                  </a:lnTo>
                  <a:lnTo>
                    <a:pt x="6197689" y="2453113"/>
                  </a:lnTo>
                  <a:lnTo>
                    <a:pt x="6197876" y="2453113"/>
                  </a:lnTo>
                  <a:lnTo>
                    <a:pt x="6198063" y="2453113"/>
                  </a:lnTo>
                  <a:lnTo>
                    <a:pt x="6198250" y="2453005"/>
                  </a:lnTo>
                  <a:lnTo>
                    <a:pt x="6198437" y="2452972"/>
                  </a:lnTo>
                  <a:lnTo>
                    <a:pt x="6198624" y="2452849"/>
                  </a:lnTo>
                  <a:lnTo>
                    <a:pt x="6198811" y="2452849"/>
                  </a:lnTo>
                  <a:lnTo>
                    <a:pt x="6198998" y="2452849"/>
                  </a:lnTo>
                  <a:lnTo>
                    <a:pt x="6199185" y="2452849"/>
                  </a:lnTo>
                  <a:lnTo>
                    <a:pt x="6199372" y="2452849"/>
                  </a:lnTo>
                  <a:lnTo>
                    <a:pt x="6199558" y="2452849"/>
                  </a:lnTo>
                  <a:lnTo>
                    <a:pt x="6199745" y="2452849"/>
                  </a:lnTo>
                  <a:lnTo>
                    <a:pt x="6199932" y="2452849"/>
                  </a:lnTo>
                  <a:lnTo>
                    <a:pt x="6200119" y="2452849"/>
                  </a:lnTo>
                  <a:lnTo>
                    <a:pt x="6200306" y="2452849"/>
                  </a:lnTo>
                  <a:lnTo>
                    <a:pt x="6200493" y="2452849"/>
                  </a:lnTo>
                  <a:lnTo>
                    <a:pt x="6200680" y="2452849"/>
                  </a:lnTo>
                  <a:lnTo>
                    <a:pt x="6200867" y="2452849"/>
                  </a:lnTo>
                  <a:lnTo>
                    <a:pt x="6201054" y="2452849"/>
                  </a:lnTo>
                  <a:lnTo>
                    <a:pt x="6201241" y="2452849"/>
                  </a:lnTo>
                  <a:lnTo>
                    <a:pt x="6201428" y="2452849"/>
                  </a:lnTo>
                  <a:lnTo>
                    <a:pt x="6201615" y="2452849"/>
                  </a:lnTo>
                  <a:lnTo>
                    <a:pt x="6201801" y="2452849"/>
                  </a:lnTo>
                  <a:lnTo>
                    <a:pt x="6201988" y="2452849"/>
                  </a:lnTo>
                  <a:lnTo>
                    <a:pt x="6202175" y="2452849"/>
                  </a:lnTo>
                  <a:lnTo>
                    <a:pt x="6202362" y="2452849"/>
                  </a:lnTo>
                  <a:lnTo>
                    <a:pt x="6202549" y="2452849"/>
                  </a:lnTo>
                  <a:lnTo>
                    <a:pt x="6202736" y="2452898"/>
                  </a:lnTo>
                  <a:lnTo>
                    <a:pt x="6202923" y="2453104"/>
                  </a:lnTo>
                  <a:lnTo>
                    <a:pt x="6203110" y="2453434"/>
                  </a:lnTo>
                  <a:lnTo>
                    <a:pt x="6203297" y="2453765"/>
                  </a:lnTo>
                  <a:lnTo>
                    <a:pt x="6203484" y="2454095"/>
                  </a:lnTo>
                  <a:lnTo>
                    <a:pt x="6203671" y="2454425"/>
                  </a:lnTo>
                  <a:lnTo>
                    <a:pt x="6203858" y="2454755"/>
                  </a:lnTo>
                  <a:lnTo>
                    <a:pt x="6204045" y="2455085"/>
                  </a:lnTo>
                  <a:lnTo>
                    <a:pt x="6204231" y="2455415"/>
                  </a:lnTo>
                  <a:lnTo>
                    <a:pt x="6204418" y="2455745"/>
                  </a:lnTo>
                  <a:lnTo>
                    <a:pt x="6204605" y="2455778"/>
                  </a:lnTo>
                  <a:lnTo>
                    <a:pt x="6204792" y="2455778"/>
                  </a:lnTo>
                  <a:lnTo>
                    <a:pt x="6204979" y="2455779"/>
                  </a:lnTo>
                  <a:lnTo>
                    <a:pt x="6205166" y="2455780"/>
                  </a:lnTo>
                  <a:lnTo>
                    <a:pt x="6205353" y="2455757"/>
                  </a:lnTo>
                  <a:lnTo>
                    <a:pt x="6205540" y="2455692"/>
                  </a:lnTo>
                  <a:lnTo>
                    <a:pt x="6205727" y="2455514"/>
                  </a:lnTo>
                  <a:lnTo>
                    <a:pt x="6205914" y="2455245"/>
                  </a:lnTo>
                  <a:lnTo>
                    <a:pt x="6206101" y="2454976"/>
                  </a:lnTo>
                  <a:lnTo>
                    <a:pt x="6206288" y="2454815"/>
                  </a:lnTo>
                  <a:lnTo>
                    <a:pt x="6206475" y="2454497"/>
                  </a:lnTo>
                  <a:lnTo>
                    <a:pt x="6206661" y="2454272"/>
                  </a:lnTo>
                  <a:lnTo>
                    <a:pt x="6206848" y="2454047"/>
                  </a:lnTo>
                  <a:lnTo>
                    <a:pt x="6207035" y="2453822"/>
                  </a:lnTo>
                  <a:lnTo>
                    <a:pt x="6207222" y="2453598"/>
                  </a:lnTo>
                  <a:lnTo>
                    <a:pt x="6207409" y="2453364"/>
                  </a:lnTo>
                  <a:lnTo>
                    <a:pt x="6207596" y="2453131"/>
                  </a:lnTo>
                  <a:lnTo>
                    <a:pt x="6207783" y="2452898"/>
                  </a:lnTo>
                  <a:lnTo>
                    <a:pt x="6207970" y="2452665"/>
                  </a:lnTo>
                  <a:lnTo>
                    <a:pt x="6208157" y="2452460"/>
                  </a:lnTo>
                  <a:lnTo>
                    <a:pt x="6208344" y="2452432"/>
                  </a:lnTo>
                  <a:lnTo>
                    <a:pt x="6208531" y="2452404"/>
                  </a:lnTo>
                  <a:lnTo>
                    <a:pt x="6208718" y="2452260"/>
                  </a:lnTo>
                  <a:lnTo>
                    <a:pt x="6208904" y="2452354"/>
                  </a:lnTo>
                  <a:lnTo>
                    <a:pt x="6209091" y="2452366"/>
                  </a:lnTo>
                  <a:lnTo>
                    <a:pt x="6209278" y="2452265"/>
                  </a:lnTo>
                  <a:lnTo>
                    <a:pt x="6209465" y="2452469"/>
                  </a:lnTo>
                  <a:lnTo>
                    <a:pt x="6209652" y="2452703"/>
                  </a:lnTo>
                  <a:lnTo>
                    <a:pt x="6209839" y="2452928"/>
                  </a:lnTo>
                  <a:lnTo>
                    <a:pt x="6210026" y="2453227"/>
                  </a:lnTo>
                  <a:lnTo>
                    <a:pt x="6210213" y="2453616"/>
                  </a:lnTo>
                  <a:lnTo>
                    <a:pt x="6210400" y="2454006"/>
                  </a:lnTo>
                  <a:lnTo>
                    <a:pt x="6210587" y="2454396"/>
                  </a:lnTo>
                  <a:lnTo>
                    <a:pt x="6210774" y="2454827"/>
                  </a:lnTo>
                  <a:lnTo>
                    <a:pt x="6210961" y="2455473"/>
                  </a:lnTo>
                  <a:lnTo>
                    <a:pt x="6211148" y="2456193"/>
                  </a:lnTo>
                  <a:lnTo>
                    <a:pt x="6211334" y="2456913"/>
                  </a:lnTo>
                  <a:lnTo>
                    <a:pt x="6211521" y="2457699"/>
                  </a:lnTo>
                  <a:lnTo>
                    <a:pt x="6211708" y="2458522"/>
                  </a:lnTo>
                  <a:lnTo>
                    <a:pt x="6211895" y="2459386"/>
                  </a:lnTo>
                  <a:lnTo>
                    <a:pt x="6212082" y="2460474"/>
                  </a:lnTo>
                  <a:lnTo>
                    <a:pt x="6212269" y="2461729"/>
                  </a:lnTo>
                  <a:lnTo>
                    <a:pt x="6212456" y="2462942"/>
                  </a:lnTo>
                  <a:lnTo>
                    <a:pt x="6212643" y="2463966"/>
                  </a:lnTo>
                  <a:lnTo>
                    <a:pt x="6212830" y="2464530"/>
                  </a:lnTo>
                  <a:lnTo>
                    <a:pt x="6213017" y="2465026"/>
                  </a:lnTo>
                  <a:lnTo>
                    <a:pt x="6213204" y="2465522"/>
                  </a:lnTo>
                  <a:lnTo>
                    <a:pt x="6213391" y="2466018"/>
                  </a:lnTo>
                  <a:lnTo>
                    <a:pt x="6213578" y="2466441"/>
                  </a:lnTo>
                  <a:lnTo>
                    <a:pt x="6213764" y="2466707"/>
                  </a:lnTo>
                  <a:lnTo>
                    <a:pt x="6213951" y="2466919"/>
                  </a:lnTo>
                  <a:lnTo>
                    <a:pt x="6214138" y="2467131"/>
                  </a:lnTo>
                  <a:lnTo>
                    <a:pt x="6214325" y="2467343"/>
                  </a:lnTo>
                  <a:lnTo>
                    <a:pt x="6214512" y="2467555"/>
                  </a:lnTo>
                  <a:lnTo>
                    <a:pt x="6214699" y="2467719"/>
                  </a:lnTo>
                  <a:lnTo>
                    <a:pt x="6214886" y="2467751"/>
                  </a:lnTo>
                  <a:lnTo>
                    <a:pt x="6215073" y="2467776"/>
                  </a:lnTo>
                  <a:lnTo>
                    <a:pt x="6215260" y="2467670"/>
                  </a:lnTo>
                  <a:lnTo>
                    <a:pt x="6215447" y="2467545"/>
                  </a:lnTo>
                  <a:lnTo>
                    <a:pt x="6215634" y="2467404"/>
                  </a:lnTo>
                  <a:lnTo>
                    <a:pt x="6215821" y="2467172"/>
                  </a:lnTo>
                  <a:lnTo>
                    <a:pt x="6216007" y="2467020"/>
                  </a:lnTo>
                  <a:lnTo>
                    <a:pt x="6216194" y="2466980"/>
                  </a:lnTo>
                  <a:lnTo>
                    <a:pt x="6216381" y="2466944"/>
                  </a:lnTo>
                  <a:lnTo>
                    <a:pt x="6216568" y="2466826"/>
                  </a:lnTo>
                  <a:lnTo>
                    <a:pt x="6216755" y="2466831"/>
                  </a:lnTo>
                  <a:lnTo>
                    <a:pt x="6216942" y="2466802"/>
                  </a:lnTo>
                  <a:lnTo>
                    <a:pt x="6217129" y="2466774"/>
                  </a:lnTo>
                  <a:lnTo>
                    <a:pt x="6217316" y="2466754"/>
                  </a:lnTo>
                  <a:lnTo>
                    <a:pt x="6217503" y="2466821"/>
                  </a:lnTo>
                  <a:lnTo>
                    <a:pt x="6217690" y="2466832"/>
                  </a:lnTo>
                  <a:lnTo>
                    <a:pt x="6217877" y="2466627"/>
                  </a:lnTo>
                  <a:lnTo>
                    <a:pt x="6218064" y="2466269"/>
                  </a:lnTo>
                  <a:lnTo>
                    <a:pt x="6218251" y="2465942"/>
                  </a:lnTo>
                  <a:lnTo>
                    <a:pt x="6218437" y="2465888"/>
                  </a:lnTo>
                  <a:lnTo>
                    <a:pt x="6218624" y="2465827"/>
                  </a:lnTo>
                  <a:lnTo>
                    <a:pt x="6218811" y="2465698"/>
                  </a:lnTo>
                  <a:lnTo>
                    <a:pt x="6218998" y="2465613"/>
                  </a:lnTo>
                  <a:lnTo>
                    <a:pt x="6219185" y="2465510"/>
                  </a:lnTo>
                  <a:lnTo>
                    <a:pt x="6219372" y="2465402"/>
                  </a:lnTo>
                  <a:lnTo>
                    <a:pt x="6219559" y="2465409"/>
                  </a:lnTo>
                  <a:lnTo>
                    <a:pt x="6219746" y="2465392"/>
                  </a:lnTo>
                  <a:lnTo>
                    <a:pt x="6219933" y="2465301"/>
                  </a:lnTo>
                  <a:lnTo>
                    <a:pt x="6220120" y="2465175"/>
                  </a:lnTo>
                  <a:lnTo>
                    <a:pt x="6220307" y="2464653"/>
                  </a:lnTo>
                  <a:lnTo>
                    <a:pt x="6220494" y="2464076"/>
                  </a:lnTo>
                  <a:lnTo>
                    <a:pt x="6220680" y="2463513"/>
                  </a:lnTo>
                  <a:lnTo>
                    <a:pt x="6220867" y="2462950"/>
                  </a:lnTo>
                  <a:lnTo>
                    <a:pt x="6221054" y="2462413"/>
                  </a:lnTo>
                  <a:lnTo>
                    <a:pt x="6221241" y="2461915"/>
                  </a:lnTo>
                  <a:lnTo>
                    <a:pt x="6221428" y="2461475"/>
                  </a:lnTo>
                  <a:lnTo>
                    <a:pt x="6221615" y="2461139"/>
                  </a:lnTo>
                  <a:lnTo>
                    <a:pt x="6221802" y="2460887"/>
                  </a:lnTo>
                  <a:lnTo>
                    <a:pt x="6221989" y="2460729"/>
                  </a:lnTo>
                  <a:lnTo>
                    <a:pt x="6222176" y="2460612"/>
                  </a:lnTo>
                  <a:lnTo>
                    <a:pt x="6222363" y="2460441"/>
                  </a:lnTo>
                  <a:lnTo>
                    <a:pt x="6222550" y="2460122"/>
                  </a:lnTo>
                  <a:lnTo>
                    <a:pt x="6222737" y="2459911"/>
                  </a:lnTo>
                  <a:lnTo>
                    <a:pt x="6222924" y="2459669"/>
                  </a:lnTo>
                  <a:lnTo>
                    <a:pt x="6223110" y="2459504"/>
                  </a:lnTo>
                  <a:lnTo>
                    <a:pt x="6223297" y="2459378"/>
                  </a:lnTo>
                  <a:lnTo>
                    <a:pt x="6223484" y="2459303"/>
                  </a:lnTo>
                  <a:lnTo>
                    <a:pt x="6223671" y="2459256"/>
                  </a:lnTo>
                  <a:lnTo>
                    <a:pt x="6223858" y="2459424"/>
                  </a:lnTo>
                  <a:lnTo>
                    <a:pt x="6224045" y="2459592"/>
                  </a:lnTo>
                  <a:lnTo>
                    <a:pt x="6224232" y="2459761"/>
                  </a:lnTo>
                  <a:lnTo>
                    <a:pt x="6224419" y="2459990"/>
                  </a:lnTo>
                  <a:lnTo>
                    <a:pt x="6224606" y="2460120"/>
                  </a:lnTo>
                  <a:lnTo>
                    <a:pt x="6224793" y="2460226"/>
                  </a:lnTo>
                  <a:lnTo>
                    <a:pt x="6224980" y="2460093"/>
                  </a:lnTo>
                  <a:lnTo>
                    <a:pt x="6225167" y="2460089"/>
                  </a:lnTo>
                  <a:lnTo>
                    <a:pt x="6225354" y="2460254"/>
                  </a:lnTo>
                  <a:lnTo>
                    <a:pt x="6225540" y="2460442"/>
                  </a:lnTo>
                  <a:lnTo>
                    <a:pt x="6225727" y="2460635"/>
                  </a:lnTo>
                  <a:lnTo>
                    <a:pt x="6225914" y="2460829"/>
                  </a:lnTo>
                  <a:lnTo>
                    <a:pt x="6226101" y="2461022"/>
                  </a:lnTo>
                  <a:lnTo>
                    <a:pt x="6226288" y="2461392"/>
                  </a:lnTo>
                  <a:lnTo>
                    <a:pt x="6226475" y="2461880"/>
                  </a:lnTo>
                  <a:lnTo>
                    <a:pt x="6226662" y="2462373"/>
                  </a:lnTo>
                  <a:lnTo>
                    <a:pt x="6226849" y="2462831"/>
                  </a:lnTo>
                  <a:lnTo>
                    <a:pt x="6227036" y="2463518"/>
                  </a:lnTo>
                  <a:lnTo>
                    <a:pt x="6227223" y="2464219"/>
                  </a:lnTo>
                  <a:lnTo>
                    <a:pt x="6227410" y="2464982"/>
                  </a:lnTo>
                  <a:lnTo>
                    <a:pt x="6227597" y="2465744"/>
                  </a:lnTo>
                  <a:lnTo>
                    <a:pt x="6227783" y="2466595"/>
                  </a:lnTo>
                  <a:lnTo>
                    <a:pt x="6227970" y="2467351"/>
                  </a:lnTo>
                  <a:lnTo>
                    <a:pt x="6228157" y="2467958"/>
                  </a:lnTo>
                  <a:lnTo>
                    <a:pt x="6228344" y="2468503"/>
                  </a:lnTo>
                  <a:lnTo>
                    <a:pt x="6228531" y="2468934"/>
                  </a:lnTo>
                  <a:lnTo>
                    <a:pt x="6228718" y="2469397"/>
                  </a:lnTo>
                  <a:lnTo>
                    <a:pt x="6228905" y="2469993"/>
                  </a:lnTo>
                  <a:lnTo>
                    <a:pt x="6229092" y="2470588"/>
                  </a:lnTo>
                  <a:lnTo>
                    <a:pt x="6229279" y="2471184"/>
                  </a:lnTo>
                  <a:lnTo>
                    <a:pt x="6229459" y="2471758"/>
                  </a:lnTo>
                  <a:lnTo>
                    <a:pt x="6264637" y="2471758"/>
                  </a:lnTo>
                  <a:lnTo>
                    <a:pt x="6264794" y="2471534"/>
                  </a:lnTo>
                  <a:lnTo>
                    <a:pt x="6264981" y="2471267"/>
                  </a:lnTo>
                  <a:lnTo>
                    <a:pt x="6265168" y="2470911"/>
                  </a:lnTo>
                  <a:lnTo>
                    <a:pt x="6265355" y="2470617"/>
                  </a:lnTo>
                  <a:lnTo>
                    <a:pt x="6265541" y="2470340"/>
                  </a:lnTo>
                  <a:lnTo>
                    <a:pt x="6265728" y="2470125"/>
                  </a:lnTo>
                  <a:lnTo>
                    <a:pt x="6265915" y="2470025"/>
                  </a:lnTo>
                  <a:lnTo>
                    <a:pt x="6266102" y="2469924"/>
                  </a:lnTo>
                  <a:lnTo>
                    <a:pt x="6266289" y="2469824"/>
                  </a:lnTo>
                  <a:lnTo>
                    <a:pt x="6266476" y="2469723"/>
                  </a:lnTo>
                  <a:lnTo>
                    <a:pt x="6266663" y="2469623"/>
                  </a:lnTo>
                  <a:lnTo>
                    <a:pt x="6266850" y="2469523"/>
                  </a:lnTo>
                  <a:lnTo>
                    <a:pt x="6267037" y="2469325"/>
                  </a:lnTo>
                  <a:lnTo>
                    <a:pt x="6267224" y="2469115"/>
                  </a:lnTo>
                  <a:lnTo>
                    <a:pt x="6267411" y="2468920"/>
                  </a:lnTo>
                  <a:lnTo>
                    <a:pt x="6267598" y="2468886"/>
                  </a:lnTo>
                  <a:lnTo>
                    <a:pt x="6267785" y="2468842"/>
                  </a:lnTo>
                  <a:lnTo>
                    <a:pt x="6267971" y="2469036"/>
                  </a:lnTo>
                  <a:lnTo>
                    <a:pt x="6268158" y="2469424"/>
                  </a:lnTo>
                  <a:lnTo>
                    <a:pt x="6268345" y="2469754"/>
                  </a:lnTo>
                  <a:lnTo>
                    <a:pt x="6268532" y="2469886"/>
                  </a:lnTo>
                  <a:lnTo>
                    <a:pt x="6268719" y="2469886"/>
                  </a:lnTo>
                  <a:lnTo>
                    <a:pt x="6268906" y="2469886"/>
                  </a:lnTo>
                  <a:lnTo>
                    <a:pt x="6269093" y="2469886"/>
                  </a:lnTo>
                  <a:lnTo>
                    <a:pt x="6269280" y="2469886"/>
                  </a:lnTo>
                  <a:lnTo>
                    <a:pt x="6269467" y="2469886"/>
                  </a:lnTo>
                  <a:lnTo>
                    <a:pt x="6269654" y="2469886"/>
                  </a:lnTo>
                  <a:lnTo>
                    <a:pt x="6269841" y="2469886"/>
                  </a:lnTo>
                  <a:lnTo>
                    <a:pt x="6270028" y="2469663"/>
                  </a:lnTo>
                  <a:lnTo>
                    <a:pt x="6270215" y="2469416"/>
                  </a:lnTo>
                  <a:lnTo>
                    <a:pt x="6270401" y="2469169"/>
                  </a:lnTo>
                  <a:lnTo>
                    <a:pt x="6270588" y="2468922"/>
                  </a:lnTo>
                  <a:lnTo>
                    <a:pt x="6270775" y="2468675"/>
                  </a:lnTo>
                  <a:lnTo>
                    <a:pt x="6270962" y="2468428"/>
                  </a:lnTo>
                  <a:lnTo>
                    <a:pt x="6271149" y="2468181"/>
                  </a:lnTo>
                  <a:lnTo>
                    <a:pt x="6271336" y="2467934"/>
                  </a:lnTo>
                  <a:lnTo>
                    <a:pt x="6271523" y="2467687"/>
                  </a:lnTo>
                  <a:lnTo>
                    <a:pt x="6271710" y="2467440"/>
                  </a:lnTo>
                  <a:lnTo>
                    <a:pt x="6271897" y="2467175"/>
                  </a:lnTo>
                  <a:lnTo>
                    <a:pt x="6272084" y="2466906"/>
                  </a:lnTo>
                  <a:lnTo>
                    <a:pt x="6272271" y="2466637"/>
                  </a:lnTo>
                  <a:lnTo>
                    <a:pt x="6272458" y="2466368"/>
                  </a:lnTo>
                  <a:lnTo>
                    <a:pt x="6272644" y="2466075"/>
                  </a:lnTo>
                  <a:lnTo>
                    <a:pt x="6272831" y="2465645"/>
                  </a:lnTo>
                  <a:lnTo>
                    <a:pt x="6273018" y="2465159"/>
                  </a:lnTo>
                  <a:lnTo>
                    <a:pt x="6273205" y="2464581"/>
                  </a:lnTo>
                  <a:lnTo>
                    <a:pt x="6273392" y="2464334"/>
                  </a:lnTo>
                  <a:lnTo>
                    <a:pt x="6273579" y="2464086"/>
                  </a:lnTo>
                  <a:lnTo>
                    <a:pt x="6273766" y="2463867"/>
                  </a:lnTo>
                  <a:lnTo>
                    <a:pt x="6273953" y="2463649"/>
                  </a:lnTo>
                  <a:lnTo>
                    <a:pt x="6274140" y="2463430"/>
                  </a:lnTo>
                  <a:lnTo>
                    <a:pt x="6274327" y="2463212"/>
                  </a:lnTo>
                  <a:lnTo>
                    <a:pt x="6274514" y="2463198"/>
                  </a:lnTo>
                  <a:lnTo>
                    <a:pt x="6274701" y="2463211"/>
                  </a:lnTo>
                  <a:lnTo>
                    <a:pt x="6274888" y="2463436"/>
                  </a:lnTo>
                  <a:lnTo>
                    <a:pt x="6275074" y="2463660"/>
                  </a:lnTo>
                  <a:lnTo>
                    <a:pt x="6275261" y="2463885"/>
                  </a:lnTo>
                  <a:lnTo>
                    <a:pt x="6275448" y="2464124"/>
                  </a:lnTo>
                  <a:lnTo>
                    <a:pt x="6275635" y="2464445"/>
                  </a:lnTo>
                  <a:lnTo>
                    <a:pt x="6275822" y="2464808"/>
                  </a:lnTo>
                  <a:lnTo>
                    <a:pt x="6276009" y="2465224"/>
                  </a:lnTo>
                  <a:lnTo>
                    <a:pt x="6276196" y="2465647"/>
                  </a:lnTo>
                  <a:lnTo>
                    <a:pt x="6276383" y="2466069"/>
                  </a:lnTo>
                  <a:lnTo>
                    <a:pt x="6276570" y="2466338"/>
                  </a:lnTo>
                  <a:lnTo>
                    <a:pt x="6276757" y="2466607"/>
                  </a:lnTo>
                  <a:lnTo>
                    <a:pt x="6276944" y="2466876"/>
                  </a:lnTo>
                  <a:lnTo>
                    <a:pt x="6277131" y="2467145"/>
                  </a:lnTo>
                  <a:lnTo>
                    <a:pt x="6277317" y="2467392"/>
                  </a:lnTo>
                  <a:lnTo>
                    <a:pt x="6277504" y="2467620"/>
                  </a:lnTo>
                  <a:lnTo>
                    <a:pt x="6277691" y="2467620"/>
                  </a:lnTo>
                  <a:lnTo>
                    <a:pt x="6277878" y="2467620"/>
                  </a:lnTo>
                  <a:lnTo>
                    <a:pt x="6278065" y="2467620"/>
                  </a:lnTo>
                  <a:lnTo>
                    <a:pt x="6278252" y="2467620"/>
                  </a:lnTo>
                  <a:lnTo>
                    <a:pt x="6278439" y="2467620"/>
                  </a:lnTo>
                  <a:lnTo>
                    <a:pt x="6278626" y="2467620"/>
                  </a:lnTo>
                  <a:lnTo>
                    <a:pt x="6278813" y="2467620"/>
                  </a:lnTo>
                  <a:lnTo>
                    <a:pt x="6279000" y="2467620"/>
                  </a:lnTo>
                  <a:lnTo>
                    <a:pt x="6279187" y="2467620"/>
                  </a:lnTo>
                  <a:lnTo>
                    <a:pt x="6279374" y="2467620"/>
                  </a:lnTo>
                  <a:lnTo>
                    <a:pt x="6279561" y="2467620"/>
                  </a:lnTo>
                  <a:lnTo>
                    <a:pt x="6279747" y="2467620"/>
                  </a:lnTo>
                  <a:lnTo>
                    <a:pt x="6279934" y="2467620"/>
                  </a:lnTo>
                  <a:lnTo>
                    <a:pt x="6280121" y="2467620"/>
                  </a:lnTo>
                  <a:lnTo>
                    <a:pt x="6280308" y="2467620"/>
                  </a:lnTo>
                  <a:lnTo>
                    <a:pt x="6280495" y="2467620"/>
                  </a:lnTo>
                  <a:lnTo>
                    <a:pt x="6280682" y="2467620"/>
                  </a:lnTo>
                  <a:lnTo>
                    <a:pt x="6280869" y="2467620"/>
                  </a:lnTo>
                  <a:lnTo>
                    <a:pt x="6281056" y="2467620"/>
                  </a:lnTo>
                  <a:lnTo>
                    <a:pt x="6281243" y="2467620"/>
                  </a:lnTo>
                  <a:lnTo>
                    <a:pt x="6281430" y="2467620"/>
                  </a:lnTo>
                  <a:lnTo>
                    <a:pt x="6281617" y="2467620"/>
                  </a:lnTo>
                  <a:lnTo>
                    <a:pt x="6281804" y="2467620"/>
                  </a:lnTo>
                  <a:lnTo>
                    <a:pt x="6281991" y="2467620"/>
                  </a:lnTo>
                  <a:lnTo>
                    <a:pt x="6282177" y="2467620"/>
                  </a:lnTo>
                  <a:lnTo>
                    <a:pt x="6282364" y="2467840"/>
                  </a:lnTo>
                  <a:lnTo>
                    <a:pt x="6282551" y="2468087"/>
                  </a:lnTo>
                  <a:lnTo>
                    <a:pt x="6282738" y="2468356"/>
                  </a:lnTo>
                  <a:lnTo>
                    <a:pt x="6282925" y="2468625"/>
                  </a:lnTo>
                  <a:lnTo>
                    <a:pt x="6283112" y="2468893"/>
                  </a:lnTo>
                  <a:lnTo>
                    <a:pt x="6283299" y="2469316"/>
                  </a:lnTo>
                  <a:lnTo>
                    <a:pt x="6283486" y="2469732"/>
                  </a:lnTo>
                  <a:lnTo>
                    <a:pt x="6283673" y="2470148"/>
                  </a:lnTo>
                  <a:lnTo>
                    <a:pt x="6283860" y="2470645"/>
                  </a:lnTo>
                  <a:lnTo>
                    <a:pt x="6284047" y="2471142"/>
                  </a:lnTo>
                  <a:lnTo>
                    <a:pt x="6284278" y="2471758"/>
                  </a:lnTo>
                  <a:lnTo>
                    <a:pt x="6308909" y="2471758"/>
                  </a:lnTo>
                  <a:lnTo>
                    <a:pt x="6309094" y="2471472"/>
                  </a:lnTo>
                  <a:lnTo>
                    <a:pt x="6309281" y="2471315"/>
                  </a:lnTo>
                  <a:lnTo>
                    <a:pt x="6309468" y="2471315"/>
                  </a:lnTo>
                  <a:lnTo>
                    <a:pt x="6309655" y="2471315"/>
                  </a:lnTo>
                  <a:lnTo>
                    <a:pt x="6309842" y="2471315"/>
                  </a:lnTo>
                  <a:lnTo>
                    <a:pt x="6310029" y="2471340"/>
                  </a:lnTo>
                  <a:lnTo>
                    <a:pt x="6310216" y="2471505"/>
                  </a:lnTo>
                  <a:lnTo>
                    <a:pt x="6310411" y="2471758"/>
                  </a:lnTo>
                  <a:lnTo>
                    <a:pt x="6310963" y="2471704"/>
                  </a:lnTo>
                  <a:lnTo>
                    <a:pt x="6311150" y="2471511"/>
                  </a:lnTo>
                  <a:lnTo>
                    <a:pt x="6311337" y="2471317"/>
                  </a:lnTo>
                  <a:lnTo>
                    <a:pt x="6311524" y="2471124"/>
                  </a:lnTo>
                  <a:lnTo>
                    <a:pt x="6311711" y="2470765"/>
                  </a:lnTo>
                  <a:lnTo>
                    <a:pt x="6311898" y="2470202"/>
                  </a:lnTo>
                  <a:lnTo>
                    <a:pt x="6312085" y="2469639"/>
                  </a:lnTo>
                  <a:lnTo>
                    <a:pt x="6312272" y="2469084"/>
                  </a:lnTo>
                  <a:lnTo>
                    <a:pt x="6312459" y="2468529"/>
                  </a:lnTo>
                  <a:lnTo>
                    <a:pt x="6312646" y="2467974"/>
                  </a:lnTo>
                  <a:lnTo>
                    <a:pt x="6312832" y="2467405"/>
                  </a:lnTo>
                  <a:lnTo>
                    <a:pt x="6313019" y="2466754"/>
                  </a:lnTo>
                  <a:lnTo>
                    <a:pt x="6313206" y="2466061"/>
                  </a:lnTo>
                  <a:lnTo>
                    <a:pt x="6313393" y="2465356"/>
                  </a:lnTo>
                  <a:lnTo>
                    <a:pt x="6313580" y="2464768"/>
                  </a:lnTo>
                  <a:lnTo>
                    <a:pt x="6313767" y="2464181"/>
                  </a:lnTo>
                  <a:lnTo>
                    <a:pt x="6313954" y="2463747"/>
                  </a:lnTo>
                  <a:lnTo>
                    <a:pt x="6314141" y="2463313"/>
                  </a:lnTo>
                  <a:lnTo>
                    <a:pt x="6314328" y="2462731"/>
                  </a:lnTo>
                  <a:lnTo>
                    <a:pt x="6314515" y="2462297"/>
                  </a:lnTo>
                  <a:lnTo>
                    <a:pt x="6314702" y="2461885"/>
                  </a:lnTo>
                  <a:lnTo>
                    <a:pt x="6314889" y="2461492"/>
                  </a:lnTo>
                  <a:lnTo>
                    <a:pt x="6315075" y="2461327"/>
                  </a:lnTo>
                  <a:lnTo>
                    <a:pt x="6315262" y="2461162"/>
                  </a:lnTo>
                  <a:lnTo>
                    <a:pt x="6315449" y="2460989"/>
                  </a:lnTo>
                  <a:lnTo>
                    <a:pt x="6315636" y="2460659"/>
                  </a:lnTo>
                  <a:lnTo>
                    <a:pt x="6315823" y="2460328"/>
                  </a:lnTo>
                  <a:lnTo>
                    <a:pt x="6316010" y="2459998"/>
                  </a:lnTo>
                  <a:lnTo>
                    <a:pt x="6316197" y="2459668"/>
                  </a:lnTo>
                  <a:lnTo>
                    <a:pt x="6316384" y="2459338"/>
                  </a:lnTo>
                  <a:lnTo>
                    <a:pt x="6316571" y="2459008"/>
                  </a:lnTo>
                  <a:lnTo>
                    <a:pt x="6316758" y="2458678"/>
                  </a:lnTo>
                  <a:lnTo>
                    <a:pt x="6316945" y="2458348"/>
                  </a:lnTo>
                  <a:lnTo>
                    <a:pt x="6317132" y="2458166"/>
                  </a:lnTo>
                  <a:lnTo>
                    <a:pt x="6317319" y="2458001"/>
                  </a:lnTo>
                  <a:lnTo>
                    <a:pt x="6317505" y="2457836"/>
                  </a:lnTo>
                  <a:lnTo>
                    <a:pt x="6317692" y="2457671"/>
                  </a:lnTo>
                  <a:lnTo>
                    <a:pt x="6317879" y="2457506"/>
                  </a:lnTo>
                  <a:lnTo>
                    <a:pt x="6318066" y="2457341"/>
                  </a:lnTo>
                  <a:lnTo>
                    <a:pt x="6318253" y="2457185"/>
                  </a:lnTo>
                  <a:lnTo>
                    <a:pt x="6318440" y="2457185"/>
                  </a:lnTo>
                  <a:lnTo>
                    <a:pt x="6318627" y="2457185"/>
                  </a:lnTo>
                  <a:lnTo>
                    <a:pt x="6318814" y="2457185"/>
                  </a:lnTo>
                  <a:lnTo>
                    <a:pt x="6319001" y="2457185"/>
                  </a:lnTo>
                  <a:lnTo>
                    <a:pt x="6319188" y="2457185"/>
                  </a:lnTo>
                  <a:lnTo>
                    <a:pt x="6319375" y="2457185"/>
                  </a:lnTo>
                  <a:lnTo>
                    <a:pt x="6319562" y="2457185"/>
                  </a:lnTo>
                  <a:lnTo>
                    <a:pt x="6319749" y="2456964"/>
                  </a:lnTo>
                  <a:lnTo>
                    <a:pt x="6319935" y="2456717"/>
                  </a:lnTo>
                  <a:lnTo>
                    <a:pt x="6320122" y="2456448"/>
                  </a:lnTo>
                  <a:lnTo>
                    <a:pt x="6320309" y="2456180"/>
                  </a:lnTo>
                  <a:lnTo>
                    <a:pt x="6320496" y="2455911"/>
                  </a:lnTo>
                  <a:lnTo>
                    <a:pt x="6320683" y="2455488"/>
                  </a:lnTo>
                  <a:lnTo>
                    <a:pt x="6320870" y="2455072"/>
                  </a:lnTo>
                  <a:lnTo>
                    <a:pt x="6321057" y="2454590"/>
                  </a:lnTo>
                  <a:lnTo>
                    <a:pt x="6321244" y="2453928"/>
                  </a:lnTo>
                  <a:lnTo>
                    <a:pt x="6321431" y="2453266"/>
                  </a:lnTo>
                  <a:lnTo>
                    <a:pt x="6321618" y="2452603"/>
                  </a:lnTo>
                  <a:lnTo>
                    <a:pt x="6321805" y="2451941"/>
                  </a:lnTo>
                  <a:lnTo>
                    <a:pt x="6321992" y="2451279"/>
                  </a:lnTo>
                  <a:lnTo>
                    <a:pt x="6322178" y="2450617"/>
                  </a:lnTo>
                  <a:lnTo>
                    <a:pt x="6322365" y="2449955"/>
                  </a:lnTo>
                  <a:lnTo>
                    <a:pt x="6322552" y="2449284"/>
                  </a:lnTo>
                  <a:lnTo>
                    <a:pt x="6322739" y="2448614"/>
                  </a:lnTo>
                  <a:lnTo>
                    <a:pt x="6322926" y="2447925"/>
                  </a:lnTo>
                  <a:lnTo>
                    <a:pt x="6323113" y="2447179"/>
                  </a:lnTo>
                  <a:lnTo>
                    <a:pt x="6323300" y="2446343"/>
                  </a:lnTo>
                  <a:lnTo>
                    <a:pt x="6323487" y="2445591"/>
                  </a:lnTo>
                  <a:lnTo>
                    <a:pt x="6323674" y="2444838"/>
                  </a:lnTo>
                  <a:lnTo>
                    <a:pt x="6323861" y="2444151"/>
                  </a:lnTo>
                  <a:lnTo>
                    <a:pt x="6324048" y="2443718"/>
                  </a:lnTo>
                  <a:lnTo>
                    <a:pt x="6324235" y="2443284"/>
                  </a:lnTo>
                  <a:lnTo>
                    <a:pt x="6324422" y="2442850"/>
                  </a:lnTo>
                  <a:lnTo>
                    <a:pt x="6324608" y="2442416"/>
                  </a:lnTo>
                  <a:lnTo>
                    <a:pt x="6324795" y="2441982"/>
                  </a:lnTo>
                  <a:lnTo>
                    <a:pt x="6324982" y="2441548"/>
                  </a:lnTo>
                  <a:lnTo>
                    <a:pt x="6325169" y="2441114"/>
                  </a:lnTo>
                  <a:lnTo>
                    <a:pt x="6325356" y="2440680"/>
                  </a:lnTo>
                  <a:lnTo>
                    <a:pt x="6325543" y="2440246"/>
                  </a:lnTo>
                  <a:lnTo>
                    <a:pt x="6325730" y="2439920"/>
                  </a:lnTo>
                  <a:lnTo>
                    <a:pt x="6325917" y="2439753"/>
                  </a:lnTo>
                  <a:lnTo>
                    <a:pt x="6326104" y="2439630"/>
                  </a:lnTo>
                  <a:lnTo>
                    <a:pt x="6326291" y="2439507"/>
                  </a:lnTo>
                  <a:lnTo>
                    <a:pt x="6326478" y="2439406"/>
                  </a:lnTo>
                  <a:lnTo>
                    <a:pt x="6326665" y="2439571"/>
                  </a:lnTo>
                  <a:lnTo>
                    <a:pt x="6326851" y="2439736"/>
                  </a:lnTo>
                  <a:lnTo>
                    <a:pt x="6327038" y="2439901"/>
                  </a:lnTo>
                  <a:lnTo>
                    <a:pt x="6327225" y="2440066"/>
                  </a:lnTo>
                  <a:lnTo>
                    <a:pt x="6327412" y="2440231"/>
                  </a:lnTo>
                  <a:lnTo>
                    <a:pt x="6327599" y="2440396"/>
                  </a:lnTo>
                  <a:lnTo>
                    <a:pt x="6327786" y="2440652"/>
                  </a:lnTo>
                  <a:lnTo>
                    <a:pt x="6327973" y="2440982"/>
                  </a:lnTo>
                  <a:lnTo>
                    <a:pt x="6328160" y="2441312"/>
                  </a:lnTo>
                  <a:lnTo>
                    <a:pt x="6328347" y="2441642"/>
                  </a:lnTo>
                  <a:lnTo>
                    <a:pt x="6328534" y="2441972"/>
                  </a:lnTo>
                  <a:lnTo>
                    <a:pt x="6328721" y="2442162"/>
                  </a:lnTo>
                  <a:lnTo>
                    <a:pt x="6328908" y="2442327"/>
                  </a:lnTo>
                  <a:lnTo>
                    <a:pt x="6329095" y="2442492"/>
                  </a:lnTo>
                  <a:lnTo>
                    <a:pt x="6329281" y="2442657"/>
                  </a:lnTo>
                  <a:lnTo>
                    <a:pt x="6329468" y="2442822"/>
                  </a:lnTo>
                  <a:lnTo>
                    <a:pt x="6329655" y="2442987"/>
                  </a:lnTo>
                  <a:lnTo>
                    <a:pt x="6329842" y="2443152"/>
                  </a:lnTo>
                  <a:lnTo>
                    <a:pt x="6330029" y="2443317"/>
                  </a:lnTo>
                  <a:lnTo>
                    <a:pt x="6330216" y="2443482"/>
                  </a:lnTo>
                  <a:lnTo>
                    <a:pt x="6330403" y="2443648"/>
                  </a:lnTo>
                  <a:lnTo>
                    <a:pt x="6330590" y="2443722"/>
                  </a:lnTo>
                  <a:lnTo>
                    <a:pt x="6330777" y="2443722"/>
                  </a:lnTo>
                  <a:lnTo>
                    <a:pt x="6330964" y="2443672"/>
                  </a:lnTo>
                  <a:lnTo>
                    <a:pt x="6331151" y="2443507"/>
                  </a:lnTo>
                  <a:lnTo>
                    <a:pt x="6331338" y="2443342"/>
                  </a:lnTo>
                  <a:lnTo>
                    <a:pt x="6331525" y="2443177"/>
                  </a:lnTo>
                  <a:lnTo>
                    <a:pt x="6331711" y="2443012"/>
                  </a:lnTo>
                  <a:lnTo>
                    <a:pt x="6331898" y="2442847"/>
                  </a:lnTo>
                  <a:lnTo>
                    <a:pt x="6332085" y="2442682"/>
                  </a:lnTo>
                  <a:lnTo>
                    <a:pt x="6332272" y="2442435"/>
                  </a:lnTo>
                  <a:lnTo>
                    <a:pt x="6332459" y="2442104"/>
                  </a:lnTo>
                  <a:lnTo>
                    <a:pt x="6332646" y="2441667"/>
                  </a:lnTo>
                  <a:lnTo>
                    <a:pt x="6332833" y="2441172"/>
                  </a:lnTo>
                  <a:lnTo>
                    <a:pt x="6333020" y="2440578"/>
                  </a:lnTo>
                  <a:lnTo>
                    <a:pt x="6333207" y="2439918"/>
                  </a:lnTo>
                  <a:lnTo>
                    <a:pt x="6333394" y="2439258"/>
                  </a:lnTo>
                  <a:lnTo>
                    <a:pt x="6333581" y="2438597"/>
                  </a:lnTo>
                  <a:lnTo>
                    <a:pt x="6333768" y="2437987"/>
                  </a:lnTo>
                  <a:lnTo>
                    <a:pt x="6333954" y="2437657"/>
                  </a:lnTo>
                  <a:lnTo>
                    <a:pt x="6334141" y="2437327"/>
                  </a:lnTo>
                  <a:lnTo>
                    <a:pt x="6334328" y="2436997"/>
                  </a:lnTo>
                  <a:lnTo>
                    <a:pt x="6334515" y="2436666"/>
                  </a:lnTo>
                  <a:lnTo>
                    <a:pt x="6334702" y="2436336"/>
                  </a:lnTo>
                  <a:lnTo>
                    <a:pt x="6334889" y="2436006"/>
                  </a:lnTo>
                  <a:lnTo>
                    <a:pt x="6335076" y="2435726"/>
                  </a:lnTo>
                  <a:lnTo>
                    <a:pt x="6335263" y="2435445"/>
                  </a:lnTo>
                  <a:lnTo>
                    <a:pt x="6335450" y="2435222"/>
                  </a:lnTo>
                  <a:lnTo>
                    <a:pt x="6335637" y="2435057"/>
                  </a:lnTo>
                  <a:lnTo>
                    <a:pt x="6335824" y="2434991"/>
                  </a:lnTo>
                  <a:lnTo>
                    <a:pt x="6336011" y="2434991"/>
                  </a:lnTo>
                  <a:lnTo>
                    <a:pt x="6336198" y="2434991"/>
                  </a:lnTo>
                  <a:lnTo>
                    <a:pt x="6336384" y="2434991"/>
                  </a:lnTo>
                  <a:lnTo>
                    <a:pt x="6336571" y="2434991"/>
                  </a:lnTo>
                  <a:lnTo>
                    <a:pt x="6336758" y="2434826"/>
                  </a:lnTo>
                  <a:lnTo>
                    <a:pt x="6336945" y="2434760"/>
                  </a:lnTo>
                  <a:lnTo>
                    <a:pt x="6337132" y="2434760"/>
                  </a:lnTo>
                  <a:lnTo>
                    <a:pt x="6337319" y="2434760"/>
                  </a:lnTo>
                  <a:lnTo>
                    <a:pt x="6337506" y="2434595"/>
                  </a:lnTo>
                  <a:lnTo>
                    <a:pt x="6337693" y="2434455"/>
                  </a:lnTo>
                  <a:lnTo>
                    <a:pt x="6337880" y="2434488"/>
                  </a:lnTo>
                  <a:lnTo>
                    <a:pt x="6338067" y="2434604"/>
                  </a:lnTo>
                  <a:lnTo>
                    <a:pt x="6338254" y="2434769"/>
                  </a:lnTo>
                  <a:lnTo>
                    <a:pt x="6338441" y="2434934"/>
                  </a:lnTo>
                  <a:lnTo>
                    <a:pt x="6338628" y="2435099"/>
                  </a:lnTo>
                  <a:lnTo>
                    <a:pt x="6338814" y="2435181"/>
                  </a:lnTo>
                  <a:lnTo>
                    <a:pt x="6339001" y="2435181"/>
                  </a:lnTo>
                  <a:lnTo>
                    <a:pt x="6339188" y="2435181"/>
                  </a:lnTo>
                  <a:lnTo>
                    <a:pt x="6339375" y="2435264"/>
                  </a:lnTo>
                  <a:lnTo>
                    <a:pt x="6339562" y="2435429"/>
                  </a:lnTo>
                  <a:lnTo>
                    <a:pt x="6339749" y="2435577"/>
                  </a:lnTo>
                  <a:lnTo>
                    <a:pt x="6339936" y="2435239"/>
                  </a:lnTo>
                  <a:lnTo>
                    <a:pt x="6340123" y="2434673"/>
                  </a:lnTo>
                  <a:lnTo>
                    <a:pt x="6340310" y="2434391"/>
                  </a:lnTo>
                  <a:lnTo>
                    <a:pt x="6340497" y="2434140"/>
                  </a:lnTo>
                  <a:lnTo>
                    <a:pt x="6340684" y="2433847"/>
                  </a:lnTo>
                  <a:lnTo>
                    <a:pt x="6340871" y="2433617"/>
                  </a:lnTo>
                  <a:lnTo>
                    <a:pt x="6341057" y="2433433"/>
                  </a:lnTo>
                  <a:lnTo>
                    <a:pt x="6341244" y="2433338"/>
                  </a:lnTo>
                  <a:lnTo>
                    <a:pt x="6341431" y="2433284"/>
                  </a:lnTo>
                  <a:lnTo>
                    <a:pt x="6341618" y="2433572"/>
                  </a:lnTo>
                  <a:lnTo>
                    <a:pt x="6341805" y="2433950"/>
                  </a:lnTo>
                  <a:lnTo>
                    <a:pt x="6341992" y="2434328"/>
                  </a:lnTo>
                  <a:lnTo>
                    <a:pt x="6342179" y="2434699"/>
                  </a:lnTo>
                  <a:lnTo>
                    <a:pt x="6342366" y="2435048"/>
                  </a:lnTo>
                  <a:lnTo>
                    <a:pt x="6342553" y="2435372"/>
                  </a:lnTo>
                  <a:lnTo>
                    <a:pt x="6342740" y="2435763"/>
                  </a:lnTo>
                  <a:lnTo>
                    <a:pt x="6342927" y="2436238"/>
                  </a:lnTo>
                  <a:lnTo>
                    <a:pt x="6343114" y="2436705"/>
                  </a:lnTo>
                  <a:lnTo>
                    <a:pt x="6343301" y="2437100"/>
                  </a:lnTo>
                  <a:lnTo>
                    <a:pt x="6343487" y="2437536"/>
                  </a:lnTo>
                  <a:lnTo>
                    <a:pt x="6343674" y="2438014"/>
                  </a:lnTo>
                  <a:lnTo>
                    <a:pt x="6343861" y="2438537"/>
                  </a:lnTo>
                  <a:lnTo>
                    <a:pt x="6344048" y="2438983"/>
                  </a:lnTo>
                  <a:lnTo>
                    <a:pt x="6344235" y="2439352"/>
                  </a:lnTo>
                  <a:lnTo>
                    <a:pt x="6344422" y="2439679"/>
                  </a:lnTo>
                  <a:lnTo>
                    <a:pt x="6344609" y="2439989"/>
                  </a:lnTo>
                  <a:lnTo>
                    <a:pt x="6344796" y="2440298"/>
                  </a:lnTo>
                  <a:lnTo>
                    <a:pt x="6344983" y="2440583"/>
                  </a:lnTo>
                  <a:lnTo>
                    <a:pt x="6345170" y="2440645"/>
                  </a:lnTo>
                  <a:lnTo>
                    <a:pt x="6345357" y="2440708"/>
                  </a:lnTo>
                  <a:lnTo>
                    <a:pt x="6345544" y="2440674"/>
                  </a:lnTo>
                  <a:lnTo>
                    <a:pt x="6345730" y="2440592"/>
                  </a:lnTo>
                  <a:lnTo>
                    <a:pt x="6345917" y="2440582"/>
                  </a:lnTo>
                  <a:lnTo>
                    <a:pt x="6346104" y="2440618"/>
                  </a:lnTo>
                  <a:lnTo>
                    <a:pt x="6346291" y="2440948"/>
                  </a:lnTo>
                  <a:lnTo>
                    <a:pt x="6346478" y="2441237"/>
                  </a:lnTo>
                  <a:lnTo>
                    <a:pt x="6346665" y="2441394"/>
                  </a:lnTo>
                  <a:lnTo>
                    <a:pt x="6346852" y="2441394"/>
                  </a:lnTo>
                  <a:lnTo>
                    <a:pt x="6347039" y="2441394"/>
                  </a:lnTo>
                  <a:lnTo>
                    <a:pt x="6347226" y="2441394"/>
                  </a:lnTo>
                  <a:lnTo>
                    <a:pt x="6347413" y="2441394"/>
                  </a:lnTo>
                  <a:lnTo>
                    <a:pt x="6347600" y="2441394"/>
                  </a:lnTo>
                  <a:lnTo>
                    <a:pt x="6347787" y="2441394"/>
                  </a:lnTo>
                  <a:lnTo>
                    <a:pt x="6347974" y="2441435"/>
                  </a:lnTo>
                  <a:lnTo>
                    <a:pt x="6348160" y="2441600"/>
                  </a:lnTo>
                  <a:lnTo>
                    <a:pt x="6348347" y="2441765"/>
                  </a:lnTo>
                  <a:lnTo>
                    <a:pt x="6348534" y="2441930"/>
                  </a:lnTo>
                  <a:lnTo>
                    <a:pt x="6348721" y="2442095"/>
                  </a:lnTo>
                  <a:lnTo>
                    <a:pt x="6348908" y="2442120"/>
                  </a:lnTo>
                  <a:lnTo>
                    <a:pt x="6349095" y="2442285"/>
                  </a:lnTo>
                  <a:lnTo>
                    <a:pt x="6349282" y="2442707"/>
                  </a:lnTo>
                  <a:lnTo>
                    <a:pt x="6349469" y="2443160"/>
                  </a:lnTo>
                  <a:lnTo>
                    <a:pt x="6349656" y="2443635"/>
                  </a:lnTo>
                  <a:lnTo>
                    <a:pt x="6349843" y="2444113"/>
                  </a:lnTo>
                  <a:lnTo>
                    <a:pt x="6350030" y="2444592"/>
                  </a:lnTo>
                  <a:lnTo>
                    <a:pt x="6350217" y="2445071"/>
                  </a:lnTo>
                  <a:lnTo>
                    <a:pt x="6350404" y="2445549"/>
                  </a:lnTo>
                  <a:lnTo>
                    <a:pt x="6350590" y="2446028"/>
                  </a:lnTo>
                  <a:lnTo>
                    <a:pt x="6350777" y="2446574"/>
                  </a:lnTo>
                  <a:lnTo>
                    <a:pt x="6350964" y="2446964"/>
                  </a:lnTo>
                  <a:lnTo>
                    <a:pt x="6351151" y="2447354"/>
                  </a:lnTo>
                  <a:lnTo>
                    <a:pt x="6351338" y="2447743"/>
                  </a:lnTo>
                  <a:lnTo>
                    <a:pt x="6351525" y="2448133"/>
                  </a:lnTo>
                  <a:lnTo>
                    <a:pt x="6351712" y="2448753"/>
                  </a:lnTo>
                  <a:lnTo>
                    <a:pt x="6351899" y="2449238"/>
                  </a:lnTo>
                  <a:lnTo>
                    <a:pt x="6352086" y="2449724"/>
                  </a:lnTo>
                  <a:lnTo>
                    <a:pt x="6352273" y="2450217"/>
                  </a:lnTo>
                  <a:lnTo>
                    <a:pt x="6352460" y="2450530"/>
                  </a:lnTo>
                  <a:lnTo>
                    <a:pt x="6352647" y="2450844"/>
                  </a:lnTo>
                  <a:lnTo>
                    <a:pt x="6352833" y="2451166"/>
                  </a:lnTo>
                  <a:lnTo>
                    <a:pt x="6353020" y="2451645"/>
                  </a:lnTo>
                  <a:lnTo>
                    <a:pt x="6353207" y="2452124"/>
                  </a:lnTo>
                  <a:lnTo>
                    <a:pt x="6353394" y="2452602"/>
                  </a:lnTo>
                  <a:lnTo>
                    <a:pt x="6353581" y="2453148"/>
                  </a:lnTo>
                  <a:lnTo>
                    <a:pt x="6353768" y="2453479"/>
                  </a:lnTo>
                  <a:lnTo>
                    <a:pt x="6353955" y="2453809"/>
                  </a:lnTo>
                  <a:lnTo>
                    <a:pt x="6354142" y="2454139"/>
                  </a:lnTo>
                  <a:lnTo>
                    <a:pt x="6354329" y="2454469"/>
                  </a:lnTo>
                  <a:lnTo>
                    <a:pt x="6354516" y="2454650"/>
                  </a:lnTo>
                  <a:lnTo>
                    <a:pt x="6354703" y="2454815"/>
                  </a:lnTo>
                  <a:lnTo>
                    <a:pt x="6354890" y="2454980"/>
                  </a:lnTo>
                  <a:lnTo>
                    <a:pt x="6355077" y="2455145"/>
                  </a:lnTo>
                  <a:lnTo>
                    <a:pt x="6355263" y="2455310"/>
                  </a:lnTo>
                  <a:lnTo>
                    <a:pt x="6355450" y="2455475"/>
                  </a:lnTo>
                  <a:lnTo>
                    <a:pt x="6355637" y="2455632"/>
                  </a:lnTo>
                  <a:lnTo>
                    <a:pt x="6355824" y="2455632"/>
                  </a:lnTo>
                  <a:lnTo>
                    <a:pt x="6356011" y="2455632"/>
                  </a:lnTo>
                  <a:lnTo>
                    <a:pt x="6356198" y="2455632"/>
                  </a:lnTo>
                  <a:lnTo>
                    <a:pt x="6356385" y="2455632"/>
                  </a:lnTo>
                  <a:lnTo>
                    <a:pt x="6356572" y="2455632"/>
                  </a:lnTo>
                  <a:lnTo>
                    <a:pt x="6356759" y="2455632"/>
                  </a:lnTo>
                  <a:lnTo>
                    <a:pt x="6356946" y="2455632"/>
                  </a:lnTo>
                  <a:lnTo>
                    <a:pt x="6357133" y="2455632"/>
                  </a:lnTo>
                  <a:lnTo>
                    <a:pt x="6357320" y="2455632"/>
                  </a:lnTo>
                  <a:lnTo>
                    <a:pt x="6357507" y="2455632"/>
                  </a:lnTo>
                  <a:lnTo>
                    <a:pt x="6357693" y="2455632"/>
                  </a:lnTo>
                  <a:lnTo>
                    <a:pt x="6357880" y="2455632"/>
                  </a:lnTo>
                  <a:lnTo>
                    <a:pt x="6358067" y="2455632"/>
                  </a:lnTo>
                  <a:lnTo>
                    <a:pt x="6358254" y="2455632"/>
                  </a:lnTo>
                  <a:lnTo>
                    <a:pt x="6358441" y="2455698"/>
                  </a:lnTo>
                  <a:lnTo>
                    <a:pt x="6358628" y="2455863"/>
                  </a:lnTo>
                  <a:lnTo>
                    <a:pt x="6358815" y="2456028"/>
                  </a:lnTo>
                  <a:lnTo>
                    <a:pt x="6359002" y="2456193"/>
                  </a:lnTo>
                  <a:lnTo>
                    <a:pt x="6359189" y="2456358"/>
                  </a:lnTo>
                  <a:lnTo>
                    <a:pt x="6359376" y="2456523"/>
                  </a:lnTo>
                  <a:lnTo>
                    <a:pt x="6359563" y="2456688"/>
                  </a:lnTo>
                  <a:lnTo>
                    <a:pt x="6359750" y="2456854"/>
                  </a:lnTo>
                  <a:lnTo>
                    <a:pt x="6359936" y="2457019"/>
                  </a:lnTo>
                  <a:lnTo>
                    <a:pt x="6360123" y="2457184"/>
                  </a:lnTo>
                  <a:lnTo>
                    <a:pt x="6360310" y="2457456"/>
                  </a:lnTo>
                  <a:lnTo>
                    <a:pt x="6360497" y="2457786"/>
                  </a:lnTo>
                  <a:lnTo>
                    <a:pt x="6360684" y="2458116"/>
                  </a:lnTo>
                  <a:lnTo>
                    <a:pt x="6360871" y="2458446"/>
                  </a:lnTo>
                  <a:lnTo>
                    <a:pt x="6361058" y="2458776"/>
                  </a:lnTo>
                  <a:lnTo>
                    <a:pt x="6361245" y="2459040"/>
                  </a:lnTo>
                  <a:lnTo>
                    <a:pt x="6361432" y="2459205"/>
                  </a:lnTo>
                  <a:lnTo>
                    <a:pt x="6361619" y="2459370"/>
                  </a:lnTo>
                  <a:lnTo>
                    <a:pt x="6361806" y="2459535"/>
                  </a:lnTo>
                  <a:lnTo>
                    <a:pt x="6361993" y="2459700"/>
                  </a:lnTo>
                  <a:lnTo>
                    <a:pt x="6362180" y="2459865"/>
                  </a:lnTo>
                  <a:lnTo>
                    <a:pt x="6362366" y="2460030"/>
                  </a:lnTo>
                  <a:lnTo>
                    <a:pt x="6362553" y="2460196"/>
                  </a:lnTo>
                  <a:lnTo>
                    <a:pt x="6362740" y="2460361"/>
                  </a:lnTo>
                  <a:lnTo>
                    <a:pt x="6362927" y="2460526"/>
                  </a:lnTo>
                  <a:lnTo>
                    <a:pt x="6363114" y="2460583"/>
                  </a:lnTo>
                  <a:lnTo>
                    <a:pt x="6363301" y="2460583"/>
                  </a:lnTo>
                  <a:lnTo>
                    <a:pt x="6363488" y="2460583"/>
                  </a:lnTo>
                  <a:lnTo>
                    <a:pt x="6363675" y="2460583"/>
                  </a:lnTo>
                  <a:lnTo>
                    <a:pt x="6363862" y="2460583"/>
                  </a:lnTo>
                  <a:lnTo>
                    <a:pt x="6364049" y="2460583"/>
                  </a:lnTo>
                  <a:lnTo>
                    <a:pt x="6364236" y="2460583"/>
                  </a:lnTo>
                  <a:lnTo>
                    <a:pt x="6364423" y="2460583"/>
                  </a:lnTo>
                  <a:lnTo>
                    <a:pt x="6364609" y="2460583"/>
                  </a:lnTo>
                  <a:lnTo>
                    <a:pt x="6364796" y="2460583"/>
                  </a:lnTo>
                  <a:lnTo>
                    <a:pt x="6364983" y="2460583"/>
                  </a:lnTo>
                  <a:lnTo>
                    <a:pt x="6365170" y="2460583"/>
                  </a:lnTo>
                  <a:lnTo>
                    <a:pt x="6365357" y="2460583"/>
                  </a:lnTo>
                  <a:lnTo>
                    <a:pt x="6365544" y="2460583"/>
                  </a:lnTo>
                  <a:lnTo>
                    <a:pt x="6365731" y="2460583"/>
                  </a:lnTo>
                  <a:lnTo>
                    <a:pt x="6365918" y="2460583"/>
                  </a:lnTo>
                  <a:lnTo>
                    <a:pt x="6366105" y="2460583"/>
                  </a:lnTo>
                  <a:lnTo>
                    <a:pt x="6366292" y="2460583"/>
                  </a:lnTo>
                  <a:lnTo>
                    <a:pt x="6366479" y="2460583"/>
                  </a:lnTo>
                  <a:lnTo>
                    <a:pt x="6366666" y="2460583"/>
                  </a:lnTo>
                  <a:lnTo>
                    <a:pt x="6366853" y="2460583"/>
                  </a:lnTo>
                  <a:lnTo>
                    <a:pt x="6367039" y="2460583"/>
                  </a:lnTo>
                  <a:lnTo>
                    <a:pt x="6367226" y="2460583"/>
                  </a:lnTo>
                  <a:lnTo>
                    <a:pt x="6367413" y="2460583"/>
                  </a:lnTo>
                  <a:lnTo>
                    <a:pt x="6367600" y="2460583"/>
                  </a:lnTo>
                  <a:lnTo>
                    <a:pt x="6367787" y="2460583"/>
                  </a:lnTo>
                  <a:lnTo>
                    <a:pt x="6367974" y="2460583"/>
                  </a:lnTo>
                  <a:lnTo>
                    <a:pt x="6368161" y="2460583"/>
                  </a:lnTo>
                  <a:lnTo>
                    <a:pt x="6368348" y="2460633"/>
                  </a:lnTo>
                  <a:lnTo>
                    <a:pt x="6368535" y="2460798"/>
                  </a:lnTo>
                  <a:lnTo>
                    <a:pt x="6368722" y="2460963"/>
                  </a:lnTo>
                  <a:lnTo>
                    <a:pt x="6368909" y="2461128"/>
                  </a:lnTo>
                  <a:lnTo>
                    <a:pt x="6369096" y="2461293"/>
                  </a:lnTo>
                  <a:lnTo>
                    <a:pt x="6369283" y="2461458"/>
                  </a:lnTo>
                  <a:lnTo>
                    <a:pt x="6369469" y="2461623"/>
                  </a:lnTo>
                  <a:lnTo>
                    <a:pt x="6369656" y="2461871"/>
                  </a:lnTo>
                  <a:lnTo>
                    <a:pt x="6369843" y="2462201"/>
                  </a:lnTo>
                  <a:lnTo>
                    <a:pt x="6370030" y="2462638"/>
                  </a:lnTo>
                  <a:lnTo>
                    <a:pt x="6370217" y="2463051"/>
                  </a:lnTo>
                  <a:lnTo>
                    <a:pt x="6370404" y="2463480"/>
                  </a:lnTo>
                  <a:lnTo>
                    <a:pt x="6370591" y="2463975"/>
                  </a:lnTo>
                  <a:lnTo>
                    <a:pt x="6370778" y="2464470"/>
                  </a:lnTo>
                  <a:lnTo>
                    <a:pt x="6370965" y="2464965"/>
                  </a:lnTo>
                  <a:lnTo>
                    <a:pt x="6371152" y="2465411"/>
                  </a:lnTo>
                  <a:lnTo>
                    <a:pt x="6371339" y="2465895"/>
                  </a:lnTo>
                  <a:lnTo>
                    <a:pt x="6371526" y="2466389"/>
                  </a:lnTo>
                  <a:lnTo>
                    <a:pt x="6371712" y="2466908"/>
                  </a:lnTo>
                  <a:lnTo>
                    <a:pt x="6371899" y="2467365"/>
                  </a:lnTo>
                  <a:lnTo>
                    <a:pt x="6372086" y="2467648"/>
                  </a:lnTo>
                  <a:lnTo>
                    <a:pt x="6372273" y="2467853"/>
                  </a:lnTo>
                  <a:lnTo>
                    <a:pt x="6372460" y="2467966"/>
                  </a:lnTo>
                  <a:lnTo>
                    <a:pt x="6372647" y="2468104"/>
                  </a:lnTo>
                  <a:lnTo>
                    <a:pt x="6372834" y="2468204"/>
                  </a:lnTo>
                  <a:lnTo>
                    <a:pt x="6373021" y="2468307"/>
                  </a:lnTo>
                  <a:lnTo>
                    <a:pt x="6373208" y="2468371"/>
                  </a:lnTo>
                  <a:lnTo>
                    <a:pt x="6373395" y="2468369"/>
                  </a:lnTo>
                  <a:lnTo>
                    <a:pt x="6373582" y="2468366"/>
                  </a:lnTo>
                  <a:lnTo>
                    <a:pt x="6373769" y="2468364"/>
                  </a:lnTo>
                  <a:lnTo>
                    <a:pt x="6373956" y="2468362"/>
                  </a:lnTo>
                  <a:lnTo>
                    <a:pt x="6374142" y="2468449"/>
                  </a:lnTo>
                  <a:lnTo>
                    <a:pt x="6374329" y="2468531"/>
                  </a:lnTo>
                  <a:lnTo>
                    <a:pt x="6374516" y="2468568"/>
                  </a:lnTo>
                  <a:lnTo>
                    <a:pt x="6374703" y="2468320"/>
                  </a:lnTo>
                  <a:lnTo>
                    <a:pt x="6374890" y="2468320"/>
                  </a:lnTo>
                  <a:lnTo>
                    <a:pt x="6375077" y="2468419"/>
                  </a:lnTo>
                  <a:lnTo>
                    <a:pt x="6375264" y="2468386"/>
                  </a:lnTo>
                  <a:lnTo>
                    <a:pt x="6375451" y="2468263"/>
                  </a:lnTo>
                  <a:lnTo>
                    <a:pt x="6375638" y="2468098"/>
                  </a:lnTo>
                  <a:lnTo>
                    <a:pt x="6375825" y="2467933"/>
                  </a:lnTo>
                  <a:lnTo>
                    <a:pt x="6376012" y="2467768"/>
                  </a:lnTo>
                  <a:lnTo>
                    <a:pt x="6376199" y="2467685"/>
                  </a:lnTo>
                  <a:lnTo>
                    <a:pt x="6376386" y="2467685"/>
                  </a:lnTo>
                  <a:lnTo>
                    <a:pt x="6376572" y="2467685"/>
                  </a:lnTo>
                  <a:lnTo>
                    <a:pt x="6376759" y="2467685"/>
                  </a:lnTo>
                  <a:lnTo>
                    <a:pt x="6376946" y="2467685"/>
                  </a:lnTo>
                  <a:lnTo>
                    <a:pt x="6377133" y="2467685"/>
                  </a:lnTo>
                  <a:lnTo>
                    <a:pt x="6377320" y="2467685"/>
                  </a:lnTo>
                  <a:lnTo>
                    <a:pt x="6377507" y="2467693"/>
                  </a:lnTo>
                  <a:lnTo>
                    <a:pt x="6377694" y="2467693"/>
                  </a:lnTo>
                  <a:lnTo>
                    <a:pt x="6377881" y="2467702"/>
                  </a:lnTo>
                  <a:lnTo>
                    <a:pt x="6378068" y="2467867"/>
                  </a:lnTo>
                  <a:lnTo>
                    <a:pt x="6378255" y="2468032"/>
                  </a:lnTo>
                  <a:lnTo>
                    <a:pt x="6378442" y="2468197"/>
                  </a:lnTo>
                  <a:lnTo>
                    <a:pt x="6378629" y="2468362"/>
                  </a:lnTo>
                  <a:lnTo>
                    <a:pt x="6378815" y="2468527"/>
                  </a:lnTo>
                  <a:lnTo>
                    <a:pt x="6379002" y="2468371"/>
                  </a:lnTo>
                  <a:lnTo>
                    <a:pt x="6379189" y="2468124"/>
                  </a:lnTo>
                  <a:lnTo>
                    <a:pt x="6379376" y="2467877"/>
                  </a:lnTo>
                  <a:lnTo>
                    <a:pt x="6379563" y="2467612"/>
                  </a:lnTo>
                  <a:lnTo>
                    <a:pt x="6379750" y="2467343"/>
                  </a:lnTo>
                  <a:lnTo>
                    <a:pt x="6379937" y="2467074"/>
                  </a:lnTo>
                  <a:lnTo>
                    <a:pt x="6380124" y="2466805"/>
                  </a:lnTo>
                  <a:lnTo>
                    <a:pt x="6380311" y="2466536"/>
                  </a:lnTo>
                  <a:lnTo>
                    <a:pt x="6380498" y="2466267"/>
                  </a:lnTo>
                  <a:lnTo>
                    <a:pt x="6380685" y="2465998"/>
                  </a:lnTo>
                  <a:lnTo>
                    <a:pt x="6380872" y="2465730"/>
                  </a:lnTo>
                  <a:lnTo>
                    <a:pt x="6381059" y="2465378"/>
                  </a:lnTo>
                  <a:lnTo>
                    <a:pt x="6381245" y="2464944"/>
                  </a:lnTo>
                  <a:lnTo>
                    <a:pt x="6381432" y="2464469"/>
                  </a:lnTo>
                  <a:lnTo>
                    <a:pt x="6381619" y="2463870"/>
                  </a:lnTo>
                  <a:lnTo>
                    <a:pt x="6381806" y="2463275"/>
                  </a:lnTo>
                  <a:lnTo>
                    <a:pt x="6381993" y="2462698"/>
                  </a:lnTo>
                  <a:lnTo>
                    <a:pt x="6382180" y="2462121"/>
                  </a:lnTo>
                  <a:lnTo>
                    <a:pt x="6382367" y="2461568"/>
                  </a:lnTo>
                  <a:lnTo>
                    <a:pt x="6382554" y="2461238"/>
                  </a:lnTo>
                  <a:lnTo>
                    <a:pt x="6382741" y="2460908"/>
                  </a:lnTo>
                  <a:lnTo>
                    <a:pt x="6382928" y="2460578"/>
                  </a:lnTo>
                  <a:lnTo>
                    <a:pt x="6383115" y="2460545"/>
                  </a:lnTo>
                  <a:lnTo>
                    <a:pt x="6383302" y="2460544"/>
                  </a:lnTo>
                  <a:lnTo>
                    <a:pt x="6383488" y="2460543"/>
                  </a:lnTo>
                  <a:lnTo>
                    <a:pt x="6383675" y="2460572"/>
                  </a:lnTo>
                  <a:lnTo>
                    <a:pt x="6383862" y="2460660"/>
                  </a:lnTo>
                  <a:lnTo>
                    <a:pt x="6384049" y="2460809"/>
                  </a:lnTo>
                  <a:lnTo>
                    <a:pt x="6384236" y="2460988"/>
                  </a:lnTo>
                  <a:lnTo>
                    <a:pt x="6384423" y="2461257"/>
                  </a:lnTo>
                  <a:lnTo>
                    <a:pt x="6384610" y="2461526"/>
                  </a:lnTo>
                  <a:lnTo>
                    <a:pt x="6384797" y="2461794"/>
                  </a:lnTo>
                  <a:lnTo>
                    <a:pt x="6384984" y="2462063"/>
                  </a:lnTo>
                  <a:lnTo>
                    <a:pt x="6385171" y="2462332"/>
                  </a:lnTo>
                  <a:lnTo>
                    <a:pt x="6385358" y="2462601"/>
                  </a:lnTo>
                  <a:lnTo>
                    <a:pt x="6385545" y="2462870"/>
                  </a:lnTo>
                  <a:lnTo>
                    <a:pt x="6385732" y="2463139"/>
                  </a:lnTo>
                  <a:lnTo>
                    <a:pt x="6385918" y="2463404"/>
                  </a:lnTo>
                  <a:lnTo>
                    <a:pt x="6386105" y="2463651"/>
                  </a:lnTo>
                  <a:lnTo>
                    <a:pt x="6386292" y="2464038"/>
                  </a:lnTo>
                  <a:lnTo>
                    <a:pt x="6386479" y="2464203"/>
                  </a:lnTo>
                  <a:lnTo>
                    <a:pt x="6386666" y="2464339"/>
                  </a:lnTo>
                  <a:lnTo>
                    <a:pt x="6386853" y="2464616"/>
                  </a:lnTo>
                  <a:lnTo>
                    <a:pt x="6387040" y="2464895"/>
                  </a:lnTo>
                  <a:lnTo>
                    <a:pt x="6387227" y="2465162"/>
                  </a:lnTo>
                  <a:lnTo>
                    <a:pt x="6387414" y="2465430"/>
                  </a:lnTo>
                  <a:lnTo>
                    <a:pt x="6387601" y="2465697"/>
                  </a:lnTo>
                  <a:lnTo>
                    <a:pt x="6387788" y="2465965"/>
                  </a:lnTo>
                  <a:lnTo>
                    <a:pt x="6387975" y="2466232"/>
                  </a:lnTo>
                  <a:lnTo>
                    <a:pt x="6388162" y="2466392"/>
                  </a:lnTo>
                  <a:lnTo>
                    <a:pt x="6388348" y="2466583"/>
                  </a:lnTo>
                  <a:lnTo>
                    <a:pt x="6388535" y="2466774"/>
                  </a:lnTo>
                  <a:lnTo>
                    <a:pt x="6388722" y="2466966"/>
                  </a:lnTo>
                  <a:lnTo>
                    <a:pt x="6388909" y="2467157"/>
                  </a:lnTo>
                  <a:lnTo>
                    <a:pt x="6389096" y="2467267"/>
                  </a:lnTo>
                  <a:lnTo>
                    <a:pt x="6389283" y="2467363"/>
                  </a:lnTo>
                  <a:lnTo>
                    <a:pt x="6389470" y="2467465"/>
                  </a:lnTo>
                  <a:lnTo>
                    <a:pt x="6389657" y="2467402"/>
                  </a:lnTo>
                  <a:lnTo>
                    <a:pt x="6389844" y="2467473"/>
                  </a:lnTo>
                  <a:lnTo>
                    <a:pt x="6390031" y="2467325"/>
                  </a:lnTo>
                  <a:lnTo>
                    <a:pt x="6390218" y="2467176"/>
                  </a:lnTo>
                  <a:lnTo>
                    <a:pt x="6390405" y="2467027"/>
                  </a:lnTo>
                  <a:lnTo>
                    <a:pt x="6390591" y="2466879"/>
                  </a:lnTo>
                  <a:lnTo>
                    <a:pt x="6390778" y="2466730"/>
                  </a:lnTo>
                  <a:lnTo>
                    <a:pt x="6390965" y="2466514"/>
                  </a:lnTo>
                  <a:lnTo>
                    <a:pt x="6391152" y="2466514"/>
                  </a:lnTo>
                  <a:lnTo>
                    <a:pt x="6391339" y="2466742"/>
                  </a:lnTo>
                  <a:lnTo>
                    <a:pt x="6391526" y="2467007"/>
                  </a:lnTo>
                  <a:lnTo>
                    <a:pt x="6391713" y="2467275"/>
                  </a:lnTo>
                  <a:lnTo>
                    <a:pt x="6391900" y="2467544"/>
                  </a:lnTo>
                  <a:lnTo>
                    <a:pt x="6392087" y="2467813"/>
                  </a:lnTo>
                  <a:lnTo>
                    <a:pt x="6392274" y="2468082"/>
                  </a:lnTo>
                  <a:lnTo>
                    <a:pt x="6392461" y="2468351"/>
                  </a:lnTo>
                  <a:lnTo>
                    <a:pt x="6392648" y="2468620"/>
                  </a:lnTo>
                  <a:lnTo>
                    <a:pt x="6392835" y="2468889"/>
                  </a:lnTo>
                  <a:lnTo>
                    <a:pt x="6393021" y="2469158"/>
                  </a:lnTo>
                  <a:lnTo>
                    <a:pt x="6393208" y="2469558"/>
                  </a:lnTo>
                  <a:lnTo>
                    <a:pt x="6393395" y="2469981"/>
                  </a:lnTo>
                  <a:lnTo>
                    <a:pt x="6393582" y="2470403"/>
                  </a:lnTo>
                  <a:lnTo>
                    <a:pt x="6393769" y="2470826"/>
                  </a:lnTo>
                  <a:lnTo>
                    <a:pt x="6393956" y="2471242"/>
                  </a:lnTo>
                  <a:lnTo>
                    <a:pt x="6394208" y="2471758"/>
                  </a:lnTo>
                  <a:lnTo>
                    <a:pt x="6442182" y="2471749"/>
                  </a:lnTo>
                  <a:lnTo>
                    <a:pt x="6442369" y="2470977"/>
                  </a:lnTo>
                  <a:lnTo>
                    <a:pt x="6442555" y="2470213"/>
                  </a:lnTo>
                  <a:lnTo>
                    <a:pt x="6442742" y="2469683"/>
                  </a:lnTo>
                  <a:lnTo>
                    <a:pt x="6442929" y="2469381"/>
                  </a:lnTo>
                  <a:lnTo>
                    <a:pt x="6443116" y="2469043"/>
                  </a:lnTo>
                  <a:lnTo>
                    <a:pt x="6443303" y="2468815"/>
                  </a:lnTo>
                  <a:lnTo>
                    <a:pt x="6443490" y="2468677"/>
                  </a:lnTo>
                  <a:lnTo>
                    <a:pt x="6443677" y="2468574"/>
                  </a:lnTo>
                  <a:lnTo>
                    <a:pt x="6443864" y="2468614"/>
                  </a:lnTo>
                  <a:lnTo>
                    <a:pt x="6444051" y="2468611"/>
                  </a:lnTo>
                  <a:lnTo>
                    <a:pt x="6444238" y="2468577"/>
                  </a:lnTo>
                  <a:lnTo>
                    <a:pt x="6444425" y="2468502"/>
                  </a:lnTo>
                  <a:lnTo>
                    <a:pt x="6444612" y="2468394"/>
                  </a:lnTo>
                  <a:lnTo>
                    <a:pt x="6444799" y="2468144"/>
                  </a:lnTo>
                  <a:lnTo>
                    <a:pt x="6444985" y="2467811"/>
                  </a:lnTo>
                  <a:lnTo>
                    <a:pt x="6445172" y="2467503"/>
                  </a:lnTo>
                  <a:lnTo>
                    <a:pt x="6445359" y="2467111"/>
                  </a:lnTo>
                  <a:lnTo>
                    <a:pt x="6445546" y="2466609"/>
                  </a:lnTo>
                  <a:lnTo>
                    <a:pt x="6445733" y="2466187"/>
                  </a:lnTo>
                  <a:lnTo>
                    <a:pt x="6445920" y="2465672"/>
                  </a:lnTo>
                  <a:lnTo>
                    <a:pt x="6446107" y="2465230"/>
                  </a:lnTo>
                  <a:lnTo>
                    <a:pt x="6446294" y="2464855"/>
                  </a:lnTo>
                  <a:lnTo>
                    <a:pt x="6446481" y="2464580"/>
                  </a:lnTo>
                  <a:lnTo>
                    <a:pt x="6446668" y="2464365"/>
                  </a:lnTo>
                  <a:lnTo>
                    <a:pt x="6446855" y="2464200"/>
                  </a:lnTo>
                  <a:lnTo>
                    <a:pt x="6447042" y="2463972"/>
                  </a:lnTo>
                  <a:lnTo>
                    <a:pt x="6447228" y="2463692"/>
                  </a:lnTo>
                  <a:lnTo>
                    <a:pt x="6447415" y="2463454"/>
                  </a:lnTo>
                  <a:lnTo>
                    <a:pt x="6447602" y="2463265"/>
                  </a:lnTo>
                  <a:lnTo>
                    <a:pt x="6447789" y="2463020"/>
                  </a:lnTo>
                  <a:lnTo>
                    <a:pt x="6447976" y="2463002"/>
                  </a:lnTo>
                  <a:lnTo>
                    <a:pt x="6448163" y="2463088"/>
                  </a:lnTo>
                  <a:lnTo>
                    <a:pt x="6448350" y="2463119"/>
                  </a:lnTo>
                  <a:lnTo>
                    <a:pt x="6448537" y="2463246"/>
                  </a:lnTo>
                  <a:lnTo>
                    <a:pt x="6448724" y="2463423"/>
                  </a:lnTo>
                  <a:lnTo>
                    <a:pt x="6448911" y="2463626"/>
                  </a:lnTo>
                  <a:lnTo>
                    <a:pt x="6449098" y="2463835"/>
                  </a:lnTo>
                  <a:lnTo>
                    <a:pt x="6449285" y="2463914"/>
                  </a:lnTo>
                  <a:lnTo>
                    <a:pt x="6449472" y="2463913"/>
                  </a:lnTo>
                  <a:lnTo>
                    <a:pt x="6449658" y="2463981"/>
                  </a:lnTo>
                  <a:lnTo>
                    <a:pt x="6449845" y="2464134"/>
                  </a:lnTo>
                  <a:lnTo>
                    <a:pt x="6450032" y="2464480"/>
                  </a:lnTo>
                  <a:lnTo>
                    <a:pt x="6450219" y="2464839"/>
                  </a:lnTo>
                  <a:lnTo>
                    <a:pt x="6450406" y="2465287"/>
                  </a:lnTo>
                  <a:lnTo>
                    <a:pt x="6450593" y="2465909"/>
                  </a:lnTo>
                  <a:lnTo>
                    <a:pt x="6450780" y="2466386"/>
                  </a:lnTo>
                  <a:lnTo>
                    <a:pt x="6450967" y="2466357"/>
                  </a:lnTo>
                  <a:lnTo>
                    <a:pt x="6451154" y="2466467"/>
                  </a:lnTo>
                  <a:lnTo>
                    <a:pt x="6451341" y="2466569"/>
                  </a:lnTo>
                  <a:lnTo>
                    <a:pt x="6451528" y="2466693"/>
                  </a:lnTo>
                  <a:lnTo>
                    <a:pt x="6451715" y="2466642"/>
                  </a:lnTo>
                  <a:lnTo>
                    <a:pt x="6451901" y="2466487"/>
                  </a:lnTo>
                  <a:lnTo>
                    <a:pt x="6452088" y="2466352"/>
                  </a:lnTo>
                  <a:lnTo>
                    <a:pt x="6452275" y="2466105"/>
                  </a:lnTo>
                  <a:lnTo>
                    <a:pt x="6452462" y="2465760"/>
                  </a:lnTo>
                  <a:lnTo>
                    <a:pt x="6452649" y="2465400"/>
                  </a:lnTo>
                  <a:lnTo>
                    <a:pt x="6452836" y="2464969"/>
                  </a:lnTo>
                  <a:lnTo>
                    <a:pt x="6453023" y="2464485"/>
                  </a:lnTo>
                  <a:lnTo>
                    <a:pt x="6453210" y="2463891"/>
                  </a:lnTo>
                  <a:lnTo>
                    <a:pt x="6453397" y="2463287"/>
                  </a:lnTo>
                  <a:lnTo>
                    <a:pt x="6453584" y="2462650"/>
                  </a:lnTo>
                  <a:lnTo>
                    <a:pt x="6453771" y="2462076"/>
                  </a:lnTo>
                  <a:lnTo>
                    <a:pt x="6453958" y="2461457"/>
                  </a:lnTo>
                  <a:lnTo>
                    <a:pt x="6454145" y="2460819"/>
                  </a:lnTo>
                  <a:lnTo>
                    <a:pt x="6454331" y="2460284"/>
                  </a:lnTo>
                  <a:lnTo>
                    <a:pt x="6454518" y="2459888"/>
                  </a:lnTo>
                  <a:lnTo>
                    <a:pt x="6454705" y="2459603"/>
                  </a:lnTo>
                  <a:lnTo>
                    <a:pt x="6454892" y="2459281"/>
                  </a:lnTo>
                  <a:lnTo>
                    <a:pt x="6455079" y="2459012"/>
                  </a:lnTo>
                  <a:lnTo>
                    <a:pt x="6455266" y="2458730"/>
                  </a:lnTo>
                  <a:lnTo>
                    <a:pt x="6455453" y="2458459"/>
                  </a:lnTo>
                  <a:lnTo>
                    <a:pt x="6455640" y="2458334"/>
                  </a:lnTo>
                  <a:lnTo>
                    <a:pt x="6455827" y="2458242"/>
                  </a:lnTo>
                  <a:lnTo>
                    <a:pt x="6456014" y="2458256"/>
                  </a:lnTo>
                  <a:lnTo>
                    <a:pt x="6456201" y="2458271"/>
                  </a:lnTo>
                  <a:lnTo>
                    <a:pt x="6456388" y="2458306"/>
                  </a:lnTo>
                  <a:lnTo>
                    <a:pt x="6456575" y="2458320"/>
                  </a:lnTo>
                  <a:lnTo>
                    <a:pt x="6456761" y="2458217"/>
                  </a:lnTo>
                  <a:lnTo>
                    <a:pt x="6456948" y="2458074"/>
                  </a:lnTo>
                  <a:lnTo>
                    <a:pt x="6457135" y="2457847"/>
                  </a:lnTo>
                  <a:lnTo>
                    <a:pt x="6457322" y="2457676"/>
                  </a:lnTo>
                  <a:lnTo>
                    <a:pt x="6457509" y="2457514"/>
                  </a:lnTo>
                  <a:lnTo>
                    <a:pt x="6457696" y="2457422"/>
                  </a:lnTo>
                  <a:lnTo>
                    <a:pt x="6457883" y="2457489"/>
                  </a:lnTo>
                  <a:lnTo>
                    <a:pt x="6458070" y="2457633"/>
                  </a:lnTo>
                  <a:lnTo>
                    <a:pt x="6458257" y="2457788"/>
                  </a:lnTo>
                  <a:lnTo>
                    <a:pt x="6458444" y="2457942"/>
                  </a:lnTo>
                  <a:lnTo>
                    <a:pt x="6458631" y="2458121"/>
                  </a:lnTo>
                  <a:lnTo>
                    <a:pt x="6458818" y="2458295"/>
                  </a:lnTo>
                  <a:lnTo>
                    <a:pt x="6459004" y="2458456"/>
                  </a:lnTo>
                  <a:lnTo>
                    <a:pt x="6459191" y="2458521"/>
                  </a:lnTo>
                  <a:lnTo>
                    <a:pt x="6459378" y="2458656"/>
                  </a:lnTo>
                  <a:lnTo>
                    <a:pt x="6459565" y="2458787"/>
                  </a:lnTo>
                  <a:lnTo>
                    <a:pt x="6459752" y="2458963"/>
                  </a:lnTo>
                  <a:lnTo>
                    <a:pt x="6459939" y="2459393"/>
                  </a:lnTo>
                  <a:lnTo>
                    <a:pt x="6460126" y="2459763"/>
                  </a:lnTo>
                  <a:lnTo>
                    <a:pt x="6460313" y="2460052"/>
                  </a:lnTo>
                  <a:lnTo>
                    <a:pt x="6460500" y="2460285"/>
                  </a:lnTo>
                  <a:lnTo>
                    <a:pt x="6460687" y="2460421"/>
                  </a:lnTo>
                  <a:lnTo>
                    <a:pt x="6460874" y="2460502"/>
                  </a:lnTo>
                  <a:lnTo>
                    <a:pt x="6461061" y="2460410"/>
                  </a:lnTo>
                  <a:lnTo>
                    <a:pt x="6461248" y="2460318"/>
                  </a:lnTo>
                  <a:lnTo>
                    <a:pt x="6461434" y="2460227"/>
                  </a:lnTo>
                  <a:lnTo>
                    <a:pt x="6461621" y="2460111"/>
                  </a:lnTo>
                  <a:lnTo>
                    <a:pt x="6461808" y="2459899"/>
                  </a:lnTo>
                  <a:lnTo>
                    <a:pt x="6461995" y="2459789"/>
                  </a:lnTo>
                  <a:lnTo>
                    <a:pt x="6462182" y="2459726"/>
                  </a:lnTo>
                  <a:lnTo>
                    <a:pt x="6462369" y="2459726"/>
                  </a:lnTo>
                  <a:lnTo>
                    <a:pt x="6462556" y="2459689"/>
                  </a:lnTo>
                  <a:lnTo>
                    <a:pt x="6462743" y="2459359"/>
                  </a:lnTo>
                  <a:lnTo>
                    <a:pt x="6462930" y="2458831"/>
                  </a:lnTo>
                  <a:lnTo>
                    <a:pt x="6463117" y="2458499"/>
                  </a:lnTo>
                  <a:lnTo>
                    <a:pt x="6463304" y="2458211"/>
                  </a:lnTo>
                  <a:lnTo>
                    <a:pt x="6463491" y="2458000"/>
                  </a:lnTo>
                  <a:lnTo>
                    <a:pt x="6463678" y="2457601"/>
                  </a:lnTo>
                  <a:lnTo>
                    <a:pt x="6463864" y="2457203"/>
                  </a:lnTo>
                  <a:lnTo>
                    <a:pt x="6464051" y="2456813"/>
                  </a:lnTo>
                  <a:lnTo>
                    <a:pt x="6464238" y="2456423"/>
                  </a:lnTo>
                  <a:lnTo>
                    <a:pt x="6464425" y="2456067"/>
                  </a:lnTo>
                  <a:lnTo>
                    <a:pt x="6464612" y="2455842"/>
                  </a:lnTo>
                  <a:lnTo>
                    <a:pt x="6464799" y="2455617"/>
                  </a:lnTo>
                  <a:lnTo>
                    <a:pt x="6464986" y="2455392"/>
                  </a:lnTo>
                  <a:lnTo>
                    <a:pt x="6465173" y="2455048"/>
                  </a:lnTo>
                  <a:lnTo>
                    <a:pt x="6465360" y="2454969"/>
                  </a:lnTo>
                  <a:lnTo>
                    <a:pt x="6465547" y="2454991"/>
                  </a:lnTo>
                  <a:lnTo>
                    <a:pt x="6465734" y="2455243"/>
                  </a:lnTo>
                  <a:lnTo>
                    <a:pt x="6465921" y="2455456"/>
                  </a:lnTo>
                  <a:lnTo>
                    <a:pt x="6466107" y="2455646"/>
                  </a:lnTo>
                  <a:lnTo>
                    <a:pt x="6466294" y="2455745"/>
                  </a:lnTo>
                  <a:lnTo>
                    <a:pt x="6466481" y="2456035"/>
                  </a:lnTo>
                  <a:lnTo>
                    <a:pt x="6466668" y="2456354"/>
                  </a:lnTo>
                  <a:lnTo>
                    <a:pt x="6466855" y="2456650"/>
                  </a:lnTo>
                  <a:lnTo>
                    <a:pt x="6467042" y="2456940"/>
                  </a:lnTo>
                  <a:lnTo>
                    <a:pt x="6467229" y="2457200"/>
                  </a:lnTo>
                  <a:lnTo>
                    <a:pt x="6467416" y="2457415"/>
                  </a:lnTo>
                  <a:lnTo>
                    <a:pt x="6467603" y="2457631"/>
                  </a:lnTo>
                  <a:lnTo>
                    <a:pt x="6467790" y="2457846"/>
                  </a:lnTo>
                  <a:lnTo>
                    <a:pt x="6467977" y="2458091"/>
                  </a:lnTo>
                  <a:lnTo>
                    <a:pt x="6468164" y="2458260"/>
                  </a:lnTo>
                  <a:lnTo>
                    <a:pt x="6468351" y="2458471"/>
                  </a:lnTo>
                  <a:lnTo>
                    <a:pt x="6468537" y="2458510"/>
                  </a:lnTo>
                  <a:lnTo>
                    <a:pt x="6468724" y="2458369"/>
                  </a:lnTo>
                  <a:lnTo>
                    <a:pt x="6468911" y="2457957"/>
                  </a:lnTo>
                  <a:lnTo>
                    <a:pt x="6469098" y="2457544"/>
                  </a:lnTo>
                  <a:lnTo>
                    <a:pt x="6469285" y="2457398"/>
                  </a:lnTo>
                  <a:lnTo>
                    <a:pt x="6469472" y="2457274"/>
                  </a:lnTo>
                  <a:lnTo>
                    <a:pt x="6469659" y="2457195"/>
                  </a:lnTo>
                  <a:lnTo>
                    <a:pt x="6469846" y="2457344"/>
                  </a:lnTo>
                  <a:lnTo>
                    <a:pt x="6470033" y="2457541"/>
                  </a:lnTo>
                  <a:lnTo>
                    <a:pt x="6470220" y="2457809"/>
                  </a:lnTo>
                  <a:lnTo>
                    <a:pt x="6470407" y="2458078"/>
                  </a:lnTo>
                  <a:lnTo>
                    <a:pt x="6470594" y="2458347"/>
                  </a:lnTo>
                  <a:lnTo>
                    <a:pt x="6470780" y="2458770"/>
                  </a:lnTo>
                  <a:lnTo>
                    <a:pt x="6470967" y="2459192"/>
                  </a:lnTo>
                  <a:lnTo>
                    <a:pt x="6471154" y="2459615"/>
                  </a:lnTo>
                  <a:lnTo>
                    <a:pt x="6471341" y="2460031"/>
                  </a:lnTo>
                  <a:lnTo>
                    <a:pt x="6471528" y="2460447"/>
                  </a:lnTo>
                  <a:lnTo>
                    <a:pt x="6471715" y="2460863"/>
                  </a:lnTo>
                  <a:lnTo>
                    <a:pt x="6471902" y="2461279"/>
                  </a:lnTo>
                  <a:lnTo>
                    <a:pt x="6472089" y="2461702"/>
                  </a:lnTo>
                  <a:lnTo>
                    <a:pt x="6472276" y="2462124"/>
                  </a:lnTo>
                  <a:lnTo>
                    <a:pt x="6472463" y="2462525"/>
                  </a:lnTo>
                  <a:lnTo>
                    <a:pt x="6472650" y="2462794"/>
                  </a:lnTo>
                  <a:lnTo>
                    <a:pt x="6472837" y="2463063"/>
                  </a:lnTo>
                  <a:lnTo>
                    <a:pt x="6473024" y="2463332"/>
                  </a:lnTo>
                  <a:lnTo>
                    <a:pt x="6473210" y="2463600"/>
                  </a:lnTo>
                  <a:lnTo>
                    <a:pt x="6473397" y="2463869"/>
                  </a:lnTo>
                  <a:lnTo>
                    <a:pt x="6473584" y="2464116"/>
                  </a:lnTo>
                  <a:lnTo>
                    <a:pt x="6473771" y="2464363"/>
                  </a:lnTo>
                  <a:lnTo>
                    <a:pt x="6473958" y="2464586"/>
                  </a:lnTo>
                  <a:lnTo>
                    <a:pt x="6474145" y="2464586"/>
                  </a:lnTo>
                  <a:lnTo>
                    <a:pt x="6474332" y="2464586"/>
                  </a:lnTo>
                  <a:lnTo>
                    <a:pt x="6474519" y="2464586"/>
                  </a:lnTo>
                  <a:lnTo>
                    <a:pt x="6474706" y="2464586"/>
                  </a:lnTo>
                  <a:lnTo>
                    <a:pt x="6474893" y="2464586"/>
                  </a:lnTo>
                  <a:lnTo>
                    <a:pt x="6475080" y="2464586"/>
                  </a:lnTo>
                  <a:lnTo>
                    <a:pt x="6475267" y="2464586"/>
                  </a:lnTo>
                  <a:lnTo>
                    <a:pt x="6475454" y="2464586"/>
                  </a:lnTo>
                  <a:lnTo>
                    <a:pt x="6475640" y="2464586"/>
                  </a:lnTo>
                  <a:lnTo>
                    <a:pt x="6475827" y="2464586"/>
                  </a:lnTo>
                  <a:lnTo>
                    <a:pt x="6476014" y="2464586"/>
                  </a:lnTo>
                  <a:lnTo>
                    <a:pt x="6476201" y="2464586"/>
                  </a:lnTo>
                  <a:lnTo>
                    <a:pt x="6476388" y="2464586"/>
                  </a:lnTo>
                  <a:lnTo>
                    <a:pt x="6476575" y="2464807"/>
                  </a:lnTo>
                  <a:lnTo>
                    <a:pt x="6476762" y="2465054"/>
                  </a:lnTo>
                  <a:lnTo>
                    <a:pt x="6476949" y="2465286"/>
                  </a:lnTo>
                  <a:lnTo>
                    <a:pt x="6477136" y="2465614"/>
                  </a:lnTo>
                  <a:lnTo>
                    <a:pt x="6477323" y="2465935"/>
                  </a:lnTo>
                  <a:lnTo>
                    <a:pt x="6477510" y="2466255"/>
                  </a:lnTo>
                  <a:lnTo>
                    <a:pt x="6477697" y="2466576"/>
                  </a:lnTo>
                  <a:lnTo>
                    <a:pt x="6477883" y="2466896"/>
                  </a:lnTo>
                  <a:lnTo>
                    <a:pt x="6478070" y="2467217"/>
                  </a:lnTo>
                  <a:lnTo>
                    <a:pt x="6478257" y="2467719"/>
                  </a:lnTo>
                  <a:lnTo>
                    <a:pt x="6478444" y="2468369"/>
                  </a:lnTo>
                  <a:lnTo>
                    <a:pt x="6478631" y="2469020"/>
                  </a:lnTo>
                  <a:lnTo>
                    <a:pt x="6478818" y="2469670"/>
                  </a:lnTo>
                  <a:lnTo>
                    <a:pt x="6479005" y="2470292"/>
                  </a:lnTo>
                  <a:lnTo>
                    <a:pt x="6479192" y="2470847"/>
                  </a:lnTo>
                  <a:lnTo>
                    <a:pt x="6479379" y="2471410"/>
                  </a:lnTo>
                  <a:lnTo>
                    <a:pt x="6479500" y="2471758"/>
                  </a:lnTo>
                  <a:lnTo>
                    <a:pt x="6481435" y="2471713"/>
                  </a:lnTo>
                  <a:lnTo>
                    <a:pt x="6481622" y="2471582"/>
                  </a:lnTo>
                  <a:lnTo>
                    <a:pt x="6481809" y="2471541"/>
                  </a:lnTo>
                  <a:lnTo>
                    <a:pt x="6481996" y="2471649"/>
                  </a:lnTo>
                  <a:lnTo>
                    <a:pt x="6482200" y="2471758"/>
                  </a:lnTo>
                  <a:lnTo>
                    <a:pt x="6581539" y="2471758"/>
                  </a:lnTo>
                  <a:lnTo>
                    <a:pt x="6581625" y="2471461"/>
                  </a:lnTo>
                  <a:lnTo>
                    <a:pt x="6581811" y="2470880"/>
                  </a:lnTo>
                  <a:lnTo>
                    <a:pt x="6581998" y="2470299"/>
                  </a:lnTo>
                  <a:lnTo>
                    <a:pt x="6582185" y="2469594"/>
                  </a:lnTo>
                  <a:lnTo>
                    <a:pt x="6582372" y="2468848"/>
                  </a:lnTo>
                  <a:lnTo>
                    <a:pt x="6582559" y="2468012"/>
                  </a:lnTo>
                  <a:lnTo>
                    <a:pt x="6582746" y="2467176"/>
                  </a:lnTo>
                  <a:lnTo>
                    <a:pt x="6582933" y="2466304"/>
                  </a:lnTo>
                  <a:lnTo>
                    <a:pt x="6583120" y="2465399"/>
                  </a:lnTo>
                  <a:lnTo>
                    <a:pt x="6583307" y="2464565"/>
                  </a:lnTo>
                  <a:lnTo>
                    <a:pt x="6583494" y="2463806"/>
                  </a:lnTo>
                  <a:lnTo>
                    <a:pt x="6583681" y="2463255"/>
                  </a:lnTo>
                  <a:lnTo>
                    <a:pt x="6583868" y="2462864"/>
                  </a:lnTo>
                  <a:lnTo>
                    <a:pt x="6584054" y="2462629"/>
                  </a:lnTo>
                  <a:lnTo>
                    <a:pt x="6584241" y="2462468"/>
                  </a:lnTo>
                  <a:lnTo>
                    <a:pt x="6584428" y="2462279"/>
                  </a:lnTo>
                  <a:lnTo>
                    <a:pt x="6584615" y="2462223"/>
                  </a:lnTo>
                  <a:lnTo>
                    <a:pt x="6584802" y="2462173"/>
                  </a:lnTo>
                  <a:lnTo>
                    <a:pt x="6584989" y="2462247"/>
                  </a:lnTo>
                  <a:lnTo>
                    <a:pt x="6585176" y="2462366"/>
                  </a:lnTo>
                  <a:lnTo>
                    <a:pt x="6585363" y="2462378"/>
                  </a:lnTo>
                  <a:lnTo>
                    <a:pt x="6585550" y="2462357"/>
                  </a:lnTo>
                  <a:lnTo>
                    <a:pt x="6585737" y="2462358"/>
                  </a:lnTo>
                  <a:lnTo>
                    <a:pt x="6585924" y="2462356"/>
                  </a:lnTo>
                  <a:lnTo>
                    <a:pt x="6586111" y="2462282"/>
                  </a:lnTo>
                  <a:lnTo>
                    <a:pt x="6586298" y="2462082"/>
                  </a:lnTo>
                  <a:lnTo>
                    <a:pt x="6586484" y="2461752"/>
                  </a:lnTo>
                  <a:lnTo>
                    <a:pt x="6586671" y="2461281"/>
                  </a:lnTo>
                  <a:lnTo>
                    <a:pt x="6586858" y="2460611"/>
                  </a:lnTo>
                  <a:lnTo>
                    <a:pt x="6587045" y="2459855"/>
                  </a:lnTo>
                  <a:lnTo>
                    <a:pt x="6587232" y="2459146"/>
                  </a:lnTo>
                  <a:lnTo>
                    <a:pt x="6587419" y="2458469"/>
                  </a:lnTo>
                  <a:lnTo>
                    <a:pt x="6587606" y="2457816"/>
                  </a:lnTo>
                  <a:lnTo>
                    <a:pt x="6587793" y="2457187"/>
                  </a:lnTo>
                  <a:lnTo>
                    <a:pt x="6587980" y="2456388"/>
                  </a:lnTo>
                  <a:lnTo>
                    <a:pt x="6588167" y="2455594"/>
                  </a:lnTo>
                  <a:lnTo>
                    <a:pt x="6588354" y="2454795"/>
                  </a:lnTo>
                  <a:lnTo>
                    <a:pt x="6588541" y="2453838"/>
                  </a:lnTo>
                  <a:lnTo>
                    <a:pt x="6588728" y="2452651"/>
                  </a:lnTo>
                  <a:lnTo>
                    <a:pt x="6588914" y="2451210"/>
                  </a:lnTo>
                  <a:lnTo>
                    <a:pt x="6589101" y="2449508"/>
                  </a:lnTo>
                  <a:lnTo>
                    <a:pt x="6589288" y="2447794"/>
                  </a:lnTo>
                  <a:lnTo>
                    <a:pt x="6589475" y="2445876"/>
                  </a:lnTo>
                  <a:lnTo>
                    <a:pt x="6589662" y="2443974"/>
                  </a:lnTo>
                  <a:lnTo>
                    <a:pt x="6589849" y="2442040"/>
                  </a:lnTo>
                  <a:lnTo>
                    <a:pt x="6590036" y="2440033"/>
                  </a:lnTo>
                  <a:lnTo>
                    <a:pt x="6590223" y="2438728"/>
                  </a:lnTo>
                  <a:lnTo>
                    <a:pt x="6590410" y="2437433"/>
                  </a:lnTo>
                  <a:lnTo>
                    <a:pt x="6590597" y="2435133"/>
                  </a:lnTo>
                  <a:lnTo>
                    <a:pt x="6590784" y="2433790"/>
                  </a:lnTo>
                  <a:lnTo>
                    <a:pt x="6590971" y="2432464"/>
                  </a:lnTo>
                  <a:lnTo>
                    <a:pt x="6591157" y="2431870"/>
                  </a:lnTo>
                  <a:lnTo>
                    <a:pt x="6591344" y="2431629"/>
                  </a:lnTo>
                  <a:lnTo>
                    <a:pt x="6591531" y="2431479"/>
                  </a:lnTo>
                  <a:lnTo>
                    <a:pt x="6591718" y="2431381"/>
                  </a:lnTo>
                  <a:lnTo>
                    <a:pt x="6591905" y="2431263"/>
                  </a:lnTo>
                  <a:lnTo>
                    <a:pt x="6592092" y="2430997"/>
                  </a:lnTo>
                  <a:lnTo>
                    <a:pt x="6592279" y="2430642"/>
                  </a:lnTo>
                  <a:lnTo>
                    <a:pt x="6592466" y="2430095"/>
                  </a:lnTo>
                  <a:lnTo>
                    <a:pt x="6592653" y="2429602"/>
                  </a:lnTo>
                  <a:lnTo>
                    <a:pt x="6592840" y="2429277"/>
                  </a:lnTo>
                  <a:lnTo>
                    <a:pt x="6593027" y="2428963"/>
                  </a:lnTo>
                  <a:lnTo>
                    <a:pt x="6593214" y="2428817"/>
                  </a:lnTo>
                  <a:lnTo>
                    <a:pt x="6593401" y="2428813"/>
                  </a:lnTo>
                  <a:lnTo>
                    <a:pt x="6593587" y="2428796"/>
                  </a:lnTo>
                  <a:lnTo>
                    <a:pt x="6593774" y="2428767"/>
                  </a:lnTo>
                  <a:lnTo>
                    <a:pt x="6593961" y="2428727"/>
                  </a:lnTo>
                  <a:lnTo>
                    <a:pt x="6594148" y="2428559"/>
                  </a:lnTo>
                  <a:lnTo>
                    <a:pt x="6594335" y="2428428"/>
                  </a:lnTo>
                  <a:lnTo>
                    <a:pt x="6594522" y="2428079"/>
                  </a:lnTo>
                  <a:lnTo>
                    <a:pt x="6594709" y="2427709"/>
                  </a:lnTo>
                  <a:lnTo>
                    <a:pt x="6594896" y="2427392"/>
                  </a:lnTo>
                  <a:lnTo>
                    <a:pt x="6595083" y="2427197"/>
                  </a:lnTo>
                  <a:lnTo>
                    <a:pt x="6595270" y="2427045"/>
                  </a:lnTo>
                  <a:lnTo>
                    <a:pt x="6595457" y="2426819"/>
                  </a:lnTo>
                  <a:lnTo>
                    <a:pt x="6595644" y="2426627"/>
                  </a:lnTo>
                  <a:lnTo>
                    <a:pt x="6595830" y="2426449"/>
                  </a:lnTo>
                  <a:lnTo>
                    <a:pt x="6596017" y="2426134"/>
                  </a:lnTo>
                  <a:lnTo>
                    <a:pt x="6596204" y="2425804"/>
                  </a:lnTo>
                  <a:lnTo>
                    <a:pt x="6596391" y="2425337"/>
                  </a:lnTo>
                  <a:lnTo>
                    <a:pt x="6596578" y="2424798"/>
                  </a:lnTo>
                  <a:lnTo>
                    <a:pt x="6596765" y="2424244"/>
                  </a:lnTo>
                  <a:lnTo>
                    <a:pt x="6596952" y="2423733"/>
                  </a:lnTo>
                  <a:lnTo>
                    <a:pt x="6597139" y="2423172"/>
                  </a:lnTo>
                  <a:lnTo>
                    <a:pt x="6597326" y="2422789"/>
                  </a:lnTo>
                  <a:lnTo>
                    <a:pt x="6597513" y="2422504"/>
                  </a:lnTo>
                  <a:lnTo>
                    <a:pt x="6597700" y="2422152"/>
                  </a:lnTo>
                  <a:lnTo>
                    <a:pt x="6597887" y="2421879"/>
                  </a:lnTo>
                  <a:lnTo>
                    <a:pt x="6598074" y="2421637"/>
                  </a:lnTo>
                  <a:lnTo>
                    <a:pt x="6598260" y="2421446"/>
                  </a:lnTo>
                  <a:lnTo>
                    <a:pt x="6598447" y="2421228"/>
                  </a:lnTo>
                  <a:lnTo>
                    <a:pt x="6598634" y="2420938"/>
                  </a:lnTo>
                  <a:lnTo>
                    <a:pt x="6598821" y="2420838"/>
                  </a:lnTo>
                  <a:lnTo>
                    <a:pt x="6599008" y="2420765"/>
                  </a:lnTo>
                  <a:lnTo>
                    <a:pt x="6599195" y="2420666"/>
                  </a:lnTo>
                  <a:lnTo>
                    <a:pt x="6599382" y="2420557"/>
                  </a:lnTo>
                  <a:lnTo>
                    <a:pt x="6599569" y="2420502"/>
                  </a:lnTo>
                  <a:lnTo>
                    <a:pt x="6599756" y="2420437"/>
                  </a:lnTo>
                  <a:lnTo>
                    <a:pt x="6599943" y="2420500"/>
                  </a:lnTo>
                  <a:lnTo>
                    <a:pt x="6600130" y="2420589"/>
                  </a:lnTo>
                  <a:lnTo>
                    <a:pt x="6600317" y="2420749"/>
                  </a:lnTo>
                  <a:lnTo>
                    <a:pt x="6600504" y="2420933"/>
                  </a:lnTo>
                  <a:lnTo>
                    <a:pt x="6600690" y="2421118"/>
                  </a:lnTo>
                  <a:lnTo>
                    <a:pt x="6600877" y="2421235"/>
                  </a:lnTo>
                  <a:lnTo>
                    <a:pt x="6601064" y="2421568"/>
                  </a:lnTo>
                  <a:lnTo>
                    <a:pt x="6601251" y="2421811"/>
                  </a:lnTo>
                  <a:lnTo>
                    <a:pt x="6601438" y="2421891"/>
                  </a:lnTo>
                  <a:lnTo>
                    <a:pt x="6601625" y="2421803"/>
                  </a:lnTo>
                  <a:lnTo>
                    <a:pt x="6601812" y="2421806"/>
                  </a:lnTo>
                  <a:lnTo>
                    <a:pt x="6601999" y="2421815"/>
                  </a:lnTo>
                  <a:lnTo>
                    <a:pt x="6602186" y="2421857"/>
                  </a:lnTo>
                  <a:lnTo>
                    <a:pt x="6602373" y="2421949"/>
                  </a:lnTo>
                  <a:lnTo>
                    <a:pt x="6602560" y="2422485"/>
                  </a:lnTo>
                  <a:lnTo>
                    <a:pt x="6602747" y="2422848"/>
                  </a:lnTo>
                  <a:lnTo>
                    <a:pt x="6602933" y="2423013"/>
                  </a:lnTo>
                  <a:lnTo>
                    <a:pt x="6603120" y="2423054"/>
                  </a:lnTo>
                  <a:lnTo>
                    <a:pt x="6603307" y="2423054"/>
                  </a:lnTo>
                  <a:lnTo>
                    <a:pt x="6603494" y="2423054"/>
                  </a:lnTo>
                  <a:lnTo>
                    <a:pt x="6603681" y="2423054"/>
                  </a:lnTo>
                  <a:lnTo>
                    <a:pt x="6603868" y="2423129"/>
                  </a:lnTo>
                  <a:lnTo>
                    <a:pt x="6604055" y="2423514"/>
                  </a:lnTo>
                  <a:lnTo>
                    <a:pt x="6604242" y="2423926"/>
                  </a:lnTo>
                  <a:lnTo>
                    <a:pt x="6604429" y="2424323"/>
                  </a:lnTo>
                  <a:lnTo>
                    <a:pt x="6604616" y="2424592"/>
                  </a:lnTo>
                  <a:lnTo>
                    <a:pt x="6604803" y="2424861"/>
                  </a:lnTo>
                  <a:lnTo>
                    <a:pt x="6604990" y="2425129"/>
                  </a:lnTo>
                  <a:lnTo>
                    <a:pt x="6605177" y="2425398"/>
                  </a:lnTo>
                  <a:lnTo>
                    <a:pt x="6605363" y="2425667"/>
                  </a:lnTo>
                  <a:lnTo>
                    <a:pt x="6605550" y="2425936"/>
                  </a:lnTo>
                  <a:lnTo>
                    <a:pt x="6605737" y="2426205"/>
                  </a:lnTo>
                  <a:lnTo>
                    <a:pt x="6605924" y="2426474"/>
                  </a:lnTo>
                  <a:lnTo>
                    <a:pt x="6606111" y="2426743"/>
                  </a:lnTo>
                  <a:lnTo>
                    <a:pt x="6606298" y="2427012"/>
                  </a:lnTo>
                  <a:lnTo>
                    <a:pt x="6606485" y="2427280"/>
                  </a:lnTo>
                  <a:lnTo>
                    <a:pt x="6606672" y="2427549"/>
                  </a:lnTo>
                  <a:lnTo>
                    <a:pt x="6606859" y="2427587"/>
                  </a:lnTo>
                  <a:lnTo>
                    <a:pt x="6607046" y="2427587"/>
                  </a:lnTo>
                  <a:lnTo>
                    <a:pt x="6607233" y="2427560"/>
                  </a:lnTo>
                  <a:lnTo>
                    <a:pt x="6607420" y="2427313"/>
                  </a:lnTo>
                  <a:lnTo>
                    <a:pt x="6607607" y="2427128"/>
                  </a:lnTo>
                  <a:lnTo>
                    <a:pt x="6607793" y="2426988"/>
                  </a:lnTo>
                  <a:lnTo>
                    <a:pt x="6607980" y="2426700"/>
                  </a:lnTo>
                  <a:lnTo>
                    <a:pt x="6608167" y="2426452"/>
                  </a:lnTo>
                  <a:lnTo>
                    <a:pt x="6608354" y="2426313"/>
                  </a:lnTo>
                  <a:lnTo>
                    <a:pt x="6608541" y="2425885"/>
                  </a:lnTo>
                  <a:lnTo>
                    <a:pt x="6608728" y="2425416"/>
                  </a:lnTo>
                  <a:lnTo>
                    <a:pt x="6608915" y="2425000"/>
                  </a:lnTo>
                  <a:lnTo>
                    <a:pt x="6609102" y="2424637"/>
                  </a:lnTo>
                  <a:lnTo>
                    <a:pt x="6609289" y="2424273"/>
                  </a:lnTo>
                  <a:lnTo>
                    <a:pt x="6609476" y="2423910"/>
                  </a:lnTo>
                  <a:lnTo>
                    <a:pt x="6609663" y="2423536"/>
                  </a:lnTo>
                  <a:lnTo>
                    <a:pt x="6609850" y="2423162"/>
                  </a:lnTo>
                  <a:lnTo>
                    <a:pt x="6610036" y="2422788"/>
                  </a:lnTo>
                  <a:lnTo>
                    <a:pt x="6610223" y="2422414"/>
                  </a:lnTo>
                  <a:lnTo>
                    <a:pt x="6610410" y="2421992"/>
                  </a:lnTo>
                  <a:lnTo>
                    <a:pt x="6610597" y="2421620"/>
                  </a:lnTo>
                  <a:lnTo>
                    <a:pt x="6610784" y="2421426"/>
                  </a:lnTo>
                  <a:lnTo>
                    <a:pt x="6610971" y="2421527"/>
                  </a:lnTo>
                  <a:lnTo>
                    <a:pt x="6611158" y="2421520"/>
                  </a:lnTo>
                  <a:lnTo>
                    <a:pt x="6611345" y="2421636"/>
                  </a:lnTo>
                  <a:lnTo>
                    <a:pt x="6611532" y="2421789"/>
                  </a:lnTo>
                  <a:lnTo>
                    <a:pt x="6611719" y="2422210"/>
                  </a:lnTo>
                  <a:lnTo>
                    <a:pt x="6611906" y="2422540"/>
                  </a:lnTo>
                  <a:lnTo>
                    <a:pt x="6612093" y="2422870"/>
                  </a:lnTo>
                  <a:lnTo>
                    <a:pt x="6612280" y="2423201"/>
                  </a:lnTo>
                  <a:lnTo>
                    <a:pt x="6612466" y="2423531"/>
                  </a:lnTo>
                  <a:lnTo>
                    <a:pt x="6612653" y="2423861"/>
                  </a:lnTo>
                  <a:lnTo>
                    <a:pt x="6612840" y="2424191"/>
                  </a:lnTo>
                  <a:lnTo>
                    <a:pt x="6613027" y="2424521"/>
                  </a:lnTo>
                  <a:lnTo>
                    <a:pt x="6613214" y="2424851"/>
                  </a:lnTo>
                  <a:lnTo>
                    <a:pt x="6613401" y="2425041"/>
                  </a:lnTo>
                  <a:lnTo>
                    <a:pt x="6613588" y="2425181"/>
                  </a:lnTo>
                  <a:lnTo>
                    <a:pt x="6613775" y="2425181"/>
                  </a:lnTo>
                  <a:lnTo>
                    <a:pt x="6613962" y="2425181"/>
                  </a:lnTo>
                  <a:lnTo>
                    <a:pt x="6614149" y="2425428"/>
                  </a:lnTo>
                  <a:lnTo>
                    <a:pt x="6614336" y="2425693"/>
                  </a:lnTo>
                  <a:lnTo>
                    <a:pt x="6614523" y="2426044"/>
                  </a:lnTo>
                  <a:lnTo>
                    <a:pt x="6614709" y="2426478"/>
                  </a:lnTo>
                  <a:lnTo>
                    <a:pt x="6614896" y="2426912"/>
                  </a:lnTo>
                  <a:lnTo>
                    <a:pt x="6615083" y="2427346"/>
                  </a:lnTo>
                  <a:lnTo>
                    <a:pt x="6615270" y="2427780"/>
                  </a:lnTo>
                  <a:lnTo>
                    <a:pt x="6615457" y="2428214"/>
                  </a:lnTo>
                  <a:lnTo>
                    <a:pt x="6615644" y="2428648"/>
                  </a:lnTo>
                  <a:lnTo>
                    <a:pt x="6615831" y="2429214"/>
                  </a:lnTo>
                  <a:lnTo>
                    <a:pt x="6616018" y="2429801"/>
                  </a:lnTo>
                  <a:lnTo>
                    <a:pt x="6616205" y="2430465"/>
                  </a:lnTo>
                  <a:lnTo>
                    <a:pt x="6616392" y="2431301"/>
                  </a:lnTo>
                  <a:lnTo>
                    <a:pt x="6616579" y="2432136"/>
                  </a:lnTo>
                  <a:lnTo>
                    <a:pt x="6616766" y="2432963"/>
                  </a:lnTo>
                  <a:lnTo>
                    <a:pt x="6616953" y="2433791"/>
                  </a:lnTo>
                  <a:lnTo>
                    <a:pt x="6617139" y="2434663"/>
                  </a:lnTo>
                  <a:lnTo>
                    <a:pt x="6617326" y="2435488"/>
                  </a:lnTo>
                  <a:lnTo>
                    <a:pt x="6617513" y="2436231"/>
                  </a:lnTo>
                  <a:lnTo>
                    <a:pt x="6617700" y="2436973"/>
                  </a:lnTo>
                  <a:lnTo>
                    <a:pt x="6617887" y="2437748"/>
                  </a:lnTo>
                  <a:lnTo>
                    <a:pt x="6618074" y="2438549"/>
                  </a:lnTo>
                  <a:lnTo>
                    <a:pt x="6618261" y="2439516"/>
                  </a:lnTo>
                  <a:lnTo>
                    <a:pt x="6618448" y="2440465"/>
                  </a:lnTo>
                  <a:lnTo>
                    <a:pt x="6618635" y="2441319"/>
                  </a:lnTo>
                  <a:lnTo>
                    <a:pt x="6618822" y="2442074"/>
                  </a:lnTo>
                  <a:lnTo>
                    <a:pt x="6619009" y="2442722"/>
                  </a:lnTo>
                  <a:lnTo>
                    <a:pt x="6619196" y="2443243"/>
                  </a:lnTo>
                  <a:lnTo>
                    <a:pt x="6619383" y="2443809"/>
                  </a:lnTo>
                  <a:lnTo>
                    <a:pt x="6619569" y="2444453"/>
                  </a:lnTo>
                  <a:lnTo>
                    <a:pt x="6619756" y="2445139"/>
                  </a:lnTo>
                  <a:lnTo>
                    <a:pt x="6619943" y="2445772"/>
                  </a:lnTo>
                  <a:lnTo>
                    <a:pt x="6620130" y="2446345"/>
                  </a:lnTo>
                  <a:lnTo>
                    <a:pt x="6620317" y="2446844"/>
                  </a:lnTo>
                  <a:lnTo>
                    <a:pt x="6620504" y="2447411"/>
                  </a:lnTo>
                  <a:lnTo>
                    <a:pt x="6620691" y="2447974"/>
                  </a:lnTo>
                  <a:lnTo>
                    <a:pt x="6620878" y="2448426"/>
                  </a:lnTo>
                  <a:lnTo>
                    <a:pt x="6621065" y="2448697"/>
                  </a:lnTo>
                  <a:lnTo>
                    <a:pt x="6621252" y="2448956"/>
                  </a:lnTo>
                  <a:lnTo>
                    <a:pt x="6621439" y="2449238"/>
                  </a:lnTo>
                  <a:lnTo>
                    <a:pt x="6621626" y="2449514"/>
                  </a:lnTo>
                  <a:lnTo>
                    <a:pt x="6621812" y="2449698"/>
                  </a:lnTo>
                  <a:lnTo>
                    <a:pt x="6621999" y="2449859"/>
                  </a:lnTo>
                  <a:lnTo>
                    <a:pt x="6622186" y="2449930"/>
                  </a:lnTo>
                  <a:lnTo>
                    <a:pt x="6622373" y="2449858"/>
                  </a:lnTo>
                  <a:lnTo>
                    <a:pt x="6622560" y="2449670"/>
                  </a:lnTo>
                  <a:lnTo>
                    <a:pt x="6622747" y="2449583"/>
                  </a:lnTo>
                  <a:lnTo>
                    <a:pt x="6622934" y="2449549"/>
                  </a:lnTo>
                  <a:lnTo>
                    <a:pt x="6623121" y="2449444"/>
                  </a:lnTo>
                  <a:lnTo>
                    <a:pt x="6623308" y="2449390"/>
                  </a:lnTo>
                  <a:lnTo>
                    <a:pt x="6623495" y="2449384"/>
                  </a:lnTo>
                  <a:lnTo>
                    <a:pt x="6623682" y="2449449"/>
                  </a:lnTo>
                  <a:lnTo>
                    <a:pt x="6623869" y="2449623"/>
                  </a:lnTo>
                  <a:lnTo>
                    <a:pt x="6624056" y="2449831"/>
                  </a:lnTo>
                  <a:lnTo>
                    <a:pt x="6624242" y="2450088"/>
                  </a:lnTo>
                  <a:lnTo>
                    <a:pt x="6624429" y="2450367"/>
                  </a:lnTo>
                  <a:lnTo>
                    <a:pt x="6624616" y="2450749"/>
                  </a:lnTo>
                  <a:lnTo>
                    <a:pt x="6624803" y="2451141"/>
                  </a:lnTo>
                  <a:lnTo>
                    <a:pt x="6624990" y="2451679"/>
                  </a:lnTo>
                  <a:lnTo>
                    <a:pt x="6625177" y="2452317"/>
                  </a:lnTo>
                  <a:lnTo>
                    <a:pt x="6625364" y="2453049"/>
                  </a:lnTo>
                  <a:lnTo>
                    <a:pt x="6625551" y="2453820"/>
                  </a:lnTo>
                  <a:lnTo>
                    <a:pt x="6625738" y="2454583"/>
                  </a:lnTo>
                  <a:lnTo>
                    <a:pt x="6625925" y="2455486"/>
                  </a:lnTo>
                  <a:lnTo>
                    <a:pt x="6626112" y="2456708"/>
                  </a:lnTo>
                  <a:lnTo>
                    <a:pt x="6626299" y="2458025"/>
                  </a:lnTo>
                  <a:lnTo>
                    <a:pt x="6626485" y="2459537"/>
                  </a:lnTo>
                  <a:lnTo>
                    <a:pt x="6626672" y="2460989"/>
                  </a:lnTo>
                  <a:lnTo>
                    <a:pt x="6626859" y="2462782"/>
                  </a:lnTo>
                  <a:lnTo>
                    <a:pt x="6627046" y="2464441"/>
                  </a:lnTo>
                  <a:lnTo>
                    <a:pt x="6627233" y="2466365"/>
                  </a:lnTo>
                  <a:lnTo>
                    <a:pt x="6627420" y="2468390"/>
                  </a:lnTo>
                  <a:lnTo>
                    <a:pt x="6627607" y="2469715"/>
                  </a:lnTo>
                  <a:lnTo>
                    <a:pt x="6627794" y="2471001"/>
                  </a:lnTo>
                  <a:lnTo>
                    <a:pt x="6627857" y="2471758"/>
                  </a:lnTo>
                  <a:lnTo>
                    <a:pt x="6654711" y="2471722"/>
                  </a:lnTo>
                  <a:lnTo>
                    <a:pt x="6654897" y="2471144"/>
                  </a:lnTo>
                  <a:lnTo>
                    <a:pt x="6655084" y="2470567"/>
                  </a:lnTo>
                  <a:lnTo>
                    <a:pt x="6655271" y="2469957"/>
                  </a:lnTo>
                  <a:lnTo>
                    <a:pt x="6655458" y="2469321"/>
                  </a:lnTo>
                  <a:lnTo>
                    <a:pt x="6655645" y="2468684"/>
                  </a:lnTo>
                  <a:lnTo>
                    <a:pt x="6655832" y="2468065"/>
                  </a:lnTo>
                  <a:lnTo>
                    <a:pt x="6656019" y="2467541"/>
                  </a:lnTo>
                  <a:lnTo>
                    <a:pt x="6656206" y="2467117"/>
                  </a:lnTo>
                  <a:lnTo>
                    <a:pt x="6656393" y="2466716"/>
                  </a:lnTo>
                  <a:lnTo>
                    <a:pt x="6656580" y="2466360"/>
                  </a:lnTo>
                  <a:lnTo>
                    <a:pt x="6656767" y="2465959"/>
                  </a:lnTo>
                  <a:lnTo>
                    <a:pt x="6656954" y="2465604"/>
                  </a:lnTo>
                  <a:lnTo>
                    <a:pt x="6657141" y="2465248"/>
                  </a:lnTo>
                  <a:lnTo>
                    <a:pt x="6657327" y="2464946"/>
                  </a:lnTo>
                  <a:lnTo>
                    <a:pt x="6657514" y="2464702"/>
                  </a:lnTo>
                  <a:lnTo>
                    <a:pt x="6657701" y="2464533"/>
                  </a:lnTo>
                  <a:lnTo>
                    <a:pt x="6657888" y="2464296"/>
                  </a:lnTo>
                  <a:lnTo>
                    <a:pt x="6658075" y="2464064"/>
                  </a:lnTo>
                  <a:lnTo>
                    <a:pt x="6658262" y="2463941"/>
                  </a:lnTo>
                  <a:lnTo>
                    <a:pt x="6658449" y="2463835"/>
                  </a:lnTo>
                  <a:lnTo>
                    <a:pt x="6658636" y="2463742"/>
                  </a:lnTo>
                  <a:lnTo>
                    <a:pt x="6658823" y="2463624"/>
                  </a:lnTo>
                  <a:lnTo>
                    <a:pt x="6659010" y="2463513"/>
                  </a:lnTo>
                  <a:lnTo>
                    <a:pt x="6659197" y="2463495"/>
                  </a:lnTo>
                  <a:lnTo>
                    <a:pt x="6659384" y="2463499"/>
                  </a:lnTo>
                  <a:lnTo>
                    <a:pt x="6659570" y="2463592"/>
                  </a:lnTo>
                  <a:lnTo>
                    <a:pt x="6659757" y="2463706"/>
                  </a:lnTo>
                  <a:lnTo>
                    <a:pt x="6659944" y="2463894"/>
                  </a:lnTo>
                  <a:lnTo>
                    <a:pt x="6660131" y="2464113"/>
                  </a:lnTo>
                  <a:lnTo>
                    <a:pt x="6660318" y="2464312"/>
                  </a:lnTo>
                  <a:lnTo>
                    <a:pt x="6660505" y="2464582"/>
                  </a:lnTo>
                  <a:lnTo>
                    <a:pt x="6660692" y="2464801"/>
                  </a:lnTo>
                  <a:lnTo>
                    <a:pt x="6660879" y="2465079"/>
                  </a:lnTo>
                  <a:lnTo>
                    <a:pt x="6661066" y="2465344"/>
                  </a:lnTo>
                  <a:lnTo>
                    <a:pt x="6661253" y="2465641"/>
                  </a:lnTo>
                  <a:lnTo>
                    <a:pt x="6661440" y="2465928"/>
                  </a:lnTo>
                  <a:lnTo>
                    <a:pt x="6661627" y="2466166"/>
                  </a:lnTo>
                  <a:lnTo>
                    <a:pt x="6661814" y="2466382"/>
                  </a:lnTo>
                  <a:lnTo>
                    <a:pt x="6662000" y="2466520"/>
                  </a:lnTo>
                  <a:lnTo>
                    <a:pt x="6662187" y="2466593"/>
                  </a:lnTo>
                  <a:lnTo>
                    <a:pt x="6662374" y="2466637"/>
                  </a:lnTo>
                  <a:lnTo>
                    <a:pt x="6662561" y="2466608"/>
                  </a:lnTo>
                  <a:lnTo>
                    <a:pt x="6662748" y="2466569"/>
                  </a:lnTo>
                  <a:lnTo>
                    <a:pt x="6662935" y="2466496"/>
                  </a:lnTo>
                  <a:lnTo>
                    <a:pt x="6663122" y="2466438"/>
                  </a:lnTo>
                  <a:lnTo>
                    <a:pt x="6663309" y="2466360"/>
                  </a:lnTo>
                  <a:lnTo>
                    <a:pt x="6663496" y="2466300"/>
                  </a:lnTo>
                  <a:lnTo>
                    <a:pt x="6663683" y="2466277"/>
                  </a:lnTo>
                  <a:lnTo>
                    <a:pt x="6663870" y="2466245"/>
                  </a:lnTo>
                  <a:lnTo>
                    <a:pt x="6664057" y="2466244"/>
                  </a:lnTo>
                  <a:lnTo>
                    <a:pt x="6664243" y="2466105"/>
                  </a:lnTo>
                  <a:lnTo>
                    <a:pt x="6664430" y="2466101"/>
                  </a:lnTo>
                  <a:lnTo>
                    <a:pt x="6664617" y="2465982"/>
                  </a:lnTo>
                  <a:lnTo>
                    <a:pt x="6664804" y="2465834"/>
                  </a:lnTo>
                  <a:lnTo>
                    <a:pt x="6664991" y="2465685"/>
                  </a:lnTo>
                  <a:lnTo>
                    <a:pt x="6665178" y="2465536"/>
                  </a:lnTo>
                  <a:lnTo>
                    <a:pt x="6665365" y="2465352"/>
                  </a:lnTo>
                  <a:lnTo>
                    <a:pt x="6665552" y="2465083"/>
                  </a:lnTo>
                  <a:lnTo>
                    <a:pt x="6665739" y="2464814"/>
                  </a:lnTo>
                  <a:lnTo>
                    <a:pt x="6665926" y="2464545"/>
                  </a:lnTo>
                  <a:lnTo>
                    <a:pt x="6666113" y="2464276"/>
                  </a:lnTo>
                  <a:lnTo>
                    <a:pt x="6666300" y="2464007"/>
                  </a:lnTo>
                  <a:lnTo>
                    <a:pt x="6666487" y="2463760"/>
                  </a:lnTo>
                  <a:lnTo>
                    <a:pt x="6666673" y="2463513"/>
                  </a:lnTo>
                  <a:lnTo>
                    <a:pt x="6666860" y="2463387"/>
                  </a:lnTo>
                  <a:lnTo>
                    <a:pt x="6667047" y="2463264"/>
                  </a:lnTo>
                  <a:lnTo>
                    <a:pt x="6667234" y="2463116"/>
                  </a:lnTo>
                  <a:lnTo>
                    <a:pt x="6667421" y="2462854"/>
                  </a:lnTo>
                  <a:lnTo>
                    <a:pt x="6667608" y="2462615"/>
                  </a:lnTo>
                  <a:lnTo>
                    <a:pt x="6667795" y="2462324"/>
                  </a:lnTo>
                  <a:lnTo>
                    <a:pt x="6667982" y="2461925"/>
                  </a:lnTo>
                  <a:lnTo>
                    <a:pt x="6668169" y="2461595"/>
                  </a:lnTo>
                  <a:lnTo>
                    <a:pt x="6668356" y="2461265"/>
                  </a:lnTo>
                  <a:lnTo>
                    <a:pt x="6668543" y="2460935"/>
                  </a:lnTo>
                  <a:lnTo>
                    <a:pt x="6668730" y="2460606"/>
                  </a:lnTo>
                  <a:lnTo>
                    <a:pt x="6668917" y="2460276"/>
                  </a:lnTo>
                  <a:lnTo>
                    <a:pt x="6669103" y="2459946"/>
                  </a:lnTo>
                  <a:lnTo>
                    <a:pt x="6669290" y="2459616"/>
                  </a:lnTo>
                  <a:lnTo>
                    <a:pt x="6669477" y="2459187"/>
                  </a:lnTo>
                  <a:lnTo>
                    <a:pt x="6669664" y="2458481"/>
                  </a:lnTo>
                  <a:lnTo>
                    <a:pt x="6669851" y="2457711"/>
                  </a:lnTo>
                  <a:lnTo>
                    <a:pt x="6670038" y="2456881"/>
                  </a:lnTo>
                  <a:lnTo>
                    <a:pt x="6670225" y="2456000"/>
                  </a:lnTo>
                  <a:lnTo>
                    <a:pt x="6670412" y="2455182"/>
                  </a:lnTo>
                  <a:lnTo>
                    <a:pt x="6670599" y="2454359"/>
                  </a:lnTo>
                  <a:lnTo>
                    <a:pt x="6670786" y="2453741"/>
                  </a:lnTo>
                  <a:lnTo>
                    <a:pt x="6670973" y="2453245"/>
                  </a:lnTo>
                  <a:lnTo>
                    <a:pt x="6671160" y="2452750"/>
                  </a:lnTo>
                  <a:lnTo>
                    <a:pt x="6671346" y="2452255"/>
                  </a:lnTo>
                  <a:lnTo>
                    <a:pt x="6671533" y="2451760"/>
                  </a:lnTo>
                  <a:lnTo>
                    <a:pt x="6671720" y="2451397"/>
                  </a:lnTo>
                  <a:lnTo>
                    <a:pt x="6671907" y="2450918"/>
                  </a:lnTo>
                  <a:lnTo>
                    <a:pt x="6672094" y="2450539"/>
                  </a:lnTo>
                  <a:lnTo>
                    <a:pt x="6672281" y="2450143"/>
                  </a:lnTo>
                  <a:lnTo>
                    <a:pt x="6672468" y="2449969"/>
                  </a:lnTo>
                  <a:lnTo>
                    <a:pt x="6672655" y="2449846"/>
                  </a:lnTo>
                  <a:lnTo>
                    <a:pt x="6672842" y="2449846"/>
                  </a:lnTo>
                  <a:lnTo>
                    <a:pt x="6673029" y="2449846"/>
                  </a:lnTo>
                  <a:lnTo>
                    <a:pt x="6673216" y="2449846"/>
                  </a:lnTo>
                  <a:lnTo>
                    <a:pt x="6673403" y="2449846"/>
                  </a:lnTo>
                  <a:lnTo>
                    <a:pt x="6673590" y="2449846"/>
                  </a:lnTo>
                  <a:lnTo>
                    <a:pt x="6673776" y="2449846"/>
                  </a:lnTo>
                  <a:lnTo>
                    <a:pt x="6673963" y="2449846"/>
                  </a:lnTo>
                  <a:lnTo>
                    <a:pt x="6674150" y="2449846"/>
                  </a:lnTo>
                  <a:lnTo>
                    <a:pt x="6674337" y="2449846"/>
                  </a:lnTo>
                  <a:lnTo>
                    <a:pt x="6674524" y="2449714"/>
                  </a:lnTo>
                  <a:lnTo>
                    <a:pt x="6674711" y="2449697"/>
                  </a:lnTo>
                  <a:lnTo>
                    <a:pt x="6674898" y="2449582"/>
                  </a:lnTo>
                  <a:lnTo>
                    <a:pt x="6675085" y="2449582"/>
                  </a:lnTo>
                  <a:lnTo>
                    <a:pt x="6675272" y="2449582"/>
                  </a:lnTo>
                  <a:lnTo>
                    <a:pt x="6675459" y="2449582"/>
                  </a:lnTo>
                  <a:lnTo>
                    <a:pt x="6675646" y="2449271"/>
                  </a:lnTo>
                  <a:lnTo>
                    <a:pt x="6675833" y="2448859"/>
                  </a:lnTo>
                  <a:lnTo>
                    <a:pt x="6676020" y="2448456"/>
                  </a:lnTo>
                  <a:lnTo>
                    <a:pt x="6676206" y="2448142"/>
                  </a:lnTo>
                  <a:lnTo>
                    <a:pt x="6676393" y="2447828"/>
                  </a:lnTo>
                  <a:lnTo>
                    <a:pt x="6676580" y="2447514"/>
                  </a:lnTo>
                  <a:lnTo>
                    <a:pt x="6676767" y="2447201"/>
                  </a:lnTo>
                  <a:lnTo>
                    <a:pt x="6676954" y="2446871"/>
                  </a:lnTo>
                  <a:lnTo>
                    <a:pt x="6677141" y="2446392"/>
                  </a:lnTo>
                  <a:lnTo>
                    <a:pt x="6677328" y="2445991"/>
                  </a:lnTo>
                  <a:lnTo>
                    <a:pt x="6677515" y="2445633"/>
                  </a:lnTo>
                  <a:lnTo>
                    <a:pt x="6677702" y="2445376"/>
                  </a:lnTo>
                  <a:lnTo>
                    <a:pt x="6677889" y="2445138"/>
                  </a:lnTo>
                  <a:lnTo>
                    <a:pt x="6678076" y="2444900"/>
                  </a:lnTo>
                  <a:lnTo>
                    <a:pt x="6678263" y="2444662"/>
                  </a:lnTo>
                  <a:lnTo>
                    <a:pt x="6678449" y="2444539"/>
                  </a:lnTo>
                  <a:lnTo>
                    <a:pt x="6678636" y="2444527"/>
                  </a:lnTo>
                  <a:lnTo>
                    <a:pt x="6678823" y="2444973"/>
                  </a:lnTo>
                  <a:lnTo>
                    <a:pt x="6679010" y="2445303"/>
                  </a:lnTo>
                  <a:lnTo>
                    <a:pt x="6679197" y="2445633"/>
                  </a:lnTo>
                  <a:lnTo>
                    <a:pt x="6679384" y="2445963"/>
                  </a:lnTo>
                  <a:lnTo>
                    <a:pt x="6679571" y="2446359"/>
                  </a:lnTo>
                  <a:lnTo>
                    <a:pt x="6679758" y="2446871"/>
                  </a:lnTo>
                  <a:lnTo>
                    <a:pt x="6679945" y="2447152"/>
                  </a:lnTo>
                  <a:lnTo>
                    <a:pt x="6680132" y="2447332"/>
                  </a:lnTo>
                  <a:lnTo>
                    <a:pt x="6680319" y="2447551"/>
                  </a:lnTo>
                  <a:lnTo>
                    <a:pt x="6680506" y="2447660"/>
                  </a:lnTo>
                  <a:lnTo>
                    <a:pt x="6680693" y="2447752"/>
                  </a:lnTo>
                  <a:lnTo>
                    <a:pt x="6680879" y="2447844"/>
                  </a:lnTo>
                  <a:lnTo>
                    <a:pt x="6681066" y="2448002"/>
                  </a:lnTo>
                  <a:lnTo>
                    <a:pt x="6681253" y="2448101"/>
                  </a:lnTo>
                  <a:lnTo>
                    <a:pt x="6681440" y="2448269"/>
                  </a:lnTo>
                  <a:lnTo>
                    <a:pt x="6681627" y="2448322"/>
                  </a:lnTo>
                  <a:lnTo>
                    <a:pt x="6681814" y="2448369"/>
                  </a:lnTo>
                  <a:lnTo>
                    <a:pt x="6682001" y="2448416"/>
                  </a:lnTo>
                  <a:lnTo>
                    <a:pt x="6682188" y="2448463"/>
                  </a:lnTo>
                  <a:lnTo>
                    <a:pt x="6682375" y="2448428"/>
                  </a:lnTo>
                  <a:lnTo>
                    <a:pt x="6682562" y="2448190"/>
                  </a:lnTo>
                  <a:lnTo>
                    <a:pt x="6682749" y="2447985"/>
                  </a:lnTo>
                  <a:lnTo>
                    <a:pt x="6682936" y="2447767"/>
                  </a:lnTo>
                  <a:lnTo>
                    <a:pt x="6683122" y="2447473"/>
                  </a:lnTo>
                  <a:lnTo>
                    <a:pt x="6683309" y="2447473"/>
                  </a:lnTo>
                  <a:lnTo>
                    <a:pt x="6683496" y="2447432"/>
                  </a:lnTo>
                  <a:lnTo>
                    <a:pt x="6683683" y="2447267"/>
                  </a:lnTo>
                  <a:lnTo>
                    <a:pt x="6683870" y="2447011"/>
                  </a:lnTo>
                  <a:lnTo>
                    <a:pt x="6684057" y="2446780"/>
                  </a:lnTo>
                  <a:lnTo>
                    <a:pt x="6684244" y="2446450"/>
                  </a:lnTo>
                  <a:lnTo>
                    <a:pt x="6684431" y="2446120"/>
                  </a:lnTo>
                  <a:lnTo>
                    <a:pt x="6684618" y="2445790"/>
                  </a:lnTo>
                  <a:lnTo>
                    <a:pt x="6684805" y="2445460"/>
                  </a:lnTo>
                  <a:lnTo>
                    <a:pt x="6684992" y="2444998"/>
                  </a:lnTo>
                  <a:lnTo>
                    <a:pt x="6685179" y="2444535"/>
                  </a:lnTo>
                  <a:lnTo>
                    <a:pt x="6685366" y="2444205"/>
                  </a:lnTo>
                  <a:lnTo>
                    <a:pt x="6685552" y="2443875"/>
                  </a:lnTo>
                  <a:lnTo>
                    <a:pt x="6685739" y="2443545"/>
                  </a:lnTo>
                  <a:lnTo>
                    <a:pt x="6685926" y="2443215"/>
                  </a:lnTo>
                  <a:lnTo>
                    <a:pt x="6686113" y="2442885"/>
                  </a:lnTo>
                  <a:lnTo>
                    <a:pt x="6686300" y="2442596"/>
                  </a:lnTo>
                  <a:lnTo>
                    <a:pt x="6686487" y="2442431"/>
                  </a:lnTo>
                  <a:lnTo>
                    <a:pt x="6686674" y="2442266"/>
                  </a:lnTo>
                  <a:lnTo>
                    <a:pt x="6686861" y="2442101"/>
                  </a:lnTo>
                  <a:lnTo>
                    <a:pt x="6687048" y="2441788"/>
                  </a:lnTo>
                  <a:lnTo>
                    <a:pt x="6687235" y="2441458"/>
                  </a:lnTo>
                  <a:lnTo>
                    <a:pt x="6687422" y="2440995"/>
                  </a:lnTo>
                  <a:lnTo>
                    <a:pt x="6687609" y="2440500"/>
                  </a:lnTo>
                  <a:lnTo>
                    <a:pt x="6687796" y="2440448"/>
                  </a:lnTo>
                  <a:lnTo>
                    <a:pt x="6687982" y="2440330"/>
                  </a:lnTo>
                  <a:lnTo>
                    <a:pt x="6688169" y="2440205"/>
                  </a:lnTo>
                  <a:lnTo>
                    <a:pt x="6688356" y="2439982"/>
                  </a:lnTo>
                  <a:lnTo>
                    <a:pt x="6688543" y="2439770"/>
                  </a:lnTo>
                  <a:lnTo>
                    <a:pt x="6688730" y="2439558"/>
                  </a:lnTo>
                  <a:lnTo>
                    <a:pt x="6688917" y="2439346"/>
                  </a:lnTo>
                  <a:lnTo>
                    <a:pt x="6689104" y="2439134"/>
                  </a:lnTo>
                  <a:lnTo>
                    <a:pt x="6689291" y="2438922"/>
                  </a:lnTo>
                  <a:lnTo>
                    <a:pt x="6689478" y="2438710"/>
                  </a:lnTo>
                  <a:lnTo>
                    <a:pt x="6689665" y="2438498"/>
                  </a:lnTo>
                  <a:lnTo>
                    <a:pt x="6689852" y="2438394"/>
                  </a:lnTo>
                  <a:lnTo>
                    <a:pt x="6690039" y="2438302"/>
                  </a:lnTo>
                  <a:lnTo>
                    <a:pt x="6690225" y="2438306"/>
                  </a:lnTo>
                  <a:lnTo>
                    <a:pt x="6690412" y="2438335"/>
                  </a:lnTo>
                  <a:lnTo>
                    <a:pt x="6690599" y="2438334"/>
                  </a:lnTo>
                  <a:lnTo>
                    <a:pt x="6690786" y="2438451"/>
                  </a:lnTo>
                  <a:lnTo>
                    <a:pt x="6690973" y="2438574"/>
                  </a:lnTo>
                  <a:lnTo>
                    <a:pt x="6691160" y="2438797"/>
                  </a:lnTo>
                  <a:lnTo>
                    <a:pt x="6691347" y="2438797"/>
                  </a:lnTo>
                  <a:lnTo>
                    <a:pt x="6691534" y="2438797"/>
                  </a:lnTo>
                  <a:lnTo>
                    <a:pt x="6691721" y="2438797"/>
                  </a:lnTo>
                  <a:lnTo>
                    <a:pt x="6691908" y="2438797"/>
                  </a:lnTo>
                  <a:lnTo>
                    <a:pt x="6692095" y="2438797"/>
                  </a:lnTo>
                  <a:lnTo>
                    <a:pt x="6692282" y="2438797"/>
                  </a:lnTo>
                  <a:lnTo>
                    <a:pt x="6692469" y="2438797"/>
                  </a:lnTo>
                  <a:lnTo>
                    <a:pt x="6692655" y="2438797"/>
                  </a:lnTo>
                  <a:lnTo>
                    <a:pt x="6692842" y="2438722"/>
                  </a:lnTo>
                  <a:lnTo>
                    <a:pt x="6693029" y="2438557"/>
                  </a:lnTo>
                  <a:lnTo>
                    <a:pt x="6693216" y="2438392"/>
                  </a:lnTo>
                  <a:lnTo>
                    <a:pt x="6693403" y="2438227"/>
                  </a:lnTo>
                  <a:lnTo>
                    <a:pt x="6693590" y="2438062"/>
                  </a:lnTo>
                  <a:lnTo>
                    <a:pt x="6693777" y="2437897"/>
                  </a:lnTo>
                  <a:lnTo>
                    <a:pt x="6693964" y="2437732"/>
                  </a:lnTo>
                  <a:lnTo>
                    <a:pt x="6694151" y="2437501"/>
                  </a:lnTo>
                  <a:lnTo>
                    <a:pt x="6694338" y="2437171"/>
                  </a:lnTo>
                  <a:lnTo>
                    <a:pt x="6694525" y="2436841"/>
                  </a:lnTo>
                  <a:lnTo>
                    <a:pt x="6694712" y="2436511"/>
                  </a:lnTo>
                  <a:lnTo>
                    <a:pt x="6694899" y="2436181"/>
                  </a:lnTo>
                  <a:lnTo>
                    <a:pt x="6695085" y="2435851"/>
                  </a:lnTo>
                  <a:lnTo>
                    <a:pt x="6695272" y="2435521"/>
                  </a:lnTo>
                  <a:lnTo>
                    <a:pt x="6695459" y="2435190"/>
                  </a:lnTo>
                  <a:lnTo>
                    <a:pt x="6695646" y="2434935"/>
                  </a:lnTo>
                  <a:lnTo>
                    <a:pt x="6695833" y="2434770"/>
                  </a:lnTo>
                  <a:lnTo>
                    <a:pt x="6696020" y="2434605"/>
                  </a:lnTo>
                  <a:lnTo>
                    <a:pt x="6696207" y="2434440"/>
                  </a:lnTo>
                  <a:lnTo>
                    <a:pt x="6696394" y="2434275"/>
                  </a:lnTo>
                  <a:lnTo>
                    <a:pt x="6696581" y="2434109"/>
                  </a:lnTo>
                  <a:lnTo>
                    <a:pt x="6696768" y="2433944"/>
                  </a:lnTo>
                  <a:lnTo>
                    <a:pt x="6696955" y="2433845"/>
                  </a:lnTo>
                  <a:lnTo>
                    <a:pt x="6697142" y="2434073"/>
                  </a:lnTo>
                  <a:lnTo>
                    <a:pt x="6697328" y="2434320"/>
                  </a:lnTo>
                  <a:lnTo>
                    <a:pt x="6697515" y="2434589"/>
                  </a:lnTo>
                  <a:lnTo>
                    <a:pt x="6697702" y="2435011"/>
                  </a:lnTo>
                  <a:lnTo>
                    <a:pt x="6697889" y="2435428"/>
                  </a:lnTo>
                  <a:lnTo>
                    <a:pt x="6698076" y="2435844"/>
                  </a:lnTo>
                  <a:lnTo>
                    <a:pt x="6698263" y="2436349"/>
                  </a:lnTo>
                  <a:lnTo>
                    <a:pt x="6698450" y="2436846"/>
                  </a:lnTo>
                  <a:lnTo>
                    <a:pt x="6698637" y="2437344"/>
                  </a:lnTo>
                  <a:lnTo>
                    <a:pt x="6698824" y="2437841"/>
                  </a:lnTo>
                  <a:lnTo>
                    <a:pt x="6699011" y="2438338"/>
                  </a:lnTo>
                  <a:lnTo>
                    <a:pt x="6699198" y="2438835"/>
                  </a:lnTo>
                  <a:lnTo>
                    <a:pt x="6699385" y="2439332"/>
                  </a:lnTo>
                  <a:lnTo>
                    <a:pt x="6699572" y="2439829"/>
                  </a:lnTo>
                  <a:lnTo>
                    <a:pt x="6699758" y="2440326"/>
                  </a:lnTo>
                  <a:lnTo>
                    <a:pt x="6699945" y="2440832"/>
                  </a:lnTo>
                  <a:lnTo>
                    <a:pt x="6700132" y="2441337"/>
                  </a:lnTo>
                  <a:lnTo>
                    <a:pt x="6700319" y="2441754"/>
                  </a:lnTo>
                  <a:lnTo>
                    <a:pt x="6700506" y="2442176"/>
                  </a:lnTo>
                  <a:lnTo>
                    <a:pt x="6700693" y="2442445"/>
                  </a:lnTo>
                  <a:lnTo>
                    <a:pt x="6700880" y="2442714"/>
                  </a:lnTo>
                  <a:lnTo>
                    <a:pt x="6701067" y="2442961"/>
                  </a:lnTo>
                  <a:lnTo>
                    <a:pt x="6701254" y="2442961"/>
                  </a:lnTo>
                  <a:lnTo>
                    <a:pt x="6701441" y="2442961"/>
                  </a:lnTo>
                  <a:lnTo>
                    <a:pt x="6701628" y="2442961"/>
                  </a:lnTo>
                  <a:lnTo>
                    <a:pt x="6701815" y="2442961"/>
                  </a:lnTo>
                  <a:lnTo>
                    <a:pt x="6702001" y="2442961"/>
                  </a:lnTo>
                  <a:lnTo>
                    <a:pt x="6702188" y="2442961"/>
                  </a:lnTo>
                  <a:lnTo>
                    <a:pt x="6702375" y="2442961"/>
                  </a:lnTo>
                  <a:lnTo>
                    <a:pt x="6702562" y="2442961"/>
                  </a:lnTo>
                  <a:lnTo>
                    <a:pt x="6702749" y="2442961"/>
                  </a:lnTo>
                  <a:lnTo>
                    <a:pt x="6702936" y="2442961"/>
                  </a:lnTo>
                  <a:lnTo>
                    <a:pt x="6703123" y="2442961"/>
                  </a:lnTo>
                  <a:lnTo>
                    <a:pt x="6703310" y="2442961"/>
                  </a:lnTo>
                  <a:lnTo>
                    <a:pt x="6703497" y="2442961"/>
                  </a:lnTo>
                  <a:lnTo>
                    <a:pt x="6703684" y="2442953"/>
                  </a:lnTo>
                  <a:lnTo>
                    <a:pt x="6703871" y="2442788"/>
                  </a:lnTo>
                  <a:lnTo>
                    <a:pt x="6704058" y="2442623"/>
                  </a:lnTo>
                  <a:lnTo>
                    <a:pt x="6704245" y="2442350"/>
                  </a:lnTo>
                  <a:lnTo>
                    <a:pt x="6704431" y="2441995"/>
                  </a:lnTo>
                  <a:lnTo>
                    <a:pt x="6704618" y="2441500"/>
                  </a:lnTo>
                  <a:lnTo>
                    <a:pt x="6704805" y="2441005"/>
                  </a:lnTo>
                  <a:lnTo>
                    <a:pt x="6704992" y="2440510"/>
                  </a:lnTo>
                  <a:lnTo>
                    <a:pt x="6705179" y="2440081"/>
                  </a:lnTo>
                  <a:lnTo>
                    <a:pt x="6705366" y="2439635"/>
                  </a:lnTo>
                  <a:lnTo>
                    <a:pt x="6705553" y="2439140"/>
                  </a:lnTo>
                  <a:lnTo>
                    <a:pt x="6705740" y="2438645"/>
                  </a:lnTo>
                  <a:lnTo>
                    <a:pt x="6705927" y="2438092"/>
                  </a:lnTo>
                  <a:lnTo>
                    <a:pt x="6706114" y="2437432"/>
                  </a:lnTo>
                  <a:lnTo>
                    <a:pt x="6706301" y="2436665"/>
                  </a:lnTo>
                  <a:lnTo>
                    <a:pt x="6706488" y="2435848"/>
                  </a:lnTo>
                  <a:lnTo>
                    <a:pt x="6706675" y="2435188"/>
                  </a:lnTo>
                  <a:lnTo>
                    <a:pt x="6706861" y="2434503"/>
                  </a:lnTo>
                  <a:lnTo>
                    <a:pt x="6707048" y="2434107"/>
                  </a:lnTo>
                  <a:lnTo>
                    <a:pt x="6707235" y="2433834"/>
                  </a:lnTo>
                  <a:lnTo>
                    <a:pt x="6707422" y="2433669"/>
                  </a:lnTo>
                  <a:lnTo>
                    <a:pt x="6707609" y="2433504"/>
                  </a:lnTo>
                  <a:lnTo>
                    <a:pt x="6707796" y="2433339"/>
                  </a:lnTo>
                  <a:lnTo>
                    <a:pt x="6707983" y="2433108"/>
                  </a:lnTo>
                  <a:lnTo>
                    <a:pt x="6708170" y="2432894"/>
                  </a:lnTo>
                  <a:lnTo>
                    <a:pt x="6708357" y="2432729"/>
                  </a:lnTo>
                  <a:lnTo>
                    <a:pt x="6708544" y="2432564"/>
                  </a:lnTo>
                  <a:lnTo>
                    <a:pt x="6708731" y="2432456"/>
                  </a:lnTo>
                  <a:lnTo>
                    <a:pt x="6708918" y="2432316"/>
                  </a:lnTo>
                  <a:lnTo>
                    <a:pt x="6709104" y="2432258"/>
                  </a:lnTo>
                  <a:lnTo>
                    <a:pt x="6709291" y="2432423"/>
                  </a:lnTo>
                  <a:lnTo>
                    <a:pt x="6709478" y="2432638"/>
                  </a:lnTo>
                  <a:lnTo>
                    <a:pt x="6709665" y="2432993"/>
                  </a:lnTo>
                  <a:lnTo>
                    <a:pt x="6709852" y="2433133"/>
                  </a:lnTo>
                  <a:lnTo>
                    <a:pt x="6710039" y="2433009"/>
                  </a:lnTo>
                  <a:lnTo>
                    <a:pt x="6710226" y="2432844"/>
                  </a:lnTo>
                  <a:lnTo>
                    <a:pt x="6710413" y="2432679"/>
                  </a:lnTo>
                  <a:lnTo>
                    <a:pt x="6710600" y="2432514"/>
                  </a:lnTo>
                  <a:lnTo>
                    <a:pt x="6710787" y="2432349"/>
                  </a:lnTo>
                  <a:lnTo>
                    <a:pt x="6710974" y="2431953"/>
                  </a:lnTo>
                  <a:lnTo>
                    <a:pt x="6711161" y="2431458"/>
                  </a:lnTo>
                  <a:lnTo>
                    <a:pt x="6711348" y="2430913"/>
                  </a:lnTo>
                  <a:lnTo>
                    <a:pt x="6711534" y="2430088"/>
                  </a:lnTo>
                  <a:lnTo>
                    <a:pt x="6711721" y="2429230"/>
                  </a:lnTo>
                  <a:lnTo>
                    <a:pt x="6711908" y="2428240"/>
                  </a:lnTo>
                  <a:lnTo>
                    <a:pt x="6712095" y="2427084"/>
                  </a:lnTo>
                  <a:lnTo>
                    <a:pt x="6712282" y="2425880"/>
                  </a:lnTo>
                  <a:lnTo>
                    <a:pt x="6712469" y="2424559"/>
                  </a:lnTo>
                  <a:lnTo>
                    <a:pt x="6712656" y="2423148"/>
                  </a:lnTo>
                  <a:lnTo>
                    <a:pt x="6712843" y="2421770"/>
                  </a:lnTo>
                  <a:lnTo>
                    <a:pt x="6713030" y="2420367"/>
                  </a:lnTo>
                  <a:lnTo>
                    <a:pt x="6713217" y="2418816"/>
                  </a:lnTo>
                  <a:lnTo>
                    <a:pt x="6713404" y="2417067"/>
                  </a:lnTo>
                  <a:lnTo>
                    <a:pt x="6713591" y="2415251"/>
                  </a:lnTo>
                  <a:lnTo>
                    <a:pt x="6713778" y="2413502"/>
                  </a:lnTo>
                  <a:lnTo>
                    <a:pt x="6713964" y="2411851"/>
                  </a:lnTo>
                  <a:lnTo>
                    <a:pt x="6714151" y="2410251"/>
                  </a:lnTo>
                  <a:lnTo>
                    <a:pt x="6714338" y="2408947"/>
                  </a:lnTo>
                  <a:lnTo>
                    <a:pt x="6714525" y="2407915"/>
                  </a:lnTo>
                  <a:lnTo>
                    <a:pt x="6714712" y="2406925"/>
                  </a:lnTo>
                  <a:lnTo>
                    <a:pt x="6714899" y="2405935"/>
                  </a:lnTo>
                  <a:lnTo>
                    <a:pt x="6715086" y="2404887"/>
                  </a:lnTo>
                  <a:lnTo>
                    <a:pt x="6715273" y="2403707"/>
                  </a:lnTo>
                  <a:lnTo>
                    <a:pt x="6715460" y="2402436"/>
                  </a:lnTo>
                  <a:lnTo>
                    <a:pt x="6715647" y="2401215"/>
                  </a:lnTo>
                  <a:lnTo>
                    <a:pt x="6715834" y="2399977"/>
                  </a:lnTo>
                  <a:lnTo>
                    <a:pt x="6716021" y="2398731"/>
                  </a:lnTo>
                  <a:lnTo>
                    <a:pt x="6716207" y="2397675"/>
                  </a:lnTo>
                  <a:lnTo>
                    <a:pt x="6716394" y="2396569"/>
                  </a:lnTo>
                  <a:lnTo>
                    <a:pt x="6716581" y="2395414"/>
                  </a:lnTo>
                  <a:lnTo>
                    <a:pt x="6716768" y="2394259"/>
                  </a:lnTo>
                  <a:lnTo>
                    <a:pt x="6716955" y="2393070"/>
                  </a:lnTo>
                  <a:lnTo>
                    <a:pt x="6717142" y="2391733"/>
                  </a:lnTo>
                  <a:lnTo>
                    <a:pt x="6717329" y="2390042"/>
                  </a:lnTo>
                  <a:lnTo>
                    <a:pt x="6717516" y="2388309"/>
                  </a:lnTo>
                  <a:lnTo>
                    <a:pt x="6717703" y="2386494"/>
                  </a:lnTo>
                  <a:lnTo>
                    <a:pt x="6717890" y="2384736"/>
                  </a:lnTo>
                  <a:lnTo>
                    <a:pt x="6718077" y="2383110"/>
                  </a:lnTo>
                  <a:lnTo>
                    <a:pt x="6718264" y="2381699"/>
                  </a:lnTo>
                  <a:lnTo>
                    <a:pt x="6718451" y="2380428"/>
                  </a:lnTo>
                  <a:lnTo>
                    <a:pt x="6718637" y="2379422"/>
                  </a:lnTo>
                  <a:lnTo>
                    <a:pt x="6718824" y="2378588"/>
                  </a:lnTo>
                  <a:lnTo>
                    <a:pt x="6719011" y="2377763"/>
                  </a:lnTo>
                  <a:lnTo>
                    <a:pt x="6719198" y="2377053"/>
                  </a:lnTo>
                  <a:lnTo>
                    <a:pt x="6719385" y="2376558"/>
                  </a:lnTo>
                  <a:lnTo>
                    <a:pt x="6719572" y="2376063"/>
                  </a:lnTo>
                  <a:lnTo>
                    <a:pt x="6719759" y="2375634"/>
                  </a:lnTo>
                  <a:lnTo>
                    <a:pt x="6719946" y="2375469"/>
                  </a:lnTo>
                  <a:lnTo>
                    <a:pt x="6720133" y="2375560"/>
                  </a:lnTo>
                  <a:lnTo>
                    <a:pt x="6720320" y="2375807"/>
                  </a:lnTo>
                  <a:lnTo>
                    <a:pt x="6720507" y="2376137"/>
                  </a:lnTo>
                  <a:lnTo>
                    <a:pt x="6720694" y="2376468"/>
                  </a:lnTo>
                  <a:lnTo>
                    <a:pt x="6720880" y="2376839"/>
                  </a:lnTo>
                  <a:lnTo>
                    <a:pt x="6721067" y="2377334"/>
                  </a:lnTo>
                  <a:lnTo>
                    <a:pt x="6721254" y="2378052"/>
                  </a:lnTo>
                  <a:lnTo>
                    <a:pt x="6721441" y="2378646"/>
                  </a:lnTo>
                  <a:lnTo>
                    <a:pt x="6721628" y="2379245"/>
                  </a:lnTo>
                  <a:lnTo>
                    <a:pt x="6721815" y="2379844"/>
                  </a:lnTo>
                  <a:lnTo>
                    <a:pt x="6722002" y="2380443"/>
                  </a:lnTo>
                  <a:lnTo>
                    <a:pt x="6722189" y="2381041"/>
                  </a:lnTo>
                  <a:lnTo>
                    <a:pt x="6722376" y="2381772"/>
                  </a:lnTo>
                  <a:lnTo>
                    <a:pt x="6722563" y="2382503"/>
                  </a:lnTo>
                  <a:lnTo>
                    <a:pt x="6722750" y="2383102"/>
                  </a:lnTo>
                  <a:lnTo>
                    <a:pt x="6722937" y="2383701"/>
                  </a:lnTo>
                  <a:lnTo>
                    <a:pt x="6723124" y="2384300"/>
                  </a:lnTo>
                  <a:lnTo>
                    <a:pt x="6723310" y="2384899"/>
                  </a:lnTo>
                  <a:lnTo>
                    <a:pt x="6723497" y="2385498"/>
                  </a:lnTo>
                  <a:lnTo>
                    <a:pt x="6723684" y="2386056"/>
                  </a:lnTo>
                  <a:lnTo>
                    <a:pt x="6723871" y="2386490"/>
                  </a:lnTo>
                  <a:lnTo>
                    <a:pt x="6724058" y="2386920"/>
                  </a:lnTo>
                  <a:lnTo>
                    <a:pt x="6724245" y="2387332"/>
                  </a:lnTo>
                  <a:lnTo>
                    <a:pt x="6724432" y="2387645"/>
                  </a:lnTo>
                  <a:lnTo>
                    <a:pt x="6724619" y="2387975"/>
                  </a:lnTo>
                  <a:lnTo>
                    <a:pt x="6724806" y="2388438"/>
                  </a:lnTo>
                  <a:lnTo>
                    <a:pt x="6724993" y="2388933"/>
                  </a:lnTo>
                  <a:lnTo>
                    <a:pt x="6725180" y="2388985"/>
                  </a:lnTo>
                  <a:lnTo>
                    <a:pt x="6725367" y="2389103"/>
                  </a:lnTo>
                  <a:lnTo>
                    <a:pt x="6725554" y="2389228"/>
                  </a:lnTo>
                  <a:lnTo>
                    <a:pt x="6725740" y="2389451"/>
                  </a:lnTo>
                  <a:lnTo>
                    <a:pt x="6725927" y="2389663"/>
                  </a:lnTo>
                  <a:lnTo>
                    <a:pt x="6726114" y="2389875"/>
                  </a:lnTo>
                  <a:lnTo>
                    <a:pt x="6726301" y="2390087"/>
                  </a:lnTo>
                  <a:lnTo>
                    <a:pt x="6726488" y="2390233"/>
                  </a:lnTo>
                  <a:lnTo>
                    <a:pt x="6726675" y="2390280"/>
                  </a:lnTo>
                  <a:lnTo>
                    <a:pt x="6726862" y="2390212"/>
                  </a:lnTo>
                  <a:lnTo>
                    <a:pt x="6727049" y="2390094"/>
                  </a:lnTo>
                  <a:lnTo>
                    <a:pt x="6727236" y="2389867"/>
                  </a:lnTo>
                  <a:lnTo>
                    <a:pt x="6727423" y="2389629"/>
                  </a:lnTo>
                  <a:lnTo>
                    <a:pt x="6727610" y="2389295"/>
                  </a:lnTo>
                  <a:lnTo>
                    <a:pt x="6727797" y="2388936"/>
                  </a:lnTo>
                  <a:lnTo>
                    <a:pt x="6727983" y="2388409"/>
                  </a:lnTo>
                  <a:lnTo>
                    <a:pt x="6728170" y="2387483"/>
                  </a:lnTo>
                  <a:lnTo>
                    <a:pt x="6728357" y="2386535"/>
                  </a:lnTo>
                  <a:lnTo>
                    <a:pt x="6728544" y="2385487"/>
                  </a:lnTo>
                  <a:lnTo>
                    <a:pt x="6728731" y="2384662"/>
                  </a:lnTo>
                  <a:lnTo>
                    <a:pt x="6728918" y="2383837"/>
                  </a:lnTo>
                  <a:lnTo>
                    <a:pt x="6729105" y="2383012"/>
                  </a:lnTo>
                  <a:lnTo>
                    <a:pt x="6729292" y="2382253"/>
                  </a:lnTo>
                  <a:lnTo>
                    <a:pt x="6729479" y="2381592"/>
                  </a:lnTo>
                  <a:lnTo>
                    <a:pt x="6729666" y="2381048"/>
                  </a:lnTo>
                  <a:lnTo>
                    <a:pt x="6729853" y="2380553"/>
                  </a:lnTo>
                  <a:lnTo>
                    <a:pt x="6730040" y="2380058"/>
                  </a:lnTo>
                  <a:lnTo>
                    <a:pt x="6730227" y="2379637"/>
                  </a:lnTo>
                  <a:lnTo>
                    <a:pt x="6730413" y="2379307"/>
                  </a:lnTo>
                  <a:lnTo>
                    <a:pt x="6730600" y="2378977"/>
                  </a:lnTo>
                  <a:lnTo>
                    <a:pt x="6730787" y="2378688"/>
                  </a:lnTo>
                  <a:lnTo>
                    <a:pt x="6730974" y="2378671"/>
                  </a:lnTo>
                  <a:lnTo>
                    <a:pt x="6731161" y="2378671"/>
                  </a:lnTo>
                  <a:lnTo>
                    <a:pt x="6731348" y="2378572"/>
                  </a:lnTo>
                  <a:lnTo>
                    <a:pt x="6731535" y="2378473"/>
                  </a:lnTo>
                  <a:lnTo>
                    <a:pt x="6731722" y="2378473"/>
                  </a:lnTo>
                  <a:lnTo>
                    <a:pt x="6731909" y="2378473"/>
                  </a:lnTo>
                  <a:lnTo>
                    <a:pt x="6732096" y="2378473"/>
                  </a:lnTo>
                  <a:lnTo>
                    <a:pt x="6732283" y="2378473"/>
                  </a:lnTo>
                  <a:lnTo>
                    <a:pt x="6732470" y="2378473"/>
                  </a:lnTo>
                  <a:lnTo>
                    <a:pt x="6732656" y="2378473"/>
                  </a:lnTo>
                  <a:lnTo>
                    <a:pt x="6732843" y="2378382"/>
                  </a:lnTo>
                  <a:lnTo>
                    <a:pt x="6733030" y="2378143"/>
                  </a:lnTo>
                  <a:lnTo>
                    <a:pt x="6733217" y="2377813"/>
                  </a:lnTo>
                  <a:lnTo>
                    <a:pt x="6733404" y="2377483"/>
                  </a:lnTo>
                  <a:lnTo>
                    <a:pt x="6733591" y="2377609"/>
                  </a:lnTo>
                  <a:lnTo>
                    <a:pt x="6733778" y="2377773"/>
                  </a:lnTo>
                  <a:lnTo>
                    <a:pt x="6733965" y="2377967"/>
                  </a:lnTo>
                  <a:lnTo>
                    <a:pt x="6734152" y="2378232"/>
                  </a:lnTo>
                  <a:lnTo>
                    <a:pt x="6734339" y="2378480"/>
                  </a:lnTo>
                  <a:lnTo>
                    <a:pt x="6734526" y="2378401"/>
                  </a:lnTo>
                  <a:lnTo>
                    <a:pt x="6734713" y="2378303"/>
                  </a:lnTo>
                  <a:lnTo>
                    <a:pt x="6734900" y="2378182"/>
                  </a:lnTo>
                  <a:lnTo>
                    <a:pt x="6735086" y="2377909"/>
                  </a:lnTo>
                  <a:lnTo>
                    <a:pt x="6735273" y="2377641"/>
                  </a:lnTo>
                  <a:lnTo>
                    <a:pt x="6735460" y="2377374"/>
                  </a:lnTo>
                  <a:lnTo>
                    <a:pt x="6735647" y="2377083"/>
                  </a:lnTo>
                  <a:lnTo>
                    <a:pt x="6735834" y="2376854"/>
                  </a:lnTo>
                  <a:lnTo>
                    <a:pt x="6736021" y="2376626"/>
                  </a:lnTo>
                  <a:lnTo>
                    <a:pt x="6736208" y="2376398"/>
                  </a:lnTo>
                  <a:lnTo>
                    <a:pt x="6736395" y="2376148"/>
                  </a:lnTo>
                  <a:lnTo>
                    <a:pt x="6736582" y="2375874"/>
                  </a:lnTo>
                  <a:lnTo>
                    <a:pt x="6736769" y="2375377"/>
                  </a:lnTo>
                  <a:lnTo>
                    <a:pt x="6736956" y="2374880"/>
                  </a:lnTo>
                  <a:lnTo>
                    <a:pt x="6737143" y="2374383"/>
                  </a:lnTo>
                  <a:lnTo>
                    <a:pt x="6737330" y="2373877"/>
                  </a:lnTo>
                  <a:lnTo>
                    <a:pt x="6737516" y="2373371"/>
                  </a:lnTo>
                  <a:lnTo>
                    <a:pt x="6737703" y="2372955"/>
                  </a:lnTo>
                  <a:lnTo>
                    <a:pt x="6737890" y="2372533"/>
                  </a:lnTo>
                  <a:lnTo>
                    <a:pt x="6738077" y="2372264"/>
                  </a:lnTo>
                  <a:lnTo>
                    <a:pt x="6738264" y="2371995"/>
                  </a:lnTo>
                  <a:lnTo>
                    <a:pt x="6738451" y="2371748"/>
                  </a:lnTo>
                  <a:lnTo>
                    <a:pt x="6738638" y="2371748"/>
                  </a:lnTo>
                  <a:lnTo>
                    <a:pt x="6738825" y="2371748"/>
                  </a:lnTo>
                  <a:lnTo>
                    <a:pt x="6739012" y="2371748"/>
                  </a:lnTo>
                  <a:lnTo>
                    <a:pt x="6739199" y="2371748"/>
                  </a:lnTo>
                  <a:lnTo>
                    <a:pt x="6739386" y="2371748"/>
                  </a:lnTo>
                  <a:lnTo>
                    <a:pt x="6739573" y="2371748"/>
                  </a:lnTo>
                  <a:lnTo>
                    <a:pt x="6739759" y="2371748"/>
                  </a:lnTo>
                  <a:lnTo>
                    <a:pt x="6739946" y="2371748"/>
                  </a:lnTo>
                  <a:lnTo>
                    <a:pt x="6740133" y="2371748"/>
                  </a:lnTo>
                  <a:lnTo>
                    <a:pt x="6740320" y="2371748"/>
                  </a:lnTo>
                  <a:lnTo>
                    <a:pt x="6740507" y="2371748"/>
                  </a:lnTo>
                  <a:lnTo>
                    <a:pt x="6740694" y="2371748"/>
                  </a:lnTo>
                  <a:lnTo>
                    <a:pt x="6740881" y="2371748"/>
                  </a:lnTo>
                  <a:lnTo>
                    <a:pt x="6741068" y="2371756"/>
                  </a:lnTo>
                  <a:lnTo>
                    <a:pt x="6741255" y="2371921"/>
                  </a:lnTo>
                  <a:lnTo>
                    <a:pt x="6741442" y="2372086"/>
                  </a:lnTo>
                  <a:lnTo>
                    <a:pt x="6741629" y="2372358"/>
                  </a:lnTo>
                  <a:lnTo>
                    <a:pt x="6741816" y="2372713"/>
                  </a:lnTo>
                  <a:lnTo>
                    <a:pt x="6742003" y="2373208"/>
                  </a:lnTo>
                  <a:lnTo>
                    <a:pt x="6742189" y="2373703"/>
                  </a:lnTo>
                  <a:lnTo>
                    <a:pt x="6742376" y="2374149"/>
                  </a:lnTo>
                  <a:lnTo>
                    <a:pt x="6742563" y="2374479"/>
                  </a:lnTo>
                  <a:lnTo>
                    <a:pt x="6742750" y="2374925"/>
                  </a:lnTo>
                  <a:lnTo>
                    <a:pt x="6742937" y="2375420"/>
                  </a:lnTo>
                  <a:lnTo>
                    <a:pt x="6743124" y="2375915"/>
                  </a:lnTo>
                  <a:lnTo>
                    <a:pt x="6743311" y="2376451"/>
                  </a:lnTo>
                  <a:lnTo>
                    <a:pt x="6743498" y="2376946"/>
                  </a:lnTo>
                  <a:lnTo>
                    <a:pt x="6743685" y="2377549"/>
                  </a:lnTo>
                  <a:lnTo>
                    <a:pt x="6743872" y="2378460"/>
                  </a:lnTo>
                  <a:lnTo>
                    <a:pt x="6744059" y="2379160"/>
                  </a:lnTo>
                  <a:lnTo>
                    <a:pt x="6744246" y="2379981"/>
                  </a:lnTo>
                  <a:lnTo>
                    <a:pt x="6744433" y="2380652"/>
                  </a:lnTo>
                  <a:lnTo>
                    <a:pt x="6744619" y="2381123"/>
                  </a:lnTo>
                  <a:lnTo>
                    <a:pt x="6744806" y="2381399"/>
                  </a:lnTo>
                  <a:lnTo>
                    <a:pt x="6744993" y="2381640"/>
                  </a:lnTo>
                  <a:lnTo>
                    <a:pt x="6745180" y="2381808"/>
                  </a:lnTo>
                  <a:lnTo>
                    <a:pt x="6745367" y="2382061"/>
                  </a:lnTo>
                  <a:lnTo>
                    <a:pt x="6745554" y="2382198"/>
                  </a:lnTo>
                  <a:lnTo>
                    <a:pt x="6745741" y="2382285"/>
                  </a:lnTo>
                  <a:lnTo>
                    <a:pt x="6745928" y="2382372"/>
                  </a:lnTo>
                  <a:lnTo>
                    <a:pt x="6746115" y="2382414"/>
                  </a:lnTo>
                  <a:lnTo>
                    <a:pt x="6746302" y="2382597"/>
                  </a:lnTo>
                  <a:lnTo>
                    <a:pt x="6746489" y="2382697"/>
                  </a:lnTo>
                  <a:lnTo>
                    <a:pt x="6746676" y="2382768"/>
                  </a:lnTo>
                  <a:lnTo>
                    <a:pt x="6746862" y="2382856"/>
                  </a:lnTo>
                  <a:lnTo>
                    <a:pt x="6747049" y="2382451"/>
                  </a:lnTo>
                  <a:lnTo>
                    <a:pt x="6747236" y="2382154"/>
                  </a:lnTo>
                  <a:lnTo>
                    <a:pt x="6747423" y="2382245"/>
                  </a:lnTo>
                  <a:lnTo>
                    <a:pt x="6747610" y="2382542"/>
                  </a:lnTo>
                  <a:lnTo>
                    <a:pt x="6747797" y="2382889"/>
                  </a:lnTo>
                  <a:lnTo>
                    <a:pt x="6747984" y="2383384"/>
                  </a:lnTo>
                  <a:lnTo>
                    <a:pt x="6748171" y="2383879"/>
                  </a:lnTo>
                  <a:lnTo>
                    <a:pt x="6748358" y="2384605"/>
                  </a:lnTo>
                  <a:lnTo>
                    <a:pt x="6748545" y="2385430"/>
                  </a:lnTo>
                  <a:lnTo>
                    <a:pt x="6748732" y="2386305"/>
                  </a:lnTo>
                  <a:lnTo>
                    <a:pt x="6748919" y="2387460"/>
                  </a:lnTo>
                  <a:lnTo>
                    <a:pt x="6749106" y="2388648"/>
                  </a:lnTo>
                  <a:lnTo>
                    <a:pt x="6749292" y="2389969"/>
                  </a:lnTo>
                  <a:lnTo>
                    <a:pt x="6749479" y="2391289"/>
                  </a:lnTo>
                  <a:lnTo>
                    <a:pt x="6749666" y="2392494"/>
                  </a:lnTo>
                  <a:lnTo>
                    <a:pt x="6749853" y="2393534"/>
                  </a:lnTo>
                  <a:lnTo>
                    <a:pt x="6750040" y="2394615"/>
                  </a:lnTo>
                  <a:lnTo>
                    <a:pt x="6750227" y="2395663"/>
                  </a:lnTo>
                  <a:lnTo>
                    <a:pt x="6750414" y="2396818"/>
                  </a:lnTo>
                  <a:lnTo>
                    <a:pt x="6750601" y="2398508"/>
                  </a:lnTo>
                  <a:lnTo>
                    <a:pt x="6750788" y="2400421"/>
                  </a:lnTo>
                  <a:lnTo>
                    <a:pt x="6750975" y="2402425"/>
                  </a:lnTo>
                  <a:lnTo>
                    <a:pt x="6751162" y="2404248"/>
                  </a:lnTo>
                  <a:lnTo>
                    <a:pt x="6751349" y="2405971"/>
                  </a:lnTo>
                  <a:lnTo>
                    <a:pt x="6751535" y="2407645"/>
                  </a:lnTo>
                  <a:lnTo>
                    <a:pt x="6751722" y="2408985"/>
                  </a:lnTo>
                  <a:lnTo>
                    <a:pt x="6751909" y="2410014"/>
                  </a:lnTo>
                  <a:lnTo>
                    <a:pt x="6752096" y="2411284"/>
                  </a:lnTo>
                  <a:lnTo>
                    <a:pt x="6752283" y="2412530"/>
                  </a:lnTo>
                  <a:lnTo>
                    <a:pt x="6752470" y="2413817"/>
                  </a:lnTo>
                  <a:lnTo>
                    <a:pt x="6752657" y="2415322"/>
                  </a:lnTo>
                  <a:lnTo>
                    <a:pt x="6752844" y="2416876"/>
                  </a:lnTo>
                  <a:lnTo>
                    <a:pt x="6753031" y="2418247"/>
                  </a:lnTo>
                  <a:lnTo>
                    <a:pt x="6753218" y="2419574"/>
                  </a:lnTo>
                  <a:lnTo>
                    <a:pt x="6753405" y="2420736"/>
                  </a:lnTo>
                  <a:lnTo>
                    <a:pt x="6753592" y="2421606"/>
                  </a:lnTo>
                  <a:lnTo>
                    <a:pt x="6753779" y="2422444"/>
                  </a:lnTo>
                  <a:lnTo>
                    <a:pt x="6753965" y="2423351"/>
                  </a:lnTo>
                  <a:lnTo>
                    <a:pt x="6754152" y="2424208"/>
                  </a:lnTo>
                  <a:lnTo>
                    <a:pt x="6754339" y="2424948"/>
                  </a:lnTo>
                  <a:lnTo>
                    <a:pt x="6754526" y="2425762"/>
                  </a:lnTo>
                  <a:lnTo>
                    <a:pt x="6754713" y="2426718"/>
                  </a:lnTo>
                  <a:lnTo>
                    <a:pt x="6754900" y="2427586"/>
                  </a:lnTo>
                  <a:lnTo>
                    <a:pt x="6755087" y="2428444"/>
                  </a:lnTo>
                  <a:lnTo>
                    <a:pt x="6755274" y="2429231"/>
                  </a:lnTo>
                  <a:lnTo>
                    <a:pt x="6755461" y="2429861"/>
                  </a:lnTo>
                  <a:lnTo>
                    <a:pt x="6755648" y="2430354"/>
                  </a:lnTo>
                  <a:lnTo>
                    <a:pt x="6755835" y="2430764"/>
                  </a:lnTo>
                  <a:lnTo>
                    <a:pt x="6756022" y="2431092"/>
                  </a:lnTo>
                  <a:lnTo>
                    <a:pt x="6756209" y="2431458"/>
                  </a:lnTo>
                  <a:lnTo>
                    <a:pt x="6756395" y="2431813"/>
                  </a:lnTo>
                  <a:lnTo>
                    <a:pt x="6756582" y="2432066"/>
                  </a:lnTo>
                  <a:lnTo>
                    <a:pt x="6756769" y="2432068"/>
                  </a:lnTo>
                  <a:lnTo>
                    <a:pt x="6756956" y="2432136"/>
                  </a:lnTo>
                  <a:lnTo>
                    <a:pt x="6757143" y="2432190"/>
                  </a:lnTo>
                  <a:lnTo>
                    <a:pt x="6757330" y="2432155"/>
                  </a:lnTo>
                  <a:lnTo>
                    <a:pt x="6757517" y="2431904"/>
                  </a:lnTo>
                  <a:lnTo>
                    <a:pt x="6757704" y="2431598"/>
                  </a:lnTo>
                  <a:lnTo>
                    <a:pt x="6757891" y="2431233"/>
                  </a:lnTo>
                  <a:lnTo>
                    <a:pt x="6758078" y="2430962"/>
                  </a:lnTo>
                  <a:lnTo>
                    <a:pt x="6758265" y="2430625"/>
                  </a:lnTo>
                  <a:lnTo>
                    <a:pt x="6758452" y="2430408"/>
                  </a:lnTo>
                  <a:lnTo>
                    <a:pt x="6758638" y="2429936"/>
                  </a:lnTo>
                  <a:lnTo>
                    <a:pt x="6758825" y="2429481"/>
                  </a:lnTo>
                  <a:lnTo>
                    <a:pt x="6759012" y="2429090"/>
                  </a:lnTo>
                  <a:lnTo>
                    <a:pt x="6759199" y="2428697"/>
                  </a:lnTo>
                  <a:lnTo>
                    <a:pt x="6759386" y="2428415"/>
                  </a:lnTo>
                  <a:lnTo>
                    <a:pt x="6759573" y="2428195"/>
                  </a:lnTo>
                  <a:lnTo>
                    <a:pt x="6759760" y="2427809"/>
                  </a:lnTo>
                  <a:lnTo>
                    <a:pt x="6759947" y="2427413"/>
                  </a:lnTo>
                  <a:lnTo>
                    <a:pt x="6760134" y="2426958"/>
                  </a:lnTo>
                  <a:lnTo>
                    <a:pt x="6760321" y="2426591"/>
                  </a:lnTo>
                  <a:lnTo>
                    <a:pt x="6760508" y="2426243"/>
                  </a:lnTo>
                  <a:lnTo>
                    <a:pt x="6760695" y="2425968"/>
                  </a:lnTo>
                  <a:lnTo>
                    <a:pt x="6760882" y="2425719"/>
                  </a:lnTo>
                  <a:lnTo>
                    <a:pt x="6761068" y="2425417"/>
                  </a:lnTo>
                  <a:lnTo>
                    <a:pt x="6761255" y="2425094"/>
                  </a:lnTo>
                  <a:lnTo>
                    <a:pt x="6761442" y="2424812"/>
                  </a:lnTo>
                  <a:lnTo>
                    <a:pt x="6761629" y="2424650"/>
                  </a:lnTo>
                  <a:lnTo>
                    <a:pt x="6761816" y="2424752"/>
                  </a:lnTo>
                  <a:lnTo>
                    <a:pt x="6762003" y="2424891"/>
                  </a:lnTo>
                  <a:lnTo>
                    <a:pt x="6762190" y="2425116"/>
                  </a:lnTo>
                  <a:lnTo>
                    <a:pt x="6762377" y="2425350"/>
                  </a:lnTo>
                  <a:lnTo>
                    <a:pt x="6762564" y="2425670"/>
                  </a:lnTo>
                  <a:lnTo>
                    <a:pt x="6762751" y="2425991"/>
                  </a:lnTo>
                  <a:lnTo>
                    <a:pt x="6762938" y="2426311"/>
                  </a:lnTo>
                  <a:lnTo>
                    <a:pt x="6763125" y="2426632"/>
                  </a:lnTo>
                  <a:lnTo>
                    <a:pt x="6763312" y="2426952"/>
                  </a:lnTo>
                  <a:lnTo>
                    <a:pt x="6763498" y="2427255"/>
                  </a:lnTo>
                  <a:lnTo>
                    <a:pt x="6763685" y="2427399"/>
                  </a:lnTo>
                  <a:lnTo>
                    <a:pt x="6763872" y="2427415"/>
                  </a:lnTo>
                  <a:lnTo>
                    <a:pt x="6764059" y="2427539"/>
                  </a:lnTo>
                  <a:lnTo>
                    <a:pt x="6764246" y="2427915"/>
                  </a:lnTo>
                  <a:lnTo>
                    <a:pt x="6764433" y="2428368"/>
                  </a:lnTo>
                  <a:lnTo>
                    <a:pt x="6764620" y="2428732"/>
                  </a:lnTo>
                  <a:lnTo>
                    <a:pt x="6764807" y="2429091"/>
                  </a:lnTo>
                  <a:lnTo>
                    <a:pt x="6764994" y="2429449"/>
                  </a:lnTo>
                  <a:lnTo>
                    <a:pt x="6765181" y="2429808"/>
                  </a:lnTo>
                  <a:lnTo>
                    <a:pt x="6765368" y="2430365"/>
                  </a:lnTo>
                  <a:lnTo>
                    <a:pt x="6765555" y="2431202"/>
                  </a:lnTo>
                  <a:lnTo>
                    <a:pt x="6765741" y="2432055"/>
                  </a:lnTo>
                  <a:lnTo>
                    <a:pt x="6765928" y="2432909"/>
                  </a:lnTo>
                  <a:lnTo>
                    <a:pt x="6766115" y="2433762"/>
                  </a:lnTo>
                  <a:lnTo>
                    <a:pt x="6766302" y="2434616"/>
                  </a:lnTo>
                  <a:lnTo>
                    <a:pt x="6766489" y="2435470"/>
                  </a:lnTo>
                  <a:lnTo>
                    <a:pt x="6766676" y="2436257"/>
                  </a:lnTo>
                  <a:lnTo>
                    <a:pt x="6766863" y="2436976"/>
                  </a:lnTo>
                  <a:lnTo>
                    <a:pt x="6767050" y="2437665"/>
                  </a:lnTo>
                  <a:lnTo>
                    <a:pt x="6767237" y="2438260"/>
                  </a:lnTo>
                  <a:lnTo>
                    <a:pt x="6767424" y="2438747"/>
                  </a:lnTo>
                  <a:lnTo>
                    <a:pt x="6767611" y="2439242"/>
                  </a:lnTo>
                  <a:lnTo>
                    <a:pt x="6767798" y="2439737"/>
                  </a:lnTo>
                  <a:lnTo>
                    <a:pt x="6767985" y="2440232"/>
                  </a:lnTo>
                  <a:lnTo>
                    <a:pt x="6768171" y="2440686"/>
                  </a:lnTo>
                  <a:lnTo>
                    <a:pt x="6768358" y="2440868"/>
                  </a:lnTo>
                  <a:lnTo>
                    <a:pt x="6768545" y="2441033"/>
                  </a:lnTo>
                  <a:lnTo>
                    <a:pt x="6768732" y="2441297"/>
                  </a:lnTo>
                  <a:lnTo>
                    <a:pt x="6768919" y="2441627"/>
                  </a:lnTo>
                  <a:lnTo>
                    <a:pt x="6769106" y="2441957"/>
                  </a:lnTo>
                  <a:lnTo>
                    <a:pt x="6769293" y="2442287"/>
                  </a:lnTo>
                  <a:lnTo>
                    <a:pt x="6769480" y="2442617"/>
                  </a:lnTo>
                  <a:lnTo>
                    <a:pt x="6769667" y="2442947"/>
                  </a:lnTo>
                  <a:lnTo>
                    <a:pt x="6769854" y="2443277"/>
                  </a:lnTo>
                  <a:lnTo>
                    <a:pt x="6770041" y="2443607"/>
                  </a:lnTo>
                  <a:lnTo>
                    <a:pt x="6770228" y="2444028"/>
                  </a:lnTo>
                  <a:lnTo>
                    <a:pt x="6770414" y="2444523"/>
                  </a:lnTo>
                  <a:lnTo>
                    <a:pt x="6770601" y="2445018"/>
                  </a:lnTo>
                  <a:lnTo>
                    <a:pt x="6770788" y="2445514"/>
                  </a:lnTo>
                  <a:lnTo>
                    <a:pt x="6770975" y="2445553"/>
                  </a:lnTo>
                  <a:lnTo>
                    <a:pt x="6771162" y="2445553"/>
                  </a:lnTo>
                  <a:lnTo>
                    <a:pt x="6771349" y="2445525"/>
                  </a:lnTo>
                  <a:lnTo>
                    <a:pt x="6771536" y="2445424"/>
                  </a:lnTo>
                  <a:lnTo>
                    <a:pt x="6771723" y="2445276"/>
                  </a:lnTo>
                  <a:lnTo>
                    <a:pt x="6771910" y="2445127"/>
                  </a:lnTo>
                  <a:lnTo>
                    <a:pt x="6772097" y="2444979"/>
                  </a:lnTo>
                  <a:lnTo>
                    <a:pt x="6772284" y="2444830"/>
                  </a:lnTo>
                  <a:lnTo>
                    <a:pt x="6772471" y="2444681"/>
                  </a:lnTo>
                  <a:lnTo>
                    <a:pt x="6772658" y="2444491"/>
                  </a:lnTo>
                  <a:lnTo>
                    <a:pt x="6772844" y="2444153"/>
                  </a:lnTo>
                  <a:lnTo>
                    <a:pt x="6773031" y="2443608"/>
                  </a:lnTo>
                  <a:lnTo>
                    <a:pt x="6773218" y="2443009"/>
                  </a:lnTo>
                  <a:lnTo>
                    <a:pt x="6773405" y="2442410"/>
                  </a:lnTo>
                  <a:lnTo>
                    <a:pt x="6773592" y="2441811"/>
                  </a:lnTo>
                  <a:lnTo>
                    <a:pt x="6773779" y="2441234"/>
                  </a:lnTo>
                  <a:lnTo>
                    <a:pt x="6773966" y="2440673"/>
                  </a:lnTo>
                  <a:lnTo>
                    <a:pt x="6774153" y="2440178"/>
                  </a:lnTo>
                  <a:lnTo>
                    <a:pt x="6774340" y="2439674"/>
                  </a:lnTo>
                  <a:lnTo>
                    <a:pt x="6774527" y="2439014"/>
                  </a:lnTo>
                  <a:lnTo>
                    <a:pt x="6774714" y="2438354"/>
                  </a:lnTo>
                  <a:lnTo>
                    <a:pt x="6774901" y="2437694"/>
                  </a:lnTo>
                  <a:lnTo>
                    <a:pt x="6775088" y="2437034"/>
                  </a:lnTo>
                  <a:lnTo>
                    <a:pt x="6775274" y="2436374"/>
                  </a:lnTo>
                  <a:lnTo>
                    <a:pt x="6775461" y="2435755"/>
                  </a:lnTo>
                  <a:lnTo>
                    <a:pt x="6775648" y="2435284"/>
                  </a:lnTo>
                  <a:lnTo>
                    <a:pt x="6775835" y="2434954"/>
                  </a:lnTo>
                  <a:lnTo>
                    <a:pt x="6776022" y="2434624"/>
                  </a:lnTo>
                  <a:lnTo>
                    <a:pt x="6776209" y="2434294"/>
                  </a:lnTo>
                  <a:lnTo>
                    <a:pt x="6776396" y="2433964"/>
                  </a:lnTo>
                  <a:lnTo>
                    <a:pt x="6776583" y="2433634"/>
                  </a:lnTo>
                  <a:lnTo>
                    <a:pt x="6776770" y="2433312"/>
                  </a:lnTo>
                  <a:lnTo>
                    <a:pt x="6776957" y="2433147"/>
                  </a:lnTo>
                  <a:lnTo>
                    <a:pt x="6777144" y="2432990"/>
                  </a:lnTo>
                  <a:lnTo>
                    <a:pt x="6777331" y="2432990"/>
                  </a:lnTo>
                  <a:lnTo>
                    <a:pt x="6777517" y="2432990"/>
                  </a:lnTo>
                  <a:lnTo>
                    <a:pt x="6777704" y="2432990"/>
                  </a:lnTo>
                  <a:lnTo>
                    <a:pt x="6777891" y="2432990"/>
                  </a:lnTo>
                  <a:lnTo>
                    <a:pt x="6778078" y="2432990"/>
                  </a:lnTo>
                  <a:lnTo>
                    <a:pt x="6778265" y="2432990"/>
                  </a:lnTo>
                  <a:lnTo>
                    <a:pt x="6778452" y="2432990"/>
                  </a:lnTo>
                  <a:lnTo>
                    <a:pt x="6778639" y="2432990"/>
                  </a:lnTo>
                  <a:lnTo>
                    <a:pt x="6778826" y="2432990"/>
                  </a:lnTo>
                  <a:lnTo>
                    <a:pt x="6779013" y="2432990"/>
                  </a:lnTo>
                  <a:lnTo>
                    <a:pt x="6779200" y="2432990"/>
                  </a:lnTo>
                  <a:lnTo>
                    <a:pt x="6779387" y="2432990"/>
                  </a:lnTo>
                  <a:lnTo>
                    <a:pt x="6779574" y="2432990"/>
                  </a:lnTo>
                  <a:lnTo>
                    <a:pt x="6779761" y="2433040"/>
                  </a:lnTo>
                  <a:lnTo>
                    <a:pt x="6779947" y="2433205"/>
                  </a:lnTo>
                  <a:lnTo>
                    <a:pt x="6780134" y="2433370"/>
                  </a:lnTo>
                  <a:lnTo>
                    <a:pt x="6780321" y="2433535"/>
                  </a:lnTo>
                  <a:lnTo>
                    <a:pt x="6780508" y="2433700"/>
                  </a:lnTo>
                  <a:lnTo>
                    <a:pt x="6780695" y="2433882"/>
                  </a:lnTo>
                  <a:lnTo>
                    <a:pt x="6780882" y="2434212"/>
                  </a:lnTo>
                  <a:lnTo>
                    <a:pt x="6781069" y="2434542"/>
                  </a:lnTo>
                  <a:lnTo>
                    <a:pt x="6781256" y="2434613"/>
                  </a:lnTo>
                  <a:lnTo>
                    <a:pt x="6781443" y="2434737"/>
                  </a:lnTo>
                  <a:lnTo>
                    <a:pt x="6781630" y="2434865"/>
                  </a:lnTo>
                  <a:lnTo>
                    <a:pt x="6781817" y="2435077"/>
                  </a:lnTo>
                  <a:lnTo>
                    <a:pt x="6782004" y="2435416"/>
                  </a:lnTo>
                  <a:lnTo>
                    <a:pt x="6782191" y="2435964"/>
                  </a:lnTo>
                  <a:lnTo>
                    <a:pt x="6782377" y="2436549"/>
                  </a:lnTo>
                  <a:lnTo>
                    <a:pt x="6782564" y="2437206"/>
                  </a:lnTo>
                  <a:lnTo>
                    <a:pt x="6782751" y="2437778"/>
                  </a:lnTo>
                  <a:lnTo>
                    <a:pt x="6782938" y="2438351"/>
                  </a:lnTo>
                  <a:lnTo>
                    <a:pt x="6783125" y="2438924"/>
                  </a:lnTo>
                  <a:lnTo>
                    <a:pt x="6783312" y="2439497"/>
                  </a:lnTo>
                  <a:lnTo>
                    <a:pt x="6783499" y="2440057"/>
                  </a:lnTo>
                  <a:lnTo>
                    <a:pt x="6783686" y="2440510"/>
                  </a:lnTo>
                  <a:lnTo>
                    <a:pt x="6783873" y="2440962"/>
                  </a:lnTo>
                  <a:lnTo>
                    <a:pt x="6784060" y="2441386"/>
                  </a:lnTo>
                  <a:lnTo>
                    <a:pt x="6784247" y="2441794"/>
                  </a:lnTo>
                  <a:lnTo>
                    <a:pt x="6784434" y="2442570"/>
                  </a:lnTo>
                  <a:lnTo>
                    <a:pt x="6784620" y="2443230"/>
                  </a:lnTo>
                  <a:lnTo>
                    <a:pt x="6784807" y="2443717"/>
                  </a:lnTo>
                  <a:lnTo>
                    <a:pt x="6784994" y="2443915"/>
                  </a:lnTo>
                  <a:lnTo>
                    <a:pt x="6785181" y="2444063"/>
                  </a:lnTo>
                  <a:lnTo>
                    <a:pt x="6785368" y="2444063"/>
                  </a:lnTo>
                  <a:lnTo>
                    <a:pt x="6785555" y="2444063"/>
                  </a:lnTo>
                  <a:lnTo>
                    <a:pt x="6785742" y="2444063"/>
                  </a:lnTo>
                  <a:lnTo>
                    <a:pt x="6785929" y="2444063"/>
                  </a:lnTo>
                  <a:lnTo>
                    <a:pt x="6786116" y="2444063"/>
                  </a:lnTo>
                  <a:lnTo>
                    <a:pt x="6786303" y="2444063"/>
                  </a:lnTo>
                  <a:lnTo>
                    <a:pt x="6786490" y="2444063"/>
                  </a:lnTo>
                  <a:lnTo>
                    <a:pt x="6786677" y="2444063"/>
                  </a:lnTo>
                  <a:lnTo>
                    <a:pt x="6786864" y="2444063"/>
                  </a:lnTo>
                  <a:lnTo>
                    <a:pt x="6787050" y="2444179"/>
                  </a:lnTo>
                  <a:lnTo>
                    <a:pt x="6787237" y="2444459"/>
                  </a:lnTo>
                  <a:lnTo>
                    <a:pt x="6787424" y="2444790"/>
                  </a:lnTo>
                  <a:lnTo>
                    <a:pt x="6787611" y="2445120"/>
                  </a:lnTo>
                  <a:lnTo>
                    <a:pt x="6787798" y="2445450"/>
                  </a:lnTo>
                  <a:lnTo>
                    <a:pt x="6787985" y="2445476"/>
                  </a:lnTo>
                  <a:lnTo>
                    <a:pt x="6788172" y="2445477"/>
                  </a:lnTo>
                  <a:lnTo>
                    <a:pt x="6788359" y="2445454"/>
                  </a:lnTo>
                  <a:lnTo>
                    <a:pt x="6788546" y="2445546"/>
                  </a:lnTo>
                  <a:lnTo>
                    <a:pt x="6788733" y="2445637"/>
                  </a:lnTo>
                  <a:lnTo>
                    <a:pt x="6788920" y="2445729"/>
                  </a:lnTo>
                  <a:lnTo>
                    <a:pt x="6789107" y="2445875"/>
                  </a:lnTo>
                  <a:lnTo>
                    <a:pt x="6789293" y="2446207"/>
                  </a:lnTo>
                  <a:lnTo>
                    <a:pt x="6789480" y="2446258"/>
                  </a:lnTo>
                  <a:lnTo>
                    <a:pt x="6789667" y="2446332"/>
                  </a:lnTo>
                  <a:lnTo>
                    <a:pt x="6789854" y="2446423"/>
                  </a:lnTo>
                  <a:lnTo>
                    <a:pt x="6790041" y="2446428"/>
                  </a:lnTo>
                  <a:lnTo>
                    <a:pt x="6790228" y="2446475"/>
                  </a:lnTo>
                  <a:lnTo>
                    <a:pt x="6790415" y="2446656"/>
                  </a:lnTo>
                  <a:lnTo>
                    <a:pt x="6790602" y="2446814"/>
                  </a:lnTo>
                  <a:lnTo>
                    <a:pt x="6790789" y="2447063"/>
                  </a:lnTo>
                  <a:lnTo>
                    <a:pt x="6790976" y="2447414"/>
                  </a:lnTo>
                  <a:lnTo>
                    <a:pt x="6791163" y="2447846"/>
                  </a:lnTo>
                  <a:lnTo>
                    <a:pt x="6791350" y="2448259"/>
                  </a:lnTo>
                  <a:lnTo>
                    <a:pt x="6791537" y="2448724"/>
                  </a:lnTo>
                  <a:lnTo>
                    <a:pt x="6791723" y="2449336"/>
                  </a:lnTo>
                  <a:lnTo>
                    <a:pt x="6791910" y="2450008"/>
                  </a:lnTo>
                  <a:lnTo>
                    <a:pt x="6792097" y="2450744"/>
                  </a:lnTo>
                  <a:lnTo>
                    <a:pt x="6792284" y="2451609"/>
                  </a:lnTo>
                  <a:lnTo>
                    <a:pt x="6792471" y="2452566"/>
                  </a:lnTo>
                  <a:lnTo>
                    <a:pt x="6792658" y="2453537"/>
                  </a:lnTo>
                  <a:lnTo>
                    <a:pt x="6792845" y="2454532"/>
                  </a:lnTo>
                  <a:lnTo>
                    <a:pt x="6793032" y="2455450"/>
                  </a:lnTo>
                  <a:lnTo>
                    <a:pt x="6793219" y="2456310"/>
                  </a:lnTo>
                  <a:lnTo>
                    <a:pt x="6793406" y="2457138"/>
                  </a:lnTo>
                  <a:lnTo>
                    <a:pt x="6793593" y="2457770"/>
                  </a:lnTo>
                  <a:lnTo>
                    <a:pt x="6793780" y="2458406"/>
                  </a:lnTo>
                  <a:lnTo>
                    <a:pt x="6793967" y="2459028"/>
                  </a:lnTo>
                  <a:lnTo>
                    <a:pt x="6794153" y="2459686"/>
                  </a:lnTo>
                  <a:lnTo>
                    <a:pt x="6794340" y="2460278"/>
                  </a:lnTo>
                  <a:lnTo>
                    <a:pt x="6794527" y="2460851"/>
                  </a:lnTo>
                  <a:lnTo>
                    <a:pt x="6794714" y="2461382"/>
                  </a:lnTo>
                  <a:lnTo>
                    <a:pt x="6794901" y="2461871"/>
                  </a:lnTo>
                  <a:lnTo>
                    <a:pt x="6795088" y="2462260"/>
                  </a:lnTo>
                  <a:lnTo>
                    <a:pt x="6795275" y="2462625"/>
                  </a:lnTo>
                  <a:lnTo>
                    <a:pt x="6795462" y="2462895"/>
                  </a:lnTo>
                  <a:lnTo>
                    <a:pt x="6795649" y="2463233"/>
                  </a:lnTo>
                  <a:lnTo>
                    <a:pt x="6795836" y="2463450"/>
                  </a:lnTo>
                  <a:lnTo>
                    <a:pt x="6796023" y="2463699"/>
                  </a:lnTo>
                  <a:lnTo>
                    <a:pt x="6796210" y="2463906"/>
                  </a:lnTo>
                  <a:lnTo>
                    <a:pt x="6796396" y="2464257"/>
                  </a:lnTo>
                  <a:lnTo>
                    <a:pt x="6796583" y="2464627"/>
                  </a:lnTo>
                  <a:lnTo>
                    <a:pt x="6796770" y="2464910"/>
                  </a:lnTo>
                  <a:lnTo>
                    <a:pt x="6796957" y="2465130"/>
                  </a:lnTo>
                  <a:lnTo>
                    <a:pt x="6797144" y="2465516"/>
                  </a:lnTo>
                  <a:lnTo>
                    <a:pt x="6797331" y="2466066"/>
                  </a:lnTo>
                  <a:lnTo>
                    <a:pt x="6797518" y="2466668"/>
                  </a:lnTo>
                  <a:lnTo>
                    <a:pt x="6797705" y="2467272"/>
                  </a:lnTo>
                  <a:lnTo>
                    <a:pt x="6797892" y="2467848"/>
                  </a:lnTo>
                  <a:lnTo>
                    <a:pt x="6798079" y="2468351"/>
                  </a:lnTo>
                  <a:lnTo>
                    <a:pt x="6798266" y="2468828"/>
                  </a:lnTo>
                  <a:lnTo>
                    <a:pt x="6798453" y="2469358"/>
                  </a:lnTo>
                  <a:lnTo>
                    <a:pt x="6798640" y="2469910"/>
                  </a:lnTo>
                  <a:lnTo>
                    <a:pt x="6798826" y="2470424"/>
                  </a:lnTo>
                  <a:lnTo>
                    <a:pt x="6799013" y="2470836"/>
                  </a:lnTo>
                  <a:lnTo>
                    <a:pt x="6799200" y="2471239"/>
                  </a:lnTo>
                  <a:lnTo>
                    <a:pt x="6799387" y="2471606"/>
                  </a:lnTo>
                  <a:lnTo>
                    <a:pt x="6799535" y="2471758"/>
                  </a:lnTo>
                  <a:lnTo>
                    <a:pt x="6800696" y="2471708"/>
                  </a:lnTo>
                  <a:lnTo>
                    <a:pt x="6800883" y="2471405"/>
                  </a:lnTo>
                  <a:lnTo>
                    <a:pt x="6801070" y="2471261"/>
                  </a:lnTo>
                  <a:lnTo>
                    <a:pt x="6801256" y="2471311"/>
                  </a:lnTo>
                  <a:lnTo>
                    <a:pt x="6801443" y="2471352"/>
                  </a:lnTo>
                  <a:lnTo>
                    <a:pt x="6801630" y="2471257"/>
                  </a:lnTo>
                  <a:lnTo>
                    <a:pt x="6801817" y="2471134"/>
                  </a:lnTo>
                  <a:lnTo>
                    <a:pt x="6802004" y="2471099"/>
                  </a:lnTo>
                  <a:lnTo>
                    <a:pt x="6802191" y="2471071"/>
                  </a:lnTo>
                  <a:lnTo>
                    <a:pt x="6802378" y="2471042"/>
                  </a:lnTo>
                  <a:lnTo>
                    <a:pt x="6802565" y="2471014"/>
                  </a:lnTo>
                  <a:lnTo>
                    <a:pt x="6802752" y="2470985"/>
                  </a:lnTo>
                  <a:lnTo>
                    <a:pt x="6802939" y="2470957"/>
                  </a:lnTo>
                  <a:lnTo>
                    <a:pt x="6803126" y="2470929"/>
                  </a:lnTo>
                  <a:lnTo>
                    <a:pt x="6803313" y="2470900"/>
                  </a:lnTo>
                  <a:lnTo>
                    <a:pt x="6803499" y="2470872"/>
                  </a:lnTo>
                  <a:lnTo>
                    <a:pt x="6803686" y="2470843"/>
                  </a:lnTo>
                  <a:lnTo>
                    <a:pt x="6803873" y="2471038"/>
                  </a:lnTo>
                  <a:lnTo>
                    <a:pt x="6804060" y="2471256"/>
                  </a:lnTo>
                  <a:lnTo>
                    <a:pt x="6804247" y="2471463"/>
                  </a:lnTo>
                  <a:lnTo>
                    <a:pt x="6804434" y="2471588"/>
                  </a:lnTo>
                  <a:lnTo>
                    <a:pt x="6804622" y="2471758"/>
                  </a:lnTo>
                  <a:lnTo>
                    <a:pt x="6946868" y="2471758"/>
                  </a:lnTo>
                  <a:lnTo>
                    <a:pt x="6947055" y="2471358"/>
                  </a:lnTo>
                  <a:lnTo>
                    <a:pt x="6947242" y="2471089"/>
                  </a:lnTo>
                  <a:lnTo>
                    <a:pt x="6947428" y="2470824"/>
                  </a:lnTo>
                  <a:lnTo>
                    <a:pt x="6947615" y="2470577"/>
                  </a:lnTo>
                  <a:lnTo>
                    <a:pt x="6947802" y="2470330"/>
                  </a:lnTo>
                  <a:lnTo>
                    <a:pt x="6947989" y="2470330"/>
                  </a:lnTo>
                  <a:lnTo>
                    <a:pt x="6948176" y="2470330"/>
                  </a:lnTo>
                  <a:lnTo>
                    <a:pt x="6948363" y="2470330"/>
                  </a:lnTo>
                  <a:lnTo>
                    <a:pt x="6948550" y="2470330"/>
                  </a:lnTo>
                  <a:lnTo>
                    <a:pt x="6948737" y="2470330"/>
                  </a:lnTo>
                  <a:lnTo>
                    <a:pt x="6948924" y="2470330"/>
                  </a:lnTo>
                  <a:lnTo>
                    <a:pt x="6949111" y="2470330"/>
                  </a:lnTo>
                  <a:lnTo>
                    <a:pt x="6949298" y="2470239"/>
                  </a:lnTo>
                  <a:lnTo>
                    <a:pt x="6949485" y="2470347"/>
                  </a:lnTo>
                  <a:lnTo>
                    <a:pt x="6949672" y="2470476"/>
                  </a:lnTo>
                  <a:lnTo>
                    <a:pt x="6949858" y="2470234"/>
                  </a:lnTo>
                  <a:lnTo>
                    <a:pt x="6950045" y="2470052"/>
                  </a:lnTo>
                  <a:lnTo>
                    <a:pt x="6950232" y="2469732"/>
                  </a:lnTo>
                  <a:lnTo>
                    <a:pt x="6950419" y="2469105"/>
                  </a:lnTo>
                  <a:lnTo>
                    <a:pt x="6950606" y="2468430"/>
                  </a:lnTo>
                  <a:lnTo>
                    <a:pt x="6950793" y="2467754"/>
                  </a:lnTo>
                  <a:lnTo>
                    <a:pt x="6950980" y="2467078"/>
                  </a:lnTo>
                  <a:lnTo>
                    <a:pt x="6951167" y="2466402"/>
                  </a:lnTo>
                  <a:lnTo>
                    <a:pt x="6951354" y="2465726"/>
                  </a:lnTo>
                  <a:lnTo>
                    <a:pt x="6951541" y="2465104"/>
                  </a:lnTo>
                  <a:lnTo>
                    <a:pt x="6951728" y="2464358"/>
                  </a:lnTo>
                  <a:lnTo>
                    <a:pt x="6951915" y="2463541"/>
                  </a:lnTo>
                  <a:lnTo>
                    <a:pt x="6952101" y="2462886"/>
                  </a:lnTo>
                  <a:lnTo>
                    <a:pt x="6952288" y="2462212"/>
                  </a:lnTo>
                  <a:lnTo>
                    <a:pt x="6952475" y="2461705"/>
                  </a:lnTo>
                  <a:lnTo>
                    <a:pt x="6952662" y="2461025"/>
                  </a:lnTo>
                  <a:lnTo>
                    <a:pt x="6952849" y="2460417"/>
                  </a:lnTo>
                  <a:lnTo>
                    <a:pt x="6953036" y="2460283"/>
                  </a:lnTo>
                  <a:lnTo>
                    <a:pt x="6953223" y="2460572"/>
                  </a:lnTo>
                  <a:lnTo>
                    <a:pt x="6953410" y="2460932"/>
                  </a:lnTo>
                  <a:lnTo>
                    <a:pt x="6953597" y="2461353"/>
                  </a:lnTo>
                  <a:lnTo>
                    <a:pt x="6953784" y="2461834"/>
                  </a:lnTo>
                  <a:lnTo>
                    <a:pt x="6953971" y="2462033"/>
                  </a:lnTo>
                  <a:lnTo>
                    <a:pt x="6954158" y="2462244"/>
                  </a:lnTo>
                  <a:lnTo>
                    <a:pt x="6954345" y="2462412"/>
                  </a:lnTo>
                  <a:lnTo>
                    <a:pt x="6954531" y="2462571"/>
                  </a:lnTo>
                  <a:lnTo>
                    <a:pt x="6954718" y="2462832"/>
                  </a:lnTo>
                  <a:lnTo>
                    <a:pt x="6954905" y="2463175"/>
                  </a:lnTo>
                  <a:lnTo>
                    <a:pt x="6955092" y="2463337"/>
                  </a:lnTo>
                  <a:lnTo>
                    <a:pt x="6955279" y="2463457"/>
                  </a:lnTo>
                  <a:lnTo>
                    <a:pt x="6955466" y="2463398"/>
                  </a:lnTo>
                  <a:lnTo>
                    <a:pt x="6955653" y="2463343"/>
                  </a:lnTo>
                  <a:lnTo>
                    <a:pt x="6955840" y="2463151"/>
                  </a:lnTo>
                  <a:lnTo>
                    <a:pt x="6956027" y="2462736"/>
                  </a:lnTo>
                  <a:lnTo>
                    <a:pt x="6956214" y="2462321"/>
                  </a:lnTo>
                  <a:lnTo>
                    <a:pt x="6956401" y="2461865"/>
                  </a:lnTo>
                  <a:lnTo>
                    <a:pt x="6956588" y="2461368"/>
                  </a:lnTo>
                  <a:lnTo>
                    <a:pt x="6956775" y="2460862"/>
                  </a:lnTo>
                  <a:lnTo>
                    <a:pt x="6956961" y="2460446"/>
                  </a:lnTo>
                  <a:lnTo>
                    <a:pt x="6957148" y="2460030"/>
                  </a:lnTo>
                  <a:lnTo>
                    <a:pt x="6957335" y="2459614"/>
                  </a:lnTo>
                  <a:lnTo>
                    <a:pt x="6957522" y="2459198"/>
                  </a:lnTo>
                  <a:lnTo>
                    <a:pt x="6957709" y="2458863"/>
                  </a:lnTo>
                  <a:lnTo>
                    <a:pt x="6957896" y="2458542"/>
                  </a:lnTo>
                  <a:lnTo>
                    <a:pt x="6958083" y="2458222"/>
                  </a:lnTo>
                  <a:lnTo>
                    <a:pt x="6958270" y="2458073"/>
                  </a:lnTo>
                  <a:lnTo>
                    <a:pt x="6958457" y="2457929"/>
                  </a:lnTo>
                  <a:lnTo>
                    <a:pt x="6958644" y="2458094"/>
                  </a:lnTo>
                  <a:lnTo>
                    <a:pt x="6958831" y="2458259"/>
                  </a:lnTo>
                  <a:lnTo>
                    <a:pt x="6959018" y="2458424"/>
                  </a:lnTo>
                  <a:lnTo>
                    <a:pt x="6959204" y="2458598"/>
                  </a:lnTo>
                  <a:lnTo>
                    <a:pt x="6959391" y="2458928"/>
                  </a:lnTo>
                  <a:lnTo>
                    <a:pt x="6959578" y="2459258"/>
                  </a:lnTo>
                  <a:lnTo>
                    <a:pt x="6959765" y="2459695"/>
                  </a:lnTo>
                  <a:lnTo>
                    <a:pt x="6959952" y="2460281"/>
                  </a:lnTo>
                  <a:lnTo>
                    <a:pt x="6960139" y="2460941"/>
                  </a:lnTo>
                  <a:lnTo>
                    <a:pt x="6960326" y="2461601"/>
                  </a:lnTo>
                  <a:lnTo>
                    <a:pt x="6960513" y="2462121"/>
                  </a:lnTo>
                  <a:lnTo>
                    <a:pt x="6960700" y="2462246"/>
                  </a:lnTo>
                  <a:lnTo>
                    <a:pt x="6960887" y="2462343"/>
                  </a:lnTo>
                  <a:lnTo>
                    <a:pt x="6961074" y="2462435"/>
                  </a:lnTo>
                  <a:lnTo>
                    <a:pt x="6961261" y="2462527"/>
                  </a:lnTo>
                  <a:lnTo>
                    <a:pt x="6961448" y="2462619"/>
                  </a:lnTo>
                  <a:lnTo>
                    <a:pt x="6961634" y="2462711"/>
                  </a:lnTo>
                  <a:lnTo>
                    <a:pt x="6961821" y="2462802"/>
                  </a:lnTo>
                  <a:lnTo>
                    <a:pt x="6962008" y="2462888"/>
                  </a:lnTo>
                  <a:lnTo>
                    <a:pt x="6962195" y="2462860"/>
                  </a:lnTo>
                  <a:lnTo>
                    <a:pt x="6962382" y="2462879"/>
                  </a:lnTo>
                  <a:lnTo>
                    <a:pt x="6962569" y="2463013"/>
                  </a:lnTo>
                  <a:lnTo>
                    <a:pt x="6962756" y="2463039"/>
                  </a:lnTo>
                  <a:lnTo>
                    <a:pt x="6962943" y="2463010"/>
                  </a:lnTo>
                  <a:lnTo>
                    <a:pt x="6963130" y="2462982"/>
                  </a:lnTo>
                  <a:lnTo>
                    <a:pt x="6963317" y="2462954"/>
                  </a:lnTo>
                  <a:lnTo>
                    <a:pt x="6963504" y="2462954"/>
                  </a:lnTo>
                  <a:lnTo>
                    <a:pt x="6963691" y="2462987"/>
                  </a:lnTo>
                  <a:lnTo>
                    <a:pt x="6963877" y="2463457"/>
                  </a:lnTo>
                  <a:lnTo>
                    <a:pt x="6964064" y="2463618"/>
                  </a:lnTo>
                  <a:lnTo>
                    <a:pt x="6964251" y="2463801"/>
                  </a:lnTo>
                  <a:lnTo>
                    <a:pt x="6964438" y="2463793"/>
                  </a:lnTo>
                  <a:lnTo>
                    <a:pt x="6964625" y="2463759"/>
                  </a:lnTo>
                  <a:lnTo>
                    <a:pt x="6964812" y="2463726"/>
                  </a:lnTo>
                  <a:lnTo>
                    <a:pt x="6964999" y="2463692"/>
                  </a:lnTo>
                  <a:lnTo>
                    <a:pt x="6965186" y="2463621"/>
                  </a:lnTo>
                  <a:lnTo>
                    <a:pt x="6965373" y="2463396"/>
                  </a:lnTo>
                  <a:lnTo>
                    <a:pt x="6965560" y="2463171"/>
                  </a:lnTo>
                  <a:lnTo>
                    <a:pt x="6965747" y="2463167"/>
                  </a:lnTo>
                  <a:lnTo>
                    <a:pt x="6965934" y="2463189"/>
                  </a:lnTo>
                  <a:lnTo>
                    <a:pt x="6966121" y="2463229"/>
                  </a:lnTo>
                  <a:lnTo>
                    <a:pt x="6966307" y="2463273"/>
                  </a:lnTo>
                  <a:lnTo>
                    <a:pt x="6966494" y="2463317"/>
                  </a:lnTo>
                  <a:lnTo>
                    <a:pt x="6966681" y="2463280"/>
                  </a:lnTo>
                  <a:lnTo>
                    <a:pt x="6966868" y="2463221"/>
                  </a:lnTo>
                  <a:lnTo>
                    <a:pt x="6967055" y="2463257"/>
                  </a:lnTo>
                  <a:lnTo>
                    <a:pt x="6967242" y="2463261"/>
                  </a:lnTo>
                  <a:lnTo>
                    <a:pt x="6967429" y="2463530"/>
                  </a:lnTo>
                  <a:lnTo>
                    <a:pt x="6967616" y="2463799"/>
                  </a:lnTo>
                  <a:lnTo>
                    <a:pt x="6967803" y="2464143"/>
                  </a:lnTo>
                  <a:lnTo>
                    <a:pt x="6967990" y="2464236"/>
                  </a:lnTo>
                  <a:lnTo>
                    <a:pt x="6968177" y="2464333"/>
                  </a:lnTo>
                  <a:lnTo>
                    <a:pt x="6968364" y="2464397"/>
                  </a:lnTo>
                  <a:lnTo>
                    <a:pt x="6968551" y="2464461"/>
                  </a:lnTo>
                  <a:lnTo>
                    <a:pt x="6968737" y="2464536"/>
                  </a:lnTo>
                  <a:lnTo>
                    <a:pt x="6968924" y="2464492"/>
                  </a:lnTo>
                  <a:lnTo>
                    <a:pt x="6969111" y="2464448"/>
                  </a:lnTo>
                  <a:lnTo>
                    <a:pt x="6969298" y="2464404"/>
                  </a:lnTo>
                  <a:lnTo>
                    <a:pt x="6969485" y="2464366"/>
                  </a:lnTo>
                  <a:lnTo>
                    <a:pt x="6969672" y="2464442"/>
                  </a:lnTo>
                  <a:lnTo>
                    <a:pt x="6969859" y="2464499"/>
                  </a:lnTo>
                  <a:lnTo>
                    <a:pt x="6970046" y="2464451"/>
                  </a:lnTo>
                  <a:lnTo>
                    <a:pt x="6970233" y="2464321"/>
                  </a:lnTo>
                  <a:lnTo>
                    <a:pt x="6970420" y="2464110"/>
                  </a:lnTo>
                  <a:lnTo>
                    <a:pt x="6970607" y="2463653"/>
                  </a:lnTo>
                  <a:lnTo>
                    <a:pt x="6970794" y="2463198"/>
                  </a:lnTo>
                  <a:lnTo>
                    <a:pt x="6970980" y="2462817"/>
                  </a:lnTo>
                  <a:lnTo>
                    <a:pt x="6971167" y="2462363"/>
                  </a:lnTo>
                  <a:lnTo>
                    <a:pt x="6971354" y="2462033"/>
                  </a:lnTo>
                  <a:lnTo>
                    <a:pt x="6971541" y="2462218"/>
                  </a:lnTo>
                  <a:lnTo>
                    <a:pt x="6971728" y="2462616"/>
                  </a:lnTo>
                  <a:lnTo>
                    <a:pt x="6971915" y="2462884"/>
                  </a:lnTo>
                  <a:lnTo>
                    <a:pt x="6972102" y="2463414"/>
                  </a:lnTo>
                  <a:lnTo>
                    <a:pt x="6972289" y="2464025"/>
                  </a:lnTo>
                  <a:lnTo>
                    <a:pt x="6972476" y="2464478"/>
                  </a:lnTo>
                  <a:lnTo>
                    <a:pt x="6972663" y="2465025"/>
                  </a:lnTo>
                  <a:lnTo>
                    <a:pt x="6972850" y="2465673"/>
                  </a:lnTo>
                  <a:lnTo>
                    <a:pt x="6973037" y="2466368"/>
                  </a:lnTo>
                  <a:lnTo>
                    <a:pt x="6973224" y="2467089"/>
                  </a:lnTo>
                  <a:lnTo>
                    <a:pt x="6973410" y="2467825"/>
                  </a:lnTo>
                  <a:lnTo>
                    <a:pt x="6973597" y="2468541"/>
                  </a:lnTo>
                  <a:lnTo>
                    <a:pt x="6973784" y="2468886"/>
                  </a:lnTo>
                  <a:lnTo>
                    <a:pt x="6973971" y="2469251"/>
                  </a:lnTo>
                  <a:lnTo>
                    <a:pt x="6974158" y="2469443"/>
                  </a:lnTo>
                  <a:lnTo>
                    <a:pt x="6974345" y="2469576"/>
                  </a:lnTo>
                  <a:lnTo>
                    <a:pt x="6974532" y="2469679"/>
                  </a:lnTo>
                  <a:lnTo>
                    <a:pt x="6974719" y="2469934"/>
                  </a:lnTo>
                  <a:lnTo>
                    <a:pt x="6974906" y="2470248"/>
                  </a:lnTo>
                  <a:lnTo>
                    <a:pt x="6975093" y="2470562"/>
                  </a:lnTo>
                  <a:lnTo>
                    <a:pt x="6975280" y="2470829"/>
                  </a:lnTo>
                  <a:lnTo>
                    <a:pt x="6975467" y="2471096"/>
                  </a:lnTo>
                  <a:lnTo>
                    <a:pt x="6975654" y="2471385"/>
                  </a:lnTo>
                  <a:lnTo>
                    <a:pt x="6975866" y="2471758"/>
                  </a:lnTo>
                  <a:lnTo>
                    <a:pt x="6996630" y="2471758"/>
                  </a:lnTo>
                  <a:lnTo>
                    <a:pt x="6996776" y="2471630"/>
                  </a:lnTo>
                  <a:lnTo>
                    <a:pt x="6996962" y="2471465"/>
                  </a:lnTo>
                  <a:lnTo>
                    <a:pt x="6997149" y="2471300"/>
                  </a:lnTo>
                  <a:lnTo>
                    <a:pt x="6997336" y="2471331"/>
                  </a:lnTo>
                  <a:lnTo>
                    <a:pt x="6997523" y="2471354"/>
                  </a:lnTo>
                  <a:lnTo>
                    <a:pt x="6997710" y="2471558"/>
                  </a:lnTo>
                  <a:lnTo>
                    <a:pt x="6997897" y="2471758"/>
                  </a:lnTo>
                  <a:lnTo>
                    <a:pt x="7007563" y="2471758"/>
                  </a:lnTo>
                  <a:lnTo>
                    <a:pt x="7007617" y="2471561"/>
                  </a:lnTo>
                  <a:lnTo>
                    <a:pt x="7007804" y="2470963"/>
                  </a:lnTo>
                  <a:lnTo>
                    <a:pt x="7007991" y="2470620"/>
                  </a:lnTo>
                  <a:lnTo>
                    <a:pt x="7008178" y="2470457"/>
                  </a:lnTo>
                  <a:lnTo>
                    <a:pt x="7008365" y="2470705"/>
                  </a:lnTo>
                  <a:lnTo>
                    <a:pt x="7008552" y="2471459"/>
                  </a:lnTo>
                  <a:lnTo>
                    <a:pt x="7008617" y="2471758"/>
                  </a:lnTo>
                  <a:lnTo>
                    <a:pt x="7040608" y="2471758"/>
                  </a:lnTo>
                  <a:lnTo>
                    <a:pt x="7040702" y="2471466"/>
                  </a:lnTo>
                  <a:lnTo>
                    <a:pt x="7040889" y="2470793"/>
                  </a:lnTo>
                  <a:lnTo>
                    <a:pt x="7041076" y="2469680"/>
                  </a:lnTo>
                  <a:lnTo>
                    <a:pt x="7041263" y="2468665"/>
                  </a:lnTo>
                  <a:lnTo>
                    <a:pt x="7041450" y="2467354"/>
                  </a:lnTo>
                  <a:lnTo>
                    <a:pt x="7041637" y="2466035"/>
                  </a:lnTo>
                  <a:lnTo>
                    <a:pt x="7041823" y="2464455"/>
                  </a:lnTo>
                  <a:lnTo>
                    <a:pt x="7042010" y="2462885"/>
                  </a:lnTo>
                  <a:lnTo>
                    <a:pt x="7042197" y="2461314"/>
                  </a:lnTo>
                  <a:lnTo>
                    <a:pt x="7042384" y="2459885"/>
                  </a:lnTo>
                  <a:lnTo>
                    <a:pt x="7042571" y="2458525"/>
                  </a:lnTo>
                  <a:lnTo>
                    <a:pt x="7042758" y="2457145"/>
                  </a:lnTo>
                  <a:lnTo>
                    <a:pt x="7042945" y="2455681"/>
                  </a:lnTo>
                  <a:lnTo>
                    <a:pt x="7043132" y="2454061"/>
                  </a:lnTo>
                  <a:lnTo>
                    <a:pt x="7043319" y="2452623"/>
                  </a:lnTo>
                  <a:lnTo>
                    <a:pt x="7043506" y="2451321"/>
                  </a:lnTo>
                  <a:lnTo>
                    <a:pt x="7043693" y="2449987"/>
                  </a:lnTo>
                  <a:lnTo>
                    <a:pt x="7043880" y="2449190"/>
                  </a:lnTo>
                  <a:lnTo>
                    <a:pt x="7044067" y="2448690"/>
                  </a:lnTo>
                  <a:lnTo>
                    <a:pt x="7044253" y="2448503"/>
                  </a:lnTo>
                  <a:lnTo>
                    <a:pt x="7044440" y="2448327"/>
                  </a:lnTo>
                  <a:lnTo>
                    <a:pt x="7044627" y="2448102"/>
                  </a:lnTo>
                  <a:lnTo>
                    <a:pt x="7044814" y="2448256"/>
                  </a:lnTo>
                  <a:lnTo>
                    <a:pt x="7045001" y="2448476"/>
                  </a:lnTo>
                  <a:lnTo>
                    <a:pt x="7045188" y="2448691"/>
                  </a:lnTo>
                  <a:lnTo>
                    <a:pt x="7045375" y="2448840"/>
                  </a:lnTo>
                  <a:lnTo>
                    <a:pt x="7045562" y="2448876"/>
                  </a:lnTo>
                  <a:lnTo>
                    <a:pt x="7045749" y="2448545"/>
                  </a:lnTo>
                  <a:lnTo>
                    <a:pt x="7045936" y="2448239"/>
                  </a:lnTo>
                  <a:lnTo>
                    <a:pt x="7046123" y="2447862"/>
                  </a:lnTo>
                  <a:lnTo>
                    <a:pt x="7046310" y="2447270"/>
                  </a:lnTo>
                  <a:lnTo>
                    <a:pt x="7046496" y="2446696"/>
                  </a:lnTo>
                  <a:lnTo>
                    <a:pt x="7046683" y="2445670"/>
                  </a:lnTo>
                  <a:lnTo>
                    <a:pt x="7046870" y="2444629"/>
                  </a:lnTo>
                  <a:lnTo>
                    <a:pt x="7047057" y="2442811"/>
                  </a:lnTo>
                  <a:lnTo>
                    <a:pt x="7047244" y="2440886"/>
                  </a:lnTo>
                  <a:lnTo>
                    <a:pt x="7047431" y="2439093"/>
                  </a:lnTo>
                  <a:lnTo>
                    <a:pt x="7047618" y="2437353"/>
                  </a:lnTo>
                  <a:lnTo>
                    <a:pt x="7047805" y="2435433"/>
                  </a:lnTo>
                  <a:lnTo>
                    <a:pt x="7047992" y="2433246"/>
                  </a:lnTo>
                  <a:lnTo>
                    <a:pt x="7048179" y="2431190"/>
                  </a:lnTo>
                  <a:lnTo>
                    <a:pt x="7048366" y="2429747"/>
                  </a:lnTo>
                  <a:lnTo>
                    <a:pt x="7048553" y="2428364"/>
                  </a:lnTo>
                  <a:lnTo>
                    <a:pt x="7048740" y="2427429"/>
                  </a:lnTo>
                  <a:lnTo>
                    <a:pt x="7048926" y="2426613"/>
                  </a:lnTo>
                  <a:lnTo>
                    <a:pt x="7049113" y="2425856"/>
                  </a:lnTo>
                  <a:lnTo>
                    <a:pt x="7049300" y="2425123"/>
                  </a:lnTo>
                  <a:lnTo>
                    <a:pt x="7049487" y="2424166"/>
                  </a:lnTo>
                  <a:lnTo>
                    <a:pt x="7049674" y="2423174"/>
                  </a:lnTo>
                  <a:lnTo>
                    <a:pt x="7049861" y="2422194"/>
                  </a:lnTo>
                  <a:lnTo>
                    <a:pt x="7050048" y="2421210"/>
                  </a:lnTo>
                  <a:lnTo>
                    <a:pt x="7050235" y="2420233"/>
                  </a:lnTo>
                  <a:lnTo>
                    <a:pt x="7050422" y="2419126"/>
                  </a:lnTo>
                  <a:lnTo>
                    <a:pt x="7050609" y="2418249"/>
                  </a:lnTo>
                  <a:lnTo>
                    <a:pt x="7050796" y="2417444"/>
                  </a:lnTo>
                  <a:lnTo>
                    <a:pt x="7050983" y="2416672"/>
                  </a:lnTo>
                  <a:lnTo>
                    <a:pt x="7051169" y="2415951"/>
                  </a:lnTo>
                  <a:lnTo>
                    <a:pt x="7051356" y="2415275"/>
                  </a:lnTo>
                  <a:lnTo>
                    <a:pt x="7051543" y="2414489"/>
                  </a:lnTo>
                  <a:lnTo>
                    <a:pt x="7051730" y="2413866"/>
                  </a:lnTo>
                  <a:lnTo>
                    <a:pt x="7051917" y="2413295"/>
                  </a:lnTo>
                  <a:lnTo>
                    <a:pt x="7052104" y="2412777"/>
                  </a:lnTo>
                  <a:lnTo>
                    <a:pt x="7052291" y="2412483"/>
                  </a:lnTo>
                  <a:lnTo>
                    <a:pt x="7052478" y="2412127"/>
                  </a:lnTo>
                  <a:lnTo>
                    <a:pt x="7052665" y="2411820"/>
                  </a:lnTo>
                  <a:lnTo>
                    <a:pt x="7052852" y="2411464"/>
                  </a:lnTo>
                  <a:lnTo>
                    <a:pt x="7053039" y="2411194"/>
                  </a:lnTo>
                  <a:lnTo>
                    <a:pt x="7053226" y="2411020"/>
                  </a:lnTo>
                  <a:lnTo>
                    <a:pt x="7053413" y="2410960"/>
                  </a:lnTo>
                  <a:lnTo>
                    <a:pt x="7053599" y="2410931"/>
                  </a:lnTo>
                  <a:lnTo>
                    <a:pt x="7053786" y="2410860"/>
                  </a:lnTo>
                  <a:lnTo>
                    <a:pt x="7053973" y="2410657"/>
                  </a:lnTo>
                  <a:lnTo>
                    <a:pt x="7054160" y="2410550"/>
                  </a:lnTo>
                  <a:lnTo>
                    <a:pt x="7054347" y="2410391"/>
                  </a:lnTo>
                  <a:lnTo>
                    <a:pt x="7054534" y="2410214"/>
                  </a:lnTo>
                  <a:lnTo>
                    <a:pt x="7054721" y="2410005"/>
                  </a:lnTo>
                  <a:lnTo>
                    <a:pt x="7054908" y="2409634"/>
                  </a:lnTo>
                  <a:lnTo>
                    <a:pt x="7055095" y="2409135"/>
                  </a:lnTo>
                  <a:lnTo>
                    <a:pt x="7055282" y="2408675"/>
                  </a:lnTo>
                  <a:lnTo>
                    <a:pt x="7055469" y="2408156"/>
                  </a:lnTo>
                  <a:lnTo>
                    <a:pt x="7055656" y="2407527"/>
                  </a:lnTo>
                  <a:lnTo>
                    <a:pt x="7055843" y="2406864"/>
                  </a:lnTo>
                  <a:lnTo>
                    <a:pt x="7056029" y="2406096"/>
                  </a:lnTo>
                  <a:lnTo>
                    <a:pt x="7056216" y="2405182"/>
                  </a:lnTo>
                  <a:lnTo>
                    <a:pt x="7056403" y="2404003"/>
                  </a:lnTo>
                  <a:lnTo>
                    <a:pt x="7056590" y="2402955"/>
                  </a:lnTo>
                  <a:lnTo>
                    <a:pt x="7056777" y="2401697"/>
                  </a:lnTo>
                  <a:lnTo>
                    <a:pt x="7056964" y="2399889"/>
                  </a:lnTo>
                  <a:lnTo>
                    <a:pt x="7057151" y="2398427"/>
                  </a:lnTo>
                  <a:lnTo>
                    <a:pt x="7057338" y="2396989"/>
                  </a:lnTo>
                  <a:lnTo>
                    <a:pt x="7057525" y="2395605"/>
                  </a:lnTo>
                  <a:lnTo>
                    <a:pt x="7057712" y="2394075"/>
                  </a:lnTo>
                  <a:lnTo>
                    <a:pt x="7057899" y="2393242"/>
                  </a:lnTo>
                  <a:lnTo>
                    <a:pt x="7058086" y="2392875"/>
                  </a:lnTo>
                  <a:lnTo>
                    <a:pt x="7058272" y="2392727"/>
                  </a:lnTo>
                  <a:lnTo>
                    <a:pt x="7058459" y="2392957"/>
                  </a:lnTo>
                  <a:lnTo>
                    <a:pt x="7058646" y="2393368"/>
                  </a:lnTo>
                  <a:lnTo>
                    <a:pt x="7058833" y="2393571"/>
                  </a:lnTo>
                  <a:lnTo>
                    <a:pt x="7059020" y="2393657"/>
                  </a:lnTo>
                  <a:lnTo>
                    <a:pt x="7059207" y="2393435"/>
                  </a:lnTo>
                  <a:lnTo>
                    <a:pt x="7059394" y="2393139"/>
                  </a:lnTo>
                  <a:lnTo>
                    <a:pt x="7059581" y="2392599"/>
                  </a:lnTo>
                  <a:lnTo>
                    <a:pt x="7059768" y="2391928"/>
                  </a:lnTo>
                  <a:lnTo>
                    <a:pt x="7059955" y="2391195"/>
                  </a:lnTo>
                  <a:lnTo>
                    <a:pt x="7060142" y="2390567"/>
                  </a:lnTo>
                  <a:lnTo>
                    <a:pt x="7060329" y="2389841"/>
                  </a:lnTo>
                  <a:lnTo>
                    <a:pt x="7060516" y="2389115"/>
                  </a:lnTo>
                  <a:lnTo>
                    <a:pt x="7060702" y="2388257"/>
                  </a:lnTo>
                  <a:lnTo>
                    <a:pt x="7060889" y="2387460"/>
                  </a:lnTo>
                  <a:lnTo>
                    <a:pt x="7061076" y="2386571"/>
                  </a:lnTo>
                  <a:lnTo>
                    <a:pt x="7061263" y="2385489"/>
                  </a:lnTo>
                  <a:lnTo>
                    <a:pt x="7061450" y="2384416"/>
                  </a:lnTo>
                  <a:lnTo>
                    <a:pt x="7061637" y="2383434"/>
                  </a:lnTo>
                  <a:lnTo>
                    <a:pt x="7061824" y="2382493"/>
                  </a:lnTo>
                  <a:lnTo>
                    <a:pt x="7062011" y="2381683"/>
                  </a:lnTo>
                  <a:lnTo>
                    <a:pt x="7062198" y="2380970"/>
                  </a:lnTo>
                  <a:lnTo>
                    <a:pt x="7062385" y="2380627"/>
                  </a:lnTo>
                  <a:lnTo>
                    <a:pt x="7062572" y="2380317"/>
                  </a:lnTo>
                  <a:lnTo>
                    <a:pt x="7062759" y="2380162"/>
                  </a:lnTo>
                  <a:lnTo>
                    <a:pt x="7062946" y="2379998"/>
                  </a:lnTo>
                  <a:lnTo>
                    <a:pt x="7063132" y="2379752"/>
                  </a:lnTo>
                  <a:lnTo>
                    <a:pt x="7063319" y="2379500"/>
                  </a:lnTo>
                  <a:lnTo>
                    <a:pt x="7063506" y="2379330"/>
                  </a:lnTo>
                  <a:lnTo>
                    <a:pt x="7063693" y="2379317"/>
                  </a:lnTo>
                  <a:lnTo>
                    <a:pt x="7063880" y="2379480"/>
                  </a:lnTo>
                  <a:lnTo>
                    <a:pt x="7064067" y="2379514"/>
                  </a:lnTo>
                  <a:lnTo>
                    <a:pt x="7064254" y="2379244"/>
                  </a:lnTo>
                  <a:lnTo>
                    <a:pt x="7064441" y="2378878"/>
                  </a:lnTo>
                  <a:lnTo>
                    <a:pt x="7064628" y="2378682"/>
                  </a:lnTo>
                  <a:lnTo>
                    <a:pt x="7064815" y="2378319"/>
                  </a:lnTo>
                  <a:lnTo>
                    <a:pt x="7065002" y="2377807"/>
                  </a:lnTo>
                  <a:lnTo>
                    <a:pt x="7065189" y="2377184"/>
                  </a:lnTo>
                  <a:lnTo>
                    <a:pt x="7065375" y="2376640"/>
                  </a:lnTo>
                  <a:lnTo>
                    <a:pt x="7065562" y="2376201"/>
                  </a:lnTo>
                  <a:lnTo>
                    <a:pt x="7065749" y="2375637"/>
                  </a:lnTo>
                  <a:lnTo>
                    <a:pt x="7065936" y="2375218"/>
                  </a:lnTo>
                  <a:lnTo>
                    <a:pt x="7066123" y="2375109"/>
                  </a:lnTo>
                  <a:lnTo>
                    <a:pt x="7066310" y="2374988"/>
                  </a:lnTo>
                  <a:lnTo>
                    <a:pt x="7066497" y="2374684"/>
                  </a:lnTo>
                  <a:lnTo>
                    <a:pt x="7066684" y="2374087"/>
                  </a:lnTo>
                  <a:lnTo>
                    <a:pt x="7066871" y="2373369"/>
                  </a:lnTo>
                  <a:lnTo>
                    <a:pt x="7067058" y="2372650"/>
                  </a:lnTo>
                  <a:lnTo>
                    <a:pt x="7067245" y="2372349"/>
                  </a:lnTo>
                  <a:lnTo>
                    <a:pt x="7067432" y="2371946"/>
                  </a:lnTo>
                  <a:lnTo>
                    <a:pt x="7067619" y="2371757"/>
                  </a:lnTo>
                  <a:lnTo>
                    <a:pt x="7067805" y="2371725"/>
                  </a:lnTo>
                  <a:lnTo>
                    <a:pt x="7067992" y="2371750"/>
                  </a:lnTo>
                  <a:lnTo>
                    <a:pt x="7068179" y="2371773"/>
                  </a:lnTo>
                  <a:lnTo>
                    <a:pt x="7068366" y="2371893"/>
                  </a:lnTo>
                  <a:lnTo>
                    <a:pt x="7068553" y="2371981"/>
                  </a:lnTo>
                  <a:lnTo>
                    <a:pt x="7068740" y="2372060"/>
                  </a:lnTo>
                  <a:lnTo>
                    <a:pt x="7068927" y="2372138"/>
                  </a:lnTo>
                  <a:lnTo>
                    <a:pt x="7069114" y="2372224"/>
                  </a:lnTo>
                  <a:lnTo>
                    <a:pt x="7069301" y="2372385"/>
                  </a:lnTo>
                  <a:lnTo>
                    <a:pt x="7069488" y="2372595"/>
                  </a:lnTo>
                  <a:lnTo>
                    <a:pt x="7069675" y="2372752"/>
                  </a:lnTo>
                  <a:lnTo>
                    <a:pt x="7069862" y="2372912"/>
                  </a:lnTo>
                  <a:lnTo>
                    <a:pt x="7070048" y="2373117"/>
                  </a:lnTo>
                  <a:lnTo>
                    <a:pt x="7070235" y="2373267"/>
                  </a:lnTo>
                  <a:lnTo>
                    <a:pt x="7070422" y="2373275"/>
                  </a:lnTo>
                  <a:lnTo>
                    <a:pt x="7070609" y="2373102"/>
                  </a:lnTo>
                  <a:lnTo>
                    <a:pt x="7070796" y="2372945"/>
                  </a:lnTo>
                  <a:lnTo>
                    <a:pt x="7070983" y="2372886"/>
                  </a:lnTo>
                  <a:lnTo>
                    <a:pt x="7071170" y="2372963"/>
                  </a:lnTo>
                  <a:lnTo>
                    <a:pt x="7071357" y="2373040"/>
                  </a:lnTo>
                  <a:lnTo>
                    <a:pt x="7071544" y="2373412"/>
                  </a:lnTo>
                  <a:lnTo>
                    <a:pt x="7071731" y="2373834"/>
                  </a:lnTo>
                  <a:lnTo>
                    <a:pt x="7071918" y="2374353"/>
                  </a:lnTo>
                  <a:lnTo>
                    <a:pt x="7072105" y="2374983"/>
                  </a:lnTo>
                  <a:lnTo>
                    <a:pt x="7072292" y="2376308"/>
                  </a:lnTo>
                  <a:lnTo>
                    <a:pt x="7072478" y="2377747"/>
                  </a:lnTo>
                  <a:lnTo>
                    <a:pt x="7072665" y="2379159"/>
                  </a:lnTo>
                  <a:lnTo>
                    <a:pt x="7072852" y="2379917"/>
                  </a:lnTo>
                  <a:lnTo>
                    <a:pt x="7073039" y="2380288"/>
                  </a:lnTo>
                  <a:lnTo>
                    <a:pt x="7073226" y="2380734"/>
                  </a:lnTo>
                  <a:lnTo>
                    <a:pt x="7073413" y="2381419"/>
                  </a:lnTo>
                  <a:lnTo>
                    <a:pt x="7073600" y="2382170"/>
                  </a:lnTo>
                  <a:lnTo>
                    <a:pt x="7073787" y="2382830"/>
                  </a:lnTo>
                  <a:lnTo>
                    <a:pt x="7073974" y="2383548"/>
                  </a:lnTo>
                  <a:lnTo>
                    <a:pt x="7074161" y="2384425"/>
                  </a:lnTo>
                  <a:lnTo>
                    <a:pt x="7074348" y="2385248"/>
                  </a:lnTo>
                  <a:lnTo>
                    <a:pt x="7074535" y="2385995"/>
                  </a:lnTo>
                  <a:lnTo>
                    <a:pt x="7074722" y="2386599"/>
                  </a:lnTo>
                  <a:lnTo>
                    <a:pt x="7074908" y="2387518"/>
                  </a:lnTo>
                  <a:lnTo>
                    <a:pt x="7075095" y="2388046"/>
                  </a:lnTo>
                  <a:lnTo>
                    <a:pt x="7075282" y="2388571"/>
                  </a:lnTo>
                  <a:lnTo>
                    <a:pt x="7075469" y="2388994"/>
                  </a:lnTo>
                  <a:lnTo>
                    <a:pt x="7075656" y="2389409"/>
                  </a:lnTo>
                  <a:lnTo>
                    <a:pt x="7075843" y="2389923"/>
                  </a:lnTo>
                  <a:lnTo>
                    <a:pt x="7076030" y="2390456"/>
                  </a:lnTo>
                  <a:lnTo>
                    <a:pt x="7076217" y="2390732"/>
                  </a:lnTo>
                  <a:lnTo>
                    <a:pt x="7076404" y="2390907"/>
                  </a:lnTo>
                  <a:lnTo>
                    <a:pt x="7076591" y="2391081"/>
                  </a:lnTo>
                  <a:lnTo>
                    <a:pt x="7076778" y="2391255"/>
                  </a:lnTo>
                  <a:lnTo>
                    <a:pt x="7076965" y="2391544"/>
                  </a:lnTo>
                  <a:lnTo>
                    <a:pt x="7077151" y="2391957"/>
                  </a:lnTo>
                  <a:lnTo>
                    <a:pt x="7077338" y="2392198"/>
                  </a:lnTo>
                  <a:lnTo>
                    <a:pt x="7077525" y="2392522"/>
                  </a:lnTo>
                  <a:lnTo>
                    <a:pt x="7077712" y="2392784"/>
                  </a:lnTo>
                  <a:lnTo>
                    <a:pt x="7077899" y="2393103"/>
                  </a:lnTo>
                  <a:lnTo>
                    <a:pt x="7078086" y="2393611"/>
                  </a:lnTo>
                  <a:lnTo>
                    <a:pt x="7078273" y="2394379"/>
                  </a:lnTo>
                  <a:lnTo>
                    <a:pt x="7078460" y="2395411"/>
                  </a:lnTo>
                  <a:lnTo>
                    <a:pt x="7078647" y="2395932"/>
                  </a:lnTo>
                  <a:lnTo>
                    <a:pt x="7078834" y="2396703"/>
                  </a:lnTo>
                  <a:lnTo>
                    <a:pt x="7079021" y="2397477"/>
                  </a:lnTo>
                  <a:lnTo>
                    <a:pt x="7079208" y="2398337"/>
                  </a:lnTo>
                  <a:lnTo>
                    <a:pt x="7079395" y="2399040"/>
                  </a:lnTo>
                  <a:lnTo>
                    <a:pt x="7079581" y="2399792"/>
                  </a:lnTo>
                  <a:lnTo>
                    <a:pt x="7079768" y="2400132"/>
                  </a:lnTo>
                  <a:lnTo>
                    <a:pt x="7079955" y="2400288"/>
                  </a:lnTo>
                  <a:lnTo>
                    <a:pt x="7080142" y="2400572"/>
                  </a:lnTo>
                  <a:lnTo>
                    <a:pt x="7080329" y="2400973"/>
                  </a:lnTo>
                  <a:lnTo>
                    <a:pt x="7080516" y="2401485"/>
                  </a:lnTo>
                  <a:lnTo>
                    <a:pt x="7080703" y="2401800"/>
                  </a:lnTo>
                  <a:lnTo>
                    <a:pt x="7080890" y="2401807"/>
                  </a:lnTo>
                  <a:lnTo>
                    <a:pt x="7081077" y="2401879"/>
                  </a:lnTo>
                  <a:lnTo>
                    <a:pt x="7081264" y="2401492"/>
                  </a:lnTo>
                  <a:lnTo>
                    <a:pt x="7081451" y="2401111"/>
                  </a:lnTo>
                  <a:lnTo>
                    <a:pt x="7081638" y="2400531"/>
                  </a:lnTo>
                  <a:lnTo>
                    <a:pt x="7081825" y="2399958"/>
                  </a:lnTo>
                  <a:lnTo>
                    <a:pt x="7082011" y="2399465"/>
                  </a:lnTo>
                  <a:lnTo>
                    <a:pt x="7082198" y="2399069"/>
                  </a:lnTo>
                  <a:lnTo>
                    <a:pt x="7082385" y="2398655"/>
                  </a:lnTo>
                  <a:lnTo>
                    <a:pt x="7082572" y="2398492"/>
                  </a:lnTo>
                  <a:lnTo>
                    <a:pt x="7082759" y="2398277"/>
                  </a:lnTo>
                  <a:lnTo>
                    <a:pt x="7082946" y="2398036"/>
                  </a:lnTo>
                  <a:lnTo>
                    <a:pt x="7083133" y="2397656"/>
                  </a:lnTo>
                  <a:lnTo>
                    <a:pt x="7083320" y="2397298"/>
                  </a:lnTo>
                  <a:lnTo>
                    <a:pt x="7083507" y="2396996"/>
                  </a:lnTo>
                  <a:lnTo>
                    <a:pt x="7083694" y="2396903"/>
                  </a:lnTo>
                  <a:lnTo>
                    <a:pt x="7083881" y="2396799"/>
                  </a:lnTo>
                  <a:lnTo>
                    <a:pt x="7084068" y="2397052"/>
                  </a:lnTo>
                  <a:lnTo>
                    <a:pt x="7084254" y="2397260"/>
                  </a:lnTo>
                  <a:lnTo>
                    <a:pt x="7084441" y="2398172"/>
                  </a:lnTo>
                  <a:lnTo>
                    <a:pt x="7084628" y="2399192"/>
                  </a:lnTo>
                  <a:lnTo>
                    <a:pt x="7084815" y="2400166"/>
                  </a:lnTo>
                  <a:lnTo>
                    <a:pt x="7085002" y="2401100"/>
                  </a:lnTo>
                  <a:lnTo>
                    <a:pt x="7085189" y="2402145"/>
                  </a:lnTo>
                  <a:lnTo>
                    <a:pt x="7085376" y="2403422"/>
                  </a:lnTo>
                  <a:lnTo>
                    <a:pt x="7085563" y="2404599"/>
                  </a:lnTo>
                  <a:lnTo>
                    <a:pt x="7085750" y="2405202"/>
                  </a:lnTo>
                  <a:lnTo>
                    <a:pt x="7085937" y="2405916"/>
                  </a:lnTo>
                  <a:lnTo>
                    <a:pt x="7086124" y="2406301"/>
                  </a:lnTo>
                  <a:lnTo>
                    <a:pt x="7086311" y="2406378"/>
                  </a:lnTo>
                  <a:lnTo>
                    <a:pt x="7086498" y="2406472"/>
                  </a:lnTo>
                  <a:lnTo>
                    <a:pt x="7086684" y="2406541"/>
                  </a:lnTo>
                  <a:lnTo>
                    <a:pt x="7086871" y="2406876"/>
                  </a:lnTo>
                  <a:lnTo>
                    <a:pt x="7087058" y="2407360"/>
                  </a:lnTo>
                  <a:lnTo>
                    <a:pt x="7087245" y="2408219"/>
                  </a:lnTo>
                  <a:lnTo>
                    <a:pt x="7087432" y="2409025"/>
                  </a:lnTo>
                  <a:lnTo>
                    <a:pt x="7087619" y="2409713"/>
                  </a:lnTo>
                  <a:lnTo>
                    <a:pt x="7087806" y="2410417"/>
                  </a:lnTo>
                  <a:lnTo>
                    <a:pt x="7087993" y="2410968"/>
                  </a:lnTo>
                  <a:lnTo>
                    <a:pt x="7088180" y="2411458"/>
                  </a:lnTo>
                  <a:lnTo>
                    <a:pt x="7088367" y="2411700"/>
                  </a:lnTo>
                  <a:lnTo>
                    <a:pt x="7088554" y="2411671"/>
                  </a:lnTo>
                  <a:lnTo>
                    <a:pt x="7088741" y="2411569"/>
                  </a:lnTo>
                  <a:lnTo>
                    <a:pt x="7088927" y="2411460"/>
                  </a:lnTo>
                  <a:lnTo>
                    <a:pt x="7089114" y="2411061"/>
                  </a:lnTo>
                  <a:lnTo>
                    <a:pt x="7089301" y="2410647"/>
                  </a:lnTo>
                  <a:lnTo>
                    <a:pt x="7089488" y="2410083"/>
                  </a:lnTo>
                  <a:lnTo>
                    <a:pt x="7089675" y="2409392"/>
                  </a:lnTo>
                  <a:lnTo>
                    <a:pt x="7089862" y="2408584"/>
                  </a:lnTo>
                  <a:lnTo>
                    <a:pt x="7090049" y="2407760"/>
                  </a:lnTo>
                  <a:lnTo>
                    <a:pt x="7090236" y="2407096"/>
                  </a:lnTo>
                  <a:lnTo>
                    <a:pt x="7090423" y="2406513"/>
                  </a:lnTo>
                  <a:lnTo>
                    <a:pt x="7090610" y="2405893"/>
                  </a:lnTo>
                  <a:lnTo>
                    <a:pt x="7090797" y="2405106"/>
                  </a:lnTo>
                  <a:lnTo>
                    <a:pt x="7090984" y="2404279"/>
                  </a:lnTo>
                  <a:lnTo>
                    <a:pt x="7091171" y="2403422"/>
                  </a:lnTo>
                  <a:lnTo>
                    <a:pt x="7091357" y="2402518"/>
                  </a:lnTo>
                  <a:lnTo>
                    <a:pt x="7091544" y="2401653"/>
                  </a:lnTo>
                  <a:lnTo>
                    <a:pt x="7091731" y="2400933"/>
                  </a:lnTo>
                  <a:lnTo>
                    <a:pt x="7091918" y="2400245"/>
                  </a:lnTo>
                  <a:lnTo>
                    <a:pt x="7092105" y="2399571"/>
                  </a:lnTo>
                  <a:lnTo>
                    <a:pt x="7092292" y="2398893"/>
                  </a:lnTo>
                  <a:lnTo>
                    <a:pt x="7092479" y="2398164"/>
                  </a:lnTo>
                  <a:lnTo>
                    <a:pt x="7092666" y="2397390"/>
                  </a:lnTo>
                  <a:lnTo>
                    <a:pt x="7092853" y="2396749"/>
                  </a:lnTo>
                  <a:lnTo>
                    <a:pt x="7093040" y="2396131"/>
                  </a:lnTo>
                  <a:lnTo>
                    <a:pt x="7093227" y="2395575"/>
                  </a:lnTo>
                  <a:lnTo>
                    <a:pt x="7093414" y="2395033"/>
                  </a:lnTo>
                  <a:lnTo>
                    <a:pt x="7093601" y="2394639"/>
                  </a:lnTo>
                  <a:lnTo>
                    <a:pt x="7093787" y="2394538"/>
                  </a:lnTo>
                  <a:lnTo>
                    <a:pt x="7093974" y="2394336"/>
                  </a:lnTo>
                  <a:lnTo>
                    <a:pt x="7094161" y="2394517"/>
                  </a:lnTo>
                  <a:lnTo>
                    <a:pt x="7094348" y="2395211"/>
                  </a:lnTo>
                  <a:lnTo>
                    <a:pt x="7094535" y="2395433"/>
                  </a:lnTo>
                  <a:lnTo>
                    <a:pt x="7094722" y="2395638"/>
                  </a:lnTo>
                  <a:lnTo>
                    <a:pt x="7094909" y="2395705"/>
                  </a:lnTo>
                  <a:lnTo>
                    <a:pt x="7095096" y="2395925"/>
                  </a:lnTo>
                  <a:lnTo>
                    <a:pt x="7095283" y="2395629"/>
                  </a:lnTo>
                  <a:lnTo>
                    <a:pt x="7095470" y="2394966"/>
                  </a:lnTo>
                  <a:lnTo>
                    <a:pt x="7095657" y="2394006"/>
                  </a:lnTo>
                  <a:lnTo>
                    <a:pt x="7095844" y="2393068"/>
                  </a:lnTo>
                  <a:lnTo>
                    <a:pt x="7096030" y="2391936"/>
                  </a:lnTo>
                  <a:lnTo>
                    <a:pt x="7096217" y="2391037"/>
                  </a:lnTo>
                  <a:lnTo>
                    <a:pt x="7096404" y="2390170"/>
                  </a:lnTo>
                  <a:lnTo>
                    <a:pt x="7096591" y="2389224"/>
                  </a:lnTo>
                  <a:lnTo>
                    <a:pt x="7096778" y="2388357"/>
                  </a:lnTo>
                  <a:lnTo>
                    <a:pt x="7096965" y="2387498"/>
                  </a:lnTo>
                  <a:lnTo>
                    <a:pt x="7097152" y="2386778"/>
                  </a:lnTo>
                  <a:lnTo>
                    <a:pt x="7097339" y="2386158"/>
                  </a:lnTo>
                  <a:lnTo>
                    <a:pt x="7097526" y="2385399"/>
                  </a:lnTo>
                  <a:lnTo>
                    <a:pt x="7097713" y="2384833"/>
                  </a:lnTo>
                  <a:lnTo>
                    <a:pt x="7097900" y="2384196"/>
                  </a:lnTo>
                  <a:lnTo>
                    <a:pt x="7098087" y="2383594"/>
                  </a:lnTo>
                  <a:lnTo>
                    <a:pt x="7098274" y="2382362"/>
                  </a:lnTo>
                  <a:lnTo>
                    <a:pt x="7098460" y="2381256"/>
                  </a:lnTo>
                  <a:lnTo>
                    <a:pt x="7098647" y="2380136"/>
                  </a:lnTo>
                  <a:lnTo>
                    <a:pt x="7098834" y="2378839"/>
                  </a:lnTo>
                  <a:lnTo>
                    <a:pt x="7099021" y="2377586"/>
                  </a:lnTo>
                  <a:lnTo>
                    <a:pt x="7099208" y="2376258"/>
                  </a:lnTo>
                  <a:lnTo>
                    <a:pt x="7099395" y="2373934"/>
                  </a:lnTo>
                  <a:lnTo>
                    <a:pt x="7099582" y="2371281"/>
                  </a:lnTo>
                  <a:lnTo>
                    <a:pt x="7099769" y="2368338"/>
                  </a:lnTo>
                  <a:lnTo>
                    <a:pt x="7099956" y="2365344"/>
                  </a:lnTo>
                  <a:lnTo>
                    <a:pt x="7100143" y="2362250"/>
                  </a:lnTo>
                  <a:lnTo>
                    <a:pt x="7100330" y="2359067"/>
                  </a:lnTo>
                  <a:lnTo>
                    <a:pt x="7100517" y="2355877"/>
                  </a:lnTo>
                  <a:lnTo>
                    <a:pt x="7100704" y="2352931"/>
                  </a:lnTo>
                  <a:lnTo>
                    <a:pt x="7100890" y="2350103"/>
                  </a:lnTo>
                  <a:lnTo>
                    <a:pt x="7101077" y="2347252"/>
                  </a:lnTo>
                  <a:lnTo>
                    <a:pt x="7101264" y="2344574"/>
                  </a:lnTo>
                  <a:lnTo>
                    <a:pt x="7101451" y="2342153"/>
                  </a:lnTo>
                  <a:lnTo>
                    <a:pt x="7101638" y="2340055"/>
                  </a:lnTo>
                  <a:lnTo>
                    <a:pt x="7101825" y="2338096"/>
                  </a:lnTo>
                  <a:lnTo>
                    <a:pt x="7102012" y="2335146"/>
                  </a:lnTo>
                  <a:lnTo>
                    <a:pt x="7102199" y="2332850"/>
                  </a:lnTo>
                  <a:lnTo>
                    <a:pt x="7102386" y="2330906"/>
                  </a:lnTo>
                  <a:lnTo>
                    <a:pt x="7102573" y="2329350"/>
                  </a:lnTo>
                  <a:lnTo>
                    <a:pt x="7102760" y="2328042"/>
                  </a:lnTo>
                  <a:lnTo>
                    <a:pt x="7102947" y="2326828"/>
                  </a:lnTo>
                  <a:lnTo>
                    <a:pt x="7103133" y="2325910"/>
                  </a:lnTo>
                  <a:lnTo>
                    <a:pt x="7103320" y="2325113"/>
                  </a:lnTo>
                  <a:lnTo>
                    <a:pt x="7103507" y="2323989"/>
                  </a:lnTo>
                  <a:lnTo>
                    <a:pt x="7103694" y="2322883"/>
                  </a:lnTo>
                  <a:lnTo>
                    <a:pt x="7103881" y="2322360"/>
                  </a:lnTo>
                  <a:lnTo>
                    <a:pt x="7104068" y="2322014"/>
                  </a:lnTo>
                  <a:lnTo>
                    <a:pt x="7104255" y="2321465"/>
                  </a:lnTo>
                  <a:lnTo>
                    <a:pt x="7104442" y="2321038"/>
                  </a:lnTo>
                  <a:lnTo>
                    <a:pt x="7104629" y="2320263"/>
                  </a:lnTo>
                  <a:lnTo>
                    <a:pt x="7104816" y="2319335"/>
                  </a:lnTo>
                  <a:lnTo>
                    <a:pt x="7105003" y="2318020"/>
                  </a:lnTo>
                  <a:lnTo>
                    <a:pt x="7105190" y="2316325"/>
                  </a:lnTo>
                  <a:lnTo>
                    <a:pt x="7105377" y="2314506"/>
                  </a:lnTo>
                  <a:lnTo>
                    <a:pt x="7105563" y="2312505"/>
                  </a:lnTo>
                  <a:lnTo>
                    <a:pt x="7105750" y="2310270"/>
                  </a:lnTo>
                  <a:lnTo>
                    <a:pt x="7105937" y="2307806"/>
                  </a:lnTo>
                  <a:lnTo>
                    <a:pt x="7106124" y="2304798"/>
                  </a:lnTo>
                  <a:lnTo>
                    <a:pt x="7106311" y="2301592"/>
                  </a:lnTo>
                  <a:lnTo>
                    <a:pt x="7106498" y="2298056"/>
                  </a:lnTo>
                  <a:lnTo>
                    <a:pt x="7106685" y="2294430"/>
                  </a:lnTo>
                  <a:lnTo>
                    <a:pt x="7106872" y="2290688"/>
                  </a:lnTo>
                  <a:lnTo>
                    <a:pt x="7107059" y="2287123"/>
                  </a:lnTo>
                  <a:lnTo>
                    <a:pt x="7107246" y="2283669"/>
                  </a:lnTo>
                  <a:lnTo>
                    <a:pt x="7107433" y="2280215"/>
                  </a:lnTo>
                  <a:lnTo>
                    <a:pt x="7107620" y="2277798"/>
                  </a:lnTo>
                  <a:lnTo>
                    <a:pt x="7107806" y="2275826"/>
                  </a:lnTo>
                  <a:lnTo>
                    <a:pt x="7107993" y="2274102"/>
                  </a:lnTo>
                  <a:lnTo>
                    <a:pt x="7108180" y="2272305"/>
                  </a:lnTo>
                  <a:lnTo>
                    <a:pt x="7108367" y="2270645"/>
                  </a:lnTo>
                  <a:lnTo>
                    <a:pt x="7108554" y="2269155"/>
                  </a:lnTo>
                  <a:lnTo>
                    <a:pt x="7108741" y="2267940"/>
                  </a:lnTo>
                  <a:lnTo>
                    <a:pt x="7108928" y="2267177"/>
                  </a:lnTo>
                  <a:lnTo>
                    <a:pt x="7109115" y="2266845"/>
                  </a:lnTo>
                  <a:lnTo>
                    <a:pt x="7109302" y="2266729"/>
                  </a:lnTo>
                  <a:lnTo>
                    <a:pt x="7109489" y="2266626"/>
                  </a:lnTo>
                  <a:lnTo>
                    <a:pt x="7109676" y="2266836"/>
                  </a:lnTo>
                  <a:lnTo>
                    <a:pt x="7109863" y="2267068"/>
                  </a:lnTo>
                  <a:lnTo>
                    <a:pt x="7110050" y="2267164"/>
                  </a:lnTo>
                  <a:lnTo>
                    <a:pt x="7110236" y="2267406"/>
                  </a:lnTo>
                  <a:lnTo>
                    <a:pt x="7110423" y="2268031"/>
                  </a:lnTo>
                  <a:lnTo>
                    <a:pt x="7110610" y="2268595"/>
                  </a:lnTo>
                  <a:lnTo>
                    <a:pt x="7110797" y="2269186"/>
                  </a:lnTo>
                  <a:lnTo>
                    <a:pt x="7110984" y="2269890"/>
                  </a:lnTo>
                  <a:lnTo>
                    <a:pt x="7111171" y="2270594"/>
                  </a:lnTo>
                  <a:lnTo>
                    <a:pt x="7111358" y="2271170"/>
                  </a:lnTo>
                  <a:lnTo>
                    <a:pt x="7111545" y="2271164"/>
                  </a:lnTo>
                  <a:lnTo>
                    <a:pt x="7111732" y="2270651"/>
                  </a:lnTo>
                  <a:lnTo>
                    <a:pt x="7111919" y="2269972"/>
                  </a:lnTo>
                  <a:lnTo>
                    <a:pt x="7112106" y="2269529"/>
                  </a:lnTo>
                  <a:lnTo>
                    <a:pt x="7112293" y="2268796"/>
                  </a:lnTo>
                  <a:lnTo>
                    <a:pt x="7112480" y="2267944"/>
                  </a:lnTo>
                  <a:lnTo>
                    <a:pt x="7112666" y="2267086"/>
                  </a:lnTo>
                  <a:lnTo>
                    <a:pt x="7112853" y="2266631"/>
                  </a:lnTo>
                  <a:lnTo>
                    <a:pt x="7113040" y="2265937"/>
                  </a:lnTo>
                  <a:lnTo>
                    <a:pt x="7113227" y="2265162"/>
                  </a:lnTo>
                  <a:lnTo>
                    <a:pt x="7113414" y="2264387"/>
                  </a:lnTo>
                  <a:lnTo>
                    <a:pt x="7113601" y="2263622"/>
                  </a:lnTo>
                  <a:lnTo>
                    <a:pt x="7113788" y="2262856"/>
                  </a:lnTo>
                  <a:lnTo>
                    <a:pt x="7113975" y="2262091"/>
                  </a:lnTo>
                  <a:lnTo>
                    <a:pt x="7114162" y="2261364"/>
                  </a:lnTo>
                  <a:lnTo>
                    <a:pt x="7114349" y="2260653"/>
                  </a:lnTo>
                  <a:lnTo>
                    <a:pt x="7114536" y="2260076"/>
                  </a:lnTo>
                  <a:lnTo>
                    <a:pt x="7114723" y="2259787"/>
                  </a:lnTo>
                  <a:lnTo>
                    <a:pt x="7114909" y="2259554"/>
                  </a:lnTo>
                  <a:lnTo>
                    <a:pt x="7115096" y="2259367"/>
                  </a:lnTo>
                  <a:lnTo>
                    <a:pt x="7115283" y="2259054"/>
                  </a:lnTo>
                  <a:lnTo>
                    <a:pt x="7115470" y="2258671"/>
                  </a:lnTo>
                  <a:lnTo>
                    <a:pt x="7115657" y="2257841"/>
                  </a:lnTo>
                  <a:lnTo>
                    <a:pt x="7115844" y="2257346"/>
                  </a:lnTo>
                  <a:lnTo>
                    <a:pt x="7116031" y="2257361"/>
                  </a:lnTo>
                  <a:lnTo>
                    <a:pt x="7116218" y="2257250"/>
                  </a:lnTo>
                  <a:lnTo>
                    <a:pt x="7116405" y="2257145"/>
                  </a:lnTo>
                  <a:lnTo>
                    <a:pt x="7116592" y="2257403"/>
                  </a:lnTo>
                  <a:lnTo>
                    <a:pt x="7116779" y="2257855"/>
                  </a:lnTo>
                  <a:lnTo>
                    <a:pt x="7116966" y="2258301"/>
                  </a:lnTo>
                  <a:lnTo>
                    <a:pt x="7117153" y="2259278"/>
                  </a:lnTo>
                  <a:lnTo>
                    <a:pt x="7117339" y="2260399"/>
                  </a:lnTo>
                  <a:lnTo>
                    <a:pt x="7117526" y="2261408"/>
                  </a:lnTo>
                  <a:lnTo>
                    <a:pt x="7117713" y="2262525"/>
                  </a:lnTo>
                  <a:lnTo>
                    <a:pt x="7117900" y="2263717"/>
                  </a:lnTo>
                  <a:lnTo>
                    <a:pt x="7118087" y="2264923"/>
                  </a:lnTo>
                  <a:lnTo>
                    <a:pt x="7118274" y="2266290"/>
                  </a:lnTo>
                  <a:lnTo>
                    <a:pt x="7118461" y="2267624"/>
                  </a:lnTo>
                  <a:lnTo>
                    <a:pt x="7118648" y="2268880"/>
                  </a:lnTo>
                  <a:lnTo>
                    <a:pt x="7118835" y="2269945"/>
                  </a:lnTo>
                  <a:lnTo>
                    <a:pt x="7119022" y="2271099"/>
                  </a:lnTo>
                  <a:lnTo>
                    <a:pt x="7119209" y="2272241"/>
                  </a:lnTo>
                  <a:lnTo>
                    <a:pt x="7119396" y="2273434"/>
                  </a:lnTo>
                  <a:lnTo>
                    <a:pt x="7119583" y="2274601"/>
                  </a:lnTo>
                  <a:lnTo>
                    <a:pt x="7119769" y="2275857"/>
                  </a:lnTo>
                  <a:lnTo>
                    <a:pt x="7119956" y="2276712"/>
                  </a:lnTo>
                  <a:lnTo>
                    <a:pt x="7120143" y="2277676"/>
                  </a:lnTo>
                  <a:lnTo>
                    <a:pt x="7120330" y="2278604"/>
                  </a:lnTo>
                  <a:lnTo>
                    <a:pt x="7120517" y="2279348"/>
                  </a:lnTo>
                  <a:lnTo>
                    <a:pt x="7120704" y="2279983"/>
                  </a:lnTo>
                  <a:lnTo>
                    <a:pt x="7120891" y="2280634"/>
                  </a:lnTo>
                  <a:lnTo>
                    <a:pt x="7121078" y="2281087"/>
                  </a:lnTo>
                  <a:lnTo>
                    <a:pt x="7121265" y="2281539"/>
                  </a:lnTo>
                  <a:lnTo>
                    <a:pt x="7121452" y="2281979"/>
                  </a:lnTo>
                  <a:lnTo>
                    <a:pt x="7121639" y="2282480"/>
                  </a:lnTo>
                  <a:lnTo>
                    <a:pt x="7121826" y="2283053"/>
                  </a:lnTo>
                  <a:lnTo>
                    <a:pt x="7122012" y="2283625"/>
                  </a:lnTo>
                  <a:lnTo>
                    <a:pt x="7122199" y="2284096"/>
                  </a:lnTo>
                  <a:lnTo>
                    <a:pt x="7122386" y="2284482"/>
                  </a:lnTo>
                  <a:lnTo>
                    <a:pt x="7122573" y="2284814"/>
                  </a:lnTo>
                  <a:lnTo>
                    <a:pt x="7122760" y="2285147"/>
                  </a:lnTo>
                  <a:lnTo>
                    <a:pt x="7122947" y="2285521"/>
                  </a:lnTo>
                  <a:lnTo>
                    <a:pt x="7123134" y="2285955"/>
                  </a:lnTo>
                  <a:lnTo>
                    <a:pt x="7123321" y="2286253"/>
                  </a:lnTo>
                  <a:lnTo>
                    <a:pt x="7123508" y="2286529"/>
                  </a:lnTo>
                  <a:lnTo>
                    <a:pt x="7123695" y="2287024"/>
                  </a:lnTo>
                  <a:lnTo>
                    <a:pt x="7123882" y="2287519"/>
                  </a:lnTo>
                  <a:lnTo>
                    <a:pt x="7124069" y="2288015"/>
                  </a:lnTo>
                  <a:lnTo>
                    <a:pt x="7124256" y="2288468"/>
                  </a:lnTo>
                  <a:lnTo>
                    <a:pt x="7124442" y="2288732"/>
                  </a:lnTo>
                  <a:lnTo>
                    <a:pt x="7124629" y="2288609"/>
                  </a:lnTo>
                  <a:lnTo>
                    <a:pt x="7124816" y="2288486"/>
                  </a:lnTo>
                  <a:lnTo>
                    <a:pt x="7125003" y="2288419"/>
                  </a:lnTo>
                  <a:lnTo>
                    <a:pt x="7125190" y="2288450"/>
                  </a:lnTo>
                  <a:lnTo>
                    <a:pt x="7125377" y="2288398"/>
                  </a:lnTo>
                  <a:lnTo>
                    <a:pt x="7125564" y="2288354"/>
                  </a:lnTo>
                  <a:lnTo>
                    <a:pt x="7125751" y="2288541"/>
                  </a:lnTo>
                  <a:lnTo>
                    <a:pt x="7125938" y="2288938"/>
                  </a:lnTo>
                  <a:lnTo>
                    <a:pt x="7126125" y="2289345"/>
                  </a:lnTo>
                  <a:lnTo>
                    <a:pt x="7126312" y="2289873"/>
                  </a:lnTo>
                  <a:lnTo>
                    <a:pt x="7126499" y="2290465"/>
                  </a:lnTo>
                  <a:lnTo>
                    <a:pt x="7126685" y="2291020"/>
                  </a:lnTo>
                  <a:lnTo>
                    <a:pt x="7126872" y="2291672"/>
                  </a:lnTo>
                  <a:lnTo>
                    <a:pt x="7127059" y="2292274"/>
                  </a:lnTo>
                  <a:lnTo>
                    <a:pt x="7127246" y="2293055"/>
                  </a:lnTo>
                  <a:lnTo>
                    <a:pt x="7127433" y="2293803"/>
                  </a:lnTo>
                  <a:lnTo>
                    <a:pt x="7127620" y="2294440"/>
                  </a:lnTo>
                  <a:lnTo>
                    <a:pt x="7127807" y="2294954"/>
                  </a:lnTo>
                  <a:lnTo>
                    <a:pt x="7127994" y="2295409"/>
                  </a:lnTo>
                  <a:lnTo>
                    <a:pt x="7128181" y="2295974"/>
                  </a:lnTo>
                  <a:lnTo>
                    <a:pt x="7128368" y="2296607"/>
                  </a:lnTo>
                  <a:lnTo>
                    <a:pt x="7128555" y="2297326"/>
                  </a:lnTo>
                  <a:lnTo>
                    <a:pt x="7128742" y="2298397"/>
                  </a:lnTo>
                  <a:lnTo>
                    <a:pt x="7128929" y="2299409"/>
                  </a:lnTo>
                  <a:lnTo>
                    <a:pt x="7129115" y="2300427"/>
                  </a:lnTo>
                  <a:lnTo>
                    <a:pt x="7129302" y="2301455"/>
                  </a:lnTo>
                  <a:lnTo>
                    <a:pt x="7129489" y="2302468"/>
                  </a:lnTo>
                  <a:lnTo>
                    <a:pt x="7129676" y="2303523"/>
                  </a:lnTo>
                  <a:lnTo>
                    <a:pt x="7129863" y="2304649"/>
                  </a:lnTo>
                  <a:lnTo>
                    <a:pt x="7130050" y="2305709"/>
                  </a:lnTo>
                  <a:lnTo>
                    <a:pt x="7130237" y="2306599"/>
                  </a:lnTo>
                  <a:lnTo>
                    <a:pt x="7130424" y="2307534"/>
                  </a:lnTo>
                  <a:lnTo>
                    <a:pt x="7130611" y="2308483"/>
                  </a:lnTo>
                  <a:lnTo>
                    <a:pt x="7130798" y="2309527"/>
                  </a:lnTo>
                  <a:lnTo>
                    <a:pt x="7130985" y="2310563"/>
                  </a:lnTo>
                  <a:lnTo>
                    <a:pt x="7131172" y="2311468"/>
                  </a:lnTo>
                  <a:lnTo>
                    <a:pt x="7131359" y="2312334"/>
                  </a:lnTo>
                  <a:lnTo>
                    <a:pt x="7131545" y="2313088"/>
                  </a:lnTo>
                  <a:lnTo>
                    <a:pt x="7131732" y="2313847"/>
                  </a:lnTo>
                  <a:lnTo>
                    <a:pt x="7131919" y="2314376"/>
                  </a:lnTo>
                  <a:lnTo>
                    <a:pt x="7132106" y="2314831"/>
                  </a:lnTo>
                  <a:lnTo>
                    <a:pt x="7132293" y="2315424"/>
                  </a:lnTo>
                  <a:lnTo>
                    <a:pt x="7132480" y="2316046"/>
                  </a:lnTo>
                  <a:lnTo>
                    <a:pt x="7132667" y="2316494"/>
                  </a:lnTo>
                  <a:lnTo>
                    <a:pt x="7132854" y="2316976"/>
                  </a:lnTo>
                  <a:lnTo>
                    <a:pt x="7133041" y="2317445"/>
                  </a:lnTo>
                  <a:lnTo>
                    <a:pt x="7133228" y="2317731"/>
                  </a:lnTo>
                  <a:lnTo>
                    <a:pt x="7133415" y="2317971"/>
                  </a:lnTo>
                  <a:lnTo>
                    <a:pt x="7133602" y="2318449"/>
                  </a:lnTo>
                  <a:lnTo>
                    <a:pt x="7133788" y="2318914"/>
                  </a:lnTo>
                  <a:lnTo>
                    <a:pt x="7133975" y="2319655"/>
                  </a:lnTo>
                  <a:lnTo>
                    <a:pt x="7134162" y="2320361"/>
                  </a:lnTo>
                  <a:lnTo>
                    <a:pt x="7134349" y="2321071"/>
                  </a:lnTo>
                  <a:lnTo>
                    <a:pt x="7134536" y="2321627"/>
                  </a:lnTo>
                  <a:lnTo>
                    <a:pt x="7134723" y="2322169"/>
                  </a:lnTo>
                  <a:lnTo>
                    <a:pt x="7134910" y="2322826"/>
                  </a:lnTo>
                  <a:lnTo>
                    <a:pt x="7135097" y="2323699"/>
                  </a:lnTo>
                  <a:lnTo>
                    <a:pt x="7135284" y="2324691"/>
                  </a:lnTo>
                  <a:lnTo>
                    <a:pt x="7135471" y="2325862"/>
                  </a:lnTo>
                  <a:lnTo>
                    <a:pt x="7135658" y="2327551"/>
                  </a:lnTo>
                  <a:lnTo>
                    <a:pt x="7135845" y="2329272"/>
                  </a:lnTo>
                  <a:lnTo>
                    <a:pt x="7136032" y="2331111"/>
                  </a:lnTo>
                  <a:lnTo>
                    <a:pt x="7136218" y="2333093"/>
                  </a:lnTo>
                  <a:lnTo>
                    <a:pt x="7136405" y="2335029"/>
                  </a:lnTo>
                  <a:lnTo>
                    <a:pt x="7136592" y="2336917"/>
                  </a:lnTo>
                  <a:lnTo>
                    <a:pt x="7136779" y="2339712"/>
                  </a:lnTo>
                  <a:lnTo>
                    <a:pt x="7136966" y="2342717"/>
                  </a:lnTo>
                  <a:lnTo>
                    <a:pt x="7137153" y="2345783"/>
                  </a:lnTo>
                  <a:lnTo>
                    <a:pt x="7137340" y="2349035"/>
                  </a:lnTo>
                  <a:lnTo>
                    <a:pt x="7137527" y="2352260"/>
                  </a:lnTo>
                  <a:lnTo>
                    <a:pt x="7137714" y="2355604"/>
                  </a:lnTo>
                  <a:lnTo>
                    <a:pt x="7137901" y="2358611"/>
                  </a:lnTo>
                  <a:lnTo>
                    <a:pt x="7138088" y="2361373"/>
                  </a:lnTo>
                  <a:lnTo>
                    <a:pt x="7138275" y="2363981"/>
                  </a:lnTo>
                  <a:lnTo>
                    <a:pt x="7138462" y="2366618"/>
                  </a:lnTo>
                  <a:lnTo>
                    <a:pt x="7138648" y="2369104"/>
                  </a:lnTo>
                  <a:lnTo>
                    <a:pt x="7138835" y="2371548"/>
                  </a:lnTo>
                  <a:lnTo>
                    <a:pt x="7139022" y="2373974"/>
                  </a:lnTo>
                  <a:lnTo>
                    <a:pt x="7139209" y="2376375"/>
                  </a:lnTo>
                  <a:lnTo>
                    <a:pt x="7139396" y="2379659"/>
                  </a:lnTo>
                  <a:lnTo>
                    <a:pt x="7139583" y="2382393"/>
                  </a:lnTo>
                  <a:lnTo>
                    <a:pt x="7139770" y="2384730"/>
                  </a:lnTo>
                  <a:lnTo>
                    <a:pt x="7139957" y="2386674"/>
                  </a:lnTo>
                  <a:lnTo>
                    <a:pt x="7140144" y="2388225"/>
                  </a:lnTo>
                  <a:lnTo>
                    <a:pt x="7140331" y="2389569"/>
                  </a:lnTo>
                  <a:lnTo>
                    <a:pt x="7140518" y="2390880"/>
                  </a:lnTo>
                  <a:lnTo>
                    <a:pt x="7140705" y="2392062"/>
                  </a:lnTo>
                  <a:lnTo>
                    <a:pt x="7140891" y="2393411"/>
                  </a:lnTo>
                  <a:lnTo>
                    <a:pt x="7141078" y="2394737"/>
                  </a:lnTo>
                  <a:lnTo>
                    <a:pt x="7141265" y="2395634"/>
                  </a:lnTo>
                  <a:lnTo>
                    <a:pt x="7141452" y="2396409"/>
                  </a:lnTo>
                  <a:lnTo>
                    <a:pt x="7141639" y="2397284"/>
                  </a:lnTo>
                  <a:lnTo>
                    <a:pt x="7141826" y="2398129"/>
                  </a:lnTo>
                  <a:lnTo>
                    <a:pt x="7142013" y="2398896"/>
                  </a:lnTo>
                  <a:lnTo>
                    <a:pt x="7142200" y="2399899"/>
                  </a:lnTo>
                  <a:lnTo>
                    <a:pt x="7142387" y="2401176"/>
                  </a:lnTo>
                  <a:lnTo>
                    <a:pt x="7142574" y="2402733"/>
                  </a:lnTo>
                  <a:lnTo>
                    <a:pt x="7142761" y="2404507"/>
                  </a:lnTo>
                  <a:lnTo>
                    <a:pt x="7142948" y="2406622"/>
                  </a:lnTo>
                  <a:lnTo>
                    <a:pt x="7143135" y="2408918"/>
                  </a:lnTo>
                  <a:lnTo>
                    <a:pt x="7143321" y="2411461"/>
                  </a:lnTo>
                  <a:lnTo>
                    <a:pt x="7143508" y="2414545"/>
                  </a:lnTo>
                  <a:lnTo>
                    <a:pt x="7143695" y="2417730"/>
                  </a:lnTo>
                  <a:lnTo>
                    <a:pt x="7143882" y="2421170"/>
                  </a:lnTo>
                  <a:lnTo>
                    <a:pt x="7144069" y="2424627"/>
                  </a:lnTo>
                  <a:lnTo>
                    <a:pt x="7144256" y="2428121"/>
                  </a:lnTo>
                  <a:lnTo>
                    <a:pt x="7144443" y="2431511"/>
                  </a:lnTo>
                  <a:lnTo>
                    <a:pt x="7144630" y="2434636"/>
                  </a:lnTo>
                  <a:lnTo>
                    <a:pt x="7144817" y="2437756"/>
                  </a:lnTo>
                  <a:lnTo>
                    <a:pt x="7145004" y="2439924"/>
                  </a:lnTo>
                  <a:lnTo>
                    <a:pt x="7145191" y="2441747"/>
                  </a:lnTo>
                  <a:lnTo>
                    <a:pt x="7145378" y="2443452"/>
                  </a:lnTo>
                  <a:lnTo>
                    <a:pt x="7145564" y="2445142"/>
                  </a:lnTo>
                  <a:lnTo>
                    <a:pt x="7145751" y="2446776"/>
                  </a:lnTo>
                  <a:lnTo>
                    <a:pt x="7145938" y="2448217"/>
                  </a:lnTo>
                  <a:lnTo>
                    <a:pt x="7146125" y="2449295"/>
                  </a:lnTo>
                  <a:lnTo>
                    <a:pt x="7146312" y="2449935"/>
                  </a:lnTo>
                  <a:lnTo>
                    <a:pt x="7146499" y="2450316"/>
                  </a:lnTo>
                  <a:lnTo>
                    <a:pt x="7146686" y="2450566"/>
                  </a:lnTo>
                  <a:lnTo>
                    <a:pt x="7146873" y="2450771"/>
                  </a:lnTo>
                  <a:lnTo>
                    <a:pt x="7147060" y="2450607"/>
                  </a:lnTo>
                  <a:lnTo>
                    <a:pt x="7147247" y="2450369"/>
                  </a:lnTo>
                  <a:lnTo>
                    <a:pt x="7147434" y="2450281"/>
                  </a:lnTo>
                  <a:lnTo>
                    <a:pt x="7147621" y="2450418"/>
                  </a:lnTo>
                  <a:lnTo>
                    <a:pt x="7147808" y="2450273"/>
                  </a:lnTo>
                  <a:lnTo>
                    <a:pt x="7147994" y="2450171"/>
                  </a:lnTo>
                  <a:lnTo>
                    <a:pt x="7148181" y="2449996"/>
                  </a:lnTo>
                  <a:lnTo>
                    <a:pt x="7148368" y="2449718"/>
                  </a:lnTo>
                  <a:lnTo>
                    <a:pt x="7148555" y="2449118"/>
                  </a:lnTo>
                  <a:lnTo>
                    <a:pt x="7148742" y="2448079"/>
                  </a:lnTo>
                  <a:lnTo>
                    <a:pt x="7148929" y="2447401"/>
                  </a:lnTo>
                  <a:lnTo>
                    <a:pt x="7149116" y="2447383"/>
                  </a:lnTo>
                  <a:lnTo>
                    <a:pt x="7149303" y="2447389"/>
                  </a:lnTo>
                  <a:lnTo>
                    <a:pt x="7149490" y="2447405"/>
                  </a:lnTo>
                  <a:lnTo>
                    <a:pt x="7149677" y="2447772"/>
                  </a:lnTo>
                  <a:lnTo>
                    <a:pt x="7149864" y="2448222"/>
                  </a:lnTo>
                  <a:lnTo>
                    <a:pt x="7150051" y="2448719"/>
                  </a:lnTo>
                  <a:lnTo>
                    <a:pt x="7150238" y="2448715"/>
                  </a:lnTo>
                  <a:lnTo>
                    <a:pt x="7150424" y="2448769"/>
                  </a:lnTo>
                  <a:lnTo>
                    <a:pt x="7150611" y="2448768"/>
                  </a:lnTo>
                  <a:lnTo>
                    <a:pt x="7150798" y="2449034"/>
                  </a:lnTo>
                  <a:lnTo>
                    <a:pt x="7150985" y="2449380"/>
                  </a:lnTo>
                  <a:lnTo>
                    <a:pt x="7151172" y="2449717"/>
                  </a:lnTo>
                  <a:lnTo>
                    <a:pt x="7151359" y="2449989"/>
                  </a:lnTo>
                  <a:lnTo>
                    <a:pt x="7151546" y="2450349"/>
                  </a:lnTo>
                  <a:lnTo>
                    <a:pt x="7151733" y="2450495"/>
                  </a:lnTo>
                  <a:lnTo>
                    <a:pt x="7151920" y="2450324"/>
                  </a:lnTo>
                  <a:lnTo>
                    <a:pt x="7152107" y="2450198"/>
                  </a:lnTo>
                  <a:lnTo>
                    <a:pt x="7152294" y="2449898"/>
                  </a:lnTo>
                  <a:lnTo>
                    <a:pt x="7152481" y="2449454"/>
                  </a:lnTo>
                  <a:lnTo>
                    <a:pt x="7152667" y="2449106"/>
                  </a:lnTo>
                  <a:lnTo>
                    <a:pt x="7152854" y="2448733"/>
                  </a:lnTo>
                  <a:lnTo>
                    <a:pt x="7153041" y="2448546"/>
                  </a:lnTo>
                  <a:lnTo>
                    <a:pt x="7153228" y="2448180"/>
                  </a:lnTo>
                  <a:lnTo>
                    <a:pt x="7153415" y="2447638"/>
                  </a:lnTo>
                  <a:lnTo>
                    <a:pt x="7153602" y="2447102"/>
                  </a:lnTo>
                  <a:lnTo>
                    <a:pt x="7153789" y="2446489"/>
                  </a:lnTo>
                  <a:lnTo>
                    <a:pt x="7153976" y="2445610"/>
                  </a:lnTo>
                  <a:lnTo>
                    <a:pt x="7154163" y="2444859"/>
                  </a:lnTo>
                  <a:lnTo>
                    <a:pt x="7154350" y="2444011"/>
                  </a:lnTo>
                  <a:lnTo>
                    <a:pt x="7154537" y="2442938"/>
                  </a:lnTo>
                  <a:lnTo>
                    <a:pt x="7154724" y="2441849"/>
                  </a:lnTo>
                  <a:lnTo>
                    <a:pt x="7154911" y="2440606"/>
                  </a:lnTo>
                  <a:lnTo>
                    <a:pt x="7155097" y="2439276"/>
                  </a:lnTo>
                  <a:lnTo>
                    <a:pt x="7155284" y="2437857"/>
                  </a:lnTo>
                  <a:lnTo>
                    <a:pt x="7155471" y="2436400"/>
                  </a:lnTo>
                  <a:lnTo>
                    <a:pt x="7155658" y="2434963"/>
                  </a:lnTo>
                  <a:lnTo>
                    <a:pt x="7155845" y="2433604"/>
                  </a:lnTo>
                  <a:lnTo>
                    <a:pt x="7156032" y="2432376"/>
                  </a:lnTo>
                  <a:lnTo>
                    <a:pt x="7156219" y="2431194"/>
                  </a:lnTo>
                  <a:lnTo>
                    <a:pt x="7156406" y="2429958"/>
                  </a:lnTo>
                  <a:lnTo>
                    <a:pt x="7156593" y="2428850"/>
                  </a:lnTo>
                  <a:lnTo>
                    <a:pt x="7156780" y="2427706"/>
                  </a:lnTo>
                  <a:lnTo>
                    <a:pt x="7156967" y="2426487"/>
                  </a:lnTo>
                  <a:lnTo>
                    <a:pt x="7157154" y="2425334"/>
                  </a:lnTo>
                  <a:lnTo>
                    <a:pt x="7157340" y="2424398"/>
                  </a:lnTo>
                  <a:lnTo>
                    <a:pt x="7157527" y="2423363"/>
                  </a:lnTo>
                  <a:lnTo>
                    <a:pt x="7157714" y="2422312"/>
                  </a:lnTo>
                  <a:lnTo>
                    <a:pt x="7157901" y="2421478"/>
                  </a:lnTo>
                  <a:lnTo>
                    <a:pt x="7158088" y="2420763"/>
                  </a:lnTo>
                  <a:lnTo>
                    <a:pt x="7158275" y="2420175"/>
                  </a:lnTo>
                  <a:lnTo>
                    <a:pt x="7158462" y="2419443"/>
                  </a:lnTo>
                  <a:lnTo>
                    <a:pt x="7158649" y="2418707"/>
                  </a:lnTo>
                  <a:lnTo>
                    <a:pt x="7158836" y="2417989"/>
                  </a:lnTo>
                  <a:lnTo>
                    <a:pt x="7159023" y="2416888"/>
                  </a:lnTo>
                  <a:lnTo>
                    <a:pt x="7159210" y="2415781"/>
                  </a:lnTo>
                  <a:lnTo>
                    <a:pt x="7159397" y="2414229"/>
                  </a:lnTo>
                  <a:lnTo>
                    <a:pt x="7159584" y="2412348"/>
                  </a:lnTo>
                  <a:lnTo>
                    <a:pt x="7159770" y="2410697"/>
                  </a:lnTo>
                  <a:lnTo>
                    <a:pt x="7159957" y="2409245"/>
                  </a:lnTo>
                  <a:lnTo>
                    <a:pt x="7160144" y="2407760"/>
                  </a:lnTo>
                  <a:lnTo>
                    <a:pt x="7160331" y="2406274"/>
                  </a:lnTo>
                  <a:lnTo>
                    <a:pt x="7160518" y="2404789"/>
                  </a:lnTo>
                  <a:lnTo>
                    <a:pt x="7160705" y="2403304"/>
                  </a:lnTo>
                  <a:lnTo>
                    <a:pt x="7160892" y="2401975"/>
                  </a:lnTo>
                  <a:lnTo>
                    <a:pt x="7161079" y="2400812"/>
                  </a:lnTo>
                  <a:lnTo>
                    <a:pt x="7161266" y="2399698"/>
                  </a:lnTo>
                  <a:lnTo>
                    <a:pt x="7161453" y="2398708"/>
                  </a:lnTo>
                  <a:lnTo>
                    <a:pt x="7161640" y="2397742"/>
                  </a:lnTo>
                  <a:lnTo>
                    <a:pt x="7161827" y="2397123"/>
                  </a:lnTo>
                  <a:lnTo>
                    <a:pt x="7162014" y="2396969"/>
                  </a:lnTo>
                  <a:lnTo>
                    <a:pt x="7162200" y="2396845"/>
                  </a:lnTo>
                  <a:lnTo>
                    <a:pt x="7162387" y="2396720"/>
                  </a:lnTo>
                  <a:lnTo>
                    <a:pt x="7162574" y="2396831"/>
                  </a:lnTo>
                  <a:lnTo>
                    <a:pt x="7162761" y="2397064"/>
                  </a:lnTo>
                  <a:lnTo>
                    <a:pt x="7162948" y="2397385"/>
                  </a:lnTo>
                  <a:lnTo>
                    <a:pt x="7163135" y="2397705"/>
                  </a:lnTo>
                  <a:lnTo>
                    <a:pt x="7163322" y="2397930"/>
                  </a:lnTo>
                  <a:lnTo>
                    <a:pt x="7163509" y="2398078"/>
                  </a:lnTo>
                  <a:lnTo>
                    <a:pt x="7163696" y="2398212"/>
                  </a:lnTo>
                  <a:lnTo>
                    <a:pt x="7163883" y="2398380"/>
                  </a:lnTo>
                  <a:lnTo>
                    <a:pt x="7164070" y="2398442"/>
                  </a:lnTo>
                  <a:lnTo>
                    <a:pt x="7164257" y="2398475"/>
                  </a:lnTo>
                  <a:lnTo>
                    <a:pt x="7164443" y="2398509"/>
                  </a:lnTo>
                  <a:lnTo>
                    <a:pt x="7164630" y="2398542"/>
                  </a:lnTo>
                  <a:lnTo>
                    <a:pt x="7164817" y="2398586"/>
                  </a:lnTo>
                  <a:lnTo>
                    <a:pt x="7165004" y="2398630"/>
                  </a:lnTo>
                  <a:lnTo>
                    <a:pt x="7165191" y="2398638"/>
                  </a:lnTo>
                  <a:lnTo>
                    <a:pt x="7165378" y="2398310"/>
                  </a:lnTo>
                  <a:lnTo>
                    <a:pt x="7165565" y="2397903"/>
                  </a:lnTo>
                  <a:lnTo>
                    <a:pt x="7165752" y="2396987"/>
                  </a:lnTo>
                  <a:lnTo>
                    <a:pt x="7165939" y="2395996"/>
                  </a:lnTo>
                  <a:lnTo>
                    <a:pt x="7166126" y="2394924"/>
                  </a:lnTo>
                  <a:lnTo>
                    <a:pt x="7166313" y="2393984"/>
                  </a:lnTo>
                  <a:lnTo>
                    <a:pt x="7166500" y="2392981"/>
                  </a:lnTo>
                  <a:lnTo>
                    <a:pt x="7166687" y="2391986"/>
                  </a:lnTo>
                  <a:lnTo>
                    <a:pt x="7166873" y="2391172"/>
                  </a:lnTo>
                  <a:lnTo>
                    <a:pt x="7167060" y="2390392"/>
                  </a:lnTo>
                  <a:lnTo>
                    <a:pt x="7167247" y="2389463"/>
                  </a:lnTo>
                  <a:lnTo>
                    <a:pt x="7167434" y="2388937"/>
                  </a:lnTo>
                  <a:lnTo>
                    <a:pt x="7167621" y="2388540"/>
                  </a:lnTo>
                  <a:lnTo>
                    <a:pt x="7167808" y="2388137"/>
                  </a:lnTo>
                  <a:lnTo>
                    <a:pt x="7167995" y="2387656"/>
                  </a:lnTo>
                  <a:lnTo>
                    <a:pt x="7168182" y="2387283"/>
                  </a:lnTo>
                  <a:lnTo>
                    <a:pt x="7168369" y="2386934"/>
                  </a:lnTo>
                  <a:lnTo>
                    <a:pt x="7168556" y="2386664"/>
                  </a:lnTo>
                  <a:lnTo>
                    <a:pt x="7168743" y="2386423"/>
                  </a:lnTo>
                  <a:lnTo>
                    <a:pt x="7168930" y="2386212"/>
                  </a:lnTo>
                  <a:lnTo>
                    <a:pt x="7169117" y="2386033"/>
                  </a:lnTo>
                  <a:lnTo>
                    <a:pt x="7169303" y="2386263"/>
                  </a:lnTo>
                  <a:lnTo>
                    <a:pt x="7169490" y="2386666"/>
                  </a:lnTo>
                  <a:lnTo>
                    <a:pt x="7169677" y="2387070"/>
                  </a:lnTo>
                  <a:lnTo>
                    <a:pt x="7169864" y="2387510"/>
                  </a:lnTo>
                  <a:lnTo>
                    <a:pt x="7170051" y="2388198"/>
                  </a:lnTo>
                  <a:lnTo>
                    <a:pt x="7170238" y="2388825"/>
                  </a:lnTo>
                  <a:lnTo>
                    <a:pt x="7170425" y="2389443"/>
                  </a:lnTo>
                  <a:lnTo>
                    <a:pt x="7170612" y="2390083"/>
                  </a:lnTo>
                  <a:lnTo>
                    <a:pt x="7170799" y="2390644"/>
                  </a:lnTo>
                  <a:lnTo>
                    <a:pt x="7170986" y="2390870"/>
                  </a:lnTo>
                  <a:lnTo>
                    <a:pt x="7171173" y="2391145"/>
                  </a:lnTo>
                  <a:lnTo>
                    <a:pt x="7171360" y="2391444"/>
                  </a:lnTo>
                  <a:lnTo>
                    <a:pt x="7171546" y="2391777"/>
                  </a:lnTo>
                  <a:lnTo>
                    <a:pt x="7171733" y="2392109"/>
                  </a:lnTo>
                  <a:lnTo>
                    <a:pt x="7171920" y="2392436"/>
                  </a:lnTo>
                  <a:lnTo>
                    <a:pt x="7172107" y="2392681"/>
                  </a:lnTo>
                  <a:lnTo>
                    <a:pt x="7172294" y="2392783"/>
                  </a:lnTo>
                  <a:lnTo>
                    <a:pt x="7172481" y="2392846"/>
                  </a:lnTo>
                  <a:lnTo>
                    <a:pt x="7172668" y="2392882"/>
                  </a:lnTo>
                  <a:lnTo>
                    <a:pt x="7172855" y="2393082"/>
                  </a:lnTo>
                  <a:lnTo>
                    <a:pt x="7173042" y="2393373"/>
                  </a:lnTo>
                  <a:lnTo>
                    <a:pt x="7173229" y="2393588"/>
                  </a:lnTo>
                  <a:lnTo>
                    <a:pt x="7173416" y="2393779"/>
                  </a:lnTo>
                  <a:lnTo>
                    <a:pt x="7173603" y="2393932"/>
                  </a:lnTo>
                  <a:lnTo>
                    <a:pt x="7173790" y="2394037"/>
                  </a:lnTo>
                  <a:lnTo>
                    <a:pt x="7173976" y="2394233"/>
                  </a:lnTo>
                  <a:lnTo>
                    <a:pt x="7174163" y="2394441"/>
                  </a:lnTo>
                  <a:lnTo>
                    <a:pt x="7174350" y="2394758"/>
                  </a:lnTo>
                  <a:lnTo>
                    <a:pt x="7174537" y="2395195"/>
                  </a:lnTo>
                  <a:lnTo>
                    <a:pt x="7174724" y="2395513"/>
                  </a:lnTo>
                  <a:lnTo>
                    <a:pt x="7174911" y="2396016"/>
                  </a:lnTo>
                  <a:lnTo>
                    <a:pt x="7175098" y="2396531"/>
                  </a:lnTo>
                  <a:lnTo>
                    <a:pt x="7175285" y="2397397"/>
                  </a:lnTo>
                  <a:lnTo>
                    <a:pt x="7175472" y="2398212"/>
                  </a:lnTo>
                  <a:lnTo>
                    <a:pt x="7175659" y="2398847"/>
                  </a:lnTo>
                  <a:lnTo>
                    <a:pt x="7175846" y="2399547"/>
                  </a:lnTo>
                  <a:lnTo>
                    <a:pt x="7176033" y="2400033"/>
                  </a:lnTo>
                  <a:lnTo>
                    <a:pt x="7176219" y="2400364"/>
                  </a:lnTo>
                  <a:lnTo>
                    <a:pt x="7176406" y="2400695"/>
                  </a:lnTo>
                  <a:lnTo>
                    <a:pt x="7176593" y="2401026"/>
                  </a:lnTo>
                  <a:lnTo>
                    <a:pt x="7176780" y="2401357"/>
                  </a:lnTo>
                  <a:lnTo>
                    <a:pt x="7176967" y="2401684"/>
                  </a:lnTo>
                  <a:lnTo>
                    <a:pt x="7177154" y="2401972"/>
                  </a:lnTo>
                  <a:lnTo>
                    <a:pt x="7177341" y="2402272"/>
                  </a:lnTo>
                  <a:lnTo>
                    <a:pt x="7177528" y="2402636"/>
                  </a:lnTo>
                  <a:lnTo>
                    <a:pt x="7177715" y="2402979"/>
                  </a:lnTo>
                  <a:lnTo>
                    <a:pt x="7177902" y="2403127"/>
                  </a:lnTo>
                  <a:lnTo>
                    <a:pt x="7178089" y="2403247"/>
                  </a:lnTo>
                  <a:lnTo>
                    <a:pt x="7178276" y="2403323"/>
                  </a:lnTo>
                  <a:lnTo>
                    <a:pt x="7178463" y="2403415"/>
                  </a:lnTo>
                  <a:lnTo>
                    <a:pt x="7178649" y="2403408"/>
                  </a:lnTo>
                  <a:lnTo>
                    <a:pt x="7178836" y="2403325"/>
                  </a:lnTo>
                  <a:lnTo>
                    <a:pt x="7179023" y="2403331"/>
                  </a:lnTo>
                  <a:lnTo>
                    <a:pt x="7179210" y="2403220"/>
                  </a:lnTo>
                  <a:lnTo>
                    <a:pt x="7179397" y="2403228"/>
                  </a:lnTo>
                  <a:lnTo>
                    <a:pt x="7179584" y="2403117"/>
                  </a:lnTo>
                  <a:lnTo>
                    <a:pt x="7179771" y="2402811"/>
                  </a:lnTo>
                  <a:lnTo>
                    <a:pt x="7179958" y="2402415"/>
                  </a:lnTo>
                  <a:lnTo>
                    <a:pt x="7180145" y="2402151"/>
                  </a:lnTo>
                  <a:lnTo>
                    <a:pt x="7180332" y="2401708"/>
                  </a:lnTo>
                  <a:lnTo>
                    <a:pt x="7180519" y="2401389"/>
                  </a:lnTo>
                  <a:lnTo>
                    <a:pt x="7180706" y="2401148"/>
                  </a:lnTo>
                  <a:lnTo>
                    <a:pt x="7180893" y="2400924"/>
                  </a:lnTo>
                  <a:lnTo>
                    <a:pt x="7181079" y="2400660"/>
                  </a:lnTo>
                  <a:lnTo>
                    <a:pt x="7181266" y="2400434"/>
                  </a:lnTo>
                  <a:lnTo>
                    <a:pt x="7181453" y="2400085"/>
                  </a:lnTo>
                  <a:lnTo>
                    <a:pt x="7181640" y="2399626"/>
                  </a:lnTo>
                  <a:lnTo>
                    <a:pt x="7181827" y="2399143"/>
                  </a:lnTo>
                  <a:lnTo>
                    <a:pt x="7182014" y="2398968"/>
                  </a:lnTo>
                  <a:lnTo>
                    <a:pt x="7182201" y="2398795"/>
                  </a:lnTo>
                  <a:lnTo>
                    <a:pt x="7182388" y="2398666"/>
                  </a:lnTo>
                  <a:lnTo>
                    <a:pt x="7182575" y="2398621"/>
                  </a:lnTo>
                  <a:lnTo>
                    <a:pt x="7182762" y="2398615"/>
                  </a:lnTo>
                  <a:lnTo>
                    <a:pt x="7182949" y="2398613"/>
                  </a:lnTo>
                  <a:lnTo>
                    <a:pt x="7183136" y="2398329"/>
                  </a:lnTo>
                  <a:lnTo>
                    <a:pt x="7183322" y="2397920"/>
                  </a:lnTo>
                  <a:lnTo>
                    <a:pt x="7183509" y="2397503"/>
                  </a:lnTo>
                  <a:lnTo>
                    <a:pt x="7183696" y="2397008"/>
                  </a:lnTo>
                  <a:lnTo>
                    <a:pt x="7183883" y="2396558"/>
                  </a:lnTo>
                  <a:lnTo>
                    <a:pt x="7184070" y="2396080"/>
                  </a:lnTo>
                  <a:lnTo>
                    <a:pt x="7184257" y="2395907"/>
                  </a:lnTo>
                  <a:lnTo>
                    <a:pt x="7184444" y="2395716"/>
                  </a:lnTo>
                  <a:lnTo>
                    <a:pt x="7184631" y="2395542"/>
                  </a:lnTo>
                  <a:lnTo>
                    <a:pt x="7184818" y="2395422"/>
                  </a:lnTo>
                  <a:lnTo>
                    <a:pt x="7185005" y="2394880"/>
                  </a:lnTo>
                  <a:lnTo>
                    <a:pt x="7185192" y="2394524"/>
                  </a:lnTo>
                  <a:lnTo>
                    <a:pt x="7185379" y="2394477"/>
                  </a:lnTo>
                  <a:lnTo>
                    <a:pt x="7185566" y="2394530"/>
                  </a:lnTo>
                  <a:lnTo>
                    <a:pt x="7185752" y="2394707"/>
                  </a:lnTo>
                  <a:lnTo>
                    <a:pt x="7185939" y="2395359"/>
                  </a:lnTo>
                  <a:lnTo>
                    <a:pt x="7186126" y="2396537"/>
                  </a:lnTo>
                  <a:lnTo>
                    <a:pt x="7186313" y="2397456"/>
                  </a:lnTo>
                  <a:lnTo>
                    <a:pt x="7186500" y="2398184"/>
                  </a:lnTo>
                  <a:lnTo>
                    <a:pt x="7186687" y="2398881"/>
                  </a:lnTo>
                  <a:lnTo>
                    <a:pt x="7186874" y="2399393"/>
                  </a:lnTo>
                  <a:lnTo>
                    <a:pt x="7187061" y="2399743"/>
                  </a:lnTo>
                  <a:lnTo>
                    <a:pt x="7187248" y="2400334"/>
                  </a:lnTo>
                  <a:lnTo>
                    <a:pt x="7187435" y="2400956"/>
                  </a:lnTo>
                  <a:lnTo>
                    <a:pt x="7187622" y="2401702"/>
                  </a:lnTo>
                  <a:lnTo>
                    <a:pt x="7187809" y="2402557"/>
                  </a:lnTo>
                  <a:lnTo>
                    <a:pt x="7187996" y="2403515"/>
                  </a:lnTo>
                  <a:lnTo>
                    <a:pt x="7188182" y="2404216"/>
                  </a:lnTo>
                  <a:lnTo>
                    <a:pt x="7188369" y="2404801"/>
                  </a:lnTo>
                  <a:lnTo>
                    <a:pt x="7188556" y="2405175"/>
                  </a:lnTo>
                  <a:lnTo>
                    <a:pt x="7188743" y="2405603"/>
                  </a:lnTo>
                  <a:lnTo>
                    <a:pt x="7188930" y="2405916"/>
                  </a:lnTo>
                  <a:lnTo>
                    <a:pt x="7189117" y="2406480"/>
                  </a:lnTo>
                  <a:lnTo>
                    <a:pt x="7189304" y="2407206"/>
                  </a:lnTo>
                  <a:lnTo>
                    <a:pt x="7189491" y="2407862"/>
                  </a:lnTo>
                  <a:lnTo>
                    <a:pt x="7189678" y="2408551"/>
                  </a:lnTo>
                  <a:lnTo>
                    <a:pt x="7189865" y="2409209"/>
                  </a:lnTo>
                  <a:lnTo>
                    <a:pt x="7190052" y="2409885"/>
                  </a:lnTo>
                  <a:lnTo>
                    <a:pt x="7190239" y="2410030"/>
                  </a:lnTo>
                  <a:lnTo>
                    <a:pt x="7190425" y="2410267"/>
                  </a:lnTo>
                  <a:lnTo>
                    <a:pt x="7190612" y="2410550"/>
                  </a:lnTo>
                  <a:lnTo>
                    <a:pt x="7190799" y="2410927"/>
                  </a:lnTo>
                  <a:lnTo>
                    <a:pt x="7190986" y="2411298"/>
                  </a:lnTo>
                  <a:lnTo>
                    <a:pt x="7191173" y="2412116"/>
                  </a:lnTo>
                  <a:lnTo>
                    <a:pt x="7191360" y="2412907"/>
                  </a:lnTo>
                  <a:lnTo>
                    <a:pt x="7191547" y="2413603"/>
                  </a:lnTo>
                  <a:lnTo>
                    <a:pt x="7191734" y="2414353"/>
                  </a:lnTo>
                  <a:lnTo>
                    <a:pt x="7191921" y="2415262"/>
                  </a:lnTo>
                  <a:lnTo>
                    <a:pt x="7192108" y="2416152"/>
                  </a:lnTo>
                  <a:lnTo>
                    <a:pt x="7192295" y="2417101"/>
                  </a:lnTo>
                  <a:lnTo>
                    <a:pt x="7192482" y="2418000"/>
                  </a:lnTo>
                  <a:lnTo>
                    <a:pt x="7192669" y="2418941"/>
                  </a:lnTo>
                  <a:lnTo>
                    <a:pt x="7192855" y="2419919"/>
                  </a:lnTo>
                  <a:lnTo>
                    <a:pt x="7193042" y="2420946"/>
                  </a:lnTo>
                  <a:lnTo>
                    <a:pt x="7193229" y="2421959"/>
                  </a:lnTo>
                  <a:lnTo>
                    <a:pt x="7193416" y="2422900"/>
                  </a:lnTo>
                  <a:lnTo>
                    <a:pt x="7193603" y="2423796"/>
                  </a:lnTo>
                  <a:lnTo>
                    <a:pt x="7193790" y="2424745"/>
                  </a:lnTo>
                  <a:lnTo>
                    <a:pt x="7193977" y="2425566"/>
                  </a:lnTo>
                  <a:lnTo>
                    <a:pt x="7194164" y="2426417"/>
                  </a:lnTo>
                  <a:lnTo>
                    <a:pt x="7194351" y="2427342"/>
                  </a:lnTo>
                  <a:lnTo>
                    <a:pt x="7194538" y="2428290"/>
                  </a:lnTo>
                  <a:lnTo>
                    <a:pt x="7194725" y="2429184"/>
                  </a:lnTo>
                  <a:lnTo>
                    <a:pt x="7194912" y="2430000"/>
                  </a:lnTo>
                  <a:lnTo>
                    <a:pt x="7195098" y="2430936"/>
                  </a:lnTo>
                  <a:lnTo>
                    <a:pt x="7195285" y="2431894"/>
                  </a:lnTo>
                  <a:lnTo>
                    <a:pt x="7195472" y="2432758"/>
                  </a:lnTo>
                  <a:lnTo>
                    <a:pt x="7195659" y="2433495"/>
                  </a:lnTo>
                  <a:lnTo>
                    <a:pt x="7195846" y="2434375"/>
                  </a:lnTo>
                  <a:lnTo>
                    <a:pt x="7196033" y="2435260"/>
                  </a:lnTo>
                  <a:lnTo>
                    <a:pt x="7196220" y="2436126"/>
                  </a:lnTo>
                  <a:lnTo>
                    <a:pt x="7196407" y="2437376"/>
                  </a:lnTo>
                  <a:lnTo>
                    <a:pt x="7196594" y="2438566"/>
                  </a:lnTo>
                  <a:lnTo>
                    <a:pt x="7196781" y="2440117"/>
                  </a:lnTo>
                  <a:lnTo>
                    <a:pt x="7196968" y="2441998"/>
                  </a:lnTo>
                  <a:lnTo>
                    <a:pt x="7197155" y="2443647"/>
                  </a:lnTo>
                  <a:lnTo>
                    <a:pt x="7197342" y="2445128"/>
                  </a:lnTo>
                  <a:lnTo>
                    <a:pt x="7197528" y="2446642"/>
                  </a:lnTo>
                  <a:lnTo>
                    <a:pt x="7197715" y="2448156"/>
                  </a:lnTo>
                  <a:lnTo>
                    <a:pt x="7197902" y="2449705"/>
                  </a:lnTo>
                  <a:lnTo>
                    <a:pt x="7198089" y="2451279"/>
                  </a:lnTo>
                  <a:lnTo>
                    <a:pt x="7198276" y="2452636"/>
                  </a:lnTo>
                  <a:lnTo>
                    <a:pt x="7198463" y="2453828"/>
                  </a:lnTo>
                  <a:lnTo>
                    <a:pt x="7198650" y="2454971"/>
                  </a:lnTo>
                  <a:lnTo>
                    <a:pt x="7198837" y="2455989"/>
                  </a:lnTo>
                  <a:lnTo>
                    <a:pt x="7199024" y="2456983"/>
                  </a:lnTo>
                  <a:lnTo>
                    <a:pt x="7199211" y="2457631"/>
                  </a:lnTo>
                  <a:lnTo>
                    <a:pt x="7199398" y="2457759"/>
                  </a:lnTo>
                  <a:lnTo>
                    <a:pt x="7199585" y="2457912"/>
                  </a:lnTo>
                  <a:lnTo>
                    <a:pt x="7199772" y="2458059"/>
                  </a:lnTo>
                  <a:lnTo>
                    <a:pt x="7199958" y="2457948"/>
                  </a:lnTo>
                  <a:lnTo>
                    <a:pt x="7200145" y="2457384"/>
                  </a:lnTo>
                  <a:lnTo>
                    <a:pt x="7200332" y="2456585"/>
                  </a:lnTo>
                  <a:lnTo>
                    <a:pt x="7200519" y="2455770"/>
                  </a:lnTo>
                  <a:lnTo>
                    <a:pt x="7200706" y="2455050"/>
                  </a:lnTo>
                  <a:lnTo>
                    <a:pt x="7200893" y="2454489"/>
                  </a:lnTo>
                  <a:lnTo>
                    <a:pt x="7201080" y="2454025"/>
                  </a:lnTo>
                  <a:lnTo>
                    <a:pt x="7201267" y="2453528"/>
                  </a:lnTo>
                  <a:lnTo>
                    <a:pt x="7201454" y="2453135"/>
                  </a:lnTo>
                  <a:lnTo>
                    <a:pt x="7201641" y="2452665"/>
                  </a:lnTo>
                  <a:lnTo>
                    <a:pt x="7201828" y="2452136"/>
                  </a:lnTo>
                  <a:lnTo>
                    <a:pt x="7202015" y="2451607"/>
                  </a:lnTo>
                  <a:lnTo>
                    <a:pt x="7202201" y="2451233"/>
                  </a:lnTo>
                  <a:lnTo>
                    <a:pt x="7202388" y="2450859"/>
                  </a:lnTo>
                  <a:lnTo>
                    <a:pt x="7202575" y="2450825"/>
                  </a:lnTo>
                  <a:lnTo>
                    <a:pt x="7202762" y="2451152"/>
                  </a:lnTo>
                  <a:lnTo>
                    <a:pt x="7202949" y="2451583"/>
                  </a:lnTo>
                  <a:lnTo>
                    <a:pt x="7203136" y="2452635"/>
                  </a:lnTo>
                  <a:lnTo>
                    <a:pt x="7203323" y="2453774"/>
                  </a:lnTo>
                  <a:lnTo>
                    <a:pt x="7203510" y="2454748"/>
                  </a:lnTo>
                  <a:lnTo>
                    <a:pt x="7203697" y="2455590"/>
                  </a:lnTo>
                  <a:lnTo>
                    <a:pt x="7203884" y="2456473"/>
                  </a:lnTo>
                  <a:lnTo>
                    <a:pt x="7204071" y="2457348"/>
                  </a:lnTo>
                  <a:lnTo>
                    <a:pt x="7204258" y="2458041"/>
                  </a:lnTo>
                  <a:lnTo>
                    <a:pt x="7204445" y="2458779"/>
                  </a:lnTo>
                  <a:lnTo>
                    <a:pt x="7204631" y="2459708"/>
                  </a:lnTo>
                  <a:lnTo>
                    <a:pt x="7204818" y="2460258"/>
                  </a:lnTo>
                  <a:lnTo>
                    <a:pt x="7205005" y="2460703"/>
                  </a:lnTo>
                  <a:lnTo>
                    <a:pt x="7205192" y="2461260"/>
                  </a:lnTo>
                  <a:lnTo>
                    <a:pt x="7205379" y="2461741"/>
                  </a:lnTo>
                  <a:lnTo>
                    <a:pt x="7205566" y="2462268"/>
                  </a:lnTo>
                  <a:lnTo>
                    <a:pt x="7205753" y="2462782"/>
                  </a:lnTo>
                  <a:lnTo>
                    <a:pt x="7205940" y="2463137"/>
                  </a:lnTo>
                  <a:lnTo>
                    <a:pt x="7206127" y="2463377"/>
                  </a:lnTo>
                  <a:lnTo>
                    <a:pt x="7206314" y="2463618"/>
                  </a:lnTo>
                  <a:lnTo>
                    <a:pt x="7206501" y="2463858"/>
                  </a:lnTo>
                  <a:lnTo>
                    <a:pt x="7206688" y="2464045"/>
                  </a:lnTo>
                  <a:lnTo>
                    <a:pt x="7206875" y="2464111"/>
                  </a:lnTo>
                  <a:lnTo>
                    <a:pt x="7207061" y="2463936"/>
                  </a:lnTo>
                  <a:lnTo>
                    <a:pt x="7207248" y="2463684"/>
                  </a:lnTo>
                  <a:lnTo>
                    <a:pt x="7207435" y="2463197"/>
                  </a:lnTo>
                  <a:lnTo>
                    <a:pt x="7207622" y="2462625"/>
                  </a:lnTo>
                  <a:lnTo>
                    <a:pt x="7207809" y="2462125"/>
                  </a:lnTo>
                  <a:lnTo>
                    <a:pt x="7207996" y="2461669"/>
                  </a:lnTo>
                  <a:lnTo>
                    <a:pt x="7208183" y="2461165"/>
                  </a:lnTo>
                  <a:lnTo>
                    <a:pt x="7208370" y="2460583"/>
                  </a:lnTo>
                  <a:lnTo>
                    <a:pt x="7208557" y="2460319"/>
                  </a:lnTo>
                  <a:lnTo>
                    <a:pt x="7208744" y="2460095"/>
                  </a:lnTo>
                  <a:lnTo>
                    <a:pt x="7208931" y="2460022"/>
                  </a:lnTo>
                  <a:lnTo>
                    <a:pt x="7209118" y="2460144"/>
                  </a:lnTo>
                  <a:lnTo>
                    <a:pt x="7209304" y="2460313"/>
                  </a:lnTo>
                  <a:lnTo>
                    <a:pt x="7209491" y="2460471"/>
                  </a:lnTo>
                  <a:lnTo>
                    <a:pt x="7209678" y="2460657"/>
                  </a:lnTo>
                  <a:lnTo>
                    <a:pt x="7209865" y="2460652"/>
                  </a:lnTo>
                  <a:lnTo>
                    <a:pt x="7210052" y="2460561"/>
                  </a:lnTo>
                  <a:lnTo>
                    <a:pt x="7210239" y="2460250"/>
                  </a:lnTo>
                  <a:lnTo>
                    <a:pt x="7210426" y="2459968"/>
                  </a:lnTo>
                  <a:lnTo>
                    <a:pt x="7210613" y="2459694"/>
                  </a:lnTo>
                  <a:lnTo>
                    <a:pt x="7210800" y="2459426"/>
                  </a:lnTo>
                  <a:lnTo>
                    <a:pt x="7210987" y="2459205"/>
                  </a:lnTo>
                  <a:lnTo>
                    <a:pt x="7211174" y="2459004"/>
                  </a:lnTo>
                  <a:lnTo>
                    <a:pt x="7211361" y="2458819"/>
                  </a:lnTo>
                  <a:lnTo>
                    <a:pt x="7211548" y="2458657"/>
                  </a:lnTo>
                  <a:lnTo>
                    <a:pt x="7211734" y="2458493"/>
                  </a:lnTo>
                  <a:lnTo>
                    <a:pt x="7211921" y="2458365"/>
                  </a:lnTo>
                  <a:lnTo>
                    <a:pt x="7212108" y="2458298"/>
                  </a:lnTo>
                  <a:lnTo>
                    <a:pt x="7212295" y="2458284"/>
                  </a:lnTo>
                  <a:lnTo>
                    <a:pt x="7212482" y="2458228"/>
                  </a:lnTo>
                  <a:lnTo>
                    <a:pt x="7212669" y="2458097"/>
                  </a:lnTo>
                  <a:lnTo>
                    <a:pt x="7212856" y="2458066"/>
                  </a:lnTo>
                  <a:lnTo>
                    <a:pt x="7213043" y="2458222"/>
                  </a:lnTo>
                  <a:lnTo>
                    <a:pt x="7213230" y="2458182"/>
                  </a:lnTo>
                  <a:lnTo>
                    <a:pt x="7213417" y="2458204"/>
                  </a:lnTo>
                  <a:lnTo>
                    <a:pt x="7213604" y="2458280"/>
                  </a:lnTo>
                  <a:lnTo>
                    <a:pt x="7213791" y="2458356"/>
                  </a:lnTo>
                  <a:lnTo>
                    <a:pt x="7213977" y="2458552"/>
                  </a:lnTo>
                  <a:lnTo>
                    <a:pt x="7214164" y="2458736"/>
                  </a:lnTo>
                  <a:lnTo>
                    <a:pt x="7214351" y="2458920"/>
                  </a:lnTo>
                  <a:lnTo>
                    <a:pt x="7214538" y="2459176"/>
                  </a:lnTo>
                  <a:lnTo>
                    <a:pt x="7214725" y="2459348"/>
                  </a:lnTo>
                  <a:lnTo>
                    <a:pt x="7214912" y="2459501"/>
                  </a:lnTo>
                  <a:lnTo>
                    <a:pt x="7215099" y="2459532"/>
                  </a:lnTo>
                  <a:lnTo>
                    <a:pt x="7215286" y="2459664"/>
                  </a:lnTo>
                  <a:lnTo>
                    <a:pt x="7215473" y="2459674"/>
                  </a:lnTo>
                  <a:lnTo>
                    <a:pt x="7215660" y="2459693"/>
                  </a:lnTo>
                  <a:lnTo>
                    <a:pt x="7215847" y="2459703"/>
                  </a:lnTo>
                  <a:lnTo>
                    <a:pt x="7216034" y="2459842"/>
                  </a:lnTo>
                  <a:lnTo>
                    <a:pt x="7216221" y="2460095"/>
                  </a:lnTo>
                  <a:lnTo>
                    <a:pt x="7216407" y="2460275"/>
                  </a:lnTo>
                  <a:lnTo>
                    <a:pt x="7216594" y="2460394"/>
                  </a:lnTo>
                  <a:lnTo>
                    <a:pt x="7216781" y="2460444"/>
                  </a:lnTo>
                  <a:lnTo>
                    <a:pt x="7216968" y="2460505"/>
                  </a:lnTo>
                  <a:lnTo>
                    <a:pt x="7217155" y="2460434"/>
                  </a:lnTo>
                  <a:lnTo>
                    <a:pt x="7217342" y="2460756"/>
                  </a:lnTo>
                  <a:lnTo>
                    <a:pt x="7217529" y="2460920"/>
                  </a:lnTo>
                  <a:lnTo>
                    <a:pt x="7217716" y="2461109"/>
                  </a:lnTo>
                  <a:lnTo>
                    <a:pt x="7217903" y="2461173"/>
                  </a:lnTo>
                  <a:lnTo>
                    <a:pt x="7218090" y="2461120"/>
                  </a:lnTo>
                  <a:lnTo>
                    <a:pt x="7218277" y="2461052"/>
                  </a:lnTo>
                  <a:lnTo>
                    <a:pt x="7218464" y="2461122"/>
                  </a:lnTo>
                  <a:lnTo>
                    <a:pt x="7218651" y="2461396"/>
                  </a:lnTo>
                  <a:lnTo>
                    <a:pt x="7218837" y="2461822"/>
                  </a:lnTo>
                  <a:lnTo>
                    <a:pt x="7219024" y="2462360"/>
                  </a:lnTo>
                  <a:lnTo>
                    <a:pt x="7219211" y="2462930"/>
                  </a:lnTo>
                  <a:lnTo>
                    <a:pt x="7219398" y="2463403"/>
                  </a:lnTo>
                  <a:lnTo>
                    <a:pt x="7219585" y="2463630"/>
                  </a:lnTo>
                  <a:lnTo>
                    <a:pt x="7219772" y="2463972"/>
                  </a:lnTo>
                  <a:lnTo>
                    <a:pt x="7219959" y="2464289"/>
                  </a:lnTo>
                  <a:lnTo>
                    <a:pt x="7220146" y="2464589"/>
                  </a:lnTo>
                  <a:lnTo>
                    <a:pt x="7220333" y="2464793"/>
                  </a:lnTo>
                  <a:lnTo>
                    <a:pt x="7220520" y="2465198"/>
                  </a:lnTo>
                  <a:lnTo>
                    <a:pt x="7220707" y="2465786"/>
                  </a:lnTo>
                  <a:lnTo>
                    <a:pt x="7220894" y="2466402"/>
                  </a:lnTo>
                  <a:lnTo>
                    <a:pt x="7221080" y="2467000"/>
                  </a:lnTo>
                  <a:lnTo>
                    <a:pt x="7221267" y="2467478"/>
                  </a:lnTo>
                  <a:lnTo>
                    <a:pt x="7221454" y="2467932"/>
                  </a:lnTo>
                  <a:lnTo>
                    <a:pt x="7221641" y="2468112"/>
                  </a:lnTo>
                  <a:lnTo>
                    <a:pt x="7221828" y="2468076"/>
                  </a:lnTo>
                  <a:lnTo>
                    <a:pt x="7222015" y="2468016"/>
                  </a:lnTo>
                  <a:lnTo>
                    <a:pt x="7222202" y="2467803"/>
                  </a:lnTo>
                  <a:lnTo>
                    <a:pt x="7222389" y="2468185"/>
                  </a:lnTo>
                  <a:lnTo>
                    <a:pt x="7222576" y="2468349"/>
                  </a:lnTo>
                  <a:lnTo>
                    <a:pt x="7222763" y="2468092"/>
                  </a:lnTo>
                  <a:lnTo>
                    <a:pt x="7222950" y="2467138"/>
                  </a:lnTo>
                  <a:lnTo>
                    <a:pt x="7223137" y="2466013"/>
                  </a:lnTo>
                  <a:lnTo>
                    <a:pt x="7223324" y="2464599"/>
                  </a:lnTo>
                  <a:lnTo>
                    <a:pt x="7223510" y="2463091"/>
                  </a:lnTo>
                  <a:lnTo>
                    <a:pt x="7223697" y="2461746"/>
                  </a:lnTo>
                  <a:lnTo>
                    <a:pt x="7223884" y="2460670"/>
                  </a:lnTo>
                  <a:lnTo>
                    <a:pt x="7224071" y="2460145"/>
                  </a:lnTo>
                  <a:lnTo>
                    <a:pt x="7224258" y="2459621"/>
                  </a:lnTo>
                  <a:lnTo>
                    <a:pt x="7224445" y="2458991"/>
                  </a:lnTo>
                  <a:lnTo>
                    <a:pt x="7224632" y="2458138"/>
                  </a:lnTo>
                  <a:lnTo>
                    <a:pt x="7224819" y="2457302"/>
                  </a:lnTo>
                  <a:lnTo>
                    <a:pt x="7225006" y="2456659"/>
                  </a:lnTo>
                  <a:lnTo>
                    <a:pt x="7225193" y="2456148"/>
                  </a:lnTo>
                  <a:lnTo>
                    <a:pt x="7225380" y="2455743"/>
                  </a:lnTo>
                  <a:lnTo>
                    <a:pt x="7225567" y="2455252"/>
                  </a:lnTo>
                  <a:lnTo>
                    <a:pt x="7225754" y="2454723"/>
                  </a:lnTo>
                  <a:lnTo>
                    <a:pt x="7225940" y="2454155"/>
                  </a:lnTo>
                  <a:lnTo>
                    <a:pt x="7226127" y="2453319"/>
                  </a:lnTo>
                  <a:lnTo>
                    <a:pt x="7226314" y="2452351"/>
                  </a:lnTo>
                  <a:lnTo>
                    <a:pt x="7226501" y="2451324"/>
                  </a:lnTo>
                  <a:lnTo>
                    <a:pt x="7226688" y="2450593"/>
                  </a:lnTo>
                  <a:lnTo>
                    <a:pt x="7226875" y="2449877"/>
                  </a:lnTo>
                  <a:lnTo>
                    <a:pt x="7227062" y="2449481"/>
                  </a:lnTo>
                  <a:lnTo>
                    <a:pt x="7227249" y="2449387"/>
                  </a:lnTo>
                  <a:lnTo>
                    <a:pt x="7227436" y="2449368"/>
                  </a:lnTo>
                  <a:lnTo>
                    <a:pt x="7227623" y="2449849"/>
                  </a:lnTo>
                  <a:lnTo>
                    <a:pt x="7227810" y="2450103"/>
                  </a:lnTo>
                  <a:lnTo>
                    <a:pt x="7227997" y="2450272"/>
                  </a:lnTo>
                  <a:lnTo>
                    <a:pt x="7228183" y="2450394"/>
                  </a:lnTo>
                  <a:lnTo>
                    <a:pt x="7228370" y="2450467"/>
                  </a:lnTo>
                  <a:lnTo>
                    <a:pt x="7228557" y="2450126"/>
                  </a:lnTo>
                  <a:lnTo>
                    <a:pt x="7228744" y="2449818"/>
                  </a:lnTo>
                  <a:lnTo>
                    <a:pt x="7228931" y="2449517"/>
                  </a:lnTo>
                  <a:lnTo>
                    <a:pt x="7229118" y="2449202"/>
                  </a:lnTo>
                  <a:lnTo>
                    <a:pt x="7229305" y="2448692"/>
                  </a:lnTo>
                  <a:lnTo>
                    <a:pt x="7229492" y="2448252"/>
                  </a:lnTo>
                  <a:lnTo>
                    <a:pt x="7229679" y="2447895"/>
                  </a:lnTo>
                  <a:lnTo>
                    <a:pt x="7229866" y="2447619"/>
                  </a:lnTo>
                  <a:lnTo>
                    <a:pt x="7230053" y="2447287"/>
                  </a:lnTo>
                  <a:lnTo>
                    <a:pt x="7230240" y="2446836"/>
                  </a:lnTo>
                  <a:lnTo>
                    <a:pt x="7230427" y="2446332"/>
                  </a:lnTo>
                  <a:lnTo>
                    <a:pt x="7230613" y="2445866"/>
                  </a:lnTo>
                  <a:lnTo>
                    <a:pt x="7230800" y="2445333"/>
                  </a:lnTo>
                  <a:lnTo>
                    <a:pt x="7230987" y="2444838"/>
                  </a:lnTo>
                  <a:lnTo>
                    <a:pt x="7231174" y="2444359"/>
                  </a:lnTo>
                  <a:lnTo>
                    <a:pt x="7231361" y="2443916"/>
                  </a:lnTo>
                  <a:lnTo>
                    <a:pt x="7231548" y="2443476"/>
                  </a:lnTo>
                  <a:lnTo>
                    <a:pt x="7231735" y="2443043"/>
                  </a:lnTo>
                  <a:lnTo>
                    <a:pt x="7231922" y="2442576"/>
                  </a:lnTo>
                  <a:lnTo>
                    <a:pt x="7232109" y="2442077"/>
                  </a:lnTo>
                  <a:lnTo>
                    <a:pt x="7232296" y="2441774"/>
                  </a:lnTo>
                  <a:lnTo>
                    <a:pt x="7232483" y="2441380"/>
                  </a:lnTo>
                  <a:lnTo>
                    <a:pt x="7232670" y="2440903"/>
                  </a:lnTo>
                  <a:lnTo>
                    <a:pt x="7232856" y="2440550"/>
                  </a:lnTo>
                  <a:lnTo>
                    <a:pt x="7233043" y="2440281"/>
                  </a:lnTo>
                  <a:lnTo>
                    <a:pt x="7233230" y="2440090"/>
                  </a:lnTo>
                  <a:lnTo>
                    <a:pt x="7233417" y="2439957"/>
                  </a:lnTo>
                  <a:lnTo>
                    <a:pt x="7233604" y="2439881"/>
                  </a:lnTo>
                  <a:lnTo>
                    <a:pt x="7233791" y="2439917"/>
                  </a:lnTo>
                  <a:lnTo>
                    <a:pt x="7233978" y="2439983"/>
                  </a:lnTo>
                  <a:lnTo>
                    <a:pt x="7234165" y="2440174"/>
                  </a:lnTo>
                  <a:lnTo>
                    <a:pt x="7234352" y="2440242"/>
                  </a:lnTo>
                  <a:lnTo>
                    <a:pt x="7234539" y="2440281"/>
                  </a:lnTo>
                  <a:lnTo>
                    <a:pt x="7234726" y="2440307"/>
                  </a:lnTo>
                  <a:lnTo>
                    <a:pt x="7234913" y="2440403"/>
                  </a:lnTo>
                  <a:lnTo>
                    <a:pt x="7235100" y="2440395"/>
                  </a:lnTo>
                  <a:lnTo>
                    <a:pt x="7235286" y="2440227"/>
                  </a:lnTo>
                  <a:lnTo>
                    <a:pt x="7235473" y="2440027"/>
                  </a:lnTo>
                  <a:lnTo>
                    <a:pt x="7235660" y="2440046"/>
                  </a:lnTo>
                  <a:lnTo>
                    <a:pt x="7235847" y="2440115"/>
                  </a:lnTo>
                  <a:lnTo>
                    <a:pt x="7236034" y="2440058"/>
                  </a:lnTo>
                  <a:lnTo>
                    <a:pt x="7236221" y="2439993"/>
                  </a:lnTo>
                  <a:lnTo>
                    <a:pt x="7236408" y="2439811"/>
                  </a:lnTo>
                  <a:lnTo>
                    <a:pt x="7236595" y="2439630"/>
                  </a:lnTo>
                  <a:lnTo>
                    <a:pt x="7236782" y="2439386"/>
                  </a:lnTo>
                  <a:lnTo>
                    <a:pt x="7236969" y="2439086"/>
                  </a:lnTo>
                  <a:lnTo>
                    <a:pt x="7237156" y="2438834"/>
                  </a:lnTo>
                  <a:lnTo>
                    <a:pt x="7237343" y="2438607"/>
                  </a:lnTo>
                  <a:lnTo>
                    <a:pt x="7237530" y="2438716"/>
                  </a:lnTo>
                  <a:lnTo>
                    <a:pt x="7237716" y="2439018"/>
                  </a:lnTo>
                  <a:lnTo>
                    <a:pt x="7237903" y="2439327"/>
                  </a:lnTo>
                  <a:lnTo>
                    <a:pt x="7238090" y="2439737"/>
                  </a:lnTo>
                  <a:lnTo>
                    <a:pt x="7238277" y="2440105"/>
                  </a:lnTo>
                  <a:lnTo>
                    <a:pt x="7238464" y="2440319"/>
                  </a:lnTo>
                  <a:lnTo>
                    <a:pt x="7238651" y="2440526"/>
                  </a:lnTo>
                  <a:lnTo>
                    <a:pt x="7238838" y="2440843"/>
                  </a:lnTo>
                  <a:lnTo>
                    <a:pt x="7239025" y="2441317"/>
                  </a:lnTo>
                  <a:lnTo>
                    <a:pt x="7239212" y="2441862"/>
                  </a:lnTo>
                  <a:lnTo>
                    <a:pt x="7239399" y="2442375"/>
                  </a:lnTo>
                  <a:lnTo>
                    <a:pt x="7239586" y="2442475"/>
                  </a:lnTo>
                  <a:lnTo>
                    <a:pt x="7239773" y="2442145"/>
                  </a:lnTo>
                  <a:lnTo>
                    <a:pt x="7239959" y="2441511"/>
                  </a:lnTo>
                  <a:lnTo>
                    <a:pt x="7240146" y="2440852"/>
                  </a:lnTo>
                  <a:lnTo>
                    <a:pt x="7240333" y="2440169"/>
                  </a:lnTo>
                  <a:lnTo>
                    <a:pt x="7240520" y="2439372"/>
                  </a:lnTo>
                  <a:lnTo>
                    <a:pt x="7240707" y="2438563"/>
                  </a:lnTo>
                  <a:lnTo>
                    <a:pt x="7240894" y="2437771"/>
                  </a:lnTo>
                  <a:lnTo>
                    <a:pt x="7241081" y="2437267"/>
                  </a:lnTo>
                  <a:lnTo>
                    <a:pt x="7241268" y="2436863"/>
                  </a:lnTo>
                  <a:lnTo>
                    <a:pt x="7241455" y="2436623"/>
                  </a:lnTo>
                  <a:lnTo>
                    <a:pt x="7241642" y="2436475"/>
                  </a:lnTo>
                  <a:lnTo>
                    <a:pt x="7241829" y="2436248"/>
                  </a:lnTo>
                  <a:lnTo>
                    <a:pt x="7242016" y="2435979"/>
                  </a:lnTo>
                  <a:lnTo>
                    <a:pt x="7242203" y="2435710"/>
                  </a:lnTo>
                  <a:lnTo>
                    <a:pt x="7242389" y="2435514"/>
                  </a:lnTo>
                  <a:lnTo>
                    <a:pt x="7242576" y="2435211"/>
                  </a:lnTo>
                  <a:lnTo>
                    <a:pt x="7242763" y="2435062"/>
                  </a:lnTo>
                  <a:lnTo>
                    <a:pt x="7242950" y="2434760"/>
                  </a:lnTo>
                  <a:lnTo>
                    <a:pt x="7243137" y="2434457"/>
                  </a:lnTo>
                  <a:lnTo>
                    <a:pt x="7243324" y="2434345"/>
                  </a:lnTo>
                  <a:lnTo>
                    <a:pt x="7243511" y="2434316"/>
                  </a:lnTo>
                  <a:lnTo>
                    <a:pt x="7243698" y="2434288"/>
                  </a:lnTo>
                  <a:lnTo>
                    <a:pt x="7243885" y="2434260"/>
                  </a:lnTo>
                  <a:lnTo>
                    <a:pt x="7244072" y="2434231"/>
                  </a:lnTo>
                  <a:lnTo>
                    <a:pt x="7244259" y="2434257"/>
                  </a:lnTo>
                  <a:lnTo>
                    <a:pt x="7244446" y="2434523"/>
                  </a:lnTo>
                  <a:lnTo>
                    <a:pt x="7244633" y="2434855"/>
                  </a:lnTo>
                  <a:lnTo>
                    <a:pt x="7244819" y="2435314"/>
                  </a:lnTo>
                  <a:lnTo>
                    <a:pt x="7245006" y="2435886"/>
                  </a:lnTo>
                  <a:lnTo>
                    <a:pt x="7245193" y="2436387"/>
                  </a:lnTo>
                  <a:lnTo>
                    <a:pt x="7245380" y="2436863"/>
                  </a:lnTo>
                  <a:lnTo>
                    <a:pt x="7245567" y="2437532"/>
                  </a:lnTo>
                  <a:lnTo>
                    <a:pt x="7245754" y="2438279"/>
                  </a:lnTo>
                  <a:lnTo>
                    <a:pt x="7245941" y="2438708"/>
                  </a:lnTo>
                  <a:lnTo>
                    <a:pt x="7246128" y="2438966"/>
                  </a:lnTo>
                  <a:lnTo>
                    <a:pt x="7246315" y="2439038"/>
                  </a:lnTo>
                  <a:lnTo>
                    <a:pt x="7246502" y="2438917"/>
                  </a:lnTo>
                  <a:lnTo>
                    <a:pt x="7246689" y="2438854"/>
                  </a:lnTo>
                  <a:lnTo>
                    <a:pt x="7246876" y="2438862"/>
                  </a:lnTo>
                  <a:lnTo>
                    <a:pt x="7247062" y="2438907"/>
                  </a:lnTo>
                  <a:lnTo>
                    <a:pt x="7247249" y="2438913"/>
                  </a:lnTo>
                  <a:lnTo>
                    <a:pt x="7247436" y="2438841"/>
                  </a:lnTo>
                  <a:lnTo>
                    <a:pt x="7247623" y="2438753"/>
                  </a:lnTo>
                  <a:lnTo>
                    <a:pt x="7247810" y="2438637"/>
                  </a:lnTo>
                  <a:lnTo>
                    <a:pt x="7247997" y="2438521"/>
                  </a:lnTo>
                  <a:lnTo>
                    <a:pt x="7248184" y="2438399"/>
                  </a:lnTo>
                  <a:lnTo>
                    <a:pt x="7248371" y="2438230"/>
                  </a:lnTo>
                  <a:lnTo>
                    <a:pt x="7248558" y="2438025"/>
                  </a:lnTo>
                  <a:lnTo>
                    <a:pt x="7248745" y="2437655"/>
                  </a:lnTo>
                  <a:lnTo>
                    <a:pt x="7248932" y="2437262"/>
                  </a:lnTo>
                  <a:lnTo>
                    <a:pt x="7249119" y="2436872"/>
                  </a:lnTo>
                  <a:lnTo>
                    <a:pt x="7249306" y="2436445"/>
                  </a:lnTo>
                  <a:lnTo>
                    <a:pt x="7249492" y="2435895"/>
                  </a:lnTo>
                  <a:lnTo>
                    <a:pt x="7249679" y="2435257"/>
                  </a:lnTo>
                  <a:lnTo>
                    <a:pt x="7249866" y="2434625"/>
                  </a:lnTo>
                  <a:lnTo>
                    <a:pt x="7250053" y="2434028"/>
                  </a:lnTo>
                  <a:lnTo>
                    <a:pt x="7250240" y="2433493"/>
                  </a:lnTo>
                  <a:lnTo>
                    <a:pt x="7250427" y="2432903"/>
                  </a:lnTo>
                  <a:lnTo>
                    <a:pt x="7250614" y="2432378"/>
                  </a:lnTo>
                  <a:lnTo>
                    <a:pt x="7250801" y="2431988"/>
                  </a:lnTo>
                  <a:lnTo>
                    <a:pt x="7250988" y="2431598"/>
                  </a:lnTo>
                  <a:lnTo>
                    <a:pt x="7251175" y="2431209"/>
                  </a:lnTo>
                  <a:lnTo>
                    <a:pt x="7251362" y="2430716"/>
                  </a:lnTo>
                  <a:lnTo>
                    <a:pt x="7251549" y="2430383"/>
                  </a:lnTo>
                  <a:lnTo>
                    <a:pt x="7251735" y="2430050"/>
                  </a:lnTo>
                  <a:lnTo>
                    <a:pt x="7251922" y="2429646"/>
                  </a:lnTo>
                  <a:lnTo>
                    <a:pt x="7252109" y="2429325"/>
                  </a:lnTo>
                  <a:lnTo>
                    <a:pt x="7252296" y="2429023"/>
                  </a:lnTo>
                  <a:lnTo>
                    <a:pt x="7252483" y="2428874"/>
                  </a:lnTo>
                  <a:lnTo>
                    <a:pt x="7252670" y="2428725"/>
                  </a:lnTo>
                  <a:lnTo>
                    <a:pt x="7252857" y="2428577"/>
                  </a:lnTo>
                  <a:lnTo>
                    <a:pt x="7253044" y="2428428"/>
                  </a:lnTo>
                  <a:lnTo>
                    <a:pt x="7253231" y="2428279"/>
                  </a:lnTo>
                  <a:lnTo>
                    <a:pt x="7253418" y="2428035"/>
                  </a:lnTo>
                  <a:lnTo>
                    <a:pt x="7253605" y="2427808"/>
                  </a:lnTo>
                  <a:lnTo>
                    <a:pt x="7253792" y="2427671"/>
                  </a:lnTo>
                  <a:lnTo>
                    <a:pt x="7253979" y="2427643"/>
                  </a:lnTo>
                  <a:lnTo>
                    <a:pt x="7254165" y="2427643"/>
                  </a:lnTo>
                  <a:lnTo>
                    <a:pt x="7254352" y="2427680"/>
                  </a:lnTo>
                  <a:lnTo>
                    <a:pt x="7254539" y="2428010"/>
                  </a:lnTo>
                  <a:lnTo>
                    <a:pt x="7254726" y="2428037"/>
                  </a:lnTo>
                  <a:lnTo>
                    <a:pt x="7254913" y="2428013"/>
                  </a:lnTo>
                  <a:lnTo>
                    <a:pt x="7255100" y="2427985"/>
                  </a:lnTo>
                  <a:lnTo>
                    <a:pt x="7255287" y="2427957"/>
                  </a:lnTo>
                  <a:lnTo>
                    <a:pt x="7255474" y="2427928"/>
                  </a:lnTo>
                  <a:lnTo>
                    <a:pt x="7255661" y="2427900"/>
                  </a:lnTo>
                  <a:lnTo>
                    <a:pt x="7255848" y="2427871"/>
                  </a:lnTo>
                  <a:lnTo>
                    <a:pt x="7256035" y="2427667"/>
                  </a:lnTo>
                  <a:lnTo>
                    <a:pt x="7256222" y="2427434"/>
                  </a:lnTo>
                  <a:lnTo>
                    <a:pt x="7256409" y="2427228"/>
                  </a:lnTo>
                  <a:lnTo>
                    <a:pt x="7256595" y="2426994"/>
                  </a:lnTo>
                  <a:lnTo>
                    <a:pt x="7256782" y="2426707"/>
                  </a:lnTo>
                  <a:lnTo>
                    <a:pt x="7256969" y="2426669"/>
                  </a:lnTo>
                  <a:lnTo>
                    <a:pt x="7257156" y="2426370"/>
                  </a:lnTo>
                  <a:lnTo>
                    <a:pt x="7257343" y="2426037"/>
                  </a:lnTo>
                  <a:lnTo>
                    <a:pt x="7257530" y="2425689"/>
                  </a:lnTo>
                  <a:lnTo>
                    <a:pt x="7257717" y="2425491"/>
                  </a:lnTo>
                  <a:lnTo>
                    <a:pt x="7257904" y="2425292"/>
                  </a:lnTo>
                  <a:lnTo>
                    <a:pt x="7258091" y="2425094"/>
                  </a:lnTo>
                  <a:lnTo>
                    <a:pt x="7258278" y="2425025"/>
                  </a:lnTo>
                  <a:lnTo>
                    <a:pt x="7258465" y="2425080"/>
                  </a:lnTo>
                  <a:lnTo>
                    <a:pt x="7258652" y="2425012"/>
                  </a:lnTo>
                  <a:lnTo>
                    <a:pt x="7258838" y="2424921"/>
                  </a:lnTo>
                  <a:lnTo>
                    <a:pt x="7259025" y="2424831"/>
                  </a:lnTo>
                  <a:lnTo>
                    <a:pt x="7259212" y="2425008"/>
                  </a:lnTo>
                  <a:lnTo>
                    <a:pt x="7259399" y="2425130"/>
                  </a:lnTo>
                  <a:lnTo>
                    <a:pt x="7259586" y="2425313"/>
                  </a:lnTo>
                  <a:lnTo>
                    <a:pt x="7259773" y="2425261"/>
                  </a:lnTo>
                  <a:lnTo>
                    <a:pt x="7259960" y="2425542"/>
                  </a:lnTo>
                  <a:lnTo>
                    <a:pt x="7260147" y="2425927"/>
                  </a:lnTo>
                  <a:lnTo>
                    <a:pt x="7260334" y="2426909"/>
                  </a:lnTo>
                  <a:lnTo>
                    <a:pt x="7260521" y="2427924"/>
                  </a:lnTo>
                  <a:lnTo>
                    <a:pt x="7260708" y="2429079"/>
                  </a:lnTo>
                  <a:lnTo>
                    <a:pt x="7260895" y="2430309"/>
                  </a:lnTo>
                  <a:lnTo>
                    <a:pt x="7261082" y="2431406"/>
                  </a:lnTo>
                  <a:lnTo>
                    <a:pt x="7261268" y="2432289"/>
                  </a:lnTo>
                  <a:lnTo>
                    <a:pt x="7261455" y="2432777"/>
                  </a:lnTo>
                  <a:lnTo>
                    <a:pt x="7261642" y="2433273"/>
                  </a:lnTo>
                  <a:lnTo>
                    <a:pt x="7261829" y="2433875"/>
                  </a:lnTo>
                  <a:lnTo>
                    <a:pt x="7262016" y="2434437"/>
                  </a:lnTo>
                  <a:lnTo>
                    <a:pt x="7262203" y="2434892"/>
                  </a:lnTo>
                  <a:lnTo>
                    <a:pt x="7262390" y="2435242"/>
                  </a:lnTo>
                  <a:lnTo>
                    <a:pt x="7262577" y="2435529"/>
                  </a:lnTo>
                  <a:lnTo>
                    <a:pt x="7262764" y="2435737"/>
                  </a:lnTo>
                  <a:lnTo>
                    <a:pt x="7262951" y="2436018"/>
                  </a:lnTo>
                  <a:lnTo>
                    <a:pt x="7263138" y="2436374"/>
                  </a:lnTo>
                  <a:lnTo>
                    <a:pt x="7263325" y="2436990"/>
                  </a:lnTo>
                  <a:lnTo>
                    <a:pt x="7263511" y="2437884"/>
                  </a:lnTo>
                  <a:lnTo>
                    <a:pt x="7263698" y="2438759"/>
                  </a:lnTo>
                  <a:lnTo>
                    <a:pt x="7263885" y="2439603"/>
                  </a:lnTo>
                  <a:lnTo>
                    <a:pt x="7264072" y="2440095"/>
                  </a:lnTo>
                  <a:lnTo>
                    <a:pt x="7264259" y="2440573"/>
                  </a:lnTo>
                  <a:lnTo>
                    <a:pt x="7264446" y="2440730"/>
                  </a:lnTo>
                  <a:lnTo>
                    <a:pt x="7264633" y="2440592"/>
                  </a:lnTo>
                  <a:lnTo>
                    <a:pt x="7264820" y="2440463"/>
                  </a:lnTo>
                  <a:lnTo>
                    <a:pt x="7265007" y="2440411"/>
                  </a:lnTo>
                  <a:lnTo>
                    <a:pt x="7265194" y="2440554"/>
                  </a:lnTo>
                  <a:lnTo>
                    <a:pt x="7265381" y="2440755"/>
                  </a:lnTo>
                  <a:lnTo>
                    <a:pt x="7265568" y="2440964"/>
                  </a:lnTo>
                  <a:lnTo>
                    <a:pt x="7265755" y="2441221"/>
                  </a:lnTo>
                  <a:lnTo>
                    <a:pt x="7265941" y="2441521"/>
                  </a:lnTo>
                  <a:lnTo>
                    <a:pt x="7266128" y="2441789"/>
                  </a:lnTo>
                  <a:lnTo>
                    <a:pt x="7266315" y="2441980"/>
                  </a:lnTo>
                  <a:lnTo>
                    <a:pt x="7266502" y="2442327"/>
                  </a:lnTo>
                  <a:lnTo>
                    <a:pt x="7266689" y="2442802"/>
                  </a:lnTo>
                  <a:lnTo>
                    <a:pt x="7266876" y="2443199"/>
                  </a:lnTo>
                  <a:lnTo>
                    <a:pt x="7267063" y="2443545"/>
                  </a:lnTo>
                  <a:lnTo>
                    <a:pt x="7267250" y="2443893"/>
                  </a:lnTo>
                  <a:lnTo>
                    <a:pt x="7267437" y="2444316"/>
                  </a:lnTo>
                  <a:lnTo>
                    <a:pt x="7267624" y="2444858"/>
                  </a:lnTo>
                  <a:lnTo>
                    <a:pt x="7267811" y="2445386"/>
                  </a:lnTo>
                  <a:lnTo>
                    <a:pt x="7267998" y="2445809"/>
                  </a:lnTo>
                  <a:lnTo>
                    <a:pt x="7268185" y="2446240"/>
                  </a:lnTo>
                  <a:lnTo>
                    <a:pt x="7268371" y="2446635"/>
                  </a:lnTo>
                  <a:lnTo>
                    <a:pt x="7268558" y="2447014"/>
                  </a:lnTo>
                  <a:lnTo>
                    <a:pt x="7268745" y="2447356"/>
                  </a:lnTo>
                  <a:lnTo>
                    <a:pt x="7268932" y="2447568"/>
                  </a:lnTo>
                  <a:lnTo>
                    <a:pt x="7269119" y="2447642"/>
                  </a:lnTo>
                  <a:lnTo>
                    <a:pt x="7269306" y="2447581"/>
                  </a:lnTo>
                  <a:lnTo>
                    <a:pt x="7269493" y="2447645"/>
                  </a:lnTo>
                  <a:lnTo>
                    <a:pt x="7269680" y="2447709"/>
                  </a:lnTo>
                  <a:lnTo>
                    <a:pt x="7269867" y="2447825"/>
                  </a:lnTo>
                  <a:lnTo>
                    <a:pt x="7270054" y="2447682"/>
                  </a:lnTo>
                  <a:lnTo>
                    <a:pt x="7270241" y="2447392"/>
                  </a:lnTo>
                  <a:lnTo>
                    <a:pt x="7270428" y="2447017"/>
                  </a:lnTo>
                  <a:lnTo>
                    <a:pt x="7270614" y="2446564"/>
                  </a:lnTo>
                  <a:lnTo>
                    <a:pt x="7270801" y="2446053"/>
                  </a:lnTo>
                  <a:lnTo>
                    <a:pt x="7270988" y="2445387"/>
                  </a:lnTo>
                  <a:lnTo>
                    <a:pt x="7271175" y="2444542"/>
                  </a:lnTo>
                  <a:lnTo>
                    <a:pt x="7271362" y="2443733"/>
                  </a:lnTo>
                  <a:lnTo>
                    <a:pt x="7271549" y="2442883"/>
                  </a:lnTo>
                  <a:lnTo>
                    <a:pt x="7271736" y="2442328"/>
                  </a:lnTo>
                  <a:lnTo>
                    <a:pt x="7271923" y="2441984"/>
                  </a:lnTo>
                  <a:lnTo>
                    <a:pt x="7272110" y="2441765"/>
                  </a:lnTo>
                  <a:lnTo>
                    <a:pt x="7272297" y="2441476"/>
                  </a:lnTo>
                  <a:lnTo>
                    <a:pt x="7272484" y="2441556"/>
                  </a:lnTo>
                  <a:lnTo>
                    <a:pt x="7272671" y="2441804"/>
                  </a:lnTo>
                  <a:lnTo>
                    <a:pt x="7272858" y="2442063"/>
                  </a:lnTo>
                  <a:lnTo>
                    <a:pt x="7273044" y="2442165"/>
                  </a:lnTo>
                  <a:lnTo>
                    <a:pt x="7273231" y="2442216"/>
                  </a:lnTo>
                  <a:lnTo>
                    <a:pt x="7273418" y="2442393"/>
                  </a:lnTo>
                  <a:lnTo>
                    <a:pt x="7273605" y="2442579"/>
                  </a:lnTo>
                  <a:lnTo>
                    <a:pt x="7273792" y="2442953"/>
                  </a:lnTo>
                  <a:lnTo>
                    <a:pt x="7273979" y="2443374"/>
                  </a:lnTo>
                  <a:lnTo>
                    <a:pt x="7274166" y="2443913"/>
                  </a:lnTo>
                  <a:lnTo>
                    <a:pt x="7274353" y="2444454"/>
                  </a:lnTo>
                  <a:lnTo>
                    <a:pt x="7274540" y="2444951"/>
                  </a:lnTo>
                  <a:lnTo>
                    <a:pt x="7274727" y="2445447"/>
                  </a:lnTo>
                  <a:lnTo>
                    <a:pt x="7274914" y="2445938"/>
                  </a:lnTo>
                  <a:lnTo>
                    <a:pt x="7275101" y="2446383"/>
                  </a:lnTo>
                  <a:lnTo>
                    <a:pt x="7275288" y="2446816"/>
                  </a:lnTo>
                  <a:lnTo>
                    <a:pt x="7275474" y="2447121"/>
                  </a:lnTo>
                  <a:lnTo>
                    <a:pt x="7275661" y="2447166"/>
                  </a:lnTo>
                  <a:lnTo>
                    <a:pt x="7275848" y="2447282"/>
                  </a:lnTo>
                  <a:lnTo>
                    <a:pt x="7276035" y="2447405"/>
                  </a:lnTo>
                  <a:lnTo>
                    <a:pt x="7276222" y="2447418"/>
                  </a:lnTo>
                  <a:lnTo>
                    <a:pt x="7276409" y="2447381"/>
                  </a:lnTo>
                  <a:lnTo>
                    <a:pt x="7276596" y="2447332"/>
                  </a:lnTo>
                  <a:lnTo>
                    <a:pt x="7276783" y="2447314"/>
                  </a:lnTo>
                  <a:lnTo>
                    <a:pt x="7276970" y="2447544"/>
                  </a:lnTo>
                  <a:lnTo>
                    <a:pt x="7277157" y="2448204"/>
                  </a:lnTo>
                  <a:lnTo>
                    <a:pt x="7277344" y="2448864"/>
                  </a:lnTo>
                  <a:lnTo>
                    <a:pt x="7277531" y="2449524"/>
                  </a:lnTo>
                  <a:lnTo>
                    <a:pt x="7277717" y="2450184"/>
                  </a:lnTo>
                  <a:lnTo>
                    <a:pt x="7277904" y="2450845"/>
                  </a:lnTo>
                  <a:lnTo>
                    <a:pt x="7278091" y="2451505"/>
                  </a:lnTo>
                  <a:lnTo>
                    <a:pt x="7278278" y="2452148"/>
                  </a:lnTo>
                  <a:lnTo>
                    <a:pt x="7278465" y="2452379"/>
                  </a:lnTo>
                  <a:lnTo>
                    <a:pt x="7278652" y="2452470"/>
                  </a:lnTo>
                  <a:lnTo>
                    <a:pt x="7278839" y="2452396"/>
                  </a:lnTo>
                  <a:lnTo>
                    <a:pt x="7279026" y="2452231"/>
                  </a:lnTo>
                  <a:lnTo>
                    <a:pt x="7279213" y="2452066"/>
                  </a:lnTo>
                  <a:lnTo>
                    <a:pt x="7279400" y="2451901"/>
                  </a:lnTo>
                  <a:lnTo>
                    <a:pt x="7279587" y="2451736"/>
                  </a:lnTo>
                  <a:lnTo>
                    <a:pt x="7279774" y="2451571"/>
                  </a:lnTo>
                  <a:lnTo>
                    <a:pt x="7279961" y="2451381"/>
                  </a:lnTo>
                  <a:lnTo>
                    <a:pt x="7280147" y="2451051"/>
                  </a:lnTo>
                  <a:lnTo>
                    <a:pt x="7280334" y="2450721"/>
                  </a:lnTo>
                  <a:lnTo>
                    <a:pt x="7280521" y="2450234"/>
                  </a:lnTo>
                  <a:lnTo>
                    <a:pt x="7280708" y="2449739"/>
                  </a:lnTo>
                  <a:lnTo>
                    <a:pt x="7280895" y="2449244"/>
                  </a:lnTo>
                  <a:lnTo>
                    <a:pt x="7281082" y="2448749"/>
                  </a:lnTo>
                  <a:lnTo>
                    <a:pt x="7281269" y="2448377"/>
                  </a:lnTo>
                  <a:lnTo>
                    <a:pt x="7281456" y="2448047"/>
                  </a:lnTo>
                  <a:lnTo>
                    <a:pt x="7281643" y="2447717"/>
                  </a:lnTo>
                  <a:lnTo>
                    <a:pt x="7281830" y="2447540"/>
                  </a:lnTo>
                  <a:lnTo>
                    <a:pt x="7282017" y="2447291"/>
                  </a:lnTo>
                  <a:lnTo>
                    <a:pt x="7282204" y="2447043"/>
                  </a:lnTo>
                  <a:lnTo>
                    <a:pt x="7282390" y="2446831"/>
                  </a:lnTo>
                  <a:lnTo>
                    <a:pt x="7282577" y="2446619"/>
                  </a:lnTo>
                  <a:lnTo>
                    <a:pt x="7282764" y="2446425"/>
                  </a:lnTo>
                  <a:lnTo>
                    <a:pt x="7282951" y="2446333"/>
                  </a:lnTo>
                  <a:lnTo>
                    <a:pt x="7283138" y="2446217"/>
                  </a:lnTo>
                  <a:lnTo>
                    <a:pt x="7283325" y="2446119"/>
                  </a:lnTo>
                  <a:lnTo>
                    <a:pt x="7283512" y="2446027"/>
                  </a:lnTo>
                  <a:lnTo>
                    <a:pt x="7283699" y="2445936"/>
                  </a:lnTo>
                  <a:lnTo>
                    <a:pt x="7283886" y="2445844"/>
                  </a:lnTo>
                  <a:lnTo>
                    <a:pt x="7284073" y="2445752"/>
                  </a:lnTo>
                  <a:lnTo>
                    <a:pt x="7284260" y="2445660"/>
                  </a:lnTo>
                  <a:lnTo>
                    <a:pt x="7284447" y="2445568"/>
                  </a:lnTo>
                  <a:lnTo>
                    <a:pt x="7284634" y="2445628"/>
                  </a:lnTo>
                  <a:lnTo>
                    <a:pt x="7284820" y="2445917"/>
                  </a:lnTo>
                  <a:lnTo>
                    <a:pt x="7285007" y="2446182"/>
                  </a:lnTo>
                  <a:lnTo>
                    <a:pt x="7285194" y="2446182"/>
                  </a:lnTo>
                  <a:lnTo>
                    <a:pt x="7285381" y="2446182"/>
                  </a:lnTo>
                  <a:lnTo>
                    <a:pt x="7285568" y="2446182"/>
                  </a:lnTo>
                  <a:lnTo>
                    <a:pt x="7285755" y="2446439"/>
                  </a:lnTo>
                  <a:lnTo>
                    <a:pt x="7285942" y="2446789"/>
                  </a:lnTo>
                  <a:lnTo>
                    <a:pt x="7286129" y="2447480"/>
                  </a:lnTo>
                  <a:lnTo>
                    <a:pt x="7286316" y="2448138"/>
                  </a:lnTo>
                  <a:lnTo>
                    <a:pt x="7286503" y="2448702"/>
                  </a:lnTo>
                  <a:lnTo>
                    <a:pt x="7286690" y="2449257"/>
                  </a:lnTo>
                  <a:lnTo>
                    <a:pt x="7286877" y="2449812"/>
                  </a:lnTo>
                  <a:lnTo>
                    <a:pt x="7287064" y="2450367"/>
                  </a:lnTo>
                  <a:lnTo>
                    <a:pt x="7287250" y="2450874"/>
                  </a:lnTo>
                  <a:lnTo>
                    <a:pt x="7287437" y="2451270"/>
                  </a:lnTo>
                  <a:lnTo>
                    <a:pt x="7287624" y="2451469"/>
                  </a:lnTo>
                  <a:lnTo>
                    <a:pt x="7287811" y="2451667"/>
                  </a:lnTo>
                  <a:lnTo>
                    <a:pt x="7287998" y="2451865"/>
                  </a:lnTo>
                  <a:lnTo>
                    <a:pt x="7288185" y="2452064"/>
                  </a:lnTo>
                  <a:lnTo>
                    <a:pt x="7288372" y="2452262"/>
                  </a:lnTo>
                  <a:lnTo>
                    <a:pt x="7288559" y="2452471"/>
                  </a:lnTo>
                  <a:lnTo>
                    <a:pt x="7288746" y="2452628"/>
                  </a:lnTo>
                  <a:lnTo>
                    <a:pt x="7288933" y="2452355"/>
                  </a:lnTo>
                  <a:lnTo>
                    <a:pt x="7289120" y="2452066"/>
                  </a:lnTo>
                  <a:lnTo>
                    <a:pt x="7289307" y="2451554"/>
                  </a:lnTo>
                  <a:lnTo>
                    <a:pt x="7289493" y="2451059"/>
                  </a:lnTo>
                  <a:lnTo>
                    <a:pt x="7289680" y="2450564"/>
                  </a:lnTo>
                  <a:lnTo>
                    <a:pt x="7289867" y="2450069"/>
                  </a:lnTo>
                  <a:lnTo>
                    <a:pt x="7290054" y="2449656"/>
                  </a:lnTo>
                  <a:lnTo>
                    <a:pt x="7290241" y="2449392"/>
                  </a:lnTo>
                  <a:lnTo>
                    <a:pt x="7290428" y="2449062"/>
                  </a:lnTo>
                  <a:lnTo>
                    <a:pt x="7290615" y="2448732"/>
                  </a:lnTo>
                  <a:lnTo>
                    <a:pt x="7290802" y="2448402"/>
                  </a:lnTo>
                  <a:lnTo>
                    <a:pt x="7290989" y="2448072"/>
                  </a:lnTo>
                  <a:lnTo>
                    <a:pt x="7291176" y="2447742"/>
                  </a:lnTo>
                  <a:lnTo>
                    <a:pt x="7291363" y="2447412"/>
                  </a:lnTo>
                  <a:lnTo>
                    <a:pt x="7291550" y="2447082"/>
                  </a:lnTo>
                  <a:lnTo>
                    <a:pt x="7291737" y="2446892"/>
                  </a:lnTo>
                  <a:lnTo>
                    <a:pt x="7291923" y="2446727"/>
                  </a:lnTo>
                  <a:lnTo>
                    <a:pt x="7292110" y="2446562"/>
                  </a:lnTo>
                  <a:lnTo>
                    <a:pt x="7292297" y="2446397"/>
                  </a:lnTo>
                  <a:lnTo>
                    <a:pt x="7292484" y="2446232"/>
                  </a:lnTo>
                  <a:lnTo>
                    <a:pt x="7292671" y="2446067"/>
                  </a:lnTo>
                  <a:lnTo>
                    <a:pt x="7292858" y="2445902"/>
                  </a:lnTo>
                  <a:lnTo>
                    <a:pt x="7293045" y="2445737"/>
                  </a:lnTo>
                  <a:lnTo>
                    <a:pt x="7293232" y="2445737"/>
                  </a:lnTo>
                  <a:lnTo>
                    <a:pt x="7293419" y="2445737"/>
                  </a:lnTo>
                  <a:lnTo>
                    <a:pt x="7293606" y="2445737"/>
                  </a:lnTo>
                  <a:lnTo>
                    <a:pt x="7293793" y="2445737"/>
                  </a:lnTo>
                  <a:lnTo>
                    <a:pt x="7293980" y="2445737"/>
                  </a:lnTo>
                  <a:lnTo>
                    <a:pt x="7294167" y="2445737"/>
                  </a:lnTo>
                  <a:lnTo>
                    <a:pt x="7294353" y="2445737"/>
                  </a:lnTo>
                  <a:lnTo>
                    <a:pt x="7294540" y="2445852"/>
                  </a:lnTo>
                  <a:lnTo>
                    <a:pt x="7294727" y="2446017"/>
                  </a:lnTo>
                  <a:lnTo>
                    <a:pt x="7294914" y="2446182"/>
                  </a:lnTo>
                  <a:lnTo>
                    <a:pt x="7295101" y="2446347"/>
                  </a:lnTo>
                  <a:lnTo>
                    <a:pt x="7295288" y="2446512"/>
                  </a:lnTo>
                  <a:lnTo>
                    <a:pt x="7295475" y="2446677"/>
                  </a:lnTo>
                  <a:lnTo>
                    <a:pt x="7295662" y="2446843"/>
                  </a:lnTo>
                  <a:lnTo>
                    <a:pt x="7295849" y="2447008"/>
                  </a:lnTo>
                  <a:lnTo>
                    <a:pt x="7296036" y="2447329"/>
                  </a:lnTo>
                  <a:lnTo>
                    <a:pt x="7296223" y="2447659"/>
                  </a:lnTo>
                  <a:lnTo>
                    <a:pt x="7296410" y="2447990"/>
                  </a:lnTo>
                  <a:lnTo>
                    <a:pt x="7296596" y="2448320"/>
                  </a:lnTo>
                  <a:lnTo>
                    <a:pt x="7296783" y="2448650"/>
                  </a:lnTo>
                  <a:lnTo>
                    <a:pt x="7296970" y="2448980"/>
                  </a:lnTo>
                  <a:lnTo>
                    <a:pt x="7297157" y="2449310"/>
                  </a:lnTo>
                  <a:lnTo>
                    <a:pt x="7297344" y="2449442"/>
                  </a:lnTo>
                  <a:lnTo>
                    <a:pt x="7297531" y="2449442"/>
                  </a:lnTo>
                  <a:lnTo>
                    <a:pt x="7297718" y="2449442"/>
                  </a:lnTo>
                  <a:lnTo>
                    <a:pt x="7297905" y="2449442"/>
                  </a:lnTo>
                  <a:lnTo>
                    <a:pt x="7298092" y="2449442"/>
                  </a:lnTo>
                  <a:lnTo>
                    <a:pt x="7298279" y="2449442"/>
                  </a:lnTo>
                  <a:lnTo>
                    <a:pt x="7298466" y="2449442"/>
                  </a:lnTo>
                  <a:lnTo>
                    <a:pt x="7298653" y="2449442"/>
                  </a:lnTo>
                  <a:lnTo>
                    <a:pt x="7298840" y="2449120"/>
                  </a:lnTo>
                  <a:lnTo>
                    <a:pt x="7299026" y="2448617"/>
                  </a:lnTo>
                  <a:lnTo>
                    <a:pt x="7299213" y="2447957"/>
                  </a:lnTo>
                  <a:lnTo>
                    <a:pt x="7299400" y="2447354"/>
                  </a:lnTo>
                  <a:lnTo>
                    <a:pt x="7299587" y="2446859"/>
                  </a:lnTo>
                  <a:lnTo>
                    <a:pt x="7299774" y="2446364"/>
                  </a:lnTo>
                  <a:lnTo>
                    <a:pt x="7299961" y="2445869"/>
                  </a:lnTo>
                  <a:lnTo>
                    <a:pt x="7300148" y="2445456"/>
                  </a:lnTo>
                  <a:lnTo>
                    <a:pt x="7300335" y="2445126"/>
                  </a:lnTo>
                  <a:lnTo>
                    <a:pt x="7300522" y="2444796"/>
                  </a:lnTo>
                  <a:lnTo>
                    <a:pt x="7300709" y="2444466"/>
                  </a:lnTo>
                  <a:lnTo>
                    <a:pt x="7300896" y="2444136"/>
                  </a:lnTo>
                  <a:lnTo>
                    <a:pt x="7301083" y="2443938"/>
                  </a:lnTo>
                  <a:lnTo>
                    <a:pt x="7301269" y="2443608"/>
                  </a:lnTo>
                  <a:lnTo>
                    <a:pt x="7301456" y="2443278"/>
                  </a:lnTo>
                  <a:lnTo>
                    <a:pt x="7301643" y="2443113"/>
                  </a:lnTo>
                  <a:lnTo>
                    <a:pt x="7301830" y="2443121"/>
                  </a:lnTo>
                  <a:lnTo>
                    <a:pt x="7302017" y="2443286"/>
                  </a:lnTo>
                  <a:lnTo>
                    <a:pt x="7302204" y="2443393"/>
                  </a:lnTo>
                  <a:lnTo>
                    <a:pt x="7302391" y="2443393"/>
                  </a:lnTo>
                  <a:lnTo>
                    <a:pt x="7302578" y="2443377"/>
                  </a:lnTo>
                  <a:lnTo>
                    <a:pt x="7302765" y="2443212"/>
                  </a:lnTo>
                  <a:lnTo>
                    <a:pt x="7302952" y="2443047"/>
                  </a:lnTo>
                  <a:lnTo>
                    <a:pt x="7303139" y="2442882"/>
                  </a:lnTo>
                  <a:lnTo>
                    <a:pt x="7303326" y="2442717"/>
                  </a:lnTo>
                  <a:lnTo>
                    <a:pt x="7303513" y="2442552"/>
                  </a:lnTo>
                  <a:lnTo>
                    <a:pt x="7303699" y="2442387"/>
                  </a:lnTo>
                  <a:lnTo>
                    <a:pt x="7303886" y="2442089"/>
                  </a:lnTo>
                  <a:lnTo>
                    <a:pt x="7304073" y="2441820"/>
                  </a:lnTo>
                  <a:lnTo>
                    <a:pt x="7304260" y="2441569"/>
                  </a:lnTo>
                  <a:lnTo>
                    <a:pt x="7304447" y="2441380"/>
                  </a:lnTo>
                  <a:lnTo>
                    <a:pt x="7304634" y="2441187"/>
                  </a:lnTo>
                  <a:lnTo>
                    <a:pt x="7304821" y="2440994"/>
                  </a:lnTo>
                  <a:lnTo>
                    <a:pt x="7305008" y="2440800"/>
                  </a:lnTo>
                  <a:lnTo>
                    <a:pt x="7305195" y="2440607"/>
                  </a:lnTo>
                  <a:lnTo>
                    <a:pt x="7305382" y="2440430"/>
                  </a:lnTo>
                  <a:lnTo>
                    <a:pt x="7305569" y="2440401"/>
                  </a:lnTo>
                  <a:lnTo>
                    <a:pt x="7305756" y="2440373"/>
                  </a:lnTo>
                  <a:lnTo>
                    <a:pt x="7305943" y="2440344"/>
                  </a:lnTo>
                  <a:lnTo>
                    <a:pt x="7306129" y="2440316"/>
                  </a:lnTo>
                  <a:lnTo>
                    <a:pt x="7306316" y="2440414"/>
                  </a:lnTo>
                  <a:lnTo>
                    <a:pt x="7306503" y="2440644"/>
                  </a:lnTo>
                  <a:lnTo>
                    <a:pt x="7306690" y="2440877"/>
                  </a:lnTo>
                  <a:lnTo>
                    <a:pt x="7306877" y="2440943"/>
                  </a:lnTo>
                  <a:lnTo>
                    <a:pt x="7307064" y="2440989"/>
                  </a:lnTo>
                  <a:lnTo>
                    <a:pt x="7307251" y="2440989"/>
                  </a:lnTo>
                  <a:lnTo>
                    <a:pt x="7307438" y="2441319"/>
                  </a:lnTo>
                  <a:lnTo>
                    <a:pt x="7307625" y="2441509"/>
                  </a:lnTo>
                  <a:lnTo>
                    <a:pt x="7307812" y="2441674"/>
                  </a:lnTo>
                  <a:lnTo>
                    <a:pt x="7307999" y="2441839"/>
                  </a:lnTo>
                  <a:lnTo>
                    <a:pt x="7308186" y="2442301"/>
                  </a:lnTo>
                  <a:lnTo>
                    <a:pt x="7308372" y="2442894"/>
                  </a:lnTo>
                  <a:lnTo>
                    <a:pt x="7308559" y="2443583"/>
                  </a:lnTo>
                  <a:lnTo>
                    <a:pt x="7308746" y="2444272"/>
                  </a:lnTo>
                  <a:lnTo>
                    <a:pt x="7308933" y="2444954"/>
                  </a:lnTo>
                  <a:lnTo>
                    <a:pt x="7309120" y="2445349"/>
                  </a:lnTo>
                  <a:lnTo>
                    <a:pt x="7309307" y="2445563"/>
                  </a:lnTo>
                  <a:lnTo>
                    <a:pt x="7309494" y="2445684"/>
                  </a:lnTo>
                  <a:lnTo>
                    <a:pt x="7309681" y="2445757"/>
                  </a:lnTo>
                  <a:lnTo>
                    <a:pt x="7309868" y="2445469"/>
                  </a:lnTo>
                  <a:lnTo>
                    <a:pt x="7310055" y="2445113"/>
                  </a:lnTo>
                  <a:lnTo>
                    <a:pt x="7310242" y="2444752"/>
                  </a:lnTo>
                  <a:lnTo>
                    <a:pt x="7310429" y="2444494"/>
                  </a:lnTo>
                  <a:lnTo>
                    <a:pt x="7310616" y="2444127"/>
                  </a:lnTo>
                  <a:lnTo>
                    <a:pt x="7310802" y="2443646"/>
                  </a:lnTo>
                  <a:lnTo>
                    <a:pt x="7310989" y="2443067"/>
                  </a:lnTo>
                  <a:lnTo>
                    <a:pt x="7311176" y="2442226"/>
                  </a:lnTo>
                  <a:lnTo>
                    <a:pt x="7311363" y="2440802"/>
                  </a:lnTo>
                  <a:lnTo>
                    <a:pt x="7311550" y="2439378"/>
                  </a:lnTo>
                  <a:lnTo>
                    <a:pt x="7311737" y="2437962"/>
                  </a:lnTo>
                  <a:lnTo>
                    <a:pt x="7311924" y="2436703"/>
                  </a:lnTo>
                  <a:lnTo>
                    <a:pt x="7312111" y="2435444"/>
                  </a:lnTo>
                  <a:lnTo>
                    <a:pt x="7312298" y="2434218"/>
                  </a:lnTo>
                  <a:lnTo>
                    <a:pt x="7312485" y="2433124"/>
                  </a:lnTo>
                  <a:lnTo>
                    <a:pt x="7312672" y="2432184"/>
                  </a:lnTo>
                  <a:lnTo>
                    <a:pt x="7312859" y="2431303"/>
                  </a:lnTo>
                  <a:lnTo>
                    <a:pt x="7313046" y="2430643"/>
                  </a:lnTo>
                  <a:lnTo>
                    <a:pt x="7313232" y="2429983"/>
                  </a:lnTo>
                  <a:lnTo>
                    <a:pt x="7313419" y="2429496"/>
                  </a:lnTo>
                  <a:lnTo>
                    <a:pt x="7313606" y="2429166"/>
                  </a:lnTo>
                  <a:lnTo>
                    <a:pt x="7313793" y="2428960"/>
                  </a:lnTo>
                  <a:lnTo>
                    <a:pt x="7313980" y="2428960"/>
                  </a:lnTo>
                  <a:lnTo>
                    <a:pt x="7314167" y="2428960"/>
                  </a:lnTo>
                  <a:lnTo>
                    <a:pt x="7314354" y="2428960"/>
                  </a:lnTo>
                  <a:lnTo>
                    <a:pt x="7314541" y="2428960"/>
                  </a:lnTo>
                  <a:lnTo>
                    <a:pt x="7314728" y="2428960"/>
                  </a:lnTo>
                  <a:lnTo>
                    <a:pt x="7314915" y="2428960"/>
                  </a:lnTo>
                  <a:lnTo>
                    <a:pt x="7315102" y="2428828"/>
                  </a:lnTo>
                  <a:lnTo>
                    <a:pt x="7315289" y="2428572"/>
                  </a:lnTo>
                  <a:lnTo>
                    <a:pt x="7315475" y="2428077"/>
                  </a:lnTo>
                  <a:lnTo>
                    <a:pt x="7315662" y="2427450"/>
                  </a:lnTo>
                  <a:lnTo>
                    <a:pt x="7315849" y="2426913"/>
                  </a:lnTo>
                  <a:lnTo>
                    <a:pt x="7316036" y="2426377"/>
                  </a:lnTo>
                  <a:lnTo>
                    <a:pt x="7316223" y="2425535"/>
                  </a:lnTo>
                  <a:lnTo>
                    <a:pt x="7316410" y="2424817"/>
                  </a:lnTo>
                  <a:lnTo>
                    <a:pt x="7316597" y="2423748"/>
                  </a:lnTo>
                  <a:lnTo>
                    <a:pt x="7316784" y="2423034"/>
                  </a:lnTo>
                  <a:lnTo>
                    <a:pt x="7316971" y="2422336"/>
                  </a:lnTo>
                  <a:lnTo>
                    <a:pt x="7317158" y="2421626"/>
                  </a:lnTo>
                  <a:lnTo>
                    <a:pt x="7317345" y="2420940"/>
                  </a:lnTo>
                  <a:lnTo>
                    <a:pt x="7317532" y="2420394"/>
                  </a:lnTo>
                  <a:lnTo>
                    <a:pt x="7317719" y="2419848"/>
                  </a:lnTo>
                  <a:lnTo>
                    <a:pt x="7317905" y="2419463"/>
                  </a:lnTo>
                  <a:lnTo>
                    <a:pt x="7318092" y="2419049"/>
                  </a:lnTo>
                  <a:lnTo>
                    <a:pt x="7318279" y="2418668"/>
                  </a:lnTo>
                  <a:lnTo>
                    <a:pt x="7318466" y="2418430"/>
                  </a:lnTo>
                  <a:lnTo>
                    <a:pt x="7318653" y="2417832"/>
                  </a:lnTo>
                  <a:lnTo>
                    <a:pt x="7318840" y="2417185"/>
                  </a:lnTo>
                  <a:lnTo>
                    <a:pt x="7319027" y="2416545"/>
                  </a:lnTo>
                  <a:lnTo>
                    <a:pt x="7319214" y="2416024"/>
                  </a:lnTo>
                  <a:lnTo>
                    <a:pt x="7319401" y="2415585"/>
                  </a:lnTo>
                  <a:lnTo>
                    <a:pt x="7319588" y="2415014"/>
                  </a:lnTo>
                  <a:lnTo>
                    <a:pt x="7319775" y="2414201"/>
                  </a:lnTo>
                  <a:lnTo>
                    <a:pt x="7319962" y="2413429"/>
                  </a:lnTo>
                  <a:lnTo>
                    <a:pt x="7320148" y="2412624"/>
                  </a:lnTo>
                  <a:lnTo>
                    <a:pt x="7320335" y="2411676"/>
                  </a:lnTo>
                  <a:lnTo>
                    <a:pt x="7320522" y="2410752"/>
                  </a:lnTo>
                  <a:lnTo>
                    <a:pt x="7320709" y="2409959"/>
                  </a:lnTo>
                  <a:lnTo>
                    <a:pt x="7320896" y="2409208"/>
                  </a:lnTo>
                  <a:lnTo>
                    <a:pt x="7321083" y="2408401"/>
                  </a:lnTo>
                  <a:lnTo>
                    <a:pt x="7321270" y="2407517"/>
                  </a:lnTo>
                  <a:lnTo>
                    <a:pt x="7321457" y="2406654"/>
                  </a:lnTo>
                  <a:lnTo>
                    <a:pt x="7321644" y="2405710"/>
                  </a:lnTo>
                  <a:lnTo>
                    <a:pt x="7321831" y="2404866"/>
                  </a:lnTo>
                  <a:lnTo>
                    <a:pt x="7322018" y="2403750"/>
                  </a:lnTo>
                  <a:lnTo>
                    <a:pt x="7322205" y="2402558"/>
                  </a:lnTo>
                  <a:lnTo>
                    <a:pt x="7322392" y="2401677"/>
                  </a:lnTo>
                  <a:lnTo>
                    <a:pt x="7322578" y="2401176"/>
                  </a:lnTo>
                  <a:lnTo>
                    <a:pt x="7322765" y="2400853"/>
                  </a:lnTo>
                  <a:lnTo>
                    <a:pt x="7322952" y="2400502"/>
                  </a:lnTo>
                  <a:lnTo>
                    <a:pt x="7323139" y="2399886"/>
                  </a:lnTo>
                  <a:lnTo>
                    <a:pt x="7323326" y="2399038"/>
                  </a:lnTo>
                  <a:lnTo>
                    <a:pt x="7323513" y="2397691"/>
                  </a:lnTo>
                  <a:lnTo>
                    <a:pt x="7323700" y="2396218"/>
                  </a:lnTo>
                  <a:lnTo>
                    <a:pt x="7323887" y="2394506"/>
                  </a:lnTo>
                  <a:lnTo>
                    <a:pt x="7324074" y="2393159"/>
                  </a:lnTo>
                  <a:lnTo>
                    <a:pt x="7324261" y="2391969"/>
                  </a:lnTo>
                  <a:lnTo>
                    <a:pt x="7324448" y="2390878"/>
                  </a:lnTo>
                  <a:lnTo>
                    <a:pt x="7324635" y="2389702"/>
                  </a:lnTo>
                  <a:lnTo>
                    <a:pt x="7324822" y="2388456"/>
                  </a:lnTo>
                  <a:lnTo>
                    <a:pt x="7325008" y="2387432"/>
                  </a:lnTo>
                  <a:lnTo>
                    <a:pt x="7325195" y="2386409"/>
                  </a:lnTo>
                  <a:lnTo>
                    <a:pt x="7325382" y="2385385"/>
                  </a:lnTo>
                  <a:lnTo>
                    <a:pt x="7325569" y="2384362"/>
                  </a:lnTo>
                  <a:lnTo>
                    <a:pt x="7325756" y="2383701"/>
                  </a:lnTo>
                  <a:lnTo>
                    <a:pt x="7325943" y="2383112"/>
                  </a:lnTo>
                  <a:lnTo>
                    <a:pt x="7326130" y="2382535"/>
                  </a:lnTo>
                  <a:lnTo>
                    <a:pt x="7326317" y="2382235"/>
                  </a:lnTo>
                  <a:lnTo>
                    <a:pt x="7326504" y="2382035"/>
                  </a:lnTo>
                  <a:lnTo>
                    <a:pt x="7326691" y="2381974"/>
                  </a:lnTo>
                  <a:lnTo>
                    <a:pt x="7326878" y="2381897"/>
                  </a:lnTo>
                  <a:lnTo>
                    <a:pt x="7327065" y="2382026"/>
                  </a:lnTo>
                  <a:lnTo>
                    <a:pt x="7327251" y="2382277"/>
                  </a:lnTo>
                  <a:lnTo>
                    <a:pt x="7327438" y="2382531"/>
                  </a:lnTo>
                  <a:lnTo>
                    <a:pt x="7327625" y="2382637"/>
                  </a:lnTo>
                  <a:lnTo>
                    <a:pt x="7327812" y="2382809"/>
                  </a:lnTo>
                  <a:lnTo>
                    <a:pt x="7327999" y="2382982"/>
                  </a:lnTo>
                  <a:lnTo>
                    <a:pt x="7328186" y="2383154"/>
                  </a:lnTo>
                  <a:lnTo>
                    <a:pt x="7328373" y="2383326"/>
                  </a:lnTo>
                  <a:lnTo>
                    <a:pt x="7328560" y="2383565"/>
                  </a:lnTo>
                  <a:lnTo>
                    <a:pt x="7328747" y="2383760"/>
                  </a:lnTo>
                  <a:lnTo>
                    <a:pt x="7328934" y="2384088"/>
                  </a:lnTo>
                  <a:lnTo>
                    <a:pt x="7329121" y="2384312"/>
                  </a:lnTo>
                  <a:lnTo>
                    <a:pt x="7329308" y="2384706"/>
                  </a:lnTo>
                  <a:lnTo>
                    <a:pt x="7329495" y="2385087"/>
                  </a:lnTo>
                  <a:lnTo>
                    <a:pt x="7329681" y="2385455"/>
                  </a:lnTo>
                  <a:lnTo>
                    <a:pt x="7329868" y="2385803"/>
                  </a:lnTo>
                  <a:lnTo>
                    <a:pt x="7330055" y="2386099"/>
                  </a:lnTo>
                  <a:lnTo>
                    <a:pt x="7330242" y="2386367"/>
                  </a:lnTo>
                  <a:lnTo>
                    <a:pt x="7330429" y="2386688"/>
                  </a:lnTo>
                  <a:lnTo>
                    <a:pt x="7330616" y="2386605"/>
                  </a:lnTo>
                  <a:lnTo>
                    <a:pt x="7330803" y="2386392"/>
                  </a:lnTo>
                  <a:lnTo>
                    <a:pt x="7330990" y="2386016"/>
                  </a:lnTo>
                  <a:lnTo>
                    <a:pt x="7331177" y="2385643"/>
                  </a:lnTo>
                  <a:lnTo>
                    <a:pt x="7331364" y="2385200"/>
                  </a:lnTo>
                  <a:lnTo>
                    <a:pt x="7331551" y="2384810"/>
                  </a:lnTo>
                  <a:lnTo>
                    <a:pt x="7331738" y="2384408"/>
                  </a:lnTo>
                  <a:lnTo>
                    <a:pt x="7331925" y="2383851"/>
                  </a:lnTo>
                  <a:lnTo>
                    <a:pt x="7332111" y="2383239"/>
                  </a:lnTo>
                  <a:lnTo>
                    <a:pt x="7332298" y="2382518"/>
                  </a:lnTo>
                  <a:lnTo>
                    <a:pt x="7332485" y="2381723"/>
                  </a:lnTo>
                  <a:lnTo>
                    <a:pt x="7332672" y="2380724"/>
                  </a:lnTo>
                  <a:lnTo>
                    <a:pt x="7332859" y="2379671"/>
                  </a:lnTo>
                  <a:lnTo>
                    <a:pt x="7333046" y="2378748"/>
                  </a:lnTo>
                  <a:lnTo>
                    <a:pt x="7333233" y="2377680"/>
                  </a:lnTo>
                  <a:lnTo>
                    <a:pt x="7333420" y="2376700"/>
                  </a:lnTo>
                  <a:lnTo>
                    <a:pt x="7333607" y="2375828"/>
                  </a:lnTo>
                  <a:lnTo>
                    <a:pt x="7333794" y="2374907"/>
                  </a:lnTo>
                  <a:lnTo>
                    <a:pt x="7333981" y="2374000"/>
                  </a:lnTo>
                  <a:lnTo>
                    <a:pt x="7334168" y="2373117"/>
                  </a:lnTo>
                  <a:lnTo>
                    <a:pt x="7334354" y="2372123"/>
                  </a:lnTo>
                  <a:lnTo>
                    <a:pt x="7334541" y="2371141"/>
                  </a:lnTo>
                  <a:lnTo>
                    <a:pt x="7334728" y="2370177"/>
                  </a:lnTo>
                  <a:lnTo>
                    <a:pt x="7334915" y="2369257"/>
                  </a:lnTo>
                  <a:lnTo>
                    <a:pt x="7335102" y="2368642"/>
                  </a:lnTo>
                  <a:lnTo>
                    <a:pt x="7335289" y="2368199"/>
                  </a:lnTo>
                  <a:lnTo>
                    <a:pt x="7335476" y="2367741"/>
                  </a:lnTo>
                  <a:lnTo>
                    <a:pt x="7335663" y="2367321"/>
                  </a:lnTo>
                  <a:lnTo>
                    <a:pt x="7335850" y="2366515"/>
                  </a:lnTo>
                  <a:lnTo>
                    <a:pt x="7336037" y="2365460"/>
                  </a:lnTo>
                  <a:lnTo>
                    <a:pt x="7336224" y="2364740"/>
                  </a:lnTo>
                  <a:lnTo>
                    <a:pt x="7336411" y="2363841"/>
                  </a:lnTo>
                  <a:lnTo>
                    <a:pt x="7336598" y="2363057"/>
                  </a:lnTo>
                  <a:lnTo>
                    <a:pt x="7336784" y="2362520"/>
                  </a:lnTo>
                  <a:lnTo>
                    <a:pt x="7336971" y="2361786"/>
                  </a:lnTo>
                  <a:lnTo>
                    <a:pt x="7337158" y="2361126"/>
                  </a:lnTo>
                  <a:lnTo>
                    <a:pt x="7337345" y="2360301"/>
                  </a:lnTo>
                  <a:lnTo>
                    <a:pt x="7337532" y="2358865"/>
                  </a:lnTo>
                  <a:lnTo>
                    <a:pt x="7337719" y="2357215"/>
                  </a:lnTo>
                  <a:lnTo>
                    <a:pt x="7337906" y="2355449"/>
                  </a:lnTo>
                  <a:lnTo>
                    <a:pt x="7338093" y="2353699"/>
                  </a:lnTo>
                  <a:lnTo>
                    <a:pt x="7338280" y="2352197"/>
                  </a:lnTo>
                  <a:lnTo>
                    <a:pt x="7338467" y="2350564"/>
                  </a:lnTo>
                  <a:lnTo>
                    <a:pt x="7338654" y="2349037"/>
                  </a:lnTo>
                  <a:lnTo>
                    <a:pt x="7338841" y="2348390"/>
                  </a:lnTo>
                  <a:lnTo>
                    <a:pt x="7339027" y="2347457"/>
                  </a:lnTo>
                  <a:lnTo>
                    <a:pt x="7339214" y="2346305"/>
                  </a:lnTo>
                  <a:lnTo>
                    <a:pt x="7339401" y="2345025"/>
                  </a:lnTo>
                  <a:lnTo>
                    <a:pt x="7339588" y="2343620"/>
                  </a:lnTo>
                  <a:lnTo>
                    <a:pt x="7339775" y="2342208"/>
                  </a:lnTo>
                  <a:lnTo>
                    <a:pt x="7339962" y="2340741"/>
                  </a:lnTo>
                  <a:lnTo>
                    <a:pt x="7340149" y="2339417"/>
                  </a:lnTo>
                  <a:lnTo>
                    <a:pt x="7340336" y="2338477"/>
                  </a:lnTo>
                  <a:lnTo>
                    <a:pt x="7340523" y="2337633"/>
                  </a:lnTo>
                  <a:lnTo>
                    <a:pt x="7340710" y="2336873"/>
                  </a:lnTo>
                  <a:lnTo>
                    <a:pt x="7340897" y="2336150"/>
                  </a:lnTo>
                  <a:lnTo>
                    <a:pt x="7341084" y="2335450"/>
                  </a:lnTo>
                  <a:lnTo>
                    <a:pt x="7341271" y="2334953"/>
                  </a:lnTo>
                  <a:lnTo>
                    <a:pt x="7341457" y="2334401"/>
                  </a:lnTo>
                  <a:lnTo>
                    <a:pt x="7341644" y="2333767"/>
                  </a:lnTo>
                  <a:lnTo>
                    <a:pt x="7341831" y="2333259"/>
                  </a:lnTo>
                  <a:lnTo>
                    <a:pt x="7342018" y="2332269"/>
                  </a:lnTo>
                  <a:lnTo>
                    <a:pt x="7342205" y="2331279"/>
                  </a:lnTo>
                  <a:lnTo>
                    <a:pt x="7342392" y="2330503"/>
                  </a:lnTo>
                  <a:lnTo>
                    <a:pt x="7342579" y="2329876"/>
                  </a:lnTo>
                  <a:lnTo>
                    <a:pt x="7342766" y="2329356"/>
                  </a:lnTo>
                  <a:lnTo>
                    <a:pt x="7342953" y="2328696"/>
                  </a:lnTo>
                  <a:lnTo>
                    <a:pt x="7343140" y="2327871"/>
                  </a:lnTo>
                  <a:lnTo>
                    <a:pt x="7343327" y="2327046"/>
                  </a:lnTo>
                  <a:lnTo>
                    <a:pt x="7343514" y="2326479"/>
                  </a:lnTo>
                  <a:lnTo>
                    <a:pt x="7343701" y="2325828"/>
                  </a:lnTo>
                  <a:lnTo>
                    <a:pt x="7343887" y="2325084"/>
                  </a:lnTo>
                  <a:lnTo>
                    <a:pt x="7344074" y="2324481"/>
                  </a:lnTo>
                  <a:lnTo>
                    <a:pt x="7344261" y="2323893"/>
                  </a:lnTo>
                  <a:lnTo>
                    <a:pt x="7344448" y="2323365"/>
                  </a:lnTo>
                  <a:lnTo>
                    <a:pt x="7344635" y="2322837"/>
                  </a:lnTo>
                  <a:lnTo>
                    <a:pt x="7344822" y="2322369"/>
                  </a:lnTo>
                  <a:lnTo>
                    <a:pt x="7345009" y="2321699"/>
                  </a:lnTo>
                  <a:lnTo>
                    <a:pt x="7345196" y="2320765"/>
                  </a:lnTo>
                  <a:lnTo>
                    <a:pt x="7345383" y="2319693"/>
                  </a:lnTo>
                  <a:lnTo>
                    <a:pt x="7345570" y="2318137"/>
                  </a:lnTo>
                  <a:lnTo>
                    <a:pt x="7345757" y="2316604"/>
                  </a:lnTo>
                  <a:lnTo>
                    <a:pt x="7345944" y="2315161"/>
                  </a:lnTo>
                  <a:lnTo>
                    <a:pt x="7346130" y="2313718"/>
                  </a:lnTo>
                  <a:lnTo>
                    <a:pt x="7346317" y="2312364"/>
                  </a:lnTo>
                  <a:lnTo>
                    <a:pt x="7346504" y="2311247"/>
                  </a:lnTo>
                  <a:lnTo>
                    <a:pt x="7346691" y="2310013"/>
                  </a:lnTo>
                  <a:lnTo>
                    <a:pt x="7346878" y="2308259"/>
                  </a:lnTo>
                  <a:lnTo>
                    <a:pt x="7347065" y="2305454"/>
                  </a:lnTo>
                  <a:lnTo>
                    <a:pt x="7347252" y="2302259"/>
                  </a:lnTo>
                  <a:lnTo>
                    <a:pt x="7347439" y="2298939"/>
                  </a:lnTo>
                  <a:lnTo>
                    <a:pt x="7347626" y="2295298"/>
                  </a:lnTo>
                  <a:lnTo>
                    <a:pt x="7347813" y="2292000"/>
                  </a:lnTo>
                  <a:lnTo>
                    <a:pt x="7348000" y="2289206"/>
                  </a:lnTo>
                  <a:lnTo>
                    <a:pt x="7348187" y="2286840"/>
                  </a:lnTo>
                  <a:lnTo>
                    <a:pt x="7348374" y="2284835"/>
                  </a:lnTo>
                  <a:lnTo>
                    <a:pt x="7348560" y="2282980"/>
                  </a:lnTo>
                  <a:lnTo>
                    <a:pt x="7348747" y="2281660"/>
                  </a:lnTo>
                  <a:lnTo>
                    <a:pt x="7348934" y="2280339"/>
                  </a:lnTo>
                  <a:lnTo>
                    <a:pt x="7349121" y="2279011"/>
                  </a:lnTo>
                  <a:lnTo>
                    <a:pt x="7349308" y="2277525"/>
                  </a:lnTo>
                  <a:lnTo>
                    <a:pt x="7349495" y="2276321"/>
                  </a:lnTo>
                  <a:lnTo>
                    <a:pt x="7349682" y="2275504"/>
                  </a:lnTo>
                  <a:lnTo>
                    <a:pt x="7349869" y="2274885"/>
                  </a:lnTo>
                  <a:lnTo>
                    <a:pt x="7350056" y="2274670"/>
                  </a:lnTo>
                  <a:lnTo>
                    <a:pt x="7350243" y="2274571"/>
                  </a:lnTo>
                  <a:lnTo>
                    <a:pt x="7350430" y="2274629"/>
                  </a:lnTo>
                  <a:lnTo>
                    <a:pt x="7350617" y="2274720"/>
                  </a:lnTo>
                  <a:lnTo>
                    <a:pt x="7350803" y="2274547"/>
                  </a:lnTo>
                  <a:lnTo>
                    <a:pt x="7350990" y="2274588"/>
                  </a:lnTo>
                  <a:lnTo>
                    <a:pt x="7351177" y="2274600"/>
                  </a:lnTo>
                  <a:lnTo>
                    <a:pt x="7351364" y="2274508"/>
                  </a:lnTo>
                  <a:lnTo>
                    <a:pt x="7351551" y="2274416"/>
                  </a:lnTo>
                  <a:lnTo>
                    <a:pt x="7351738" y="2274325"/>
                  </a:lnTo>
                  <a:lnTo>
                    <a:pt x="7351925" y="2274227"/>
                  </a:lnTo>
                  <a:lnTo>
                    <a:pt x="7352112" y="2274271"/>
                  </a:lnTo>
                  <a:lnTo>
                    <a:pt x="7352299" y="2274315"/>
                  </a:lnTo>
                  <a:lnTo>
                    <a:pt x="7352486" y="2274533"/>
                  </a:lnTo>
                  <a:lnTo>
                    <a:pt x="7352673" y="2274918"/>
                  </a:lnTo>
                  <a:lnTo>
                    <a:pt x="7352860" y="2275508"/>
                  </a:lnTo>
                  <a:lnTo>
                    <a:pt x="7353047" y="2276169"/>
                  </a:lnTo>
                  <a:lnTo>
                    <a:pt x="7353233" y="2276958"/>
                  </a:lnTo>
                  <a:lnTo>
                    <a:pt x="7353420" y="2277832"/>
                  </a:lnTo>
                  <a:lnTo>
                    <a:pt x="7353607" y="2279063"/>
                  </a:lnTo>
                  <a:lnTo>
                    <a:pt x="7353794" y="2280180"/>
                  </a:lnTo>
                  <a:lnTo>
                    <a:pt x="7353981" y="2281618"/>
                  </a:lnTo>
                  <a:lnTo>
                    <a:pt x="7354168" y="2282525"/>
                  </a:lnTo>
                  <a:lnTo>
                    <a:pt x="7354355" y="2283417"/>
                  </a:lnTo>
                  <a:lnTo>
                    <a:pt x="7354542" y="2284321"/>
                  </a:lnTo>
                  <a:lnTo>
                    <a:pt x="7354729" y="2285226"/>
                  </a:lnTo>
                  <a:lnTo>
                    <a:pt x="7354916" y="2286157"/>
                  </a:lnTo>
                  <a:lnTo>
                    <a:pt x="7355103" y="2286996"/>
                  </a:lnTo>
                  <a:lnTo>
                    <a:pt x="7355290" y="2287538"/>
                  </a:lnTo>
                  <a:lnTo>
                    <a:pt x="7355477" y="2288051"/>
                  </a:lnTo>
                  <a:lnTo>
                    <a:pt x="7355663" y="2288490"/>
                  </a:lnTo>
                  <a:lnTo>
                    <a:pt x="7355850" y="2289186"/>
                  </a:lnTo>
                  <a:lnTo>
                    <a:pt x="7356037" y="2290156"/>
                  </a:lnTo>
                  <a:lnTo>
                    <a:pt x="7356224" y="2291032"/>
                  </a:lnTo>
                  <a:lnTo>
                    <a:pt x="7356411" y="2291835"/>
                  </a:lnTo>
                  <a:lnTo>
                    <a:pt x="7356598" y="2292541"/>
                  </a:lnTo>
                  <a:lnTo>
                    <a:pt x="7356785" y="2293334"/>
                  </a:lnTo>
                  <a:lnTo>
                    <a:pt x="7356972" y="2294158"/>
                  </a:lnTo>
                  <a:lnTo>
                    <a:pt x="7357159" y="2295104"/>
                  </a:lnTo>
                  <a:lnTo>
                    <a:pt x="7357346" y="2296108"/>
                  </a:lnTo>
                  <a:lnTo>
                    <a:pt x="7357533" y="2297127"/>
                  </a:lnTo>
                  <a:lnTo>
                    <a:pt x="7357720" y="2298301"/>
                  </a:lnTo>
                  <a:lnTo>
                    <a:pt x="7357906" y="2299506"/>
                  </a:lnTo>
                  <a:lnTo>
                    <a:pt x="7358093" y="2300561"/>
                  </a:lnTo>
                  <a:lnTo>
                    <a:pt x="7358280" y="2301658"/>
                  </a:lnTo>
                  <a:lnTo>
                    <a:pt x="7358467" y="2302799"/>
                  </a:lnTo>
                  <a:lnTo>
                    <a:pt x="7358654" y="2304003"/>
                  </a:lnTo>
                  <a:lnTo>
                    <a:pt x="7358841" y="2305149"/>
                  </a:lnTo>
                  <a:lnTo>
                    <a:pt x="7359028" y="2306400"/>
                  </a:lnTo>
                  <a:lnTo>
                    <a:pt x="7359215" y="2307521"/>
                  </a:lnTo>
                  <a:lnTo>
                    <a:pt x="7359402" y="2308667"/>
                  </a:lnTo>
                  <a:lnTo>
                    <a:pt x="7359589" y="2309684"/>
                  </a:lnTo>
                  <a:lnTo>
                    <a:pt x="7359776" y="2310448"/>
                  </a:lnTo>
                  <a:lnTo>
                    <a:pt x="7359963" y="2311141"/>
                  </a:lnTo>
                  <a:lnTo>
                    <a:pt x="7360150" y="2311639"/>
                  </a:lnTo>
                  <a:lnTo>
                    <a:pt x="7360336" y="2312079"/>
                  </a:lnTo>
                  <a:lnTo>
                    <a:pt x="7360523" y="2312275"/>
                  </a:lnTo>
                  <a:lnTo>
                    <a:pt x="7360710" y="2312535"/>
                  </a:lnTo>
                  <a:lnTo>
                    <a:pt x="7360897" y="2313055"/>
                  </a:lnTo>
                  <a:lnTo>
                    <a:pt x="7361084" y="2313598"/>
                  </a:lnTo>
                  <a:lnTo>
                    <a:pt x="7361271" y="2314521"/>
                  </a:lnTo>
                  <a:lnTo>
                    <a:pt x="7361458" y="2315101"/>
                  </a:lnTo>
                  <a:lnTo>
                    <a:pt x="7361645" y="2315559"/>
                  </a:lnTo>
                  <a:lnTo>
                    <a:pt x="7361832" y="2315942"/>
                  </a:lnTo>
                  <a:lnTo>
                    <a:pt x="7362019" y="2316519"/>
                  </a:lnTo>
                  <a:lnTo>
                    <a:pt x="7362206" y="2317265"/>
                  </a:lnTo>
                  <a:lnTo>
                    <a:pt x="7362393" y="2317801"/>
                  </a:lnTo>
                  <a:lnTo>
                    <a:pt x="7362580" y="2318337"/>
                  </a:lnTo>
                  <a:lnTo>
                    <a:pt x="7362766" y="2318735"/>
                  </a:lnTo>
                  <a:lnTo>
                    <a:pt x="7362953" y="2319107"/>
                  </a:lnTo>
                  <a:lnTo>
                    <a:pt x="7363140" y="2319198"/>
                  </a:lnTo>
                  <a:lnTo>
                    <a:pt x="7363327" y="2319332"/>
                  </a:lnTo>
                  <a:lnTo>
                    <a:pt x="7363514" y="2319659"/>
                  </a:lnTo>
                  <a:lnTo>
                    <a:pt x="7363701" y="2319803"/>
                  </a:lnTo>
                  <a:lnTo>
                    <a:pt x="7363888" y="2319875"/>
                  </a:lnTo>
                  <a:lnTo>
                    <a:pt x="7364075" y="2319875"/>
                  </a:lnTo>
                  <a:lnTo>
                    <a:pt x="7364262" y="2319659"/>
                  </a:lnTo>
                  <a:lnTo>
                    <a:pt x="7364449" y="2318929"/>
                  </a:lnTo>
                  <a:lnTo>
                    <a:pt x="7364636" y="2317897"/>
                  </a:lnTo>
                  <a:lnTo>
                    <a:pt x="7364823" y="2316593"/>
                  </a:lnTo>
                  <a:lnTo>
                    <a:pt x="7365009" y="2315288"/>
                  </a:lnTo>
                  <a:lnTo>
                    <a:pt x="7365196" y="2314200"/>
                  </a:lnTo>
                  <a:lnTo>
                    <a:pt x="7365383" y="2313142"/>
                  </a:lnTo>
                  <a:lnTo>
                    <a:pt x="7365570" y="2311910"/>
                  </a:lnTo>
                  <a:lnTo>
                    <a:pt x="7365757" y="2310457"/>
                  </a:lnTo>
                  <a:lnTo>
                    <a:pt x="7365944" y="2308795"/>
                  </a:lnTo>
                  <a:lnTo>
                    <a:pt x="7366131" y="2306978"/>
                  </a:lnTo>
                  <a:lnTo>
                    <a:pt x="7366318" y="2304323"/>
                  </a:lnTo>
                  <a:lnTo>
                    <a:pt x="7366505" y="2301352"/>
                  </a:lnTo>
                  <a:lnTo>
                    <a:pt x="7366692" y="2298268"/>
                  </a:lnTo>
                  <a:lnTo>
                    <a:pt x="7366879" y="2295411"/>
                  </a:lnTo>
                  <a:lnTo>
                    <a:pt x="7367066" y="2292848"/>
                  </a:lnTo>
                  <a:lnTo>
                    <a:pt x="7367253" y="2290578"/>
                  </a:lnTo>
                  <a:lnTo>
                    <a:pt x="7367439" y="2288483"/>
                  </a:lnTo>
                  <a:lnTo>
                    <a:pt x="7367626" y="2286630"/>
                  </a:lnTo>
                  <a:lnTo>
                    <a:pt x="7367813" y="2284923"/>
                  </a:lnTo>
                  <a:lnTo>
                    <a:pt x="7368000" y="2283438"/>
                  </a:lnTo>
                  <a:lnTo>
                    <a:pt x="7368187" y="2282058"/>
                  </a:lnTo>
                  <a:lnTo>
                    <a:pt x="7368374" y="2281081"/>
                  </a:lnTo>
                  <a:lnTo>
                    <a:pt x="7368561" y="2280299"/>
                  </a:lnTo>
                  <a:lnTo>
                    <a:pt x="7368748" y="2279776"/>
                  </a:lnTo>
                  <a:lnTo>
                    <a:pt x="7368935" y="2279341"/>
                  </a:lnTo>
                  <a:lnTo>
                    <a:pt x="7369122" y="2278919"/>
                  </a:lnTo>
                  <a:lnTo>
                    <a:pt x="7369309" y="2278948"/>
                  </a:lnTo>
                  <a:lnTo>
                    <a:pt x="7369496" y="2279014"/>
                  </a:lnTo>
                  <a:lnTo>
                    <a:pt x="7369682" y="2279447"/>
                  </a:lnTo>
                  <a:lnTo>
                    <a:pt x="7369869" y="2279962"/>
                  </a:lnTo>
                  <a:lnTo>
                    <a:pt x="7370056" y="2280654"/>
                  </a:lnTo>
                  <a:lnTo>
                    <a:pt x="7370243" y="2281404"/>
                  </a:lnTo>
                  <a:lnTo>
                    <a:pt x="7370430" y="2281995"/>
                  </a:lnTo>
                  <a:lnTo>
                    <a:pt x="7370617" y="2282731"/>
                  </a:lnTo>
                  <a:lnTo>
                    <a:pt x="7370804" y="2283384"/>
                  </a:lnTo>
                  <a:lnTo>
                    <a:pt x="7370991" y="2283924"/>
                  </a:lnTo>
                  <a:lnTo>
                    <a:pt x="7371178" y="2284795"/>
                  </a:lnTo>
                  <a:lnTo>
                    <a:pt x="7371365" y="2285651"/>
                  </a:lnTo>
                  <a:lnTo>
                    <a:pt x="7371552" y="2286400"/>
                  </a:lnTo>
                  <a:lnTo>
                    <a:pt x="7371739" y="2287236"/>
                  </a:lnTo>
                  <a:lnTo>
                    <a:pt x="7371926" y="2287907"/>
                  </a:lnTo>
                  <a:lnTo>
                    <a:pt x="7372112" y="2288470"/>
                  </a:lnTo>
                  <a:lnTo>
                    <a:pt x="7372299" y="2289255"/>
                  </a:lnTo>
                  <a:lnTo>
                    <a:pt x="7372486" y="2289763"/>
                  </a:lnTo>
                  <a:lnTo>
                    <a:pt x="7372673" y="2290076"/>
                  </a:lnTo>
                  <a:lnTo>
                    <a:pt x="7372860" y="2290522"/>
                  </a:lnTo>
                  <a:lnTo>
                    <a:pt x="7373047" y="2290971"/>
                  </a:lnTo>
                  <a:lnTo>
                    <a:pt x="7373234" y="2291782"/>
                  </a:lnTo>
                  <a:lnTo>
                    <a:pt x="7373421" y="2292813"/>
                  </a:lnTo>
                  <a:lnTo>
                    <a:pt x="7373608" y="2293657"/>
                  </a:lnTo>
                  <a:lnTo>
                    <a:pt x="7373795" y="2294899"/>
                  </a:lnTo>
                  <a:lnTo>
                    <a:pt x="7373982" y="2296203"/>
                  </a:lnTo>
                  <a:lnTo>
                    <a:pt x="7374169" y="2296998"/>
                  </a:lnTo>
                  <a:lnTo>
                    <a:pt x="7374356" y="2297871"/>
                  </a:lnTo>
                  <a:lnTo>
                    <a:pt x="7374542" y="2298617"/>
                  </a:lnTo>
                  <a:lnTo>
                    <a:pt x="7374729" y="2299788"/>
                  </a:lnTo>
                  <a:lnTo>
                    <a:pt x="7374916" y="2301524"/>
                  </a:lnTo>
                  <a:lnTo>
                    <a:pt x="7375103" y="2303057"/>
                  </a:lnTo>
                  <a:lnTo>
                    <a:pt x="7375290" y="2304652"/>
                  </a:lnTo>
                  <a:lnTo>
                    <a:pt x="7375477" y="2306069"/>
                  </a:lnTo>
                  <a:lnTo>
                    <a:pt x="7375664" y="2307096"/>
                  </a:lnTo>
                  <a:lnTo>
                    <a:pt x="7375851" y="2308138"/>
                  </a:lnTo>
                  <a:lnTo>
                    <a:pt x="7376038" y="2309613"/>
                  </a:lnTo>
                  <a:lnTo>
                    <a:pt x="7376225" y="2310170"/>
                  </a:lnTo>
                  <a:lnTo>
                    <a:pt x="7376412" y="2310785"/>
                  </a:lnTo>
                  <a:lnTo>
                    <a:pt x="7376599" y="2311358"/>
                  </a:lnTo>
                  <a:lnTo>
                    <a:pt x="7376785" y="2311986"/>
                  </a:lnTo>
                  <a:lnTo>
                    <a:pt x="7376972" y="2312606"/>
                  </a:lnTo>
                  <a:lnTo>
                    <a:pt x="7377159" y="2313194"/>
                  </a:lnTo>
                  <a:lnTo>
                    <a:pt x="7377346" y="2313851"/>
                  </a:lnTo>
                  <a:lnTo>
                    <a:pt x="7377533" y="2314574"/>
                  </a:lnTo>
                  <a:lnTo>
                    <a:pt x="7377720" y="2314949"/>
                  </a:lnTo>
                  <a:lnTo>
                    <a:pt x="7377907" y="2315213"/>
                  </a:lnTo>
                  <a:lnTo>
                    <a:pt x="7378094" y="2315306"/>
                  </a:lnTo>
                  <a:lnTo>
                    <a:pt x="7378281" y="2315389"/>
                  </a:lnTo>
                  <a:lnTo>
                    <a:pt x="7378468" y="2315448"/>
                  </a:lnTo>
                  <a:lnTo>
                    <a:pt x="7378655" y="2315342"/>
                  </a:lnTo>
                  <a:lnTo>
                    <a:pt x="7378842" y="2315218"/>
                  </a:lnTo>
                  <a:lnTo>
                    <a:pt x="7379029" y="2315316"/>
                  </a:lnTo>
                  <a:lnTo>
                    <a:pt x="7379215" y="2315344"/>
                  </a:lnTo>
                  <a:lnTo>
                    <a:pt x="7379402" y="2316013"/>
                  </a:lnTo>
                  <a:lnTo>
                    <a:pt x="7379589" y="2316642"/>
                  </a:lnTo>
                  <a:lnTo>
                    <a:pt x="7379776" y="2317172"/>
                  </a:lnTo>
                  <a:lnTo>
                    <a:pt x="7379963" y="2317599"/>
                  </a:lnTo>
                  <a:lnTo>
                    <a:pt x="7380150" y="2317889"/>
                  </a:lnTo>
                  <a:lnTo>
                    <a:pt x="7380337" y="2318148"/>
                  </a:lnTo>
                  <a:lnTo>
                    <a:pt x="7380524" y="2318674"/>
                  </a:lnTo>
                  <a:lnTo>
                    <a:pt x="7380711" y="2319202"/>
                  </a:lnTo>
                  <a:lnTo>
                    <a:pt x="7380898" y="2319601"/>
                  </a:lnTo>
                  <a:lnTo>
                    <a:pt x="7381085" y="2320129"/>
                  </a:lnTo>
                  <a:lnTo>
                    <a:pt x="7381272" y="2320727"/>
                  </a:lnTo>
                  <a:lnTo>
                    <a:pt x="7381459" y="2321258"/>
                  </a:lnTo>
                  <a:lnTo>
                    <a:pt x="7381645" y="2321814"/>
                  </a:lnTo>
                  <a:lnTo>
                    <a:pt x="7381832" y="2322288"/>
                  </a:lnTo>
                  <a:lnTo>
                    <a:pt x="7382019" y="2322675"/>
                  </a:lnTo>
                  <a:lnTo>
                    <a:pt x="7382206" y="2323059"/>
                  </a:lnTo>
                  <a:lnTo>
                    <a:pt x="7382393" y="2323881"/>
                  </a:lnTo>
                  <a:lnTo>
                    <a:pt x="7382580" y="2325002"/>
                  </a:lnTo>
                  <a:lnTo>
                    <a:pt x="7382767" y="2326336"/>
                  </a:lnTo>
                  <a:lnTo>
                    <a:pt x="7382954" y="2327868"/>
                  </a:lnTo>
                  <a:lnTo>
                    <a:pt x="7383141" y="2329338"/>
                  </a:lnTo>
                  <a:lnTo>
                    <a:pt x="7383328" y="2330643"/>
                  </a:lnTo>
                  <a:lnTo>
                    <a:pt x="7383515" y="2331967"/>
                  </a:lnTo>
                  <a:lnTo>
                    <a:pt x="7383702" y="2333069"/>
                  </a:lnTo>
                  <a:lnTo>
                    <a:pt x="7383888" y="2334071"/>
                  </a:lnTo>
                  <a:lnTo>
                    <a:pt x="7384075" y="2335187"/>
                  </a:lnTo>
                  <a:lnTo>
                    <a:pt x="7384262" y="2337003"/>
                  </a:lnTo>
                  <a:lnTo>
                    <a:pt x="7384449" y="2339962"/>
                  </a:lnTo>
                  <a:lnTo>
                    <a:pt x="7384636" y="2343463"/>
                  </a:lnTo>
                  <a:lnTo>
                    <a:pt x="7384823" y="2347024"/>
                  </a:lnTo>
                  <a:lnTo>
                    <a:pt x="7385010" y="2350885"/>
                  </a:lnTo>
                  <a:lnTo>
                    <a:pt x="7385197" y="2354197"/>
                  </a:lnTo>
                  <a:lnTo>
                    <a:pt x="7385384" y="2357072"/>
                  </a:lnTo>
                  <a:lnTo>
                    <a:pt x="7385571" y="2359624"/>
                  </a:lnTo>
                  <a:lnTo>
                    <a:pt x="7385758" y="2361790"/>
                  </a:lnTo>
                  <a:lnTo>
                    <a:pt x="7385945" y="2363938"/>
                  </a:lnTo>
                  <a:lnTo>
                    <a:pt x="7386132" y="2366054"/>
                  </a:lnTo>
                  <a:lnTo>
                    <a:pt x="7386318" y="2368170"/>
                  </a:lnTo>
                  <a:lnTo>
                    <a:pt x="7386505" y="2370415"/>
                  </a:lnTo>
                  <a:lnTo>
                    <a:pt x="7386692" y="2372579"/>
                  </a:lnTo>
                  <a:lnTo>
                    <a:pt x="7386879" y="2374388"/>
                  </a:lnTo>
                  <a:lnTo>
                    <a:pt x="7387066" y="2375739"/>
                  </a:lnTo>
                  <a:lnTo>
                    <a:pt x="7387253" y="2376714"/>
                  </a:lnTo>
                  <a:lnTo>
                    <a:pt x="7387440" y="2377118"/>
                  </a:lnTo>
                  <a:lnTo>
                    <a:pt x="7387627" y="2377388"/>
                  </a:lnTo>
                  <a:lnTo>
                    <a:pt x="7387814" y="2377515"/>
                  </a:lnTo>
                  <a:lnTo>
                    <a:pt x="7388001" y="2377732"/>
                  </a:lnTo>
                  <a:lnTo>
                    <a:pt x="7388188" y="2378131"/>
                  </a:lnTo>
                  <a:lnTo>
                    <a:pt x="7388375" y="2378083"/>
                  </a:lnTo>
                  <a:lnTo>
                    <a:pt x="7388561" y="2378115"/>
                  </a:lnTo>
                  <a:lnTo>
                    <a:pt x="7388748" y="2378011"/>
                  </a:lnTo>
                  <a:lnTo>
                    <a:pt x="7388935" y="2377982"/>
                  </a:lnTo>
                  <a:lnTo>
                    <a:pt x="7389122" y="2377979"/>
                  </a:lnTo>
                  <a:lnTo>
                    <a:pt x="7389309" y="2377982"/>
                  </a:lnTo>
                  <a:lnTo>
                    <a:pt x="7389496" y="2377898"/>
                  </a:lnTo>
                  <a:lnTo>
                    <a:pt x="7389683" y="2377901"/>
                  </a:lnTo>
                  <a:lnTo>
                    <a:pt x="7389870" y="2377904"/>
                  </a:lnTo>
                  <a:lnTo>
                    <a:pt x="7390057" y="2377900"/>
                  </a:lnTo>
                  <a:lnTo>
                    <a:pt x="7390244" y="2377910"/>
                  </a:lnTo>
                  <a:lnTo>
                    <a:pt x="7390431" y="2377970"/>
                  </a:lnTo>
                  <a:lnTo>
                    <a:pt x="7390618" y="2377944"/>
                  </a:lnTo>
                  <a:lnTo>
                    <a:pt x="7390805" y="2377820"/>
                  </a:lnTo>
                  <a:lnTo>
                    <a:pt x="7390991" y="2377670"/>
                  </a:lnTo>
                  <a:lnTo>
                    <a:pt x="7391178" y="2377535"/>
                  </a:lnTo>
                  <a:lnTo>
                    <a:pt x="7391365" y="2377203"/>
                  </a:lnTo>
                  <a:lnTo>
                    <a:pt x="7391552" y="2377075"/>
                  </a:lnTo>
                  <a:lnTo>
                    <a:pt x="7391739" y="2376991"/>
                  </a:lnTo>
                  <a:lnTo>
                    <a:pt x="7391926" y="2376785"/>
                  </a:lnTo>
                  <a:lnTo>
                    <a:pt x="7392113" y="2376503"/>
                  </a:lnTo>
                  <a:lnTo>
                    <a:pt x="7392300" y="2376108"/>
                  </a:lnTo>
                  <a:lnTo>
                    <a:pt x="7392487" y="2375758"/>
                  </a:lnTo>
                  <a:lnTo>
                    <a:pt x="7392674" y="2375822"/>
                  </a:lnTo>
                  <a:lnTo>
                    <a:pt x="7392861" y="2376173"/>
                  </a:lnTo>
                  <a:lnTo>
                    <a:pt x="7393048" y="2376619"/>
                  </a:lnTo>
                  <a:lnTo>
                    <a:pt x="7393235" y="2376512"/>
                  </a:lnTo>
                  <a:lnTo>
                    <a:pt x="7393421" y="2376230"/>
                  </a:lnTo>
                  <a:lnTo>
                    <a:pt x="7393608" y="2375990"/>
                  </a:lnTo>
                  <a:lnTo>
                    <a:pt x="7393795" y="2375793"/>
                  </a:lnTo>
                  <a:lnTo>
                    <a:pt x="7393982" y="2375429"/>
                  </a:lnTo>
                  <a:lnTo>
                    <a:pt x="7394169" y="2374998"/>
                  </a:lnTo>
                  <a:lnTo>
                    <a:pt x="7394356" y="2374675"/>
                  </a:lnTo>
                  <a:lnTo>
                    <a:pt x="7394543" y="2374447"/>
                  </a:lnTo>
                  <a:lnTo>
                    <a:pt x="7394730" y="2374126"/>
                  </a:lnTo>
                  <a:lnTo>
                    <a:pt x="7394917" y="2373827"/>
                  </a:lnTo>
                  <a:lnTo>
                    <a:pt x="7395104" y="2373438"/>
                  </a:lnTo>
                  <a:lnTo>
                    <a:pt x="7395291" y="2373081"/>
                  </a:lnTo>
                  <a:lnTo>
                    <a:pt x="7395478" y="2372794"/>
                  </a:lnTo>
                  <a:lnTo>
                    <a:pt x="7395664" y="2372434"/>
                  </a:lnTo>
                  <a:lnTo>
                    <a:pt x="7395851" y="2372204"/>
                  </a:lnTo>
                  <a:lnTo>
                    <a:pt x="7396038" y="2372147"/>
                  </a:lnTo>
                  <a:lnTo>
                    <a:pt x="7396225" y="2372308"/>
                  </a:lnTo>
                  <a:lnTo>
                    <a:pt x="7396412" y="2372507"/>
                  </a:lnTo>
                  <a:lnTo>
                    <a:pt x="7396599" y="2372742"/>
                  </a:lnTo>
                  <a:lnTo>
                    <a:pt x="7396786" y="2373147"/>
                  </a:lnTo>
                  <a:lnTo>
                    <a:pt x="7396973" y="2373621"/>
                  </a:lnTo>
                  <a:lnTo>
                    <a:pt x="7397160" y="2373941"/>
                  </a:lnTo>
                  <a:lnTo>
                    <a:pt x="7397347" y="2374058"/>
                  </a:lnTo>
                  <a:lnTo>
                    <a:pt x="7397534" y="2373883"/>
                  </a:lnTo>
                  <a:lnTo>
                    <a:pt x="7397721" y="2373794"/>
                  </a:lnTo>
                  <a:lnTo>
                    <a:pt x="7397908" y="2373957"/>
                  </a:lnTo>
                  <a:lnTo>
                    <a:pt x="7398094" y="2374302"/>
                  </a:lnTo>
                  <a:lnTo>
                    <a:pt x="7398281" y="2374769"/>
                  </a:lnTo>
                  <a:lnTo>
                    <a:pt x="7398468" y="2375312"/>
                  </a:lnTo>
                  <a:lnTo>
                    <a:pt x="7398655" y="2375570"/>
                  </a:lnTo>
                  <a:lnTo>
                    <a:pt x="7398842" y="2375782"/>
                  </a:lnTo>
                  <a:lnTo>
                    <a:pt x="7399029" y="2375843"/>
                  </a:lnTo>
                  <a:lnTo>
                    <a:pt x="7399216" y="2375832"/>
                  </a:lnTo>
                  <a:lnTo>
                    <a:pt x="7399403" y="2375758"/>
                  </a:lnTo>
                  <a:lnTo>
                    <a:pt x="7399590" y="2375665"/>
                  </a:lnTo>
                  <a:lnTo>
                    <a:pt x="7399777" y="2375335"/>
                  </a:lnTo>
                  <a:lnTo>
                    <a:pt x="7399964" y="2374939"/>
                  </a:lnTo>
                  <a:lnTo>
                    <a:pt x="7400151" y="2374417"/>
                  </a:lnTo>
                  <a:lnTo>
                    <a:pt x="7400338" y="2374373"/>
                  </a:lnTo>
                  <a:lnTo>
                    <a:pt x="7400524" y="2374279"/>
                  </a:lnTo>
                  <a:lnTo>
                    <a:pt x="7400711" y="2373956"/>
                  </a:lnTo>
                  <a:lnTo>
                    <a:pt x="7400898" y="2373386"/>
                  </a:lnTo>
                  <a:lnTo>
                    <a:pt x="7401085" y="2373001"/>
                  </a:lnTo>
                  <a:lnTo>
                    <a:pt x="7401272" y="2372646"/>
                  </a:lnTo>
                  <a:lnTo>
                    <a:pt x="7401459" y="2372622"/>
                  </a:lnTo>
                  <a:lnTo>
                    <a:pt x="7401646" y="2372736"/>
                  </a:lnTo>
                  <a:lnTo>
                    <a:pt x="7401833" y="2373223"/>
                  </a:lnTo>
                  <a:lnTo>
                    <a:pt x="7402020" y="2373927"/>
                  </a:lnTo>
                  <a:lnTo>
                    <a:pt x="7402207" y="2374816"/>
                  </a:lnTo>
                  <a:lnTo>
                    <a:pt x="7402394" y="2376034"/>
                  </a:lnTo>
                  <a:lnTo>
                    <a:pt x="7402581" y="2377087"/>
                  </a:lnTo>
                  <a:lnTo>
                    <a:pt x="7402767" y="2377968"/>
                  </a:lnTo>
                  <a:lnTo>
                    <a:pt x="7402954" y="2379177"/>
                  </a:lnTo>
                  <a:lnTo>
                    <a:pt x="7403141" y="2380609"/>
                  </a:lnTo>
                  <a:lnTo>
                    <a:pt x="7403328" y="2382161"/>
                  </a:lnTo>
                  <a:lnTo>
                    <a:pt x="7403515" y="2383987"/>
                  </a:lnTo>
                  <a:lnTo>
                    <a:pt x="7403702" y="2386549"/>
                  </a:lnTo>
                  <a:lnTo>
                    <a:pt x="7403889" y="2389328"/>
                  </a:lnTo>
                  <a:lnTo>
                    <a:pt x="7404076" y="2391930"/>
                  </a:lnTo>
                  <a:lnTo>
                    <a:pt x="7404263" y="2394317"/>
                  </a:lnTo>
                  <a:lnTo>
                    <a:pt x="7404450" y="2396505"/>
                  </a:lnTo>
                  <a:lnTo>
                    <a:pt x="7404637" y="2398410"/>
                  </a:lnTo>
                  <a:lnTo>
                    <a:pt x="7404824" y="2400049"/>
                  </a:lnTo>
                  <a:lnTo>
                    <a:pt x="7405011" y="2401464"/>
                  </a:lnTo>
                  <a:lnTo>
                    <a:pt x="7405197" y="2402690"/>
                  </a:lnTo>
                  <a:lnTo>
                    <a:pt x="7405384" y="2403715"/>
                  </a:lnTo>
                  <a:lnTo>
                    <a:pt x="7405571" y="2404976"/>
                  </a:lnTo>
                  <a:lnTo>
                    <a:pt x="7405758" y="2405997"/>
                  </a:lnTo>
                  <a:lnTo>
                    <a:pt x="7405945" y="2406855"/>
                  </a:lnTo>
                  <a:lnTo>
                    <a:pt x="7406132" y="2407540"/>
                  </a:lnTo>
                  <a:lnTo>
                    <a:pt x="7406319" y="2407705"/>
                  </a:lnTo>
                  <a:lnTo>
                    <a:pt x="7406506" y="2407927"/>
                  </a:lnTo>
                  <a:lnTo>
                    <a:pt x="7406693" y="2407960"/>
                  </a:lnTo>
                  <a:lnTo>
                    <a:pt x="7406880" y="2408175"/>
                  </a:lnTo>
                  <a:lnTo>
                    <a:pt x="7407067" y="2408134"/>
                  </a:lnTo>
                  <a:lnTo>
                    <a:pt x="7407254" y="2408083"/>
                  </a:lnTo>
                  <a:lnTo>
                    <a:pt x="7407440" y="2408102"/>
                  </a:lnTo>
                  <a:lnTo>
                    <a:pt x="7407627" y="2408363"/>
                  </a:lnTo>
                  <a:lnTo>
                    <a:pt x="7407814" y="2408572"/>
                  </a:lnTo>
                  <a:lnTo>
                    <a:pt x="7408001" y="2408903"/>
                  </a:lnTo>
                  <a:lnTo>
                    <a:pt x="7408188" y="2409258"/>
                  </a:lnTo>
                  <a:lnTo>
                    <a:pt x="7408375" y="2409432"/>
                  </a:lnTo>
                  <a:lnTo>
                    <a:pt x="7408562" y="2409277"/>
                  </a:lnTo>
                  <a:lnTo>
                    <a:pt x="7408749" y="2409187"/>
                  </a:lnTo>
                  <a:lnTo>
                    <a:pt x="7408936" y="2409072"/>
                  </a:lnTo>
                  <a:lnTo>
                    <a:pt x="7409123" y="2408815"/>
                  </a:lnTo>
                  <a:lnTo>
                    <a:pt x="7409310" y="2408636"/>
                  </a:lnTo>
                  <a:lnTo>
                    <a:pt x="7409497" y="2408524"/>
                  </a:lnTo>
                  <a:lnTo>
                    <a:pt x="7409684" y="2408170"/>
                  </a:lnTo>
                  <a:lnTo>
                    <a:pt x="7409870" y="2407788"/>
                  </a:lnTo>
                  <a:lnTo>
                    <a:pt x="7410057" y="2407430"/>
                  </a:lnTo>
                  <a:lnTo>
                    <a:pt x="7410244" y="2407079"/>
                  </a:lnTo>
                  <a:lnTo>
                    <a:pt x="7410431" y="2406637"/>
                  </a:lnTo>
                  <a:lnTo>
                    <a:pt x="7410618" y="2406395"/>
                  </a:lnTo>
                  <a:lnTo>
                    <a:pt x="7410805" y="2406156"/>
                  </a:lnTo>
                  <a:lnTo>
                    <a:pt x="7410992" y="2405934"/>
                  </a:lnTo>
                  <a:lnTo>
                    <a:pt x="7411179" y="2405782"/>
                  </a:lnTo>
                  <a:lnTo>
                    <a:pt x="7411366" y="2405721"/>
                  </a:lnTo>
                  <a:lnTo>
                    <a:pt x="7411553" y="2406063"/>
                  </a:lnTo>
                  <a:lnTo>
                    <a:pt x="7411740" y="2406460"/>
                  </a:lnTo>
                  <a:lnTo>
                    <a:pt x="7411927" y="2407077"/>
                  </a:lnTo>
                  <a:lnTo>
                    <a:pt x="7412114" y="2407521"/>
                  </a:lnTo>
                  <a:lnTo>
                    <a:pt x="7412300" y="2408013"/>
                  </a:lnTo>
                  <a:lnTo>
                    <a:pt x="7412487" y="2408851"/>
                  </a:lnTo>
                  <a:lnTo>
                    <a:pt x="7412674" y="2409679"/>
                  </a:lnTo>
                  <a:lnTo>
                    <a:pt x="7412861" y="2410645"/>
                  </a:lnTo>
                  <a:lnTo>
                    <a:pt x="7413048" y="2411755"/>
                  </a:lnTo>
                  <a:lnTo>
                    <a:pt x="7413235" y="2412879"/>
                  </a:lnTo>
                  <a:lnTo>
                    <a:pt x="7413422" y="2413591"/>
                  </a:lnTo>
                  <a:lnTo>
                    <a:pt x="7413609" y="2414315"/>
                  </a:lnTo>
                  <a:lnTo>
                    <a:pt x="7413796" y="2414780"/>
                  </a:lnTo>
                  <a:lnTo>
                    <a:pt x="7413983" y="2415186"/>
                  </a:lnTo>
                  <a:lnTo>
                    <a:pt x="7414170" y="2415507"/>
                  </a:lnTo>
                  <a:lnTo>
                    <a:pt x="7414357" y="2415963"/>
                  </a:lnTo>
                  <a:lnTo>
                    <a:pt x="7414543" y="2416456"/>
                  </a:lnTo>
                  <a:lnTo>
                    <a:pt x="7414730" y="2416953"/>
                  </a:lnTo>
                  <a:lnTo>
                    <a:pt x="7414917" y="2417390"/>
                  </a:lnTo>
                  <a:lnTo>
                    <a:pt x="7415104" y="2417855"/>
                  </a:lnTo>
                  <a:lnTo>
                    <a:pt x="7415291" y="2418732"/>
                  </a:lnTo>
                  <a:lnTo>
                    <a:pt x="7415478" y="2419809"/>
                  </a:lnTo>
                  <a:lnTo>
                    <a:pt x="7415665" y="2420910"/>
                  </a:lnTo>
                  <a:lnTo>
                    <a:pt x="7415852" y="2422114"/>
                  </a:lnTo>
                  <a:lnTo>
                    <a:pt x="7416039" y="2423272"/>
                  </a:lnTo>
                  <a:lnTo>
                    <a:pt x="7416226" y="2424339"/>
                  </a:lnTo>
                  <a:lnTo>
                    <a:pt x="7416413" y="2425265"/>
                  </a:lnTo>
                  <a:lnTo>
                    <a:pt x="7416600" y="2426143"/>
                  </a:lnTo>
                  <a:lnTo>
                    <a:pt x="7416787" y="2426950"/>
                  </a:lnTo>
                  <a:lnTo>
                    <a:pt x="7416973" y="2427796"/>
                  </a:lnTo>
                  <a:lnTo>
                    <a:pt x="7417160" y="2428528"/>
                  </a:lnTo>
                  <a:lnTo>
                    <a:pt x="7417347" y="2429214"/>
                  </a:lnTo>
                  <a:lnTo>
                    <a:pt x="7417534" y="2429912"/>
                  </a:lnTo>
                  <a:lnTo>
                    <a:pt x="7417721" y="2430634"/>
                  </a:lnTo>
                  <a:lnTo>
                    <a:pt x="7417908" y="2431254"/>
                  </a:lnTo>
                  <a:lnTo>
                    <a:pt x="7418095" y="2431879"/>
                  </a:lnTo>
                  <a:lnTo>
                    <a:pt x="7418282" y="2432375"/>
                  </a:lnTo>
                  <a:lnTo>
                    <a:pt x="7418469" y="2432664"/>
                  </a:lnTo>
                  <a:lnTo>
                    <a:pt x="7418656" y="2433057"/>
                  </a:lnTo>
                  <a:lnTo>
                    <a:pt x="7418843" y="2433456"/>
                  </a:lnTo>
                  <a:lnTo>
                    <a:pt x="7419030" y="2433917"/>
                  </a:lnTo>
                  <a:lnTo>
                    <a:pt x="7419217" y="2434328"/>
                  </a:lnTo>
                  <a:lnTo>
                    <a:pt x="7419403" y="2434961"/>
                  </a:lnTo>
                  <a:lnTo>
                    <a:pt x="7419590" y="2435434"/>
                  </a:lnTo>
                  <a:lnTo>
                    <a:pt x="7419777" y="2435813"/>
                  </a:lnTo>
                  <a:lnTo>
                    <a:pt x="7419964" y="2436147"/>
                  </a:lnTo>
                  <a:lnTo>
                    <a:pt x="7420151" y="2436311"/>
                  </a:lnTo>
                  <a:lnTo>
                    <a:pt x="7420338" y="2436401"/>
                  </a:lnTo>
                  <a:lnTo>
                    <a:pt x="7420525" y="2436499"/>
                  </a:lnTo>
                  <a:lnTo>
                    <a:pt x="7420712" y="2436642"/>
                  </a:lnTo>
                  <a:lnTo>
                    <a:pt x="7420899" y="2436766"/>
                  </a:lnTo>
                  <a:lnTo>
                    <a:pt x="7421086" y="2437179"/>
                  </a:lnTo>
                  <a:lnTo>
                    <a:pt x="7421273" y="2437568"/>
                  </a:lnTo>
                  <a:lnTo>
                    <a:pt x="7421460" y="2437946"/>
                  </a:lnTo>
                  <a:lnTo>
                    <a:pt x="7421646" y="2438096"/>
                  </a:lnTo>
                  <a:lnTo>
                    <a:pt x="7421833" y="2438067"/>
                  </a:lnTo>
                  <a:lnTo>
                    <a:pt x="7422020" y="2438054"/>
                  </a:lnTo>
                  <a:lnTo>
                    <a:pt x="7422207" y="2438130"/>
                  </a:lnTo>
                  <a:lnTo>
                    <a:pt x="7422394" y="2438152"/>
                  </a:lnTo>
                  <a:lnTo>
                    <a:pt x="7422581" y="2438276"/>
                  </a:lnTo>
                  <a:lnTo>
                    <a:pt x="7422768" y="2438484"/>
                  </a:lnTo>
                  <a:lnTo>
                    <a:pt x="7422955" y="2438821"/>
                  </a:lnTo>
                  <a:lnTo>
                    <a:pt x="7423142" y="2439490"/>
                  </a:lnTo>
                  <a:lnTo>
                    <a:pt x="7423329" y="2440240"/>
                  </a:lnTo>
                  <a:lnTo>
                    <a:pt x="7423516" y="2441022"/>
                  </a:lnTo>
                  <a:lnTo>
                    <a:pt x="7423703" y="2441782"/>
                  </a:lnTo>
                  <a:lnTo>
                    <a:pt x="7423890" y="2442413"/>
                  </a:lnTo>
                  <a:lnTo>
                    <a:pt x="7424076" y="2443125"/>
                  </a:lnTo>
                  <a:lnTo>
                    <a:pt x="7424263" y="2443780"/>
                  </a:lnTo>
                  <a:lnTo>
                    <a:pt x="7424450" y="2444472"/>
                  </a:lnTo>
                  <a:lnTo>
                    <a:pt x="7424637" y="2445210"/>
                  </a:lnTo>
                  <a:lnTo>
                    <a:pt x="7424824" y="2445983"/>
                  </a:lnTo>
                  <a:lnTo>
                    <a:pt x="7425011" y="2446741"/>
                  </a:lnTo>
                  <a:lnTo>
                    <a:pt x="7425198" y="2447486"/>
                  </a:lnTo>
                  <a:lnTo>
                    <a:pt x="7425385" y="2448064"/>
                  </a:lnTo>
                  <a:lnTo>
                    <a:pt x="7425572" y="2448474"/>
                  </a:lnTo>
                  <a:lnTo>
                    <a:pt x="7425759" y="2448887"/>
                  </a:lnTo>
                  <a:lnTo>
                    <a:pt x="7425946" y="2449073"/>
                  </a:lnTo>
                  <a:lnTo>
                    <a:pt x="7426133" y="2449268"/>
                  </a:lnTo>
                  <a:lnTo>
                    <a:pt x="7426319" y="2449388"/>
                  </a:lnTo>
                  <a:lnTo>
                    <a:pt x="7426506" y="2449482"/>
                  </a:lnTo>
                  <a:lnTo>
                    <a:pt x="7426693" y="2449247"/>
                  </a:lnTo>
                  <a:lnTo>
                    <a:pt x="7426880" y="2448957"/>
                  </a:lnTo>
                  <a:lnTo>
                    <a:pt x="7427067" y="2448580"/>
                  </a:lnTo>
                  <a:lnTo>
                    <a:pt x="7427254" y="2448161"/>
                  </a:lnTo>
                  <a:lnTo>
                    <a:pt x="7427441" y="2447656"/>
                  </a:lnTo>
                  <a:lnTo>
                    <a:pt x="7427628" y="2447055"/>
                  </a:lnTo>
                  <a:lnTo>
                    <a:pt x="7427815" y="2446467"/>
                  </a:lnTo>
                  <a:lnTo>
                    <a:pt x="7428002" y="2445869"/>
                  </a:lnTo>
                  <a:lnTo>
                    <a:pt x="7428189" y="2445103"/>
                  </a:lnTo>
                  <a:lnTo>
                    <a:pt x="7428376" y="2444367"/>
                  </a:lnTo>
                  <a:lnTo>
                    <a:pt x="7428563" y="2443708"/>
                  </a:lnTo>
                  <a:lnTo>
                    <a:pt x="7428749" y="2443340"/>
                  </a:lnTo>
                  <a:lnTo>
                    <a:pt x="7428936" y="2442904"/>
                  </a:lnTo>
                  <a:lnTo>
                    <a:pt x="7429123" y="2442250"/>
                  </a:lnTo>
                  <a:lnTo>
                    <a:pt x="7429310" y="2441602"/>
                  </a:lnTo>
                  <a:lnTo>
                    <a:pt x="7429497" y="2440824"/>
                  </a:lnTo>
                  <a:lnTo>
                    <a:pt x="7429684" y="2440008"/>
                  </a:lnTo>
                  <a:lnTo>
                    <a:pt x="7429871" y="2439240"/>
                  </a:lnTo>
                  <a:lnTo>
                    <a:pt x="7430058" y="2438350"/>
                  </a:lnTo>
                  <a:lnTo>
                    <a:pt x="7430245" y="2437290"/>
                  </a:lnTo>
                  <a:lnTo>
                    <a:pt x="7430432" y="2436291"/>
                  </a:lnTo>
                  <a:lnTo>
                    <a:pt x="7430619" y="2435444"/>
                  </a:lnTo>
                  <a:lnTo>
                    <a:pt x="7430806" y="2434736"/>
                  </a:lnTo>
                  <a:lnTo>
                    <a:pt x="7430993" y="2434367"/>
                  </a:lnTo>
                  <a:lnTo>
                    <a:pt x="7431179" y="2434071"/>
                  </a:lnTo>
                  <a:lnTo>
                    <a:pt x="7431366" y="2433767"/>
                  </a:lnTo>
                  <a:lnTo>
                    <a:pt x="7431553" y="2433432"/>
                  </a:lnTo>
                  <a:lnTo>
                    <a:pt x="7431740" y="2433133"/>
                  </a:lnTo>
                  <a:lnTo>
                    <a:pt x="7431927" y="2433313"/>
                  </a:lnTo>
                  <a:lnTo>
                    <a:pt x="7432114" y="2433613"/>
                  </a:lnTo>
                  <a:lnTo>
                    <a:pt x="7432301" y="2434066"/>
                  </a:lnTo>
                  <a:lnTo>
                    <a:pt x="7432488" y="2434737"/>
                  </a:lnTo>
                  <a:lnTo>
                    <a:pt x="7432675" y="2435436"/>
                  </a:lnTo>
                  <a:lnTo>
                    <a:pt x="7432862" y="2436055"/>
                  </a:lnTo>
                  <a:lnTo>
                    <a:pt x="7433049" y="2436703"/>
                  </a:lnTo>
                  <a:lnTo>
                    <a:pt x="7433236" y="2437234"/>
                  </a:lnTo>
                  <a:lnTo>
                    <a:pt x="7433422" y="2437605"/>
                  </a:lnTo>
                  <a:lnTo>
                    <a:pt x="7433609" y="2437795"/>
                  </a:lnTo>
                  <a:lnTo>
                    <a:pt x="7433796" y="2437922"/>
                  </a:lnTo>
                  <a:lnTo>
                    <a:pt x="7433983" y="2438045"/>
                  </a:lnTo>
                  <a:lnTo>
                    <a:pt x="7434170" y="2438118"/>
                  </a:lnTo>
                  <a:lnTo>
                    <a:pt x="7434357" y="2438237"/>
                  </a:lnTo>
                  <a:lnTo>
                    <a:pt x="7434544" y="2438477"/>
                  </a:lnTo>
                  <a:lnTo>
                    <a:pt x="7434731" y="2438875"/>
                  </a:lnTo>
                  <a:lnTo>
                    <a:pt x="7434918" y="2439537"/>
                  </a:lnTo>
                  <a:lnTo>
                    <a:pt x="7435105" y="2440200"/>
                  </a:lnTo>
                  <a:lnTo>
                    <a:pt x="7435292" y="2440781"/>
                  </a:lnTo>
                  <a:lnTo>
                    <a:pt x="7435479" y="2441256"/>
                  </a:lnTo>
                  <a:lnTo>
                    <a:pt x="7435666" y="2441525"/>
                  </a:lnTo>
                  <a:lnTo>
                    <a:pt x="7435852" y="2441810"/>
                  </a:lnTo>
                  <a:lnTo>
                    <a:pt x="7436039" y="2442107"/>
                  </a:lnTo>
                  <a:lnTo>
                    <a:pt x="7436226" y="2442437"/>
                  </a:lnTo>
                  <a:lnTo>
                    <a:pt x="7436413" y="2442883"/>
                  </a:lnTo>
                  <a:lnTo>
                    <a:pt x="7436600" y="2443378"/>
                  </a:lnTo>
                  <a:lnTo>
                    <a:pt x="7436787" y="2443873"/>
                  </a:lnTo>
                  <a:lnTo>
                    <a:pt x="7436974" y="2444376"/>
                  </a:lnTo>
                  <a:lnTo>
                    <a:pt x="7437161" y="2445160"/>
                  </a:lnTo>
                  <a:lnTo>
                    <a:pt x="7437348" y="2446010"/>
                  </a:lnTo>
                  <a:lnTo>
                    <a:pt x="7437535" y="2447124"/>
                  </a:lnTo>
                  <a:lnTo>
                    <a:pt x="7437722" y="2447786"/>
                  </a:lnTo>
                  <a:lnTo>
                    <a:pt x="7437909" y="2448416"/>
                  </a:lnTo>
                  <a:lnTo>
                    <a:pt x="7438096" y="2449151"/>
                  </a:lnTo>
                  <a:lnTo>
                    <a:pt x="7438282" y="2449964"/>
                  </a:lnTo>
                  <a:lnTo>
                    <a:pt x="7438469" y="2450777"/>
                  </a:lnTo>
                  <a:lnTo>
                    <a:pt x="7438656" y="2451548"/>
                  </a:lnTo>
                  <a:lnTo>
                    <a:pt x="7438843" y="2452145"/>
                  </a:lnTo>
                  <a:lnTo>
                    <a:pt x="7439030" y="2452820"/>
                  </a:lnTo>
                  <a:lnTo>
                    <a:pt x="7439217" y="2453429"/>
                  </a:lnTo>
                  <a:lnTo>
                    <a:pt x="7439404" y="2454001"/>
                  </a:lnTo>
                  <a:lnTo>
                    <a:pt x="7439591" y="2454797"/>
                  </a:lnTo>
                  <a:lnTo>
                    <a:pt x="7439778" y="2455289"/>
                  </a:lnTo>
                  <a:lnTo>
                    <a:pt x="7439965" y="2455728"/>
                  </a:lnTo>
                  <a:lnTo>
                    <a:pt x="7440152" y="2456310"/>
                  </a:lnTo>
                  <a:lnTo>
                    <a:pt x="7440339" y="2456757"/>
                  </a:lnTo>
                  <a:lnTo>
                    <a:pt x="7440525" y="2457358"/>
                  </a:lnTo>
                  <a:lnTo>
                    <a:pt x="7440712" y="2457976"/>
                  </a:lnTo>
                  <a:lnTo>
                    <a:pt x="7440899" y="2458516"/>
                  </a:lnTo>
                  <a:lnTo>
                    <a:pt x="7441086" y="2459028"/>
                  </a:lnTo>
                  <a:lnTo>
                    <a:pt x="7441273" y="2459602"/>
                  </a:lnTo>
                  <a:lnTo>
                    <a:pt x="7441460" y="2460272"/>
                  </a:lnTo>
                  <a:lnTo>
                    <a:pt x="7441647" y="2460942"/>
                  </a:lnTo>
                  <a:lnTo>
                    <a:pt x="7441834" y="2461530"/>
                  </a:lnTo>
                  <a:lnTo>
                    <a:pt x="7442021" y="2462128"/>
                  </a:lnTo>
                  <a:lnTo>
                    <a:pt x="7442208" y="2462870"/>
                  </a:lnTo>
                  <a:lnTo>
                    <a:pt x="7442395" y="2463627"/>
                  </a:lnTo>
                  <a:lnTo>
                    <a:pt x="7442582" y="2464374"/>
                  </a:lnTo>
                  <a:lnTo>
                    <a:pt x="7442769" y="2465339"/>
                  </a:lnTo>
                  <a:lnTo>
                    <a:pt x="7442955" y="2466094"/>
                  </a:lnTo>
                  <a:lnTo>
                    <a:pt x="7443142" y="2466827"/>
                  </a:lnTo>
                  <a:lnTo>
                    <a:pt x="7443329" y="2467352"/>
                  </a:lnTo>
                  <a:lnTo>
                    <a:pt x="7443516" y="2467633"/>
                  </a:lnTo>
                  <a:lnTo>
                    <a:pt x="7443703" y="2468293"/>
                  </a:lnTo>
                  <a:lnTo>
                    <a:pt x="7443890" y="2468895"/>
                  </a:lnTo>
                  <a:lnTo>
                    <a:pt x="7444077" y="2469390"/>
                  </a:lnTo>
                  <a:lnTo>
                    <a:pt x="7444264" y="2469720"/>
                  </a:lnTo>
                  <a:lnTo>
                    <a:pt x="7444451" y="2470051"/>
                  </a:lnTo>
                  <a:lnTo>
                    <a:pt x="7444638" y="2470381"/>
                  </a:lnTo>
                  <a:lnTo>
                    <a:pt x="7444825" y="2470669"/>
                  </a:lnTo>
                  <a:lnTo>
                    <a:pt x="7445012" y="2470711"/>
                  </a:lnTo>
                  <a:lnTo>
                    <a:pt x="7445198" y="2470834"/>
                  </a:lnTo>
                  <a:lnTo>
                    <a:pt x="7445385" y="2470835"/>
                  </a:lnTo>
                  <a:lnTo>
                    <a:pt x="7445572" y="2470807"/>
                  </a:lnTo>
                  <a:lnTo>
                    <a:pt x="7445759" y="2470965"/>
                  </a:lnTo>
                  <a:lnTo>
                    <a:pt x="7445946" y="2471170"/>
                  </a:lnTo>
                  <a:lnTo>
                    <a:pt x="7446133" y="2471311"/>
                  </a:lnTo>
                  <a:lnTo>
                    <a:pt x="7446320" y="2471560"/>
                  </a:lnTo>
                  <a:lnTo>
                    <a:pt x="7446378" y="2471758"/>
                  </a:lnTo>
                  <a:lnTo>
                    <a:pt x="7479779" y="2471653"/>
                  </a:lnTo>
                  <a:lnTo>
                    <a:pt x="7479966" y="2470658"/>
                  </a:lnTo>
                  <a:lnTo>
                    <a:pt x="7480153" y="2469663"/>
                  </a:lnTo>
                  <a:lnTo>
                    <a:pt x="7480340" y="2468667"/>
                  </a:lnTo>
                  <a:lnTo>
                    <a:pt x="7480527" y="2467670"/>
                  </a:lnTo>
                  <a:lnTo>
                    <a:pt x="7480713" y="2466861"/>
                  </a:lnTo>
                  <a:lnTo>
                    <a:pt x="7480900" y="2466247"/>
                  </a:lnTo>
                  <a:lnTo>
                    <a:pt x="7481087" y="2465697"/>
                  </a:lnTo>
                  <a:lnTo>
                    <a:pt x="7481274" y="2464707"/>
                  </a:lnTo>
                  <a:lnTo>
                    <a:pt x="7481461" y="2463717"/>
                  </a:lnTo>
                  <a:lnTo>
                    <a:pt x="7481648" y="2462727"/>
                  </a:lnTo>
                  <a:lnTo>
                    <a:pt x="7481835" y="2461860"/>
                  </a:lnTo>
                  <a:lnTo>
                    <a:pt x="7482022" y="2461035"/>
                  </a:lnTo>
                  <a:lnTo>
                    <a:pt x="7482209" y="2460532"/>
                  </a:lnTo>
                  <a:lnTo>
                    <a:pt x="7482396" y="2460202"/>
                  </a:lnTo>
                  <a:lnTo>
                    <a:pt x="7482583" y="2459797"/>
                  </a:lnTo>
                  <a:lnTo>
                    <a:pt x="7482770" y="2459302"/>
                  </a:lnTo>
                  <a:lnTo>
                    <a:pt x="7482956" y="2458807"/>
                  </a:lnTo>
                  <a:lnTo>
                    <a:pt x="7483143" y="2458312"/>
                  </a:lnTo>
                  <a:lnTo>
                    <a:pt x="7483330" y="2457751"/>
                  </a:lnTo>
                  <a:lnTo>
                    <a:pt x="7483517" y="2457091"/>
                  </a:lnTo>
                  <a:lnTo>
                    <a:pt x="7483704" y="2456563"/>
                  </a:lnTo>
                  <a:lnTo>
                    <a:pt x="7483891" y="2455707"/>
                  </a:lnTo>
                  <a:lnTo>
                    <a:pt x="7484078" y="2454635"/>
                  </a:lnTo>
                  <a:lnTo>
                    <a:pt x="7484265" y="2453447"/>
                  </a:lnTo>
                  <a:lnTo>
                    <a:pt x="7484452" y="2451958"/>
                  </a:lnTo>
                  <a:lnTo>
                    <a:pt x="7484639" y="2450354"/>
                  </a:lnTo>
                  <a:lnTo>
                    <a:pt x="7484826" y="2448840"/>
                  </a:lnTo>
                  <a:lnTo>
                    <a:pt x="7485013" y="2447326"/>
                  </a:lnTo>
                  <a:lnTo>
                    <a:pt x="7485200" y="2445714"/>
                  </a:lnTo>
                  <a:lnTo>
                    <a:pt x="7485386" y="2443969"/>
                  </a:lnTo>
                  <a:lnTo>
                    <a:pt x="7485573" y="2442757"/>
                  </a:lnTo>
                  <a:lnTo>
                    <a:pt x="7485760" y="2441613"/>
                  </a:lnTo>
                  <a:lnTo>
                    <a:pt x="7485947" y="2440519"/>
                  </a:lnTo>
                  <a:lnTo>
                    <a:pt x="7486134" y="2439564"/>
                  </a:lnTo>
                  <a:lnTo>
                    <a:pt x="7486321" y="2438716"/>
                  </a:lnTo>
                  <a:lnTo>
                    <a:pt x="7486508" y="2437742"/>
                  </a:lnTo>
                  <a:lnTo>
                    <a:pt x="7486695" y="2436768"/>
                  </a:lnTo>
                  <a:lnTo>
                    <a:pt x="7486882" y="2435955"/>
                  </a:lnTo>
                  <a:lnTo>
                    <a:pt x="7487069" y="2435253"/>
                  </a:lnTo>
                  <a:lnTo>
                    <a:pt x="7487256" y="2435031"/>
                  </a:lnTo>
                  <a:lnTo>
                    <a:pt x="7487443" y="2434822"/>
                  </a:lnTo>
                  <a:lnTo>
                    <a:pt x="7487630" y="2434490"/>
                  </a:lnTo>
                  <a:lnTo>
                    <a:pt x="7487816" y="2434158"/>
                  </a:lnTo>
                  <a:lnTo>
                    <a:pt x="7488003" y="2433898"/>
                  </a:lnTo>
                  <a:lnTo>
                    <a:pt x="7488190" y="2433782"/>
                  </a:lnTo>
                  <a:lnTo>
                    <a:pt x="7488377" y="2433684"/>
                  </a:lnTo>
                  <a:lnTo>
                    <a:pt x="7488564" y="2433498"/>
                  </a:lnTo>
                  <a:lnTo>
                    <a:pt x="7488751" y="2433076"/>
                  </a:lnTo>
                  <a:lnTo>
                    <a:pt x="7488938" y="2432185"/>
                  </a:lnTo>
                  <a:lnTo>
                    <a:pt x="7489125" y="2431186"/>
                  </a:lnTo>
                  <a:lnTo>
                    <a:pt x="7489312" y="2429990"/>
                  </a:lnTo>
                  <a:lnTo>
                    <a:pt x="7489499" y="2428896"/>
                  </a:lnTo>
                  <a:lnTo>
                    <a:pt x="7489686" y="2427623"/>
                  </a:lnTo>
                  <a:lnTo>
                    <a:pt x="7489873" y="2426247"/>
                  </a:lnTo>
                  <a:lnTo>
                    <a:pt x="7490059" y="2424890"/>
                  </a:lnTo>
                  <a:lnTo>
                    <a:pt x="7490246" y="2423421"/>
                  </a:lnTo>
                  <a:lnTo>
                    <a:pt x="7490433" y="2421583"/>
                  </a:lnTo>
                  <a:lnTo>
                    <a:pt x="7490620" y="2419658"/>
                  </a:lnTo>
                  <a:lnTo>
                    <a:pt x="7490807" y="2417696"/>
                  </a:lnTo>
                  <a:lnTo>
                    <a:pt x="7490994" y="2415581"/>
                  </a:lnTo>
                  <a:lnTo>
                    <a:pt x="7491181" y="2413198"/>
                  </a:lnTo>
                  <a:lnTo>
                    <a:pt x="7491368" y="2410815"/>
                  </a:lnTo>
                  <a:lnTo>
                    <a:pt x="7491555" y="2408679"/>
                  </a:lnTo>
                  <a:lnTo>
                    <a:pt x="7491742" y="2407198"/>
                  </a:lnTo>
                  <a:lnTo>
                    <a:pt x="7491929" y="2405698"/>
                  </a:lnTo>
                  <a:lnTo>
                    <a:pt x="7492116" y="2404109"/>
                  </a:lnTo>
                  <a:lnTo>
                    <a:pt x="7492303" y="2402410"/>
                  </a:lnTo>
                  <a:lnTo>
                    <a:pt x="7492489" y="2400657"/>
                  </a:lnTo>
                  <a:lnTo>
                    <a:pt x="7492676" y="2398918"/>
                  </a:lnTo>
                  <a:lnTo>
                    <a:pt x="7492863" y="2397311"/>
                  </a:lnTo>
                  <a:lnTo>
                    <a:pt x="7493050" y="2395875"/>
                  </a:lnTo>
                  <a:lnTo>
                    <a:pt x="7493237" y="2394774"/>
                  </a:lnTo>
                  <a:lnTo>
                    <a:pt x="7493424" y="2393731"/>
                  </a:lnTo>
                  <a:lnTo>
                    <a:pt x="7493611" y="2392773"/>
                  </a:lnTo>
                  <a:lnTo>
                    <a:pt x="7493798" y="2391951"/>
                  </a:lnTo>
                  <a:lnTo>
                    <a:pt x="7493985" y="2391466"/>
                  </a:lnTo>
                  <a:lnTo>
                    <a:pt x="7494172" y="2390902"/>
                  </a:lnTo>
                  <a:lnTo>
                    <a:pt x="7494359" y="2390338"/>
                  </a:lnTo>
                  <a:lnTo>
                    <a:pt x="7494546" y="2389670"/>
                  </a:lnTo>
                  <a:lnTo>
                    <a:pt x="7494732" y="2389015"/>
                  </a:lnTo>
                  <a:lnTo>
                    <a:pt x="7494919" y="2388144"/>
                  </a:lnTo>
                  <a:lnTo>
                    <a:pt x="7495106" y="2387174"/>
                  </a:lnTo>
                  <a:lnTo>
                    <a:pt x="7495293" y="2386675"/>
                  </a:lnTo>
                  <a:lnTo>
                    <a:pt x="7495480" y="2386087"/>
                  </a:lnTo>
                  <a:lnTo>
                    <a:pt x="7495667" y="2385473"/>
                  </a:lnTo>
                  <a:lnTo>
                    <a:pt x="7495854" y="2384718"/>
                  </a:lnTo>
                  <a:lnTo>
                    <a:pt x="7496041" y="2383729"/>
                  </a:lnTo>
                  <a:lnTo>
                    <a:pt x="7496228" y="2382854"/>
                  </a:lnTo>
                  <a:lnTo>
                    <a:pt x="7496415" y="2382001"/>
                  </a:lnTo>
                  <a:lnTo>
                    <a:pt x="7496602" y="2381152"/>
                  </a:lnTo>
                  <a:lnTo>
                    <a:pt x="7496789" y="2379977"/>
                  </a:lnTo>
                  <a:lnTo>
                    <a:pt x="7496976" y="2378510"/>
                  </a:lnTo>
                  <a:lnTo>
                    <a:pt x="7497162" y="2377216"/>
                  </a:lnTo>
                  <a:lnTo>
                    <a:pt x="7497349" y="2376084"/>
                  </a:lnTo>
                  <a:lnTo>
                    <a:pt x="7497536" y="2375030"/>
                  </a:lnTo>
                  <a:lnTo>
                    <a:pt x="7497723" y="2374061"/>
                  </a:lnTo>
                  <a:lnTo>
                    <a:pt x="7497910" y="2373248"/>
                  </a:lnTo>
                  <a:lnTo>
                    <a:pt x="7498097" y="2372380"/>
                  </a:lnTo>
                  <a:lnTo>
                    <a:pt x="7498284" y="2371457"/>
                  </a:lnTo>
                  <a:lnTo>
                    <a:pt x="7498471" y="2369658"/>
                  </a:lnTo>
                  <a:lnTo>
                    <a:pt x="7498658" y="2367521"/>
                  </a:lnTo>
                  <a:lnTo>
                    <a:pt x="7498845" y="2365697"/>
                  </a:lnTo>
                  <a:lnTo>
                    <a:pt x="7499032" y="2363882"/>
                  </a:lnTo>
                  <a:lnTo>
                    <a:pt x="7499219" y="2362034"/>
                  </a:lnTo>
                  <a:lnTo>
                    <a:pt x="7499406" y="2360235"/>
                  </a:lnTo>
                  <a:lnTo>
                    <a:pt x="7499592" y="2358758"/>
                  </a:lnTo>
                  <a:lnTo>
                    <a:pt x="7499779" y="2357330"/>
                  </a:lnTo>
                  <a:lnTo>
                    <a:pt x="7499966" y="2355572"/>
                  </a:lnTo>
                  <a:lnTo>
                    <a:pt x="7500153" y="2354381"/>
                  </a:lnTo>
                  <a:lnTo>
                    <a:pt x="7500340" y="2353266"/>
                  </a:lnTo>
                  <a:lnTo>
                    <a:pt x="7500527" y="2352212"/>
                  </a:lnTo>
                  <a:lnTo>
                    <a:pt x="7500714" y="2351532"/>
                  </a:lnTo>
                  <a:lnTo>
                    <a:pt x="7500901" y="2350890"/>
                  </a:lnTo>
                  <a:lnTo>
                    <a:pt x="7501088" y="2350153"/>
                  </a:lnTo>
                  <a:lnTo>
                    <a:pt x="7501275" y="2349474"/>
                  </a:lnTo>
                  <a:lnTo>
                    <a:pt x="7501462" y="2348933"/>
                  </a:lnTo>
                  <a:lnTo>
                    <a:pt x="7501649" y="2348392"/>
                  </a:lnTo>
                  <a:lnTo>
                    <a:pt x="7501835" y="2347852"/>
                  </a:lnTo>
                  <a:lnTo>
                    <a:pt x="7502022" y="2347330"/>
                  </a:lnTo>
                  <a:lnTo>
                    <a:pt x="7502209" y="2346885"/>
                  </a:lnTo>
                  <a:lnTo>
                    <a:pt x="7502396" y="2346527"/>
                  </a:lnTo>
                  <a:lnTo>
                    <a:pt x="7502583" y="2346388"/>
                  </a:lnTo>
                  <a:lnTo>
                    <a:pt x="7502770" y="2346483"/>
                  </a:lnTo>
                  <a:lnTo>
                    <a:pt x="7502957" y="2346622"/>
                  </a:lnTo>
                  <a:lnTo>
                    <a:pt x="7503144" y="2346761"/>
                  </a:lnTo>
                  <a:lnTo>
                    <a:pt x="7503331" y="2346669"/>
                  </a:lnTo>
                  <a:lnTo>
                    <a:pt x="7503518" y="2346544"/>
                  </a:lnTo>
                  <a:lnTo>
                    <a:pt x="7503705" y="2346422"/>
                  </a:lnTo>
                  <a:lnTo>
                    <a:pt x="7503892" y="2346167"/>
                  </a:lnTo>
                  <a:lnTo>
                    <a:pt x="7504079" y="2346224"/>
                  </a:lnTo>
                  <a:lnTo>
                    <a:pt x="7504265" y="2346530"/>
                  </a:lnTo>
                  <a:lnTo>
                    <a:pt x="7504452" y="2346860"/>
                  </a:lnTo>
                  <a:lnTo>
                    <a:pt x="7504639" y="2347091"/>
                  </a:lnTo>
                  <a:lnTo>
                    <a:pt x="7504826" y="2347439"/>
                  </a:lnTo>
                  <a:lnTo>
                    <a:pt x="7505013" y="2347792"/>
                  </a:lnTo>
                  <a:lnTo>
                    <a:pt x="7505200" y="2348127"/>
                  </a:lnTo>
                  <a:lnTo>
                    <a:pt x="7505387" y="2348335"/>
                  </a:lnTo>
                  <a:lnTo>
                    <a:pt x="7505574" y="2348283"/>
                  </a:lnTo>
                  <a:lnTo>
                    <a:pt x="7505761" y="2348173"/>
                  </a:lnTo>
                  <a:lnTo>
                    <a:pt x="7505948" y="2347842"/>
                  </a:lnTo>
                  <a:lnTo>
                    <a:pt x="7506135" y="2347500"/>
                  </a:lnTo>
                  <a:lnTo>
                    <a:pt x="7506322" y="2346872"/>
                  </a:lnTo>
                  <a:lnTo>
                    <a:pt x="7506509" y="2346157"/>
                  </a:lnTo>
                  <a:lnTo>
                    <a:pt x="7506695" y="2345533"/>
                  </a:lnTo>
                  <a:lnTo>
                    <a:pt x="7506882" y="2344754"/>
                  </a:lnTo>
                  <a:lnTo>
                    <a:pt x="7507069" y="2343989"/>
                  </a:lnTo>
                  <a:lnTo>
                    <a:pt x="7507256" y="2343198"/>
                  </a:lnTo>
                  <a:lnTo>
                    <a:pt x="7507443" y="2342434"/>
                  </a:lnTo>
                  <a:lnTo>
                    <a:pt x="7507630" y="2341713"/>
                  </a:lnTo>
                  <a:lnTo>
                    <a:pt x="7507817" y="2341010"/>
                  </a:lnTo>
                  <a:lnTo>
                    <a:pt x="7508004" y="2340315"/>
                  </a:lnTo>
                  <a:lnTo>
                    <a:pt x="7508191" y="2339770"/>
                  </a:lnTo>
                  <a:lnTo>
                    <a:pt x="7508378" y="2339299"/>
                  </a:lnTo>
                  <a:lnTo>
                    <a:pt x="7508565" y="2338845"/>
                  </a:lnTo>
                  <a:lnTo>
                    <a:pt x="7508752" y="2338695"/>
                  </a:lnTo>
                  <a:lnTo>
                    <a:pt x="7508938" y="2338840"/>
                  </a:lnTo>
                  <a:lnTo>
                    <a:pt x="7509125" y="2339411"/>
                  </a:lnTo>
                  <a:lnTo>
                    <a:pt x="7509312" y="2340224"/>
                  </a:lnTo>
                  <a:lnTo>
                    <a:pt x="7509499" y="2341112"/>
                  </a:lnTo>
                  <a:lnTo>
                    <a:pt x="7509686" y="2342032"/>
                  </a:lnTo>
                  <a:lnTo>
                    <a:pt x="7509873" y="2342855"/>
                  </a:lnTo>
                  <a:lnTo>
                    <a:pt x="7510060" y="2343499"/>
                  </a:lnTo>
                  <a:lnTo>
                    <a:pt x="7510247" y="2343898"/>
                  </a:lnTo>
                  <a:lnTo>
                    <a:pt x="7510434" y="2344241"/>
                  </a:lnTo>
                  <a:lnTo>
                    <a:pt x="7510621" y="2344065"/>
                  </a:lnTo>
                  <a:lnTo>
                    <a:pt x="7510808" y="2343860"/>
                  </a:lnTo>
                  <a:lnTo>
                    <a:pt x="7510995" y="2343714"/>
                  </a:lnTo>
                  <a:lnTo>
                    <a:pt x="7511182" y="2343803"/>
                  </a:lnTo>
                  <a:lnTo>
                    <a:pt x="7511368" y="2343835"/>
                  </a:lnTo>
                  <a:lnTo>
                    <a:pt x="7511555" y="2343757"/>
                  </a:lnTo>
                  <a:lnTo>
                    <a:pt x="7511742" y="2343580"/>
                  </a:lnTo>
                  <a:lnTo>
                    <a:pt x="7511929" y="2343311"/>
                  </a:lnTo>
                  <a:lnTo>
                    <a:pt x="7512116" y="2342994"/>
                  </a:lnTo>
                  <a:lnTo>
                    <a:pt x="7512303" y="2342678"/>
                  </a:lnTo>
                  <a:lnTo>
                    <a:pt x="7512490" y="2342278"/>
                  </a:lnTo>
                  <a:lnTo>
                    <a:pt x="7512677" y="2341936"/>
                  </a:lnTo>
                  <a:lnTo>
                    <a:pt x="7512864" y="2341485"/>
                  </a:lnTo>
                  <a:lnTo>
                    <a:pt x="7513051" y="2340953"/>
                  </a:lnTo>
                  <a:lnTo>
                    <a:pt x="7513238" y="2340403"/>
                  </a:lnTo>
                  <a:lnTo>
                    <a:pt x="7513425" y="2340128"/>
                  </a:lnTo>
                  <a:lnTo>
                    <a:pt x="7513611" y="2339870"/>
                  </a:lnTo>
                  <a:lnTo>
                    <a:pt x="7513798" y="2339578"/>
                  </a:lnTo>
                  <a:lnTo>
                    <a:pt x="7513985" y="2339249"/>
                  </a:lnTo>
                  <a:lnTo>
                    <a:pt x="7514172" y="2338939"/>
                  </a:lnTo>
                  <a:lnTo>
                    <a:pt x="7514359" y="2338626"/>
                  </a:lnTo>
                  <a:lnTo>
                    <a:pt x="7514546" y="2338312"/>
                  </a:lnTo>
                  <a:lnTo>
                    <a:pt x="7514733" y="2337875"/>
                  </a:lnTo>
                  <a:lnTo>
                    <a:pt x="7514920" y="2337346"/>
                  </a:lnTo>
                  <a:lnTo>
                    <a:pt x="7515107" y="2336608"/>
                  </a:lnTo>
                  <a:lnTo>
                    <a:pt x="7515294" y="2335505"/>
                  </a:lnTo>
                  <a:lnTo>
                    <a:pt x="7515481" y="2334266"/>
                  </a:lnTo>
                  <a:lnTo>
                    <a:pt x="7515668" y="2333093"/>
                  </a:lnTo>
                  <a:lnTo>
                    <a:pt x="7515855" y="2331848"/>
                  </a:lnTo>
                  <a:lnTo>
                    <a:pt x="7516041" y="2330446"/>
                  </a:lnTo>
                  <a:lnTo>
                    <a:pt x="7516228" y="2328888"/>
                  </a:lnTo>
                  <a:lnTo>
                    <a:pt x="7516415" y="2327419"/>
                  </a:lnTo>
                  <a:lnTo>
                    <a:pt x="7516602" y="2325981"/>
                  </a:lnTo>
                  <a:lnTo>
                    <a:pt x="7516789" y="2324587"/>
                  </a:lnTo>
                  <a:lnTo>
                    <a:pt x="7516976" y="2323179"/>
                  </a:lnTo>
                  <a:lnTo>
                    <a:pt x="7517163" y="2321772"/>
                  </a:lnTo>
                  <a:lnTo>
                    <a:pt x="7517350" y="2320364"/>
                  </a:lnTo>
                  <a:lnTo>
                    <a:pt x="7517537" y="2318948"/>
                  </a:lnTo>
                  <a:lnTo>
                    <a:pt x="7517724" y="2317590"/>
                  </a:lnTo>
                  <a:lnTo>
                    <a:pt x="7517911" y="2316519"/>
                  </a:lnTo>
                  <a:lnTo>
                    <a:pt x="7518098" y="2315838"/>
                  </a:lnTo>
                  <a:lnTo>
                    <a:pt x="7518285" y="2315305"/>
                  </a:lnTo>
                  <a:lnTo>
                    <a:pt x="7518471" y="2314782"/>
                  </a:lnTo>
                  <a:lnTo>
                    <a:pt x="7518658" y="2314634"/>
                  </a:lnTo>
                  <a:lnTo>
                    <a:pt x="7518845" y="2314485"/>
                  </a:lnTo>
                  <a:lnTo>
                    <a:pt x="7519032" y="2314485"/>
                  </a:lnTo>
                  <a:lnTo>
                    <a:pt x="7519219" y="2314361"/>
                  </a:lnTo>
                  <a:lnTo>
                    <a:pt x="7519406" y="2314196"/>
                  </a:lnTo>
                  <a:lnTo>
                    <a:pt x="7519593" y="2313899"/>
                  </a:lnTo>
                  <a:lnTo>
                    <a:pt x="7519780" y="2313981"/>
                  </a:lnTo>
                  <a:lnTo>
                    <a:pt x="7519967" y="2314118"/>
                  </a:lnTo>
                  <a:lnTo>
                    <a:pt x="7520154" y="2314241"/>
                  </a:lnTo>
                  <a:lnTo>
                    <a:pt x="7520341" y="2314463"/>
                  </a:lnTo>
                  <a:lnTo>
                    <a:pt x="7520528" y="2314739"/>
                  </a:lnTo>
                  <a:lnTo>
                    <a:pt x="7520714" y="2315088"/>
                  </a:lnTo>
                  <a:lnTo>
                    <a:pt x="7520901" y="2315537"/>
                  </a:lnTo>
                  <a:lnTo>
                    <a:pt x="7521088" y="2315895"/>
                  </a:lnTo>
                  <a:lnTo>
                    <a:pt x="7521275" y="2316408"/>
                  </a:lnTo>
                  <a:lnTo>
                    <a:pt x="7521462" y="2317142"/>
                  </a:lnTo>
                  <a:lnTo>
                    <a:pt x="7521649" y="2318105"/>
                  </a:lnTo>
                  <a:lnTo>
                    <a:pt x="7521836" y="2319366"/>
                  </a:lnTo>
                  <a:lnTo>
                    <a:pt x="7522023" y="2320741"/>
                  </a:lnTo>
                  <a:lnTo>
                    <a:pt x="7522210" y="2322014"/>
                  </a:lnTo>
                  <a:lnTo>
                    <a:pt x="7522397" y="2323288"/>
                  </a:lnTo>
                  <a:lnTo>
                    <a:pt x="7522584" y="2324624"/>
                  </a:lnTo>
                  <a:lnTo>
                    <a:pt x="7522771" y="2326110"/>
                  </a:lnTo>
                  <a:lnTo>
                    <a:pt x="7522958" y="2327145"/>
                  </a:lnTo>
                  <a:lnTo>
                    <a:pt x="7523144" y="2328012"/>
                  </a:lnTo>
                  <a:lnTo>
                    <a:pt x="7523331" y="2328558"/>
                  </a:lnTo>
                  <a:lnTo>
                    <a:pt x="7523518" y="2328330"/>
                  </a:lnTo>
                  <a:lnTo>
                    <a:pt x="7523705" y="2327944"/>
                  </a:lnTo>
                  <a:lnTo>
                    <a:pt x="7523892" y="2327569"/>
                  </a:lnTo>
                  <a:lnTo>
                    <a:pt x="7524079" y="2327258"/>
                  </a:lnTo>
                  <a:lnTo>
                    <a:pt x="7524266" y="2326916"/>
                  </a:lnTo>
                  <a:lnTo>
                    <a:pt x="7524453" y="2326490"/>
                  </a:lnTo>
                  <a:lnTo>
                    <a:pt x="7524640" y="2325870"/>
                  </a:lnTo>
                  <a:lnTo>
                    <a:pt x="7524827" y="2325237"/>
                  </a:lnTo>
                  <a:lnTo>
                    <a:pt x="7525014" y="2324744"/>
                  </a:lnTo>
                  <a:lnTo>
                    <a:pt x="7525201" y="2324251"/>
                  </a:lnTo>
                  <a:lnTo>
                    <a:pt x="7525388" y="2323686"/>
                  </a:lnTo>
                  <a:lnTo>
                    <a:pt x="7525574" y="2322977"/>
                  </a:lnTo>
                  <a:lnTo>
                    <a:pt x="7525761" y="2322282"/>
                  </a:lnTo>
                  <a:lnTo>
                    <a:pt x="7525948" y="2321809"/>
                  </a:lnTo>
                  <a:lnTo>
                    <a:pt x="7526135" y="2321867"/>
                  </a:lnTo>
                  <a:lnTo>
                    <a:pt x="7526322" y="2322593"/>
                  </a:lnTo>
                  <a:lnTo>
                    <a:pt x="7526509" y="2323476"/>
                  </a:lnTo>
                  <a:lnTo>
                    <a:pt x="7526696" y="2324450"/>
                  </a:lnTo>
                  <a:lnTo>
                    <a:pt x="7526883" y="2325275"/>
                  </a:lnTo>
                  <a:lnTo>
                    <a:pt x="7527070" y="2326100"/>
                  </a:lnTo>
                  <a:lnTo>
                    <a:pt x="7527257" y="2326925"/>
                  </a:lnTo>
                  <a:lnTo>
                    <a:pt x="7527444" y="2327751"/>
                  </a:lnTo>
                  <a:lnTo>
                    <a:pt x="7527631" y="2328869"/>
                  </a:lnTo>
                  <a:lnTo>
                    <a:pt x="7527817" y="2330404"/>
                  </a:lnTo>
                  <a:lnTo>
                    <a:pt x="7528004" y="2332142"/>
                  </a:lnTo>
                  <a:lnTo>
                    <a:pt x="7528191" y="2333978"/>
                  </a:lnTo>
                  <a:lnTo>
                    <a:pt x="7528378" y="2336129"/>
                  </a:lnTo>
                  <a:lnTo>
                    <a:pt x="7528565" y="2338525"/>
                  </a:lnTo>
                  <a:lnTo>
                    <a:pt x="7528752" y="2340841"/>
                  </a:lnTo>
                  <a:lnTo>
                    <a:pt x="7528939" y="2342850"/>
                  </a:lnTo>
                  <a:lnTo>
                    <a:pt x="7529126" y="2344223"/>
                  </a:lnTo>
                  <a:lnTo>
                    <a:pt x="7529313" y="2345631"/>
                  </a:lnTo>
                  <a:lnTo>
                    <a:pt x="7529500" y="2347128"/>
                  </a:lnTo>
                  <a:lnTo>
                    <a:pt x="7529687" y="2348769"/>
                  </a:lnTo>
                  <a:lnTo>
                    <a:pt x="7529874" y="2350470"/>
                  </a:lnTo>
                  <a:lnTo>
                    <a:pt x="7530061" y="2352273"/>
                  </a:lnTo>
                  <a:lnTo>
                    <a:pt x="7530247" y="2354076"/>
                  </a:lnTo>
                  <a:lnTo>
                    <a:pt x="7530434" y="2355803"/>
                  </a:lnTo>
                  <a:lnTo>
                    <a:pt x="7530621" y="2357214"/>
                  </a:lnTo>
                  <a:lnTo>
                    <a:pt x="7530808" y="2358311"/>
                  </a:lnTo>
                  <a:lnTo>
                    <a:pt x="7530995" y="2359335"/>
                  </a:lnTo>
                  <a:lnTo>
                    <a:pt x="7531182" y="2360124"/>
                  </a:lnTo>
                  <a:lnTo>
                    <a:pt x="7531369" y="2360675"/>
                  </a:lnTo>
                  <a:lnTo>
                    <a:pt x="7531556" y="2361285"/>
                  </a:lnTo>
                  <a:lnTo>
                    <a:pt x="7531743" y="2361978"/>
                  </a:lnTo>
                  <a:lnTo>
                    <a:pt x="7531930" y="2362734"/>
                  </a:lnTo>
                  <a:lnTo>
                    <a:pt x="7532117" y="2363445"/>
                  </a:lnTo>
                  <a:lnTo>
                    <a:pt x="7532304" y="2364476"/>
                  </a:lnTo>
                  <a:lnTo>
                    <a:pt x="7532490" y="2365368"/>
                  </a:lnTo>
                  <a:lnTo>
                    <a:pt x="7532677" y="2365718"/>
                  </a:lnTo>
                  <a:lnTo>
                    <a:pt x="7532864" y="2365868"/>
                  </a:lnTo>
                  <a:lnTo>
                    <a:pt x="7533051" y="2365705"/>
                  </a:lnTo>
                  <a:lnTo>
                    <a:pt x="7533238" y="2365548"/>
                  </a:lnTo>
                  <a:lnTo>
                    <a:pt x="7533425" y="2365529"/>
                  </a:lnTo>
                  <a:lnTo>
                    <a:pt x="7533612" y="2365198"/>
                  </a:lnTo>
                  <a:lnTo>
                    <a:pt x="7533799" y="2364825"/>
                  </a:lnTo>
                  <a:lnTo>
                    <a:pt x="7533986" y="2364584"/>
                  </a:lnTo>
                  <a:lnTo>
                    <a:pt x="7534173" y="2364687"/>
                  </a:lnTo>
                  <a:lnTo>
                    <a:pt x="7534360" y="2365101"/>
                  </a:lnTo>
                  <a:lnTo>
                    <a:pt x="7534547" y="2365570"/>
                  </a:lnTo>
                  <a:lnTo>
                    <a:pt x="7534734" y="2365877"/>
                  </a:lnTo>
                  <a:lnTo>
                    <a:pt x="7534920" y="2366105"/>
                  </a:lnTo>
                  <a:lnTo>
                    <a:pt x="7535107" y="2366249"/>
                  </a:lnTo>
                  <a:lnTo>
                    <a:pt x="7535294" y="2366386"/>
                  </a:lnTo>
                  <a:lnTo>
                    <a:pt x="7535481" y="2366296"/>
                  </a:lnTo>
                  <a:lnTo>
                    <a:pt x="7535668" y="2366179"/>
                  </a:lnTo>
                  <a:lnTo>
                    <a:pt x="7535855" y="2367153"/>
                  </a:lnTo>
                  <a:lnTo>
                    <a:pt x="7536042" y="2368869"/>
                  </a:lnTo>
                  <a:lnTo>
                    <a:pt x="7536229" y="2370376"/>
                  </a:lnTo>
                  <a:lnTo>
                    <a:pt x="7536416" y="2372174"/>
                  </a:lnTo>
                  <a:lnTo>
                    <a:pt x="7536603" y="2374067"/>
                  </a:lnTo>
                  <a:lnTo>
                    <a:pt x="7536790" y="2375818"/>
                  </a:lnTo>
                  <a:lnTo>
                    <a:pt x="7536977" y="2377113"/>
                  </a:lnTo>
                  <a:lnTo>
                    <a:pt x="7537164" y="2378201"/>
                  </a:lnTo>
                  <a:lnTo>
                    <a:pt x="7537350" y="2379609"/>
                  </a:lnTo>
                  <a:lnTo>
                    <a:pt x="7537537" y="2380452"/>
                  </a:lnTo>
                  <a:lnTo>
                    <a:pt x="7537724" y="2381103"/>
                  </a:lnTo>
                  <a:lnTo>
                    <a:pt x="7537911" y="2381616"/>
                  </a:lnTo>
                  <a:lnTo>
                    <a:pt x="7538098" y="2381760"/>
                  </a:lnTo>
                  <a:lnTo>
                    <a:pt x="7538285" y="2382034"/>
                  </a:lnTo>
                  <a:lnTo>
                    <a:pt x="7538472" y="2382483"/>
                  </a:lnTo>
                  <a:lnTo>
                    <a:pt x="7538659" y="2382909"/>
                  </a:lnTo>
                  <a:lnTo>
                    <a:pt x="7538846" y="2383210"/>
                  </a:lnTo>
                  <a:lnTo>
                    <a:pt x="7539033" y="2383311"/>
                  </a:lnTo>
                  <a:lnTo>
                    <a:pt x="7539220" y="2383108"/>
                  </a:lnTo>
                  <a:lnTo>
                    <a:pt x="7539407" y="2382829"/>
                  </a:lnTo>
                  <a:lnTo>
                    <a:pt x="7539593" y="2382094"/>
                  </a:lnTo>
                  <a:lnTo>
                    <a:pt x="7539780" y="2381504"/>
                  </a:lnTo>
                  <a:lnTo>
                    <a:pt x="7539967" y="2380966"/>
                  </a:lnTo>
                  <a:lnTo>
                    <a:pt x="7540154" y="2380211"/>
                  </a:lnTo>
                  <a:lnTo>
                    <a:pt x="7540341" y="2379412"/>
                  </a:lnTo>
                  <a:lnTo>
                    <a:pt x="7540528" y="2378811"/>
                  </a:lnTo>
                  <a:lnTo>
                    <a:pt x="7540715" y="2378342"/>
                  </a:lnTo>
                  <a:lnTo>
                    <a:pt x="7540902" y="2377806"/>
                  </a:lnTo>
                  <a:lnTo>
                    <a:pt x="7541089" y="2377136"/>
                  </a:lnTo>
                  <a:lnTo>
                    <a:pt x="7541276" y="2376624"/>
                  </a:lnTo>
                  <a:lnTo>
                    <a:pt x="7541463" y="2375906"/>
                  </a:lnTo>
                  <a:lnTo>
                    <a:pt x="7541650" y="2375081"/>
                  </a:lnTo>
                  <a:lnTo>
                    <a:pt x="7541837" y="2374528"/>
                  </a:lnTo>
                  <a:lnTo>
                    <a:pt x="7542023" y="2374132"/>
                  </a:lnTo>
                  <a:lnTo>
                    <a:pt x="7542210" y="2373619"/>
                  </a:lnTo>
                  <a:lnTo>
                    <a:pt x="7542397" y="2372828"/>
                  </a:lnTo>
                  <a:lnTo>
                    <a:pt x="7542584" y="2372289"/>
                  </a:lnTo>
                  <a:lnTo>
                    <a:pt x="7542771" y="2371914"/>
                  </a:lnTo>
                  <a:lnTo>
                    <a:pt x="7542958" y="2371801"/>
                  </a:lnTo>
                  <a:lnTo>
                    <a:pt x="7543145" y="2371780"/>
                  </a:lnTo>
                  <a:lnTo>
                    <a:pt x="7543332" y="2371904"/>
                  </a:lnTo>
                  <a:lnTo>
                    <a:pt x="7543519" y="2372172"/>
                  </a:lnTo>
                  <a:lnTo>
                    <a:pt x="7543706" y="2372798"/>
                  </a:lnTo>
                  <a:lnTo>
                    <a:pt x="7543893" y="2373607"/>
                  </a:lnTo>
                  <a:lnTo>
                    <a:pt x="7544080" y="2374292"/>
                  </a:lnTo>
                  <a:lnTo>
                    <a:pt x="7544267" y="2375023"/>
                  </a:lnTo>
                  <a:lnTo>
                    <a:pt x="7544453" y="2375409"/>
                  </a:lnTo>
                  <a:lnTo>
                    <a:pt x="7544640" y="2375699"/>
                  </a:lnTo>
                  <a:lnTo>
                    <a:pt x="7544827" y="2375891"/>
                  </a:lnTo>
                  <a:lnTo>
                    <a:pt x="7545014" y="2376039"/>
                  </a:lnTo>
                  <a:lnTo>
                    <a:pt x="7545201" y="2376368"/>
                  </a:lnTo>
                  <a:lnTo>
                    <a:pt x="7545388" y="2376814"/>
                  </a:lnTo>
                  <a:lnTo>
                    <a:pt x="7545575" y="2377111"/>
                  </a:lnTo>
                  <a:lnTo>
                    <a:pt x="7545762" y="2377334"/>
                  </a:lnTo>
                  <a:lnTo>
                    <a:pt x="7545949" y="2377494"/>
                  </a:lnTo>
                  <a:lnTo>
                    <a:pt x="7546136" y="2377182"/>
                  </a:lnTo>
                  <a:lnTo>
                    <a:pt x="7546323" y="2376798"/>
                  </a:lnTo>
                  <a:lnTo>
                    <a:pt x="7546510" y="2376144"/>
                  </a:lnTo>
                  <a:lnTo>
                    <a:pt x="7546696" y="2375552"/>
                  </a:lnTo>
                  <a:lnTo>
                    <a:pt x="7546883" y="2374824"/>
                  </a:lnTo>
                  <a:lnTo>
                    <a:pt x="7547070" y="2373971"/>
                  </a:lnTo>
                  <a:lnTo>
                    <a:pt x="7547257" y="2373275"/>
                  </a:lnTo>
                  <a:lnTo>
                    <a:pt x="7547444" y="2372602"/>
                  </a:lnTo>
                  <a:lnTo>
                    <a:pt x="7547631" y="2371874"/>
                  </a:lnTo>
                  <a:lnTo>
                    <a:pt x="7547818" y="2370973"/>
                  </a:lnTo>
                  <a:lnTo>
                    <a:pt x="7548005" y="2370548"/>
                  </a:lnTo>
                  <a:lnTo>
                    <a:pt x="7548192" y="2370146"/>
                  </a:lnTo>
                  <a:lnTo>
                    <a:pt x="7548379" y="2369679"/>
                  </a:lnTo>
                  <a:lnTo>
                    <a:pt x="7548566" y="2368554"/>
                  </a:lnTo>
                  <a:lnTo>
                    <a:pt x="7548753" y="2367399"/>
                  </a:lnTo>
                  <a:lnTo>
                    <a:pt x="7548940" y="2366317"/>
                  </a:lnTo>
                  <a:lnTo>
                    <a:pt x="7549126" y="2365223"/>
                  </a:lnTo>
                  <a:lnTo>
                    <a:pt x="7549313" y="2364021"/>
                  </a:lnTo>
                  <a:lnTo>
                    <a:pt x="7549500" y="2362909"/>
                  </a:lnTo>
                  <a:lnTo>
                    <a:pt x="7549687" y="2361848"/>
                  </a:lnTo>
                  <a:lnTo>
                    <a:pt x="7549874" y="2360827"/>
                  </a:lnTo>
                  <a:lnTo>
                    <a:pt x="7550061" y="2359416"/>
                  </a:lnTo>
                  <a:lnTo>
                    <a:pt x="7550248" y="2358461"/>
                  </a:lnTo>
                  <a:lnTo>
                    <a:pt x="7550435" y="2357691"/>
                  </a:lnTo>
                  <a:lnTo>
                    <a:pt x="7550622" y="2357229"/>
                  </a:lnTo>
                  <a:lnTo>
                    <a:pt x="7550809" y="2356618"/>
                  </a:lnTo>
                  <a:lnTo>
                    <a:pt x="7550996" y="2356045"/>
                  </a:lnTo>
                  <a:lnTo>
                    <a:pt x="7551183" y="2355423"/>
                  </a:lnTo>
                  <a:lnTo>
                    <a:pt x="7551369" y="2355027"/>
                  </a:lnTo>
                  <a:lnTo>
                    <a:pt x="7551556" y="2354705"/>
                  </a:lnTo>
                  <a:lnTo>
                    <a:pt x="7551743" y="2354540"/>
                  </a:lnTo>
                  <a:lnTo>
                    <a:pt x="7551930" y="2354391"/>
                  </a:lnTo>
                  <a:lnTo>
                    <a:pt x="7552117" y="2354424"/>
                  </a:lnTo>
                  <a:lnTo>
                    <a:pt x="7552304" y="2354416"/>
                  </a:lnTo>
                  <a:lnTo>
                    <a:pt x="7552491" y="2354935"/>
                  </a:lnTo>
                  <a:lnTo>
                    <a:pt x="7552678" y="2355885"/>
                  </a:lnTo>
                  <a:lnTo>
                    <a:pt x="7552865" y="2357015"/>
                  </a:lnTo>
                  <a:lnTo>
                    <a:pt x="7553052" y="2358194"/>
                  </a:lnTo>
                  <a:lnTo>
                    <a:pt x="7553239" y="2359439"/>
                  </a:lnTo>
                  <a:lnTo>
                    <a:pt x="7553426" y="2360841"/>
                  </a:lnTo>
                  <a:lnTo>
                    <a:pt x="7553613" y="2362399"/>
                  </a:lnTo>
                  <a:lnTo>
                    <a:pt x="7553799" y="2363958"/>
                  </a:lnTo>
                  <a:lnTo>
                    <a:pt x="7553986" y="2365601"/>
                  </a:lnTo>
                  <a:lnTo>
                    <a:pt x="7554173" y="2367469"/>
                  </a:lnTo>
                  <a:lnTo>
                    <a:pt x="7554360" y="2369478"/>
                  </a:lnTo>
                  <a:lnTo>
                    <a:pt x="7554547" y="2371487"/>
                  </a:lnTo>
                  <a:lnTo>
                    <a:pt x="7554734" y="2373496"/>
                  </a:lnTo>
                  <a:lnTo>
                    <a:pt x="7554921" y="2375579"/>
                  </a:lnTo>
                  <a:lnTo>
                    <a:pt x="7555108" y="2377701"/>
                  </a:lnTo>
                  <a:lnTo>
                    <a:pt x="7555295" y="2379615"/>
                  </a:lnTo>
                  <a:lnTo>
                    <a:pt x="7555482" y="2381100"/>
                  </a:lnTo>
                  <a:lnTo>
                    <a:pt x="7555669" y="2382247"/>
                  </a:lnTo>
                  <a:lnTo>
                    <a:pt x="7555856" y="2383320"/>
                  </a:lnTo>
                  <a:lnTo>
                    <a:pt x="7556043" y="2384459"/>
                  </a:lnTo>
                  <a:lnTo>
                    <a:pt x="7556229" y="2385597"/>
                  </a:lnTo>
                  <a:lnTo>
                    <a:pt x="7556416" y="2386587"/>
                  </a:lnTo>
                  <a:lnTo>
                    <a:pt x="7556603" y="2387297"/>
                  </a:lnTo>
                  <a:lnTo>
                    <a:pt x="7556790" y="2387957"/>
                  </a:lnTo>
                  <a:lnTo>
                    <a:pt x="7556977" y="2388428"/>
                  </a:lnTo>
                  <a:lnTo>
                    <a:pt x="7557164" y="2388346"/>
                  </a:lnTo>
                  <a:lnTo>
                    <a:pt x="7557351" y="2388283"/>
                  </a:lnTo>
                  <a:lnTo>
                    <a:pt x="7557538" y="2388325"/>
                  </a:lnTo>
                  <a:lnTo>
                    <a:pt x="7557725" y="2388227"/>
                  </a:lnTo>
                  <a:lnTo>
                    <a:pt x="7557912" y="2387951"/>
                  </a:lnTo>
                  <a:lnTo>
                    <a:pt x="7558099" y="2387977"/>
                  </a:lnTo>
                  <a:lnTo>
                    <a:pt x="7558286" y="2387862"/>
                  </a:lnTo>
                  <a:lnTo>
                    <a:pt x="7558472" y="2387782"/>
                  </a:lnTo>
                  <a:lnTo>
                    <a:pt x="7558659" y="2387518"/>
                  </a:lnTo>
                  <a:lnTo>
                    <a:pt x="7558846" y="2387227"/>
                  </a:lnTo>
                  <a:lnTo>
                    <a:pt x="7559033" y="2386702"/>
                  </a:lnTo>
                  <a:lnTo>
                    <a:pt x="7559220" y="2386318"/>
                  </a:lnTo>
                  <a:lnTo>
                    <a:pt x="7559407" y="2386222"/>
                  </a:lnTo>
                  <a:lnTo>
                    <a:pt x="7559594" y="2386326"/>
                  </a:lnTo>
                  <a:lnTo>
                    <a:pt x="7559781" y="2386416"/>
                  </a:lnTo>
                  <a:lnTo>
                    <a:pt x="7559968" y="2386542"/>
                  </a:lnTo>
                  <a:lnTo>
                    <a:pt x="7560155" y="2386743"/>
                  </a:lnTo>
                  <a:lnTo>
                    <a:pt x="7560342" y="2386889"/>
                  </a:lnTo>
                  <a:lnTo>
                    <a:pt x="7560529" y="2387181"/>
                  </a:lnTo>
                  <a:lnTo>
                    <a:pt x="7560716" y="2387745"/>
                  </a:lnTo>
                  <a:lnTo>
                    <a:pt x="7560902" y="2388929"/>
                  </a:lnTo>
                  <a:lnTo>
                    <a:pt x="7561089" y="2390037"/>
                  </a:lnTo>
                  <a:lnTo>
                    <a:pt x="7561276" y="2391237"/>
                  </a:lnTo>
                  <a:lnTo>
                    <a:pt x="7561463" y="2392289"/>
                  </a:lnTo>
                  <a:lnTo>
                    <a:pt x="7561650" y="2393172"/>
                  </a:lnTo>
                  <a:lnTo>
                    <a:pt x="7561837" y="2394089"/>
                  </a:lnTo>
                  <a:lnTo>
                    <a:pt x="7562024" y="2394861"/>
                  </a:lnTo>
                  <a:lnTo>
                    <a:pt x="7562211" y="2395439"/>
                  </a:lnTo>
                  <a:lnTo>
                    <a:pt x="7562398" y="2395859"/>
                  </a:lnTo>
                  <a:lnTo>
                    <a:pt x="7562585" y="2396231"/>
                  </a:lnTo>
                  <a:lnTo>
                    <a:pt x="7562772" y="2396566"/>
                  </a:lnTo>
                  <a:lnTo>
                    <a:pt x="7562959" y="2396820"/>
                  </a:lnTo>
                  <a:lnTo>
                    <a:pt x="7563145" y="2396950"/>
                  </a:lnTo>
                  <a:lnTo>
                    <a:pt x="7563332" y="2396965"/>
                  </a:lnTo>
                  <a:lnTo>
                    <a:pt x="7563519" y="2396633"/>
                  </a:lnTo>
                  <a:lnTo>
                    <a:pt x="7563706" y="2396188"/>
                  </a:lnTo>
                  <a:lnTo>
                    <a:pt x="7563893" y="2395726"/>
                  </a:lnTo>
                  <a:lnTo>
                    <a:pt x="7564080" y="2395125"/>
                  </a:lnTo>
                  <a:lnTo>
                    <a:pt x="7564267" y="2394458"/>
                  </a:lnTo>
                  <a:lnTo>
                    <a:pt x="7564454" y="2393732"/>
                  </a:lnTo>
                  <a:lnTo>
                    <a:pt x="7564641" y="2392984"/>
                  </a:lnTo>
                  <a:lnTo>
                    <a:pt x="7564828" y="2392223"/>
                  </a:lnTo>
                  <a:lnTo>
                    <a:pt x="7565015" y="2390985"/>
                  </a:lnTo>
                  <a:lnTo>
                    <a:pt x="7565202" y="2389485"/>
                  </a:lnTo>
                  <a:lnTo>
                    <a:pt x="7565389" y="2387574"/>
                  </a:lnTo>
                  <a:lnTo>
                    <a:pt x="7565575" y="2385722"/>
                  </a:lnTo>
                  <a:lnTo>
                    <a:pt x="7565762" y="2384141"/>
                  </a:lnTo>
                  <a:lnTo>
                    <a:pt x="7565949" y="2382783"/>
                  </a:lnTo>
                  <a:lnTo>
                    <a:pt x="7566136" y="2381581"/>
                  </a:lnTo>
                  <a:lnTo>
                    <a:pt x="7566323" y="2380595"/>
                  </a:lnTo>
                  <a:lnTo>
                    <a:pt x="7566510" y="2379525"/>
                  </a:lnTo>
                  <a:lnTo>
                    <a:pt x="7566697" y="2378515"/>
                  </a:lnTo>
                  <a:lnTo>
                    <a:pt x="7566884" y="2377655"/>
                  </a:lnTo>
                  <a:lnTo>
                    <a:pt x="7567071" y="2376934"/>
                  </a:lnTo>
                  <a:lnTo>
                    <a:pt x="7567258" y="2376183"/>
                  </a:lnTo>
                  <a:lnTo>
                    <a:pt x="7567445" y="2375419"/>
                  </a:lnTo>
                  <a:lnTo>
                    <a:pt x="7567632" y="2374809"/>
                  </a:lnTo>
                  <a:lnTo>
                    <a:pt x="7567819" y="2374338"/>
                  </a:lnTo>
                  <a:lnTo>
                    <a:pt x="7568005" y="2373992"/>
                  </a:lnTo>
                  <a:lnTo>
                    <a:pt x="7568192" y="2373894"/>
                  </a:lnTo>
                  <a:lnTo>
                    <a:pt x="7568379" y="2374016"/>
                  </a:lnTo>
                  <a:lnTo>
                    <a:pt x="7568566" y="2374177"/>
                  </a:lnTo>
                  <a:lnTo>
                    <a:pt x="7568753" y="2374151"/>
                  </a:lnTo>
                  <a:lnTo>
                    <a:pt x="7568940" y="2373994"/>
                  </a:lnTo>
                  <a:lnTo>
                    <a:pt x="7569127" y="2373754"/>
                  </a:lnTo>
                  <a:lnTo>
                    <a:pt x="7569314" y="2373587"/>
                  </a:lnTo>
                  <a:lnTo>
                    <a:pt x="7569501" y="2373467"/>
                  </a:lnTo>
                  <a:lnTo>
                    <a:pt x="7569688" y="2373453"/>
                  </a:lnTo>
                  <a:lnTo>
                    <a:pt x="7569875" y="2373643"/>
                  </a:lnTo>
                  <a:lnTo>
                    <a:pt x="7570062" y="2373865"/>
                  </a:lnTo>
                  <a:lnTo>
                    <a:pt x="7570248" y="2374217"/>
                  </a:lnTo>
                  <a:lnTo>
                    <a:pt x="7570435" y="2374851"/>
                  </a:lnTo>
                  <a:lnTo>
                    <a:pt x="7570622" y="2375485"/>
                  </a:lnTo>
                  <a:lnTo>
                    <a:pt x="7570809" y="2376209"/>
                  </a:lnTo>
                  <a:lnTo>
                    <a:pt x="7570996" y="2377174"/>
                  </a:lnTo>
                  <a:lnTo>
                    <a:pt x="7571183" y="2378131"/>
                  </a:lnTo>
                  <a:lnTo>
                    <a:pt x="7571370" y="2379111"/>
                  </a:lnTo>
                  <a:lnTo>
                    <a:pt x="7571557" y="2380183"/>
                  </a:lnTo>
                  <a:lnTo>
                    <a:pt x="7571744" y="2381255"/>
                  </a:lnTo>
                  <a:lnTo>
                    <a:pt x="7571931" y="2382301"/>
                  </a:lnTo>
                  <a:lnTo>
                    <a:pt x="7572118" y="2383126"/>
                  </a:lnTo>
                  <a:lnTo>
                    <a:pt x="7572305" y="2383811"/>
                  </a:lnTo>
                  <a:lnTo>
                    <a:pt x="7572492" y="2384471"/>
                  </a:lnTo>
                  <a:lnTo>
                    <a:pt x="7572678" y="2384982"/>
                  </a:lnTo>
                  <a:lnTo>
                    <a:pt x="7572865" y="2385775"/>
                  </a:lnTo>
                  <a:lnTo>
                    <a:pt x="7573052" y="2386649"/>
                  </a:lnTo>
                  <a:lnTo>
                    <a:pt x="7573239" y="2387293"/>
                  </a:lnTo>
                  <a:lnTo>
                    <a:pt x="7573426" y="2387384"/>
                  </a:lnTo>
                  <a:lnTo>
                    <a:pt x="7573613" y="2387371"/>
                  </a:lnTo>
                  <a:lnTo>
                    <a:pt x="7573800" y="2387058"/>
                  </a:lnTo>
                  <a:lnTo>
                    <a:pt x="7573987" y="2386684"/>
                  </a:lnTo>
                  <a:lnTo>
                    <a:pt x="7574174" y="2386705"/>
                  </a:lnTo>
                  <a:lnTo>
                    <a:pt x="7574361" y="2386910"/>
                  </a:lnTo>
                  <a:lnTo>
                    <a:pt x="7574548" y="2387395"/>
                  </a:lnTo>
                  <a:lnTo>
                    <a:pt x="7574735" y="2387864"/>
                  </a:lnTo>
                  <a:lnTo>
                    <a:pt x="7574922" y="2388246"/>
                  </a:lnTo>
                  <a:lnTo>
                    <a:pt x="7575108" y="2388949"/>
                  </a:lnTo>
                  <a:lnTo>
                    <a:pt x="7575295" y="2389808"/>
                  </a:lnTo>
                  <a:lnTo>
                    <a:pt x="7575482" y="2390715"/>
                  </a:lnTo>
                  <a:lnTo>
                    <a:pt x="7575669" y="2391454"/>
                  </a:lnTo>
                  <a:lnTo>
                    <a:pt x="7575856" y="2392113"/>
                  </a:lnTo>
                  <a:lnTo>
                    <a:pt x="7576043" y="2392744"/>
                  </a:lnTo>
                  <a:lnTo>
                    <a:pt x="7576230" y="2393424"/>
                  </a:lnTo>
                  <a:lnTo>
                    <a:pt x="7576417" y="2394269"/>
                  </a:lnTo>
                  <a:lnTo>
                    <a:pt x="7576604" y="2395367"/>
                  </a:lnTo>
                  <a:lnTo>
                    <a:pt x="7576791" y="2396469"/>
                  </a:lnTo>
                  <a:lnTo>
                    <a:pt x="7576978" y="2397952"/>
                  </a:lnTo>
                  <a:lnTo>
                    <a:pt x="7577165" y="2399144"/>
                  </a:lnTo>
                  <a:lnTo>
                    <a:pt x="7577351" y="2400110"/>
                  </a:lnTo>
                  <a:lnTo>
                    <a:pt x="7577538" y="2401037"/>
                  </a:lnTo>
                  <a:lnTo>
                    <a:pt x="7577725" y="2402030"/>
                  </a:lnTo>
                  <a:lnTo>
                    <a:pt x="7577912" y="2402717"/>
                  </a:lnTo>
                  <a:lnTo>
                    <a:pt x="7578099" y="2403306"/>
                  </a:lnTo>
                  <a:lnTo>
                    <a:pt x="7578286" y="2403636"/>
                  </a:lnTo>
                  <a:lnTo>
                    <a:pt x="7578473" y="2404098"/>
                  </a:lnTo>
                  <a:lnTo>
                    <a:pt x="7578660" y="2404536"/>
                  </a:lnTo>
                  <a:lnTo>
                    <a:pt x="7578847" y="2404866"/>
                  </a:lnTo>
                  <a:lnTo>
                    <a:pt x="7579034" y="2405196"/>
                  </a:lnTo>
                  <a:lnTo>
                    <a:pt x="7579221" y="2405336"/>
                  </a:lnTo>
                  <a:lnTo>
                    <a:pt x="7579408" y="2405377"/>
                  </a:lnTo>
                  <a:lnTo>
                    <a:pt x="7579595" y="2405542"/>
                  </a:lnTo>
                  <a:lnTo>
                    <a:pt x="7579781" y="2405980"/>
                  </a:lnTo>
                  <a:lnTo>
                    <a:pt x="7579968" y="2406185"/>
                  </a:lnTo>
                  <a:lnTo>
                    <a:pt x="7580155" y="2406351"/>
                  </a:lnTo>
                  <a:lnTo>
                    <a:pt x="7580342" y="2406517"/>
                  </a:lnTo>
                  <a:lnTo>
                    <a:pt x="7580529" y="2406647"/>
                  </a:lnTo>
                  <a:lnTo>
                    <a:pt x="7580716" y="2406854"/>
                  </a:lnTo>
                  <a:lnTo>
                    <a:pt x="7580903" y="2406928"/>
                  </a:lnTo>
                  <a:lnTo>
                    <a:pt x="7581090" y="2406930"/>
                  </a:lnTo>
                  <a:lnTo>
                    <a:pt x="7581277" y="2406836"/>
                  </a:lnTo>
                  <a:lnTo>
                    <a:pt x="7581464" y="2406776"/>
                  </a:lnTo>
                  <a:lnTo>
                    <a:pt x="7581651" y="2406790"/>
                  </a:lnTo>
                  <a:lnTo>
                    <a:pt x="7581838" y="2406864"/>
                  </a:lnTo>
                  <a:lnTo>
                    <a:pt x="7582024" y="2407035"/>
                  </a:lnTo>
                  <a:lnTo>
                    <a:pt x="7582211" y="2407442"/>
                  </a:lnTo>
                  <a:lnTo>
                    <a:pt x="7582398" y="2407850"/>
                  </a:lnTo>
                  <a:lnTo>
                    <a:pt x="7582585" y="2408059"/>
                  </a:lnTo>
                  <a:lnTo>
                    <a:pt x="7582772" y="2408143"/>
                  </a:lnTo>
                  <a:lnTo>
                    <a:pt x="7582959" y="2408226"/>
                  </a:lnTo>
                  <a:lnTo>
                    <a:pt x="7583146" y="2408309"/>
                  </a:lnTo>
                  <a:lnTo>
                    <a:pt x="7583333" y="2408396"/>
                  </a:lnTo>
                  <a:lnTo>
                    <a:pt x="7583520" y="2408611"/>
                  </a:lnTo>
                  <a:lnTo>
                    <a:pt x="7583707" y="2408776"/>
                  </a:lnTo>
                  <a:lnTo>
                    <a:pt x="7583894" y="2408784"/>
                  </a:lnTo>
                  <a:lnTo>
                    <a:pt x="7584081" y="2408563"/>
                  </a:lnTo>
                  <a:lnTo>
                    <a:pt x="7584268" y="2408403"/>
                  </a:lnTo>
                  <a:lnTo>
                    <a:pt x="7584454" y="2408369"/>
                  </a:lnTo>
                  <a:lnTo>
                    <a:pt x="7584641" y="2408324"/>
                  </a:lnTo>
                  <a:lnTo>
                    <a:pt x="7584828" y="2408354"/>
                  </a:lnTo>
                  <a:lnTo>
                    <a:pt x="7585015" y="2408437"/>
                  </a:lnTo>
                  <a:lnTo>
                    <a:pt x="7585202" y="2408750"/>
                  </a:lnTo>
                  <a:lnTo>
                    <a:pt x="7585389" y="2409068"/>
                  </a:lnTo>
                  <a:lnTo>
                    <a:pt x="7585576" y="2409470"/>
                  </a:lnTo>
                  <a:lnTo>
                    <a:pt x="7585763" y="2409920"/>
                  </a:lnTo>
                  <a:lnTo>
                    <a:pt x="7585950" y="2410892"/>
                  </a:lnTo>
                  <a:lnTo>
                    <a:pt x="7586137" y="2411972"/>
                  </a:lnTo>
                  <a:lnTo>
                    <a:pt x="7586324" y="2413294"/>
                  </a:lnTo>
                  <a:lnTo>
                    <a:pt x="7586511" y="2414675"/>
                  </a:lnTo>
                  <a:lnTo>
                    <a:pt x="7586698" y="2416215"/>
                  </a:lnTo>
                  <a:lnTo>
                    <a:pt x="7586884" y="2417670"/>
                  </a:lnTo>
                  <a:lnTo>
                    <a:pt x="7587071" y="2419073"/>
                  </a:lnTo>
                  <a:lnTo>
                    <a:pt x="7587258" y="2420504"/>
                  </a:lnTo>
                  <a:lnTo>
                    <a:pt x="7587445" y="2422362"/>
                  </a:lnTo>
                  <a:lnTo>
                    <a:pt x="7587632" y="2423910"/>
                  </a:lnTo>
                  <a:lnTo>
                    <a:pt x="7587819" y="2425285"/>
                  </a:lnTo>
                  <a:lnTo>
                    <a:pt x="7588006" y="2426347"/>
                  </a:lnTo>
                  <a:lnTo>
                    <a:pt x="7588193" y="2427400"/>
                  </a:lnTo>
                  <a:lnTo>
                    <a:pt x="7588380" y="2428338"/>
                  </a:lnTo>
                  <a:lnTo>
                    <a:pt x="7588567" y="2429325"/>
                  </a:lnTo>
                  <a:lnTo>
                    <a:pt x="7588754" y="2430114"/>
                  </a:lnTo>
                  <a:lnTo>
                    <a:pt x="7588941" y="2430838"/>
                  </a:lnTo>
                  <a:lnTo>
                    <a:pt x="7589127" y="2431479"/>
                  </a:lnTo>
                  <a:lnTo>
                    <a:pt x="7589314" y="2432158"/>
                  </a:lnTo>
                  <a:lnTo>
                    <a:pt x="7589501" y="2432562"/>
                  </a:lnTo>
                  <a:lnTo>
                    <a:pt x="7589688" y="2433253"/>
                  </a:lnTo>
                  <a:lnTo>
                    <a:pt x="7589875" y="2433680"/>
                  </a:lnTo>
                  <a:lnTo>
                    <a:pt x="7590062" y="2434080"/>
                  </a:lnTo>
                  <a:lnTo>
                    <a:pt x="7590249" y="2434499"/>
                  </a:lnTo>
                  <a:lnTo>
                    <a:pt x="7590436" y="2435016"/>
                  </a:lnTo>
                  <a:lnTo>
                    <a:pt x="7590623" y="2435523"/>
                  </a:lnTo>
                  <a:lnTo>
                    <a:pt x="7590810" y="2436030"/>
                  </a:lnTo>
                  <a:lnTo>
                    <a:pt x="7590997" y="2436536"/>
                  </a:lnTo>
                  <a:lnTo>
                    <a:pt x="7591184" y="2437043"/>
                  </a:lnTo>
                  <a:lnTo>
                    <a:pt x="7591371" y="2437465"/>
                  </a:lnTo>
                  <a:lnTo>
                    <a:pt x="7591557" y="2437782"/>
                  </a:lnTo>
                  <a:lnTo>
                    <a:pt x="7591744" y="2438086"/>
                  </a:lnTo>
                  <a:lnTo>
                    <a:pt x="7591931" y="2438391"/>
                  </a:lnTo>
                  <a:lnTo>
                    <a:pt x="7592118" y="2438732"/>
                  </a:lnTo>
                  <a:lnTo>
                    <a:pt x="7592305" y="2439052"/>
                  </a:lnTo>
                  <a:lnTo>
                    <a:pt x="7592492" y="2439286"/>
                  </a:lnTo>
                  <a:lnTo>
                    <a:pt x="7592679" y="2439464"/>
                  </a:lnTo>
                  <a:lnTo>
                    <a:pt x="7592866" y="2439562"/>
                  </a:lnTo>
                  <a:lnTo>
                    <a:pt x="7593053" y="2439864"/>
                  </a:lnTo>
                  <a:lnTo>
                    <a:pt x="7593240" y="2439987"/>
                  </a:lnTo>
                  <a:lnTo>
                    <a:pt x="7593427" y="2439822"/>
                  </a:lnTo>
                  <a:lnTo>
                    <a:pt x="7593614" y="2439657"/>
                  </a:lnTo>
                  <a:lnTo>
                    <a:pt x="7593801" y="2439402"/>
                  </a:lnTo>
                  <a:lnTo>
                    <a:pt x="7593987" y="2439303"/>
                  </a:lnTo>
                  <a:lnTo>
                    <a:pt x="7594174" y="2439138"/>
                  </a:lnTo>
                  <a:lnTo>
                    <a:pt x="7594361" y="2439113"/>
                  </a:lnTo>
                  <a:lnTo>
                    <a:pt x="7594548" y="2439113"/>
                  </a:lnTo>
                  <a:lnTo>
                    <a:pt x="7594735" y="2439113"/>
                  </a:lnTo>
                  <a:lnTo>
                    <a:pt x="7594922" y="2439113"/>
                  </a:lnTo>
                  <a:lnTo>
                    <a:pt x="7595109" y="2439154"/>
                  </a:lnTo>
                  <a:lnTo>
                    <a:pt x="7595296" y="2439319"/>
                  </a:lnTo>
                  <a:lnTo>
                    <a:pt x="7595483" y="2439174"/>
                  </a:lnTo>
                  <a:lnTo>
                    <a:pt x="7595670" y="2439172"/>
                  </a:lnTo>
                  <a:lnTo>
                    <a:pt x="7595857" y="2439091"/>
                  </a:lnTo>
                  <a:lnTo>
                    <a:pt x="7596044" y="2439148"/>
                  </a:lnTo>
                  <a:lnTo>
                    <a:pt x="7596230" y="2439200"/>
                  </a:lnTo>
                  <a:lnTo>
                    <a:pt x="7596417" y="2439373"/>
                  </a:lnTo>
                  <a:lnTo>
                    <a:pt x="7596604" y="2439519"/>
                  </a:lnTo>
                  <a:lnTo>
                    <a:pt x="7596791" y="2439609"/>
                  </a:lnTo>
                  <a:lnTo>
                    <a:pt x="7596978" y="2439717"/>
                  </a:lnTo>
                  <a:lnTo>
                    <a:pt x="7597165" y="2439839"/>
                  </a:lnTo>
                  <a:lnTo>
                    <a:pt x="7597352" y="2439961"/>
                  </a:lnTo>
                  <a:lnTo>
                    <a:pt x="7597539" y="2439966"/>
                  </a:lnTo>
                  <a:lnTo>
                    <a:pt x="7597726" y="2439804"/>
                  </a:lnTo>
                  <a:lnTo>
                    <a:pt x="7597913" y="2439595"/>
                  </a:lnTo>
                  <a:lnTo>
                    <a:pt x="7598100" y="2439385"/>
                  </a:lnTo>
                  <a:lnTo>
                    <a:pt x="7598287" y="2439191"/>
                  </a:lnTo>
                  <a:lnTo>
                    <a:pt x="7598474" y="2439122"/>
                  </a:lnTo>
                  <a:lnTo>
                    <a:pt x="7598660" y="2439335"/>
                  </a:lnTo>
                  <a:lnTo>
                    <a:pt x="7598847" y="2439669"/>
                  </a:lnTo>
                  <a:lnTo>
                    <a:pt x="7599034" y="2440084"/>
                  </a:lnTo>
                  <a:lnTo>
                    <a:pt x="7599221" y="2440255"/>
                  </a:lnTo>
                  <a:lnTo>
                    <a:pt x="7599408" y="2440397"/>
                  </a:lnTo>
                  <a:lnTo>
                    <a:pt x="7599595" y="2440452"/>
                  </a:lnTo>
                  <a:lnTo>
                    <a:pt x="7599782" y="2440458"/>
                  </a:lnTo>
                  <a:lnTo>
                    <a:pt x="7599969" y="2440459"/>
                  </a:lnTo>
                  <a:lnTo>
                    <a:pt x="7600156" y="2440497"/>
                  </a:lnTo>
                  <a:lnTo>
                    <a:pt x="7600343" y="2440633"/>
                  </a:lnTo>
                  <a:lnTo>
                    <a:pt x="7600530" y="2441245"/>
                  </a:lnTo>
                  <a:lnTo>
                    <a:pt x="7600717" y="2441840"/>
                  </a:lnTo>
                  <a:lnTo>
                    <a:pt x="7600903" y="2442472"/>
                  </a:lnTo>
                  <a:lnTo>
                    <a:pt x="7601090" y="2443020"/>
                  </a:lnTo>
                  <a:lnTo>
                    <a:pt x="7601277" y="2443535"/>
                  </a:lnTo>
                  <a:lnTo>
                    <a:pt x="7601464" y="2444074"/>
                  </a:lnTo>
                  <a:lnTo>
                    <a:pt x="7601651" y="2444651"/>
                  </a:lnTo>
                  <a:lnTo>
                    <a:pt x="7601838" y="2445050"/>
                  </a:lnTo>
                  <a:lnTo>
                    <a:pt x="7602025" y="2445683"/>
                  </a:lnTo>
                  <a:lnTo>
                    <a:pt x="7602212" y="2446459"/>
                  </a:lnTo>
                  <a:lnTo>
                    <a:pt x="7602399" y="2447619"/>
                  </a:lnTo>
                  <a:lnTo>
                    <a:pt x="7602586" y="2449086"/>
                  </a:lnTo>
                  <a:lnTo>
                    <a:pt x="7602773" y="2450998"/>
                  </a:lnTo>
                  <a:lnTo>
                    <a:pt x="7602960" y="2452849"/>
                  </a:lnTo>
                  <a:lnTo>
                    <a:pt x="7603147" y="2454426"/>
                  </a:lnTo>
                  <a:lnTo>
                    <a:pt x="7603333" y="2455847"/>
                  </a:lnTo>
                  <a:lnTo>
                    <a:pt x="7603520" y="2457188"/>
                  </a:lnTo>
                  <a:lnTo>
                    <a:pt x="7603707" y="2458146"/>
                  </a:lnTo>
                  <a:lnTo>
                    <a:pt x="7603894" y="2459187"/>
                  </a:lnTo>
                  <a:lnTo>
                    <a:pt x="7604081" y="2460169"/>
                  </a:lnTo>
                  <a:lnTo>
                    <a:pt x="7604268" y="2461000"/>
                  </a:lnTo>
                  <a:lnTo>
                    <a:pt x="7604455" y="2461693"/>
                  </a:lnTo>
                  <a:lnTo>
                    <a:pt x="7604642" y="2462416"/>
                  </a:lnTo>
                  <a:lnTo>
                    <a:pt x="7604829" y="2463151"/>
                  </a:lnTo>
                  <a:lnTo>
                    <a:pt x="7605016" y="2463732"/>
                  </a:lnTo>
                  <a:lnTo>
                    <a:pt x="7605203" y="2464205"/>
                  </a:lnTo>
                  <a:lnTo>
                    <a:pt x="7605390" y="2464577"/>
                  </a:lnTo>
                  <a:lnTo>
                    <a:pt x="7605577" y="2465005"/>
                  </a:lnTo>
                  <a:lnTo>
                    <a:pt x="7605763" y="2465213"/>
                  </a:lnTo>
                  <a:lnTo>
                    <a:pt x="7605950" y="2465382"/>
                  </a:lnTo>
                  <a:lnTo>
                    <a:pt x="7606137" y="2465622"/>
                  </a:lnTo>
                  <a:lnTo>
                    <a:pt x="7606324" y="2465862"/>
                  </a:lnTo>
                  <a:lnTo>
                    <a:pt x="7606511" y="2466102"/>
                  </a:lnTo>
                  <a:lnTo>
                    <a:pt x="7606698" y="2466203"/>
                  </a:lnTo>
                  <a:lnTo>
                    <a:pt x="7606885" y="2466158"/>
                  </a:lnTo>
                  <a:lnTo>
                    <a:pt x="7607072" y="2466007"/>
                  </a:lnTo>
                  <a:lnTo>
                    <a:pt x="7607259" y="2466075"/>
                  </a:lnTo>
                  <a:lnTo>
                    <a:pt x="7607446" y="2466140"/>
                  </a:lnTo>
                  <a:lnTo>
                    <a:pt x="7607633" y="2466160"/>
                  </a:lnTo>
                  <a:lnTo>
                    <a:pt x="7607820" y="2466170"/>
                  </a:lnTo>
                  <a:lnTo>
                    <a:pt x="7608006" y="2466275"/>
                  </a:lnTo>
                  <a:lnTo>
                    <a:pt x="7608193" y="2466280"/>
                  </a:lnTo>
                  <a:lnTo>
                    <a:pt x="7608380" y="2466349"/>
                  </a:lnTo>
                  <a:lnTo>
                    <a:pt x="7608567" y="2466468"/>
                  </a:lnTo>
                  <a:lnTo>
                    <a:pt x="7608754" y="2466564"/>
                  </a:lnTo>
                  <a:lnTo>
                    <a:pt x="7608941" y="2466567"/>
                  </a:lnTo>
                  <a:lnTo>
                    <a:pt x="7609128" y="2466571"/>
                  </a:lnTo>
                  <a:lnTo>
                    <a:pt x="7609315" y="2466601"/>
                  </a:lnTo>
                  <a:lnTo>
                    <a:pt x="7609502" y="2466782"/>
                  </a:lnTo>
                  <a:lnTo>
                    <a:pt x="7609689" y="2467091"/>
                  </a:lnTo>
                  <a:lnTo>
                    <a:pt x="7609876" y="2467388"/>
                  </a:lnTo>
                  <a:lnTo>
                    <a:pt x="7610063" y="2467648"/>
                  </a:lnTo>
                  <a:lnTo>
                    <a:pt x="7610250" y="2467907"/>
                  </a:lnTo>
                  <a:lnTo>
                    <a:pt x="7610436" y="2468167"/>
                  </a:lnTo>
                  <a:lnTo>
                    <a:pt x="7610623" y="2468443"/>
                  </a:lnTo>
                  <a:lnTo>
                    <a:pt x="7610810" y="2468912"/>
                  </a:lnTo>
                  <a:lnTo>
                    <a:pt x="7610997" y="2469475"/>
                  </a:lnTo>
                  <a:lnTo>
                    <a:pt x="7611184" y="2469974"/>
                  </a:lnTo>
                  <a:lnTo>
                    <a:pt x="7611371" y="2470460"/>
                  </a:lnTo>
                  <a:lnTo>
                    <a:pt x="7611558" y="2470572"/>
                  </a:lnTo>
                  <a:lnTo>
                    <a:pt x="7611745" y="2470635"/>
                  </a:lnTo>
                  <a:lnTo>
                    <a:pt x="7611932" y="2470576"/>
                  </a:lnTo>
                  <a:lnTo>
                    <a:pt x="7612119" y="2470489"/>
                  </a:lnTo>
                  <a:lnTo>
                    <a:pt x="7612306" y="2470497"/>
                  </a:lnTo>
                  <a:lnTo>
                    <a:pt x="7612493" y="2470441"/>
                  </a:lnTo>
                  <a:lnTo>
                    <a:pt x="7612680" y="2470142"/>
                  </a:lnTo>
                  <a:lnTo>
                    <a:pt x="7612866" y="2469775"/>
                  </a:lnTo>
                  <a:lnTo>
                    <a:pt x="7613053" y="2469345"/>
                  </a:lnTo>
                  <a:lnTo>
                    <a:pt x="7613240" y="2468720"/>
                  </a:lnTo>
                  <a:lnTo>
                    <a:pt x="7613427" y="2468074"/>
                  </a:lnTo>
                  <a:lnTo>
                    <a:pt x="7613614" y="2467299"/>
                  </a:lnTo>
                  <a:lnTo>
                    <a:pt x="7613801" y="2466545"/>
                  </a:lnTo>
                  <a:lnTo>
                    <a:pt x="7613988" y="2465841"/>
                  </a:lnTo>
                  <a:lnTo>
                    <a:pt x="7614175" y="2465204"/>
                  </a:lnTo>
                  <a:lnTo>
                    <a:pt x="7614362" y="2464639"/>
                  </a:lnTo>
                  <a:lnTo>
                    <a:pt x="7614549" y="2463983"/>
                  </a:lnTo>
                  <a:lnTo>
                    <a:pt x="7614736" y="2463187"/>
                  </a:lnTo>
                  <a:lnTo>
                    <a:pt x="7614923" y="2462442"/>
                  </a:lnTo>
                  <a:lnTo>
                    <a:pt x="7615109" y="2461741"/>
                  </a:lnTo>
                  <a:lnTo>
                    <a:pt x="7615296" y="2461081"/>
                  </a:lnTo>
                  <a:lnTo>
                    <a:pt x="7615483" y="2460670"/>
                  </a:lnTo>
                  <a:lnTo>
                    <a:pt x="7615670" y="2460679"/>
                  </a:lnTo>
                  <a:lnTo>
                    <a:pt x="7615857" y="2460959"/>
                  </a:lnTo>
                  <a:lnTo>
                    <a:pt x="7616044" y="2461256"/>
                  </a:lnTo>
                  <a:lnTo>
                    <a:pt x="7616231" y="2461437"/>
                  </a:lnTo>
                  <a:lnTo>
                    <a:pt x="7616418" y="2461713"/>
                  </a:lnTo>
                  <a:lnTo>
                    <a:pt x="7616605" y="2461784"/>
                  </a:lnTo>
                  <a:lnTo>
                    <a:pt x="7616792" y="2461413"/>
                  </a:lnTo>
                  <a:lnTo>
                    <a:pt x="7616979" y="2460918"/>
                  </a:lnTo>
                  <a:lnTo>
                    <a:pt x="7617166" y="2460439"/>
                  </a:lnTo>
                  <a:lnTo>
                    <a:pt x="7617353" y="2460217"/>
                  </a:lnTo>
                  <a:lnTo>
                    <a:pt x="7617539" y="2460159"/>
                  </a:lnTo>
                  <a:lnTo>
                    <a:pt x="7617726" y="2460159"/>
                  </a:lnTo>
                  <a:lnTo>
                    <a:pt x="7617913" y="2460159"/>
                  </a:lnTo>
                  <a:lnTo>
                    <a:pt x="7618100" y="2460307"/>
                  </a:lnTo>
                  <a:lnTo>
                    <a:pt x="7618287" y="2460472"/>
                  </a:lnTo>
                  <a:lnTo>
                    <a:pt x="7618474" y="2460613"/>
                  </a:lnTo>
                  <a:lnTo>
                    <a:pt x="7618661" y="2460613"/>
                  </a:lnTo>
                  <a:lnTo>
                    <a:pt x="7618848" y="2460307"/>
                  </a:lnTo>
                  <a:lnTo>
                    <a:pt x="7619035" y="2460161"/>
                  </a:lnTo>
                  <a:lnTo>
                    <a:pt x="7619222" y="2460119"/>
                  </a:lnTo>
                  <a:lnTo>
                    <a:pt x="7619409" y="2460170"/>
                  </a:lnTo>
                  <a:lnTo>
                    <a:pt x="7619596" y="2460116"/>
                  </a:lnTo>
                  <a:lnTo>
                    <a:pt x="7619782" y="2460069"/>
                  </a:lnTo>
                  <a:lnTo>
                    <a:pt x="7619969" y="2460022"/>
                  </a:lnTo>
                  <a:lnTo>
                    <a:pt x="7620156" y="2459867"/>
                  </a:lnTo>
                  <a:lnTo>
                    <a:pt x="7620343" y="2459646"/>
                  </a:lnTo>
                  <a:lnTo>
                    <a:pt x="7620530" y="2459358"/>
                  </a:lnTo>
                  <a:lnTo>
                    <a:pt x="7620717" y="2458950"/>
                  </a:lnTo>
                  <a:lnTo>
                    <a:pt x="7620904" y="2458467"/>
                  </a:lnTo>
                  <a:lnTo>
                    <a:pt x="7621091" y="2457935"/>
                  </a:lnTo>
                  <a:lnTo>
                    <a:pt x="7621278" y="2457507"/>
                  </a:lnTo>
                  <a:lnTo>
                    <a:pt x="7621465" y="2457189"/>
                  </a:lnTo>
                  <a:lnTo>
                    <a:pt x="7621652" y="2457027"/>
                  </a:lnTo>
                  <a:lnTo>
                    <a:pt x="7621839" y="2456848"/>
                  </a:lnTo>
                  <a:lnTo>
                    <a:pt x="7622026" y="2456681"/>
                  </a:lnTo>
                  <a:lnTo>
                    <a:pt x="7622212" y="2456791"/>
                  </a:lnTo>
                  <a:lnTo>
                    <a:pt x="7622399" y="2456952"/>
                  </a:lnTo>
                  <a:lnTo>
                    <a:pt x="7622586" y="2457098"/>
                  </a:lnTo>
                  <a:lnTo>
                    <a:pt x="7622773" y="2457338"/>
                  </a:lnTo>
                  <a:lnTo>
                    <a:pt x="7622960" y="2457668"/>
                  </a:lnTo>
                  <a:lnTo>
                    <a:pt x="7623147" y="2457950"/>
                  </a:lnTo>
                  <a:lnTo>
                    <a:pt x="7623334" y="2457786"/>
                  </a:lnTo>
                  <a:lnTo>
                    <a:pt x="7623521" y="2457557"/>
                  </a:lnTo>
                  <a:lnTo>
                    <a:pt x="7623708" y="2457176"/>
                  </a:lnTo>
                  <a:lnTo>
                    <a:pt x="7623895" y="2456770"/>
                  </a:lnTo>
                  <a:lnTo>
                    <a:pt x="7624082" y="2456332"/>
                  </a:lnTo>
                  <a:lnTo>
                    <a:pt x="7624269" y="2455848"/>
                  </a:lnTo>
                  <a:lnTo>
                    <a:pt x="7624456" y="2455375"/>
                  </a:lnTo>
                  <a:lnTo>
                    <a:pt x="7624642" y="2454860"/>
                  </a:lnTo>
                  <a:lnTo>
                    <a:pt x="7624829" y="2454237"/>
                  </a:lnTo>
                  <a:lnTo>
                    <a:pt x="7625016" y="2453561"/>
                  </a:lnTo>
                  <a:lnTo>
                    <a:pt x="7625203" y="2452879"/>
                  </a:lnTo>
                  <a:lnTo>
                    <a:pt x="7625390" y="2452303"/>
                  </a:lnTo>
                  <a:lnTo>
                    <a:pt x="7625577" y="2451629"/>
                  </a:lnTo>
                  <a:lnTo>
                    <a:pt x="7625764" y="2450971"/>
                  </a:lnTo>
                  <a:lnTo>
                    <a:pt x="7625951" y="2450480"/>
                  </a:lnTo>
                  <a:lnTo>
                    <a:pt x="7626138" y="2450116"/>
                  </a:lnTo>
                  <a:lnTo>
                    <a:pt x="7626325" y="2449815"/>
                  </a:lnTo>
                  <a:lnTo>
                    <a:pt x="7626512" y="2449568"/>
                  </a:lnTo>
                  <a:lnTo>
                    <a:pt x="7626699" y="2449303"/>
                  </a:lnTo>
                  <a:lnTo>
                    <a:pt x="7626885" y="2449296"/>
                  </a:lnTo>
                  <a:lnTo>
                    <a:pt x="7627072" y="2449229"/>
                  </a:lnTo>
                  <a:lnTo>
                    <a:pt x="7627259" y="2449162"/>
                  </a:lnTo>
                  <a:lnTo>
                    <a:pt x="7627446" y="2449112"/>
                  </a:lnTo>
                  <a:lnTo>
                    <a:pt x="7627633" y="2449097"/>
                  </a:lnTo>
                  <a:lnTo>
                    <a:pt x="7627820" y="2449044"/>
                  </a:lnTo>
                  <a:lnTo>
                    <a:pt x="7628007" y="2448974"/>
                  </a:lnTo>
                  <a:lnTo>
                    <a:pt x="7628194" y="2448808"/>
                  </a:lnTo>
                  <a:lnTo>
                    <a:pt x="7628381" y="2448732"/>
                  </a:lnTo>
                  <a:lnTo>
                    <a:pt x="7628568" y="2448700"/>
                  </a:lnTo>
                  <a:lnTo>
                    <a:pt x="7628755" y="2448667"/>
                  </a:lnTo>
                  <a:lnTo>
                    <a:pt x="7628942" y="2448719"/>
                  </a:lnTo>
                  <a:lnTo>
                    <a:pt x="7629129" y="2448812"/>
                  </a:lnTo>
                  <a:lnTo>
                    <a:pt x="7629315" y="2448949"/>
                  </a:lnTo>
                  <a:lnTo>
                    <a:pt x="7629502" y="2449048"/>
                  </a:lnTo>
                  <a:lnTo>
                    <a:pt x="7629689" y="2449043"/>
                  </a:lnTo>
                  <a:lnTo>
                    <a:pt x="7629876" y="2448946"/>
                  </a:lnTo>
                  <a:lnTo>
                    <a:pt x="7630063" y="2448774"/>
                  </a:lnTo>
                  <a:lnTo>
                    <a:pt x="7630250" y="2448730"/>
                  </a:lnTo>
                  <a:lnTo>
                    <a:pt x="7630437" y="2448663"/>
                  </a:lnTo>
                  <a:lnTo>
                    <a:pt x="7630624" y="2448684"/>
                  </a:lnTo>
                  <a:lnTo>
                    <a:pt x="7630811" y="2449045"/>
                  </a:lnTo>
                  <a:lnTo>
                    <a:pt x="7630998" y="2449478"/>
                  </a:lnTo>
                  <a:lnTo>
                    <a:pt x="7631185" y="2450017"/>
                  </a:lnTo>
                  <a:lnTo>
                    <a:pt x="7631372" y="2450681"/>
                  </a:lnTo>
                  <a:lnTo>
                    <a:pt x="7631559" y="2451478"/>
                  </a:lnTo>
                  <a:lnTo>
                    <a:pt x="7631745" y="2452164"/>
                  </a:lnTo>
                  <a:lnTo>
                    <a:pt x="7631932" y="2452838"/>
                  </a:lnTo>
                  <a:lnTo>
                    <a:pt x="7632119" y="2453468"/>
                  </a:lnTo>
                  <a:lnTo>
                    <a:pt x="7632306" y="2454095"/>
                  </a:lnTo>
                  <a:lnTo>
                    <a:pt x="7632493" y="2454752"/>
                  </a:lnTo>
                  <a:lnTo>
                    <a:pt x="7632680" y="2455410"/>
                  </a:lnTo>
                  <a:lnTo>
                    <a:pt x="7632867" y="2456095"/>
                  </a:lnTo>
                  <a:lnTo>
                    <a:pt x="7633054" y="2456754"/>
                  </a:lnTo>
                  <a:lnTo>
                    <a:pt x="7633241" y="2457411"/>
                  </a:lnTo>
                  <a:lnTo>
                    <a:pt x="7633428" y="2458072"/>
                  </a:lnTo>
                  <a:lnTo>
                    <a:pt x="7633615" y="2458718"/>
                  </a:lnTo>
                  <a:lnTo>
                    <a:pt x="7633802" y="2459280"/>
                  </a:lnTo>
                  <a:lnTo>
                    <a:pt x="7633988" y="2459724"/>
                  </a:lnTo>
                  <a:lnTo>
                    <a:pt x="7634175" y="2460008"/>
                  </a:lnTo>
                  <a:lnTo>
                    <a:pt x="7634362" y="2460079"/>
                  </a:lnTo>
                  <a:lnTo>
                    <a:pt x="7634549" y="2460139"/>
                  </a:lnTo>
                  <a:lnTo>
                    <a:pt x="7634736" y="2460170"/>
                  </a:lnTo>
                  <a:lnTo>
                    <a:pt x="7634923" y="2460228"/>
                  </a:lnTo>
                  <a:lnTo>
                    <a:pt x="7635110" y="2460505"/>
                  </a:lnTo>
                  <a:lnTo>
                    <a:pt x="7635297" y="2460792"/>
                  </a:lnTo>
                  <a:lnTo>
                    <a:pt x="7635484" y="2461076"/>
                  </a:lnTo>
                  <a:lnTo>
                    <a:pt x="7635671" y="2461295"/>
                  </a:lnTo>
                  <a:lnTo>
                    <a:pt x="7635858" y="2461486"/>
                  </a:lnTo>
                  <a:lnTo>
                    <a:pt x="7636045" y="2461420"/>
                  </a:lnTo>
                  <a:lnTo>
                    <a:pt x="7636232" y="2461368"/>
                  </a:lnTo>
                  <a:lnTo>
                    <a:pt x="7636418" y="2461269"/>
                  </a:lnTo>
                  <a:lnTo>
                    <a:pt x="7636605" y="2461463"/>
                  </a:lnTo>
                  <a:lnTo>
                    <a:pt x="7636792" y="2461796"/>
                  </a:lnTo>
                  <a:lnTo>
                    <a:pt x="7636979" y="2462251"/>
                  </a:lnTo>
                  <a:lnTo>
                    <a:pt x="7637166" y="2462721"/>
                  </a:lnTo>
                  <a:lnTo>
                    <a:pt x="7637353" y="2463251"/>
                  </a:lnTo>
                  <a:lnTo>
                    <a:pt x="7637540" y="2463816"/>
                  </a:lnTo>
                  <a:lnTo>
                    <a:pt x="7637727" y="2464272"/>
                  </a:lnTo>
                  <a:lnTo>
                    <a:pt x="7637914" y="2464345"/>
                  </a:lnTo>
                  <a:lnTo>
                    <a:pt x="7638101" y="2464489"/>
                  </a:lnTo>
                  <a:lnTo>
                    <a:pt x="7638288" y="2464636"/>
                  </a:lnTo>
                  <a:lnTo>
                    <a:pt x="7638475" y="2464832"/>
                  </a:lnTo>
                  <a:lnTo>
                    <a:pt x="7638661" y="2465090"/>
                  </a:lnTo>
                  <a:lnTo>
                    <a:pt x="7638848" y="2465388"/>
                  </a:lnTo>
                  <a:lnTo>
                    <a:pt x="7639035" y="2465728"/>
                  </a:lnTo>
                  <a:lnTo>
                    <a:pt x="7639222" y="2466410"/>
                  </a:lnTo>
                  <a:lnTo>
                    <a:pt x="7639409" y="2466856"/>
                  </a:lnTo>
                  <a:lnTo>
                    <a:pt x="7639596" y="2467154"/>
                  </a:lnTo>
                  <a:lnTo>
                    <a:pt x="7639783" y="2467371"/>
                  </a:lnTo>
                  <a:lnTo>
                    <a:pt x="7639970" y="2467563"/>
                  </a:lnTo>
                  <a:lnTo>
                    <a:pt x="7640157" y="2467715"/>
                  </a:lnTo>
                  <a:lnTo>
                    <a:pt x="7640344" y="2467852"/>
                  </a:lnTo>
                  <a:lnTo>
                    <a:pt x="7640531" y="2467920"/>
                  </a:lnTo>
                  <a:lnTo>
                    <a:pt x="7640718" y="2467874"/>
                  </a:lnTo>
                  <a:lnTo>
                    <a:pt x="7640905" y="2467522"/>
                  </a:lnTo>
                  <a:lnTo>
                    <a:pt x="7641091" y="2467521"/>
                  </a:lnTo>
                  <a:lnTo>
                    <a:pt x="7641278" y="2467725"/>
                  </a:lnTo>
                  <a:lnTo>
                    <a:pt x="7641465" y="2468069"/>
                  </a:lnTo>
                  <a:lnTo>
                    <a:pt x="7641652" y="2468402"/>
                  </a:lnTo>
                  <a:lnTo>
                    <a:pt x="7641839" y="2468842"/>
                  </a:lnTo>
                  <a:lnTo>
                    <a:pt x="7642026" y="2469361"/>
                  </a:lnTo>
                  <a:lnTo>
                    <a:pt x="7642213" y="2469938"/>
                  </a:lnTo>
                  <a:lnTo>
                    <a:pt x="7642400" y="2470516"/>
                  </a:lnTo>
                  <a:lnTo>
                    <a:pt x="7642587" y="2471117"/>
                  </a:lnTo>
                  <a:lnTo>
                    <a:pt x="7642786" y="2471758"/>
                  </a:lnTo>
                  <a:lnTo>
                    <a:pt x="7646246" y="2471758"/>
                  </a:lnTo>
                  <a:lnTo>
                    <a:pt x="7646325" y="2471190"/>
                  </a:lnTo>
                  <a:lnTo>
                    <a:pt x="7646512" y="2469652"/>
                  </a:lnTo>
                  <a:lnTo>
                    <a:pt x="7646699" y="2468531"/>
                  </a:lnTo>
                  <a:lnTo>
                    <a:pt x="7646886" y="2467482"/>
                  </a:lnTo>
                  <a:lnTo>
                    <a:pt x="7647073" y="2466490"/>
                  </a:lnTo>
                  <a:lnTo>
                    <a:pt x="7647260" y="2465599"/>
                  </a:lnTo>
                  <a:lnTo>
                    <a:pt x="7647447" y="2465119"/>
                  </a:lnTo>
                  <a:lnTo>
                    <a:pt x="7647634" y="2464714"/>
                  </a:lnTo>
                  <a:lnTo>
                    <a:pt x="7647821" y="2464380"/>
                  </a:lnTo>
                  <a:lnTo>
                    <a:pt x="7648008" y="2464045"/>
                  </a:lnTo>
                  <a:lnTo>
                    <a:pt x="7648194" y="2463742"/>
                  </a:lnTo>
                  <a:lnTo>
                    <a:pt x="7648381" y="2463421"/>
                  </a:lnTo>
                  <a:lnTo>
                    <a:pt x="7648568" y="2463202"/>
                  </a:lnTo>
                  <a:lnTo>
                    <a:pt x="7648755" y="2462995"/>
                  </a:lnTo>
                  <a:lnTo>
                    <a:pt x="7648942" y="2462847"/>
                  </a:lnTo>
                  <a:lnTo>
                    <a:pt x="7649129" y="2462996"/>
                  </a:lnTo>
                  <a:lnTo>
                    <a:pt x="7649316" y="2463226"/>
                  </a:lnTo>
                  <a:lnTo>
                    <a:pt x="7649503" y="2463623"/>
                  </a:lnTo>
                  <a:lnTo>
                    <a:pt x="7649690" y="2464050"/>
                  </a:lnTo>
                  <a:lnTo>
                    <a:pt x="7649877" y="2464335"/>
                  </a:lnTo>
                  <a:lnTo>
                    <a:pt x="7650064" y="2464784"/>
                  </a:lnTo>
                  <a:lnTo>
                    <a:pt x="7650251" y="2465247"/>
                  </a:lnTo>
                  <a:lnTo>
                    <a:pt x="7650438" y="2465874"/>
                  </a:lnTo>
                  <a:lnTo>
                    <a:pt x="7650624" y="2466705"/>
                  </a:lnTo>
                  <a:lnTo>
                    <a:pt x="7650811" y="2467550"/>
                  </a:lnTo>
                  <a:lnTo>
                    <a:pt x="7650998" y="2468462"/>
                  </a:lnTo>
                  <a:lnTo>
                    <a:pt x="7651185" y="2469389"/>
                  </a:lnTo>
                  <a:lnTo>
                    <a:pt x="7651372" y="2470316"/>
                  </a:lnTo>
                  <a:lnTo>
                    <a:pt x="7651559" y="2471228"/>
                  </a:lnTo>
                  <a:lnTo>
                    <a:pt x="7651682" y="2471758"/>
                  </a:lnTo>
                  <a:lnTo>
                    <a:pt x="7656740" y="2471758"/>
                  </a:lnTo>
                  <a:lnTo>
                    <a:pt x="7656793" y="2471559"/>
                  </a:lnTo>
                  <a:lnTo>
                    <a:pt x="7656980" y="2470787"/>
                  </a:lnTo>
                  <a:lnTo>
                    <a:pt x="7657167" y="2470009"/>
                  </a:lnTo>
                  <a:lnTo>
                    <a:pt x="7657354" y="2469231"/>
                  </a:lnTo>
                  <a:lnTo>
                    <a:pt x="7657540" y="2468775"/>
                  </a:lnTo>
                  <a:lnTo>
                    <a:pt x="7657727" y="2468666"/>
                  </a:lnTo>
                  <a:lnTo>
                    <a:pt x="7657914" y="2468624"/>
                  </a:lnTo>
                  <a:lnTo>
                    <a:pt x="7658101" y="2468892"/>
                  </a:lnTo>
                  <a:lnTo>
                    <a:pt x="7658288" y="2469491"/>
                  </a:lnTo>
                  <a:lnTo>
                    <a:pt x="7658475" y="2470325"/>
                  </a:lnTo>
                  <a:lnTo>
                    <a:pt x="7658662" y="2471135"/>
                  </a:lnTo>
                  <a:lnTo>
                    <a:pt x="7658823" y="2471758"/>
                  </a:lnTo>
                  <a:lnTo>
                    <a:pt x="7666235" y="2471758"/>
                  </a:lnTo>
                  <a:lnTo>
                    <a:pt x="7666326" y="2471367"/>
                  </a:lnTo>
                  <a:lnTo>
                    <a:pt x="7666513" y="2470570"/>
                  </a:lnTo>
                  <a:lnTo>
                    <a:pt x="7666700" y="2469605"/>
                  </a:lnTo>
                  <a:lnTo>
                    <a:pt x="7666887" y="2468625"/>
                  </a:lnTo>
                  <a:lnTo>
                    <a:pt x="7667073" y="2467332"/>
                  </a:lnTo>
                  <a:lnTo>
                    <a:pt x="7667260" y="2466014"/>
                  </a:lnTo>
                  <a:lnTo>
                    <a:pt x="7667447" y="2464770"/>
                  </a:lnTo>
                  <a:lnTo>
                    <a:pt x="7667634" y="2463504"/>
                  </a:lnTo>
                  <a:lnTo>
                    <a:pt x="7667821" y="2462278"/>
                  </a:lnTo>
                  <a:lnTo>
                    <a:pt x="7668008" y="2461144"/>
                  </a:lnTo>
                  <a:lnTo>
                    <a:pt x="7668195" y="2459958"/>
                  </a:lnTo>
                  <a:lnTo>
                    <a:pt x="7668382" y="2458567"/>
                  </a:lnTo>
                  <a:lnTo>
                    <a:pt x="7668569" y="2456799"/>
                  </a:lnTo>
                  <a:lnTo>
                    <a:pt x="7668756" y="2454864"/>
                  </a:lnTo>
                  <a:lnTo>
                    <a:pt x="7668943" y="2452813"/>
                  </a:lnTo>
                  <a:lnTo>
                    <a:pt x="7669130" y="2450831"/>
                  </a:lnTo>
                  <a:lnTo>
                    <a:pt x="7669316" y="2449527"/>
                  </a:lnTo>
                  <a:lnTo>
                    <a:pt x="7669503" y="2448360"/>
                  </a:lnTo>
                  <a:lnTo>
                    <a:pt x="7669690" y="2447589"/>
                  </a:lnTo>
                  <a:lnTo>
                    <a:pt x="7669877" y="2447031"/>
                  </a:lnTo>
                  <a:lnTo>
                    <a:pt x="7670064" y="2446358"/>
                  </a:lnTo>
                  <a:lnTo>
                    <a:pt x="7670251" y="2445722"/>
                  </a:lnTo>
                  <a:lnTo>
                    <a:pt x="7670438" y="2445015"/>
                  </a:lnTo>
                  <a:lnTo>
                    <a:pt x="7670625" y="2444343"/>
                  </a:lnTo>
                  <a:lnTo>
                    <a:pt x="7670812" y="2443710"/>
                  </a:lnTo>
                  <a:lnTo>
                    <a:pt x="7670999" y="2442985"/>
                  </a:lnTo>
                  <a:lnTo>
                    <a:pt x="7671186" y="2442384"/>
                  </a:lnTo>
                  <a:lnTo>
                    <a:pt x="7671373" y="2441976"/>
                  </a:lnTo>
                  <a:lnTo>
                    <a:pt x="7671560" y="2441678"/>
                  </a:lnTo>
                  <a:lnTo>
                    <a:pt x="7671746" y="2441459"/>
                  </a:lnTo>
                  <a:lnTo>
                    <a:pt x="7671933" y="2441358"/>
                  </a:lnTo>
                  <a:lnTo>
                    <a:pt x="7672120" y="2441285"/>
                  </a:lnTo>
                  <a:lnTo>
                    <a:pt x="7672307" y="2441210"/>
                  </a:lnTo>
                  <a:lnTo>
                    <a:pt x="7672494" y="2440969"/>
                  </a:lnTo>
                  <a:lnTo>
                    <a:pt x="7672681" y="2440725"/>
                  </a:lnTo>
                  <a:lnTo>
                    <a:pt x="7672868" y="2440384"/>
                  </a:lnTo>
                  <a:lnTo>
                    <a:pt x="7673055" y="2440246"/>
                  </a:lnTo>
                  <a:lnTo>
                    <a:pt x="7673242" y="2439947"/>
                  </a:lnTo>
                  <a:lnTo>
                    <a:pt x="7673429" y="2439776"/>
                  </a:lnTo>
                  <a:lnTo>
                    <a:pt x="7673616" y="2439546"/>
                  </a:lnTo>
                  <a:lnTo>
                    <a:pt x="7673803" y="2439260"/>
                  </a:lnTo>
                  <a:lnTo>
                    <a:pt x="7673990" y="2438921"/>
                  </a:lnTo>
                  <a:lnTo>
                    <a:pt x="7674176" y="2438576"/>
                  </a:lnTo>
                  <a:lnTo>
                    <a:pt x="7674363" y="2438242"/>
                  </a:lnTo>
                  <a:lnTo>
                    <a:pt x="7674550" y="2438061"/>
                  </a:lnTo>
                  <a:lnTo>
                    <a:pt x="7674737" y="2437858"/>
                  </a:lnTo>
                  <a:lnTo>
                    <a:pt x="7674924" y="2437581"/>
                  </a:lnTo>
                  <a:lnTo>
                    <a:pt x="7675111" y="2437064"/>
                  </a:lnTo>
                  <a:lnTo>
                    <a:pt x="7675298" y="2436547"/>
                  </a:lnTo>
                  <a:lnTo>
                    <a:pt x="7675485" y="2435983"/>
                  </a:lnTo>
                  <a:lnTo>
                    <a:pt x="7675672" y="2435684"/>
                  </a:lnTo>
                  <a:lnTo>
                    <a:pt x="7675859" y="2435393"/>
                  </a:lnTo>
                  <a:lnTo>
                    <a:pt x="7676046" y="2435197"/>
                  </a:lnTo>
                  <a:lnTo>
                    <a:pt x="7676233" y="2434962"/>
                  </a:lnTo>
                  <a:lnTo>
                    <a:pt x="7676419" y="2434712"/>
                  </a:lnTo>
                  <a:lnTo>
                    <a:pt x="7676606" y="2434274"/>
                  </a:lnTo>
                  <a:lnTo>
                    <a:pt x="7676793" y="2434039"/>
                  </a:lnTo>
                  <a:lnTo>
                    <a:pt x="7676980" y="2433808"/>
                  </a:lnTo>
                  <a:lnTo>
                    <a:pt x="7677167" y="2433470"/>
                  </a:lnTo>
                  <a:lnTo>
                    <a:pt x="7677354" y="2432984"/>
                  </a:lnTo>
                  <a:lnTo>
                    <a:pt x="7677541" y="2432471"/>
                  </a:lnTo>
                  <a:lnTo>
                    <a:pt x="7677728" y="2431974"/>
                  </a:lnTo>
                  <a:lnTo>
                    <a:pt x="7677915" y="2431531"/>
                  </a:lnTo>
                  <a:lnTo>
                    <a:pt x="7678102" y="2431118"/>
                  </a:lnTo>
                  <a:lnTo>
                    <a:pt x="7678289" y="2431031"/>
                  </a:lnTo>
                  <a:lnTo>
                    <a:pt x="7678476" y="2430820"/>
                  </a:lnTo>
                  <a:lnTo>
                    <a:pt x="7678663" y="2430403"/>
                  </a:lnTo>
                  <a:lnTo>
                    <a:pt x="7678849" y="2429847"/>
                  </a:lnTo>
                  <a:lnTo>
                    <a:pt x="7679036" y="2429302"/>
                  </a:lnTo>
                  <a:lnTo>
                    <a:pt x="7679223" y="2428651"/>
                  </a:lnTo>
                  <a:lnTo>
                    <a:pt x="7679410" y="2427980"/>
                  </a:lnTo>
                  <a:lnTo>
                    <a:pt x="7679597" y="2427278"/>
                  </a:lnTo>
                  <a:lnTo>
                    <a:pt x="7679784" y="2426604"/>
                  </a:lnTo>
                  <a:lnTo>
                    <a:pt x="7679971" y="2425673"/>
                  </a:lnTo>
                  <a:lnTo>
                    <a:pt x="7680158" y="2424890"/>
                  </a:lnTo>
                  <a:lnTo>
                    <a:pt x="7680345" y="2424124"/>
                  </a:lnTo>
                  <a:lnTo>
                    <a:pt x="7680532" y="2423358"/>
                  </a:lnTo>
                  <a:lnTo>
                    <a:pt x="7680719" y="2422617"/>
                  </a:lnTo>
                  <a:lnTo>
                    <a:pt x="7680906" y="2422002"/>
                  </a:lnTo>
                  <a:lnTo>
                    <a:pt x="7681093" y="2421346"/>
                  </a:lnTo>
                  <a:lnTo>
                    <a:pt x="7681279" y="2420689"/>
                  </a:lnTo>
                  <a:lnTo>
                    <a:pt x="7681466" y="2419921"/>
                  </a:lnTo>
                  <a:lnTo>
                    <a:pt x="7681653" y="2419146"/>
                  </a:lnTo>
                  <a:lnTo>
                    <a:pt x="7681840" y="2418434"/>
                  </a:lnTo>
                  <a:lnTo>
                    <a:pt x="7682027" y="2417854"/>
                  </a:lnTo>
                  <a:lnTo>
                    <a:pt x="7682214" y="2417466"/>
                  </a:lnTo>
                  <a:lnTo>
                    <a:pt x="7682401" y="2417392"/>
                  </a:lnTo>
                  <a:lnTo>
                    <a:pt x="7682588" y="2417352"/>
                  </a:lnTo>
                  <a:lnTo>
                    <a:pt x="7682775" y="2417814"/>
                  </a:lnTo>
                  <a:lnTo>
                    <a:pt x="7682962" y="2418566"/>
                  </a:lnTo>
                  <a:lnTo>
                    <a:pt x="7683149" y="2419204"/>
                  </a:lnTo>
                  <a:lnTo>
                    <a:pt x="7683336" y="2419818"/>
                  </a:lnTo>
                  <a:lnTo>
                    <a:pt x="7683522" y="2420407"/>
                  </a:lnTo>
                  <a:lnTo>
                    <a:pt x="7683709" y="2421040"/>
                  </a:lnTo>
                  <a:lnTo>
                    <a:pt x="7683896" y="2421754"/>
                  </a:lnTo>
                  <a:lnTo>
                    <a:pt x="7684083" y="2422028"/>
                  </a:lnTo>
                  <a:lnTo>
                    <a:pt x="7684270" y="2422299"/>
                  </a:lnTo>
                  <a:lnTo>
                    <a:pt x="7684457" y="2422549"/>
                  </a:lnTo>
                  <a:lnTo>
                    <a:pt x="7684644" y="2422423"/>
                  </a:lnTo>
                  <a:lnTo>
                    <a:pt x="7684831" y="2421875"/>
                  </a:lnTo>
                  <a:lnTo>
                    <a:pt x="7685018" y="2421138"/>
                  </a:lnTo>
                  <a:lnTo>
                    <a:pt x="7685205" y="2420012"/>
                  </a:lnTo>
                  <a:lnTo>
                    <a:pt x="7685392" y="2418615"/>
                  </a:lnTo>
                  <a:lnTo>
                    <a:pt x="7685579" y="2417598"/>
                  </a:lnTo>
                  <a:lnTo>
                    <a:pt x="7685766" y="2416309"/>
                  </a:lnTo>
                  <a:lnTo>
                    <a:pt x="7685952" y="2414977"/>
                  </a:lnTo>
                  <a:lnTo>
                    <a:pt x="7686139" y="2413078"/>
                  </a:lnTo>
                  <a:lnTo>
                    <a:pt x="7686326" y="2411149"/>
                  </a:lnTo>
                  <a:lnTo>
                    <a:pt x="7686513" y="2409151"/>
                  </a:lnTo>
                  <a:lnTo>
                    <a:pt x="7686700" y="2407180"/>
                  </a:lnTo>
                  <a:lnTo>
                    <a:pt x="7686887" y="2405119"/>
                  </a:lnTo>
                  <a:lnTo>
                    <a:pt x="7687074" y="2403087"/>
                  </a:lnTo>
                  <a:lnTo>
                    <a:pt x="7687261" y="2400965"/>
                  </a:lnTo>
                  <a:lnTo>
                    <a:pt x="7687448" y="2399155"/>
                  </a:lnTo>
                  <a:lnTo>
                    <a:pt x="7687635" y="2397393"/>
                  </a:lnTo>
                  <a:lnTo>
                    <a:pt x="7687822" y="2395646"/>
                  </a:lnTo>
                  <a:lnTo>
                    <a:pt x="7688009" y="2394207"/>
                  </a:lnTo>
                  <a:lnTo>
                    <a:pt x="7688195" y="2393030"/>
                  </a:lnTo>
                  <a:lnTo>
                    <a:pt x="7688382" y="2391826"/>
                  </a:lnTo>
                  <a:lnTo>
                    <a:pt x="7688569" y="2390743"/>
                  </a:lnTo>
                  <a:lnTo>
                    <a:pt x="7688756" y="2389283"/>
                  </a:lnTo>
                  <a:lnTo>
                    <a:pt x="7688943" y="2387954"/>
                  </a:lnTo>
                  <a:lnTo>
                    <a:pt x="7689130" y="2386752"/>
                  </a:lnTo>
                  <a:lnTo>
                    <a:pt x="7689317" y="2385594"/>
                  </a:lnTo>
                  <a:lnTo>
                    <a:pt x="7689504" y="2384437"/>
                  </a:lnTo>
                  <a:lnTo>
                    <a:pt x="7689691" y="2383361"/>
                  </a:lnTo>
                  <a:lnTo>
                    <a:pt x="7689878" y="2382326"/>
                  </a:lnTo>
                  <a:lnTo>
                    <a:pt x="7690065" y="2381309"/>
                  </a:lnTo>
                  <a:lnTo>
                    <a:pt x="7690252" y="2380215"/>
                  </a:lnTo>
                  <a:lnTo>
                    <a:pt x="7690439" y="2379088"/>
                  </a:lnTo>
                  <a:lnTo>
                    <a:pt x="7690625" y="2378329"/>
                  </a:lnTo>
                  <a:lnTo>
                    <a:pt x="7690812" y="2377669"/>
                  </a:lnTo>
                  <a:lnTo>
                    <a:pt x="7690999" y="2377009"/>
                  </a:lnTo>
                  <a:lnTo>
                    <a:pt x="7691186" y="2376513"/>
                  </a:lnTo>
                  <a:lnTo>
                    <a:pt x="7691373" y="2376126"/>
                  </a:lnTo>
                  <a:lnTo>
                    <a:pt x="7691560" y="2375928"/>
                  </a:lnTo>
                  <a:lnTo>
                    <a:pt x="7691747" y="2375598"/>
                  </a:lnTo>
                  <a:lnTo>
                    <a:pt x="7691934" y="2375267"/>
                  </a:lnTo>
                  <a:lnTo>
                    <a:pt x="7692121" y="2375152"/>
                  </a:lnTo>
                  <a:lnTo>
                    <a:pt x="7692308" y="2375317"/>
                  </a:lnTo>
                  <a:lnTo>
                    <a:pt x="7692495" y="2375333"/>
                  </a:lnTo>
                  <a:lnTo>
                    <a:pt x="7692682" y="2375482"/>
                  </a:lnTo>
                  <a:lnTo>
                    <a:pt x="7692869" y="2375870"/>
                  </a:lnTo>
                  <a:lnTo>
                    <a:pt x="7693055" y="2376530"/>
                  </a:lnTo>
                  <a:lnTo>
                    <a:pt x="7693242" y="2377264"/>
                  </a:lnTo>
                  <a:lnTo>
                    <a:pt x="7693429" y="2377859"/>
                  </a:lnTo>
                  <a:lnTo>
                    <a:pt x="7693616" y="2378354"/>
                  </a:lnTo>
                  <a:lnTo>
                    <a:pt x="7693803" y="2378849"/>
                  </a:lnTo>
                  <a:lnTo>
                    <a:pt x="7693990" y="2379459"/>
                  </a:lnTo>
                  <a:lnTo>
                    <a:pt x="7694177" y="2380120"/>
                  </a:lnTo>
                  <a:lnTo>
                    <a:pt x="7694364" y="2380813"/>
                  </a:lnTo>
                  <a:lnTo>
                    <a:pt x="7694551" y="2381638"/>
                  </a:lnTo>
                  <a:lnTo>
                    <a:pt x="7694738" y="2382463"/>
                  </a:lnTo>
                  <a:lnTo>
                    <a:pt x="7694925" y="2383074"/>
                  </a:lnTo>
                  <a:lnTo>
                    <a:pt x="7695112" y="2383404"/>
                  </a:lnTo>
                  <a:lnTo>
                    <a:pt x="7695298" y="2383882"/>
                  </a:lnTo>
                  <a:lnTo>
                    <a:pt x="7695485" y="2384229"/>
                  </a:lnTo>
                  <a:lnTo>
                    <a:pt x="7695672" y="2384443"/>
                  </a:lnTo>
                  <a:lnTo>
                    <a:pt x="7695859" y="2384338"/>
                  </a:lnTo>
                  <a:lnTo>
                    <a:pt x="7696046" y="2384279"/>
                  </a:lnTo>
                  <a:lnTo>
                    <a:pt x="7696233" y="2384206"/>
                  </a:lnTo>
                  <a:lnTo>
                    <a:pt x="7696420" y="2384132"/>
                  </a:lnTo>
                  <a:lnTo>
                    <a:pt x="7696607" y="2384059"/>
                  </a:lnTo>
                  <a:lnTo>
                    <a:pt x="7696794" y="2383689"/>
                  </a:lnTo>
                  <a:lnTo>
                    <a:pt x="7696981" y="2383300"/>
                  </a:lnTo>
                  <a:lnTo>
                    <a:pt x="7697168" y="2382790"/>
                  </a:lnTo>
                  <a:lnTo>
                    <a:pt x="7697355" y="2382161"/>
                  </a:lnTo>
                  <a:lnTo>
                    <a:pt x="7697542" y="2381498"/>
                  </a:lnTo>
                  <a:lnTo>
                    <a:pt x="7697728" y="2380893"/>
                  </a:lnTo>
                  <a:lnTo>
                    <a:pt x="7697915" y="2380312"/>
                  </a:lnTo>
                  <a:lnTo>
                    <a:pt x="7698102" y="2379731"/>
                  </a:lnTo>
                  <a:lnTo>
                    <a:pt x="7698289" y="2379151"/>
                  </a:lnTo>
                  <a:lnTo>
                    <a:pt x="7698476" y="2378566"/>
                  </a:lnTo>
                  <a:lnTo>
                    <a:pt x="7698663" y="2378024"/>
                  </a:lnTo>
                  <a:lnTo>
                    <a:pt x="7698850" y="2377458"/>
                  </a:lnTo>
                  <a:lnTo>
                    <a:pt x="7699037" y="2377068"/>
                  </a:lnTo>
                  <a:lnTo>
                    <a:pt x="7699224" y="2376712"/>
                  </a:lnTo>
                  <a:lnTo>
                    <a:pt x="7699411" y="2376408"/>
                  </a:lnTo>
                  <a:lnTo>
                    <a:pt x="7699598" y="2376137"/>
                  </a:lnTo>
                  <a:lnTo>
                    <a:pt x="7699785" y="2376064"/>
                  </a:lnTo>
                  <a:lnTo>
                    <a:pt x="7699972" y="2376064"/>
                  </a:lnTo>
                  <a:lnTo>
                    <a:pt x="7700158" y="2376526"/>
                  </a:lnTo>
                  <a:lnTo>
                    <a:pt x="7700345" y="2377021"/>
                  </a:lnTo>
                  <a:lnTo>
                    <a:pt x="7700532" y="2377401"/>
                  </a:lnTo>
                  <a:lnTo>
                    <a:pt x="7700719" y="2377731"/>
                  </a:lnTo>
                  <a:lnTo>
                    <a:pt x="7700906" y="2378143"/>
                  </a:lnTo>
                  <a:lnTo>
                    <a:pt x="7701093" y="2378638"/>
                  </a:lnTo>
                  <a:lnTo>
                    <a:pt x="7701280" y="2379134"/>
                  </a:lnTo>
                  <a:lnTo>
                    <a:pt x="7701467" y="2379629"/>
                  </a:lnTo>
                  <a:lnTo>
                    <a:pt x="7701654" y="2380099"/>
                  </a:lnTo>
                  <a:lnTo>
                    <a:pt x="7701841" y="2380429"/>
                  </a:lnTo>
                  <a:lnTo>
                    <a:pt x="7702028" y="2380701"/>
                  </a:lnTo>
                  <a:lnTo>
                    <a:pt x="7702215" y="2380866"/>
                  </a:lnTo>
                  <a:lnTo>
                    <a:pt x="7702401" y="2381048"/>
                  </a:lnTo>
                  <a:lnTo>
                    <a:pt x="7702588" y="2381378"/>
                  </a:lnTo>
                  <a:lnTo>
                    <a:pt x="7702775" y="2381708"/>
                  </a:lnTo>
                  <a:lnTo>
                    <a:pt x="7702962" y="2382038"/>
                  </a:lnTo>
                  <a:lnTo>
                    <a:pt x="7703149" y="2382368"/>
                  </a:lnTo>
                  <a:lnTo>
                    <a:pt x="7703336" y="2382575"/>
                  </a:lnTo>
                  <a:lnTo>
                    <a:pt x="7703523" y="2382748"/>
                  </a:lnTo>
                  <a:lnTo>
                    <a:pt x="7703710" y="2382946"/>
                  </a:lnTo>
                  <a:lnTo>
                    <a:pt x="7703897" y="2382987"/>
                  </a:lnTo>
                  <a:lnTo>
                    <a:pt x="7704084" y="2383152"/>
                  </a:lnTo>
                  <a:lnTo>
                    <a:pt x="7704271" y="2383334"/>
                  </a:lnTo>
                  <a:lnTo>
                    <a:pt x="7704458" y="2383887"/>
                  </a:lnTo>
                  <a:lnTo>
                    <a:pt x="7704645" y="2384547"/>
                  </a:lnTo>
                  <a:lnTo>
                    <a:pt x="7704831" y="2385207"/>
                  </a:lnTo>
                  <a:lnTo>
                    <a:pt x="7705018" y="2385867"/>
                  </a:lnTo>
                  <a:lnTo>
                    <a:pt x="7705205" y="2386527"/>
                  </a:lnTo>
                  <a:lnTo>
                    <a:pt x="7705392" y="2387031"/>
                  </a:lnTo>
                  <a:lnTo>
                    <a:pt x="7705579" y="2387361"/>
                  </a:lnTo>
                  <a:lnTo>
                    <a:pt x="7705766" y="2387823"/>
                  </a:lnTo>
                  <a:lnTo>
                    <a:pt x="7705953" y="2388648"/>
                  </a:lnTo>
                  <a:lnTo>
                    <a:pt x="7706140" y="2389762"/>
                  </a:lnTo>
                  <a:lnTo>
                    <a:pt x="7706327" y="2391016"/>
                  </a:lnTo>
                  <a:lnTo>
                    <a:pt x="7706514" y="2392221"/>
                  </a:lnTo>
                  <a:lnTo>
                    <a:pt x="7706701" y="2392695"/>
                  </a:lnTo>
                  <a:lnTo>
                    <a:pt x="7706888" y="2392902"/>
                  </a:lnTo>
                  <a:lnTo>
                    <a:pt x="7707074" y="2392716"/>
                  </a:lnTo>
                  <a:lnTo>
                    <a:pt x="7707261" y="2392286"/>
                  </a:lnTo>
                  <a:lnTo>
                    <a:pt x="7707448" y="2391971"/>
                  </a:lnTo>
                  <a:lnTo>
                    <a:pt x="7707635" y="2391592"/>
                  </a:lnTo>
                  <a:lnTo>
                    <a:pt x="7707822" y="2391310"/>
                  </a:lnTo>
                  <a:lnTo>
                    <a:pt x="7708009" y="2390996"/>
                  </a:lnTo>
                  <a:lnTo>
                    <a:pt x="7708196" y="2390794"/>
                  </a:lnTo>
                  <a:lnTo>
                    <a:pt x="7708383" y="2390873"/>
                  </a:lnTo>
                  <a:lnTo>
                    <a:pt x="7708570" y="2390911"/>
                  </a:lnTo>
                  <a:lnTo>
                    <a:pt x="7708757" y="2390785"/>
                  </a:lnTo>
                  <a:lnTo>
                    <a:pt x="7708944" y="2390584"/>
                  </a:lnTo>
                  <a:lnTo>
                    <a:pt x="7709131" y="2390402"/>
                  </a:lnTo>
                  <a:lnTo>
                    <a:pt x="7709318" y="2390114"/>
                  </a:lnTo>
                  <a:lnTo>
                    <a:pt x="7709504" y="2389982"/>
                  </a:lnTo>
                  <a:lnTo>
                    <a:pt x="7709691" y="2390023"/>
                  </a:lnTo>
                  <a:lnTo>
                    <a:pt x="7709878" y="2390153"/>
                  </a:lnTo>
                  <a:lnTo>
                    <a:pt x="7710065" y="2390200"/>
                  </a:lnTo>
                  <a:lnTo>
                    <a:pt x="7710252" y="2389927"/>
                  </a:lnTo>
                  <a:lnTo>
                    <a:pt x="7710439" y="2389351"/>
                  </a:lnTo>
                  <a:lnTo>
                    <a:pt x="7710626" y="2388964"/>
                  </a:lnTo>
                  <a:lnTo>
                    <a:pt x="7710813" y="2388449"/>
                  </a:lnTo>
                  <a:lnTo>
                    <a:pt x="7711000" y="2387948"/>
                  </a:lnTo>
                  <a:lnTo>
                    <a:pt x="7711187" y="2387530"/>
                  </a:lnTo>
                  <a:lnTo>
                    <a:pt x="7711374" y="2387049"/>
                  </a:lnTo>
                  <a:lnTo>
                    <a:pt x="7711561" y="2386312"/>
                  </a:lnTo>
                  <a:lnTo>
                    <a:pt x="7711748" y="2385105"/>
                  </a:lnTo>
                  <a:lnTo>
                    <a:pt x="7711934" y="2383729"/>
                  </a:lnTo>
                  <a:lnTo>
                    <a:pt x="7712121" y="2382286"/>
                  </a:lnTo>
                  <a:lnTo>
                    <a:pt x="7712308" y="2380338"/>
                  </a:lnTo>
                  <a:lnTo>
                    <a:pt x="7712495" y="2378688"/>
                  </a:lnTo>
                  <a:lnTo>
                    <a:pt x="7712682" y="2377038"/>
                  </a:lnTo>
                  <a:lnTo>
                    <a:pt x="7712869" y="2375288"/>
                  </a:lnTo>
                  <a:lnTo>
                    <a:pt x="7713056" y="2373687"/>
                  </a:lnTo>
                  <a:lnTo>
                    <a:pt x="7713243" y="2372111"/>
                  </a:lnTo>
                  <a:lnTo>
                    <a:pt x="7713430" y="2370296"/>
                  </a:lnTo>
                  <a:lnTo>
                    <a:pt x="7713617" y="2368480"/>
                  </a:lnTo>
                  <a:lnTo>
                    <a:pt x="7713804" y="2366434"/>
                  </a:lnTo>
                  <a:lnTo>
                    <a:pt x="7713991" y="2364371"/>
                  </a:lnTo>
                  <a:lnTo>
                    <a:pt x="7714177" y="2362015"/>
                  </a:lnTo>
                  <a:lnTo>
                    <a:pt x="7714364" y="2359910"/>
                  </a:lnTo>
                  <a:lnTo>
                    <a:pt x="7714551" y="2358330"/>
                  </a:lnTo>
                  <a:lnTo>
                    <a:pt x="7714738" y="2356858"/>
                  </a:lnTo>
                  <a:lnTo>
                    <a:pt x="7714925" y="2355217"/>
                  </a:lnTo>
                  <a:lnTo>
                    <a:pt x="7715112" y="2354121"/>
                  </a:lnTo>
                  <a:lnTo>
                    <a:pt x="7715299" y="2353075"/>
                  </a:lnTo>
                  <a:lnTo>
                    <a:pt x="7715486" y="2352132"/>
                  </a:lnTo>
                  <a:lnTo>
                    <a:pt x="7715673" y="2351337"/>
                  </a:lnTo>
                  <a:lnTo>
                    <a:pt x="7715860" y="2350559"/>
                  </a:lnTo>
                  <a:lnTo>
                    <a:pt x="7716047" y="2349863"/>
                  </a:lnTo>
                  <a:lnTo>
                    <a:pt x="7716234" y="2349085"/>
                  </a:lnTo>
                  <a:lnTo>
                    <a:pt x="7716421" y="2348747"/>
                  </a:lnTo>
                  <a:lnTo>
                    <a:pt x="7716607" y="2348637"/>
                  </a:lnTo>
                  <a:lnTo>
                    <a:pt x="7716794" y="2348540"/>
                  </a:lnTo>
                  <a:lnTo>
                    <a:pt x="7716981" y="2348555"/>
                  </a:lnTo>
                  <a:lnTo>
                    <a:pt x="7717168" y="2348560"/>
                  </a:lnTo>
                  <a:lnTo>
                    <a:pt x="7717355" y="2348714"/>
                  </a:lnTo>
                  <a:lnTo>
                    <a:pt x="7717542" y="2348732"/>
                  </a:lnTo>
                  <a:lnTo>
                    <a:pt x="7717729" y="2348823"/>
                  </a:lnTo>
                  <a:lnTo>
                    <a:pt x="7717916" y="2348896"/>
                  </a:lnTo>
                  <a:lnTo>
                    <a:pt x="7718103" y="2348945"/>
                  </a:lnTo>
                  <a:lnTo>
                    <a:pt x="7718290" y="2348853"/>
                  </a:lnTo>
                  <a:lnTo>
                    <a:pt x="7718477" y="2348761"/>
                  </a:lnTo>
                  <a:lnTo>
                    <a:pt x="7718664" y="2348669"/>
                  </a:lnTo>
                  <a:lnTo>
                    <a:pt x="7718851" y="2348709"/>
                  </a:lnTo>
                  <a:lnTo>
                    <a:pt x="7719037" y="2348867"/>
                  </a:lnTo>
                  <a:lnTo>
                    <a:pt x="7719224" y="2348934"/>
                  </a:lnTo>
                  <a:lnTo>
                    <a:pt x="7719411" y="2348956"/>
                  </a:lnTo>
                  <a:lnTo>
                    <a:pt x="7719598" y="2348873"/>
                  </a:lnTo>
                  <a:lnTo>
                    <a:pt x="7719785" y="2348749"/>
                  </a:lnTo>
                  <a:lnTo>
                    <a:pt x="7719972" y="2348254"/>
                  </a:lnTo>
                  <a:lnTo>
                    <a:pt x="7720159" y="2347874"/>
                  </a:lnTo>
                  <a:lnTo>
                    <a:pt x="7720346" y="2347387"/>
                  </a:lnTo>
                  <a:lnTo>
                    <a:pt x="7720533" y="2347219"/>
                  </a:lnTo>
                  <a:lnTo>
                    <a:pt x="7720720" y="2347100"/>
                  </a:lnTo>
                  <a:lnTo>
                    <a:pt x="7720907" y="2347006"/>
                  </a:lnTo>
                  <a:lnTo>
                    <a:pt x="7721094" y="2347141"/>
                  </a:lnTo>
                  <a:lnTo>
                    <a:pt x="7721280" y="2347384"/>
                  </a:lnTo>
                  <a:lnTo>
                    <a:pt x="7721467" y="2347353"/>
                  </a:lnTo>
                  <a:lnTo>
                    <a:pt x="7721654" y="2347290"/>
                  </a:lnTo>
                  <a:lnTo>
                    <a:pt x="7721841" y="2347252"/>
                  </a:lnTo>
                  <a:lnTo>
                    <a:pt x="7722028" y="2347642"/>
                  </a:lnTo>
                  <a:lnTo>
                    <a:pt x="7722215" y="2347973"/>
                  </a:lnTo>
                  <a:lnTo>
                    <a:pt x="7722402" y="2348525"/>
                  </a:lnTo>
                  <a:lnTo>
                    <a:pt x="7722589" y="2349396"/>
                  </a:lnTo>
                  <a:lnTo>
                    <a:pt x="7722776" y="2350530"/>
                  </a:lnTo>
                  <a:lnTo>
                    <a:pt x="7722963" y="2351051"/>
                  </a:lnTo>
                  <a:lnTo>
                    <a:pt x="7723150" y="2351768"/>
                  </a:lnTo>
                  <a:lnTo>
                    <a:pt x="7723337" y="2352491"/>
                  </a:lnTo>
                  <a:lnTo>
                    <a:pt x="7723524" y="2353780"/>
                  </a:lnTo>
                  <a:lnTo>
                    <a:pt x="7723710" y="2355111"/>
                  </a:lnTo>
                  <a:lnTo>
                    <a:pt x="7723897" y="2356214"/>
                  </a:lnTo>
                  <a:lnTo>
                    <a:pt x="7724084" y="2357209"/>
                  </a:lnTo>
                  <a:lnTo>
                    <a:pt x="7724271" y="2358476"/>
                  </a:lnTo>
                  <a:lnTo>
                    <a:pt x="7724458" y="2359711"/>
                  </a:lnTo>
                  <a:lnTo>
                    <a:pt x="7724645" y="2361035"/>
                  </a:lnTo>
                  <a:lnTo>
                    <a:pt x="7724832" y="2362047"/>
                  </a:lnTo>
                  <a:lnTo>
                    <a:pt x="7725019" y="2363011"/>
                  </a:lnTo>
                  <a:lnTo>
                    <a:pt x="7725206" y="2364116"/>
                  </a:lnTo>
                  <a:lnTo>
                    <a:pt x="7725393" y="2364816"/>
                  </a:lnTo>
                  <a:lnTo>
                    <a:pt x="7725580" y="2365080"/>
                  </a:lnTo>
                  <a:lnTo>
                    <a:pt x="7725767" y="2365494"/>
                  </a:lnTo>
                  <a:lnTo>
                    <a:pt x="7725953" y="2365788"/>
                  </a:lnTo>
                  <a:lnTo>
                    <a:pt x="7726140" y="2366459"/>
                  </a:lnTo>
                  <a:lnTo>
                    <a:pt x="7726327" y="2366998"/>
                  </a:lnTo>
                  <a:lnTo>
                    <a:pt x="7726514" y="2367446"/>
                  </a:lnTo>
                  <a:lnTo>
                    <a:pt x="7726701" y="2367894"/>
                  </a:lnTo>
                  <a:lnTo>
                    <a:pt x="7726888" y="2368342"/>
                  </a:lnTo>
                  <a:lnTo>
                    <a:pt x="7727075" y="2368676"/>
                  </a:lnTo>
                  <a:lnTo>
                    <a:pt x="7727262" y="2368963"/>
                  </a:lnTo>
                  <a:lnTo>
                    <a:pt x="7727449" y="2369225"/>
                  </a:lnTo>
                  <a:lnTo>
                    <a:pt x="7727636" y="2369519"/>
                  </a:lnTo>
                  <a:lnTo>
                    <a:pt x="7727823" y="2369624"/>
                  </a:lnTo>
                  <a:lnTo>
                    <a:pt x="7728010" y="2369820"/>
                  </a:lnTo>
                  <a:lnTo>
                    <a:pt x="7728197" y="2369979"/>
                  </a:lnTo>
                  <a:lnTo>
                    <a:pt x="7728383" y="2370247"/>
                  </a:lnTo>
                  <a:lnTo>
                    <a:pt x="7728570" y="2370379"/>
                  </a:lnTo>
                  <a:lnTo>
                    <a:pt x="7728757" y="2370404"/>
                  </a:lnTo>
                  <a:lnTo>
                    <a:pt x="7728944" y="2370239"/>
                  </a:lnTo>
                  <a:lnTo>
                    <a:pt x="7729131" y="2370200"/>
                  </a:lnTo>
                  <a:lnTo>
                    <a:pt x="7729318" y="2370023"/>
                  </a:lnTo>
                  <a:lnTo>
                    <a:pt x="7729505" y="2369720"/>
                  </a:lnTo>
                  <a:lnTo>
                    <a:pt x="7729692" y="2369315"/>
                  </a:lnTo>
                  <a:lnTo>
                    <a:pt x="7729879" y="2369330"/>
                  </a:lnTo>
                  <a:lnTo>
                    <a:pt x="7730066" y="2369389"/>
                  </a:lnTo>
                  <a:lnTo>
                    <a:pt x="7730253" y="2369328"/>
                  </a:lnTo>
                  <a:lnTo>
                    <a:pt x="7730440" y="2369231"/>
                  </a:lnTo>
                  <a:lnTo>
                    <a:pt x="7730627" y="2369405"/>
                  </a:lnTo>
                  <a:lnTo>
                    <a:pt x="7730813" y="2369547"/>
                  </a:lnTo>
                  <a:lnTo>
                    <a:pt x="7731000" y="2369729"/>
                  </a:lnTo>
                  <a:lnTo>
                    <a:pt x="7731187" y="2369973"/>
                  </a:lnTo>
                  <a:lnTo>
                    <a:pt x="7731374" y="2370181"/>
                  </a:lnTo>
                  <a:lnTo>
                    <a:pt x="7731561" y="2370381"/>
                  </a:lnTo>
                  <a:lnTo>
                    <a:pt x="7731748" y="2370414"/>
                  </a:lnTo>
                  <a:lnTo>
                    <a:pt x="7731935" y="2370248"/>
                  </a:lnTo>
                  <a:lnTo>
                    <a:pt x="7732122" y="2369994"/>
                  </a:lnTo>
                  <a:lnTo>
                    <a:pt x="7732309" y="2369609"/>
                  </a:lnTo>
                  <a:lnTo>
                    <a:pt x="7732496" y="2369151"/>
                  </a:lnTo>
                  <a:lnTo>
                    <a:pt x="7732683" y="2368598"/>
                  </a:lnTo>
                  <a:lnTo>
                    <a:pt x="7732870" y="2368049"/>
                  </a:lnTo>
                  <a:lnTo>
                    <a:pt x="7733056" y="2367498"/>
                  </a:lnTo>
                  <a:lnTo>
                    <a:pt x="7733243" y="2366822"/>
                  </a:lnTo>
                  <a:lnTo>
                    <a:pt x="7733430" y="2365934"/>
                  </a:lnTo>
                  <a:lnTo>
                    <a:pt x="7733617" y="2365119"/>
                  </a:lnTo>
                  <a:lnTo>
                    <a:pt x="7733804" y="2363568"/>
                  </a:lnTo>
                  <a:lnTo>
                    <a:pt x="7733991" y="2361063"/>
                  </a:lnTo>
                  <a:lnTo>
                    <a:pt x="7734178" y="2358471"/>
                  </a:lnTo>
                  <a:lnTo>
                    <a:pt x="7734365" y="2354411"/>
                  </a:lnTo>
                  <a:lnTo>
                    <a:pt x="7734552" y="2350541"/>
                  </a:lnTo>
                  <a:lnTo>
                    <a:pt x="7734739" y="2346894"/>
                  </a:lnTo>
                  <a:lnTo>
                    <a:pt x="7734926" y="2344691"/>
                  </a:lnTo>
                  <a:lnTo>
                    <a:pt x="7735113" y="2343033"/>
                  </a:lnTo>
                  <a:lnTo>
                    <a:pt x="7735300" y="2341640"/>
                  </a:lnTo>
                  <a:lnTo>
                    <a:pt x="7735486" y="2340465"/>
                  </a:lnTo>
                  <a:lnTo>
                    <a:pt x="7735673" y="2339483"/>
                  </a:lnTo>
                  <a:lnTo>
                    <a:pt x="7735860" y="2338507"/>
                  </a:lnTo>
                  <a:lnTo>
                    <a:pt x="7736047" y="2337411"/>
                  </a:lnTo>
                  <a:lnTo>
                    <a:pt x="7736234" y="2336282"/>
                  </a:lnTo>
                  <a:lnTo>
                    <a:pt x="7736421" y="2335201"/>
                  </a:lnTo>
                  <a:lnTo>
                    <a:pt x="7736608" y="2334547"/>
                  </a:lnTo>
                  <a:lnTo>
                    <a:pt x="7736795" y="2334109"/>
                  </a:lnTo>
                  <a:lnTo>
                    <a:pt x="7736982" y="2333731"/>
                  </a:lnTo>
                  <a:lnTo>
                    <a:pt x="7737169" y="2333644"/>
                  </a:lnTo>
                  <a:lnTo>
                    <a:pt x="7737356" y="2333664"/>
                  </a:lnTo>
                  <a:lnTo>
                    <a:pt x="7737543" y="2333575"/>
                  </a:lnTo>
                  <a:lnTo>
                    <a:pt x="7737730" y="2333335"/>
                  </a:lnTo>
                  <a:lnTo>
                    <a:pt x="7737916" y="2333005"/>
                  </a:lnTo>
                  <a:lnTo>
                    <a:pt x="7738103" y="2332430"/>
                  </a:lnTo>
                  <a:lnTo>
                    <a:pt x="7738290" y="2331641"/>
                  </a:lnTo>
                  <a:lnTo>
                    <a:pt x="7738477" y="2330636"/>
                  </a:lnTo>
                  <a:lnTo>
                    <a:pt x="7738664" y="2329641"/>
                  </a:lnTo>
                  <a:lnTo>
                    <a:pt x="7738851" y="2328632"/>
                  </a:lnTo>
                  <a:lnTo>
                    <a:pt x="7739038" y="2327801"/>
                  </a:lnTo>
                  <a:lnTo>
                    <a:pt x="7739225" y="2326901"/>
                  </a:lnTo>
                  <a:lnTo>
                    <a:pt x="7739412" y="2326156"/>
                  </a:lnTo>
                  <a:lnTo>
                    <a:pt x="7739599" y="2325440"/>
                  </a:lnTo>
                  <a:lnTo>
                    <a:pt x="7739786" y="2324732"/>
                  </a:lnTo>
                  <a:lnTo>
                    <a:pt x="7739973" y="2323946"/>
                  </a:lnTo>
                  <a:lnTo>
                    <a:pt x="7740159" y="2323141"/>
                  </a:lnTo>
                  <a:lnTo>
                    <a:pt x="7740346" y="2322273"/>
                  </a:lnTo>
                  <a:lnTo>
                    <a:pt x="7740533" y="2321609"/>
                  </a:lnTo>
                  <a:lnTo>
                    <a:pt x="7740720" y="2321034"/>
                  </a:lnTo>
                  <a:lnTo>
                    <a:pt x="7740907" y="2320645"/>
                  </a:lnTo>
                  <a:lnTo>
                    <a:pt x="7741094" y="2320409"/>
                  </a:lnTo>
                  <a:lnTo>
                    <a:pt x="7741281" y="2320251"/>
                  </a:lnTo>
                  <a:lnTo>
                    <a:pt x="7741468" y="2320034"/>
                  </a:lnTo>
                  <a:lnTo>
                    <a:pt x="7741655" y="2319832"/>
                  </a:lnTo>
                  <a:lnTo>
                    <a:pt x="7741842" y="2319512"/>
                  </a:lnTo>
                  <a:lnTo>
                    <a:pt x="7742029" y="2319099"/>
                  </a:lnTo>
                  <a:lnTo>
                    <a:pt x="7742216" y="2318607"/>
                  </a:lnTo>
                  <a:lnTo>
                    <a:pt x="7742403" y="2318037"/>
                  </a:lnTo>
                  <a:lnTo>
                    <a:pt x="7742589" y="2317450"/>
                  </a:lnTo>
                  <a:lnTo>
                    <a:pt x="7742776" y="2317247"/>
                  </a:lnTo>
                  <a:lnTo>
                    <a:pt x="7742963" y="2317287"/>
                  </a:lnTo>
                  <a:lnTo>
                    <a:pt x="7743150" y="2317153"/>
                  </a:lnTo>
                  <a:lnTo>
                    <a:pt x="7743337" y="2317104"/>
                  </a:lnTo>
                  <a:lnTo>
                    <a:pt x="7743524" y="2316942"/>
                  </a:lnTo>
                  <a:lnTo>
                    <a:pt x="7743711" y="2316610"/>
                  </a:lnTo>
                  <a:lnTo>
                    <a:pt x="7743898" y="2316299"/>
                  </a:lnTo>
                  <a:lnTo>
                    <a:pt x="7744085" y="2316375"/>
                  </a:lnTo>
                  <a:lnTo>
                    <a:pt x="7744272" y="2316641"/>
                  </a:lnTo>
                  <a:lnTo>
                    <a:pt x="7744459" y="2316857"/>
                  </a:lnTo>
                  <a:lnTo>
                    <a:pt x="7744646" y="2317069"/>
                  </a:lnTo>
                  <a:lnTo>
                    <a:pt x="7744832" y="2317413"/>
                  </a:lnTo>
                  <a:lnTo>
                    <a:pt x="7745019" y="2317876"/>
                  </a:lnTo>
                  <a:lnTo>
                    <a:pt x="7745206" y="2318376"/>
                  </a:lnTo>
                  <a:lnTo>
                    <a:pt x="7745393" y="2319052"/>
                  </a:lnTo>
                  <a:lnTo>
                    <a:pt x="7745580" y="2319560"/>
                  </a:lnTo>
                  <a:lnTo>
                    <a:pt x="7745767" y="2319836"/>
                  </a:lnTo>
                  <a:lnTo>
                    <a:pt x="7745954" y="2320003"/>
                  </a:lnTo>
                  <a:lnTo>
                    <a:pt x="7746141" y="2320054"/>
                  </a:lnTo>
                  <a:lnTo>
                    <a:pt x="7746328" y="2320117"/>
                  </a:lnTo>
                  <a:lnTo>
                    <a:pt x="7746515" y="2320138"/>
                  </a:lnTo>
                  <a:lnTo>
                    <a:pt x="7746702" y="2320264"/>
                  </a:lnTo>
                  <a:lnTo>
                    <a:pt x="7746889" y="2320113"/>
                  </a:lnTo>
                  <a:lnTo>
                    <a:pt x="7747076" y="2319796"/>
                  </a:lnTo>
                  <a:lnTo>
                    <a:pt x="7747262" y="2319533"/>
                  </a:lnTo>
                  <a:lnTo>
                    <a:pt x="7747449" y="2319447"/>
                  </a:lnTo>
                  <a:lnTo>
                    <a:pt x="7747636" y="2319790"/>
                  </a:lnTo>
                  <a:lnTo>
                    <a:pt x="7747823" y="2320212"/>
                  </a:lnTo>
                  <a:lnTo>
                    <a:pt x="7748010" y="2320444"/>
                  </a:lnTo>
                  <a:lnTo>
                    <a:pt x="7748197" y="2320291"/>
                  </a:lnTo>
                  <a:lnTo>
                    <a:pt x="7748384" y="2320138"/>
                  </a:lnTo>
                  <a:lnTo>
                    <a:pt x="7748571" y="2319985"/>
                  </a:lnTo>
                  <a:lnTo>
                    <a:pt x="7748758" y="2320039"/>
                  </a:lnTo>
                  <a:lnTo>
                    <a:pt x="7748945" y="2320535"/>
                  </a:lnTo>
                  <a:lnTo>
                    <a:pt x="7749132" y="2321561"/>
                  </a:lnTo>
                  <a:lnTo>
                    <a:pt x="7749319" y="2322445"/>
                  </a:lnTo>
                  <a:lnTo>
                    <a:pt x="7749506" y="2323187"/>
                  </a:lnTo>
                  <a:lnTo>
                    <a:pt x="7749692" y="2323591"/>
                  </a:lnTo>
                  <a:lnTo>
                    <a:pt x="7749879" y="2323863"/>
                  </a:lnTo>
                  <a:lnTo>
                    <a:pt x="7750066" y="2324194"/>
                  </a:lnTo>
                  <a:lnTo>
                    <a:pt x="7750253" y="2324598"/>
                  </a:lnTo>
                  <a:lnTo>
                    <a:pt x="7750440" y="2324623"/>
                  </a:lnTo>
                  <a:lnTo>
                    <a:pt x="7750627" y="2324796"/>
                  </a:lnTo>
                  <a:lnTo>
                    <a:pt x="7750814" y="2325019"/>
                  </a:lnTo>
                  <a:lnTo>
                    <a:pt x="7751001" y="2325184"/>
                  </a:lnTo>
                  <a:lnTo>
                    <a:pt x="7751188" y="2325613"/>
                  </a:lnTo>
                  <a:lnTo>
                    <a:pt x="7751375" y="2326124"/>
                  </a:lnTo>
                  <a:lnTo>
                    <a:pt x="7751562" y="2326669"/>
                  </a:lnTo>
                  <a:lnTo>
                    <a:pt x="7751749" y="2326875"/>
                  </a:lnTo>
                  <a:lnTo>
                    <a:pt x="7751935" y="2326686"/>
                  </a:lnTo>
                  <a:lnTo>
                    <a:pt x="7752122" y="2326859"/>
                  </a:lnTo>
                  <a:lnTo>
                    <a:pt x="7752309" y="2327461"/>
                  </a:lnTo>
                  <a:lnTo>
                    <a:pt x="7752496" y="2327882"/>
                  </a:lnTo>
                  <a:lnTo>
                    <a:pt x="7752683" y="2328542"/>
                  </a:lnTo>
                  <a:lnTo>
                    <a:pt x="7752870" y="2329186"/>
                  </a:lnTo>
                  <a:lnTo>
                    <a:pt x="7753057" y="2329417"/>
                  </a:lnTo>
                  <a:lnTo>
                    <a:pt x="7753244" y="2329582"/>
                  </a:lnTo>
                  <a:lnTo>
                    <a:pt x="7753431" y="2329664"/>
                  </a:lnTo>
                  <a:lnTo>
                    <a:pt x="7753618" y="2329937"/>
                  </a:lnTo>
                  <a:lnTo>
                    <a:pt x="7753805" y="2329826"/>
                  </a:lnTo>
                  <a:lnTo>
                    <a:pt x="7753992" y="2329489"/>
                  </a:lnTo>
                  <a:lnTo>
                    <a:pt x="7754179" y="2329226"/>
                  </a:lnTo>
                  <a:lnTo>
                    <a:pt x="7754365" y="2328882"/>
                  </a:lnTo>
                  <a:lnTo>
                    <a:pt x="7754552" y="2328355"/>
                  </a:lnTo>
                  <a:lnTo>
                    <a:pt x="7754739" y="2327871"/>
                  </a:lnTo>
                  <a:lnTo>
                    <a:pt x="7754926" y="2327374"/>
                  </a:lnTo>
                  <a:lnTo>
                    <a:pt x="7755113" y="2326788"/>
                  </a:lnTo>
                  <a:lnTo>
                    <a:pt x="7755300" y="2326178"/>
                  </a:lnTo>
                  <a:lnTo>
                    <a:pt x="7755487" y="2325412"/>
                  </a:lnTo>
                  <a:lnTo>
                    <a:pt x="7755674" y="2324530"/>
                  </a:lnTo>
                  <a:lnTo>
                    <a:pt x="7755861" y="2323912"/>
                  </a:lnTo>
                  <a:lnTo>
                    <a:pt x="7756048" y="2323344"/>
                  </a:lnTo>
                  <a:lnTo>
                    <a:pt x="7756235" y="2322635"/>
                  </a:lnTo>
                  <a:lnTo>
                    <a:pt x="7756422" y="2321818"/>
                  </a:lnTo>
                  <a:lnTo>
                    <a:pt x="7756609" y="2321090"/>
                  </a:lnTo>
                  <a:lnTo>
                    <a:pt x="7756795" y="2320334"/>
                  </a:lnTo>
                  <a:lnTo>
                    <a:pt x="7756982" y="2319592"/>
                  </a:lnTo>
                  <a:lnTo>
                    <a:pt x="7757169" y="2318915"/>
                  </a:lnTo>
                  <a:lnTo>
                    <a:pt x="7757356" y="2318750"/>
                  </a:lnTo>
                  <a:lnTo>
                    <a:pt x="7757543" y="2318305"/>
                  </a:lnTo>
                  <a:lnTo>
                    <a:pt x="7757730" y="2317809"/>
                  </a:lnTo>
                  <a:lnTo>
                    <a:pt x="7757917" y="2317174"/>
                  </a:lnTo>
                  <a:lnTo>
                    <a:pt x="7758104" y="2316555"/>
                  </a:lnTo>
                  <a:lnTo>
                    <a:pt x="7758291" y="2316093"/>
                  </a:lnTo>
                  <a:lnTo>
                    <a:pt x="7758478" y="2315763"/>
                  </a:lnTo>
                  <a:lnTo>
                    <a:pt x="7758665" y="2315392"/>
                  </a:lnTo>
                  <a:lnTo>
                    <a:pt x="7758852" y="2315194"/>
                  </a:lnTo>
                  <a:lnTo>
                    <a:pt x="7759038" y="2315169"/>
                  </a:lnTo>
                  <a:lnTo>
                    <a:pt x="7759225" y="2315119"/>
                  </a:lnTo>
                  <a:lnTo>
                    <a:pt x="7759412" y="2314954"/>
                  </a:lnTo>
                  <a:lnTo>
                    <a:pt x="7759599" y="2314971"/>
                  </a:lnTo>
                  <a:lnTo>
                    <a:pt x="7759786" y="2314971"/>
                  </a:lnTo>
                  <a:lnTo>
                    <a:pt x="7759973" y="2314880"/>
                  </a:lnTo>
                  <a:lnTo>
                    <a:pt x="7760160" y="2314847"/>
                  </a:lnTo>
                  <a:lnTo>
                    <a:pt x="7760347" y="2315177"/>
                  </a:lnTo>
                  <a:lnTo>
                    <a:pt x="7760534" y="2315507"/>
                  </a:lnTo>
                  <a:lnTo>
                    <a:pt x="7760721" y="2315837"/>
                  </a:lnTo>
                  <a:lnTo>
                    <a:pt x="7760908" y="2316167"/>
                  </a:lnTo>
                  <a:lnTo>
                    <a:pt x="7761095" y="2316497"/>
                  </a:lnTo>
                  <a:lnTo>
                    <a:pt x="7761282" y="2316827"/>
                  </a:lnTo>
                  <a:lnTo>
                    <a:pt x="7761468" y="2317199"/>
                  </a:lnTo>
                  <a:lnTo>
                    <a:pt x="7761655" y="2317397"/>
                  </a:lnTo>
                  <a:lnTo>
                    <a:pt x="7761842" y="2317562"/>
                  </a:lnTo>
                  <a:lnTo>
                    <a:pt x="7762029" y="2317727"/>
                  </a:lnTo>
                  <a:lnTo>
                    <a:pt x="7762216" y="2317892"/>
                  </a:lnTo>
                  <a:lnTo>
                    <a:pt x="7762403" y="2318057"/>
                  </a:lnTo>
                  <a:lnTo>
                    <a:pt x="7762590" y="2317967"/>
                  </a:lnTo>
                  <a:lnTo>
                    <a:pt x="7762777" y="2318054"/>
                  </a:lnTo>
                  <a:lnTo>
                    <a:pt x="7762964" y="2318390"/>
                  </a:lnTo>
                  <a:lnTo>
                    <a:pt x="7763151" y="2318602"/>
                  </a:lnTo>
                  <a:lnTo>
                    <a:pt x="7763338" y="2318814"/>
                  </a:lnTo>
                  <a:lnTo>
                    <a:pt x="7763525" y="2319026"/>
                  </a:lnTo>
                  <a:lnTo>
                    <a:pt x="7763711" y="2319238"/>
                  </a:lnTo>
                  <a:lnTo>
                    <a:pt x="7763898" y="2319450"/>
                  </a:lnTo>
                  <a:lnTo>
                    <a:pt x="7764085" y="2319662"/>
                  </a:lnTo>
                  <a:lnTo>
                    <a:pt x="7764272" y="2319874"/>
                  </a:lnTo>
                  <a:lnTo>
                    <a:pt x="7764459" y="2320200"/>
                  </a:lnTo>
                  <a:lnTo>
                    <a:pt x="7764646" y="2320532"/>
                  </a:lnTo>
                  <a:lnTo>
                    <a:pt x="7764833" y="2320864"/>
                  </a:lnTo>
                  <a:lnTo>
                    <a:pt x="7765020" y="2321395"/>
                  </a:lnTo>
                  <a:lnTo>
                    <a:pt x="7765207" y="2322190"/>
                  </a:lnTo>
                  <a:lnTo>
                    <a:pt x="7765394" y="2322984"/>
                  </a:lnTo>
                  <a:lnTo>
                    <a:pt x="7765581" y="2323815"/>
                  </a:lnTo>
                  <a:lnTo>
                    <a:pt x="7765768" y="2324538"/>
                  </a:lnTo>
                  <a:lnTo>
                    <a:pt x="7765955" y="2325206"/>
                  </a:lnTo>
                  <a:lnTo>
                    <a:pt x="7766141" y="2325709"/>
                  </a:lnTo>
                  <a:lnTo>
                    <a:pt x="7766328" y="2326072"/>
                  </a:lnTo>
                  <a:lnTo>
                    <a:pt x="7766515" y="2326441"/>
                  </a:lnTo>
                  <a:lnTo>
                    <a:pt x="7766702" y="2326948"/>
                  </a:lnTo>
                  <a:lnTo>
                    <a:pt x="7766889" y="2327581"/>
                  </a:lnTo>
                  <a:lnTo>
                    <a:pt x="7767076" y="2328317"/>
                  </a:lnTo>
                  <a:lnTo>
                    <a:pt x="7767263" y="2328780"/>
                  </a:lnTo>
                  <a:lnTo>
                    <a:pt x="7767450" y="2329216"/>
                  </a:lnTo>
                  <a:lnTo>
                    <a:pt x="7767637" y="2329673"/>
                  </a:lnTo>
                  <a:lnTo>
                    <a:pt x="7767824" y="2329935"/>
                  </a:lnTo>
                  <a:lnTo>
                    <a:pt x="7768011" y="2329852"/>
                  </a:lnTo>
                  <a:lnTo>
                    <a:pt x="7768198" y="2329710"/>
                  </a:lnTo>
                  <a:lnTo>
                    <a:pt x="7768385" y="2329528"/>
                  </a:lnTo>
                  <a:lnTo>
                    <a:pt x="7768571" y="2329284"/>
                  </a:lnTo>
                  <a:lnTo>
                    <a:pt x="7768758" y="2329100"/>
                  </a:lnTo>
                  <a:lnTo>
                    <a:pt x="7768945" y="2329090"/>
                  </a:lnTo>
                  <a:lnTo>
                    <a:pt x="7769132" y="2329272"/>
                  </a:lnTo>
                  <a:lnTo>
                    <a:pt x="7769319" y="2329437"/>
                  </a:lnTo>
                  <a:lnTo>
                    <a:pt x="7769506" y="2329692"/>
                  </a:lnTo>
                  <a:lnTo>
                    <a:pt x="7769693" y="2330077"/>
                  </a:lnTo>
                  <a:lnTo>
                    <a:pt x="7769880" y="2330535"/>
                  </a:lnTo>
                  <a:lnTo>
                    <a:pt x="7770067" y="2330940"/>
                  </a:lnTo>
                  <a:lnTo>
                    <a:pt x="7770254" y="2331323"/>
                  </a:lnTo>
                  <a:lnTo>
                    <a:pt x="7770441" y="2331709"/>
                  </a:lnTo>
                  <a:lnTo>
                    <a:pt x="7770628" y="2332353"/>
                  </a:lnTo>
                  <a:lnTo>
                    <a:pt x="7770814" y="2333141"/>
                  </a:lnTo>
                  <a:lnTo>
                    <a:pt x="7771001" y="2333791"/>
                  </a:lnTo>
                  <a:lnTo>
                    <a:pt x="7771188" y="2335177"/>
                  </a:lnTo>
                  <a:lnTo>
                    <a:pt x="7771375" y="2337517"/>
                  </a:lnTo>
                  <a:lnTo>
                    <a:pt x="7771562" y="2339944"/>
                  </a:lnTo>
                  <a:lnTo>
                    <a:pt x="7771749" y="2343839"/>
                  </a:lnTo>
                  <a:lnTo>
                    <a:pt x="7771936" y="2347626"/>
                  </a:lnTo>
                  <a:lnTo>
                    <a:pt x="7772123" y="2351406"/>
                  </a:lnTo>
                  <a:lnTo>
                    <a:pt x="7772310" y="2353740"/>
                  </a:lnTo>
                  <a:lnTo>
                    <a:pt x="7772497" y="2355581"/>
                  </a:lnTo>
                  <a:lnTo>
                    <a:pt x="7772684" y="2357179"/>
                  </a:lnTo>
                  <a:lnTo>
                    <a:pt x="7772871" y="2358527"/>
                  </a:lnTo>
                  <a:lnTo>
                    <a:pt x="7773058" y="2359506"/>
                  </a:lnTo>
                  <a:lnTo>
                    <a:pt x="7773244" y="2360372"/>
                  </a:lnTo>
                  <a:lnTo>
                    <a:pt x="7773431" y="2361214"/>
                  </a:lnTo>
                  <a:lnTo>
                    <a:pt x="7773618" y="2362127"/>
                  </a:lnTo>
                  <a:lnTo>
                    <a:pt x="7773805" y="2363041"/>
                  </a:lnTo>
                  <a:lnTo>
                    <a:pt x="7773992" y="2363528"/>
                  </a:lnTo>
                  <a:lnTo>
                    <a:pt x="7774179" y="2363798"/>
                  </a:lnTo>
                  <a:lnTo>
                    <a:pt x="7774366" y="2364009"/>
                  </a:lnTo>
                  <a:lnTo>
                    <a:pt x="7774553" y="2363839"/>
                  </a:lnTo>
                  <a:lnTo>
                    <a:pt x="7774740" y="2363466"/>
                  </a:lnTo>
                  <a:lnTo>
                    <a:pt x="7774927" y="2363015"/>
                  </a:lnTo>
                  <a:lnTo>
                    <a:pt x="7775114" y="2362706"/>
                  </a:lnTo>
                  <a:lnTo>
                    <a:pt x="7775301" y="2362651"/>
                  </a:lnTo>
                  <a:lnTo>
                    <a:pt x="7775487" y="2362855"/>
                  </a:lnTo>
                  <a:lnTo>
                    <a:pt x="7775674" y="2362909"/>
                  </a:lnTo>
                  <a:lnTo>
                    <a:pt x="7775861" y="2363760"/>
                  </a:lnTo>
                  <a:lnTo>
                    <a:pt x="7776048" y="2364766"/>
                  </a:lnTo>
                  <a:lnTo>
                    <a:pt x="7776235" y="2365804"/>
                  </a:lnTo>
                  <a:lnTo>
                    <a:pt x="7776422" y="2366663"/>
                  </a:lnTo>
                  <a:lnTo>
                    <a:pt x="7776609" y="2367592"/>
                  </a:lnTo>
                  <a:lnTo>
                    <a:pt x="7776796" y="2368365"/>
                  </a:lnTo>
                  <a:lnTo>
                    <a:pt x="7776983" y="2369109"/>
                  </a:lnTo>
                  <a:lnTo>
                    <a:pt x="7777170" y="2369845"/>
                  </a:lnTo>
                  <a:lnTo>
                    <a:pt x="7777357" y="2370750"/>
                  </a:lnTo>
                  <a:lnTo>
                    <a:pt x="7777544" y="2371770"/>
                  </a:lnTo>
                  <a:lnTo>
                    <a:pt x="7777731" y="2372907"/>
                  </a:lnTo>
                  <a:lnTo>
                    <a:pt x="7777917" y="2373840"/>
                  </a:lnTo>
                  <a:lnTo>
                    <a:pt x="7778104" y="2374807"/>
                  </a:lnTo>
                  <a:lnTo>
                    <a:pt x="7778291" y="2375630"/>
                  </a:lnTo>
                  <a:lnTo>
                    <a:pt x="7778478" y="2376350"/>
                  </a:lnTo>
                  <a:lnTo>
                    <a:pt x="7778665" y="2377084"/>
                  </a:lnTo>
                  <a:lnTo>
                    <a:pt x="7778852" y="2377852"/>
                  </a:lnTo>
                  <a:lnTo>
                    <a:pt x="7779039" y="2378384"/>
                  </a:lnTo>
                  <a:lnTo>
                    <a:pt x="7779226" y="2379034"/>
                  </a:lnTo>
                  <a:lnTo>
                    <a:pt x="7779413" y="2379778"/>
                  </a:lnTo>
                  <a:lnTo>
                    <a:pt x="7779600" y="2380600"/>
                  </a:lnTo>
                  <a:lnTo>
                    <a:pt x="7779787" y="2381500"/>
                  </a:lnTo>
                  <a:lnTo>
                    <a:pt x="7779974" y="2382637"/>
                  </a:lnTo>
                  <a:lnTo>
                    <a:pt x="7780161" y="2383573"/>
                  </a:lnTo>
                  <a:lnTo>
                    <a:pt x="7780347" y="2384441"/>
                  </a:lnTo>
                  <a:lnTo>
                    <a:pt x="7780534" y="2385504"/>
                  </a:lnTo>
                  <a:lnTo>
                    <a:pt x="7780721" y="2386481"/>
                  </a:lnTo>
                  <a:lnTo>
                    <a:pt x="7780908" y="2387449"/>
                  </a:lnTo>
                  <a:lnTo>
                    <a:pt x="7781095" y="2388545"/>
                  </a:lnTo>
                  <a:lnTo>
                    <a:pt x="7781282" y="2389570"/>
                  </a:lnTo>
                  <a:lnTo>
                    <a:pt x="7781469" y="2390250"/>
                  </a:lnTo>
                  <a:lnTo>
                    <a:pt x="7781656" y="2390914"/>
                  </a:lnTo>
                  <a:lnTo>
                    <a:pt x="7781843" y="2391626"/>
                  </a:lnTo>
                  <a:lnTo>
                    <a:pt x="7782030" y="2392343"/>
                  </a:lnTo>
                  <a:lnTo>
                    <a:pt x="7782217" y="2392929"/>
                  </a:lnTo>
                  <a:lnTo>
                    <a:pt x="7782404" y="2393317"/>
                  </a:lnTo>
                  <a:lnTo>
                    <a:pt x="7782590" y="2393626"/>
                  </a:lnTo>
                  <a:lnTo>
                    <a:pt x="7782777" y="2393912"/>
                  </a:lnTo>
                  <a:lnTo>
                    <a:pt x="7782964" y="2394056"/>
                  </a:lnTo>
                  <a:lnTo>
                    <a:pt x="7783151" y="2394438"/>
                  </a:lnTo>
                  <a:lnTo>
                    <a:pt x="7783338" y="2394750"/>
                  </a:lnTo>
                  <a:lnTo>
                    <a:pt x="7783525" y="2395331"/>
                  </a:lnTo>
                  <a:lnTo>
                    <a:pt x="7783712" y="2395865"/>
                  </a:lnTo>
                  <a:lnTo>
                    <a:pt x="7783899" y="2396398"/>
                  </a:lnTo>
                  <a:lnTo>
                    <a:pt x="7784086" y="2396784"/>
                  </a:lnTo>
                  <a:lnTo>
                    <a:pt x="7784273" y="2397238"/>
                  </a:lnTo>
                  <a:lnTo>
                    <a:pt x="7784460" y="2397683"/>
                  </a:lnTo>
                  <a:lnTo>
                    <a:pt x="7784647" y="2398076"/>
                  </a:lnTo>
                  <a:lnTo>
                    <a:pt x="7784834" y="2398365"/>
                  </a:lnTo>
                  <a:lnTo>
                    <a:pt x="7785020" y="2398637"/>
                  </a:lnTo>
                  <a:lnTo>
                    <a:pt x="7785207" y="2399061"/>
                  </a:lnTo>
                  <a:lnTo>
                    <a:pt x="7785394" y="2399626"/>
                  </a:lnTo>
                  <a:lnTo>
                    <a:pt x="7785581" y="2400541"/>
                  </a:lnTo>
                  <a:lnTo>
                    <a:pt x="7785768" y="2401567"/>
                  </a:lnTo>
                  <a:lnTo>
                    <a:pt x="7785955" y="2402561"/>
                  </a:lnTo>
                  <a:lnTo>
                    <a:pt x="7786142" y="2403381"/>
                  </a:lnTo>
                  <a:lnTo>
                    <a:pt x="7786329" y="2403978"/>
                  </a:lnTo>
                  <a:lnTo>
                    <a:pt x="7786516" y="2404456"/>
                  </a:lnTo>
                  <a:lnTo>
                    <a:pt x="7786703" y="2405102"/>
                  </a:lnTo>
                  <a:lnTo>
                    <a:pt x="7786890" y="2405998"/>
                  </a:lnTo>
                  <a:lnTo>
                    <a:pt x="7787077" y="2407806"/>
                  </a:lnTo>
                  <a:lnTo>
                    <a:pt x="7787264" y="2409755"/>
                  </a:lnTo>
                  <a:lnTo>
                    <a:pt x="7787450" y="2411615"/>
                  </a:lnTo>
                  <a:lnTo>
                    <a:pt x="7787637" y="2413475"/>
                  </a:lnTo>
                  <a:lnTo>
                    <a:pt x="7787824" y="2415366"/>
                  </a:lnTo>
                  <a:lnTo>
                    <a:pt x="7788011" y="2417131"/>
                  </a:lnTo>
                  <a:lnTo>
                    <a:pt x="7788198" y="2418993"/>
                  </a:lnTo>
                  <a:lnTo>
                    <a:pt x="7788385" y="2420938"/>
                  </a:lnTo>
                  <a:lnTo>
                    <a:pt x="7788572" y="2422847"/>
                  </a:lnTo>
                  <a:lnTo>
                    <a:pt x="7788759" y="2424789"/>
                  </a:lnTo>
                  <a:lnTo>
                    <a:pt x="7788946" y="2426800"/>
                  </a:lnTo>
                  <a:lnTo>
                    <a:pt x="7789133" y="2428872"/>
                  </a:lnTo>
                  <a:lnTo>
                    <a:pt x="7789320" y="2430910"/>
                  </a:lnTo>
                  <a:lnTo>
                    <a:pt x="7789507" y="2432618"/>
                  </a:lnTo>
                  <a:lnTo>
                    <a:pt x="7789693" y="2434071"/>
                  </a:lnTo>
                  <a:lnTo>
                    <a:pt x="7789880" y="2435122"/>
                  </a:lnTo>
                  <a:lnTo>
                    <a:pt x="7790067" y="2435921"/>
                  </a:lnTo>
                  <a:lnTo>
                    <a:pt x="7790254" y="2436746"/>
                  </a:lnTo>
                  <a:lnTo>
                    <a:pt x="7790441" y="2437790"/>
                  </a:lnTo>
                  <a:lnTo>
                    <a:pt x="7790628" y="2438832"/>
                  </a:lnTo>
                  <a:lnTo>
                    <a:pt x="7790815" y="2439844"/>
                  </a:lnTo>
                  <a:lnTo>
                    <a:pt x="7791002" y="2440668"/>
                  </a:lnTo>
                  <a:lnTo>
                    <a:pt x="7791189" y="2441434"/>
                  </a:lnTo>
                  <a:lnTo>
                    <a:pt x="7791376" y="2441995"/>
                  </a:lnTo>
                  <a:lnTo>
                    <a:pt x="7791563" y="2442383"/>
                  </a:lnTo>
                  <a:lnTo>
                    <a:pt x="7791750" y="2442737"/>
                  </a:lnTo>
                  <a:lnTo>
                    <a:pt x="7791937" y="2443126"/>
                  </a:lnTo>
                  <a:lnTo>
                    <a:pt x="7792123" y="2443595"/>
                  </a:lnTo>
                  <a:lnTo>
                    <a:pt x="7792310" y="2444097"/>
                  </a:lnTo>
                  <a:lnTo>
                    <a:pt x="7792497" y="2444614"/>
                  </a:lnTo>
                  <a:lnTo>
                    <a:pt x="7792684" y="2445253"/>
                  </a:lnTo>
                  <a:lnTo>
                    <a:pt x="7792871" y="2446049"/>
                  </a:lnTo>
                  <a:lnTo>
                    <a:pt x="7793058" y="2447005"/>
                  </a:lnTo>
                  <a:lnTo>
                    <a:pt x="7793245" y="2447539"/>
                  </a:lnTo>
                  <a:lnTo>
                    <a:pt x="7793432" y="2448221"/>
                  </a:lnTo>
                  <a:lnTo>
                    <a:pt x="7793619" y="2449255"/>
                  </a:lnTo>
                  <a:lnTo>
                    <a:pt x="7793806" y="2450284"/>
                  </a:lnTo>
                  <a:lnTo>
                    <a:pt x="7793993" y="2451215"/>
                  </a:lnTo>
                  <a:lnTo>
                    <a:pt x="7794180" y="2452158"/>
                  </a:lnTo>
                  <a:lnTo>
                    <a:pt x="7794366" y="2453153"/>
                  </a:lnTo>
                  <a:lnTo>
                    <a:pt x="7794553" y="2454133"/>
                  </a:lnTo>
                  <a:lnTo>
                    <a:pt x="7794740" y="2455040"/>
                  </a:lnTo>
                  <a:lnTo>
                    <a:pt x="7794927" y="2456159"/>
                  </a:lnTo>
                  <a:lnTo>
                    <a:pt x="7795114" y="2457413"/>
                  </a:lnTo>
                  <a:lnTo>
                    <a:pt x="7795301" y="2458666"/>
                  </a:lnTo>
                  <a:lnTo>
                    <a:pt x="7795488" y="2459866"/>
                  </a:lnTo>
                  <a:lnTo>
                    <a:pt x="7795675" y="2460908"/>
                  </a:lnTo>
                  <a:lnTo>
                    <a:pt x="7795862" y="2461819"/>
                  </a:lnTo>
                  <a:lnTo>
                    <a:pt x="7796049" y="2462771"/>
                  </a:lnTo>
                  <a:lnTo>
                    <a:pt x="7796236" y="2463859"/>
                  </a:lnTo>
                  <a:lnTo>
                    <a:pt x="7796423" y="2464674"/>
                  </a:lnTo>
                  <a:lnTo>
                    <a:pt x="7796610" y="2465472"/>
                  </a:lnTo>
                  <a:lnTo>
                    <a:pt x="7796796" y="2466399"/>
                  </a:lnTo>
                  <a:lnTo>
                    <a:pt x="7796983" y="2467287"/>
                  </a:lnTo>
                  <a:lnTo>
                    <a:pt x="7797170" y="2467967"/>
                  </a:lnTo>
                  <a:lnTo>
                    <a:pt x="7797357" y="2468822"/>
                  </a:lnTo>
                  <a:lnTo>
                    <a:pt x="7797544" y="2469627"/>
                  </a:lnTo>
                  <a:lnTo>
                    <a:pt x="7797731" y="2470226"/>
                  </a:lnTo>
                  <a:lnTo>
                    <a:pt x="7797918" y="2470803"/>
                  </a:lnTo>
                  <a:lnTo>
                    <a:pt x="7798105" y="2471353"/>
                  </a:lnTo>
                  <a:lnTo>
                    <a:pt x="7798359" y="2471758"/>
                  </a:lnTo>
                  <a:lnTo>
                    <a:pt x="7799413" y="2471692"/>
                  </a:lnTo>
                  <a:lnTo>
                    <a:pt x="7799600" y="2471527"/>
                  </a:lnTo>
                  <a:lnTo>
                    <a:pt x="7799787" y="2471362"/>
                  </a:lnTo>
                  <a:lnTo>
                    <a:pt x="7799974" y="2471526"/>
                  </a:lnTo>
                  <a:lnTo>
                    <a:pt x="7800161" y="2471623"/>
                  </a:lnTo>
                  <a:lnTo>
                    <a:pt x="7800348" y="2471652"/>
                  </a:lnTo>
                  <a:lnTo>
                    <a:pt x="7800535" y="2471680"/>
                  </a:lnTo>
                  <a:lnTo>
                    <a:pt x="7800722" y="2471709"/>
                  </a:lnTo>
                  <a:lnTo>
                    <a:pt x="7800925" y="2471758"/>
                  </a:lnTo>
                  <a:lnTo>
                    <a:pt x="7840536" y="2471725"/>
                  </a:lnTo>
                  <a:lnTo>
                    <a:pt x="7840723" y="2471629"/>
                  </a:lnTo>
                  <a:lnTo>
                    <a:pt x="7840910" y="2471529"/>
                  </a:lnTo>
                  <a:lnTo>
                    <a:pt x="7841097" y="2471374"/>
                  </a:lnTo>
                  <a:lnTo>
                    <a:pt x="7841284" y="2471210"/>
                  </a:lnTo>
                  <a:lnTo>
                    <a:pt x="7841471" y="2471124"/>
                  </a:lnTo>
                  <a:lnTo>
                    <a:pt x="7841657" y="2471003"/>
                  </a:lnTo>
                  <a:lnTo>
                    <a:pt x="7841844" y="2471005"/>
                  </a:lnTo>
                  <a:lnTo>
                    <a:pt x="7842031" y="2470770"/>
                  </a:lnTo>
                  <a:lnTo>
                    <a:pt x="7842218" y="2470512"/>
                  </a:lnTo>
                  <a:lnTo>
                    <a:pt x="7842405" y="2470129"/>
                  </a:lnTo>
                  <a:lnTo>
                    <a:pt x="7842592" y="2469879"/>
                  </a:lnTo>
                  <a:lnTo>
                    <a:pt x="7842779" y="2469189"/>
                  </a:lnTo>
                  <a:lnTo>
                    <a:pt x="7842966" y="2468416"/>
                  </a:lnTo>
                  <a:lnTo>
                    <a:pt x="7843153" y="2467643"/>
                  </a:lnTo>
                  <a:lnTo>
                    <a:pt x="7843340" y="2466765"/>
                  </a:lnTo>
                  <a:lnTo>
                    <a:pt x="7843527" y="2465898"/>
                  </a:lnTo>
                  <a:lnTo>
                    <a:pt x="7843714" y="2465037"/>
                  </a:lnTo>
                  <a:lnTo>
                    <a:pt x="7843901" y="2464289"/>
                  </a:lnTo>
                  <a:lnTo>
                    <a:pt x="7844087" y="2463596"/>
                  </a:lnTo>
                  <a:lnTo>
                    <a:pt x="7844274" y="2462948"/>
                  </a:lnTo>
                  <a:lnTo>
                    <a:pt x="7844461" y="2462391"/>
                  </a:lnTo>
                  <a:lnTo>
                    <a:pt x="7844648" y="2461919"/>
                  </a:lnTo>
                  <a:lnTo>
                    <a:pt x="7844835" y="2461410"/>
                  </a:lnTo>
                  <a:lnTo>
                    <a:pt x="7845022" y="2460901"/>
                  </a:lnTo>
                  <a:lnTo>
                    <a:pt x="7845209" y="2460511"/>
                  </a:lnTo>
                  <a:lnTo>
                    <a:pt x="7845396" y="2460045"/>
                  </a:lnTo>
                  <a:lnTo>
                    <a:pt x="7845583" y="2459593"/>
                  </a:lnTo>
                  <a:lnTo>
                    <a:pt x="7845770" y="2459445"/>
                  </a:lnTo>
                  <a:lnTo>
                    <a:pt x="7845957" y="2459301"/>
                  </a:lnTo>
                  <a:lnTo>
                    <a:pt x="7846144" y="2459209"/>
                  </a:lnTo>
                  <a:lnTo>
                    <a:pt x="7846330" y="2459374"/>
                  </a:lnTo>
                  <a:lnTo>
                    <a:pt x="7846517" y="2459539"/>
                  </a:lnTo>
                  <a:lnTo>
                    <a:pt x="7846704" y="2459704"/>
                  </a:lnTo>
                  <a:lnTo>
                    <a:pt x="7846891" y="2459762"/>
                  </a:lnTo>
                  <a:lnTo>
                    <a:pt x="7847078" y="2459762"/>
                  </a:lnTo>
                  <a:lnTo>
                    <a:pt x="7847265" y="2459762"/>
                  </a:lnTo>
                  <a:lnTo>
                    <a:pt x="7847452" y="2459762"/>
                  </a:lnTo>
                  <a:lnTo>
                    <a:pt x="7847639" y="2459762"/>
                  </a:lnTo>
                  <a:lnTo>
                    <a:pt x="7847826" y="2459737"/>
                  </a:lnTo>
                  <a:lnTo>
                    <a:pt x="7848013" y="2459630"/>
                  </a:lnTo>
                  <a:lnTo>
                    <a:pt x="7848200" y="2459630"/>
                  </a:lnTo>
                  <a:lnTo>
                    <a:pt x="7848387" y="2459630"/>
                  </a:lnTo>
                  <a:lnTo>
                    <a:pt x="7848574" y="2459630"/>
                  </a:lnTo>
                  <a:lnTo>
                    <a:pt x="7848760" y="2459630"/>
                  </a:lnTo>
                  <a:lnTo>
                    <a:pt x="7848947" y="2459630"/>
                  </a:lnTo>
                  <a:lnTo>
                    <a:pt x="7849134" y="2459572"/>
                  </a:lnTo>
                  <a:lnTo>
                    <a:pt x="7849321" y="2459349"/>
                  </a:lnTo>
                  <a:lnTo>
                    <a:pt x="7849508" y="2459184"/>
                  </a:lnTo>
                  <a:lnTo>
                    <a:pt x="7849695" y="2458994"/>
                  </a:lnTo>
                  <a:lnTo>
                    <a:pt x="7849882" y="2458656"/>
                  </a:lnTo>
                  <a:lnTo>
                    <a:pt x="7850069" y="2458161"/>
                  </a:lnTo>
                  <a:lnTo>
                    <a:pt x="7850256" y="2457666"/>
                  </a:lnTo>
                  <a:lnTo>
                    <a:pt x="7850443" y="2457623"/>
                  </a:lnTo>
                  <a:lnTo>
                    <a:pt x="7850630" y="2457556"/>
                  </a:lnTo>
                  <a:lnTo>
                    <a:pt x="7850817" y="2457489"/>
                  </a:lnTo>
                  <a:lnTo>
                    <a:pt x="7851003" y="2457322"/>
                  </a:lnTo>
                  <a:lnTo>
                    <a:pt x="7851190" y="2457155"/>
                  </a:lnTo>
                  <a:lnTo>
                    <a:pt x="7851377" y="2456988"/>
                  </a:lnTo>
                  <a:lnTo>
                    <a:pt x="7851564" y="2456820"/>
                  </a:lnTo>
                  <a:lnTo>
                    <a:pt x="7851751" y="2456694"/>
                  </a:lnTo>
                  <a:lnTo>
                    <a:pt x="7851938" y="2456734"/>
                  </a:lnTo>
                  <a:lnTo>
                    <a:pt x="7852125" y="2456874"/>
                  </a:lnTo>
                  <a:lnTo>
                    <a:pt x="7852312" y="2456948"/>
                  </a:lnTo>
                  <a:lnTo>
                    <a:pt x="7852499" y="2457039"/>
                  </a:lnTo>
                  <a:lnTo>
                    <a:pt x="7852686" y="2457238"/>
                  </a:lnTo>
                  <a:lnTo>
                    <a:pt x="7852873" y="2457552"/>
                  </a:lnTo>
                  <a:lnTo>
                    <a:pt x="7853060" y="2457866"/>
                  </a:lnTo>
                  <a:lnTo>
                    <a:pt x="7853247" y="2458154"/>
                  </a:lnTo>
                  <a:lnTo>
                    <a:pt x="7853433" y="2458485"/>
                  </a:lnTo>
                  <a:lnTo>
                    <a:pt x="7853620" y="2458873"/>
                  </a:lnTo>
                  <a:lnTo>
                    <a:pt x="7853807" y="2459137"/>
                  </a:lnTo>
                  <a:lnTo>
                    <a:pt x="7853994" y="2459468"/>
                  </a:lnTo>
                  <a:lnTo>
                    <a:pt x="7854181" y="2459798"/>
                  </a:lnTo>
                  <a:lnTo>
                    <a:pt x="7854368" y="2460128"/>
                  </a:lnTo>
                  <a:lnTo>
                    <a:pt x="7854555" y="2460416"/>
                  </a:lnTo>
                  <a:lnTo>
                    <a:pt x="7854742" y="2460582"/>
                  </a:lnTo>
                  <a:lnTo>
                    <a:pt x="7854929" y="2460747"/>
                  </a:lnTo>
                  <a:lnTo>
                    <a:pt x="7855116" y="2460912"/>
                  </a:lnTo>
                  <a:lnTo>
                    <a:pt x="7855303" y="2461077"/>
                  </a:lnTo>
                  <a:lnTo>
                    <a:pt x="7855490" y="2461242"/>
                  </a:lnTo>
                  <a:lnTo>
                    <a:pt x="7855677" y="2461407"/>
                  </a:lnTo>
                  <a:lnTo>
                    <a:pt x="7855863" y="2461572"/>
                  </a:lnTo>
                  <a:lnTo>
                    <a:pt x="7856050" y="2461737"/>
                  </a:lnTo>
                  <a:lnTo>
                    <a:pt x="7856237" y="2461902"/>
                  </a:lnTo>
                  <a:lnTo>
                    <a:pt x="7856424" y="2462067"/>
                  </a:lnTo>
                  <a:lnTo>
                    <a:pt x="7856611" y="2462133"/>
                  </a:lnTo>
                  <a:lnTo>
                    <a:pt x="7856798" y="2462133"/>
                  </a:lnTo>
                  <a:lnTo>
                    <a:pt x="7856985" y="2462133"/>
                  </a:lnTo>
                  <a:lnTo>
                    <a:pt x="7857172" y="2462133"/>
                  </a:lnTo>
                  <a:lnTo>
                    <a:pt x="7857359" y="2462133"/>
                  </a:lnTo>
                  <a:lnTo>
                    <a:pt x="7857546" y="2462133"/>
                  </a:lnTo>
                  <a:lnTo>
                    <a:pt x="7857733" y="2462133"/>
                  </a:lnTo>
                  <a:lnTo>
                    <a:pt x="7857920" y="2462133"/>
                  </a:lnTo>
                  <a:lnTo>
                    <a:pt x="7858106" y="2462133"/>
                  </a:lnTo>
                  <a:lnTo>
                    <a:pt x="7858293" y="2462133"/>
                  </a:lnTo>
                  <a:lnTo>
                    <a:pt x="7858480" y="2461968"/>
                  </a:lnTo>
                  <a:lnTo>
                    <a:pt x="7858667" y="2461638"/>
                  </a:lnTo>
                  <a:lnTo>
                    <a:pt x="7858854" y="2461291"/>
                  </a:lnTo>
                  <a:lnTo>
                    <a:pt x="7859041" y="2461088"/>
                  </a:lnTo>
                  <a:lnTo>
                    <a:pt x="7859228" y="2460839"/>
                  </a:lnTo>
                  <a:lnTo>
                    <a:pt x="7859415" y="2460542"/>
                  </a:lnTo>
                  <a:lnTo>
                    <a:pt x="7859602" y="2460210"/>
                  </a:lnTo>
                  <a:lnTo>
                    <a:pt x="7859789" y="2459782"/>
                  </a:lnTo>
                  <a:lnTo>
                    <a:pt x="7859976" y="2459329"/>
                  </a:lnTo>
                  <a:lnTo>
                    <a:pt x="7860163" y="2458877"/>
                  </a:lnTo>
                  <a:lnTo>
                    <a:pt x="7860350" y="2458424"/>
                  </a:lnTo>
                  <a:lnTo>
                    <a:pt x="7860536" y="2457972"/>
                  </a:lnTo>
                  <a:lnTo>
                    <a:pt x="7860723" y="2457519"/>
                  </a:lnTo>
                  <a:lnTo>
                    <a:pt x="7860910" y="2457067"/>
                  </a:lnTo>
                  <a:lnTo>
                    <a:pt x="7861097" y="2456614"/>
                  </a:lnTo>
                  <a:lnTo>
                    <a:pt x="7861284" y="2456282"/>
                  </a:lnTo>
                  <a:lnTo>
                    <a:pt x="7861471" y="2456070"/>
                  </a:lnTo>
                  <a:lnTo>
                    <a:pt x="7861658" y="2455870"/>
                  </a:lnTo>
                  <a:lnTo>
                    <a:pt x="7861845" y="2455809"/>
                  </a:lnTo>
                  <a:lnTo>
                    <a:pt x="7862032" y="2455808"/>
                  </a:lnTo>
                  <a:lnTo>
                    <a:pt x="7862219" y="2455855"/>
                  </a:lnTo>
                  <a:lnTo>
                    <a:pt x="7862406" y="2455690"/>
                  </a:lnTo>
                  <a:lnTo>
                    <a:pt x="7862593" y="2455657"/>
                  </a:lnTo>
                  <a:lnTo>
                    <a:pt x="7862780" y="2455657"/>
                  </a:lnTo>
                  <a:lnTo>
                    <a:pt x="7862966" y="2455657"/>
                  </a:lnTo>
                  <a:lnTo>
                    <a:pt x="7863153" y="2455657"/>
                  </a:lnTo>
                  <a:lnTo>
                    <a:pt x="7863340" y="2455657"/>
                  </a:lnTo>
                  <a:lnTo>
                    <a:pt x="7863527" y="2455657"/>
                  </a:lnTo>
                  <a:lnTo>
                    <a:pt x="7863714" y="2455410"/>
                  </a:lnTo>
                  <a:lnTo>
                    <a:pt x="7863901" y="2455163"/>
                  </a:lnTo>
                  <a:lnTo>
                    <a:pt x="7864088" y="2454978"/>
                  </a:lnTo>
                  <a:lnTo>
                    <a:pt x="7864275" y="2454854"/>
                  </a:lnTo>
                  <a:lnTo>
                    <a:pt x="7864462" y="2454820"/>
                  </a:lnTo>
                  <a:lnTo>
                    <a:pt x="7864649" y="2454792"/>
                  </a:lnTo>
                  <a:lnTo>
                    <a:pt x="7864836" y="2454763"/>
                  </a:lnTo>
                  <a:lnTo>
                    <a:pt x="7865023" y="2454735"/>
                  </a:lnTo>
                  <a:lnTo>
                    <a:pt x="7865209" y="2454706"/>
                  </a:lnTo>
                  <a:lnTo>
                    <a:pt x="7865396" y="2454678"/>
                  </a:lnTo>
                  <a:lnTo>
                    <a:pt x="7865583" y="2454649"/>
                  </a:lnTo>
                  <a:lnTo>
                    <a:pt x="7865770" y="2454621"/>
                  </a:lnTo>
                  <a:lnTo>
                    <a:pt x="7865957" y="2454593"/>
                  </a:lnTo>
                  <a:lnTo>
                    <a:pt x="7866144" y="2454564"/>
                  </a:lnTo>
                  <a:lnTo>
                    <a:pt x="7866331" y="2454536"/>
                  </a:lnTo>
                  <a:lnTo>
                    <a:pt x="7866518" y="2454536"/>
                  </a:lnTo>
                  <a:lnTo>
                    <a:pt x="7866705" y="2454537"/>
                  </a:lnTo>
                  <a:lnTo>
                    <a:pt x="7866892" y="2454476"/>
                  </a:lnTo>
                  <a:lnTo>
                    <a:pt x="7867079" y="2454353"/>
                  </a:lnTo>
                  <a:lnTo>
                    <a:pt x="7867266" y="2454361"/>
                  </a:lnTo>
                  <a:lnTo>
                    <a:pt x="7867453" y="2454361"/>
                  </a:lnTo>
                  <a:lnTo>
                    <a:pt x="7867639" y="2454361"/>
                  </a:lnTo>
                  <a:lnTo>
                    <a:pt x="7867826" y="2454361"/>
                  </a:lnTo>
                  <a:lnTo>
                    <a:pt x="7868013" y="2454361"/>
                  </a:lnTo>
                  <a:lnTo>
                    <a:pt x="7868200" y="2454361"/>
                  </a:lnTo>
                  <a:lnTo>
                    <a:pt x="7868387" y="2454361"/>
                  </a:lnTo>
                  <a:lnTo>
                    <a:pt x="7868574" y="2454361"/>
                  </a:lnTo>
                  <a:lnTo>
                    <a:pt x="7868761" y="2454361"/>
                  </a:lnTo>
                  <a:lnTo>
                    <a:pt x="7868948" y="2454361"/>
                  </a:lnTo>
                  <a:lnTo>
                    <a:pt x="7869135" y="2454361"/>
                  </a:lnTo>
                  <a:lnTo>
                    <a:pt x="7869322" y="2454361"/>
                  </a:lnTo>
                  <a:lnTo>
                    <a:pt x="7869509" y="2454361"/>
                  </a:lnTo>
                  <a:lnTo>
                    <a:pt x="7869696" y="2454361"/>
                  </a:lnTo>
                  <a:lnTo>
                    <a:pt x="7869882" y="2454361"/>
                  </a:lnTo>
                  <a:lnTo>
                    <a:pt x="7870069" y="2454361"/>
                  </a:lnTo>
                  <a:lnTo>
                    <a:pt x="7870256" y="2454361"/>
                  </a:lnTo>
                  <a:lnTo>
                    <a:pt x="7870443" y="2454361"/>
                  </a:lnTo>
                  <a:lnTo>
                    <a:pt x="7870630" y="2454361"/>
                  </a:lnTo>
                  <a:lnTo>
                    <a:pt x="7870817" y="2454361"/>
                  </a:lnTo>
                  <a:lnTo>
                    <a:pt x="7871004" y="2454361"/>
                  </a:lnTo>
                  <a:lnTo>
                    <a:pt x="7871191" y="2454361"/>
                  </a:lnTo>
                  <a:lnTo>
                    <a:pt x="7871378" y="2454361"/>
                  </a:lnTo>
                  <a:lnTo>
                    <a:pt x="7871565" y="2454361"/>
                  </a:lnTo>
                  <a:lnTo>
                    <a:pt x="7871752" y="2454262"/>
                  </a:lnTo>
                  <a:lnTo>
                    <a:pt x="7871939" y="2454097"/>
                  </a:lnTo>
                  <a:lnTo>
                    <a:pt x="7872126" y="2453866"/>
                  </a:lnTo>
                  <a:lnTo>
                    <a:pt x="7872312" y="2453536"/>
                  </a:lnTo>
                  <a:lnTo>
                    <a:pt x="7872499" y="2453206"/>
                  </a:lnTo>
                  <a:lnTo>
                    <a:pt x="7872686" y="2452876"/>
                  </a:lnTo>
                  <a:lnTo>
                    <a:pt x="7872873" y="2452546"/>
                  </a:lnTo>
                  <a:lnTo>
                    <a:pt x="7873060" y="2452216"/>
                  </a:lnTo>
                  <a:lnTo>
                    <a:pt x="7873247" y="2451795"/>
                  </a:lnTo>
                  <a:lnTo>
                    <a:pt x="7873434" y="2451308"/>
                  </a:lnTo>
                  <a:lnTo>
                    <a:pt x="7873621" y="2450813"/>
                  </a:lnTo>
                  <a:lnTo>
                    <a:pt x="7873808" y="2450318"/>
                  </a:lnTo>
                  <a:lnTo>
                    <a:pt x="7873995" y="2449822"/>
                  </a:lnTo>
                  <a:lnTo>
                    <a:pt x="7874182" y="2449327"/>
                  </a:lnTo>
                  <a:lnTo>
                    <a:pt x="7874369" y="2448832"/>
                  </a:lnTo>
                  <a:lnTo>
                    <a:pt x="7874556" y="2448436"/>
                  </a:lnTo>
                  <a:lnTo>
                    <a:pt x="7874742" y="2448106"/>
                  </a:lnTo>
                  <a:lnTo>
                    <a:pt x="7874929" y="2447842"/>
                  </a:lnTo>
                  <a:lnTo>
                    <a:pt x="7875116" y="2447768"/>
                  </a:lnTo>
                  <a:lnTo>
                    <a:pt x="7875303" y="2447619"/>
                  </a:lnTo>
                  <a:lnTo>
                    <a:pt x="7875490" y="2447454"/>
                  </a:lnTo>
                  <a:lnTo>
                    <a:pt x="7875677" y="2447289"/>
                  </a:lnTo>
                  <a:lnTo>
                    <a:pt x="7875864" y="2447124"/>
                  </a:lnTo>
                  <a:lnTo>
                    <a:pt x="7876051" y="2447336"/>
                  </a:lnTo>
                  <a:lnTo>
                    <a:pt x="7876238" y="2447257"/>
                  </a:lnTo>
                  <a:lnTo>
                    <a:pt x="7876425" y="2447262"/>
                  </a:lnTo>
                  <a:lnTo>
                    <a:pt x="7876612" y="2446906"/>
                  </a:lnTo>
                  <a:lnTo>
                    <a:pt x="7876799" y="2446418"/>
                  </a:lnTo>
                  <a:lnTo>
                    <a:pt x="7876985" y="2445786"/>
                  </a:lnTo>
                  <a:lnTo>
                    <a:pt x="7877172" y="2445152"/>
                  </a:lnTo>
                  <a:lnTo>
                    <a:pt x="7877359" y="2444478"/>
                  </a:lnTo>
                  <a:lnTo>
                    <a:pt x="7877546" y="2443804"/>
                  </a:lnTo>
                  <a:lnTo>
                    <a:pt x="7877733" y="2443052"/>
                  </a:lnTo>
                  <a:lnTo>
                    <a:pt x="7877920" y="2442225"/>
                  </a:lnTo>
                  <a:lnTo>
                    <a:pt x="7878107" y="2441408"/>
                  </a:lnTo>
                  <a:lnTo>
                    <a:pt x="7878294" y="2440492"/>
                  </a:lnTo>
                  <a:lnTo>
                    <a:pt x="7878481" y="2439578"/>
                  </a:lnTo>
                  <a:lnTo>
                    <a:pt x="7878668" y="2438663"/>
                  </a:lnTo>
                  <a:lnTo>
                    <a:pt x="7878855" y="2437775"/>
                  </a:lnTo>
                  <a:lnTo>
                    <a:pt x="7879042" y="2436960"/>
                  </a:lnTo>
                  <a:lnTo>
                    <a:pt x="7879229" y="2435699"/>
                  </a:lnTo>
                  <a:lnTo>
                    <a:pt x="7879415" y="2434791"/>
                  </a:lnTo>
                  <a:lnTo>
                    <a:pt x="7879602" y="2433982"/>
                  </a:lnTo>
                  <a:lnTo>
                    <a:pt x="7879789" y="2433448"/>
                  </a:lnTo>
                  <a:lnTo>
                    <a:pt x="7879976" y="2432715"/>
                  </a:lnTo>
                  <a:lnTo>
                    <a:pt x="7880163" y="2432417"/>
                  </a:lnTo>
                  <a:lnTo>
                    <a:pt x="7880350" y="2432111"/>
                  </a:lnTo>
                  <a:lnTo>
                    <a:pt x="7880537" y="2431688"/>
                  </a:lnTo>
                  <a:lnTo>
                    <a:pt x="7880724" y="2431316"/>
                  </a:lnTo>
                  <a:lnTo>
                    <a:pt x="7880911" y="2431042"/>
                  </a:lnTo>
                  <a:lnTo>
                    <a:pt x="7881098" y="2430919"/>
                  </a:lnTo>
                  <a:lnTo>
                    <a:pt x="7881285" y="2430756"/>
                  </a:lnTo>
                  <a:lnTo>
                    <a:pt x="7881472" y="2430593"/>
                  </a:lnTo>
                  <a:lnTo>
                    <a:pt x="7881658" y="2430413"/>
                  </a:lnTo>
                  <a:lnTo>
                    <a:pt x="7881845" y="2430142"/>
                  </a:lnTo>
                  <a:lnTo>
                    <a:pt x="7882032" y="2429786"/>
                  </a:lnTo>
                  <a:lnTo>
                    <a:pt x="7882219" y="2429324"/>
                  </a:lnTo>
                  <a:lnTo>
                    <a:pt x="7882406" y="2428829"/>
                  </a:lnTo>
                  <a:lnTo>
                    <a:pt x="7882593" y="2428334"/>
                  </a:lnTo>
                  <a:lnTo>
                    <a:pt x="7882780" y="2427987"/>
                  </a:lnTo>
                  <a:lnTo>
                    <a:pt x="7882967" y="2427616"/>
                  </a:lnTo>
                  <a:lnTo>
                    <a:pt x="7883154" y="2427220"/>
                  </a:lnTo>
                  <a:lnTo>
                    <a:pt x="7883341" y="2427046"/>
                  </a:lnTo>
                  <a:lnTo>
                    <a:pt x="7883528" y="2426725"/>
                  </a:lnTo>
                  <a:lnTo>
                    <a:pt x="7883715" y="2426353"/>
                  </a:lnTo>
                  <a:lnTo>
                    <a:pt x="7883902" y="2425858"/>
                  </a:lnTo>
                  <a:lnTo>
                    <a:pt x="7884088" y="2425363"/>
                  </a:lnTo>
                  <a:lnTo>
                    <a:pt x="7884275" y="2424868"/>
                  </a:lnTo>
                  <a:lnTo>
                    <a:pt x="7884462" y="2424373"/>
                  </a:lnTo>
                  <a:lnTo>
                    <a:pt x="7884649" y="2423878"/>
                  </a:lnTo>
                  <a:lnTo>
                    <a:pt x="7884836" y="2423383"/>
                  </a:lnTo>
                  <a:lnTo>
                    <a:pt x="7885023" y="2423019"/>
                  </a:lnTo>
                  <a:lnTo>
                    <a:pt x="7885210" y="2422714"/>
                  </a:lnTo>
                  <a:lnTo>
                    <a:pt x="7885397" y="2422549"/>
                  </a:lnTo>
                  <a:lnTo>
                    <a:pt x="7885584" y="2422244"/>
                  </a:lnTo>
                  <a:lnTo>
                    <a:pt x="7885771" y="2421914"/>
                  </a:lnTo>
                  <a:lnTo>
                    <a:pt x="7885958" y="2421584"/>
                  </a:lnTo>
                  <a:lnTo>
                    <a:pt x="7886145" y="2421254"/>
                  </a:lnTo>
                  <a:lnTo>
                    <a:pt x="7886332" y="2421080"/>
                  </a:lnTo>
                  <a:lnTo>
                    <a:pt x="7886518" y="2421014"/>
                  </a:lnTo>
                  <a:lnTo>
                    <a:pt x="7886705" y="2421311"/>
                  </a:lnTo>
                  <a:lnTo>
                    <a:pt x="7886892" y="2421641"/>
                  </a:lnTo>
                  <a:lnTo>
                    <a:pt x="7887079" y="2421996"/>
                  </a:lnTo>
                  <a:lnTo>
                    <a:pt x="7887266" y="2422450"/>
                  </a:lnTo>
                  <a:lnTo>
                    <a:pt x="7887453" y="2422821"/>
                  </a:lnTo>
                  <a:lnTo>
                    <a:pt x="7887640" y="2423152"/>
                  </a:lnTo>
                  <a:lnTo>
                    <a:pt x="7887827" y="2423029"/>
                  </a:lnTo>
                  <a:lnTo>
                    <a:pt x="7888014" y="2422931"/>
                  </a:lnTo>
                  <a:lnTo>
                    <a:pt x="7888201" y="2422775"/>
                  </a:lnTo>
                  <a:lnTo>
                    <a:pt x="7888388" y="2422752"/>
                  </a:lnTo>
                  <a:lnTo>
                    <a:pt x="7888575" y="2422755"/>
                  </a:lnTo>
                  <a:lnTo>
                    <a:pt x="7888761" y="2422757"/>
                  </a:lnTo>
                  <a:lnTo>
                    <a:pt x="7888948" y="2422928"/>
                  </a:lnTo>
                  <a:lnTo>
                    <a:pt x="7889135" y="2423136"/>
                  </a:lnTo>
                  <a:lnTo>
                    <a:pt x="7889322" y="2423328"/>
                  </a:lnTo>
                  <a:lnTo>
                    <a:pt x="7889509" y="2423353"/>
                  </a:lnTo>
                  <a:lnTo>
                    <a:pt x="7889696" y="2423353"/>
                  </a:lnTo>
                  <a:lnTo>
                    <a:pt x="7889883" y="2423334"/>
                  </a:lnTo>
                  <a:lnTo>
                    <a:pt x="7890070" y="2423244"/>
                  </a:lnTo>
                  <a:lnTo>
                    <a:pt x="7890257" y="2423214"/>
                  </a:lnTo>
                  <a:lnTo>
                    <a:pt x="7890444" y="2423214"/>
                  </a:lnTo>
                  <a:lnTo>
                    <a:pt x="7890631" y="2423240"/>
                  </a:lnTo>
                  <a:lnTo>
                    <a:pt x="7890818" y="2423222"/>
                  </a:lnTo>
                  <a:lnTo>
                    <a:pt x="7891005" y="2423148"/>
                  </a:lnTo>
                  <a:lnTo>
                    <a:pt x="7891191" y="2423296"/>
                  </a:lnTo>
                  <a:lnTo>
                    <a:pt x="7891378" y="2423445"/>
                  </a:lnTo>
                  <a:lnTo>
                    <a:pt x="7891565" y="2423594"/>
                  </a:lnTo>
                  <a:lnTo>
                    <a:pt x="7891752" y="2423858"/>
                  </a:lnTo>
                  <a:lnTo>
                    <a:pt x="7891939" y="2424105"/>
                  </a:lnTo>
                  <a:lnTo>
                    <a:pt x="7892126" y="2424326"/>
                  </a:lnTo>
                  <a:lnTo>
                    <a:pt x="7892313" y="2424326"/>
                  </a:lnTo>
                  <a:lnTo>
                    <a:pt x="7892500" y="2424326"/>
                  </a:lnTo>
                  <a:lnTo>
                    <a:pt x="7892687" y="2424326"/>
                  </a:lnTo>
                  <a:lnTo>
                    <a:pt x="7892874" y="2424326"/>
                  </a:lnTo>
                  <a:lnTo>
                    <a:pt x="7893061" y="2424326"/>
                  </a:lnTo>
                  <a:lnTo>
                    <a:pt x="7893248" y="2424326"/>
                  </a:lnTo>
                  <a:lnTo>
                    <a:pt x="7893435" y="2424326"/>
                  </a:lnTo>
                  <a:lnTo>
                    <a:pt x="7893621" y="2424326"/>
                  </a:lnTo>
                  <a:lnTo>
                    <a:pt x="7893808" y="2424546"/>
                  </a:lnTo>
                  <a:lnTo>
                    <a:pt x="7893995" y="2424793"/>
                  </a:lnTo>
                  <a:lnTo>
                    <a:pt x="7894182" y="2425040"/>
                  </a:lnTo>
                  <a:lnTo>
                    <a:pt x="7894369" y="2425275"/>
                  </a:lnTo>
                  <a:lnTo>
                    <a:pt x="7894556" y="2425419"/>
                  </a:lnTo>
                  <a:lnTo>
                    <a:pt x="7894743" y="2425525"/>
                  </a:lnTo>
                  <a:lnTo>
                    <a:pt x="7894930" y="2425524"/>
                  </a:lnTo>
                  <a:lnTo>
                    <a:pt x="7895117" y="2425432"/>
                  </a:lnTo>
                  <a:lnTo>
                    <a:pt x="7895304" y="2425340"/>
                  </a:lnTo>
                  <a:lnTo>
                    <a:pt x="7895491" y="2425248"/>
                  </a:lnTo>
                  <a:lnTo>
                    <a:pt x="7895678" y="2425156"/>
                  </a:lnTo>
                  <a:lnTo>
                    <a:pt x="7895864" y="2425230"/>
                  </a:lnTo>
                  <a:lnTo>
                    <a:pt x="7896051" y="2425468"/>
                  </a:lnTo>
                  <a:lnTo>
                    <a:pt x="7896238" y="2425693"/>
                  </a:lnTo>
                  <a:lnTo>
                    <a:pt x="7896425" y="2425684"/>
                  </a:lnTo>
                  <a:lnTo>
                    <a:pt x="7896612" y="2425714"/>
                  </a:lnTo>
                  <a:lnTo>
                    <a:pt x="7896799" y="2425763"/>
                  </a:lnTo>
                  <a:lnTo>
                    <a:pt x="7896986" y="2425846"/>
                  </a:lnTo>
                  <a:lnTo>
                    <a:pt x="7897173" y="2426039"/>
                  </a:lnTo>
                  <a:lnTo>
                    <a:pt x="7897360" y="2426326"/>
                  </a:lnTo>
                  <a:lnTo>
                    <a:pt x="7897547" y="2426342"/>
                  </a:lnTo>
                  <a:lnTo>
                    <a:pt x="7897734" y="2426505"/>
                  </a:lnTo>
                  <a:lnTo>
                    <a:pt x="7897921" y="2426793"/>
                  </a:lnTo>
                  <a:lnTo>
                    <a:pt x="7898108" y="2427080"/>
                  </a:lnTo>
                  <a:lnTo>
                    <a:pt x="7898294" y="2427367"/>
                  </a:lnTo>
                  <a:lnTo>
                    <a:pt x="7898481" y="2427655"/>
                  </a:lnTo>
                  <a:lnTo>
                    <a:pt x="7898668" y="2427822"/>
                  </a:lnTo>
                  <a:lnTo>
                    <a:pt x="7898855" y="2427869"/>
                  </a:lnTo>
                  <a:lnTo>
                    <a:pt x="7899042" y="2427945"/>
                  </a:lnTo>
                  <a:lnTo>
                    <a:pt x="7899229" y="2428007"/>
                  </a:lnTo>
                  <a:lnTo>
                    <a:pt x="7899416" y="2428007"/>
                  </a:lnTo>
                  <a:lnTo>
                    <a:pt x="7899603" y="2427961"/>
                  </a:lnTo>
                  <a:lnTo>
                    <a:pt x="7899790" y="2428068"/>
                  </a:lnTo>
                  <a:lnTo>
                    <a:pt x="7899977" y="2427936"/>
                  </a:lnTo>
                  <a:lnTo>
                    <a:pt x="7900164" y="2427771"/>
                  </a:lnTo>
                  <a:lnTo>
                    <a:pt x="7900351" y="2427507"/>
                  </a:lnTo>
                  <a:lnTo>
                    <a:pt x="7900537" y="2427474"/>
                  </a:lnTo>
                  <a:lnTo>
                    <a:pt x="7900724" y="2427473"/>
                  </a:lnTo>
                  <a:lnTo>
                    <a:pt x="7900911" y="2427502"/>
                  </a:lnTo>
                  <a:lnTo>
                    <a:pt x="7901098" y="2427530"/>
                  </a:lnTo>
                  <a:lnTo>
                    <a:pt x="7901285" y="2427558"/>
                  </a:lnTo>
                  <a:lnTo>
                    <a:pt x="7901472" y="2427557"/>
                  </a:lnTo>
                  <a:lnTo>
                    <a:pt x="7901659" y="2427465"/>
                  </a:lnTo>
                  <a:lnTo>
                    <a:pt x="7901846" y="2427373"/>
                  </a:lnTo>
                  <a:lnTo>
                    <a:pt x="7902033" y="2427281"/>
                  </a:lnTo>
                  <a:lnTo>
                    <a:pt x="7902220" y="2427081"/>
                  </a:lnTo>
                  <a:lnTo>
                    <a:pt x="7902407" y="2426869"/>
                  </a:lnTo>
                  <a:lnTo>
                    <a:pt x="7902594" y="2426699"/>
                  </a:lnTo>
                  <a:lnTo>
                    <a:pt x="7902781" y="2426608"/>
                  </a:lnTo>
                  <a:lnTo>
                    <a:pt x="7902967" y="2426516"/>
                  </a:lnTo>
                  <a:lnTo>
                    <a:pt x="7903154" y="2426496"/>
                  </a:lnTo>
                  <a:lnTo>
                    <a:pt x="7903341" y="2426519"/>
                  </a:lnTo>
                  <a:lnTo>
                    <a:pt x="7903528" y="2426493"/>
                  </a:lnTo>
                  <a:lnTo>
                    <a:pt x="7903715" y="2426163"/>
                  </a:lnTo>
                  <a:lnTo>
                    <a:pt x="7903902" y="2425833"/>
                  </a:lnTo>
                  <a:lnTo>
                    <a:pt x="7904089" y="2425503"/>
                  </a:lnTo>
                  <a:lnTo>
                    <a:pt x="7904276" y="2425214"/>
                  </a:lnTo>
                  <a:lnTo>
                    <a:pt x="7904463" y="2425049"/>
                  </a:lnTo>
                  <a:lnTo>
                    <a:pt x="7904650" y="2424884"/>
                  </a:lnTo>
                  <a:lnTo>
                    <a:pt x="7904837" y="2424719"/>
                  </a:lnTo>
                  <a:lnTo>
                    <a:pt x="7905024" y="2424702"/>
                  </a:lnTo>
                  <a:lnTo>
                    <a:pt x="7905211" y="2424702"/>
                  </a:lnTo>
                  <a:lnTo>
                    <a:pt x="7905397" y="2424702"/>
                  </a:lnTo>
                  <a:lnTo>
                    <a:pt x="7905584" y="2424702"/>
                  </a:lnTo>
                  <a:lnTo>
                    <a:pt x="7905771" y="2424702"/>
                  </a:lnTo>
                  <a:lnTo>
                    <a:pt x="7905958" y="2424702"/>
                  </a:lnTo>
                  <a:lnTo>
                    <a:pt x="7906145" y="2424702"/>
                  </a:lnTo>
                  <a:lnTo>
                    <a:pt x="7906332" y="2424702"/>
                  </a:lnTo>
                  <a:lnTo>
                    <a:pt x="7906519" y="2424702"/>
                  </a:lnTo>
                  <a:lnTo>
                    <a:pt x="7906706" y="2424702"/>
                  </a:lnTo>
                  <a:lnTo>
                    <a:pt x="7906893" y="2424702"/>
                  </a:lnTo>
                  <a:lnTo>
                    <a:pt x="7907080" y="2424702"/>
                  </a:lnTo>
                  <a:lnTo>
                    <a:pt x="7907267" y="2424702"/>
                  </a:lnTo>
                  <a:lnTo>
                    <a:pt x="7907454" y="2424702"/>
                  </a:lnTo>
                  <a:lnTo>
                    <a:pt x="7907640" y="2424702"/>
                  </a:lnTo>
                  <a:lnTo>
                    <a:pt x="7907827" y="2424702"/>
                  </a:lnTo>
                  <a:lnTo>
                    <a:pt x="7908014" y="2424702"/>
                  </a:lnTo>
                  <a:lnTo>
                    <a:pt x="7908201" y="2424702"/>
                  </a:lnTo>
                  <a:lnTo>
                    <a:pt x="7908388" y="2424702"/>
                  </a:lnTo>
                  <a:lnTo>
                    <a:pt x="7908575" y="2424702"/>
                  </a:lnTo>
                  <a:lnTo>
                    <a:pt x="7908762" y="2424702"/>
                  </a:lnTo>
                  <a:lnTo>
                    <a:pt x="7908949" y="2424702"/>
                  </a:lnTo>
                  <a:lnTo>
                    <a:pt x="7909136" y="2424801"/>
                  </a:lnTo>
                  <a:lnTo>
                    <a:pt x="7909323" y="2424966"/>
                  </a:lnTo>
                  <a:lnTo>
                    <a:pt x="7909510" y="2425197"/>
                  </a:lnTo>
                  <a:lnTo>
                    <a:pt x="7909697" y="2425527"/>
                  </a:lnTo>
                  <a:lnTo>
                    <a:pt x="7909884" y="2425857"/>
                  </a:lnTo>
                  <a:lnTo>
                    <a:pt x="7910070" y="2426187"/>
                  </a:lnTo>
                  <a:lnTo>
                    <a:pt x="7910257" y="2426518"/>
                  </a:lnTo>
                  <a:lnTo>
                    <a:pt x="7910444" y="2426848"/>
                  </a:lnTo>
                  <a:lnTo>
                    <a:pt x="7910631" y="2427268"/>
                  </a:lnTo>
                  <a:lnTo>
                    <a:pt x="7910818" y="2427904"/>
                  </a:lnTo>
                  <a:lnTo>
                    <a:pt x="7911005" y="2428564"/>
                  </a:lnTo>
                  <a:lnTo>
                    <a:pt x="7911192" y="2429224"/>
                  </a:lnTo>
                  <a:lnTo>
                    <a:pt x="7911379" y="2429884"/>
                  </a:lnTo>
                  <a:lnTo>
                    <a:pt x="7911566" y="2430544"/>
                  </a:lnTo>
                  <a:lnTo>
                    <a:pt x="7911753" y="2431205"/>
                  </a:lnTo>
                  <a:lnTo>
                    <a:pt x="7911940" y="2431766"/>
                  </a:lnTo>
                  <a:lnTo>
                    <a:pt x="7912127" y="2432261"/>
                  </a:lnTo>
                  <a:lnTo>
                    <a:pt x="7912314" y="2432690"/>
                  </a:lnTo>
                  <a:lnTo>
                    <a:pt x="7912500" y="2433020"/>
                  </a:lnTo>
                  <a:lnTo>
                    <a:pt x="7912687" y="2433499"/>
                  </a:lnTo>
                  <a:lnTo>
                    <a:pt x="7912874" y="2433994"/>
                  </a:lnTo>
                  <a:lnTo>
                    <a:pt x="7913061" y="2434489"/>
                  </a:lnTo>
                  <a:lnTo>
                    <a:pt x="7913248" y="2434984"/>
                  </a:lnTo>
                  <a:lnTo>
                    <a:pt x="7913435" y="2435102"/>
                  </a:lnTo>
                  <a:lnTo>
                    <a:pt x="7913622" y="2435122"/>
                  </a:lnTo>
                  <a:lnTo>
                    <a:pt x="7913809" y="2435093"/>
                  </a:lnTo>
                  <a:lnTo>
                    <a:pt x="7913996" y="2435245"/>
                  </a:lnTo>
                  <a:lnTo>
                    <a:pt x="7914183" y="2435469"/>
                  </a:lnTo>
                  <a:lnTo>
                    <a:pt x="7914370" y="2435801"/>
                  </a:lnTo>
                  <a:lnTo>
                    <a:pt x="7914557" y="2436134"/>
                  </a:lnTo>
                  <a:lnTo>
                    <a:pt x="7914743" y="2436466"/>
                  </a:lnTo>
                  <a:lnTo>
                    <a:pt x="7914930" y="2436798"/>
                  </a:lnTo>
                  <a:lnTo>
                    <a:pt x="7915117" y="2437208"/>
                  </a:lnTo>
                  <a:lnTo>
                    <a:pt x="7915304" y="2437661"/>
                  </a:lnTo>
                  <a:lnTo>
                    <a:pt x="7915491" y="2438077"/>
                  </a:lnTo>
                  <a:lnTo>
                    <a:pt x="7915678" y="2438596"/>
                  </a:lnTo>
                  <a:lnTo>
                    <a:pt x="7915865" y="2439169"/>
                  </a:lnTo>
                  <a:lnTo>
                    <a:pt x="7916052" y="2439741"/>
                  </a:lnTo>
                  <a:lnTo>
                    <a:pt x="7916239" y="2440299"/>
                  </a:lnTo>
                  <a:lnTo>
                    <a:pt x="7916426" y="2440834"/>
                  </a:lnTo>
                  <a:lnTo>
                    <a:pt x="7916613" y="2441825"/>
                  </a:lnTo>
                  <a:lnTo>
                    <a:pt x="7916800" y="2442567"/>
                  </a:lnTo>
                  <a:lnTo>
                    <a:pt x="7916987" y="2443211"/>
                  </a:lnTo>
                  <a:lnTo>
                    <a:pt x="7917173" y="2443706"/>
                  </a:lnTo>
                  <a:lnTo>
                    <a:pt x="7917360" y="2444350"/>
                  </a:lnTo>
                  <a:lnTo>
                    <a:pt x="7917547" y="2445010"/>
                  </a:lnTo>
                  <a:lnTo>
                    <a:pt x="7917734" y="2445769"/>
                  </a:lnTo>
                  <a:lnTo>
                    <a:pt x="7917921" y="2446644"/>
                  </a:lnTo>
                  <a:lnTo>
                    <a:pt x="7918108" y="2447469"/>
                  </a:lnTo>
                  <a:lnTo>
                    <a:pt x="7918295" y="2448195"/>
                  </a:lnTo>
                  <a:lnTo>
                    <a:pt x="7918482" y="2448764"/>
                  </a:lnTo>
                  <a:lnTo>
                    <a:pt x="7918669" y="2449259"/>
                  </a:lnTo>
                  <a:lnTo>
                    <a:pt x="7918856" y="2449755"/>
                  </a:lnTo>
                  <a:lnTo>
                    <a:pt x="7919043" y="2450250"/>
                  </a:lnTo>
                  <a:lnTo>
                    <a:pt x="7919230" y="2450745"/>
                  </a:lnTo>
                  <a:lnTo>
                    <a:pt x="7919416" y="2451240"/>
                  </a:lnTo>
                  <a:lnTo>
                    <a:pt x="7919603" y="2451867"/>
                  </a:lnTo>
                  <a:lnTo>
                    <a:pt x="7919790" y="2452527"/>
                  </a:lnTo>
                  <a:lnTo>
                    <a:pt x="7919977" y="2453187"/>
                  </a:lnTo>
                  <a:lnTo>
                    <a:pt x="7920164" y="2453699"/>
                  </a:lnTo>
                  <a:lnTo>
                    <a:pt x="7920351" y="2454194"/>
                  </a:lnTo>
                  <a:lnTo>
                    <a:pt x="7920538" y="2454590"/>
                  </a:lnTo>
                  <a:lnTo>
                    <a:pt x="7920725" y="2454763"/>
                  </a:lnTo>
                  <a:lnTo>
                    <a:pt x="7920912" y="2455085"/>
                  </a:lnTo>
                  <a:lnTo>
                    <a:pt x="7921099" y="2455457"/>
                  </a:lnTo>
                  <a:lnTo>
                    <a:pt x="7921286" y="2455952"/>
                  </a:lnTo>
                  <a:lnTo>
                    <a:pt x="7921473" y="2456447"/>
                  </a:lnTo>
                  <a:lnTo>
                    <a:pt x="7921660" y="2456942"/>
                  </a:lnTo>
                  <a:lnTo>
                    <a:pt x="7921846" y="2457437"/>
                  </a:lnTo>
                  <a:lnTo>
                    <a:pt x="7922033" y="2457932"/>
                  </a:lnTo>
                  <a:lnTo>
                    <a:pt x="7922220" y="2458427"/>
                  </a:lnTo>
                  <a:lnTo>
                    <a:pt x="7922407" y="2458790"/>
                  </a:lnTo>
                  <a:lnTo>
                    <a:pt x="7922594" y="2459120"/>
                  </a:lnTo>
                  <a:lnTo>
                    <a:pt x="7922781" y="2459451"/>
                  </a:lnTo>
                  <a:lnTo>
                    <a:pt x="7922968" y="2459921"/>
                  </a:lnTo>
                  <a:lnTo>
                    <a:pt x="7923155" y="2460416"/>
                  </a:lnTo>
                  <a:lnTo>
                    <a:pt x="7923342" y="2460911"/>
                  </a:lnTo>
                  <a:lnTo>
                    <a:pt x="7923529" y="2461406"/>
                  </a:lnTo>
                  <a:lnTo>
                    <a:pt x="7923716" y="2461745"/>
                  </a:lnTo>
                  <a:lnTo>
                    <a:pt x="7923903" y="2462033"/>
                  </a:lnTo>
                  <a:lnTo>
                    <a:pt x="7924090" y="2462198"/>
                  </a:lnTo>
                  <a:lnTo>
                    <a:pt x="7924276" y="2462363"/>
                  </a:lnTo>
                  <a:lnTo>
                    <a:pt x="7924463" y="2462528"/>
                  </a:lnTo>
                  <a:lnTo>
                    <a:pt x="7924650" y="2462743"/>
                  </a:lnTo>
                  <a:lnTo>
                    <a:pt x="7924837" y="2463197"/>
                  </a:lnTo>
                  <a:lnTo>
                    <a:pt x="7925024" y="2463692"/>
                  </a:lnTo>
                  <a:lnTo>
                    <a:pt x="7925211" y="2464187"/>
                  </a:lnTo>
                  <a:lnTo>
                    <a:pt x="7925398" y="2464682"/>
                  </a:lnTo>
                  <a:lnTo>
                    <a:pt x="7925585" y="2465177"/>
                  </a:lnTo>
                  <a:lnTo>
                    <a:pt x="7925772" y="2465532"/>
                  </a:lnTo>
                  <a:lnTo>
                    <a:pt x="7925959" y="2465862"/>
                  </a:lnTo>
                  <a:lnTo>
                    <a:pt x="7926146" y="2466192"/>
                  </a:lnTo>
                  <a:lnTo>
                    <a:pt x="7926333" y="2466353"/>
                  </a:lnTo>
                  <a:lnTo>
                    <a:pt x="7926519" y="2466478"/>
                  </a:lnTo>
                  <a:lnTo>
                    <a:pt x="7926706" y="2466795"/>
                  </a:lnTo>
                  <a:lnTo>
                    <a:pt x="7926893" y="2467134"/>
                  </a:lnTo>
                  <a:lnTo>
                    <a:pt x="7927080" y="2467495"/>
                  </a:lnTo>
                  <a:lnTo>
                    <a:pt x="7927267" y="2467856"/>
                  </a:lnTo>
                  <a:lnTo>
                    <a:pt x="7927454" y="2468180"/>
                  </a:lnTo>
                  <a:lnTo>
                    <a:pt x="7927641" y="2468312"/>
                  </a:lnTo>
                  <a:lnTo>
                    <a:pt x="7927828" y="2468312"/>
                  </a:lnTo>
                  <a:lnTo>
                    <a:pt x="7928015" y="2468312"/>
                  </a:lnTo>
                  <a:lnTo>
                    <a:pt x="7928202" y="2468312"/>
                  </a:lnTo>
                  <a:lnTo>
                    <a:pt x="7928389" y="2468312"/>
                  </a:lnTo>
                  <a:lnTo>
                    <a:pt x="7928576" y="2468312"/>
                  </a:lnTo>
                  <a:lnTo>
                    <a:pt x="7928763" y="2468312"/>
                  </a:lnTo>
                  <a:lnTo>
                    <a:pt x="7928949" y="2468312"/>
                  </a:lnTo>
                  <a:lnTo>
                    <a:pt x="7929136" y="2468196"/>
                  </a:lnTo>
                  <a:lnTo>
                    <a:pt x="7929323" y="2468098"/>
                  </a:lnTo>
                  <a:lnTo>
                    <a:pt x="7929510" y="2468022"/>
                  </a:lnTo>
                  <a:lnTo>
                    <a:pt x="7929697" y="2468122"/>
                  </a:lnTo>
                  <a:lnTo>
                    <a:pt x="7929884" y="2467957"/>
                  </a:lnTo>
                  <a:lnTo>
                    <a:pt x="7930071" y="2467792"/>
                  </a:lnTo>
                  <a:lnTo>
                    <a:pt x="7930258" y="2467586"/>
                  </a:lnTo>
                  <a:lnTo>
                    <a:pt x="7930445" y="2467280"/>
                  </a:lnTo>
                  <a:lnTo>
                    <a:pt x="7930632" y="2467115"/>
                  </a:lnTo>
                  <a:lnTo>
                    <a:pt x="7930819" y="2466950"/>
                  </a:lnTo>
                  <a:lnTo>
                    <a:pt x="7931006" y="2466785"/>
                  </a:lnTo>
                  <a:lnTo>
                    <a:pt x="7931193" y="2466400"/>
                  </a:lnTo>
                  <a:lnTo>
                    <a:pt x="7931379" y="2465988"/>
                  </a:lnTo>
                  <a:lnTo>
                    <a:pt x="7931566" y="2465576"/>
                  </a:lnTo>
                  <a:lnTo>
                    <a:pt x="7931753" y="2465176"/>
                  </a:lnTo>
                  <a:lnTo>
                    <a:pt x="7931940" y="2464867"/>
                  </a:lnTo>
                  <a:lnTo>
                    <a:pt x="7932127" y="2464596"/>
                  </a:lnTo>
                  <a:lnTo>
                    <a:pt x="7932314" y="2464432"/>
                  </a:lnTo>
                  <a:lnTo>
                    <a:pt x="7932501" y="2464359"/>
                  </a:lnTo>
                  <a:lnTo>
                    <a:pt x="7932688" y="2464286"/>
                  </a:lnTo>
                  <a:lnTo>
                    <a:pt x="7932875" y="2464212"/>
                  </a:lnTo>
                  <a:lnTo>
                    <a:pt x="7933062" y="2464180"/>
                  </a:lnTo>
                  <a:lnTo>
                    <a:pt x="7933249" y="2464272"/>
                  </a:lnTo>
                  <a:lnTo>
                    <a:pt x="7933436" y="2464364"/>
                  </a:lnTo>
                  <a:lnTo>
                    <a:pt x="7933622" y="2464486"/>
                  </a:lnTo>
                  <a:lnTo>
                    <a:pt x="7933809" y="2464698"/>
                  </a:lnTo>
                  <a:lnTo>
                    <a:pt x="7933996" y="2464917"/>
                  </a:lnTo>
                  <a:lnTo>
                    <a:pt x="7934183" y="2465165"/>
                  </a:lnTo>
                  <a:lnTo>
                    <a:pt x="7934370" y="2465413"/>
                  </a:lnTo>
                  <a:lnTo>
                    <a:pt x="7934557" y="2465649"/>
                  </a:lnTo>
                  <a:lnTo>
                    <a:pt x="7934744" y="2465814"/>
                  </a:lnTo>
                  <a:lnTo>
                    <a:pt x="7934931" y="2466252"/>
                  </a:lnTo>
                  <a:lnTo>
                    <a:pt x="7935118" y="2466540"/>
                  </a:lnTo>
                  <a:lnTo>
                    <a:pt x="7935305" y="2466705"/>
                  </a:lnTo>
                  <a:lnTo>
                    <a:pt x="7935492" y="2466870"/>
                  </a:lnTo>
                  <a:lnTo>
                    <a:pt x="7935679" y="2467036"/>
                  </a:lnTo>
                  <a:lnTo>
                    <a:pt x="7935866" y="2467201"/>
                  </a:lnTo>
                  <a:lnTo>
                    <a:pt x="7936052" y="2467366"/>
                  </a:lnTo>
                  <a:lnTo>
                    <a:pt x="7936239" y="2467531"/>
                  </a:lnTo>
                  <a:lnTo>
                    <a:pt x="7936426" y="2467654"/>
                  </a:lnTo>
                  <a:lnTo>
                    <a:pt x="7936613" y="2467654"/>
                  </a:lnTo>
                  <a:lnTo>
                    <a:pt x="7936800" y="2467654"/>
                  </a:lnTo>
                  <a:lnTo>
                    <a:pt x="7936987" y="2467654"/>
                  </a:lnTo>
                  <a:lnTo>
                    <a:pt x="7937174" y="2467646"/>
                  </a:lnTo>
                  <a:lnTo>
                    <a:pt x="7937361" y="2467646"/>
                  </a:lnTo>
                  <a:lnTo>
                    <a:pt x="7937548" y="2467646"/>
                  </a:lnTo>
                  <a:lnTo>
                    <a:pt x="7937735" y="2467745"/>
                  </a:lnTo>
                  <a:lnTo>
                    <a:pt x="7937922" y="2467588"/>
                  </a:lnTo>
                  <a:lnTo>
                    <a:pt x="7938109" y="2467094"/>
                  </a:lnTo>
                  <a:lnTo>
                    <a:pt x="7938295" y="2466570"/>
                  </a:lnTo>
                  <a:lnTo>
                    <a:pt x="7938482" y="2466047"/>
                  </a:lnTo>
                  <a:lnTo>
                    <a:pt x="7938669" y="2465523"/>
                  </a:lnTo>
                  <a:lnTo>
                    <a:pt x="7938856" y="2465030"/>
                  </a:lnTo>
                  <a:lnTo>
                    <a:pt x="7939043" y="2464626"/>
                  </a:lnTo>
                  <a:lnTo>
                    <a:pt x="7939230" y="2464223"/>
                  </a:lnTo>
                  <a:lnTo>
                    <a:pt x="7939417" y="2463820"/>
                  </a:lnTo>
                  <a:lnTo>
                    <a:pt x="7939604" y="2463525"/>
                  </a:lnTo>
                  <a:lnTo>
                    <a:pt x="7939791" y="2463126"/>
                  </a:lnTo>
                  <a:lnTo>
                    <a:pt x="7939978" y="2462702"/>
                  </a:lnTo>
                  <a:lnTo>
                    <a:pt x="7940165" y="2462299"/>
                  </a:lnTo>
                  <a:lnTo>
                    <a:pt x="7940352" y="2461895"/>
                  </a:lnTo>
                  <a:lnTo>
                    <a:pt x="7940539" y="2461420"/>
                  </a:lnTo>
                  <a:lnTo>
                    <a:pt x="7940725" y="2460926"/>
                  </a:lnTo>
                  <a:lnTo>
                    <a:pt x="7940912" y="2460788"/>
                  </a:lnTo>
                  <a:lnTo>
                    <a:pt x="7941099" y="2460953"/>
                  </a:lnTo>
                  <a:lnTo>
                    <a:pt x="7941286" y="2461378"/>
                  </a:lnTo>
                  <a:lnTo>
                    <a:pt x="7941473" y="2461831"/>
                  </a:lnTo>
                  <a:lnTo>
                    <a:pt x="7941660" y="2462269"/>
                  </a:lnTo>
                  <a:lnTo>
                    <a:pt x="7941847" y="2462582"/>
                  </a:lnTo>
                  <a:lnTo>
                    <a:pt x="7942034" y="2462896"/>
                  </a:lnTo>
                  <a:lnTo>
                    <a:pt x="7942221" y="2463210"/>
                  </a:lnTo>
                  <a:lnTo>
                    <a:pt x="7942408" y="2463375"/>
                  </a:lnTo>
                  <a:lnTo>
                    <a:pt x="7942595" y="2463608"/>
                  </a:lnTo>
                  <a:lnTo>
                    <a:pt x="7942782" y="2463877"/>
                  </a:lnTo>
                  <a:lnTo>
                    <a:pt x="7942969" y="2464145"/>
                  </a:lnTo>
                  <a:lnTo>
                    <a:pt x="7943155" y="2464414"/>
                  </a:lnTo>
                  <a:lnTo>
                    <a:pt x="7943342" y="2464683"/>
                  </a:lnTo>
                  <a:lnTo>
                    <a:pt x="7943529" y="2464952"/>
                  </a:lnTo>
                  <a:lnTo>
                    <a:pt x="7943716" y="2465221"/>
                  </a:lnTo>
                  <a:lnTo>
                    <a:pt x="7943903" y="2465490"/>
                  </a:lnTo>
                  <a:lnTo>
                    <a:pt x="7944090" y="2465737"/>
                  </a:lnTo>
                  <a:lnTo>
                    <a:pt x="7944277" y="2465964"/>
                  </a:lnTo>
                  <a:lnTo>
                    <a:pt x="7944464" y="2465964"/>
                  </a:lnTo>
                  <a:lnTo>
                    <a:pt x="7944651" y="2465964"/>
                  </a:lnTo>
                  <a:lnTo>
                    <a:pt x="7944838" y="2465964"/>
                  </a:lnTo>
                  <a:lnTo>
                    <a:pt x="7945025" y="2465964"/>
                  </a:lnTo>
                  <a:lnTo>
                    <a:pt x="7945212" y="2465964"/>
                  </a:lnTo>
                  <a:lnTo>
                    <a:pt x="7945398" y="2465964"/>
                  </a:lnTo>
                  <a:lnTo>
                    <a:pt x="7945585" y="2465964"/>
                  </a:lnTo>
                  <a:lnTo>
                    <a:pt x="7945772" y="2465964"/>
                  </a:lnTo>
                  <a:lnTo>
                    <a:pt x="7945959" y="2465964"/>
                  </a:lnTo>
                  <a:lnTo>
                    <a:pt x="7946146" y="2465964"/>
                  </a:lnTo>
                  <a:lnTo>
                    <a:pt x="7946333" y="2465964"/>
                  </a:lnTo>
                  <a:lnTo>
                    <a:pt x="7946520" y="2465964"/>
                  </a:lnTo>
                  <a:lnTo>
                    <a:pt x="7946707" y="2465964"/>
                  </a:lnTo>
                  <a:lnTo>
                    <a:pt x="7946894" y="2465964"/>
                  </a:lnTo>
                  <a:lnTo>
                    <a:pt x="7947081" y="2465964"/>
                  </a:lnTo>
                  <a:lnTo>
                    <a:pt x="7947268" y="2465964"/>
                  </a:lnTo>
                  <a:lnTo>
                    <a:pt x="7947455" y="2465964"/>
                  </a:lnTo>
                  <a:lnTo>
                    <a:pt x="7947642" y="2465964"/>
                  </a:lnTo>
                  <a:lnTo>
                    <a:pt x="7947828" y="2465964"/>
                  </a:lnTo>
                  <a:lnTo>
                    <a:pt x="7948015" y="2465964"/>
                  </a:lnTo>
                  <a:lnTo>
                    <a:pt x="7948202" y="2465964"/>
                  </a:lnTo>
                  <a:lnTo>
                    <a:pt x="7948389" y="2465964"/>
                  </a:lnTo>
                  <a:lnTo>
                    <a:pt x="7948576" y="2465964"/>
                  </a:lnTo>
                  <a:lnTo>
                    <a:pt x="7948763" y="2465964"/>
                  </a:lnTo>
                  <a:lnTo>
                    <a:pt x="7948950" y="2465964"/>
                  </a:lnTo>
                  <a:lnTo>
                    <a:pt x="7949137" y="2465964"/>
                  </a:lnTo>
                  <a:lnTo>
                    <a:pt x="7949324" y="2465964"/>
                  </a:lnTo>
                  <a:lnTo>
                    <a:pt x="7949511" y="2465964"/>
                  </a:lnTo>
                  <a:lnTo>
                    <a:pt x="7949698" y="2465964"/>
                  </a:lnTo>
                  <a:lnTo>
                    <a:pt x="7949885" y="2465964"/>
                  </a:lnTo>
                  <a:lnTo>
                    <a:pt x="7950072" y="2465964"/>
                  </a:lnTo>
                  <a:lnTo>
                    <a:pt x="7950258" y="2465964"/>
                  </a:lnTo>
                  <a:lnTo>
                    <a:pt x="7950445" y="2465964"/>
                  </a:lnTo>
                  <a:lnTo>
                    <a:pt x="7950632" y="2465964"/>
                  </a:lnTo>
                  <a:lnTo>
                    <a:pt x="7950819" y="2465964"/>
                  </a:lnTo>
                  <a:lnTo>
                    <a:pt x="7951006" y="2465964"/>
                  </a:lnTo>
                  <a:lnTo>
                    <a:pt x="7951193" y="2465964"/>
                  </a:lnTo>
                  <a:lnTo>
                    <a:pt x="7951380" y="2465964"/>
                  </a:lnTo>
                  <a:lnTo>
                    <a:pt x="7951567" y="2465964"/>
                  </a:lnTo>
                  <a:lnTo>
                    <a:pt x="7951754" y="2465964"/>
                  </a:lnTo>
                  <a:lnTo>
                    <a:pt x="7951941" y="2465964"/>
                  </a:lnTo>
                  <a:lnTo>
                    <a:pt x="7952128" y="2465964"/>
                  </a:lnTo>
                  <a:lnTo>
                    <a:pt x="7952315" y="2465964"/>
                  </a:lnTo>
                  <a:lnTo>
                    <a:pt x="7952501" y="2465964"/>
                  </a:lnTo>
                  <a:lnTo>
                    <a:pt x="7952688" y="2465964"/>
                  </a:lnTo>
                  <a:lnTo>
                    <a:pt x="7952875" y="2465964"/>
                  </a:lnTo>
                  <a:lnTo>
                    <a:pt x="7953062" y="2465964"/>
                  </a:lnTo>
                  <a:lnTo>
                    <a:pt x="7953249" y="2465964"/>
                  </a:lnTo>
                  <a:lnTo>
                    <a:pt x="7953436" y="2465964"/>
                  </a:lnTo>
                  <a:lnTo>
                    <a:pt x="7953623" y="2465964"/>
                  </a:lnTo>
                  <a:lnTo>
                    <a:pt x="7953810" y="2465964"/>
                  </a:lnTo>
                  <a:lnTo>
                    <a:pt x="7953997" y="2465964"/>
                  </a:lnTo>
                  <a:lnTo>
                    <a:pt x="7954184" y="2465964"/>
                  </a:lnTo>
                  <a:lnTo>
                    <a:pt x="7954371" y="2466212"/>
                  </a:lnTo>
                  <a:lnTo>
                    <a:pt x="7954558" y="2466476"/>
                  </a:lnTo>
                  <a:lnTo>
                    <a:pt x="7954745" y="2466899"/>
                  </a:lnTo>
                  <a:lnTo>
                    <a:pt x="7954931" y="2467315"/>
                  </a:lnTo>
                  <a:lnTo>
                    <a:pt x="7955118" y="2467731"/>
                  </a:lnTo>
                  <a:lnTo>
                    <a:pt x="7955305" y="2468147"/>
                  </a:lnTo>
                  <a:lnTo>
                    <a:pt x="7955492" y="2468564"/>
                  </a:lnTo>
                  <a:lnTo>
                    <a:pt x="7955679" y="2468980"/>
                  </a:lnTo>
                  <a:lnTo>
                    <a:pt x="7955866" y="2469396"/>
                  </a:lnTo>
                  <a:lnTo>
                    <a:pt x="7956053" y="2469812"/>
                  </a:lnTo>
                  <a:lnTo>
                    <a:pt x="7956240" y="2470228"/>
                  </a:lnTo>
                  <a:lnTo>
                    <a:pt x="7956427" y="2470644"/>
                  </a:lnTo>
                  <a:lnTo>
                    <a:pt x="7956614" y="2471060"/>
                  </a:lnTo>
                  <a:lnTo>
                    <a:pt x="7956801" y="2471477"/>
                  </a:lnTo>
                  <a:lnTo>
                    <a:pt x="7956927" y="2471758"/>
                  </a:lnTo>
                  <a:lnTo>
                    <a:pt x="7964555" y="2471758"/>
                  </a:lnTo>
                  <a:lnTo>
                    <a:pt x="7964651" y="2471450"/>
                  </a:lnTo>
                  <a:lnTo>
                    <a:pt x="7964838" y="2470851"/>
                  </a:lnTo>
                  <a:lnTo>
                    <a:pt x="7965025" y="2470270"/>
                  </a:lnTo>
                  <a:lnTo>
                    <a:pt x="7965212" y="2469791"/>
                  </a:lnTo>
                  <a:lnTo>
                    <a:pt x="7965399" y="2469313"/>
                  </a:lnTo>
                  <a:lnTo>
                    <a:pt x="7965586" y="2468834"/>
                  </a:lnTo>
                  <a:lnTo>
                    <a:pt x="7965773" y="2468438"/>
                  </a:lnTo>
                  <a:lnTo>
                    <a:pt x="7965960" y="2468124"/>
                  </a:lnTo>
                  <a:lnTo>
                    <a:pt x="7966147" y="2467967"/>
                  </a:lnTo>
                  <a:lnTo>
                    <a:pt x="7966334" y="2467819"/>
                  </a:lnTo>
                  <a:lnTo>
                    <a:pt x="7966521" y="2467670"/>
                  </a:lnTo>
                  <a:lnTo>
                    <a:pt x="7966707" y="2467521"/>
                  </a:lnTo>
                  <a:lnTo>
                    <a:pt x="7966894" y="2467377"/>
                  </a:lnTo>
                  <a:lnTo>
                    <a:pt x="7967081" y="2467277"/>
                  </a:lnTo>
                  <a:lnTo>
                    <a:pt x="7967268" y="2467442"/>
                  </a:lnTo>
                  <a:lnTo>
                    <a:pt x="7967455" y="2467607"/>
                  </a:lnTo>
                  <a:lnTo>
                    <a:pt x="7967642" y="2467813"/>
                  </a:lnTo>
                  <a:lnTo>
                    <a:pt x="7967829" y="2468118"/>
                  </a:lnTo>
                  <a:lnTo>
                    <a:pt x="7968016" y="2468283"/>
                  </a:lnTo>
                  <a:lnTo>
                    <a:pt x="7968203" y="2468448"/>
                  </a:lnTo>
                  <a:lnTo>
                    <a:pt x="7968390" y="2468613"/>
                  </a:lnTo>
                  <a:lnTo>
                    <a:pt x="7968577" y="2468779"/>
                  </a:lnTo>
                  <a:lnTo>
                    <a:pt x="7968764" y="2468944"/>
                  </a:lnTo>
                  <a:lnTo>
                    <a:pt x="7968951" y="2469109"/>
                  </a:lnTo>
                  <a:lnTo>
                    <a:pt x="7969137" y="2469274"/>
                  </a:lnTo>
                  <a:lnTo>
                    <a:pt x="7969324" y="2469439"/>
                  </a:lnTo>
                  <a:lnTo>
                    <a:pt x="7969511" y="2469604"/>
                  </a:lnTo>
                  <a:lnTo>
                    <a:pt x="7969698" y="2469769"/>
                  </a:lnTo>
                  <a:lnTo>
                    <a:pt x="7969885" y="2469934"/>
                  </a:lnTo>
                  <a:lnTo>
                    <a:pt x="7970072" y="2470099"/>
                  </a:lnTo>
                  <a:lnTo>
                    <a:pt x="7970259" y="2470264"/>
                  </a:lnTo>
                  <a:lnTo>
                    <a:pt x="7970446" y="2470388"/>
                  </a:lnTo>
                  <a:lnTo>
                    <a:pt x="7970633" y="2470388"/>
                  </a:lnTo>
                  <a:lnTo>
                    <a:pt x="7970820" y="2470388"/>
                  </a:lnTo>
                  <a:lnTo>
                    <a:pt x="7971007" y="2470388"/>
                  </a:lnTo>
                  <a:lnTo>
                    <a:pt x="7971194" y="2470388"/>
                  </a:lnTo>
                  <a:lnTo>
                    <a:pt x="7971380" y="2470388"/>
                  </a:lnTo>
                  <a:lnTo>
                    <a:pt x="7971567" y="2470388"/>
                  </a:lnTo>
                  <a:lnTo>
                    <a:pt x="7971754" y="2470388"/>
                  </a:lnTo>
                  <a:lnTo>
                    <a:pt x="7971941" y="2470388"/>
                  </a:lnTo>
                  <a:lnTo>
                    <a:pt x="7972128" y="2470388"/>
                  </a:lnTo>
                  <a:lnTo>
                    <a:pt x="7972315" y="2470388"/>
                  </a:lnTo>
                  <a:lnTo>
                    <a:pt x="7972502" y="2470388"/>
                  </a:lnTo>
                  <a:lnTo>
                    <a:pt x="7972689" y="2470388"/>
                  </a:lnTo>
                  <a:lnTo>
                    <a:pt x="7972876" y="2470388"/>
                  </a:lnTo>
                  <a:lnTo>
                    <a:pt x="7973063" y="2470388"/>
                  </a:lnTo>
                  <a:lnTo>
                    <a:pt x="7973250" y="2470388"/>
                  </a:lnTo>
                  <a:lnTo>
                    <a:pt x="7973437" y="2470388"/>
                  </a:lnTo>
                  <a:lnTo>
                    <a:pt x="7973624" y="2470388"/>
                  </a:lnTo>
                  <a:lnTo>
                    <a:pt x="7973810" y="2470388"/>
                  </a:lnTo>
                  <a:lnTo>
                    <a:pt x="7973997" y="2470388"/>
                  </a:lnTo>
                  <a:lnTo>
                    <a:pt x="7974184" y="2470388"/>
                  </a:lnTo>
                  <a:lnTo>
                    <a:pt x="7974371" y="2470388"/>
                  </a:lnTo>
                  <a:lnTo>
                    <a:pt x="7974558" y="2470454"/>
                  </a:lnTo>
                  <a:lnTo>
                    <a:pt x="7974745" y="2470619"/>
                  </a:lnTo>
                  <a:lnTo>
                    <a:pt x="7974932" y="2470784"/>
                  </a:lnTo>
                  <a:lnTo>
                    <a:pt x="7975119" y="2470949"/>
                  </a:lnTo>
                  <a:lnTo>
                    <a:pt x="7975306" y="2471139"/>
                  </a:lnTo>
                  <a:lnTo>
                    <a:pt x="7975540" y="2471758"/>
                  </a:lnTo>
                  <a:lnTo>
                    <a:pt x="7982409" y="2471722"/>
                  </a:lnTo>
                  <a:lnTo>
                    <a:pt x="7982596" y="2471227"/>
                  </a:lnTo>
                  <a:lnTo>
                    <a:pt x="7982783" y="2470517"/>
                  </a:lnTo>
                  <a:lnTo>
                    <a:pt x="7982970" y="2469692"/>
                  </a:lnTo>
                  <a:lnTo>
                    <a:pt x="7983156" y="2468866"/>
                  </a:lnTo>
                  <a:lnTo>
                    <a:pt x="7983343" y="2467934"/>
                  </a:lnTo>
                  <a:lnTo>
                    <a:pt x="7983530" y="2466960"/>
                  </a:lnTo>
                  <a:lnTo>
                    <a:pt x="7983717" y="2466102"/>
                  </a:lnTo>
                  <a:lnTo>
                    <a:pt x="7983904" y="2465637"/>
                  </a:lnTo>
                  <a:lnTo>
                    <a:pt x="7984091" y="2465581"/>
                  </a:lnTo>
                  <a:lnTo>
                    <a:pt x="7984278" y="2465519"/>
                  </a:lnTo>
                  <a:lnTo>
                    <a:pt x="7984465" y="2465605"/>
                  </a:lnTo>
                  <a:lnTo>
                    <a:pt x="7984652" y="2465691"/>
                  </a:lnTo>
                  <a:lnTo>
                    <a:pt x="7984839" y="2465777"/>
                  </a:lnTo>
                  <a:lnTo>
                    <a:pt x="7985026" y="2465863"/>
                  </a:lnTo>
                  <a:lnTo>
                    <a:pt x="7985213" y="2465949"/>
                  </a:lnTo>
                  <a:lnTo>
                    <a:pt x="7985400" y="2466035"/>
                  </a:lnTo>
                  <a:lnTo>
                    <a:pt x="7985586" y="2466228"/>
                  </a:lnTo>
                  <a:lnTo>
                    <a:pt x="7985773" y="2466479"/>
                  </a:lnTo>
                  <a:lnTo>
                    <a:pt x="7985960" y="2466729"/>
                  </a:lnTo>
                  <a:lnTo>
                    <a:pt x="7986147" y="2467033"/>
                  </a:lnTo>
                  <a:lnTo>
                    <a:pt x="7986334" y="2467366"/>
                  </a:lnTo>
                  <a:lnTo>
                    <a:pt x="7986521" y="2467715"/>
                  </a:lnTo>
                  <a:lnTo>
                    <a:pt x="7986708" y="2468140"/>
                  </a:lnTo>
                  <a:lnTo>
                    <a:pt x="7986895" y="2468478"/>
                  </a:lnTo>
                  <a:lnTo>
                    <a:pt x="7987082" y="2468742"/>
                  </a:lnTo>
                  <a:lnTo>
                    <a:pt x="7987269" y="2468742"/>
                  </a:lnTo>
                  <a:lnTo>
                    <a:pt x="7987456" y="2468742"/>
                  </a:lnTo>
                  <a:lnTo>
                    <a:pt x="7987643" y="2468742"/>
                  </a:lnTo>
                  <a:lnTo>
                    <a:pt x="7987829" y="2468742"/>
                  </a:lnTo>
                  <a:lnTo>
                    <a:pt x="7988016" y="2468742"/>
                  </a:lnTo>
                  <a:lnTo>
                    <a:pt x="7988203" y="2468742"/>
                  </a:lnTo>
                  <a:lnTo>
                    <a:pt x="7988390" y="2468742"/>
                  </a:lnTo>
                  <a:lnTo>
                    <a:pt x="7988577" y="2468742"/>
                  </a:lnTo>
                  <a:lnTo>
                    <a:pt x="7988764" y="2468742"/>
                  </a:lnTo>
                  <a:lnTo>
                    <a:pt x="7988951" y="2468742"/>
                  </a:lnTo>
                  <a:lnTo>
                    <a:pt x="7989138" y="2468742"/>
                  </a:lnTo>
                  <a:lnTo>
                    <a:pt x="7989325" y="2468742"/>
                  </a:lnTo>
                  <a:lnTo>
                    <a:pt x="7989512" y="2468742"/>
                  </a:lnTo>
                  <a:lnTo>
                    <a:pt x="7989699" y="2468742"/>
                  </a:lnTo>
                  <a:lnTo>
                    <a:pt x="7989886" y="2468742"/>
                  </a:lnTo>
                  <a:lnTo>
                    <a:pt x="7990073" y="2468742"/>
                  </a:lnTo>
                  <a:lnTo>
                    <a:pt x="7990259" y="2468742"/>
                  </a:lnTo>
                  <a:lnTo>
                    <a:pt x="7990446" y="2468742"/>
                  </a:lnTo>
                  <a:lnTo>
                    <a:pt x="7990633" y="2468742"/>
                  </a:lnTo>
                  <a:lnTo>
                    <a:pt x="7990820" y="2468742"/>
                  </a:lnTo>
                  <a:lnTo>
                    <a:pt x="7991007" y="2468742"/>
                  </a:lnTo>
                  <a:lnTo>
                    <a:pt x="7991194" y="2468742"/>
                  </a:lnTo>
                  <a:lnTo>
                    <a:pt x="7991381" y="2468742"/>
                  </a:lnTo>
                  <a:lnTo>
                    <a:pt x="7991568" y="2468742"/>
                  </a:lnTo>
                  <a:lnTo>
                    <a:pt x="7991755" y="2468495"/>
                  </a:lnTo>
                  <a:lnTo>
                    <a:pt x="7991942" y="2468230"/>
                  </a:lnTo>
                  <a:lnTo>
                    <a:pt x="7992129" y="2467808"/>
                  </a:lnTo>
                  <a:lnTo>
                    <a:pt x="7992316" y="2467392"/>
                  </a:lnTo>
                  <a:lnTo>
                    <a:pt x="7992503" y="2466976"/>
                  </a:lnTo>
                  <a:lnTo>
                    <a:pt x="7992689" y="2466560"/>
                  </a:lnTo>
                  <a:lnTo>
                    <a:pt x="7992876" y="2466143"/>
                  </a:lnTo>
                  <a:lnTo>
                    <a:pt x="7993063" y="2465727"/>
                  </a:lnTo>
                  <a:lnTo>
                    <a:pt x="7993250" y="2465311"/>
                  </a:lnTo>
                  <a:lnTo>
                    <a:pt x="7993437" y="2464895"/>
                  </a:lnTo>
                  <a:lnTo>
                    <a:pt x="7993624" y="2464479"/>
                  </a:lnTo>
                  <a:lnTo>
                    <a:pt x="7993811" y="2464063"/>
                  </a:lnTo>
                  <a:lnTo>
                    <a:pt x="7993998" y="2463646"/>
                  </a:lnTo>
                  <a:lnTo>
                    <a:pt x="7994185" y="2463230"/>
                  </a:lnTo>
                  <a:lnTo>
                    <a:pt x="7994372" y="2462814"/>
                  </a:lnTo>
                  <a:lnTo>
                    <a:pt x="7994559" y="2462392"/>
                  </a:lnTo>
                  <a:lnTo>
                    <a:pt x="7994746" y="2461991"/>
                  </a:lnTo>
                  <a:lnTo>
                    <a:pt x="7994932" y="2461763"/>
                  </a:lnTo>
                  <a:lnTo>
                    <a:pt x="7995119" y="2461763"/>
                  </a:lnTo>
                  <a:lnTo>
                    <a:pt x="7995306" y="2461763"/>
                  </a:lnTo>
                  <a:lnTo>
                    <a:pt x="7995493" y="2461755"/>
                  </a:lnTo>
                  <a:lnTo>
                    <a:pt x="7995680" y="2461590"/>
                  </a:lnTo>
                  <a:lnTo>
                    <a:pt x="7995867" y="2461685"/>
                  </a:lnTo>
                  <a:lnTo>
                    <a:pt x="7996054" y="2461808"/>
                  </a:lnTo>
                  <a:lnTo>
                    <a:pt x="7996241" y="2461957"/>
                  </a:lnTo>
                  <a:lnTo>
                    <a:pt x="7996428" y="2461997"/>
                  </a:lnTo>
                  <a:lnTo>
                    <a:pt x="7996615" y="2462042"/>
                  </a:lnTo>
                  <a:lnTo>
                    <a:pt x="7996802" y="2461972"/>
                  </a:lnTo>
                  <a:lnTo>
                    <a:pt x="7996989" y="2461978"/>
                  </a:lnTo>
                  <a:lnTo>
                    <a:pt x="7997176" y="2462038"/>
                  </a:lnTo>
                  <a:lnTo>
                    <a:pt x="7997362" y="2461937"/>
                  </a:lnTo>
                  <a:lnTo>
                    <a:pt x="7997549" y="2461836"/>
                  </a:lnTo>
                  <a:lnTo>
                    <a:pt x="7997736" y="2461736"/>
                  </a:lnTo>
                  <a:lnTo>
                    <a:pt x="7997923" y="2461635"/>
                  </a:lnTo>
                  <a:lnTo>
                    <a:pt x="7998110" y="2461534"/>
                  </a:lnTo>
                  <a:lnTo>
                    <a:pt x="7998297" y="2461440"/>
                  </a:lnTo>
                  <a:lnTo>
                    <a:pt x="7998484" y="2461459"/>
                  </a:lnTo>
                  <a:lnTo>
                    <a:pt x="7998671" y="2461474"/>
                  </a:lnTo>
                  <a:lnTo>
                    <a:pt x="7998858" y="2461468"/>
                  </a:lnTo>
                  <a:lnTo>
                    <a:pt x="7999045" y="2461174"/>
                  </a:lnTo>
                  <a:lnTo>
                    <a:pt x="7999232" y="2461028"/>
                  </a:lnTo>
                  <a:lnTo>
                    <a:pt x="7999419" y="2460890"/>
                  </a:lnTo>
                  <a:lnTo>
                    <a:pt x="7999606" y="2460638"/>
                  </a:lnTo>
                  <a:lnTo>
                    <a:pt x="7999792" y="2460335"/>
                  </a:lnTo>
                  <a:lnTo>
                    <a:pt x="7999979" y="2460131"/>
                  </a:lnTo>
                  <a:lnTo>
                    <a:pt x="8000166" y="2460131"/>
                  </a:lnTo>
                  <a:lnTo>
                    <a:pt x="8000353" y="2460213"/>
                  </a:lnTo>
                  <a:lnTo>
                    <a:pt x="8000540" y="2460378"/>
                  </a:lnTo>
                  <a:lnTo>
                    <a:pt x="8000727" y="2460700"/>
                  </a:lnTo>
                  <a:lnTo>
                    <a:pt x="8000914" y="2461030"/>
                  </a:lnTo>
                  <a:lnTo>
                    <a:pt x="8001101" y="2461360"/>
                  </a:lnTo>
                  <a:lnTo>
                    <a:pt x="8001288" y="2461690"/>
                  </a:lnTo>
                  <a:lnTo>
                    <a:pt x="8001475" y="2462020"/>
                  </a:lnTo>
                  <a:lnTo>
                    <a:pt x="8001662" y="2462350"/>
                  </a:lnTo>
                  <a:lnTo>
                    <a:pt x="8001849" y="2462680"/>
                  </a:lnTo>
                  <a:lnTo>
                    <a:pt x="8002035" y="2463011"/>
                  </a:lnTo>
                  <a:lnTo>
                    <a:pt x="8002222" y="2463341"/>
                  </a:lnTo>
                  <a:lnTo>
                    <a:pt x="8002409" y="2463671"/>
                  </a:lnTo>
                  <a:lnTo>
                    <a:pt x="8002596" y="2464001"/>
                  </a:lnTo>
                  <a:lnTo>
                    <a:pt x="8002783" y="2464331"/>
                  </a:lnTo>
                  <a:lnTo>
                    <a:pt x="8002970" y="2464661"/>
                  </a:lnTo>
                  <a:lnTo>
                    <a:pt x="8003157" y="2464908"/>
                  </a:lnTo>
                  <a:lnTo>
                    <a:pt x="8003344" y="2465073"/>
                  </a:lnTo>
                  <a:lnTo>
                    <a:pt x="8003531" y="2464933"/>
                  </a:lnTo>
                  <a:lnTo>
                    <a:pt x="8003718" y="2464768"/>
                  </a:lnTo>
                  <a:lnTo>
                    <a:pt x="8003905" y="2464603"/>
                  </a:lnTo>
                  <a:lnTo>
                    <a:pt x="8004092" y="2464438"/>
                  </a:lnTo>
                  <a:lnTo>
                    <a:pt x="8004279" y="2464273"/>
                  </a:lnTo>
                  <a:lnTo>
                    <a:pt x="8004465" y="2464108"/>
                  </a:lnTo>
                  <a:lnTo>
                    <a:pt x="8004652" y="2463943"/>
                  </a:lnTo>
                  <a:lnTo>
                    <a:pt x="8004839" y="2463728"/>
                  </a:lnTo>
                  <a:lnTo>
                    <a:pt x="8005026" y="2463398"/>
                  </a:lnTo>
                  <a:lnTo>
                    <a:pt x="8005213" y="2463068"/>
                  </a:lnTo>
                  <a:lnTo>
                    <a:pt x="8005400" y="2462738"/>
                  </a:lnTo>
                  <a:lnTo>
                    <a:pt x="8005587" y="2462408"/>
                  </a:lnTo>
                  <a:lnTo>
                    <a:pt x="8005774" y="2462078"/>
                  </a:lnTo>
                  <a:lnTo>
                    <a:pt x="8005961" y="2461748"/>
                  </a:lnTo>
                  <a:lnTo>
                    <a:pt x="8006148" y="2461418"/>
                  </a:lnTo>
                  <a:lnTo>
                    <a:pt x="8006335" y="2461236"/>
                  </a:lnTo>
                  <a:lnTo>
                    <a:pt x="8006522" y="2461071"/>
                  </a:lnTo>
                  <a:lnTo>
                    <a:pt x="8006708" y="2460906"/>
                  </a:lnTo>
                  <a:lnTo>
                    <a:pt x="8006895" y="2460741"/>
                  </a:lnTo>
                  <a:lnTo>
                    <a:pt x="8007082" y="2460576"/>
                  </a:lnTo>
                  <a:lnTo>
                    <a:pt x="8007269" y="2460411"/>
                  </a:lnTo>
                  <a:lnTo>
                    <a:pt x="8007456" y="2460246"/>
                  </a:lnTo>
                  <a:lnTo>
                    <a:pt x="8007643" y="2460131"/>
                  </a:lnTo>
                  <a:lnTo>
                    <a:pt x="8007830" y="2460131"/>
                  </a:lnTo>
                  <a:lnTo>
                    <a:pt x="8008017" y="2460131"/>
                  </a:lnTo>
                  <a:lnTo>
                    <a:pt x="8008204" y="2460131"/>
                  </a:lnTo>
                  <a:lnTo>
                    <a:pt x="8008391" y="2460131"/>
                  </a:lnTo>
                  <a:lnTo>
                    <a:pt x="8008578" y="2460131"/>
                  </a:lnTo>
                  <a:lnTo>
                    <a:pt x="8008765" y="2460131"/>
                  </a:lnTo>
                  <a:lnTo>
                    <a:pt x="8008952" y="2460131"/>
                  </a:lnTo>
                  <a:lnTo>
                    <a:pt x="8009138" y="2460131"/>
                  </a:lnTo>
                  <a:lnTo>
                    <a:pt x="8009325" y="2460131"/>
                  </a:lnTo>
                  <a:lnTo>
                    <a:pt x="8009512" y="2460131"/>
                  </a:lnTo>
                  <a:lnTo>
                    <a:pt x="8009699" y="2460131"/>
                  </a:lnTo>
                  <a:lnTo>
                    <a:pt x="8009886" y="2460131"/>
                  </a:lnTo>
                  <a:lnTo>
                    <a:pt x="8010073" y="2460131"/>
                  </a:lnTo>
                  <a:lnTo>
                    <a:pt x="8010260" y="2460131"/>
                  </a:lnTo>
                  <a:lnTo>
                    <a:pt x="8010447" y="2460131"/>
                  </a:lnTo>
                  <a:lnTo>
                    <a:pt x="8010634" y="2460131"/>
                  </a:lnTo>
                  <a:lnTo>
                    <a:pt x="8010821" y="2460131"/>
                  </a:lnTo>
                  <a:lnTo>
                    <a:pt x="8011008" y="2460131"/>
                  </a:lnTo>
                  <a:lnTo>
                    <a:pt x="8011195" y="2460131"/>
                  </a:lnTo>
                  <a:lnTo>
                    <a:pt x="8011382" y="2460131"/>
                  </a:lnTo>
                  <a:lnTo>
                    <a:pt x="8011568" y="2460131"/>
                  </a:lnTo>
                  <a:lnTo>
                    <a:pt x="8011755" y="2460131"/>
                  </a:lnTo>
                  <a:lnTo>
                    <a:pt x="8011942" y="2460131"/>
                  </a:lnTo>
                  <a:lnTo>
                    <a:pt x="8012129" y="2460131"/>
                  </a:lnTo>
                  <a:lnTo>
                    <a:pt x="8012316" y="2460131"/>
                  </a:lnTo>
                  <a:lnTo>
                    <a:pt x="8012503" y="2460131"/>
                  </a:lnTo>
                  <a:lnTo>
                    <a:pt x="8012690" y="2460131"/>
                  </a:lnTo>
                  <a:lnTo>
                    <a:pt x="8012877" y="2460131"/>
                  </a:lnTo>
                  <a:lnTo>
                    <a:pt x="8013064" y="2460131"/>
                  </a:lnTo>
                  <a:lnTo>
                    <a:pt x="8013251" y="2460131"/>
                  </a:lnTo>
                  <a:lnTo>
                    <a:pt x="8013438" y="2460131"/>
                  </a:lnTo>
                  <a:lnTo>
                    <a:pt x="8013625" y="2460065"/>
                  </a:lnTo>
                  <a:lnTo>
                    <a:pt x="8013811" y="2459900"/>
                  </a:lnTo>
                  <a:lnTo>
                    <a:pt x="8013998" y="2459718"/>
                  </a:lnTo>
                  <a:lnTo>
                    <a:pt x="8014185" y="2459388"/>
                  </a:lnTo>
                  <a:lnTo>
                    <a:pt x="8014372" y="2459058"/>
                  </a:lnTo>
                  <a:lnTo>
                    <a:pt x="8014559" y="2458728"/>
                  </a:lnTo>
                  <a:lnTo>
                    <a:pt x="8014746" y="2458398"/>
                  </a:lnTo>
                  <a:lnTo>
                    <a:pt x="8014933" y="2458068"/>
                  </a:lnTo>
                  <a:lnTo>
                    <a:pt x="8015120" y="2457738"/>
                  </a:lnTo>
                  <a:lnTo>
                    <a:pt x="8015307" y="2457408"/>
                  </a:lnTo>
                  <a:lnTo>
                    <a:pt x="8015494" y="2457077"/>
                  </a:lnTo>
                  <a:lnTo>
                    <a:pt x="8015681" y="2456747"/>
                  </a:lnTo>
                  <a:lnTo>
                    <a:pt x="8015868" y="2456417"/>
                  </a:lnTo>
                  <a:lnTo>
                    <a:pt x="8016055" y="2456087"/>
                  </a:lnTo>
                  <a:lnTo>
                    <a:pt x="8016241" y="2455757"/>
                  </a:lnTo>
                  <a:lnTo>
                    <a:pt x="8016428" y="2455493"/>
                  </a:lnTo>
                  <a:lnTo>
                    <a:pt x="8016615" y="2455328"/>
                  </a:lnTo>
                  <a:lnTo>
                    <a:pt x="8016802" y="2455180"/>
                  </a:lnTo>
                  <a:lnTo>
                    <a:pt x="8016989" y="2455180"/>
                  </a:lnTo>
                  <a:lnTo>
                    <a:pt x="8017176" y="2455180"/>
                  </a:lnTo>
                  <a:lnTo>
                    <a:pt x="8017363" y="2455180"/>
                  </a:lnTo>
                  <a:lnTo>
                    <a:pt x="8017550" y="2455180"/>
                  </a:lnTo>
                  <a:lnTo>
                    <a:pt x="8017737" y="2455180"/>
                  </a:lnTo>
                  <a:lnTo>
                    <a:pt x="8017924" y="2455180"/>
                  </a:lnTo>
                  <a:lnTo>
                    <a:pt x="8018111" y="2455196"/>
                  </a:lnTo>
                  <a:lnTo>
                    <a:pt x="8018298" y="2455361"/>
                  </a:lnTo>
                  <a:lnTo>
                    <a:pt x="8018485" y="2455617"/>
                  </a:lnTo>
                  <a:lnTo>
                    <a:pt x="8018671" y="2456021"/>
                  </a:lnTo>
                  <a:lnTo>
                    <a:pt x="8018858" y="2456516"/>
                  </a:lnTo>
                  <a:lnTo>
                    <a:pt x="8019045" y="2457011"/>
                  </a:lnTo>
                  <a:lnTo>
                    <a:pt x="8019232" y="2457507"/>
                  </a:lnTo>
                  <a:lnTo>
                    <a:pt x="8019419" y="2458002"/>
                  </a:lnTo>
                  <a:lnTo>
                    <a:pt x="8019606" y="2458497"/>
                  </a:lnTo>
                  <a:lnTo>
                    <a:pt x="8019793" y="2458992"/>
                  </a:lnTo>
                  <a:lnTo>
                    <a:pt x="8019980" y="2459487"/>
                  </a:lnTo>
                  <a:lnTo>
                    <a:pt x="8020167" y="2460197"/>
                  </a:lnTo>
                  <a:lnTo>
                    <a:pt x="8020354" y="2461022"/>
                  </a:lnTo>
                  <a:lnTo>
                    <a:pt x="8020541" y="2461847"/>
                  </a:lnTo>
                  <a:lnTo>
                    <a:pt x="8020728" y="2462779"/>
                  </a:lnTo>
                  <a:lnTo>
                    <a:pt x="8020914" y="2463753"/>
                  </a:lnTo>
                  <a:lnTo>
                    <a:pt x="8021101" y="2464611"/>
                  </a:lnTo>
                  <a:lnTo>
                    <a:pt x="8021288" y="2465076"/>
                  </a:lnTo>
                  <a:lnTo>
                    <a:pt x="8021475" y="2465133"/>
                  </a:lnTo>
                  <a:lnTo>
                    <a:pt x="8021662" y="2465195"/>
                  </a:lnTo>
                  <a:lnTo>
                    <a:pt x="8021849" y="2465109"/>
                  </a:lnTo>
                  <a:lnTo>
                    <a:pt x="8022036" y="2465023"/>
                  </a:lnTo>
                  <a:lnTo>
                    <a:pt x="8022223" y="2464936"/>
                  </a:lnTo>
                  <a:lnTo>
                    <a:pt x="8022410" y="2464850"/>
                  </a:lnTo>
                  <a:lnTo>
                    <a:pt x="8022597" y="2464764"/>
                  </a:lnTo>
                  <a:lnTo>
                    <a:pt x="8022784" y="2464678"/>
                  </a:lnTo>
                  <a:lnTo>
                    <a:pt x="8022971" y="2464485"/>
                  </a:lnTo>
                  <a:lnTo>
                    <a:pt x="8023158" y="2464235"/>
                  </a:lnTo>
                  <a:lnTo>
                    <a:pt x="8023344" y="2463984"/>
                  </a:lnTo>
                  <a:lnTo>
                    <a:pt x="8023531" y="2463680"/>
                  </a:lnTo>
                  <a:lnTo>
                    <a:pt x="8023718" y="2463347"/>
                  </a:lnTo>
                  <a:lnTo>
                    <a:pt x="8023905" y="2462990"/>
                  </a:lnTo>
                  <a:lnTo>
                    <a:pt x="8024092" y="2462285"/>
                  </a:lnTo>
                  <a:lnTo>
                    <a:pt x="8024279" y="2461617"/>
                  </a:lnTo>
                  <a:lnTo>
                    <a:pt x="8024466" y="2461022"/>
                  </a:lnTo>
                  <a:lnTo>
                    <a:pt x="8024653" y="2460692"/>
                  </a:lnTo>
                  <a:lnTo>
                    <a:pt x="8024840" y="2460205"/>
                  </a:lnTo>
                  <a:lnTo>
                    <a:pt x="8025027" y="2459710"/>
                  </a:lnTo>
                  <a:lnTo>
                    <a:pt x="8025214" y="2459215"/>
                  </a:lnTo>
                  <a:lnTo>
                    <a:pt x="8025401" y="2458604"/>
                  </a:lnTo>
                  <a:lnTo>
                    <a:pt x="8025587" y="2457944"/>
                  </a:lnTo>
                  <a:lnTo>
                    <a:pt x="8025774" y="2457284"/>
                  </a:lnTo>
                  <a:lnTo>
                    <a:pt x="8025961" y="2456624"/>
                  </a:lnTo>
                  <a:lnTo>
                    <a:pt x="8026148" y="2455964"/>
                  </a:lnTo>
                  <a:lnTo>
                    <a:pt x="8026335" y="2455304"/>
                  </a:lnTo>
                  <a:lnTo>
                    <a:pt x="8026522" y="2454643"/>
                  </a:lnTo>
                  <a:lnTo>
                    <a:pt x="8026709" y="2453992"/>
                  </a:lnTo>
                  <a:lnTo>
                    <a:pt x="8026896" y="2453612"/>
                  </a:lnTo>
                  <a:lnTo>
                    <a:pt x="8027083" y="2453282"/>
                  </a:lnTo>
                  <a:lnTo>
                    <a:pt x="8027270" y="2452952"/>
                  </a:lnTo>
                  <a:lnTo>
                    <a:pt x="8027457" y="2452622"/>
                  </a:lnTo>
                  <a:lnTo>
                    <a:pt x="8027644" y="2452448"/>
                  </a:lnTo>
                  <a:lnTo>
                    <a:pt x="8027831" y="2452283"/>
                  </a:lnTo>
                  <a:lnTo>
                    <a:pt x="8028017" y="2452118"/>
                  </a:lnTo>
                  <a:lnTo>
                    <a:pt x="8028204" y="2452069"/>
                  </a:lnTo>
                  <a:lnTo>
                    <a:pt x="8028391" y="2452069"/>
                  </a:lnTo>
                  <a:lnTo>
                    <a:pt x="8028578" y="2452069"/>
                  </a:lnTo>
                  <a:lnTo>
                    <a:pt x="8028765" y="2452069"/>
                  </a:lnTo>
                  <a:lnTo>
                    <a:pt x="8028952" y="2452069"/>
                  </a:lnTo>
                  <a:lnTo>
                    <a:pt x="8029139" y="2452069"/>
                  </a:lnTo>
                  <a:lnTo>
                    <a:pt x="8029326" y="2452069"/>
                  </a:lnTo>
                  <a:lnTo>
                    <a:pt x="8029513" y="2452069"/>
                  </a:lnTo>
                  <a:lnTo>
                    <a:pt x="8029700" y="2452069"/>
                  </a:lnTo>
                  <a:lnTo>
                    <a:pt x="8029887" y="2452069"/>
                  </a:lnTo>
                  <a:lnTo>
                    <a:pt x="8030074" y="2452069"/>
                  </a:lnTo>
                  <a:lnTo>
                    <a:pt x="8030261" y="2452069"/>
                  </a:lnTo>
                  <a:lnTo>
                    <a:pt x="8030447" y="2452069"/>
                  </a:lnTo>
                  <a:lnTo>
                    <a:pt x="8030634" y="2452069"/>
                  </a:lnTo>
                  <a:lnTo>
                    <a:pt x="8030821" y="2452069"/>
                  </a:lnTo>
                  <a:lnTo>
                    <a:pt x="8031008" y="2452069"/>
                  </a:lnTo>
                  <a:lnTo>
                    <a:pt x="8031195" y="2452069"/>
                  </a:lnTo>
                  <a:lnTo>
                    <a:pt x="8031382" y="2452069"/>
                  </a:lnTo>
                  <a:lnTo>
                    <a:pt x="8031569" y="2452069"/>
                  </a:lnTo>
                  <a:lnTo>
                    <a:pt x="8031756" y="2452069"/>
                  </a:lnTo>
                  <a:lnTo>
                    <a:pt x="8031943" y="2452069"/>
                  </a:lnTo>
                  <a:lnTo>
                    <a:pt x="8032130" y="2452069"/>
                  </a:lnTo>
                  <a:lnTo>
                    <a:pt x="8032317" y="2452069"/>
                  </a:lnTo>
                  <a:lnTo>
                    <a:pt x="8032504" y="2452069"/>
                  </a:lnTo>
                  <a:lnTo>
                    <a:pt x="8032690" y="2452069"/>
                  </a:lnTo>
                  <a:lnTo>
                    <a:pt x="8032877" y="2452077"/>
                  </a:lnTo>
                  <a:lnTo>
                    <a:pt x="8033064" y="2452242"/>
                  </a:lnTo>
                  <a:lnTo>
                    <a:pt x="8033251" y="2452147"/>
                  </a:lnTo>
                  <a:lnTo>
                    <a:pt x="8033438" y="2452024"/>
                  </a:lnTo>
                  <a:lnTo>
                    <a:pt x="8033625" y="2451875"/>
                  </a:lnTo>
                  <a:lnTo>
                    <a:pt x="8033812" y="2451835"/>
                  </a:lnTo>
                  <a:lnTo>
                    <a:pt x="8033999" y="2451806"/>
                  </a:lnTo>
                  <a:lnTo>
                    <a:pt x="8034186" y="2451778"/>
                  </a:lnTo>
                  <a:lnTo>
                    <a:pt x="8034373" y="2451750"/>
                  </a:lnTo>
                  <a:lnTo>
                    <a:pt x="8034560" y="2451721"/>
                  </a:lnTo>
                  <a:lnTo>
                    <a:pt x="8034747" y="2451693"/>
                  </a:lnTo>
                  <a:lnTo>
                    <a:pt x="8034934" y="2451664"/>
                  </a:lnTo>
                  <a:lnTo>
                    <a:pt x="8035120" y="2451636"/>
                  </a:lnTo>
                  <a:lnTo>
                    <a:pt x="8035307" y="2451607"/>
                  </a:lnTo>
                  <a:lnTo>
                    <a:pt x="8035494" y="2451579"/>
                  </a:lnTo>
                  <a:lnTo>
                    <a:pt x="8035681" y="2451545"/>
                  </a:lnTo>
                  <a:lnTo>
                    <a:pt x="8035868" y="2451396"/>
                  </a:lnTo>
                  <a:lnTo>
                    <a:pt x="8036055" y="2451252"/>
                  </a:lnTo>
                  <a:lnTo>
                    <a:pt x="8036242" y="2451129"/>
                  </a:lnTo>
                  <a:lnTo>
                    <a:pt x="8036429" y="2451294"/>
                  </a:lnTo>
                  <a:lnTo>
                    <a:pt x="8036616" y="2451310"/>
                  </a:lnTo>
                  <a:lnTo>
                    <a:pt x="8036803" y="2451310"/>
                  </a:lnTo>
                  <a:lnTo>
                    <a:pt x="8036990" y="2451310"/>
                  </a:lnTo>
                  <a:lnTo>
                    <a:pt x="8037177" y="2451310"/>
                  </a:lnTo>
                  <a:lnTo>
                    <a:pt x="8037364" y="2451310"/>
                  </a:lnTo>
                  <a:lnTo>
                    <a:pt x="8037550" y="2451310"/>
                  </a:lnTo>
                  <a:lnTo>
                    <a:pt x="8037737" y="2451310"/>
                  </a:lnTo>
                  <a:lnTo>
                    <a:pt x="8037924" y="2451310"/>
                  </a:lnTo>
                  <a:lnTo>
                    <a:pt x="8038111" y="2451310"/>
                  </a:lnTo>
                  <a:lnTo>
                    <a:pt x="8038298" y="2451310"/>
                  </a:lnTo>
                  <a:lnTo>
                    <a:pt x="8038485" y="2451310"/>
                  </a:lnTo>
                  <a:lnTo>
                    <a:pt x="8038672" y="2451310"/>
                  </a:lnTo>
                  <a:lnTo>
                    <a:pt x="8038859" y="2451310"/>
                  </a:lnTo>
                  <a:lnTo>
                    <a:pt x="8039046" y="2451310"/>
                  </a:lnTo>
                  <a:lnTo>
                    <a:pt x="8039233" y="2451310"/>
                  </a:lnTo>
                  <a:lnTo>
                    <a:pt x="8039420" y="2451557"/>
                  </a:lnTo>
                  <a:lnTo>
                    <a:pt x="8039607" y="2451804"/>
                  </a:lnTo>
                  <a:lnTo>
                    <a:pt x="8039793" y="2452073"/>
                  </a:lnTo>
                  <a:lnTo>
                    <a:pt x="8039980" y="2452342"/>
                  </a:lnTo>
                  <a:lnTo>
                    <a:pt x="8040167" y="2452611"/>
                  </a:lnTo>
                  <a:lnTo>
                    <a:pt x="8040354" y="2452880"/>
                  </a:lnTo>
                  <a:lnTo>
                    <a:pt x="8040541" y="2453149"/>
                  </a:lnTo>
                  <a:lnTo>
                    <a:pt x="8040728" y="2453418"/>
                  </a:lnTo>
                  <a:lnTo>
                    <a:pt x="8040915" y="2453835"/>
                  </a:lnTo>
                  <a:lnTo>
                    <a:pt x="8041102" y="2454269"/>
                  </a:lnTo>
                  <a:lnTo>
                    <a:pt x="8041289" y="2454691"/>
                  </a:lnTo>
                  <a:lnTo>
                    <a:pt x="8041476" y="2455158"/>
                  </a:lnTo>
                  <a:lnTo>
                    <a:pt x="8041663" y="2455651"/>
                  </a:lnTo>
                  <a:lnTo>
                    <a:pt x="8041850" y="2456120"/>
                  </a:lnTo>
                  <a:lnTo>
                    <a:pt x="8042037" y="2456519"/>
                  </a:lnTo>
                  <a:lnTo>
                    <a:pt x="8042223" y="2456966"/>
                  </a:lnTo>
                  <a:lnTo>
                    <a:pt x="8042410" y="2457501"/>
                  </a:lnTo>
                  <a:lnTo>
                    <a:pt x="8042597" y="2457859"/>
                  </a:lnTo>
                  <a:lnTo>
                    <a:pt x="8042784" y="2458218"/>
                  </a:lnTo>
                  <a:lnTo>
                    <a:pt x="8042971" y="2458576"/>
                  </a:lnTo>
                  <a:lnTo>
                    <a:pt x="8043158" y="2458935"/>
                  </a:lnTo>
                  <a:lnTo>
                    <a:pt x="8043345" y="2459293"/>
                  </a:lnTo>
                  <a:lnTo>
                    <a:pt x="8043532" y="2459652"/>
                  </a:lnTo>
                  <a:lnTo>
                    <a:pt x="8043719" y="2459862"/>
                  </a:lnTo>
                  <a:lnTo>
                    <a:pt x="8043906" y="2460055"/>
                  </a:lnTo>
                  <a:lnTo>
                    <a:pt x="8044093" y="2460261"/>
                  </a:lnTo>
                  <a:lnTo>
                    <a:pt x="8044280" y="2460549"/>
                  </a:lnTo>
                  <a:lnTo>
                    <a:pt x="8044466" y="2460837"/>
                  </a:lnTo>
                  <a:lnTo>
                    <a:pt x="8044653" y="2461156"/>
                  </a:lnTo>
                  <a:lnTo>
                    <a:pt x="8044840" y="2461544"/>
                  </a:lnTo>
                  <a:lnTo>
                    <a:pt x="8045027" y="2461660"/>
                  </a:lnTo>
                  <a:lnTo>
                    <a:pt x="8045214" y="2461660"/>
                  </a:lnTo>
                  <a:lnTo>
                    <a:pt x="8045401" y="2461660"/>
                  </a:lnTo>
                  <a:lnTo>
                    <a:pt x="8045588" y="2461660"/>
                  </a:lnTo>
                  <a:lnTo>
                    <a:pt x="8045775" y="2461660"/>
                  </a:lnTo>
                  <a:lnTo>
                    <a:pt x="8045962" y="2461660"/>
                  </a:lnTo>
                  <a:lnTo>
                    <a:pt x="8046149" y="2461660"/>
                  </a:lnTo>
                  <a:lnTo>
                    <a:pt x="8046336" y="2461660"/>
                  </a:lnTo>
                  <a:lnTo>
                    <a:pt x="8046523" y="2461660"/>
                  </a:lnTo>
                  <a:lnTo>
                    <a:pt x="8046710" y="2461660"/>
                  </a:lnTo>
                  <a:lnTo>
                    <a:pt x="8046896" y="2461660"/>
                  </a:lnTo>
                  <a:lnTo>
                    <a:pt x="8047083" y="2461660"/>
                  </a:lnTo>
                  <a:lnTo>
                    <a:pt x="8047270" y="2461660"/>
                  </a:lnTo>
                  <a:lnTo>
                    <a:pt x="8047457" y="2461660"/>
                  </a:lnTo>
                  <a:lnTo>
                    <a:pt x="8047644" y="2461660"/>
                  </a:lnTo>
                  <a:lnTo>
                    <a:pt x="8047831" y="2461660"/>
                  </a:lnTo>
                  <a:lnTo>
                    <a:pt x="8048018" y="2461660"/>
                  </a:lnTo>
                  <a:lnTo>
                    <a:pt x="8048205" y="2461660"/>
                  </a:lnTo>
                  <a:lnTo>
                    <a:pt x="8048392" y="2461660"/>
                  </a:lnTo>
                  <a:lnTo>
                    <a:pt x="8048579" y="2461660"/>
                  </a:lnTo>
                  <a:lnTo>
                    <a:pt x="8048766" y="2461660"/>
                  </a:lnTo>
                  <a:lnTo>
                    <a:pt x="8048953" y="2461660"/>
                  </a:lnTo>
                  <a:lnTo>
                    <a:pt x="8049140" y="2461660"/>
                  </a:lnTo>
                  <a:lnTo>
                    <a:pt x="8049326" y="2461660"/>
                  </a:lnTo>
                  <a:lnTo>
                    <a:pt x="8049513" y="2461660"/>
                  </a:lnTo>
                  <a:lnTo>
                    <a:pt x="8049700" y="2461660"/>
                  </a:lnTo>
                  <a:lnTo>
                    <a:pt x="8049887" y="2461660"/>
                  </a:lnTo>
                  <a:lnTo>
                    <a:pt x="8050074" y="2461660"/>
                  </a:lnTo>
                  <a:lnTo>
                    <a:pt x="8050261" y="2461660"/>
                  </a:lnTo>
                  <a:lnTo>
                    <a:pt x="8050448" y="2461660"/>
                  </a:lnTo>
                  <a:lnTo>
                    <a:pt x="8050635" y="2461660"/>
                  </a:lnTo>
                  <a:lnTo>
                    <a:pt x="8050822" y="2461660"/>
                  </a:lnTo>
                  <a:lnTo>
                    <a:pt x="8051009" y="2461726"/>
                  </a:lnTo>
                  <a:lnTo>
                    <a:pt x="8051196" y="2461891"/>
                  </a:lnTo>
                  <a:lnTo>
                    <a:pt x="8051383" y="2462072"/>
                  </a:lnTo>
                  <a:lnTo>
                    <a:pt x="8051569" y="2462402"/>
                  </a:lnTo>
                  <a:lnTo>
                    <a:pt x="8051756" y="2462732"/>
                  </a:lnTo>
                  <a:lnTo>
                    <a:pt x="8051943" y="2463063"/>
                  </a:lnTo>
                  <a:lnTo>
                    <a:pt x="8052130" y="2463393"/>
                  </a:lnTo>
                  <a:lnTo>
                    <a:pt x="8052317" y="2463706"/>
                  </a:lnTo>
                  <a:lnTo>
                    <a:pt x="8052504" y="2463871"/>
                  </a:lnTo>
                  <a:lnTo>
                    <a:pt x="8052691" y="2464036"/>
                  </a:lnTo>
                  <a:lnTo>
                    <a:pt x="8052878" y="2464201"/>
                  </a:lnTo>
                  <a:lnTo>
                    <a:pt x="8053065" y="2464366"/>
                  </a:lnTo>
                  <a:lnTo>
                    <a:pt x="8053252" y="2464531"/>
                  </a:lnTo>
                  <a:lnTo>
                    <a:pt x="8053439" y="2464696"/>
                  </a:lnTo>
                  <a:lnTo>
                    <a:pt x="8053626" y="2464861"/>
                  </a:lnTo>
                  <a:lnTo>
                    <a:pt x="8053813" y="2464960"/>
                  </a:lnTo>
                  <a:lnTo>
                    <a:pt x="8053999" y="2464960"/>
                  </a:lnTo>
                  <a:lnTo>
                    <a:pt x="8054186" y="2464944"/>
                  </a:lnTo>
                  <a:lnTo>
                    <a:pt x="8054373" y="2464779"/>
                  </a:lnTo>
                  <a:lnTo>
                    <a:pt x="8054560" y="2464614"/>
                  </a:lnTo>
                  <a:lnTo>
                    <a:pt x="8054747" y="2464449"/>
                  </a:lnTo>
                  <a:lnTo>
                    <a:pt x="8054934" y="2464284"/>
                  </a:lnTo>
                  <a:lnTo>
                    <a:pt x="8055121" y="2464135"/>
                  </a:lnTo>
                  <a:lnTo>
                    <a:pt x="8055308" y="2464382"/>
                  </a:lnTo>
                  <a:lnTo>
                    <a:pt x="8055495" y="2464629"/>
                  </a:lnTo>
                  <a:lnTo>
                    <a:pt x="8055682" y="2464876"/>
                  </a:lnTo>
                  <a:lnTo>
                    <a:pt x="8055869" y="2465123"/>
                  </a:lnTo>
                  <a:lnTo>
                    <a:pt x="8056056" y="2465309"/>
                  </a:lnTo>
                  <a:lnTo>
                    <a:pt x="8056243" y="2465432"/>
                  </a:lnTo>
                  <a:lnTo>
                    <a:pt x="8056429" y="2465555"/>
                  </a:lnTo>
                  <a:lnTo>
                    <a:pt x="8056616" y="2465678"/>
                  </a:lnTo>
                  <a:lnTo>
                    <a:pt x="8056803" y="2465801"/>
                  </a:lnTo>
                  <a:lnTo>
                    <a:pt x="8056990" y="2465950"/>
                  </a:lnTo>
                  <a:lnTo>
                    <a:pt x="8057177" y="2466278"/>
                  </a:lnTo>
                  <a:lnTo>
                    <a:pt x="8057364" y="2466598"/>
                  </a:lnTo>
                  <a:lnTo>
                    <a:pt x="8057551" y="2466919"/>
                  </a:lnTo>
                  <a:lnTo>
                    <a:pt x="8057738" y="2467344"/>
                  </a:lnTo>
                  <a:lnTo>
                    <a:pt x="8057925" y="2467769"/>
                  </a:lnTo>
                  <a:lnTo>
                    <a:pt x="8058112" y="2468089"/>
                  </a:lnTo>
                  <a:lnTo>
                    <a:pt x="8058299" y="2468409"/>
                  </a:lnTo>
                  <a:lnTo>
                    <a:pt x="8058486" y="2468730"/>
                  </a:lnTo>
                  <a:lnTo>
                    <a:pt x="8058672" y="2469050"/>
                  </a:lnTo>
                  <a:lnTo>
                    <a:pt x="8058859" y="2469516"/>
                  </a:lnTo>
                  <a:lnTo>
                    <a:pt x="8059046" y="2470021"/>
                  </a:lnTo>
                  <a:lnTo>
                    <a:pt x="8059233" y="2470527"/>
                  </a:lnTo>
                  <a:lnTo>
                    <a:pt x="8059420" y="2471033"/>
                  </a:lnTo>
                  <a:lnTo>
                    <a:pt x="8059607" y="2471538"/>
                  </a:lnTo>
                  <a:lnTo>
                    <a:pt x="8059706" y="2471758"/>
                  </a:lnTo>
                  <a:lnTo>
                    <a:pt x="8098356" y="2471758"/>
                  </a:lnTo>
                  <a:lnTo>
                    <a:pt x="8098487" y="2471585"/>
                  </a:lnTo>
                  <a:lnTo>
                    <a:pt x="8098674" y="2471338"/>
                  </a:lnTo>
                  <a:lnTo>
                    <a:pt x="8098860" y="2471115"/>
                  </a:lnTo>
                  <a:lnTo>
                    <a:pt x="8099047" y="2471115"/>
                  </a:lnTo>
                  <a:lnTo>
                    <a:pt x="8099234" y="2471115"/>
                  </a:lnTo>
                  <a:lnTo>
                    <a:pt x="8099421" y="2471115"/>
                  </a:lnTo>
                  <a:lnTo>
                    <a:pt x="8099608" y="2471115"/>
                  </a:lnTo>
                  <a:lnTo>
                    <a:pt x="8099795" y="2471115"/>
                  </a:lnTo>
                  <a:lnTo>
                    <a:pt x="8099982" y="2471115"/>
                  </a:lnTo>
                  <a:lnTo>
                    <a:pt x="8100169" y="2471115"/>
                  </a:lnTo>
                  <a:lnTo>
                    <a:pt x="8100356" y="2471115"/>
                  </a:lnTo>
                  <a:lnTo>
                    <a:pt x="8100543" y="2471115"/>
                  </a:lnTo>
                  <a:lnTo>
                    <a:pt x="8100730" y="2471115"/>
                  </a:lnTo>
                  <a:lnTo>
                    <a:pt x="8100917" y="2471115"/>
                  </a:lnTo>
                  <a:lnTo>
                    <a:pt x="8101103" y="2471115"/>
                  </a:lnTo>
                  <a:lnTo>
                    <a:pt x="8101290" y="2471115"/>
                  </a:lnTo>
                  <a:lnTo>
                    <a:pt x="8101477" y="2471115"/>
                  </a:lnTo>
                  <a:lnTo>
                    <a:pt x="8101664" y="2471115"/>
                  </a:lnTo>
                  <a:lnTo>
                    <a:pt x="8101851" y="2471115"/>
                  </a:lnTo>
                  <a:lnTo>
                    <a:pt x="8102038" y="2471115"/>
                  </a:lnTo>
                  <a:lnTo>
                    <a:pt x="8102225" y="2471115"/>
                  </a:lnTo>
                  <a:lnTo>
                    <a:pt x="8102412" y="2471115"/>
                  </a:lnTo>
                  <a:lnTo>
                    <a:pt x="8102599" y="2471115"/>
                  </a:lnTo>
                  <a:lnTo>
                    <a:pt x="8102786" y="2471115"/>
                  </a:lnTo>
                  <a:lnTo>
                    <a:pt x="8102973" y="2471115"/>
                  </a:lnTo>
                  <a:lnTo>
                    <a:pt x="8103160" y="2471115"/>
                  </a:lnTo>
                  <a:lnTo>
                    <a:pt x="8103347" y="2471115"/>
                  </a:lnTo>
                  <a:lnTo>
                    <a:pt x="8103533" y="2471115"/>
                  </a:lnTo>
                  <a:lnTo>
                    <a:pt x="8103720" y="2471115"/>
                  </a:lnTo>
                  <a:lnTo>
                    <a:pt x="8103907" y="2471115"/>
                  </a:lnTo>
                  <a:lnTo>
                    <a:pt x="8104094" y="2471115"/>
                  </a:lnTo>
                  <a:lnTo>
                    <a:pt x="8104281" y="2471115"/>
                  </a:lnTo>
                  <a:lnTo>
                    <a:pt x="8104468" y="2471115"/>
                  </a:lnTo>
                  <a:lnTo>
                    <a:pt x="8104655" y="2471115"/>
                  </a:lnTo>
                  <a:lnTo>
                    <a:pt x="8104842" y="2471115"/>
                  </a:lnTo>
                  <a:lnTo>
                    <a:pt x="8105029" y="2471115"/>
                  </a:lnTo>
                  <a:lnTo>
                    <a:pt x="8105216" y="2471115"/>
                  </a:lnTo>
                  <a:lnTo>
                    <a:pt x="8105403" y="2471115"/>
                  </a:lnTo>
                  <a:lnTo>
                    <a:pt x="8105590" y="2471115"/>
                  </a:lnTo>
                  <a:lnTo>
                    <a:pt x="8105777" y="2471115"/>
                  </a:lnTo>
                  <a:lnTo>
                    <a:pt x="8105963" y="2471115"/>
                  </a:lnTo>
                  <a:lnTo>
                    <a:pt x="8106150" y="2471115"/>
                  </a:lnTo>
                  <a:lnTo>
                    <a:pt x="8106337" y="2471115"/>
                  </a:lnTo>
                  <a:lnTo>
                    <a:pt x="8106524" y="2471115"/>
                  </a:lnTo>
                  <a:lnTo>
                    <a:pt x="8106711" y="2471115"/>
                  </a:lnTo>
                  <a:lnTo>
                    <a:pt x="8106898" y="2471115"/>
                  </a:lnTo>
                  <a:lnTo>
                    <a:pt x="8107085" y="2471115"/>
                  </a:lnTo>
                  <a:lnTo>
                    <a:pt x="8107272" y="2471115"/>
                  </a:lnTo>
                  <a:lnTo>
                    <a:pt x="8107459" y="2471115"/>
                  </a:lnTo>
                  <a:lnTo>
                    <a:pt x="8107646" y="2471115"/>
                  </a:lnTo>
                  <a:lnTo>
                    <a:pt x="8107833" y="2471115"/>
                  </a:lnTo>
                  <a:lnTo>
                    <a:pt x="8108020" y="2471115"/>
                  </a:lnTo>
                  <a:lnTo>
                    <a:pt x="8108206" y="2471115"/>
                  </a:lnTo>
                  <a:lnTo>
                    <a:pt x="8108393" y="2471115"/>
                  </a:lnTo>
                  <a:lnTo>
                    <a:pt x="8108580" y="2471115"/>
                  </a:lnTo>
                  <a:lnTo>
                    <a:pt x="8108767" y="2471115"/>
                  </a:lnTo>
                  <a:lnTo>
                    <a:pt x="8108954" y="2471115"/>
                  </a:lnTo>
                  <a:lnTo>
                    <a:pt x="8109141" y="2471115"/>
                  </a:lnTo>
                  <a:lnTo>
                    <a:pt x="8109328" y="2471115"/>
                  </a:lnTo>
                  <a:lnTo>
                    <a:pt x="8109515" y="2471115"/>
                  </a:lnTo>
                  <a:lnTo>
                    <a:pt x="8109702" y="2471115"/>
                  </a:lnTo>
                  <a:lnTo>
                    <a:pt x="8109889" y="2471115"/>
                  </a:lnTo>
                  <a:lnTo>
                    <a:pt x="8110076" y="2471115"/>
                  </a:lnTo>
                  <a:lnTo>
                    <a:pt x="8110263" y="2471115"/>
                  </a:lnTo>
                  <a:lnTo>
                    <a:pt x="8110450" y="2471115"/>
                  </a:lnTo>
                  <a:lnTo>
                    <a:pt x="8110636" y="2471115"/>
                  </a:lnTo>
                  <a:lnTo>
                    <a:pt x="8110823" y="2471115"/>
                  </a:lnTo>
                  <a:lnTo>
                    <a:pt x="8111010" y="2471115"/>
                  </a:lnTo>
                  <a:lnTo>
                    <a:pt x="8111197" y="2471115"/>
                  </a:lnTo>
                  <a:lnTo>
                    <a:pt x="8111384" y="2471115"/>
                  </a:lnTo>
                  <a:lnTo>
                    <a:pt x="8111571" y="2471115"/>
                  </a:lnTo>
                  <a:lnTo>
                    <a:pt x="8111758" y="2471115"/>
                  </a:lnTo>
                  <a:lnTo>
                    <a:pt x="8111945" y="2471115"/>
                  </a:lnTo>
                  <a:lnTo>
                    <a:pt x="8112132" y="2471115"/>
                  </a:lnTo>
                  <a:lnTo>
                    <a:pt x="8112319" y="2471115"/>
                  </a:lnTo>
                  <a:lnTo>
                    <a:pt x="8112506" y="2471115"/>
                  </a:lnTo>
                  <a:lnTo>
                    <a:pt x="8112693" y="2471115"/>
                  </a:lnTo>
                  <a:lnTo>
                    <a:pt x="8112879" y="2471115"/>
                  </a:lnTo>
                  <a:lnTo>
                    <a:pt x="8113066" y="2471115"/>
                  </a:lnTo>
                  <a:lnTo>
                    <a:pt x="8113253" y="2471115"/>
                  </a:lnTo>
                  <a:lnTo>
                    <a:pt x="8113440" y="2471115"/>
                  </a:lnTo>
                  <a:lnTo>
                    <a:pt x="8113627" y="2471115"/>
                  </a:lnTo>
                  <a:lnTo>
                    <a:pt x="8113814" y="2471115"/>
                  </a:lnTo>
                  <a:lnTo>
                    <a:pt x="8114001" y="2471115"/>
                  </a:lnTo>
                  <a:lnTo>
                    <a:pt x="8114188" y="2471115"/>
                  </a:lnTo>
                  <a:lnTo>
                    <a:pt x="8114375" y="2471115"/>
                  </a:lnTo>
                  <a:lnTo>
                    <a:pt x="8114562" y="2471115"/>
                  </a:lnTo>
                  <a:lnTo>
                    <a:pt x="8114749" y="2471115"/>
                  </a:lnTo>
                  <a:lnTo>
                    <a:pt x="8114936" y="2471115"/>
                  </a:lnTo>
                  <a:lnTo>
                    <a:pt x="8115123" y="2471115"/>
                  </a:lnTo>
                  <a:lnTo>
                    <a:pt x="8115309" y="2471115"/>
                  </a:lnTo>
                  <a:lnTo>
                    <a:pt x="8115496" y="2471115"/>
                  </a:lnTo>
                  <a:lnTo>
                    <a:pt x="8115683" y="2471115"/>
                  </a:lnTo>
                  <a:lnTo>
                    <a:pt x="8115870" y="2471115"/>
                  </a:lnTo>
                  <a:lnTo>
                    <a:pt x="8116057" y="2471115"/>
                  </a:lnTo>
                  <a:lnTo>
                    <a:pt x="8116244" y="2471115"/>
                  </a:lnTo>
                  <a:lnTo>
                    <a:pt x="8116431" y="2471115"/>
                  </a:lnTo>
                  <a:lnTo>
                    <a:pt x="8116618" y="2471115"/>
                  </a:lnTo>
                  <a:lnTo>
                    <a:pt x="8116805" y="2471115"/>
                  </a:lnTo>
                  <a:lnTo>
                    <a:pt x="8116992" y="2471115"/>
                  </a:lnTo>
                  <a:lnTo>
                    <a:pt x="8117179" y="2471115"/>
                  </a:lnTo>
                  <a:lnTo>
                    <a:pt x="8117366" y="2471115"/>
                  </a:lnTo>
                  <a:lnTo>
                    <a:pt x="8117553" y="2471115"/>
                  </a:lnTo>
                  <a:lnTo>
                    <a:pt x="8117739" y="2471115"/>
                  </a:lnTo>
                  <a:lnTo>
                    <a:pt x="8117926" y="2471115"/>
                  </a:lnTo>
                  <a:lnTo>
                    <a:pt x="8118113" y="2471115"/>
                  </a:lnTo>
                  <a:lnTo>
                    <a:pt x="8118300" y="2471115"/>
                  </a:lnTo>
                  <a:lnTo>
                    <a:pt x="8118487" y="2471115"/>
                  </a:lnTo>
                  <a:lnTo>
                    <a:pt x="8118674" y="2471115"/>
                  </a:lnTo>
                  <a:lnTo>
                    <a:pt x="8118861" y="2471115"/>
                  </a:lnTo>
                  <a:lnTo>
                    <a:pt x="8119048" y="2471115"/>
                  </a:lnTo>
                  <a:lnTo>
                    <a:pt x="8119235" y="2471115"/>
                  </a:lnTo>
                  <a:lnTo>
                    <a:pt x="8119422" y="2471115"/>
                  </a:lnTo>
                  <a:lnTo>
                    <a:pt x="8119609" y="2471115"/>
                  </a:lnTo>
                  <a:lnTo>
                    <a:pt x="8119796" y="2471115"/>
                  </a:lnTo>
                  <a:lnTo>
                    <a:pt x="8119982" y="2471115"/>
                  </a:lnTo>
                  <a:lnTo>
                    <a:pt x="8120169" y="2471115"/>
                  </a:lnTo>
                  <a:lnTo>
                    <a:pt x="8120356" y="2471115"/>
                  </a:lnTo>
                  <a:lnTo>
                    <a:pt x="8120543" y="2471115"/>
                  </a:lnTo>
                  <a:lnTo>
                    <a:pt x="8120730" y="2471115"/>
                  </a:lnTo>
                  <a:lnTo>
                    <a:pt x="8120917" y="2471115"/>
                  </a:lnTo>
                  <a:lnTo>
                    <a:pt x="8121104" y="2471115"/>
                  </a:lnTo>
                  <a:lnTo>
                    <a:pt x="8121291" y="2471115"/>
                  </a:lnTo>
                  <a:lnTo>
                    <a:pt x="8121478" y="2471115"/>
                  </a:lnTo>
                  <a:lnTo>
                    <a:pt x="8121665" y="2471115"/>
                  </a:lnTo>
                  <a:lnTo>
                    <a:pt x="8121852" y="2471115"/>
                  </a:lnTo>
                  <a:lnTo>
                    <a:pt x="8122039" y="2471115"/>
                  </a:lnTo>
                  <a:lnTo>
                    <a:pt x="8122226" y="2471115"/>
                  </a:lnTo>
                  <a:lnTo>
                    <a:pt x="8122412" y="2471115"/>
                  </a:lnTo>
                  <a:lnTo>
                    <a:pt x="8122599" y="2471115"/>
                  </a:lnTo>
                  <a:lnTo>
                    <a:pt x="8122786" y="2471115"/>
                  </a:lnTo>
                  <a:lnTo>
                    <a:pt x="8122973" y="2471115"/>
                  </a:lnTo>
                  <a:lnTo>
                    <a:pt x="8123160" y="2471115"/>
                  </a:lnTo>
                  <a:lnTo>
                    <a:pt x="8123347" y="2471115"/>
                  </a:lnTo>
                  <a:lnTo>
                    <a:pt x="8123534" y="2471115"/>
                  </a:lnTo>
                  <a:lnTo>
                    <a:pt x="8123721" y="2471115"/>
                  </a:lnTo>
                  <a:lnTo>
                    <a:pt x="8123908" y="2471115"/>
                  </a:lnTo>
                  <a:lnTo>
                    <a:pt x="8124095" y="2471115"/>
                  </a:lnTo>
                  <a:lnTo>
                    <a:pt x="8124282" y="2471115"/>
                  </a:lnTo>
                  <a:lnTo>
                    <a:pt x="8124469" y="2471115"/>
                  </a:lnTo>
                  <a:lnTo>
                    <a:pt x="8124656" y="2471115"/>
                  </a:lnTo>
                  <a:lnTo>
                    <a:pt x="8124842" y="2471115"/>
                  </a:lnTo>
                  <a:lnTo>
                    <a:pt x="8125029" y="2471115"/>
                  </a:lnTo>
                  <a:lnTo>
                    <a:pt x="8125216" y="2471115"/>
                  </a:lnTo>
                  <a:lnTo>
                    <a:pt x="8125403" y="2471115"/>
                  </a:lnTo>
                  <a:lnTo>
                    <a:pt x="8125590" y="2471115"/>
                  </a:lnTo>
                  <a:lnTo>
                    <a:pt x="8125777" y="2471115"/>
                  </a:lnTo>
                  <a:lnTo>
                    <a:pt x="8125964" y="2471115"/>
                  </a:lnTo>
                  <a:lnTo>
                    <a:pt x="8126151" y="2471115"/>
                  </a:lnTo>
                  <a:lnTo>
                    <a:pt x="8126338" y="2471115"/>
                  </a:lnTo>
                  <a:lnTo>
                    <a:pt x="8126525" y="2471115"/>
                  </a:lnTo>
                  <a:lnTo>
                    <a:pt x="8126712" y="2471115"/>
                  </a:lnTo>
                  <a:lnTo>
                    <a:pt x="8126899" y="2471115"/>
                  </a:lnTo>
                  <a:lnTo>
                    <a:pt x="8127085" y="2471115"/>
                  </a:lnTo>
                  <a:lnTo>
                    <a:pt x="8127272" y="2471115"/>
                  </a:lnTo>
                  <a:lnTo>
                    <a:pt x="8127459" y="2471115"/>
                  </a:lnTo>
                  <a:lnTo>
                    <a:pt x="8127646" y="2471115"/>
                  </a:lnTo>
                  <a:lnTo>
                    <a:pt x="8127833" y="2471115"/>
                  </a:lnTo>
                  <a:lnTo>
                    <a:pt x="8128020" y="2471115"/>
                  </a:lnTo>
                  <a:lnTo>
                    <a:pt x="8128207" y="2471115"/>
                  </a:lnTo>
                  <a:lnTo>
                    <a:pt x="8128394" y="2471115"/>
                  </a:lnTo>
                  <a:lnTo>
                    <a:pt x="8128581" y="2471115"/>
                  </a:lnTo>
                  <a:lnTo>
                    <a:pt x="8128768" y="2471115"/>
                  </a:lnTo>
                  <a:lnTo>
                    <a:pt x="8128955" y="2471115"/>
                  </a:lnTo>
                  <a:lnTo>
                    <a:pt x="8129142" y="2471115"/>
                  </a:lnTo>
                  <a:lnTo>
                    <a:pt x="8129329" y="2471115"/>
                  </a:lnTo>
                  <a:lnTo>
                    <a:pt x="8129515" y="2471338"/>
                  </a:lnTo>
                  <a:lnTo>
                    <a:pt x="8129702" y="2471585"/>
                  </a:lnTo>
                  <a:lnTo>
                    <a:pt x="8129783" y="2471758"/>
                  </a:lnTo>
                  <a:lnTo>
                    <a:pt x="8221507" y="2471758"/>
                  </a:lnTo>
                  <a:lnTo>
                    <a:pt x="8221667" y="2471616"/>
                  </a:lnTo>
                  <a:lnTo>
                    <a:pt x="8221854" y="2471451"/>
                  </a:lnTo>
                  <a:lnTo>
                    <a:pt x="8222041" y="2471286"/>
                  </a:lnTo>
                  <a:lnTo>
                    <a:pt x="8222228" y="2471071"/>
                  </a:lnTo>
                  <a:lnTo>
                    <a:pt x="8222415" y="2470741"/>
                  </a:lnTo>
                  <a:lnTo>
                    <a:pt x="8222602" y="2470411"/>
                  </a:lnTo>
                  <a:lnTo>
                    <a:pt x="8222789" y="2470081"/>
                  </a:lnTo>
                  <a:lnTo>
                    <a:pt x="8222976" y="2469751"/>
                  </a:lnTo>
                  <a:lnTo>
                    <a:pt x="8223163" y="2469421"/>
                  </a:lnTo>
                  <a:lnTo>
                    <a:pt x="8223350" y="2469198"/>
                  </a:lnTo>
                  <a:lnTo>
                    <a:pt x="8223537" y="2469033"/>
                  </a:lnTo>
                  <a:lnTo>
                    <a:pt x="8223724" y="2468868"/>
                  </a:lnTo>
                  <a:lnTo>
                    <a:pt x="8223910" y="2468703"/>
                  </a:lnTo>
                  <a:lnTo>
                    <a:pt x="8224097" y="2468538"/>
                  </a:lnTo>
                  <a:lnTo>
                    <a:pt x="8224284" y="2468373"/>
                  </a:lnTo>
                  <a:lnTo>
                    <a:pt x="8224471" y="2468208"/>
                  </a:lnTo>
                  <a:lnTo>
                    <a:pt x="8224658" y="2468043"/>
                  </a:lnTo>
                  <a:lnTo>
                    <a:pt x="8224845" y="2467878"/>
                  </a:lnTo>
                  <a:lnTo>
                    <a:pt x="8225032" y="2467762"/>
                  </a:lnTo>
                  <a:lnTo>
                    <a:pt x="8225219" y="2467762"/>
                  </a:lnTo>
                  <a:lnTo>
                    <a:pt x="8225406" y="2467762"/>
                  </a:lnTo>
                  <a:lnTo>
                    <a:pt x="8225593" y="2467762"/>
                  </a:lnTo>
                  <a:lnTo>
                    <a:pt x="8225780" y="2467762"/>
                  </a:lnTo>
                  <a:lnTo>
                    <a:pt x="8225967" y="2467762"/>
                  </a:lnTo>
                  <a:lnTo>
                    <a:pt x="8226153" y="2467762"/>
                  </a:lnTo>
                  <a:lnTo>
                    <a:pt x="8226340" y="2467597"/>
                  </a:lnTo>
                  <a:lnTo>
                    <a:pt x="8226527" y="2467267"/>
                  </a:lnTo>
                  <a:lnTo>
                    <a:pt x="8226714" y="2466937"/>
                  </a:lnTo>
                  <a:lnTo>
                    <a:pt x="8226901" y="2466739"/>
                  </a:lnTo>
                  <a:lnTo>
                    <a:pt x="8227088" y="2466788"/>
                  </a:lnTo>
                  <a:lnTo>
                    <a:pt x="8227275" y="2466987"/>
                  </a:lnTo>
                  <a:lnTo>
                    <a:pt x="8227462" y="2467007"/>
                  </a:lnTo>
                  <a:lnTo>
                    <a:pt x="8227649" y="2466671"/>
                  </a:lnTo>
                  <a:lnTo>
                    <a:pt x="8227836" y="2466297"/>
                  </a:lnTo>
                  <a:lnTo>
                    <a:pt x="8228023" y="2465774"/>
                  </a:lnTo>
                  <a:lnTo>
                    <a:pt x="8228210" y="2465245"/>
                  </a:lnTo>
                  <a:lnTo>
                    <a:pt x="8228397" y="2464625"/>
                  </a:lnTo>
                  <a:lnTo>
                    <a:pt x="8228583" y="2464122"/>
                  </a:lnTo>
                  <a:lnTo>
                    <a:pt x="8228770" y="2463490"/>
                  </a:lnTo>
                  <a:lnTo>
                    <a:pt x="8228957" y="2462878"/>
                  </a:lnTo>
                  <a:lnTo>
                    <a:pt x="8229144" y="2462384"/>
                  </a:lnTo>
                  <a:lnTo>
                    <a:pt x="8229331" y="2461930"/>
                  </a:lnTo>
                  <a:lnTo>
                    <a:pt x="8229518" y="2461624"/>
                  </a:lnTo>
                  <a:lnTo>
                    <a:pt x="8229705" y="2461273"/>
                  </a:lnTo>
                  <a:lnTo>
                    <a:pt x="8229892" y="2461026"/>
                  </a:lnTo>
                  <a:lnTo>
                    <a:pt x="8230079" y="2460566"/>
                  </a:lnTo>
                  <a:lnTo>
                    <a:pt x="8230266" y="2460169"/>
                  </a:lnTo>
                  <a:lnTo>
                    <a:pt x="8230453" y="2459793"/>
                  </a:lnTo>
                  <a:lnTo>
                    <a:pt x="8230640" y="2459407"/>
                  </a:lnTo>
                  <a:lnTo>
                    <a:pt x="8230827" y="2459130"/>
                  </a:lnTo>
                  <a:lnTo>
                    <a:pt x="8231013" y="2458912"/>
                  </a:lnTo>
                  <a:lnTo>
                    <a:pt x="8231200" y="2458656"/>
                  </a:lnTo>
                  <a:lnTo>
                    <a:pt x="8231387" y="2458437"/>
                  </a:lnTo>
                  <a:lnTo>
                    <a:pt x="8231574" y="2458357"/>
                  </a:lnTo>
                  <a:lnTo>
                    <a:pt x="8231761" y="2458344"/>
                  </a:lnTo>
                  <a:lnTo>
                    <a:pt x="8231948" y="2458395"/>
                  </a:lnTo>
                  <a:lnTo>
                    <a:pt x="8232135" y="2458488"/>
                  </a:lnTo>
                  <a:lnTo>
                    <a:pt x="8232322" y="2458512"/>
                  </a:lnTo>
                  <a:lnTo>
                    <a:pt x="8232509" y="2458417"/>
                  </a:lnTo>
                  <a:lnTo>
                    <a:pt x="8232696" y="2458214"/>
                  </a:lnTo>
                  <a:lnTo>
                    <a:pt x="8232883" y="2457852"/>
                  </a:lnTo>
                  <a:lnTo>
                    <a:pt x="8233070" y="2457760"/>
                  </a:lnTo>
                  <a:lnTo>
                    <a:pt x="8233256" y="2457668"/>
                  </a:lnTo>
                  <a:lnTo>
                    <a:pt x="8233443" y="2457588"/>
                  </a:lnTo>
                  <a:lnTo>
                    <a:pt x="8233630" y="2457408"/>
                  </a:lnTo>
                  <a:lnTo>
                    <a:pt x="8233817" y="2457159"/>
                  </a:lnTo>
                  <a:lnTo>
                    <a:pt x="8234004" y="2456911"/>
                  </a:lnTo>
                  <a:lnTo>
                    <a:pt x="8234191" y="2456375"/>
                  </a:lnTo>
                  <a:lnTo>
                    <a:pt x="8234378" y="2456045"/>
                  </a:lnTo>
                  <a:lnTo>
                    <a:pt x="8234565" y="2455714"/>
                  </a:lnTo>
                  <a:lnTo>
                    <a:pt x="8234752" y="2455384"/>
                  </a:lnTo>
                  <a:lnTo>
                    <a:pt x="8234939" y="2455054"/>
                  </a:lnTo>
                  <a:lnTo>
                    <a:pt x="8235126" y="2455054"/>
                  </a:lnTo>
                  <a:lnTo>
                    <a:pt x="8235313" y="2455053"/>
                  </a:lnTo>
                  <a:lnTo>
                    <a:pt x="8235500" y="2455081"/>
                  </a:lnTo>
                  <a:lnTo>
                    <a:pt x="8235686" y="2455110"/>
                  </a:lnTo>
                  <a:lnTo>
                    <a:pt x="8235873" y="2455138"/>
                  </a:lnTo>
                  <a:lnTo>
                    <a:pt x="8236060" y="2455167"/>
                  </a:lnTo>
                  <a:lnTo>
                    <a:pt x="8236247" y="2455231"/>
                  </a:lnTo>
                  <a:lnTo>
                    <a:pt x="8236434" y="2455434"/>
                  </a:lnTo>
                  <a:lnTo>
                    <a:pt x="8236621" y="2455475"/>
                  </a:lnTo>
                  <a:lnTo>
                    <a:pt x="8236808" y="2455497"/>
                  </a:lnTo>
                  <a:lnTo>
                    <a:pt x="8236995" y="2455521"/>
                  </a:lnTo>
                  <a:lnTo>
                    <a:pt x="8237182" y="2455462"/>
                  </a:lnTo>
                  <a:lnTo>
                    <a:pt x="8237369" y="2455506"/>
                  </a:lnTo>
                  <a:lnTo>
                    <a:pt x="8237556" y="2455550"/>
                  </a:lnTo>
                  <a:lnTo>
                    <a:pt x="8237743" y="2455594"/>
                  </a:lnTo>
                  <a:lnTo>
                    <a:pt x="8237929" y="2455617"/>
                  </a:lnTo>
                  <a:lnTo>
                    <a:pt x="8238116" y="2455619"/>
                  </a:lnTo>
                  <a:lnTo>
                    <a:pt x="8238303" y="2455395"/>
                  </a:lnTo>
                  <a:lnTo>
                    <a:pt x="8238490" y="2455170"/>
                  </a:lnTo>
                  <a:lnTo>
                    <a:pt x="8238677" y="2454945"/>
                  </a:lnTo>
                  <a:lnTo>
                    <a:pt x="8238864" y="2454720"/>
                  </a:lnTo>
                  <a:lnTo>
                    <a:pt x="8239051" y="2454572"/>
                  </a:lnTo>
                  <a:lnTo>
                    <a:pt x="8239238" y="2454443"/>
                  </a:lnTo>
                  <a:lnTo>
                    <a:pt x="8239425" y="2454314"/>
                  </a:lnTo>
                  <a:lnTo>
                    <a:pt x="8239612" y="2454185"/>
                  </a:lnTo>
                  <a:lnTo>
                    <a:pt x="8239799" y="2454036"/>
                  </a:lnTo>
                  <a:lnTo>
                    <a:pt x="8239986" y="2453832"/>
                  </a:lnTo>
                  <a:lnTo>
                    <a:pt x="8240173" y="2453684"/>
                  </a:lnTo>
                  <a:lnTo>
                    <a:pt x="8240359" y="2453571"/>
                  </a:lnTo>
                  <a:lnTo>
                    <a:pt x="8240546" y="2453770"/>
                  </a:lnTo>
                  <a:lnTo>
                    <a:pt x="8240733" y="2453989"/>
                  </a:lnTo>
                  <a:lnTo>
                    <a:pt x="8240920" y="2454229"/>
                  </a:lnTo>
                  <a:lnTo>
                    <a:pt x="8241107" y="2454470"/>
                  </a:lnTo>
                  <a:lnTo>
                    <a:pt x="8241294" y="2454710"/>
                  </a:lnTo>
                  <a:lnTo>
                    <a:pt x="8241481" y="2454951"/>
                  </a:lnTo>
                  <a:lnTo>
                    <a:pt x="8241668" y="2455191"/>
                  </a:lnTo>
                  <a:lnTo>
                    <a:pt x="8241855" y="2455335"/>
                  </a:lnTo>
                  <a:lnTo>
                    <a:pt x="8242042" y="2455460"/>
                  </a:lnTo>
                  <a:lnTo>
                    <a:pt x="8242229" y="2455606"/>
                  </a:lnTo>
                  <a:lnTo>
                    <a:pt x="8242416" y="2455780"/>
                  </a:lnTo>
                  <a:lnTo>
                    <a:pt x="8242603" y="2456213"/>
                  </a:lnTo>
                  <a:lnTo>
                    <a:pt x="8242789" y="2456647"/>
                  </a:lnTo>
                  <a:lnTo>
                    <a:pt x="8242976" y="2457057"/>
                  </a:lnTo>
                  <a:lnTo>
                    <a:pt x="8243163" y="2457321"/>
                  </a:lnTo>
                  <a:lnTo>
                    <a:pt x="8243350" y="2457469"/>
                  </a:lnTo>
                  <a:lnTo>
                    <a:pt x="8243537" y="2457758"/>
                  </a:lnTo>
                  <a:lnTo>
                    <a:pt x="8243724" y="2457758"/>
                  </a:lnTo>
                  <a:lnTo>
                    <a:pt x="8243911" y="2457700"/>
                  </a:lnTo>
                  <a:lnTo>
                    <a:pt x="8244098" y="2457535"/>
                  </a:lnTo>
                  <a:lnTo>
                    <a:pt x="8244285" y="2457254"/>
                  </a:lnTo>
                  <a:lnTo>
                    <a:pt x="8244472" y="2456875"/>
                  </a:lnTo>
                  <a:lnTo>
                    <a:pt x="8244659" y="2456421"/>
                  </a:lnTo>
                  <a:lnTo>
                    <a:pt x="8244846" y="2456091"/>
                  </a:lnTo>
                  <a:lnTo>
                    <a:pt x="8245032" y="2455761"/>
                  </a:lnTo>
                  <a:lnTo>
                    <a:pt x="8245219" y="2455431"/>
                  </a:lnTo>
                  <a:lnTo>
                    <a:pt x="8245406" y="2455100"/>
                  </a:lnTo>
                  <a:lnTo>
                    <a:pt x="8245593" y="2454770"/>
                  </a:lnTo>
                  <a:lnTo>
                    <a:pt x="8245780" y="2454473"/>
                  </a:lnTo>
                  <a:lnTo>
                    <a:pt x="8245967" y="2454308"/>
                  </a:lnTo>
                  <a:lnTo>
                    <a:pt x="8246154" y="2454119"/>
                  </a:lnTo>
                  <a:lnTo>
                    <a:pt x="8246341" y="2453788"/>
                  </a:lnTo>
                  <a:lnTo>
                    <a:pt x="8246528" y="2453458"/>
                  </a:lnTo>
                  <a:lnTo>
                    <a:pt x="8246715" y="2453186"/>
                  </a:lnTo>
                  <a:lnTo>
                    <a:pt x="8246902" y="2453021"/>
                  </a:lnTo>
                  <a:lnTo>
                    <a:pt x="8247089" y="2452972"/>
                  </a:lnTo>
                  <a:lnTo>
                    <a:pt x="8247276" y="2453021"/>
                  </a:lnTo>
                  <a:lnTo>
                    <a:pt x="8247462" y="2453145"/>
                  </a:lnTo>
                  <a:lnTo>
                    <a:pt x="8247649" y="2453145"/>
                  </a:lnTo>
                  <a:lnTo>
                    <a:pt x="8247836" y="2453145"/>
                  </a:lnTo>
                  <a:lnTo>
                    <a:pt x="8248023" y="2453145"/>
                  </a:lnTo>
                  <a:lnTo>
                    <a:pt x="8248210" y="2453145"/>
                  </a:lnTo>
                  <a:lnTo>
                    <a:pt x="8248397" y="2453145"/>
                  </a:lnTo>
                  <a:lnTo>
                    <a:pt x="8248584" y="2453145"/>
                  </a:lnTo>
                  <a:lnTo>
                    <a:pt x="8248771" y="2453145"/>
                  </a:lnTo>
                  <a:lnTo>
                    <a:pt x="8248958" y="2453145"/>
                  </a:lnTo>
                  <a:lnTo>
                    <a:pt x="8249145" y="2453145"/>
                  </a:lnTo>
                  <a:lnTo>
                    <a:pt x="8249332" y="2453145"/>
                  </a:lnTo>
                  <a:lnTo>
                    <a:pt x="8249519" y="2453145"/>
                  </a:lnTo>
                  <a:lnTo>
                    <a:pt x="8249706" y="2453145"/>
                  </a:lnTo>
                  <a:lnTo>
                    <a:pt x="8249892" y="2453145"/>
                  </a:lnTo>
                  <a:lnTo>
                    <a:pt x="8250079" y="2453145"/>
                  </a:lnTo>
                  <a:lnTo>
                    <a:pt x="8250266" y="2453145"/>
                  </a:lnTo>
                  <a:lnTo>
                    <a:pt x="8250453" y="2453145"/>
                  </a:lnTo>
                  <a:lnTo>
                    <a:pt x="8250640" y="2453145"/>
                  </a:lnTo>
                  <a:lnTo>
                    <a:pt x="8250827" y="2453145"/>
                  </a:lnTo>
                  <a:lnTo>
                    <a:pt x="8251014" y="2453145"/>
                  </a:lnTo>
                  <a:lnTo>
                    <a:pt x="8251201" y="2453145"/>
                  </a:lnTo>
                  <a:lnTo>
                    <a:pt x="8251388" y="2453145"/>
                  </a:lnTo>
                  <a:lnTo>
                    <a:pt x="8251575" y="2453145"/>
                  </a:lnTo>
                  <a:lnTo>
                    <a:pt x="8251762" y="2453145"/>
                  </a:lnTo>
                  <a:lnTo>
                    <a:pt x="8251949" y="2453227"/>
                  </a:lnTo>
                  <a:lnTo>
                    <a:pt x="8252135" y="2453392"/>
                  </a:lnTo>
                  <a:lnTo>
                    <a:pt x="8252322" y="2453557"/>
                  </a:lnTo>
                  <a:lnTo>
                    <a:pt x="8252509" y="2453722"/>
                  </a:lnTo>
                  <a:lnTo>
                    <a:pt x="8252696" y="2453887"/>
                  </a:lnTo>
                  <a:lnTo>
                    <a:pt x="8252883" y="2454053"/>
                  </a:lnTo>
                  <a:lnTo>
                    <a:pt x="8253070" y="2454218"/>
                  </a:lnTo>
                  <a:lnTo>
                    <a:pt x="8253257" y="2454383"/>
                  </a:lnTo>
                  <a:lnTo>
                    <a:pt x="8253444" y="2454548"/>
                  </a:lnTo>
                  <a:lnTo>
                    <a:pt x="8253631" y="2454713"/>
                  </a:lnTo>
                  <a:lnTo>
                    <a:pt x="8253818" y="2454878"/>
                  </a:lnTo>
                  <a:lnTo>
                    <a:pt x="8254005" y="2455167"/>
                  </a:lnTo>
                  <a:lnTo>
                    <a:pt x="8254192" y="2455497"/>
                  </a:lnTo>
                  <a:lnTo>
                    <a:pt x="8254379" y="2455827"/>
                  </a:lnTo>
                  <a:lnTo>
                    <a:pt x="8254565" y="2456115"/>
                  </a:lnTo>
                  <a:lnTo>
                    <a:pt x="8254752" y="2456198"/>
                  </a:lnTo>
                  <a:lnTo>
                    <a:pt x="8254939" y="2456198"/>
                  </a:lnTo>
                  <a:lnTo>
                    <a:pt x="8255126" y="2456198"/>
                  </a:lnTo>
                  <a:lnTo>
                    <a:pt x="8255313" y="2456198"/>
                  </a:lnTo>
                  <a:lnTo>
                    <a:pt x="8255500" y="2456198"/>
                  </a:lnTo>
                  <a:lnTo>
                    <a:pt x="8255687" y="2456198"/>
                  </a:lnTo>
                  <a:lnTo>
                    <a:pt x="8255874" y="2456058"/>
                  </a:lnTo>
                  <a:lnTo>
                    <a:pt x="8256061" y="2455893"/>
                  </a:lnTo>
                  <a:lnTo>
                    <a:pt x="8256248" y="2455728"/>
                  </a:lnTo>
                  <a:lnTo>
                    <a:pt x="8256435" y="2455563"/>
                  </a:lnTo>
                  <a:lnTo>
                    <a:pt x="8256622" y="2455398"/>
                  </a:lnTo>
                  <a:lnTo>
                    <a:pt x="8256808" y="2455109"/>
                  </a:lnTo>
                  <a:lnTo>
                    <a:pt x="8256995" y="2454779"/>
                  </a:lnTo>
                  <a:lnTo>
                    <a:pt x="8257182" y="2454449"/>
                  </a:lnTo>
                  <a:lnTo>
                    <a:pt x="8257369" y="2454160"/>
                  </a:lnTo>
                  <a:lnTo>
                    <a:pt x="8257556" y="2453995"/>
                  </a:lnTo>
                  <a:lnTo>
                    <a:pt x="8257743" y="2453830"/>
                  </a:lnTo>
                  <a:lnTo>
                    <a:pt x="8257930" y="2453772"/>
                  </a:lnTo>
                  <a:lnTo>
                    <a:pt x="8258117" y="2453772"/>
                  </a:lnTo>
                  <a:lnTo>
                    <a:pt x="8258304" y="2453772"/>
                  </a:lnTo>
                  <a:lnTo>
                    <a:pt x="8258491" y="2453615"/>
                  </a:lnTo>
                  <a:lnTo>
                    <a:pt x="8258678" y="2453590"/>
                  </a:lnTo>
                  <a:lnTo>
                    <a:pt x="8258865" y="2453590"/>
                  </a:lnTo>
                  <a:lnTo>
                    <a:pt x="8259052" y="2453590"/>
                  </a:lnTo>
                  <a:lnTo>
                    <a:pt x="8259238" y="2453590"/>
                  </a:lnTo>
                  <a:lnTo>
                    <a:pt x="8259425" y="2453590"/>
                  </a:lnTo>
                  <a:lnTo>
                    <a:pt x="8259612" y="2453640"/>
                  </a:lnTo>
                  <a:lnTo>
                    <a:pt x="8259799" y="2453805"/>
                  </a:lnTo>
                  <a:lnTo>
                    <a:pt x="8259986" y="2453970"/>
                  </a:lnTo>
                  <a:lnTo>
                    <a:pt x="8260173" y="2453970"/>
                  </a:lnTo>
                  <a:lnTo>
                    <a:pt x="8260360" y="2453970"/>
                  </a:lnTo>
                  <a:lnTo>
                    <a:pt x="8260547" y="2453970"/>
                  </a:lnTo>
                  <a:lnTo>
                    <a:pt x="8260734" y="2453821"/>
                  </a:lnTo>
                  <a:lnTo>
                    <a:pt x="8260921" y="2453491"/>
                  </a:lnTo>
                  <a:lnTo>
                    <a:pt x="8261108" y="2453161"/>
                  </a:lnTo>
                  <a:lnTo>
                    <a:pt x="8261295" y="2452988"/>
                  </a:lnTo>
                  <a:lnTo>
                    <a:pt x="8261482" y="2452674"/>
                  </a:lnTo>
                  <a:lnTo>
                    <a:pt x="8261668" y="2452245"/>
                  </a:lnTo>
                  <a:lnTo>
                    <a:pt x="8261855" y="2451750"/>
                  </a:lnTo>
                  <a:lnTo>
                    <a:pt x="8262042" y="2451255"/>
                  </a:lnTo>
                  <a:lnTo>
                    <a:pt x="8262229" y="2450611"/>
                  </a:lnTo>
                  <a:lnTo>
                    <a:pt x="8262416" y="2449902"/>
                  </a:lnTo>
                  <a:lnTo>
                    <a:pt x="8262603" y="2449077"/>
                  </a:lnTo>
                  <a:lnTo>
                    <a:pt x="8262790" y="2448251"/>
                  </a:lnTo>
                  <a:lnTo>
                    <a:pt x="8262977" y="2447591"/>
                  </a:lnTo>
                  <a:lnTo>
                    <a:pt x="8263164" y="2446931"/>
                  </a:lnTo>
                  <a:lnTo>
                    <a:pt x="8263351" y="2446271"/>
                  </a:lnTo>
                  <a:lnTo>
                    <a:pt x="8263538" y="2445652"/>
                  </a:lnTo>
                  <a:lnTo>
                    <a:pt x="8263725" y="2445322"/>
                  </a:lnTo>
                  <a:lnTo>
                    <a:pt x="8263911" y="2445157"/>
                  </a:lnTo>
                  <a:lnTo>
                    <a:pt x="8264098" y="2444992"/>
                  </a:lnTo>
                  <a:lnTo>
                    <a:pt x="8264285" y="2445000"/>
                  </a:lnTo>
                  <a:lnTo>
                    <a:pt x="8264472" y="2444894"/>
                  </a:lnTo>
                  <a:lnTo>
                    <a:pt x="8264659" y="2444859"/>
                  </a:lnTo>
                  <a:lnTo>
                    <a:pt x="8264846" y="2445005"/>
                  </a:lnTo>
                  <a:lnTo>
                    <a:pt x="8265033" y="2445361"/>
                  </a:lnTo>
                  <a:lnTo>
                    <a:pt x="8265220" y="2445735"/>
                  </a:lnTo>
                  <a:lnTo>
                    <a:pt x="8265407" y="2446235"/>
                  </a:lnTo>
                  <a:lnTo>
                    <a:pt x="8265594" y="2446560"/>
                  </a:lnTo>
                  <a:lnTo>
                    <a:pt x="8265781" y="2446947"/>
                  </a:lnTo>
                  <a:lnTo>
                    <a:pt x="8265968" y="2447217"/>
                  </a:lnTo>
                  <a:lnTo>
                    <a:pt x="8266155" y="2447624"/>
                  </a:lnTo>
                  <a:lnTo>
                    <a:pt x="8266341" y="2448010"/>
                  </a:lnTo>
                  <a:lnTo>
                    <a:pt x="8266528" y="2448280"/>
                  </a:lnTo>
                  <a:lnTo>
                    <a:pt x="8266715" y="2448510"/>
                  </a:lnTo>
                  <a:lnTo>
                    <a:pt x="8266902" y="2448590"/>
                  </a:lnTo>
                  <a:lnTo>
                    <a:pt x="8267089" y="2448626"/>
                  </a:lnTo>
                  <a:lnTo>
                    <a:pt x="8267276" y="2448548"/>
                  </a:lnTo>
                  <a:lnTo>
                    <a:pt x="8267463" y="2448502"/>
                  </a:lnTo>
                  <a:lnTo>
                    <a:pt x="8267650" y="2448402"/>
                  </a:lnTo>
                  <a:lnTo>
                    <a:pt x="8267837" y="2448280"/>
                  </a:lnTo>
                  <a:lnTo>
                    <a:pt x="8268024" y="2448161"/>
                  </a:lnTo>
                  <a:lnTo>
                    <a:pt x="8268211" y="2448022"/>
                  </a:lnTo>
                  <a:lnTo>
                    <a:pt x="8268398" y="2447818"/>
                  </a:lnTo>
                  <a:lnTo>
                    <a:pt x="8268585" y="2447651"/>
                  </a:lnTo>
                  <a:lnTo>
                    <a:pt x="8268771" y="2447469"/>
                  </a:lnTo>
                  <a:lnTo>
                    <a:pt x="8268958" y="2447281"/>
                  </a:lnTo>
                  <a:lnTo>
                    <a:pt x="8269145" y="2447024"/>
                  </a:lnTo>
                  <a:lnTo>
                    <a:pt x="8269332" y="2446704"/>
                  </a:lnTo>
                  <a:lnTo>
                    <a:pt x="8269519" y="2446342"/>
                  </a:lnTo>
                  <a:lnTo>
                    <a:pt x="8269706" y="2446050"/>
                  </a:lnTo>
                  <a:lnTo>
                    <a:pt x="8269893" y="2445876"/>
                  </a:lnTo>
                  <a:lnTo>
                    <a:pt x="8270080" y="2445832"/>
                  </a:lnTo>
                  <a:lnTo>
                    <a:pt x="8270267" y="2445947"/>
                  </a:lnTo>
                  <a:lnTo>
                    <a:pt x="8270454" y="2446039"/>
                  </a:lnTo>
                  <a:lnTo>
                    <a:pt x="8270641" y="2446131"/>
                  </a:lnTo>
                  <a:lnTo>
                    <a:pt x="8270828" y="2446211"/>
                  </a:lnTo>
                  <a:lnTo>
                    <a:pt x="8271014" y="2446391"/>
                  </a:lnTo>
                  <a:lnTo>
                    <a:pt x="8271201" y="2446640"/>
                  </a:lnTo>
                  <a:lnTo>
                    <a:pt x="8271388" y="2446888"/>
                  </a:lnTo>
                  <a:lnTo>
                    <a:pt x="8271575" y="2447424"/>
                  </a:lnTo>
                  <a:lnTo>
                    <a:pt x="8271762" y="2447754"/>
                  </a:lnTo>
                  <a:lnTo>
                    <a:pt x="8271949" y="2448084"/>
                  </a:lnTo>
                  <a:lnTo>
                    <a:pt x="8272136" y="2448415"/>
                  </a:lnTo>
                  <a:lnTo>
                    <a:pt x="8272323" y="2448745"/>
                  </a:lnTo>
                  <a:lnTo>
                    <a:pt x="8272510" y="2448745"/>
                  </a:lnTo>
                  <a:lnTo>
                    <a:pt x="8272697" y="2448746"/>
                  </a:lnTo>
                  <a:lnTo>
                    <a:pt x="8272884" y="2448718"/>
                  </a:lnTo>
                  <a:lnTo>
                    <a:pt x="8273071" y="2448689"/>
                  </a:lnTo>
                  <a:lnTo>
                    <a:pt x="8273258" y="2448661"/>
                  </a:lnTo>
                  <a:lnTo>
                    <a:pt x="8273444" y="2448632"/>
                  </a:lnTo>
                  <a:lnTo>
                    <a:pt x="8273631" y="2448568"/>
                  </a:lnTo>
                  <a:lnTo>
                    <a:pt x="8273818" y="2448365"/>
                  </a:lnTo>
                  <a:lnTo>
                    <a:pt x="8274005" y="2448096"/>
                  </a:lnTo>
                  <a:lnTo>
                    <a:pt x="8274192" y="2447827"/>
                  </a:lnTo>
                  <a:lnTo>
                    <a:pt x="8274379" y="2447558"/>
                  </a:lnTo>
                  <a:lnTo>
                    <a:pt x="8274566" y="2447290"/>
                  </a:lnTo>
                  <a:lnTo>
                    <a:pt x="8274753" y="2447021"/>
                  </a:lnTo>
                  <a:lnTo>
                    <a:pt x="8274940" y="2446752"/>
                  </a:lnTo>
                  <a:lnTo>
                    <a:pt x="8275127" y="2446483"/>
                  </a:lnTo>
                  <a:lnTo>
                    <a:pt x="8275314" y="2446236"/>
                  </a:lnTo>
                  <a:lnTo>
                    <a:pt x="8275501" y="2446008"/>
                  </a:lnTo>
                  <a:lnTo>
                    <a:pt x="8275687" y="2446008"/>
                  </a:lnTo>
                  <a:lnTo>
                    <a:pt x="8275874" y="2446008"/>
                  </a:lnTo>
                  <a:lnTo>
                    <a:pt x="8276061" y="2446008"/>
                  </a:lnTo>
                  <a:lnTo>
                    <a:pt x="8276248" y="2446008"/>
                  </a:lnTo>
                  <a:lnTo>
                    <a:pt x="8276435" y="2446008"/>
                  </a:lnTo>
                  <a:lnTo>
                    <a:pt x="8276622" y="2446008"/>
                  </a:lnTo>
                  <a:lnTo>
                    <a:pt x="8276809" y="2446008"/>
                  </a:lnTo>
                  <a:lnTo>
                    <a:pt x="8276996" y="2446008"/>
                  </a:lnTo>
                  <a:lnTo>
                    <a:pt x="8277183" y="2446008"/>
                  </a:lnTo>
                  <a:lnTo>
                    <a:pt x="8277370" y="2446008"/>
                  </a:lnTo>
                  <a:lnTo>
                    <a:pt x="8277557" y="2446008"/>
                  </a:lnTo>
                  <a:lnTo>
                    <a:pt x="8277744" y="2446008"/>
                  </a:lnTo>
                  <a:lnTo>
                    <a:pt x="8277931" y="2445781"/>
                  </a:lnTo>
                  <a:lnTo>
                    <a:pt x="8278117" y="2445534"/>
                  </a:lnTo>
                  <a:lnTo>
                    <a:pt x="8278304" y="2445265"/>
                  </a:lnTo>
                  <a:lnTo>
                    <a:pt x="8278491" y="2444996"/>
                  </a:lnTo>
                  <a:lnTo>
                    <a:pt x="8278678" y="2444727"/>
                  </a:lnTo>
                  <a:lnTo>
                    <a:pt x="8278865" y="2444458"/>
                  </a:lnTo>
                  <a:lnTo>
                    <a:pt x="8279052" y="2444189"/>
                  </a:lnTo>
                  <a:lnTo>
                    <a:pt x="8279239" y="2443920"/>
                  </a:lnTo>
                  <a:lnTo>
                    <a:pt x="8279426" y="2443651"/>
                  </a:lnTo>
                  <a:lnTo>
                    <a:pt x="8279613" y="2443383"/>
                  </a:lnTo>
                  <a:lnTo>
                    <a:pt x="8279800" y="2443114"/>
                  </a:lnTo>
                  <a:lnTo>
                    <a:pt x="8279987" y="2442845"/>
                  </a:lnTo>
                  <a:lnTo>
                    <a:pt x="8280174" y="2442576"/>
                  </a:lnTo>
                  <a:lnTo>
                    <a:pt x="8280361" y="2442331"/>
                  </a:lnTo>
                  <a:lnTo>
                    <a:pt x="8280547" y="2442182"/>
                  </a:lnTo>
                  <a:lnTo>
                    <a:pt x="8280734" y="2442059"/>
                  </a:lnTo>
                  <a:lnTo>
                    <a:pt x="8280921" y="2441936"/>
                  </a:lnTo>
                  <a:lnTo>
                    <a:pt x="8281108" y="2442101"/>
                  </a:lnTo>
                  <a:lnTo>
                    <a:pt x="8281295" y="2442324"/>
                  </a:lnTo>
                  <a:lnTo>
                    <a:pt x="8281482" y="2442654"/>
                  </a:lnTo>
                  <a:lnTo>
                    <a:pt x="8281669" y="2443100"/>
                  </a:lnTo>
                  <a:lnTo>
                    <a:pt x="8281856" y="2443644"/>
                  </a:lnTo>
                  <a:lnTo>
                    <a:pt x="8282043" y="2444304"/>
                  </a:lnTo>
                  <a:lnTo>
                    <a:pt x="8282230" y="2444965"/>
                  </a:lnTo>
                  <a:lnTo>
                    <a:pt x="8282417" y="2445625"/>
                  </a:lnTo>
                  <a:lnTo>
                    <a:pt x="8282604" y="2446285"/>
                  </a:lnTo>
                  <a:lnTo>
                    <a:pt x="8282790" y="2446945"/>
                  </a:lnTo>
                  <a:lnTo>
                    <a:pt x="8282977" y="2447605"/>
                  </a:lnTo>
                  <a:lnTo>
                    <a:pt x="8283164" y="2448232"/>
                  </a:lnTo>
                  <a:lnTo>
                    <a:pt x="8283351" y="2448727"/>
                  </a:lnTo>
                  <a:lnTo>
                    <a:pt x="8283538" y="2449223"/>
                  </a:lnTo>
                  <a:lnTo>
                    <a:pt x="8283725" y="2449718"/>
                  </a:lnTo>
                  <a:lnTo>
                    <a:pt x="8283912" y="2450213"/>
                  </a:lnTo>
                  <a:lnTo>
                    <a:pt x="8284099" y="2450650"/>
                  </a:lnTo>
                  <a:lnTo>
                    <a:pt x="8284286" y="2450980"/>
                  </a:lnTo>
                  <a:lnTo>
                    <a:pt x="8284473" y="2451195"/>
                  </a:lnTo>
                  <a:lnTo>
                    <a:pt x="8284660" y="2451310"/>
                  </a:lnTo>
                  <a:lnTo>
                    <a:pt x="8284847" y="2451310"/>
                  </a:lnTo>
                  <a:lnTo>
                    <a:pt x="8285034" y="2451310"/>
                  </a:lnTo>
                  <a:lnTo>
                    <a:pt x="8285220" y="2451310"/>
                  </a:lnTo>
                  <a:lnTo>
                    <a:pt x="8285407" y="2451310"/>
                  </a:lnTo>
                  <a:lnTo>
                    <a:pt x="8285594" y="2451310"/>
                  </a:lnTo>
                  <a:lnTo>
                    <a:pt x="8285781" y="2451310"/>
                  </a:lnTo>
                  <a:lnTo>
                    <a:pt x="8285968" y="2451310"/>
                  </a:lnTo>
                  <a:lnTo>
                    <a:pt x="8286155" y="2451310"/>
                  </a:lnTo>
                  <a:lnTo>
                    <a:pt x="8286342" y="2451310"/>
                  </a:lnTo>
                  <a:lnTo>
                    <a:pt x="8286529" y="2451310"/>
                  </a:lnTo>
                  <a:lnTo>
                    <a:pt x="8286716" y="2451310"/>
                  </a:lnTo>
                  <a:lnTo>
                    <a:pt x="8286903" y="2451310"/>
                  </a:lnTo>
                  <a:lnTo>
                    <a:pt x="8287090" y="2451310"/>
                  </a:lnTo>
                  <a:lnTo>
                    <a:pt x="8287277" y="2451310"/>
                  </a:lnTo>
                  <a:lnTo>
                    <a:pt x="8287464" y="2451310"/>
                  </a:lnTo>
                  <a:lnTo>
                    <a:pt x="8287650" y="2451310"/>
                  </a:lnTo>
                  <a:lnTo>
                    <a:pt x="8287837" y="2451310"/>
                  </a:lnTo>
                  <a:lnTo>
                    <a:pt x="8288024" y="2451310"/>
                  </a:lnTo>
                  <a:lnTo>
                    <a:pt x="8288211" y="2451310"/>
                  </a:lnTo>
                  <a:lnTo>
                    <a:pt x="8288398" y="2451310"/>
                  </a:lnTo>
                  <a:lnTo>
                    <a:pt x="8288585" y="2451310"/>
                  </a:lnTo>
                  <a:lnTo>
                    <a:pt x="8288772" y="2451310"/>
                  </a:lnTo>
                  <a:lnTo>
                    <a:pt x="8288959" y="2451310"/>
                  </a:lnTo>
                  <a:lnTo>
                    <a:pt x="8289146" y="2451310"/>
                  </a:lnTo>
                  <a:lnTo>
                    <a:pt x="8289333" y="2451310"/>
                  </a:lnTo>
                  <a:lnTo>
                    <a:pt x="8289520" y="2451310"/>
                  </a:lnTo>
                  <a:lnTo>
                    <a:pt x="8289707" y="2451310"/>
                  </a:lnTo>
                  <a:lnTo>
                    <a:pt x="8289893" y="2451310"/>
                  </a:lnTo>
                  <a:lnTo>
                    <a:pt x="8290080" y="2451310"/>
                  </a:lnTo>
                  <a:lnTo>
                    <a:pt x="8290267" y="2451533"/>
                  </a:lnTo>
                  <a:lnTo>
                    <a:pt x="8290454" y="2451780"/>
                  </a:lnTo>
                  <a:lnTo>
                    <a:pt x="8290641" y="2452049"/>
                  </a:lnTo>
                  <a:lnTo>
                    <a:pt x="8290828" y="2452472"/>
                  </a:lnTo>
                  <a:lnTo>
                    <a:pt x="8291015" y="2452894"/>
                  </a:lnTo>
                  <a:lnTo>
                    <a:pt x="8291202" y="2453310"/>
                  </a:lnTo>
                  <a:lnTo>
                    <a:pt x="8291389" y="2453726"/>
                  </a:lnTo>
                  <a:lnTo>
                    <a:pt x="8291576" y="2454143"/>
                  </a:lnTo>
                  <a:lnTo>
                    <a:pt x="8291763" y="2454559"/>
                  </a:lnTo>
                  <a:lnTo>
                    <a:pt x="8291950" y="2455016"/>
                  </a:lnTo>
                  <a:lnTo>
                    <a:pt x="8292137" y="2455597"/>
                  </a:lnTo>
                  <a:lnTo>
                    <a:pt x="8292323" y="2456178"/>
                  </a:lnTo>
                  <a:lnTo>
                    <a:pt x="8292510" y="2456760"/>
                  </a:lnTo>
                  <a:lnTo>
                    <a:pt x="8292697" y="2457341"/>
                  </a:lnTo>
                  <a:lnTo>
                    <a:pt x="8292884" y="2457922"/>
                  </a:lnTo>
                  <a:lnTo>
                    <a:pt x="8293071" y="2458510"/>
                  </a:lnTo>
                  <a:lnTo>
                    <a:pt x="8293258" y="2459237"/>
                  </a:lnTo>
                  <a:lnTo>
                    <a:pt x="8293445" y="2459832"/>
                  </a:lnTo>
                  <a:lnTo>
                    <a:pt x="8293632" y="2460409"/>
                  </a:lnTo>
                  <a:lnTo>
                    <a:pt x="8293819" y="2460962"/>
                  </a:lnTo>
                  <a:lnTo>
                    <a:pt x="8294006" y="2461293"/>
                  </a:lnTo>
                  <a:lnTo>
                    <a:pt x="8294193" y="2461623"/>
                  </a:lnTo>
                  <a:lnTo>
                    <a:pt x="8294380" y="2461953"/>
                  </a:lnTo>
                  <a:lnTo>
                    <a:pt x="8294566" y="2462283"/>
                  </a:lnTo>
                  <a:lnTo>
                    <a:pt x="8294753" y="2462572"/>
                  </a:lnTo>
                  <a:lnTo>
                    <a:pt x="8294940" y="2462737"/>
                  </a:lnTo>
                  <a:lnTo>
                    <a:pt x="8295127" y="2462902"/>
                  </a:lnTo>
                  <a:lnTo>
                    <a:pt x="8295314" y="2463067"/>
                  </a:lnTo>
                  <a:lnTo>
                    <a:pt x="8295501" y="2463232"/>
                  </a:lnTo>
                  <a:lnTo>
                    <a:pt x="8295688" y="2463397"/>
                  </a:lnTo>
                  <a:lnTo>
                    <a:pt x="8295875" y="2463719"/>
                  </a:lnTo>
                  <a:lnTo>
                    <a:pt x="8296062" y="2463908"/>
                  </a:lnTo>
                  <a:lnTo>
                    <a:pt x="8296249" y="2464073"/>
                  </a:lnTo>
                  <a:lnTo>
                    <a:pt x="8296436" y="2464238"/>
                  </a:lnTo>
                  <a:lnTo>
                    <a:pt x="8296623" y="2464403"/>
                  </a:lnTo>
                  <a:lnTo>
                    <a:pt x="8296810" y="2464568"/>
                  </a:lnTo>
                  <a:lnTo>
                    <a:pt x="8296996" y="2464734"/>
                  </a:lnTo>
                  <a:lnTo>
                    <a:pt x="8297183" y="2464899"/>
                  </a:lnTo>
                  <a:lnTo>
                    <a:pt x="8297370" y="2465064"/>
                  </a:lnTo>
                  <a:lnTo>
                    <a:pt x="8297557" y="2465394"/>
                  </a:lnTo>
                  <a:lnTo>
                    <a:pt x="8297744" y="2465724"/>
                  </a:lnTo>
                  <a:lnTo>
                    <a:pt x="8297931" y="2466054"/>
                  </a:lnTo>
                  <a:lnTo>
                    <a:pt x="8298118" y="2466425"/>
                  </a:lnTo>
                  <a:lnTo>
                    <a:pt x="8298305" y="2466920"/>
                  </a:lnTo>
                  <a:lnTo>
                    <a:pt x="8298492" y="2467415"/>
                  </a:lnTo>
                  <a:lnTo>
                    <a:pt x="8298679" y="2467754"/>
                  </a:lnTo>
                  <a:lnTo>
                    <a:pt x="8298866" y="2468232"/>
                  </a:lnTo>
                  <a:lnTo>
                    <a:pt x="8299053" y="2468826"/>
                  </a:lnTo>
                  <a:lnTo>
                    <a:pt x="8299240" y="2469487"/>
                  </a:lnTo>
                  <a:lnTo>
                    <a:pt x="8299426" y="2470147"/>
                  </a:lnTo>
                  <a:lnTo>
                    <a:pt x="8299613" y="2470955"/>
                  </a:lnTo>
                  <a:lnTo>
                    <a:pt x="8299795" y="2471758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792862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92871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87144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311199" y="5743004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11199" y="4978256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11199" y="4213508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104" name="pl104"/>
            <p:cNvSpPr/>
            <p:nvPr/>
          </p:nvSpPr>
          <p:spPr>
            <a:xfrm>
              <a:off x="552350" y="57867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52350" y="50220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52350" y="42573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87144" y="6354144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54599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88250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219009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>
              <a:off x="2226017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102750000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4562527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103000000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6899036" y="6413719"/>
              <a:ext cx="639946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103250000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4516148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115" name="tx115"/>
            <p:cNvSpPr/>
            <p:nvPr/>
          </p:nvSpPr>
          <p:spPr>
            <a:xfrm rot="-5400000">
              <a:off x="96391" y="4886382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87144" y="3249099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2026-03-10T15:31:49Z</dcterms:modified>
  <cp:category/>
</cp:coreProperties>
</file>